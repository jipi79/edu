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2e91eb1-7452-52ac-9584-64cd1bc90d2a}">
          <p14:sldIdLst>
            <p14:sldId id="256"/>
            <p14:sldId id="257"/>
          </p14:sldIdLst>
        </p14:section>
        <p14:section name="개념" id="{56fdd3af-4e3b-e557-93f3-c56c8dbcde95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97b125a0-4db0-5389-0ea3-5bbea6756457}">
          <p14:sldIdLst>
            <p14:sldId id="260"/>
            <p14:sldId id="264"/>
            <p14:sldId id="265"/>
          </p14:sldIdLst>
        </p14:section>
        <p14:section name="개념" id="{d423e90d-4ed9-c04b-44a1-0ed53bc2ae58}">
          <p14:sldIdLst/>
        </p14:section>
        <p14:section name="연습" id="{eca412c4-9ace-64ef-f1c2-79b6f860027d}">
          <p14:sldIdLst/>
        </p14:section>
        <p14:section name="확인" id="{20947c2e-7a86-3e8b-afa7-f25a67ef16c4}">
          <p14:sldIdLst>
            <p14:sldId id="266"/>
            <p14:sldId id="267"/>
            <p14:sldId id="268"/>
          </p14:sldIdLst>
        </p14:section>
        <p14:section name="정리" id="{2a8e1b1f-f542-9de2-ce43-31fd482f468e}">
          <p14:sldIdLst>
            <p14:sldId id="269"/>
          </p14:sldIdLst>
        </p14:section>
        <p14:section name="보충" id="{931cd27f-7ac5-9fdd-da62-ef97da9ce14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나누어떨어지지 않는 나눗셈의 몫을 분수로 나타낼 수 있을지 궁금하게 합니다.
시간: 약 2분
이렇게 말해 보세요
- “3 ÷ 4는 3이 4보다 작아서 몫이 0이고 나머지가 3이라고 배웠지? 그런데 색 테이프는 잘라서 나눌 수 있어. 한 명은 몇 m를 가질까?”
- “1 m보다 클까, 작을까? 먼저 예상해 보자.”
예상 답
- “1 m보다 작아요.” / “4분의 3 m요.” / “모르겠어요.”
막히면
- 예상만 듣고 넘어갑니다. S03에서 그림으로 알아봅니다.
주의
- 5학년까지는 나머지가 있는 나눗셈을 배웠습니다. 오늘은 남은 것까지 똑같이 잘라 나누어 몫을 분수로 나타냅니다.
- 목표 두 가지를 소리 내어 읽어 주고, 아이에게 오늘 할 일을 한 번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확인(분수의 곱셈, 크기가 같은 분수, 가분수와 대분수)]
목적: 오늘 쓰는 세 가지, 분수끼리의 곱셈, 크기가 같은 분수, 가분수를 대분수로 바꾸기를 기억하는지 확인합니다.
시간: 약 3분
이렇게 말해 보세요
- “①은 분수끼리의 곱셈이야. 분자는 분자끼리, 분모는 분모끼리 곱하지?”
- “②는 분모가 5에서 10이 됐어. 분자는?”
- “③ 3분의 7은 3분의 3이 몇 번 들어 있어?”
정답
- ① 8분의 3
- ② 4
- ③ 2와 3분의 1
막히면
- 두 문제 이상 틀리면 S15(보충)를 먼저 합니다. 보충으로도 어려우면 초5 ‘분수끼리의 곱셈’을 먼저 다시 합니다.
- ③만 틀리면 S04에서 대분수로 바꿀 때 함께 다시 봅니다.
주의
- ①을 그림으로 설명할 수 있으면 S07의 격자 그림을 쉽게 이해합니다.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(자연수) ÷ (자연수)의 몫을 그림으로(몫이 1보다 작을 때)]
목적: 1 ÷ 3 = 3분의 1이고, 2 ÷ 3은 3분의 1이 2개인 3분의 2라는 것을 그림으로 이해합니다.
시간: 약 3분
이렇게 말해 보세요
- “종이 띠 1개를 3명이 똑같이 나누면 한 사람은 얼마를 가져? 3칸 중 1칸이니까 3분의 1이야.”
- “띠가 2개면? 띠마다 3칸으로 잘라서 한 사람이 띠마다 1칸씩 가지면 모두 몇 칸이야?”
- “3분의 1이 2개면 얼마지?”
예상 답
- “3분의 1이요.”
- “2칸, 3분의 2예요.”
막히면
- 종이 띠 2장을 각각 세 번 접어 자르고, 세 사람 몫으로 나누어 놓아 봅니다. 한 사람 몫 2조각을 이어 붙이면 띠 하나의 3분의 2만큼입니다.
주의
- 준비물: 같은 길이의 종이 띠 5장, 가위.
- ‘한 사람의 몫’이 띠 하나를 1로 볼 때 얼마인지를 묻는 것입니다. 띠 2개 전체의 3분의 1이라고 말하면 “띠 하나를 1로 보자”라고 바로잡습니다.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몫이 1보다 클 때와 규칙 정리]
목적: 몫이 1보다 큰 경우에도 같은 방법으로 몫을 분수로 나타내고, ■ ÷ ● = ●분의 ■ 규칙과 가분수를 대분수로 바꾸는 것을 정리합니다.
시간: 약 3분
이렇게 말해 보세요
- “띠 5개를 3명이 나누면 한 사람은 띠마다 1칸씩, 모두 몇 칸이야? 한 칸은 3분의 1이지?”
- “3분의 5는 1보다 커, 작아? 대분수로 바꾸면?”
- “2 ÷ 3, 5 ÷ 3에서 나누어지는 수와 나누는 수가 몫의 어디로 갔어?”
예상 답
- “5칸, 3분의 5예요.”
- “1과 3분의 2예요.”
- “나누어지는 수는 분자, 나누는 수는 분모로 가요.”
막히면
- 5 ÷ 3 = 1 … 2를 먼저 계산하고, 남은 2를 다시 3으로 나누면 3분의 2라는 것과 연결합니다. 1과 3분의 2가 됩니다.
주의
- 가분수로 답해도 맞습니다. 대분수로 바꾸는 것은 크기를 알기 쉽게 하려는 것입니다.
- 나누는 수가 0이면 나눗셈을 할 수 없습니다(분모가 0인 분수는 없음).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연습((자연수) ÷ (자연수))]
목적: 도움을 받으며 (자연수) ÷ (자연수)의 몫을 분수로 나타내고, 1보다 크면 대분수로도 나타냅니다.
시간: 약 3분
이렇게 말해 보세요
- “①은 1을 6으로 나누는 거야. 띠 하나를 몇 칸으로 나눠?”
- “③은 몫이 1보다 클까? 대분수로도 바꿔 보자.”
정답
- ① 6분의 1
- ② 7분의 4
- ③ 4분의 9 = 2와 4분의 1
- ④ 8분의 5
막히면
- 분자와 분모를 바꾸어 쓰면(4 ÷ 7 = 4분의 7) S03의 띠를 다시 보여 주고 “띠 4개를 7명이 나누면 한 사람이 1개보다 많이 가질까?”라고 묻습니다(M1).
주의
- 9 ÷ 4 = 2 … 1이므로 2와 4분의 1입니다. 나머지 1을 다시 4로 나눈 것이 4분의 1입니다.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(분수) ÷ (자연수): 분자가 나누어떨어질 때]
목적: 분자가 자연수로 나누어떨어질 때는 단위분수의 개수(분자)를 나누면 된다는 것을 그림으로 이해합니다.
시간: 약 3분
이렇게 말해 보세요
- “5분의 4는 5분의 1이 몇 개야? 그 4개를 두 사람이 똑같이 나누면 한 사람은 몇 개야?”
- “분모 5는 바뀌었어? 왜 그대로일까?”
예상 답
- “2개씩이에요. 5분의 2예요.”
- “한 칸의 크기는 그대로라서 분모는 안 바뀌어요.”
막히면
- 띠를 5칸으로 접어 4칸을 색칠한 뒤, 색칠한 4칸을 두 묶음으로 나누어 보게 합니다.
주의
- 분모까지 나누면(5 ÷ 2) 안 됩니다. 칸의 크기(5분의 1)는 그대로이고 칸의 수만 나누는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(분수) ÷ (자연수): 분자가 나누어떨어지지 않을 때(× 자연수분의 1)]
목적: 분자가 나누어떨어지지 않으면 칸을 더 잘게 나누어 계산하고, 2로 나누는 것은 2분의 1을 곱하는 것과 같다는 것을 격자 그림으로 이해합니다.
시간: 약 4분
이렇게 말해 보세요
- “5분의 3은 5칸 중 3칸이야. 3칸을 둘로 똑같이 나눌 수 있을까?”
- “각 칸을 위아래 반으로 자르면 전체는 몇 칸이 되고 색칠한 부분은 몇 칸이야? 그 반은?”
- “2로 나눈다는 건 반을 구하는 거지? 반은 곱셈으로 어떻게 쓸까?”
예상 답
- “10칸 중 6칸이에요. 반은 3칸이니까 10분의 3이에요.”
- “× 2분의 1이요.”
막히면
- 크기가 같은 분수로 바꾸는 방법도 보여 줍니다: 5분의 3 = 10분의 6이고, 10분의 6 ÷ 2 = 10분의 3입니다.
- 격자를 종이에 그려 색연필로 칠해 보게 합니다.
주의
- 5분의 4 ÷ 2 = 5분의 4 × 2분의 1 = 10분의 4 = 5분의 2처럼, 분자가 나누어떨어질 때도 × 자연수분의 1로 계산할 수 있습니다. 두 방법의 답이 같은지 확인해 봅니다.
- 지치면 여기서 쉬고, 다음 날 S08부터 이어서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(대분수) ÷ (자연수)]
목적: 대분수를 가분수로 바꾸면 (분수) ÷ (자연수)와 같은 방법으로 계산할 수 있다는 것을 압니다.
시간: 약 3분
이렇게 말해 보세요
- “2와 3분의 2는 3분의 1이 몇 개야? 띠 그림에서 색칠한 칸을 세어 볼까?”
- “3분의 8을 4로 나누면? 분자 8은 4로 나누어떨어지지?”
예상 답
- “8개요. 3분의 8이에요.”
- “3분의 2예요.”
막히면
- 대분수를 가분수로 바꾸기: 자연수 2 = 3분의 6이고, 3분의 6 + 3분의 2 = 3분의 8입니다. 식으로는 2 × 3 + 2 = 8입니다.
주의
- 대분수의 분수 부분만 나누는 실수(2와 3분의 2 ÷ 4 = 2와 6분의 1 같은 답)가 많습니다. 자연수 부분도 함께 나누어야 하므로 가분수로 바꾸는 것이 안전합니다(M3).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연습((분수) ÷ (자연수))]
목적: 도움을 받으며 분자를 나누는 방법과 × 자연수분의 1로 바꾸는 방법 중 알맞은 것을 골라 계산합니다.
시간: 약 3분
이렇게 말해 보세요
- “①은 분자 6이 3으로 나누어떨어져? 그러면 어떻게 할까?”
- “②는 2가 5로 나누어떨어지지 않지? 그러면 무엇을 곱하면 돼?”
- “③은 대분수야. 먼저 무엇을 해야 할까?”
정답
- ① 7분의 2 (6 ÷ 3 = 2)
- ② 15분의 2 (3분의 2 × 5분의 1)
- ③ 12분의 5 (1과 4분의 1 = 4분의 5, 4분의 5 × 3분의 1)
- ④ 10분의 3 (9 ÷ 3 = 3)
막히면
- ②에서 막히면 S07의 격자 그림처럼 3칸 중 2칸을 그리고 각 칸을 5조각으로 나누어 보게 합니다.
주의
- 어느 방법으로 계산해도 답은 같습니다. 답이 약분되면 약분해서 쓰게 합니다(예: 6분의 2 → 3분의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비교(나누는 수를 분자에 곱하기)]
목적: 나누는 수를 분자에 곱하는 실수(M2)를 크기 어림으로 바로잡습니다.
시간: 약 3분
이렇게 말해 보세요
- “5분의 3을 두 사람이 똑같이 나누면 한 사람의 몫은 5분의 3보다 커질까, 작아질까?”
- “토끼의 답 5분의 6은 5분의 3보다 커, 작아? 그러면 맞을 수 있을까?”
예상 답
- “작아져야 해요. 토끼 답은 오히려 커졌어요. 곰이 맞아요.”
정답
- 곰이 맞습니다. 5분의 3 ÷ 2 = 5분의 3 × 2분의 1 = 10분의 3
- 토끼는 2를 분자에 곱했습니다(5분의 3 × 2). 그러면 2배가 되어 처음보다 커집니다.
막히면
- S07의 격자 그림을 다시 보여 주고 색칠한 부분이 반으로 줄어드는 것을 확인합니다.
주의
- 계산한 뒤 ‘자연수로 나누면 처음 수보다 작아진다’로 답을 어림해 보는 습관을 들이게 합니다(1보다 큰 자연수로 나눌 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(자연수) ÷ (자연수)와 (분수) ÷ (자연수)를 계산하고, 계산 방법을 설명하는지 확인합니다.
시간: 약 4분
이렇게 말해 보세요
- “이번에는 혼자 해 볼래? 다 하면 ④를 어떻게 계산했는지 설명해 줘.”
정답
- ① 9분의 5
- ② 2와 4분의 3 (4분의 11)
- ③ 9분의 2
- ④ 20분의 3
- ⑤ 5분의 4 (5분의 8 ÷ 2)
- ⑥ 기준: ‘÷ 5는 5분의 1을 곱하는 것’ 또는 ‘4분의 3의 각 칸을 5조각으로 나누면 20칸 중 3칸’처럼 까닭을 말하면 맞습니다.
막히면
- 바로 알려 주지 말고 “분자가 나누어떨어져?” “대분수는 먼저 어떻게 해?”라고만 묻습니다.
- 도움을 받아 해결했다면 기록표에 ‘도움’으로 표시합니다.
주의
- ⑥을 ‘규칙이니까요’라고만 하면 목표 B는 아직 확인되지 않은 것입니다. S07 그림을 보여 주고 다시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어느 단계에서 달라졌는지 찾아보자.”
정답
- ① 9분의 5 ② 2와 4분의 3 ③ 9분의 2 ④ 20분의 3 ⑤ 5분의 4 ⑥ 설명 기준은 S11 노트
막히면
- ④를 4분의 15로 했다면 S10, ⑤를 1과 10분의 3으로 했다면 S08로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확인(생활 문제)]
목적: 처음 보는 생활 문제에서 알맞은 나눗셈식을 세우고 몫을 분수로 나타내는지 확인합니다.
시간: 약 3분
이렇게 말해 보세요
- “무엇을 무엇으로 나누는 문제야? 식을 먼저 말해 볼래?”
정답
- ① 7 ÷ 4 = 4분의 7 = 1과 4분의 3, 1과 4분의 3 L
- ② 3분의 2 ÷ 4 = 3분의 2 × 4분의 1 = 12분의 2 = 6분의 1, 6분의 1 m
막히면
- ①은 띠 7개를 4명이 나누는 그림을, ②는 3칸 중 2칸을 칠한 띠를 4로 나누는 그림을 그려 보게 합니다.
주의
- ②에서 12분의 2로 답해도 계산은 맞습니다. 약분하면 6분의 1이라는 것을 함께 확인합니다.
- 식과 답을 모두 쓰면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“자연수를 자연수로 나눈 몫은 어떻게 분수로 나타냈지? 분수를 자연수로 나눌 때는?”
- “다음 수업을 시작할 때 이 세 문제를 먼저 풀 거야.”
예상 답
- “나누어지는 수를 분자, 나누는 수를 분모로 써요. 분수는 분자를 나누거나 자연수분의 1을 곱해요.”
정답
- ① 9분의 4
- ② 7분의 3
- ③ 2분의 1 (1과 2분의 1 = 2분의 3, 2분의 3 ÷ 3 = 2분의 1)
막히면
- S04, S07의 그림을 다시 보여 줍니다.
주의
- 다음 차시(분수의 나눗셈 2)에서는 분수를 분수로 나눕니다. 오늘의 ‘× 자연수분의 1’이 다음 시간의 바탕이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보충(분수끼리의 곱셈, 가분수와 대분수)]
목적: S02에서 분수끼리의 곱셈이나 가분수·대분수 바꾸기가 흔들리면 오늘 내용 전에 다시 익힙니다.
시간: 약 5분
이렇게 말해 보세요
- “4분의 3에 2분의 1을 곱한다는 건 4분의 3의 반을 구하는 거야. 격자에서 몇 칸 중 몇 칸이야?”
- “3분의 7은 3분의 3이 2번 들어 있고 3분의 1이 남지? 그래서 2와 3분의 1이야.”
정답
- 4분의 3 × 2분의 1 = 8분의 3
- 3분의 7 = 2와 3분의 1
막히면
- 종이를 세로로 4칸 접어 3칸을 칠하고, 가로로 반을 접어 겹친 부분을 세어 봅니다.
주의
- 보충으로도 어려우면 초5 ‘분수끼리의 곱셈’을 먼저 다시 합니다. 가분수와 대분수가 낯설면 초3 ‘진분수·가분수·대분수’를 복습합니다.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분수의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분수의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분수의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분수의 나눗셈 1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테이프 3 m를 4명이 똑같이 나누면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명은 몇 m일까?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÷ 4 = □</a:t>
            </a:r>
            <a:endParaRPr lang="ko-KR" sz="32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(자연수) ÷ (자연수)의 몫을 분수로 나타내요.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(분수) ÷ (자연수)를 그림으로 설명하고 계산해요.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써요.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6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6" name="S02-fracbar7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8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8" name="S02-op9"/>
          <p:cNvSpPr txBox="1"/>
          <p:nvPr/>
        </p:nvSpPr>
        <p:spPr>
          <a:xfrm>
            <a:off x="1990344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02-num10"/>
          <p:cNvSpPr txBox="1"/>
          <p:nvPr/>
        </p:nvSpPr>
        <p:spPr>
          <a:xfrm>
            <a:off x="2754376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02-fracbar11"/>
          <p:cNvSpPr/>
          <p:nvPr/>
        </p:nvSpPr>
        <p:spPr>
          <a:xfrm>
            <a:off x="279095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12"/>
          <p:cNvSpPr txBox="1"/>
          <p:nvPr/>
        </p:nvSpPr>
        <p:spPr>
          <a:xfrm>
            <a:off x="2754376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2" name="S02-op13"/>
          <p:cNvSpPr txBox="1"/>
          <p:nvPr/>
        </p:nvSpPr>
        <p:spPr>
          <a:xfrm>
            <a:off x="3400552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2-blank14"/>
          <p:cNvSpPr/>
          <p:nvPr/>
        </p:nvSpPr>
        <p:spPr>
          <a:xfrm>
            <a:off x="4027790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2-fracbar15"/>
          <p:cNvSpPr/>
          <p:nvPr/>
        </p:nvSpPr>
        <p:spPr>
          <a:xfrm>
            <a:off x="3973576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2-blank16"/>
          <p:cNvSpPr/>
          <p:nvPr/>
        </p:nvSpPr>
        <p:spPr>
          <a:xfrm>
            <a:off x="4027790" y="2750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2-chip1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02-num18"/>
          <p:cNvSpPr txBox="1"/>
          <p:nvPr/>
        </p:nvSpPr>
        <p:spPr>
          <a:xfrm>
            <a:off x="1344168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8" name="S02-fracbar19"/>
          <p:cNvSpPr/>
          <p:nvPr/>
        </p:nvSpPr>
        <p:spPr>
          <a:xfrm>
            <a:off x="13807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2-num20"/>
          <p:cNvSpPr txBox="1"/>
          <p:nvPr/>
        </p:nvSpPr>
        <p:spPr>
          <a:xfrm>
            <a:off x="13441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0" name="S02-op21"/>
          <p:cNvSpPr txBox="1"/>
          <p:nvPr/>
        </p:nvSpPr>
        <p:spPr>
          <a:xfrm>
            <a:off x="1990344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1" name="S02-blank22"/>
          <p:cNvSpPr/>
          <p:nvPr/>
        </p:nvSpPr>
        <p:spPr>
          <a:xfrm>
            <a:off x="2667366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02-fracbar23"/>
          <p:cNvSpPr/>
          <p:nvPr/>
        </p:nvSpPr>
        <p:spPr>
          <a:xfrm>
            <a:off x="2563368" y="41148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2-num24"/>
          <p:cNvSpPr txBox="1"/>
          <p:nvPr/>
        </p:nvSpPr>
        <p:spPr>
          <a:xfrm>
            <a:off x="2526792" y="41513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4" name="S02-chip2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5" name="S02-num26"/>
          <p:cNvSpPr txBox="1"/>
          <p:nvPr/>
        </p:nvSpPr>
        <p:spPr>
          <a:xfrm>
            <a:off x="1344168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26" name="S02-fracbar27"/>
          <p:cNvSpPr/>
          <p:nvPr/>
        </p:nvSpPr>
        <p:spPr>
          <a:xfrm>
            <a:off x="1380744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2-num28"/>
          <p:cNvSpPr txBox="1"/>
          <p:nvPr/>
        </p:nvSpPr>
        <p:spPr>
          <a:xfrm>
            <a:off x="1344168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8" name="S02-op29"/>
          <p:cNvSpPr txBox="1"/>
          <p:nvPr/>
        </p:nvSpPr>
        <p:spPr>
          <a:xfrm>
            <a:off x="1990344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02-blank30"/>
          <p:cNvSpPr/>
          <p:nvPr/>
        </p:nvSpPr>
        <p:spPr>
          <a:xfrm>
            <a:off x="2526792" y="540040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2-blank31"/>
          <p:cNvSpPr/>
          <p:nvPr/>
        </p:nvSpPr>
        <p:spPr>
          <a:xfrm>
            <a:off x="3045602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2-fracbar32"/>
          <p:cNvSpPr/>
          <p:nvPr/>
        </p:nvSpPr>
        <p:spPr>
          <a:xfrm>
            <a:off x="2991388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2-blank33"/>
          <p:cNvSpPr/>
          <p:nvPr/>
        </p:nvSpPr>
        <p:spPr>
          <a:xfrm>
            <a:off x="3045602" y="567675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÷ 3의 몫</a:t>
            </a:r>
            <a:endParaRPr lang="ko-KR" sz="4000" dirty="0"/>
          </a:p>
        </p:txBody>
      </p:sp>
      <p:sp>
        <p:nvSpPr>
          <p:cNvPr id="3" name="S03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나타내는 띠 2개를 3명이 똑같이 나눠요.</a:t>
            </a:r>
            <a:endParaRPr lang="ko-KR" sz="2800" dirty="0"/>
          </a:p>
        </p:txBody>
      </p:sp>
      <p:sp>
        <p:nvSpPr>
          <p:cNvPr id="4" name="S03-card35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36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÷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똑같이 3으로 나눈 하나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3분의 1</a:t>
            </a:r>
            <a:endParaRPr lang="ko-KR" sz="2800" dirty="0"/>
          </a:p>
        </p:txBody>
      </p:sp>
      <p:sp>
        <p:nvSpPr>
          <p:cNvPr id="6" name="S03-card37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38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÷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띠마다 1칸씩, 3분의 1이 2개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3분의 2</a:t>
            </a:r>
            <a:endParaRPr lang="ko-KR" sz="2800" dirty="0"/>
          </a:p>
        </p:txBody>
      </p:sp>
      <p:sp>
        <p:nvSpPr>
          <p:cNvPr id="8" name="S03-label39"/>
          <p:cNvSpPr txBox="1"/>
          <p:nvPr/>
        </p:nvSpPr>
        <p:spPr>
          <a:xfrm>
            <a:off x="548640" y="228904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3-cell40"/>
          <p:cNvSpPr/>
          <p:nvPr/>
        </p:nvSpPr>
        <p:spPr>
          <a:xfrm>
            <a:off x="1600200" y="2289048"/>
            <a:ext cx="144475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41"/>
          <p:cNvSpPr/>
          <p:nvPr/>
        </p:nvSpPr>
        <p:spPr>
          <a:xfrm>
            <a:off x="3044952" y="2289048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42"/>
          <p:cNvSpPr/>
          <p:nvPr/>
        </p:nvSpPr>
        <p:spPr>
          <a:xfrm>
            <a:off x="4489704" y="2289048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figure43" descr="똑같이 3칸으로 나눈 띠, 1칸 색칠"/>
          <p:cNvSpPr/>
          <p:nvPr/>
        </p:nvSpPr>
        <p:spPr>
          <a:xfrm>
            <a:off x="1600200" y="2289048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3-label44"/>
          <p:cNvSpPr txBox="1"/>
          <p:nvPr/>
        </p:nvSpPr>
        <p:spPr>
          <a:xfrm>
            <a:off x="548640" y="3368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03-cell45"/>
          <p:cNvSpPr/>
          <p:nvPr/>
        </p:nvSpPr>
        <p:spPr>
          <a:xfrm>
            <a:off x="1600200" y="3368040"/>
            <a:ext cx="144475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46"/>
          <p:cNvSpPr/>
          <p:nvPr/>
        </p:nvSpPr>
        <p:spPr>
          <a:xfrm>
            <a:off x="3044952" y="3368040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47"/>
          <p:cNvSpPr/>
          <p:nvPr/>
        </p:nvSpPr>
        <p:spPr>
          <a:xfrm>
            <a:off x="4489704" y="3368040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figure48" descr="똑같이 3칸으로 나눈 띠, 1칸 색칠"/>
          <p:cNvSpPr/>
          <p:nvPr/>
        </p:nvSpPr>
        <p:spPr>
          <a:xfrm>
            <a:off x="1600200" y="3368040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3-op49"/>
          <p:cNvSpPr txBox="1"/>
          <p:nvPr/>
        </p:nvSpPr>
        <p:spPr>
          <a:xfrm>
            <a:off x="7394956" y="204774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9" name="S03-op50"/>
          <p:cNvSpPr txBox="1"/>
          <p:nvPr/>
        </p:nvSpPr>
        <p:spPr>
          <a:xfrm>
            <a:off x="8028940" y="2047748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0" name="S03-op51"/>
          <p:cNvSpPr txBox="1"/>
          <p:nvPr/>
        </p:nvSpPr>
        <p:spPr>
          <a:xfrm>
            <a:off x="8792972" y="204774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1" name="S03-op52"/>
          <p:cNvSpPr txBox="1"/>
          <p:nvPr/>
        </p:nvSpPr>
        <p:spPr>
          <a:xfrm>
            <a:off x="9426956" y="204774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2" name="S03-num53"/>
          <p:cNvSpPr txBox="1"/>
          <p:nvPr/>
        </p:nvSpPr>
        <p:spPr>
          <a:xfrm>
            <a:off x="9963404" y="20477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3" name="S03-fracbar54"/>
          <p:cNvSpPr/>
          <p:nvPr/>
        </p:nvSpPr>
        <p:spPr>
          <a:xfrm>
            <a:off x="9999980" y="256387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3-num55"/>
          <p:cNvSpPr txBox="1"/>
          <p:nvPr/>
        </p:nvSpPr>
        <p:spPr>
          <a:xfrm>
            <a:off x="9963404" y="26004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03-op56"/>
          <p:cNvSpPr txBox="1"/>
          <p:nvPr/>
        </p:nvSpPr>
        <p:spPr>
          <a:xfrm>
            <a:off x="7394956" y="3400044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6" name="S03-op57"/>
          <p:cNvSpPr txBox="1"/>
          <p:nvPr/>
        </p:nvSpPr>
        <p:spPr>
          <a:xfrm>
            <a:off x="8028940" y="3400044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7" name="S03-op58"/>
          <p:cNvSpPr txBox="1"/>
          <p:nvPr/>
        </p:nvSpPr>
        <p:spPr>
          <a:xfrm>
            <a:off x="8792972" y="3400044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8" name="S03-op59"/>
          <p:cNvSpPr txBox="1"/>
          <p:nvPr/>
        </p:nvSpPr>
        <p:spPr>
          <a:xfrm>
            <a:off x="9426956" y="3400044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03-num60"/>
          <p:cNvSpPr txBox="1"/>
          <p:nvPr/>
        </p:nvSpPr>
        <p:spPr>
          <a:xfrm>
            <a:off x="9963404" y="34000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0" name="S03-fracbar61"/>
          <p:cNvSpPr/>
          <p:nvPr/>
        </p:nvSpPr>
        <p:spPr>
          <a:xfrm>
            <a:off x="9999980" y="39161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3-num62"/>
          <p:cNvSpPr txBox="1"/>
          <p:nvPr/>
        </p:nvSpPr>
        <p:spPr>
          <a:xfrm>
            <a:off x="9963404" y="39527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÷ 3의 몫</a:t>
            </a:r>
            <a:endParaRPr lang="ko-KR" sz="4000" dirty="0"/>
          </a:p>
        </p:txBody>
      </p:sp>
      <p:sp>
        <p:nvSpPr>
          <p:cNvPr id="3" name="S04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분자는 나누어지는 수, 분모는 나누는 수예요.</a:t>
            </a:r>
            <a:endParaRPr lang="ko-KR" sz="2800" dirty="0"/>
          </a:p>
        </p:txBody>
      </p:sp>
      <p:sp>
        <p:nvSpPr>
          <p:cNvPr id="5" name="S04-label65"/>
          <p:cNvSpPr txBox="1"/>
          <p:nvPr/>
        </p:nvSpPr>
        <p:spPr>
          <a:xfrm>
            <a:off x="7349947" y="1463040"/>
            <a:ext cx="914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4-cell66"/>
          <p:cNvSpPr/>
          <p:nvPr/>
        </p:nvSpPr>
        <p:spPr>
          <a:xfrm>
            <a:off x="8401507" y="1463040"/>
            <a:ext cx="1079602" cy="4992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cell67"/>
          <p:cNvSpPr/>
          <p:nvPr/>
        </p:nvSpPr>
        <p:spPr>
          <a:xfrm>
            <a:off x="9481109" y="1463040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cell68"/>
          <p:cNvSpPr/>
          <p:nvPr/>
        </p:nvSpPr>
        <p:spPr>
          <a:xfrm>
            <a:off x="10560710" y="1463040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figure69" descr="똑같이 3칸으로 나눈 띠, 1칸 색칠"/>
          <p:cNvSpPr/>
          <p:nvPr/>
        </p:nvSpPr>
        <p:spPr>
          <a:xfrm>
            <a:off x="8401507" y="1463040"/>
            <a:ext cx="3238805" cy="49926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4-label70"/>
          <p:cNvSpPr txBox="1"/>
          <p:nvPr/>
        </p:nvSpPr>
        <p:spPr>
          <a:xfrm>
            <a:off x="7349947" y="2218334"/>
            <a:ext cx="914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1" name="S04-cell71"/>
          <p:cNvSpPr/>
          <p:nvPr/>
        </p:nvSpPr>
        <p:spPr>
          <a:xfrm>
            <a:off x="8401507" y="2218334"/>
            <a:ext cx="1079602" cy="4992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72"/>
          <p:cNvSpPr/>
          <p:nvPr/>
        </p:nvSpPr>
        <p:spPr>
          <a:xfrm>
            <a:off x="9481109" y="2218334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73"/>
          <p:cNvSpPr/>
          <p:nvPr/>
        </p:nvSpPr>
        <p:spPr>
          <a:xfrm>
            <a:off x="10560710" y="2218334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figure74" descr="똑같이 3칸으로 나눈 띠, 1칸 색칠"/>
          <p:cNvSpPr/>
          <p:nvPr/>
        </p:nvSpPr>
        <p:spPr>
          <a:xfrm>
            <a:off x="8401507" y="2218334"/>
            <a:ext cx="3238805" cy="49926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4-label75"/>
          <p:cNvSpPr txBox="1"/>
          <p:nvPr/>
        </p:nvSpPr>
        <p:spPr>
          <a:xfrm>
            <a:off x="7349947" y="2973629"/>
            <a:ext cx="914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4-cell76"/>
          <p:cNvSpPr/>
          <p:nvPr/>
        </p:nvSpPr>
        <p:spPr>
          <a:xfrm>
            <a:off x="8401507" y="2973629"/>
            <a:ext cx="1079602" cy="4992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77"/>
          <p:cNvSpPr/>
          <p:nvPr/>
        </p:nvSpPr>
        <p:spPr>
          <a:xfrm>
            <a:off x="9481109" y="2973629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78"/>
          <p:cNvSpPr/>
          <p:nvPr/>
        </p:nvSpPr>
        <p:spPr>
          <a:xfrm>
            <a:off x="10560710" y="2973629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figure79" descr="똑같이 3칸으로 나눈 띠, 1칸 색칠"/>
          <p:cNvSpPr/>
          <p:nvPr/>
        </p:nvSpPr>
        <p:spPr>
          <a:xfrm>
            <a:off x="8401507" y="2973629"/>
            <a:ext cx="3238805" cy="49926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4-label80"/>
          <p:cNvSpPr txBox="1"/>
          <p:nvPr/>
        </p:nvSpPr>
        <p:spPr>
          <a:xfrm>
            <a:off x="7349947" y="3728923"/>
            <a:ext cx="914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1" name="S04-cell81"/>
          <p:cNvSpPr/>
          <p:nvPr/>
        </p:nvSpPr>
        <p:spPr>
          <a:xfrm>
            <a:off x="8401507" y="3728923"/>
            <a:ext cx="1079602" cy="4992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82"/>
          <p:cNvSpPr/>
          <p:nvPr/>
        </p:nvSpPr>
        <p:spPr>
          <a:xfrm>
            <a:off x="9481109" y="3728923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cell83"/>
          <p:cNvSpPr/>
          <p:nvPr/>
        </p:nvSpPr>
        <p:spPr>
          <a:xfrm>
            <a:off x="10560710" y="3728923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4-figure84" descr="똑같이 3칸으로 나눈 띠, 1칸 색칠"/>
          <p:cNvSpPr/>
          <p:nvPr/>
        </p:nvSpPr>
        <p:spPr>
          <a:xfrm>
            <a:off x="8401507" y="3728923"/>
            <a:ext cx="3238805" cy="49926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4-label85"/>
          <p:cNvSpPr txBox="1"/>
          <p:nvPr/>
        </p:nvSpPr>
        <p:spPr>
          <a:xfrm>
            <a:off x="7349947" y="4484218"/>
            <a:ext cx="91440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6" name="S04-cell86"/>
          <p:cNvSpPr/>
          <p:nvPr/>
        </p:nvSpPr>
        <p:spPr>
          <a:xfrm>
            <a:off x="8401507" y="4484218"/>
            <a:ext cx="1079602" cy="4992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cell87"/>
          <p:cNvSpPr/>
          <p:nvPr/>
        </p:nvSpPr>
        <p:spPr>
          <a:xfrm>
            <a:off x="9481109" y="4484218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cell88"/>
          <p:cNvSpPr/>
          <p:nvPr/>
        </p:nvSpPr>
        <p:spPr>
          <a:xfrm>
            <a:off x="10560710" y="4484218"/>
            <a:ext cx="1079602" cy="4992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figure89" descr="똑같이 3칸으로 나눈 띠, 1칸 색칠"/>
          <p:cNvSpPr/>
          <p:nvPr/>
        </p:nvSpPr>
        <p:spPr>
          <a:xfrm>
            <a:off x="8401507" y="4484218"/>
            <a:ext cx="3238805" cy="49926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4-stepno90"/>
          <p:cNvSpPr txBox="1"/>
          <p:nvPr/>
        </p:nvSpPr>
        <p:spPr>
          <a:xfrm>
            <a:off x="548640" y="16078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1" name="S04-text91"/>
          <p:cNvSpPr txBox="1"/>
          <p:nvPr/>
        </p:nvSpPr>
        <p:spPr>
          <a:xfrm>
            <a:off x="1325880" y="1562100"/>
            <a:ext cx="565830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 5개를 각각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3칸으로 나눠요.</a:t>
            </a:r>
            <a:endParaRPr lang="ko-KR" sz="2200" dirty="0"/>
          </a:p>
        </p:txBody>
      </p:sp>
      <p:sp>
        <p:nvSpPr>
          <p:cNvPr id="32" name="S04-stepno92"/>
          <p:cNvSpPr txBox="1"/>
          <p:nvPr/>
        </p:nvSpPr>
        <p:spPr>
          <a:xfrm>
            <a:off x="548640" y="2454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3" name="S04-text93"/>
          <p:cNvSpPr txBox="1"/>
          <p:nvPr/>
        </p:nvSpPr>
        <p:spPr>
          <a:xfrm>
            <a:off x="1325880" y="2408428"/>
            <a:ext cx="565830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사람은 띠마다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1칸씩 5칸</a:t>
            </a:r>
            <a:endParaRPr lang="ko-KR" sz="2200" dirty="0"/>
          </a:p>
        </p:txBody>
      </p:sp>
      <p:sp>
        <p:nvSpPr>
          <p:cNvPr id="34" name="S04-stepno94"/>
          <p:cNvSpPr txBox="1"/>
          <p:nvPr/>
        </p:nvSpPr>
        <p:spPr>
          <a:xfrm>
            <a:off x="548640" y="3300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5" name="S04-text95"/>
          <p:cNvSpPr txBox="1"/>
          <p:nvPr/>
        </p:nvSpPr>
        <p:spPr>
          <a:xfrm>
            <a:off x="1325880" y="3254756"/>
            <a:ext cx="2955377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1이 5개</a:t>
            </a:r>
            <a:endParaRPr lang="ko-KR" sz="2200" dirty="0"/>
          </a:p>
        </p:txBody>
      </p:sp>
      <p:sp>
        <p:nvSpPr>
          <p:cNvPr id="36" name="S04-op96"/>
          <p:cNvSpPr txBox="1"/>
          <p:nvPr/>
        </p:nvSpPr>
        <p:spPr>
          <a:xfrm>
            <a:off x="4281257" y="3254756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37" name="S04-op97"/>
          <p:cNvSpPr txBox="1"/>
          <p:nvPr/>
        </p:nvSpPr>
        <p:spPr>
          <a:xfrm>
            <a:off x="4831421" y="3254756"/>
            <a:ext cx="529844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200" dirty="0"/>
          </a:p>
        </p:txBody>
      </p:sp>
      <p:sp>
        <p:nvSpPr>
          <p:cNvPr id="38" name="S04-op98"/>
          <p:cNvSpPr txBox="1"/>
          <p:nvPr/>
        </p:nvSpPr>
        <p:spPr>
          <a:xfrm>
            <a:off x="5470993" y="3254756"/>
            <a:ext cx="440436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9" name="S04-op99"/>
          <p:cNvSpPr txBox="1"/>
          <p:nvPr/>
        </p:nvSpPr>
        <p:spPr>
          <a:xfrm>
            <a:off x="6021157" y="3254756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40" name="S04-num100"/>
          <p:cNvSpPr txBox="1"/>
          <p:nvPr/>
        </p:nvSpPr>
        <p:spPr>
          <a:xfrm>
            <a:off x="6504265" y="325475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41" name="S04-fracbar101"/>
          <p:cNvSpPr/>
          <p:nvPr/>
        </p:nvSpPr>
        <p:spPr>
          <a:xfrm>
            <a:off x="6540841" y="3621024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2" name="S04-num102"/>
          <p:cNvSpPr txBox="1"/>
          <p:nvPr/>
        </p:nvSpPr>
        <p:spPr>
          <a:xfrm>
            <a:off x="6504265" y="365760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3" name="S04-stepno103"/>
          <p:cNvSpPr txBox="1"/>
          <p:nvPr/>
        </p:nvSpPr>
        <p:spPr>
          <a:xfrm>
            <a:off x="548640" y="419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44" name="S04-text104"/>
          <p:cNvSpPr txBox="1"/>
          <p:nvPr/>
        </p:nvSpPr>
        <p:spPr>
          <a:xfrm>
            <a:off x="1325880" y="4151884"/>
            <a:ext cx="2955377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대분수로</a:t>
            </a:r>
            <a:endParaRPr lang="ko-KR" sz="2200" dirty="0"/>
          </a:p>
        </p:txBody>
      </p:sp>
      <p:sp>
        <p:nvSpPr>
          <p:cNvPr id="45" name="S04-num105"/>
          <p:cNvSpPr txBox="1"/>
          <p:nvPr/>
        </p:nvSpPr>
        <p:spPr>
          <a:xfrm>
            <a:off x="4281257" y="415188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46" name="S04-fracbar106"/>
          <p:cNvSpPr/>
          <p:nvPr/>
        </p:nvSpPr>
        <p:spPr>
          <a:xfrm>
            <a:off x="4317833" y="4518152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7" name="S04-num107"/>
          <p:cNvSpPr txBox="1"/>
          <p:nvPr/>
        </p:nvSpPr>
        <p:spPr>
          <a:xfrm>
            <a:off x="4281257" y="455472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8" name="S04-op108"/>
          <p:cNvSpPr txBox="1"/>
          <p:nvPr/>
        </p:nvSpPr>
        <p:spPr>
          <a:xfrm>
            <a:off x="4794083" y="4151884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49" name="S04-num109"/>
          <p:cNvSpPr txBox="1"/>
          <p:nvPr/>
        </p:nvSpPr>
        <p:spPr>
          <a:xfrm>
            <a:off x="5277191" y="4151884"/>
            <a:ext cx="239268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0" name="S04-num110"/>
          <p:cNvSpPr txBox="1"/>
          <p:nvPr/>
        </p:nvSpPr>
        <p:spPr>
          <a:xfrm>
            <a:off x="5516459" y="4151884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1" name="S04-fracbar111"/>
          <p:cNvSpPr/>
          <p:nvPr/>
        </p:nvSpPr>
        <p:spPr>
          <a:xfrm>
            <a:off x="5553035" y="4518152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2" name="S04-num112"/>
          <p:cNvSpPr txBox="1"/>
          <p:nvPr/>
        </p:nvSpPr>
        <p:spPr>
          <a:xfrm>
            <a:off x="5516459" y="455472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분수로 나타내요</a:t>
            </a:r>
            <a:endParaRPr lang="ko-KR" sz="4000" dirty="0"/>
          </a:p>
        </p:txBody>
      </p:sp>
      <p:sp>
        <p:nvSpPr>
          <p:cNvPr id="3" name="S05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나누어지는 수는 분자, 나누는 수는 분모가 돼요.</a:t>
            </a:r>
            <a:endParaRPr lang="ko-KR" sz="2800" dirty="0"/>
          </a:p>
        </p:txBody>
      </p:sp>
      <p:sp>
        <p:nvSpPr>
          <p:cNvPr id="5" name="S05-chip1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op116"/>
          <p:cNvSpPr txBox="1"/>
          <p:nvPr/>
        </p:nvSpPr>
        <p:spPr>
          <a:xfrm>
            <a:off x="1344168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7" name="S05-op117"/>
          <p:cNvSpPr txBox="1"/>
          <p:nvPr/>
        </p:nvSpPr>
        <p:spPr>
          <a:xfrm>
            <a:off x="1978152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8" name="S05-op118"/>
          <p:cNvSpPr txBox="1"/>
          <p:nvPr/>
        </p:nvSpPr>
        <p:spPr>
          <a:xfrm>
            <a:off x="2742184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9" name="S05-op119"/>
          <p:cNvSpPr txBox="1"/>
          <p:nvPr/>
        </p:nvSpPr>
        <p:spPr>
          <a:xfrm>
            <a:off x="3376168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0" name="S05-blank120"/>
          <p:cNvSpPr/>
          <p:nvPr/>
        </p:nvSpPr>
        <p:spPr>
          <a:xfrm>
            <a:off x="4003406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5-fracbar121"/>
          <p:cNvSpPr/>
          <p:nvPr/>
        </p:nvSpPr>
        <p:spPr>
          <a:xfrm>
            <a:off x="3949192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5-blank122"/>
          <p:cNvSpPr/>
          <p:nvPr/>
        </p:nvSpPr>
        <p:spPr>
          <a:xfrm>
            <a:off x="4003406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5-chip12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4" name="S05-op124"/>
          <p:cNvSpPr txBox="1"/>
          <p:nvPr/>
        </p:nvSpPr>
        <p:spPr>
          <a:xfrm>
            <a:off x="7072884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5" name="S05-op125"/>
          <p:cNvSpPr txBox="1"/>
          <p:nvPr/>
        </p:nvSpPr>
        <p:spPr>
          <a:xfrm>
            <a:off x="7706868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6" name="S05-op126"/>
          <p:cNvSpPr txBox="1"/>
          <p:nvPr/>
        </p:nvSpPr>
        <p:spPr>
          <a:xfrm>
            <a:off x="8470900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7" name="S05-op127"/>
          <p:cNvSpPr txBox="1"/>
          <p:nvPr/>
        </p:nvSpPr>
        <p:spPr>
          <a:xfrm>
            <a:off x="9104884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8" name="S05-blank128"/>
          <p:cNvSpPr/>
          <p:nvPr/>
        </p:nvSpPr>
        <p:spPr>
          <a:xfrm>
            <a:off x="9732122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5-fracbar129"/>
          <p:cNvSpPr/>
          <p:nvPr/>
        </p:nvSpPr>
        <p:spPr>
          <a:xfrm>
            <a:off x="9677908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5-blank130"/>
          <p:cNvSpPr/>
          <p:nvPr/>
        </p:nvSpPr>
        <p:spPr>
          <a:xfrm>
            <a:off x="9732122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05-chip131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5-op132"/>
          <p:cNvSpPr txBox="1"/>
          <p:nvPr/>
        </p:nvSpPr>
        <p:spPr>
          <a:xfrm>
            <a:off x="1344168" y="3560064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000" dirty="0"/>
          </a:p>
        </p:txBody>
      </p:sp>
      <p:sp>
        <p:nvSpPr>
          <p:cNvPr id="23" name="S05-op133"/>
          <p:cNvSpPr txBox="1"/>
          <p:nvPr/>
        </p:nvSpPr>
        <p:spPr>
          <a:xfrm>
            <a:off x="1961388" y="3560064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000" dirty="0"/>
          </a:p>
        </p:txBody>
      </p:sp>
      <p:sp>
        <p:nvSpPr>
          <p:cNvPr id="24" name="S05-op134"/>
          <p:cNvSpPr txBox="1"/>
          <p:nvPr/>
        </p:nvSpPr>
        <p:spPr>
          <a:xfrm>
            <a:off x="2700528" y="3560064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25" name="S05-op135"/>
          <p:cNvSpPr txBox="1"/>
          <p:nvPr/>
        </p:nvSpPr>
        <p:spPr>
          <a:xfrm>
            <a:off x="3317748" y="3560064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6" name="S05-blank136"/>
          <p:cNvSpPr/>
          <p:nvPr/>
        </p:nvSpPr>
        <p:spPr>
          <a:xfrm>
            <a:off x="3932072" y="361850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5-fracbar137"/>
          <p:cNvSpPr/>
          <p:nvPr/>
        </p:nvSpPr>
        <p:spPr>
          <a:xfrm>
            <a:off x="3880104" y="404622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8" name="S05-blank138"/>
          <p:cNvSpPr/>
          <p:nvPr/>
        </p:nvSpPr>
        <p:spPr>
          <a:xfrm>
            <a:off x="3932072" y="4141241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5-op139"/>
          <p:cNvSpPr txBox="1"/>
          <p:nvPr/>
        </p:nvSpPr>
        <p:spPr>
          <a:xfrm>
            <a:off x="4463034" y="3560064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0" name="S05-blank140"/>
          <p:cNvSpPr/>
          <p:nvPr/>
        </p:nvSpPr>
        <p:spPr>
          <a:xfrm>
            <a:off x="4988814" y="3879875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5-blank141"/>
          <p:cNvSpPr/>
          <p:nvPr/>
        </p:nvSpPr>
        <p:spPr>
          <a:xfrm>
            <a:off x="5483200" y="361850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5-fracbar142"/>
          <p:cNvSpPr/>
          <p:nvPr/>
        </p:nvSpPr>
        <p:spPr>
          <a:xfrm>
            <a:off x="5431231" y="404622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3" name="S05-blank143"/>
          <p:cNvSpPr/>
          <p:nvPr/>
        </p:nvSpPr>
        <p:spPr>
          <a:xfrm>
            <a:off x="5483200" y="4141241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5-chip144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5" name="S05-op145"/>
          <p:cNvSpPr txBox="1"/>
          <p:nvPr/>
        </p:nvSpPr>
        <p:spPr>
          <a:xfrm>
            <a:off x="7072884" y="353009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6" name="S05-op146"/>
          <p:cNvSpPr txBox="1"/>
          <p:nvPr/>
        </p:nvSpPr>
        <p:spPr>
          <a:xfrm>
            <a:off x="7706868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7" name="S05-op147"/>
          <p:cNvSpPr txBox="1"/>
          <p:nvPr/>
        </p:nvSpPr>
        <p:spPr>
          <a:xfrm>
            <a:off x="8470900" y="353009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38" name="S05-op148"/>
          <p:cNvSpPr txBox="1"/>
          <p:nvPr/>
        </p:nvSpPr>
        <p:spPr>
          <a:xfrm>
            <a:off x="9104884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9" name="S05-blank149"/>
          <p:cNvSpPr/>
          <p:nvPr/>
        </p:nvSpPr>
        <p:spPr>
          <a:xfrm>
            <a:off x="9732122" y="35924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5-fracbar150"/>
          <p:cNvSpPr/>
          <p:nvPr/>
        </p:nvSpPr>
        <p:spPr>
          <a:xfrm>
            <a:off x="9677908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5-blank151"/>
          <p:cNvSpPr/>
          <p:nvPr/>
        </p:nvSpPr>
        <p:spPr>
          <a:xfrm>
            <a:off x="9732122" y="41451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4를 2로 나누면</a:t>
            </a:r>
            <a:endParaRPr lang="ko-KR" sz="4000" dirty="0"/>
          </a:p>
        </p:txBody>
      </p:sp>
      <p:sp>
        <p:nvSpPr>
          <p:cNvPr id="3" name="S06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자연수로 나누어떨어지면 분자만 나눠요.</a:t>
            </a:r>
            <a:endParaRPr lang="ko-KR" sz="2800" dirty="0"/>
          </a:p>
        </p:txBody>
      </p:sp>
      <p:sp>
        <p:nvSpPr>
          <p:cNvPr id="5" name="S06-num154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6" name="S06-fracbar155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6-num156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8" name="S06-op157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9" name="S06-op158"/>
          <p:cNvSpPr txBox="1"/>
          <p:nvPr/>
        </p:nvSpPr>
        <p:spPr>
          <a:xfrm>
            <a:off x="195884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6-op159"/>
          <p:cNvSpPr txBox="1"/>
          <p:nvPr/>
        </p:nvSpPr>
        <p:spPr>
          <a:xfrm>
            <a:off x="259283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6-num160"/>
          <p:cNvSpPr txBox="1"/>
          <p:nvPr/>
        </p:nvSpPr>
        <p:spPr>
          <a:xfrm>
            <a:off x="3129280" y="1381252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÷ 2</a:t>
            </a:r>
            <a:endParaRPr lang="ko-KR" sz="3200" dirty="0"/>
          </a:p>
        </p:txBody>
      </p:sp>
      <p:sp>
        <p:nvSpPr>
          <p:cNvPr id="12" name="S06-fracbar161"/>
          <p:cNvSpPr/>
          <p:nvPr/>
        </p:nvSpPr>
        <p:spPr>
          <a:xfrm>
            <a:off x="3165856" y="1897380"/>
            <a:ext cx="12700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6-num162"/>
          <p:cNvSpPr txBox="1"/>
          <p:nvPr/>
        </p:nvSpPr>
        <p:spPr>
          <a:xfrm>
            <a:off x="3129280" y="1933956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4" name="S06-op163"/>
          <p:cNvSpPr txBox="1"/>
          <p:nvPr/>
        </p:nvSpPr>
        <p:spPr>
          <a:xfrm>
            <a:off x="4582160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5" name="S06-num164"/>
          <p:cNvSpPr txBox="1"/>
          <p:nvPr/>
        </p:nvSpPr>
        <p:spPr>
          <a:xfrm>
            <a:off x="511860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6" name="S06-fracbar165"/>
          <p:cNvSpPr/>
          <p:nvPr/>
        </p:nvSpPr>
        <p:spPr>
          <a:xfrm>
            <a:off x="515518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6-num166"/>
          <p:cNvSpPr txBox="1"/>
          <p:nvPr/>
        </p:nvSpPr>
        <p:spPr>
          <a:xfrm>
            <a:off x="511860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8" name="S06-num167"/>
          <p:cNvSpPr txBox="1"/>
          <p:nvPr/>
        </p:nvSpPr>
        <p:spPr>
          <a:xfrm>
            <a:off x="6278484" y="286766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9" name="S06-fracbar168"/>
          <p:cNvSpPr/>
          <p:nvPr/>
        </p:nvSpPr>
        <p:spPr>
          <a:xfrm>
            <a:off x="6315060" y="332384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num169"/>
          <p:cNvSpPr txBox="1"/>
          <p:nvPr/>
        </p:nvSpPr>
        <p:spPr>
          <a:xfrm>
            <a:off x="6278484" y="336042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1" name="S06-cell170"/>
          <p:cNvSpPr/>
          <p:nvPr/>
        </p:nvSpPr>
        <p:spPr>
          <a:xfrm>
            <a:off x="7114398" y="2912364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71"/>
          <p:cNvSpPr/>
          <p:nvPr/>
        </p:nvSpPr>
        <p:spPr>
          <a:xfrm>
            <a:off x="8019581" y="2912364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172"/>
          <p:cNvSpPr/>
          <p:nvPr/>
        </p:nvSpPr>
        <p:spPr>
          <a:xfrm>
            <a:off x="8924763" y="2912364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173"/>
          <p:cNvSpPr/>
          <p:nvPr/>
        </p:nvSpPr>
        <p:spPr>
          <a:xfrm>
            <a:off x="9829946" y="2912364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174"/>
          <p:cNvSpPr/>
          <p:nvPr/>
        </p:nvSpPr>
        <p:spPr>
          <a:xfrm>
            <a:off x="10735129" y="2912364"/>
            <a:ext cx="905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figure175" descr="똑같이 5칸으로 나눈 띠, 4칸 색칠"/>
          <p:cNvSpPr/>
          <p:nvPr/>
        </p:nvSpPr>
        <p:spPr>
          <a:xfrm>
            <a:off x="7114398" y="2912364"/>
            <a:ext cx="452591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6-num176"/>
          <p:cNvSpPr txBox="1"/>
          <p:nvPr/>
        </p:nvSpPr>
        <p:spPr>
          <a:xfrm>
            <a:off x="6278484" y="394665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8" name="S06-fracbar177"/>
          <p:cNvSpPr/>
          <p:nvPr/>
        </p:nvSpPr>
        <p:spPr>
          <a:xfrm>
            <a:off x="6315060" y="440283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6-num178"/>
          <p:cNvSpPr txBox="1"/>
          <p:nvPr/>
        </p:nvSpPr>
        <p:spPr>
          <a:xfrm>
            <a:off x="6278484" y="443941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0" name="S06-cell179"/>
          <p:cNvSpPr/>
          <p:nvPr/>
        </p:nvSpPr>
        <p:spPr>
          <a:xfrm>
            <a:off x="7114398" y="3991356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cell180"/>
          <p:cNvSpPr/>
          <p:nvPr/>
        </p:nvSpPr>
        <p:spPr>
          <a:xfrm>
            <a:off x="8019581" y="3991356"/>
            <a:ext cx="90518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6-cell181"/>
          <p:cNvSpPr/>
          <p:nvPr/>
        </p:nvSpPr>
        <p:spPr>
          <a:xfrm>
            <a:off x="8924763" y="3991356"/>
            <a:ext cx="905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6-cell182"/>
          <p:cNvSpPr/>
          <p:nvPr/>
        </p:nvSpPr>
        <p:spPr>
          <a:xfrm>
            <a:off x="9829946" y="3991356"/>
            <a:ext cx="905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6-cell183"/>
          <p:cNvSpPr/>
          <p:nvPr/>
        </p:nvSpPr>
        <p:spPr>
          <a:xfrm>
            <a:off x="10735129" y="3991356"/>
            <a:ext cx="90518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figure184" descr="똑같이 5칸으로 나눈 띠, 2칸 색칠"/>
          <p:cNvSpPr/>
          <p:nvPr/>
        </p:nvSpPr>
        <p:spPr>
          <a:xfrm>
            <a:off x="7114398" y="3991356"/>
            <a:ext cx="452591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6-stepno185"/>
          <p:cNvSpPr txBox="1"/>
          <p:nvPr/>
        </p:nvSpPr>
        <p:spPr>
          <a:xfrm>
            <a:off x="548640" y="27884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7" name="S06-text186"/>
          <p:cNvSpPr txBox="1"/>
          <p:nvPr/>
        </p:nvSpPr>
        <p:spPr>
          <a:xfrm>
            <a:off x="1325880" y="2742692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4는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4개</a:t>
            </a:r>
            <a:endParaRPr lang="ko-KR" sz="2200" dirty="0"/>
          </a:p>
        </p:txBody>
      </p:sp>
      <p:sp>
        <p:nvSpPr>
          <p:cNvPr id="38" name="S06-stepno187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9" name="S06-text188"/>
          <p:cNvSpPr txBox="1"/>
          <p:nvPr/>
        </p:nvSpPr>
        <p:spPr>
          <a:xfrm>
            <a:off x="1325880" y="3589020"/>
            <a:ext cx="43711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4개를 둘로 나누면 2개</a:t>
            </a:r>
            <a:endParaRPr lang="ko-KR" sz="2200" dirty="0"/>
          </a:p>
        </p:txBody>
      </p:sp>
      <p:sp>
        <p:nvSpPr>
          <p:cNvPr id="40" name="S06-stepno189"/>
          <p:cNvSpPr txBox="1"/>
          <p:nvPr/>
        </p:nvSpPr>
        <p:spPr>
          <a:xfrm>
            <a:off x="548640" y="4347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1" name="S06-text190"/>
          <p:cNvSpPr txBox="1"/>
          <p:nvPr/>
        </p:nvSpPr>
        <p:spPr>
          <a:xfrm>
            <a:off x="1325880" y="4302252"/>
            <a:ext cx="437119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2개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5분의 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3을 2로 나누면</a:t>
            </a:r>
            <a:endParaRPr lang="ko-KR" sz="4000" dirty="0"/>
          </a:p>
        </p:txBody>
      </p:sp>
      <p:sp>
        <p:nvSpPr>
          <p:cNvPr id="3" name="S07-num191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" name="S07-fracbar192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7-num193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07-op194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7" name="S07-op195"/>
          <p:cNvSpPr txBox="1"/>
          <p:nvPr/>
        </p:nvSpPr>
        <p:spPr>
          <a:xfrm>
            <a:off x="195884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8" name="S07-op196"/>
          <p:cNvSpPr txBox="1"/>
          <p:nvPr/>
        </p:nvSpPr>
        <p:spPr>
          <a:xfrm>
            <a:off x="259283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07-num197"/>
          <p:cNvSpPr txBox="1"/>
          <p:nvPr/>
        </p:nvSpPr>
        <p:spPr>
          <a:xfrm>
            <a:off x="312928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7-fracbar198"/>
          <p:cNvSpPr/>
          <p:nvPr/>
        </p:nvSpPr>
        <p:spPr>
          <a:xfrm>
            <a:off x="316585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7-num199"/>
          <p:cNvSpPr txBox="1"/>
          <p:nvPr/>
        </p:nvSpPr>
        <p:spPr>
          <a:xfrm>
            <a:off x="312928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2" name="S07-op200"/>
          <p:cNvSpPr txBox="1"/>
          <p:nvPr/>
        </p:nvSpPr>
        <p:spPr>
          <a:xfrm>
            <a:off x="377545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3" name="S07-num201"/>
          <p:cNvSpPr txBox="1"/>
          <p:nvPr/>
        </p:nvSpPr>
        <p:spPr>
          <a:xfrm>
            <a:off x="453948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4" name="S07-fracbar202"/>
          <p:cNvSpPr/>
          <p:nvPr/>
        </p:nvSpPr>
        <p:spPr>
          <a:xfrm>
            <a:off x="457606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7-num203"/>
          <p:cNvSpPr txBox="1"/>
          <p:nvPr/>
        </p:nvSpPr>
        <p:spPr>
          <a:xfrm>
            <a:off x="453948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6" name="S07-op204"/>
          <p:cNvSpPr txBox="1"/>
          <p:nvPr/>
        </p:nvSpPr>
        <p:spPr>
          <a:xfrm>
            <a:off x="518566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07-num205"/>
          <p:cNvSpPr txBox="1"/>
          <p:nvPr/>
        </p:nvSpPr>
        <p:spPr>
          <a:xfrm>
            <a:off x="5722112" y="138125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07-fracbar206"/>
          <p:cNvSpPr/>
          <p:nvPr/>
        </p:nvSpPr>
        <p:spPr>
          <a:xfrm>
            <a:off x="5758688" y="189738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7-num207"/>
          <p:cNvSpPr txBox="1"/>
          <p:nvPr/>
        </p:nvSpPr>
        <p:spPr>
          <a:xfrm>
            <a:off x="5722112" y="193395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0" name="S07-cell208"/>
          <p:cNvSpPr/>
          <p:nvPr/>
        </p:nvSpPr>
        <p:spPr>
          <a:xfrm>
            <a:off x="6277356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cell209"/>
          <p:cNvSpPr/>
          <p:nvPr/>
        </p:nvSpPr>
        <p:spPr>
          <a:xfrm>
            <a:off x="6781648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7-cell210"/>
          <p:cNvSpPr/>
          <p:nvPr/>
        </p:nvSpPr>
        <p:spPr>
          <a:xfrm>
            <a:off x="7285939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cell211"/>
          <p:cNvSpPr/>
          <p:nvPr/>
        </p:nvSpPr>
        <p:spPr>
          <a:xfrm>
            <a:off x="7790231" y="3682517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cell212"/>
          <p:cNvSpPr/>
          <p:nvPr/>
        </p:nvSpPr>
        <p:spPr>
          <a:xfrm>
            <a:off x="8294522" y="3682517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cell213"/>
          <p:cNvSpPr/>
          <p:nvPr/>
        </p:nvSpPr>
        <p:spPr>
          <a:xfrm>
            <a:off x="6277356" y="4186809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214"/>
          <p:cNvSpPr/>
          <p:nvPr/>
        </p:nvSpPr>
        <p:spPr>
          <a:xfrm>
            <a:off x="6781648" y="4186809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cell215"/>
          <p:cNvSpPr/>
          <p:nvPr/>
        </p:nvSpPr>
        <p:spPr>
          <a:xfrm>
            <a:off x="7285939" y="4186809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cell216"/>
          <p:cNvSpPr/>
          <p:nvPr/>
        </p:nvSpPr>
        <p:spPr>
          <a:xfrm>
            <a:off x="7790231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217"/>
          <p:cNvSpPr/>
          <p:nvPr/>
        </p:nvSpPr>
        <p:spPr>
          <a:xfrm>
            <a:off x="8294522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figure218" descr="가로 5칸, 세로 2칸 격자에서 왼쪽 3줄(6칸) 색칠: 5분의 3 = 10분의 6"/>
          <p:cNvSpPr/>
          <p:nvPr/>
        </p:nvSpPr>
        <p:spPr>
          <a:xfrm>
            <a:off x="6277356" y="3682517"/>
            <a:ext cx="2521458" cy="1008583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7-label219"/>
          <p:cNvSpPr txBox="1"/>
          <p:nvPr/>
        </p:nvSpPr>
        <p:spPr>
          <a:xfrm>
            <a:off x="6277356" y="5840730"/>
            <a:ext cx="252145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</a:t>
            </a:r>
            <a:endParaRPr lang="ko-KR" sz="2200" dirty="0"/>
          </a:p>
        </p:txBody>
      </p:sp>
      <p:sp>
        <p:nvSpPr>
          <p:cNvPr id="32" name="S07-cell220"/>
          <p:cNvSpPr/>
          <p:nvPr/>
        </p:nvSpPr>
        <p:spPr>
          <a:xfrm>
            <a:off x="9118854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221"/>
          <p:cNvSpPr/>
          <p:nvPr/>
        </p:nvSpPr>
        <p:spPr>
          <a:xfrm>
            <a:off x="9623146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cell222"/>
          <p:cNvSpPr/>
          <p:nvPr/>
        </p:nvSpPr>
        <p:spPr>
          <a:xfrm>
            <a:off x="10127437" y="3682517"/>
            <a:ext cx="504292" cy="50429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cell223"/>
          <p:cNvSpPr/>
          <p:nvPr/>
        </p:nvSpPr>
        <p:spPr>
          <a:xfrm>
            <a:off x="10631729" y="3682517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cell224"/>
          <p:cNvSpPr/>
          <p:nvPr/>
        </p:nvSpPr>
        <p:spPr>
          <a:xfrm>
            <a:off x="11136020" y="3682517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7-cell225"/>
          <p:cNvSpPr/>
          <p:nvPr/>
        </p:nvSpPr>
        <p:spPr>
          <a:xfrm>
            <a:off x="9118854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7-cell226"/>
          <p:cNvSpPr/>
          <p:nvPr/>
        </p:nvSpPr>
        <p:spPr>
          <a:xfrm>
            <a:off x="9623146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cell227"/>
          <p:cNvSpPr/>
          <p:nvPr/>
        </p:nvSpPr>
        <p:spPr>
          <a:xfrm>
            <a:off x="10127437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7-cell228"/>
          <p:cNvSpPr/>
          <p:nvPr/>
        </p:nvSpPr>
        <p:spPr>
          <a:xfrm>
            <a:off x="10631729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7-cell229"/>
          <p:cNvSpPr/>
          <p:nvPr/>
        </p:nvSpPr>
        <p:spPr>
          <a:xfrm>
            <a:off x="11136020" y="4186809"/>
            <a:ext cx="504292" cy="50429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7-figure230" descr="같은 격자에서 왼쪽 3줄의 윗칸 3칸만 색칠: 10칸 중 3칸"/>
          <p:cNvSpPr/>
          <p:nvPr/>
        </p:nvSpPr>
        <p:spPr>
          <a:xfrm>
            <a:off x="9118854" y="3682517"/>
            <a:ext cx="2521458" cy="1008583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3" name="S07-label231"/>
          <p:cNvSpPr txBox="1"/>
          <p:nvPr/>
        </p:nvSpPr>
        <p:spPr>
          <a:xfrm>
            <a:off x="9118854" y="5840730"/>
            <a:ext cx="252145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반: 10분의 3</a:t>
            </a:r>
            <a:endParaRPr lang="ko-KR" sz="2200" dirty="0"/>
          </a:p>
        </p:txBody>
      </p:sp>
      <p:sp>
        <p:nvSpPr>
          <p:cNvPr id="44" name="S07-stepno232"/>
          <p:cNvSpPr txBox="1"/>
          <p:nvPr/>
        </p:nvSpPr>
        <p:spPr>
          <a:xfrm>
            <a:off x="548640" y="2847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5" name="S07-text233"/>
          <p:cNvSpPr txBox="1"/>
          <p:nvPr/>
        </p:nvSpPr>
        <p:spPr>
          <a:xfrm>
            <a:off x="1325880" y="2801620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 3은 2로 나누어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떨어지지 않아요.</a:t>
            </a:r>
            <a:endParaRPr lang="ko-KR" sz="2200" dirty="0"/>
          </a:p>
        </p:txBody>
      </p:sp>
      <p:sp>
        <p:nvSpPr>
          <p:cNvPr id="46" name="S07-stepno234"/>
          <p:cNvSpPr txBox="1"/>
          <p:nvPr/>
        </p:nvSpPr>
        <p:spPr>
          <a:xfrm>
            <a:off x="548640" y="36936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7" name="S07-text235"/>
          <p:cNvSpPr txBox="1"/>
          <p:nvPr/>
        </p:nvSpPr>
        <p:spPr>
          <a:xfrm>
            <a:off x="1325880" y="3647948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위아래로 반씩 나눠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10칸으로 만들어요.</a:t>
            </a:r>
            <a:endParaRPr lang="ko-KR" sz="2200" dirty="0"/>
          </a:p>
        </p:txBody>
      </p:sp>
      <p:sp>
        <p:nvSpPr>
          <p:cNvPr id="48" name="S07-stepno236"/>
          <p:cNvSpPr txBox="1"/>
          <p:nvPr/>
        </p:nvSpPr>
        <p:spPr>
          <a:xfrm>
            <a:off x="548640" y="45399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9" name="S07-text237"/>
          <p:cNvSpPr txBox="1"/>
          <p:nvPr/>
        </p:nvSpPr>
        <p:spPr>
          <a:xfrm>
            <a:off x="1325880" y="4494276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6칸의 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10칸 중 3칸</a:t>
            </a:r>
            <a:endParaRPr lang="ko-KR" sz="2200" dirty="0"/>
          </a:p>
        </p:txBody>
      </p:sp>
      <p:sp>
        <p:nvSpPr>
          <p:cNvPr id="50" name="S07-stepno238"/>
          <p:cNvSpPr txBox="1"/>
          <p:nvPr/>
        </p:nvSpPr>
        <p:spPr>
          <a:xfrm>
            <a:off x="548640" y="5386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51" name="S07-text239"/>
          <p:cNvSpPr txBox="1"/>
          <p:nvPr/>
        </p:nvSpPr>
        <p:spPr>
          <a:xfrm>
            <a:off x="1325880" y="5340604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2는 반을 구하는 것,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2분의 1과 같아요.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대분수를 나눌 때</a:t>
            </a:r>
            <a:endParaRPr lang="ko-KR" sz="4000" dirty="0"/>
          </a:p>
        </p:txBody>
      </p:sp>
      <p:sp>
        <p:nvSpPr>
          <p:cNvPr id="3" name="S08-card2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대분수는 가분수로 바꾼 뒤 나눠요.</a:t>
            </a:r>
            <a:endParaRPr lang="ko-KR" sz="2800" dirty="0"/>
          </a:p>
        </p:txBody>
      </p:sp>
      <p:sp>
        <p:nvSpPr>
          <p:cNvPr id="5" name="S08-num242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8-num243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7" name="S08-fracbar244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8-num245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9" name="S08-op246"/>
          <p:cNvSpPr txBox="1"/>
          <p:nvPr/>
        </p:nvSpPr>
        <p:spPr>
          <a:xfrm>
            <a:off x="151790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0" name="S08-op247"/>
          <p:cNvSpPr txBox="1"/>
          <p:nvPr/>
        </p:nvSpPr>
        <p:spPr>
          <a:xfrm>
            <a:off x="2281936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1" name="S08-op248"/>
          <p:cNvSpPr txBox="1"/>
          <p:nvPr/>
        </p:nvSpPr>
        <p:spPr>
          <a:xfrm>
            <a:off x="2915920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2" name="S08-num249"/>
          <p:cNvSpPr txBox="1"/>
          <p:nvPr/>
        </p:nvSpPr>
        <p:spPr>
          <a:xfrm>
            <a:off x="345236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3" name="S08-fracbar250"/>
          <p:cNvSpPr/>
          <p:nvPr/>
        </p:nvSpPr>
        <p:spPr>
          <a:xfrm>
            <a:off x="348894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8-num251"/>
          <p:cNvSpPr txBox="1"/>
          <p:nvPr/>
        </p:nvSpPr>
        <p:spPr>
          <a:xfrm>
            <a:off x="345236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5" name="S08-op252"/>
          <p:cNvSpPr txBox="1"/>
          <p:nvPr/>
        </p:nvSpPr>
        <p:spPr>
          <a:xfrm>
            <a:off x="409854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6" name="S08-op253"/>
          <p:cNvSpPr txBox="1"/>
          <p:nvPr/>
        </p:nvSpPr>
        <p:spPr>
          <a:xfrm>
            <a:off x="4862576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7" name="S08-op254"/>
          <p:cNvSpPr txBox="1"/>
          <p:nvPr/>
        </p:nvSpPr>
        <p:spPr>
          <a:xfrm>
            <a:off x="5496560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8" name="S08-num255"/>
          <p:cNvSpPr txBox="1"/>
          <p:nvPr/>
        </p:nvSpPr>
        <p:spPr>
          <a:xfrm>
            <a:off x="6033008" y="1381252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÷ 4</a:t>
            </a:r>
            <a:endParaRPr lang="ko-KR" sz="3200" dirty="0"/>
          </a:p>
        </p:txBody>
      </p:sp>
      <p:sp>
        <p:nvSpPr>
          <p:cNvPr id="19" name="S08-fracbar256"/>
          <p:cNvSpPr/>
          <p:nvPr/>
        </p:nvSpPr>
        <p:spPr>
          <a:xfrm>
            <a:off x="6069584" y="1897380"/>
            <a:ext cx="12700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8-num257"/>
          <p:cNvSpPr txBox="1"/>
          <p:nvPr/>
        </p:nvSpPr>
        <p:spPr>
          <a:xfrm>
            <a:off x="6033008" y="1933956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1" name="S08-op258"/>
          <p:cNvSpPr txBox="1"/>
          <p:nvPr/>
        </p:nvSpPr>
        <p:spPr>
          <a:xfrm>
            <a:off x="7485888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2" name="S08-num259"/>
          <p:cNvSpPr txBox="1"/>
          <p:nvPr/>
        </p:nvSpPr>
        <p:spPr>
          <a:xfrm>
            <a:off x="8022336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3" name="S08-fracbar260"/>
          <p:cNvSpPr/>
          <p:nvPr/>
        </p:nvSpPr>
        <p:spPr>
          <a:xfrm>
            <a:off x="8058912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8-num261"/>
          <p:cNvSpPr txBox="1"/>
          <p:nvPr/>
        </p:nvSpPr>
        <p:spPr>
          <a:xfrm>
            <a:off x="8022336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08-label262"/>
          <p:cNvSpPr txBox="1"/>
          <p:nvPr/>
        </p:nvSpPr>
        <p:spPr>
          <a:xfrm>
            <a:off x="6491874" y="2743200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6" name="S08-cell263"/>
          <p:cNvSpPr/>
          <p:nvPr/>
        </p:nvSpPr>
        <p:spPr>
          <a:xfrm>
            <a:off x="7543434" y="2743200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8-cell264"/>
          <p:cNvSpPr/>
          <p:nvPr/>
        </p:nvSpPr>
        <p:spPr>
          <a:xfrm>
            <a:off x="8909060" y="2743200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8-cell265"/>
          <p:cNvSpPr/>
          <p:nvPr/>
        </p:nvSpPr>
        <p:spPr>
          <a:xfrm>
            <a:off x="10274686" y="2743200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8-figure266" descr="똑같이 3칸으로 나눈 띠, 3칸 색칠"/>
          <p:cNvSpPr/>
          <p:nvPr/>
        </p:nvSpPr>
        <p:spPr>
          <a:xfrm>
            <a:off x="7543434" y="2743200"/>
            <a:ext cx="4096878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8-label267"/>
          <p:cNvSpPr txBox="1"/>
          <p:nvPr/>
        </p:nvSpPr>
        <p:spPr>
          <a:xfrm>
            <a:off x="6491874" y="3575304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1" name="S08-cell268"/>
          <p:cNvSpPr/>
          <p:nvPr/>
        </p:nvSpPr>
        <p:spPr>
          <a:xfrm>
            <a:off x="7543434" y="3575304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8-cell269"/>
          <p:cNvSpPr/>
          <p:nvPr/>
        </p:nvSpPr>
        <p:spPr>
          <a:xfrm>
            <a:off x="8909060" y="3575304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8-cell270"/>
          <p:cNvSpPr/>
          <p:nvPr/>
        </p:nvSpPr>
        <p:spPr>
          <a:xfrm>
            <a:off x="10274686" y="3575304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8-figure271" descr="똑같이 3칸으로 나눈 띠, 3칸 색칠"/>
          <p:cNvSpPr/>
          <p:nvPr/>
        </p:nvSpPr>
        <p:spPr>
          <a:xfrm>
            <a:off x="7543434" y="3575304"/>
            <a:ext cx="4096878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8-num272"/>
          <p:cNvSpPr txBox="1"/>
          <p:nvPr/>
        </p:nvSpPr>
        <p:spPr>
          <a:xfrm>
            <a:off x="6747525" y="432917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6" name="S08-fracbar273"/>
          <p:cNvSpPr/>
          <p:nvPr/>
        </p:nvSpPr>
        <p:spPr>
          <a:xfrm>
            <a:off x="6784101" y="4695444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7" name="S08-num274"/>
          <p:cNvSpPr txBox="1"/>
          <p:nvPr/>
        </p:nvSpPr>
        <p:spPr>
          <a:xfrm>
            <a:off x="6747525" y="473202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8" name="S08-cell275"/>
          <p:cNvSpPr/>
          <p:nvPr/>
        </p:nvSpPr>
        <p:spPr>
          <a:xfrm>
            <a:off x="7543434" y="4407408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8-cell276"/>
          <p:cNvSpPr/>
          <p:nvPr/>
        </p:nvSpPr>
        <p:spPr>
          <a:xfrm>
            <a:off x="8909060" y="4407408"/>
            <a:ext cx="1365626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8-cell277"/>
          <p:cNvSpPr/>
          <p:nvPr/>
        </p:nvSpPr>
        <p:spPr>
          <a:xfrm>
            <a:off x="10274686" y="4407408"/>
            <a:ext cx="1365626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8-figure278" descr="똑같이 3칸으로 나눈 띠, 2칸 색칠"/>
          <p:cNvSpPr/>
          <p:nvPr/>
        </p:nvSpPr>
        <p:spPr>
          <a:xfrm>
            <a:off x="7543434" y="4407408"/>
            <a:ext cx="4096878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2" name="S08-stepno279"/>
          <p:cNvSpPr txBox="1"/>
          <p:nvPr/>
        </p:nvSpPr>
        <p:spPr>
          <a:xfrm>
            <a:off x="548640" y="2721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3" name="S08-text280"/>
          <p:cNvSpPr txBox="1"/>
          <p:nvPr/>
        </p:nvSpPr>
        <p:spPr>
          <a:xfrm>
            <a:off x="1325880" y="2676144"/>
            <a:ext cx="4800234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대분수를 가분수로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바꿔요.</a:t>
            </a:r>
            <a:endParaRPr lang="ko-KR" sz="2200" dirty="0"/>
          </a:p>
        </p:txBody>
      </p:sp>
      <p:sp>
        <p:nvSpPr>
          <p:cNvPr id="44" name="S08-stepno281"/>
          <p:cNvSpPr txBox="1"/>
          <p:nvPr/>
        </p:nvSpPr>
        <p:spPr>
          <a:xfrm>
            <a:off x="548640" y="35681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5" name="S08-text282"/>
          <p:cNvSpPr txBox="1"/>
          <p:nvPr/>
        </p:nvSpPr>
        <p:spPr>
          <a:xfrm>
            <a:off x="1325880" y="3522472"/>
            <a:ext cx="4800234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3분의 2는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1이 8개</a:t>
            </a:r>
            <a:endParaRPr lang="ko-KR" sz="2200" dirty="0"/>
          </a:p>
        </p:txBody>
      </p:sp>
      <p:sp>
        <p:nvSpPr>
          <p:cNvPr id="46" name="S08-stepno283"/>
          <p:cNvSpPr txBox="1"/>
          <p:nvPr/>
        </p:nvSpPr>
        <p:spPr>
          <a:xfrm>
            <a:off x="548640" y="4414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47" name="S08-text284"/>
          <p:cNvSpPr txBox="1"/>
          <p:nvPr/>
        </p:nvSpPr>
        <p:spPr>
          <a:xfrm>
            <a:off x="1325880" y="4368800"/>
            <a:ext cx="4800234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8개를 4로 나누면 2개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3분의 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계산해요</a:t>
            </a:r>
            <a:endParaRPr lang="ko-KR" sz="4000" dirty="0"/>
          </a:p>
        </p:txBody>
      </p:sp>
      <p:sp>
        <p:nvSpPr>
          <p:cNvPr id="3" name="S09-card2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2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나누어떨어지지 않으면 ÷ 5를 × 5분의 1로 바꿔요.</a:t>
            </a:r>
            <a:endParaRPr lang="ko-KR" sz="2800" dirty="0"/>
          </a:p>
        </p:txBody>
      </p:sp>
      <p:sp>
        <p:nvSpPr>
          <p:cNvPr id="5" name="S09-chip28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num288"/>
          <p:cNvSpPr txBox="1"/>
          <p:nvPr/>
        </p:nvSpPr>
        <p:spPr>
          <a:xfrm>
            <a:off x="1344168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7" name="S09-fracbar289"/>
          <p:cNvSpPr/>
          <p:nvPr/>
        </p:nvSpPr>
        <p:spPr>
          <a:xfrm>
            <a:off x="1380744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9-num290"/>
          <p:cNvSpPr txBox="1"/>
          <p:nvPr/>
        </p:nvSpPr>
        <p:spPr>
          <a:xfrm>
            <a:off x="1344168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9" name="S09-op291"/>
          <p:cNvSpPr txBox="1"/>
          <p:nvPr/>
        </p:nvSpPr>
        <p:spPr>
          <a:xfrm>
            <a:off x="1990344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0" name="S09-op292"/>
          <p:cNvSpPr txBox="1"/>
          <p:nvPr/>
        </p:nvSpPr>
        <p:spPr>
          <a:xfrm>
            <a:off x="2754376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1" name="S09-op293"/>
          <p:cNvSpPr txBox="1"/>
          <p:nvPr/>
        </p:nvSpPr>
        <p:spPr>
          <a:xfrm>
            <a:off x="3388360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2" name="S09-blank294"/>
          <p:cNvSpPr/>
          <p:nvPr/>
        </p:nvSpPr>
        <p:spPr>
          <a:xfrm>
            <a:off x="4015598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9-fracbar295"/>
          <p:cNvSpPr/>
          <p:nvPr/>
        </p:nvSpPr>
        <p:spPr>
          <a:xfrm>
            <a:off x="3961384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9-blank296"/>
          <p:cNvSpPr/>
          <p:nvPr/>
        </p:nvSpPr>
        <p:spPr>
          <a:xfrm>
            <a:off x="4015598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9-chip29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6" name="S09-num298"/>
          <p:cNvSpPr txBox="1"/>
          <p:nvPr/>
        </p:nvSpPr>
        <p:spPr>
          <a:xfrm>
            <a:off x="7072884" y="15412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7" name="S09-fracbar299"/>
          <p:cNvSpPr/>
          <p:nvPr/>
        </p:nvSpPr>
        <p:spPr>
          <a:xfrm>
            <a:off x="7109460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9-num300"/>
          <p:cNvSpPr txBox="1"/>
          <p:nvPr/>
        </p:nvSpPr>
        <p:spPr>
          <a:xfrm>
            <a:off x="7072884" y="20939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9" name="S09-op301"/>
          <p:cNvSpPr txBox="1"/>
          <p:nvPr/>
        </p:nvSpPr>
        <p:spPr>
          <a:xfrm>
            <a:off x="7719060" y="15412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0" name="S09-op302"/>
          <p:cNvSpPr txBox="1"/>
          <p:nvPr/>
        </p:nvSpPr>
        <p:spPr>
          <a:xfrm>
            <a:off x="8483092" y="15412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1" name="S09-op303"/>
          <p:cNvSpPr txBox="1"/>
          <p:nvPr/>
        </p:nvSpPr>
        <p:spPr>
          <a:xfrm>
            <a:off x="9117076" y="15412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2" name="S09-blank304"/>
          <p:cNvSpPr/>
          <p:nvPr/>
        </p:nvSpPr>
        <p:spPr>
          <a:xfrm>
            <a:off x="9744314" y="16036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09-fracbar305"/>
          <p:cNvSpPr/>
          <p:nvPr/>
        </p:nvSpPr>
        <p:spPr>
          <a:xfrm>
            <a:off x="9690100" y="20574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9-blank306"/>
          <p:cNvSpPr/>
          <p:nvPr/>
        </p:nvSpPr>
        <p:spPr>
          <a:xfrm>
            <a:off x="9744314" y="21563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09-chip30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6" name="S09-num308"/>
          <p:cNvSpPr txBox="1"/>
          <p:nvPr/>
        </p:nvSpPr>
        <p:spPr>
          <a:xfrm>
            <a:off x="1344168" y="353009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7" name="S09-num309"/>
          <p:cNvSpPr txBox="1"/>
          <p:nvPr/>
        </p:nvSpPr>
        <p:spPr>
          <a:xfrm>
            <a:off x="1667256" y="35300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8" name="S09-fracbar310"/>
          <p:cNvSpPr/>
          <p:nvPr/>
        </p:nvSpPr>
        <p:spPr>
          <a:xfrm>
            <a:off x="1703832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9-num311"/>
          <p:cNvSpPr txBox="1"/>
          <p:nvPr/>
        </p:nvSpPr>
        <p:spPr>
          <a:xfrm>
            <a:off x="1667256" y="40827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0" name="S09-op312"/>
          <p:cNvSpPr txBox="1"/>
          <p:nvPr/>
        </p:nvSpPr>
        <p:spPr>
          <a:xfrm>
            <a:off x="2313432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1" name="S09-op313"/>
          <p:cNvSpPr txBox="1"/>
          <p:nvPr/>
        </p:nvSpPr>
        <p:spPr>
          <a:xfrm>
            <a:off x="3077464" y="353009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2" name="S09-op314"/>
          <p:cNvSpPr txBox="1"/>
          <p:nvPr/>
        </p:nvSpPr>
        <p:spPr>
          <a:xfrm>
            <a:off x="3711448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3" name="S09-blank315"/>
          <p:cNvSpPr/>
          <p:nvPr/>
        </p:nvSpPr>
        <p:spPr>
          <a:xfrm>
            <a:off x="4338686" y="35924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9-fracbar316"/>
          <p:cNvSpPr/>
          <p:nvPr/>
        </p:nvSpPr>
        <p:spPr>
          <a:xfrm>
            <a:off x="4284472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9-blank317"/>
          <p:cNvSpPr/>
          <p:nvPr/>
        </p:nvSpPr>
        <p:spPr>
          <a:xfrm>
            <a:off x="4338686" y="41451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09-chip31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7" name="S09-num319"/>
          <p:cNvSpPr txBox="1"/>
          <p:nvPr/>
        </p:nvSpPr>
        <p:spPr>
          <a:xfrm>
            <a:off x="7072884" y="353009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38" name="S09-fracbar320"/>
          <p:cNvSpPr/>
          <p:nvPr/>
        </p:nvSpPr>
        <p:spPr>
          <a:xfrm>
            <a:off x="7109460" y="404622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09-num321"/>
          <p:cNvSpPr txBox="1"/>
          <p:nvPr/>
        </p:nvSpPr>
        <p:spPr>
          <a:xfrm>
            <a:off x="7072884" y="408279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40" name="S09-op322"/>
          <p:cNvSpPr txBox="1"/>
          <p:nvPr/>
        </p:nvSpPr>
        <p:spPr>
          <a:xfrm>
            <a:off x="7818628" y="35300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41" name="S09-op323"/>
          <p:cNvSpPr txBox="1"/>
          <p:nvPr/>
        </p:nvSpPr>
        <p:spPr>
          <a:xfrm>
            <a:off x="8582660" y="353009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2" name="S09-op324"/>
          <p:cNvSpPr txBox="1"/>
          <p:nvPr/>
        </p:nvSpPr>
        <p:spPr>
          <a:xfrm>
            <a:off x="9216644" y="35300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3" name="S09-blank325"/>
          <p:cNvSpPr/>
          <p:nvPr/>
        </p:nvSpPr>
        <p:spPr>
          <a:xfrm>
            <a:off x="9843882" y="35924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9-fracbar326"/>
          <p:cNvSpPr/>
          <p:nvPr/>
        </p:nvSpPr>
        <p:spPr>
          <a:xfrm>
            <a:off x="9789668" y="40462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09-blank327"/>
          <p:cNvSpPr/>
          <p:nvPr/>
        </p:nvSpPr>
        <p:spPr>
          <a:xfrm>
            <a:off x="9843882" y="41451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답이 맞을까요?</a:t>
            </a:r>
            <a:endParaRPr lang="ko-KR" sz="4000" dirty="0"/>
          </a:p>
        </p:txBody>
      </p:sp>
      <p:sp>
        <p:nvSpPr>
          <p:cNvPr id="3" name="S10-card32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2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3을 2로 나누었어요.</a:t>
            </a:r>
            <a:endParaRPr lang="ko-KR" sz="2800" dirty="0"/>
          </a:p>
        </p:txBody>
      </p:sp>
      <p:sp>
        <p:nvSpPr>
          <p:cNvPr id="5" name="S10-card3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나누면 처음보다 커질까요, 작아질까요?</a:t>
            </a:r>
            <a:endParaRPr lang="ko-KR" sz="2800" dirty="0"/>
          </a:p>
        </p:txBody>
      </p:sp>
      <p:sp>
        <p:nvSpPr>
          <p:cNvPr id="7" name="S10-chip33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0-num333"/>
          <p:cNvSpPr txBox="1"/>
          <p:nvPr/>
        </p:nvSpPr>
        <p:spPr>
          <a:xfrm>
            <a:off x="1671574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9" name="S10-fracbar334"/>
          <p:cNvSpPr/>
          <p:nvPr/>
        </p:nvSpPr>
        <p:spPr>
          <a:xfrm>
            <a:off x="1708150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10-num335"/>
          <p:cNvSpPr txBox="1"/>
          <p:nvPr/>
        </p:nvSpPr>
        <p:spPr>
          <a:xfrm>
            <a:off x="1671574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1" name="S10-op336"/>
          <p:cNvSpPr txBox="1"/>
          <p:nvPr/>
        </p:nvSpPr>
        <p:spPr>
          <a:xfrm>
            <a:off x="2317750" y="36215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2" name="S10-op337"/>
          <p:cNvSpPr txBox="1"/>
          <p:nvPr/>
        </p:nvSpPr>
        <p:spPr>
          <a:xfrm>
            <a:off x="3081782" y="36215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3" name="S10-op338"/>
          <p:cNvSpPr txBox="1"/>
          <p:nvPr/>
        </p:nvSpPr>
        <p:spPr>
          <a:xfrm>
            <a:off x="3715766" y="36215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4" name="S10-num339"/>
          <p:cNvSpPr txBox="1"/>
          <p:nvPr/>
        </p:nvSpPr>
        <p:spPr>
          <a:xfrm>
            <a:off x="4252214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5" name="S10-fracbar340"/>
          <p:cNvSpPr/>
          <p:nvPr/>
        </p:nvSpPr>
        <p:spPr>
          <a:xfrm>
            <a:off x="4288790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10-num341"/>
          <p:cNvSpPr txBox="1"/>
          <p:nvPr/>
        </p:nvSpPr>
        <p:spPr>
          <a:xfrm>
            <a:off x="4252214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7" name="S10-chip3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8" name="S10-num343"/>
          <p:cNvSpPr txBox="1"/>
          <p:nvPr/>
        </p:nvSpPr>
        <p:spPr>
          <a:xfrm>
            <a:off x="7350506" y="36215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9" name="S10-fracbar344"/>
          <p:cNvSpPr/>
          <p:nvPr/>
        </p:nvSpPr>
        <p:spPr>
          <a:xfrm>
            <a:off x="7387082" y="41376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10-num345"/>
          <p:cNvSpPr txBox="1"/>
          <p:nvPr/>
        </p:nvSpPr>
        <p:spPr>
          <a:xfrm>
            <a:off x="7350506" y="41742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1" name="S10-op346"/>
          <p:cNvSpPr txBox="1"/>
          <p:nvPr/>
        </p:nvSpPr>
        <p:spPr>
          <a:xfrm>
            <a:off x="7996682" y="36215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2" name="S10-op347"/>
          <p:cNvSpPr txBox="1"/>
          <p:nvPr/>
        </p:nvSpPr>
        <p:spPr>
          <a:xfrm>
            <a:off x="8760714" y="36215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3" name="S10-op348"/>
          <p:cNvSpPr txBox="1"/>
          <p:nvPr/>
        </p:nvSpPr>
        <p:spPr>
          <a:xfrm>
            <a:off x="9394698" y="36215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4" name="S10-num349"/>
          <p:cNvSpPr txBox="1"/>
          <p:nvPr/>
        </p:nvSpPr>
        <p:spPr>
          <a:xfrm>
            <a:off x="9931146" y="36215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10-fracbar350"/>
          <p:cNvSpPr/>
          <p:nvPr/>
        </p:nvSpPr>
        <p:spPr>
          <a:xfrm>
            <a:off x="9967722" y="41376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10-num351"/>
          <p:cNvSpPr txBox="1"/>
          <p:nvPr/>
        </p:nvSpPr>
        <p:spPr>
          <a:xfrm>
            <a:off x="9931146" y="41742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계산하고, ⑥은 까닭을 말해요.</a:t>
            </a:r>
            <a:endParaRPr lang="ko-KR" sz="2800" dirty="0"/>
          </a:p>
        </p:txBody>
      </p:sp>
      <p:sp>
        <p:nvSpPr>
          <p:cNvPr id="4" name="S11-chip35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op354"/>
          <p:cNvSpPr txBox="1"/>
          <p:nvPr/>
        </p:nvSpPr>
        <p:spPr>
          <a:xfrm>
            <a:off x="1344168" y="2135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11-op355"/>
          <p:cNvSpPr txBox="1"/>
          <p:nvPr/>
        </p:nvSpPr>
        <p:spPr>
          <a:xfrm>
            <a:off x="1978152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7" name="S11-op356"/>
          <p:cNvSpPr txBox="1"/>
          <p:nvPr/>
        </p:nvSpPr>
        <p:spPr>
          <a:xfrm>
            <a:off x="2742184" y="2135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8" name="S11-op357"/>
          <p:cNvSpPr txBox="1"/>
          <p:nvPr/>
        </p:nvSpPr>
        <p:spPr>
          <a:xfrm>
            <a:off x="337616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11-blank358"/>
          <p:cNvSpPr/>
          <p:nvPr/>
        </p:nvSpPr>
        <p:spPr>
          <a:xfrm>
            <a:off x="4003406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1-fracbar359"/>
          <p:cNvSpPr/>
          <p:nvPr/>
        </p:nvSpPr>
        <p:spPr>
          <a:xfrm>
            <a:off x="394919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1-blank360"/>
          <p:cNvSpPr/>
          <p:nvPr/>
        </p:nvSpPr>
        <p:spPr>
          <a:xfrm>
            <a:off x="4003406" y="2750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11-chip361"/>
          <p:cNvSpPr txBox="1"/>
          <p:nvPr/>
        </p:nvSpPr>
        <p:spPr>
          <a:xfrm>
            <a:off x="6277356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11-op362"/>
          <p:cNvSpPr txBox="1"/>
          <p:nvPr/>
        </p:nvSpPr>
        <p:spPr>
          <a:xfrm>
            <a:off x="7072884" y="2135632"/>
            <a:ext cx="79248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3200" dirty="0"/>
          </a:p>
        </p:txBody>
      </p:sp>
      <p:sp>
        <p:nvSpPr>
          <p:cNvPr id="14" name="S11-op363"/>
          <p:cNvSpPr txBox="1"/>
          <p:nvPr/>
        </p:nvSpPr>
        <p:spPr>
          <a:xfrm>
            <a:off x="7975092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5" name="S11-op364"/>
          <p:cNvSpPr txBox="1"/>
          <p:nvPr/>
        </p:nvSpPr>
        <p:spPr>
          <a:xfrm>
            <a:off x="8739124" y="2135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6" name="S11-op365"/>
          <p:cNvSpPr txBox="1"/>
          <p:nvPr/>
        </p:nvSpPr>
        <p:spPr>
          <a:xfrm>
            <a:off x="937310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11-blank366"/>
          <p:cNvSpPr/>
          <p:nvPr/>
        </p:nvSpPr>
        <p:spPr>
          <a:xfrm>
            <a:off x="9909556" y="2474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11-blank367"/>
          <p:cNvSpPr/>
          <p:nvPr/>
        </p:nvSpPr>
        <p:spPr>
          <a:xfrm>
            <a:off x="10428366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11-fracbar368"/>
          <p:cNvSpPr/>
          <p:nvPr/>
        </p:nvSpPr>
        <p:spPr>
          <a:xfrm>
            <a:off x="1037415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11-blank369"/>
          <p:cNvSpPr/>
          <p:nvPr/>
        </p:nvSpPr>
        <p:spPr>
          <a:xfrm>
            <a:off x="10428366" y="2750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11-chip37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11-num371"/>
          <p:cNvSpPr txBox="1"/>
          <p:nvPr/>
        </p:nvSpPr>
        <p:spPr>
          <a:xfrm>
            <a:off x="1344168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3" name="S11-fracbar372"/>
          <p:cNvSpPr/>
          <p:nvPr/>
        </p:nvSpPr>
        <p:spPr>
          <a:xfrm>
            <a:off x="13807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11-num373"/>
          <p:cNvSpPr txBox="1"/>
          <p:nvPr/>
        </p:nvSpPr>
        <p:spPr>
          <a:xfrm>
            <a:off x="13441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5" name="S11-op374"/>
          <p:cNvSpPr txBox="1"/>
          <p:nvPr/>
        </p:nvSpPr>
        <p:spPr>
          <a:xfrm>
            <a:off x="1990344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26" name="S11-op375"/>
          <p:cNvSpPr txBox="1"/>
          <p:nvPr/>
        </p:nvSpPr>
        <p:spPr>
          <a:xfrm>
            <a:off x="2754376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7" name="S11-op376"/>
          <p:cNvSpPr txBox="1"/>
          <p:nvPr/>
        </p:nvSpPr>
        <p:spPr>
          <a:xfrm>
            <a:off x="3388360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8" name="S11-blank377"/>
          <p:cNvSpPr/>
          <p:nvPr/>
        </p:nvSpPr>
        <p:spPr>
          <a:xfrm>
            <a:off x="4015598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11-fracbar378"/>
          <p:cNvSpPr/>
          <p:nvPr/>
        </p:nvSpPr>
        <p:spPr>
          <a:xfrm>
            <a:off x="396138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11-blank379"/>
          <p:cNvSpPr/>
          <p:nvPr/>
        </p:nvSpPr>
        <p:spPr>
          <a:xfrm>
            <a:off x="4015598" y="42137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11-chip380"/>
          <p:cNvSpPr txBox="1"/>
          <p:nvPr/>
        </p:nvSpPr>
        <p:spPr>
          <a:xfrm>
            <a:off x="6277356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2" name="S11-num381"/>
          <p:cNvSpPr txBox="1"/>
          <p:nvPr/>
        </p:nvSpPr>
        <p:spPr>
          <a:xfrm>
            <a:off x="7072884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3" name="S11-fracbar382"/>
          <p:cNvSpPr/>
          <p:nvPr/>
        </p:nvSpPr>
        <p:spPr>
          <a:xfrm>
            <a:off x="710946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11-num383"/>
          <p:cNvSpPr txBox="1"/>
          <p:nvPr/>
        </p:nvSpPr>
        <p:spPr>
          <a:xfrm>
            <a:off x="7072884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5" name="S11-op384"/>
          <p:cNvSpPr txBox="1"/>
          <p:nvPr/>
        </p:nvSpPr>
        <p:spPr>
          <a:xfrm>
            <a:off x="7719060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36" name="S11-op385"/>
          <p:cNvSpPr txBox="1"/>
          <p:nvPr/>
        </p:nvSpPr>
        <p:spPr>
          <a:xfrm>
            <a:off x="8483092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7" name="S11-op386"/>
          <p:cNvSpPr txBox="1"/>
          <p:nvPr/>
        </p:nvSpPr>
        <p:spPr>
          <a:xfrm>
            <a:off x="9117076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8" name="S11-blank387"/>
          <p:cNvSpPr/>
          <p:nvPr/>
        </p:nvSpPr>
        <p:spPr>
          <a:xfrm>
            <a:off x="9744314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9" name="S11-fracbar388"/>
          <p:cNvSpPr/>
          <p:nvPr/>
        </p:nvSpPr>
        <p:spPr>
          <a:xfrm>
            <a:off x="969010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11-blank389"/>
          <p:cNvSpPr/>
          <p:nvPr/>
        </p:nvSpPr>
        <p:spPr>
          <a:xfrm>
            <a:off x="9744314" y="42137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11-chip39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42" name="S11-num391"/>
          <p:cNvSpPr txBox="1"/>
          <p:nvPr/>
        </p:nvSpPr>
        <p:spPr>
          <a:xfrm>
            <a:off x="1344168" y="506171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43" name="S11-num392"/>
          <p:cNvSpPr txBox="1"/>
          <p:nvPr/>
        </p:nvSpPr>
        <p:spPr>
          <a:xfrm>
            <a:off x="1667256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4" name="S11-fracbar393"/>
          <p:cNvSpPr/>
          <p:nvPr/>
        </p:nvSpPr>
        <p:spPr>
          <a:xfrm>
            <a:off x="1703832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11-num394"/>
          <p:cNvSpPr txBox="1"/>
          <p:nvPr/>
        </p:nvSpPr>
        <p:spPr>
          <a:xfrm>
            <a:off x="1667256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46" name="S11-op395"/>
          <p:cNvSpPr txBox="1"/>
          <p:nvPr/>
        </p:nvSpPr>
        <p:spPr>
          <a:xfrm>
            <a:off x="2313432" y="506171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47" name="S11-op396"/>
          <p:cNvSpPr txBox="1"/>
          <p:nvPr/>
        </p:nvSpPr>
        <p:spPr>
          <a:xfrm>
            <a:off x="3077464" y="506171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8" name="S11-op397"/>
          <p:cNvSpPr txBox="1"/>
          <p:nvPr/>
        </p:nvSpPr>
        <p:spPr>
          <a:xfrm>
            <a:off x="3711448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9" name="S11-blank398"/>
          <p:cNvSpPr/>
          <p:nvPr/>
        </p:nvSpPr>
        <p:spPr>
          <a:xfrm>
            <a:off x="4338686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0" name="S11-fracbar399"/>
          <p:cNvSpPr/>
          <p:nvPr/>
        </p:nvSpPr>
        <p:spPr>
          <a:xfrm>
            <a:off x="4284472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11-blank400"/>
          <p:cNvSpPr/>
          <p:nvPr/>
        </p:nvSpPr>
        <p:spPr>
          <a:xfrm>
            <a:off x="4338686" y="567675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2" name="S11-chip401"/>
          <p:cNvSpPr txBox="1"/>
          <p:nvPr/>
        </p:nvSpPr>
        <p:spPr>
          <a:xfrm>
            <a:off x="6277356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53" name="S11-text402"/>
          <p:cNvSpPr txBox="1"/>
          <p:nvPr/>
        </p:nvSpPr>
        <p:spPr>
          <a:xfrm>
            <a:off x="7072884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④를 그림이나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설명해요.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40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40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답은 지우지 말고 옆에 고쳐 쓰게 하세요. 답이 처음 수보다 커졌다면 다시 보게 하세요.</a:t>
            </a:r>
            <a:endParaRPr lang="ko-KR" sz="2800" dirty="0"/>
          </a:p>
        </p:txBody>
      </p:sp>
      <p:sp>
        <p:nvSpPr>
          <p:cNvPr id="5" name="S12-chip40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op406"/>
          <p:cNvSpPr txBox="1"/>
          <p:nvPr/>
        </p:nvSpPr>
        <p:spPr>
          <a:xfrm>
            <a:off x="548640" y="2071285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num407"/>
          <p:cNvSpPr txBox="1"/>
          <p:nvPr/>
        </p:nvSpPr>
        <p:spPr>
          <a:xfrm>
            <a:off x="1213104" y="2071285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8" name="S12-fracbar408"/>
          <p:cNvSpPr/>
          <p:nvPr/>
        </p:nvSpPr>
        <p:spPr>
          <a:xfrm>
            <a:off x="1249680" y="2467525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" name="S12-num409"/>
          <p:cNvSpPr txBox="1"/>
          <p:nvPr/>
        </p:nvSpPr>
        <p:spPr>
          <a:xfrm>
            <a:off x="1213104" y="2504101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10" name="S12-op410"/>
          <p:cNvSpPr txBox="1"/>
          <p:nvPr/>
        </p:nvSpPr>
        <p:spPr>
          <a:xfrm>
            <a:off x="1752600" y="2071285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12-num411"/>
          <p:cNvSpPr txBox="1"/>
          <p:nvPr/>
        </p:nvSpPr>
        <p:spPr>
          <a:xfrm>
            <a:off x="2417064" y="2071285"/>
            <a:ext cx="256032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" name="S12-num412"/>
          <p:cNvSpPr txBox="1"/>
          <p:nvPr/>
        </p:nvSpPr>
        <p:spPr>
          <a:xfrm>
            <a:off x="2673096" y="2071285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12-fracbar413"/>
          <p:cNvSpPr/>
          <p:nvPr/>
        </p:nvSpPr>
        <p:spPr>
          <a:xfrm>
            <a:off x="2709672" y="2467525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12-num414"/>
          <p:cNvSpPr txBox="1"/>
          <p:nvPr/>
        </p:nvSpPr>
        <p:spPr>
          <a:xfrm>
            <a:off x="2673096" y="2504101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12-text415"/>
          <p:cNvSpPr txBox="1"/>
          <p:nvPr/>
        </p:nvSpPr>
        <p:spPr>
          <a:xfrm>
            <a:off x="3367278" y="2057400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나누어지는 수가 분자</a:t>
            </a:r>
            <a:endParaRPr lang="ko-KR" sz="2200" dirty="0"/>
          </a:p>
        </p:txBody>
      </p:sp>
      <p:sp>
        <p:nvSpPr>
          <p:cNvPr id="16" name="S12-op416"/>
          <p:cNvSpPr txBox="1"/>
          <p:nvPr/>
        </p:nvSpPr>
        <p:spPr>
          <a:xfrm>
            <a:off x="548640" y="3028696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7" name="S12-num417"/>
          <p:cNvSpPr txBox="1"/>
          <p:nvPr/>
        </p:nvSpPr>
        <p:spPr>
          <a:xfrm>
            <a:off x="1213104" y="302869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8" name="S12-fracbar418"/>
          <p:cNvSpPr/>
          <p:nvPr/>
        </p:nvSpPr>
        <p:spPr>
          <a:xfrm>
            <a:off x="1249680" y="3424936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12-num419"/>
          <p:cNvSpPr txBox="1"/>
          <p:nvPr/>
        </p:nvSpPr>
        <p:spPr>
          <a:xfrm>
            <a:off x="1213104" y="3461512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20" name="S12-op420"/>
          <p:cNvSpPr txBox="1"/>
          <p:nvPr/>
        </p:nvSpPr>
        <p:spPr>
          <a:xfrm>
            <a:off x="1752600" y="3028696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1" name="S12-num421"/>
          <p:cNvSpPr txBox="1"/>
          <p:nvPr/>
        </p:nvSpPr>
        <p:spPr>
          <a:xfrm>
            <a:off x="2417064" y="3028696"/>
            <a:ext cx="51816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2" name="S12-fracbar422"/>
          <p:cNvSpPr/>
          <p:nvPr/>
        </p:nvSpPr>
        <p:spPr>
          <a:xfrm>
            <a:off x="2453640" y="3424936"/>
            <a:ext cx="44500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12-num423"/>
          <p:cNvSpPr txBox="1"/>
          <p:nvPr/>
        </p:nvSpPr>
        <p:spPr>
          <a:xfrm>
            <a:off x="2417064" y="3461512"/>
            <a:ext cx="51816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4" name="S12-text424"/>
          <p:cNvSpPr txBox="1"/>
          <p:nvPr/>
        </p:nvSpPr>
        <p:spPr>
          <a:xfrm>
            <a:off x="3367278" y="301481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÷ 4, × 5분의 1</a:t>
            </a:r>
            <a:endParaRPr lang="ko-KR" sz="2200" dirty="0"/>
          </a:p>
        </p:txBody>
      </p:sp>
      <p:sp>
        <p:nvSpPr>
          <p:cNvPr id="25" name="S12-op425"/>
          <p:cNvSpPr txBox="1"/>
          <p:nvPr/>
        </p:nvSpPr>
        <p:spPr>
          <a:xfrm>
            <a:off x="548640" y="3986107"/>
            <a:ext cx="5547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26" name="S12-num426"/>
          <p:cNvSpPr txBox="1"/>
          <p:nvPr/>
        </p:nvSpPr>
        <p:spPr>
          <a:xfrm>
            <a:off x="1213104" y="3986107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7" name="S12-fracbar427"/>
          <p:cNvSpPr/>
          <p:nvPr/>
        </p:nvSpPr>
        <p:spPr>
          <a:xfrm>
            <a:off x="1249680" y="4382347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8" name="S12-num428"/>
          <p:cNvSpPr txBox="1"/>
          <p:nvPr/>
        </p:nvSpPr>
        <p:spPr>
          <a:xfrm>
            <a:off x="1213104" y="4418923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9" name="S12-text429"/>
          <p:cNvSpPr txBox="1"/>
          <p:nvPr/>
        </p:nvSpPr>
        <p:spPr>
          <a:xfrm>
            <a:off x="3367278" y="397222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8 ÷ 2</a:t>
            </a:r>
            <a:endParaRPr lang="ko-KR" sz="2200" dirty="0"/>
          </a:p>
        </p:txBody>
      </p:sp>
      <p:sp>
        <p:nvSpPr>
          <p:cNvPr id="30" name="S12-chip43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31" name="S12-op431"/>
          <p:cNvSpPr txBox="1"/>
          <p:nvPr/>
        </p:nvSpPr>
        <p:spPr>
          <a:xfrm>
            <a:off x="6277356" y="224840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32" name="S12-num432"/>
          <p:cNvSpPr txBox="1"/>
          <p:nvPr/>
        </p:nvSpPr>
        <p:spPr>
          <a:xfrm>
            <a:off x="6966712" y="22484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33" name="S12-fracbar433"/>
          <p:cNvSpPr/>
          <p:nvPr/>
        </p:nvSpPr>
        <p:spPr>
          <a:xfrm>
            <a:off x="7003288" y="26746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34" name="S12-num434"/>
          <p:cNvSpPr txBox="1"/>
          <p:nvPr/>
        </p:nvSpPr>
        <p:spPr>
          <a:xfrm>
            <a:off x="6966712" y="27111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35" name="S12-text43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곱함</a:t>
            </a:r>
            <a:endParaRPr lang="ko-KR" sz="2200" dirty="0"/>
          </a:p>
        </p:txBody>
      </p:sp>
      <p:sp>
        <p:nvSpPr>
          <p:cNvPr id="36" name="S12-op436"/>
          <p:cNvSpPr txBox="1"/>
          <p:nvPr/>
        </p:nvSpPr>
        <p:spPr>
          <a:xfrm>
            <a:off x="6277356" y="362000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37" name="S12-num437"/>
          <p:cNvSpPr txBox="1"/>
          <p:nvPr/>
        </p:nvSpPr>
        <p:spPr>
          <a:xfrm>
            <a:off x="6966712" y="362000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38" name="S12-num438"/>
          <p:cNvSpPr txBox="1"/>
          <p:nvPr/>
        </p:nvSpPr>
        <p:spPr>
          <a:xfrm>
            <a:off x="7239508" y="36200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39" name="S12-fracbar439"/>
          <p:cNvSpPr/>
          <p:nvPr/>
        </p:nvSpPr>
        <p:spPr>
          <a:xfrm>
            <a:off x="7276084" y="40462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40" name="S12-num440"/>
          <p:cNvSpPr txBox="1"/>
          <p:nvPr/>
        </p:nvSpPr>
        <p:spPr>
          <a:xfrm>
            <a:off x="7239508" y="40827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41" name="S12-text44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부분만 나눔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나눗셈</a:t>
            </a:r>
            <a:endParaRPr lang="ko-KR" sz="4000" dirty="0"/>
          </a:p>
        </p:txBody>
      </p:sp>
      <p:sp>
        <p:nvSpPr>
          <p:cNvPr id="3" name="S13-text4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답을 구해요.</a:t>
            </a:r>
            <a:endParaRPr lang="ko-KR" sz="2800" dirty="0"/>
          </a:p>
        </p:txBody>
      </p:sp>
      <p:sp>
        <p:nvSpPr>
          <p:cNvPr id="4" name="S13-chip44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444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7 L를 병 4개에 똑같이 나누어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담으면 한 병에 몇 L일까요?</a:t>
            </a:r>
            <a:endParaRPr lang="ko-KR" sz="2800" dirty="0"/>
          </a:p>
        </p:txBody>
      </p:sp>
      <p:sp>
        <p:nvSpPr>
          <p:cNvPr id="6" name="S13-chip44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446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테이프 3분의 2 m를 4명이 똑같이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나누면 한 명은 몇 m일까요?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4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4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÷ ● = ●분의 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(분수) ÷ ●는 분자를 ●로 나누거나 ●분의 1을 곱해요.</a:t>
            </a:r>
            <a:endParaRPr lang="ko-KR" sz="2800" dirty="0"/>
          </a:p>
        </p:txBody>
      </p:sp>
      <p:sp>
        <p:nvSpPr>
          <p:cNvPr id="5" name="S14-chip44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대분수는 가분수로 바꾸기</a:t>
            </a:r>
            <a:endParaRPr lang="ko-KR" sz="2200" dirty="0"/>
          </a:p>
        </p:txBody>
      </p:sp>
      <p:sp>
        <p:nvSpPr>
          <p:cNvPr id="6" name="S14-chip45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나누는 수를 분자에 곱하기</a:t>
            </a:r>
            <a:endParaRPr lang="ko-KR" sz="2200" dirty="0"/>
          </a:p>
        </p:txBody>
      </p:sp>
      <p:sp>
        <p:nvSpPr>
          <p:cNvPr id="7" name="S14-text45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eqtext45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 ÷ 9</a:t>
            </a:r>
            <a:endParaRPr lang="ko-KR" sz="2600" dirty="0"/>
          </a:p>
        </p:txBody>
      </p:sp>
      <p:sp>
        <p:nvSpPr>
          <p:cNvPr id="9" name="S14-op453"/>
          <p:cNvSpPr txBox="1"/>
          <p:nvPr/>
        </p:nvSpPr>
        <p:spPr>
          <a:xfrm>
            <a:off x="4322064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14-num454"/>
          <p:cNvSpPr txBox="1"/>
          <p:nvPr/>
        </p:nvSpPr>
        <p:spPr>
          <a:xfrm>
            <a:off x="5011420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1" name="S14-fracbar455"/>
          <p:cNvSpPr/>
          <p:nvPr/>
        </p:nvSpPr>
        <p:spPr>
          <a:xfrm>
            <a:off x="5047996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2" name="S14-num456"/>
          <p:cNvSpPr txBox="1"/>
          <p:nvPr/>
        </p:nvSpPr>
        <p:spPr>
          <a:xfrm>
            <a:off x="5011420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3" name="S14-op457"/>
          <p:cNvSpPr txBox="1"/>
          <p:nvPr/>
        </p:nvSpPr>
        <p:spPr>
          <a:xfrm>
            <a:off x="5577586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600" dirty="0"/>
          </a:p>
        </p:txBody>
      </p:sp>
      <p:sp>
        <p:nvSpPr>
          <p:cNvPr id="14" name="S14-op458"/>
          <p:cNvSpPr txBox="1"/>
          <p:nvPr/>
        </p:nvSpPr>
        <p:spPr>
          <a:xfrm>
            <a:off x="6266942" y="4401312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5" name="S14-op459"/>
          <p:cNvSpPr txBox="1"/>
          <p:nvPr/>
        </p:nvSpPr>
        <p:spPr>
          <a:xfrm>
            <a:off x="8095488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6" name="S14-num460"/>
          <p:cNvSpPr txBox="1"/>
          <p:nvPr/>
        </p:nvSpPr>
        <p:spPr>
          <a:xfrm>
            <a:off x="8784844" y="4401312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7" name="S14-num461"/>
          <p:cNvSpPr txBox="1"/>
          <p:nvPr/>
        </p:nvSpPr>
        <p:spPr>
          <a:xfrm>
            <a:off x="9057640" y="440131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8" name="S14-fracbar462"/>
          <p:cNvSpPr/>
          <p:nvPr/>
        </p:nvSpPr>
        <p:spPr>
          <a:xfrm>
            <a:off x="9094216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463"/>
          <p:cNvSpPr txBox="1"/>
          <p:nvPr/>
        </p:nvSpPr>
        <p:spPr>
          <a:xfrm>
            <a:off x="9057640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0" name="S14-op464"/>
          <p:cNvSpPr txBox="1"/>
          <p:nvPr/>
        </p:nvSpPr>
        <p:spPr>
          <a:xfrm>
            <a:off x="9623806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2600" dirty="0"/>
          </a:p>
        </p:txBody>
      </p:sp>
      <p:sp>
        <p:nvSpPr>
          <p:cNvPr id="21" name="S14-op465"/>
          <p:cNvSpPr txBox="1"/>
          <p:nvPr/>
        </p:nvSpPr>
        <p:spPr>
          <a:xfrm>
            <a:off x="10313162" y="4401312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" name="S14-text46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분수의 나눗셈 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분수의 곱셈 다시 보기</a:t>
            </a:r>
            <a:endParaRPr lang="ko-KR" sz="4000" dirty="0"/>
          </a:p>
        </p:txBody>
      </p:sp>
      <p:sp>
        <p:nvSpPr>
          <p:cNvPr id="3" name="S15-num467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" name="S15-fracbar468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15-num469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6" name="S15-op470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7" name="S15-num471"/>
          <p:cNvSpPr txBox="1"/>
          <p:nvPr/>
        </p:nvSpPr>
        <p:spPr>
          <a:xfrm>
            <a:off x="195884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8" name="S15-fracbar472"/>
          <p:cNvSpPr/>
          <p:nvPr/>
        </p:nvSpPr>
        <p:spPr>
          <a:xfrm>
            <a:off x="199542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15-num473"/>
          <p:cNvSpPr txBox="1"/>
          <p:nvPr/>
        </p:nvSpPr>
        <p:spPr>
          <a:xfrm>
            <a:off x="195884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15-op474"/>
          <p:cNvSpPr txBox="1"/>
          <p:nvPr/>
        </p:nvSpPr>
        <p:spPr>
          <a:xfrm>
            <a:off x="260502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15-num475"/>
          <p:cNvSpPr txBox="1"/>
          <p:nvPr/>
        </p:nvSpPr>
        <p:spPr>
          <a:xfrm>
            <a:off x="3141472" y="1381252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1</a:t>
            </a:r>
            <a:endParaRPr lang="ko-KR" sz="3200" dirty="0"/>
          </a:p>
        </p:txBody>
      </p:sp>
      <p:sp>
        <p:nvSpPr>
          <p:cNvPr id="12" name="S15-fracbar476"/>
          <p:cNvSpPr/>
          <p:nvPr/>
        </p:nvSpPr>
        <p:spPr>
          <a:xfrm>
            <a:off x="3178048" y="1897380"/>
            <a:ext cx="12700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5-num477"/>
          <p:cNvSpPr txBox="1"/>
          <p:nvPr/>
        </p:nvSpPr>
        <p:spPr>
          <a:xfrm>
            <a:off x="3141472" y="1933956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</a:t>
            </a:r>
            <a:endParaRPr lang="ko-KR" sz="3200" dirty="0"/>
          </a:p>
        </p:txBody>
      </p:sp>
      <p:sp>
        <p:nvSpPr>
          <p:cNvPr id="14" name="S15-op478"/>
          <p:cNvSpPr txBox="1"/>
          <p:nvPr/>
        </p:nvSpPr>
        <p:spPr>
          <a:xfrm>
            <a:off x="459435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5" name="S15-num479"/>
          <p:cNvSpPr txBox="1"/>
          <p:nvPr/>
        </p:nvSpPr>
        <p:spPr>
          <a:xfrm>
            <a:off x="513080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6" name="S15-fracbar480"/>
          <p:cNvSpPr/>
          <p:nvPr/>
        </p:nvSpPr>
        <p:spPr>
          <a:xfrm>
            <a:off x="516737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5-num481"/>
          <p:cNvSpPr txBox="1"/>
          <p:nvPr/>
        </p:nvSpPr>
        <p:spPr>
          <a:xfrm>
            <a:off x="513080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8" name="S15-cell482"/>
          <p:cNvSpPr/>
          <p:nvPr/>
        </p:nvSpPr>
        <p:spPr>
          <a:xfrm>
            <a:off x="8032090" y="3680460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cell483"/>
          <p:cNvSpPr/>
          <p:nvPr/>
        </p:nvSpPr>
        <p:spPr>
          <a:xfrm>
            <a:off x="8763610" y="3680460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cell484"/>
          <p:cNvSpPr/>
          <p:nvPr/>
        </p:nvSpPr>
        <p:spPr>
          <a:xfrm>
            <a:off x="9495130" y="3680460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cell485"/>
          <p:cNvSpPr/>
          <p:nvPr/>
        </p:nvSpPr>
        <p:spPr>
          <a:xfrm>
            <a:off x="10226650" y="368046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5-cell486"/>
          <p:cNvSpPr/>
          <p:nvPr/>
        </p:nvSpPr>
        <p:spPr>
          <a:xfrm>
            <a:off x="8032090" y="44119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cell487"/>
          <p:cNvSpPr/>
          <p:nvPr/>
        </p:nvSpPr>
        <p:spPr>
          <a:xfrm>
            <a:off x="8763610" y="44119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5-cell488"/>
          <p:cNvSpPr/>
          <p:nvPr/>
        </p:nvSpPr>
        <p:spPr>
          <a:xfrm>
            <a:off x="9495130" y="44119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cell489"/>
          <p:cNvSpPr/>
          <p:nvPr/>
        </p:nvSpPr>
        <p:spPr>
          <a:xfrm>
            <a:off x="10226650" y="4411980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figure490" descr="가로 4칸, 세로 2칸 격자에서 왼쪽 3줄의 윗칸 3칸 색칠: 4분의 3의 2분의 1 = 8분의 3"/>
          <p:cNvSpPr/>
          <p:nvPr/>
        </p:nvSpPr>
        <p:spPr>
          <a:xfrm>
            <a:off x="8032090" y="3680460"/>
            <a:ext cx="29260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15-stepno491"/>
          <p:cNvSpPr txBox="1"/>
          <p:nvPr/>
        </p:nvSpPr>
        <p:spPr>
          <a:xfrm>
            <a:off x="548640" y="2908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8" name="S15-text492"/>
          <p:cNvSpPr txBox="1"/>
          <p:nvPr/>
        </p:nvSpPr>
        <p:spPr>
          <a:xfrm>
            <a:off x="1325880" y="290830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3의 반을 색칠해요.</a:t>
            </a:r>
            <a:endParaRPr lang="ko-KR" sz="2800" dirty="0"/>
          </a:p>
        </p:txBody>
      </p:sp>
      <p:sp>
        <p:nvSpPr>
          <p:cNvPr id="29" name="S15-stepno493"/>
          <p:cNvSpPr txBox="1"/>
          <p:nvPr/>
        </p:nvSpPr>
        <p:spPr>
          <a:xfrm>
            <a:off x="548640" y="3621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30" name="S15-text494"/>
          <p:cNvSpPr txBox="1"/>
          <p:nvPr/>
        </p:nvSpPr>
        <p:spPr>
          <a:xfrm>
            <a:off x="1325880" y="362153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전체는 8칸, 색칠은 3칸</a:t>
            </a:r>
            <a:endParaRPr lang="ko-KR" sz="2800" dirty="0"/>
          </a:p>
        </p:txBody>
      </p:sp>
      <p:sp>
        <p:nvSpPr>
          <p:cNvPr id="31" name="S15-stepno495"/>
          <p:cNvSpPr txBox="1"/>
          <p:nvPr/>
        </p:nvSpPr>
        <p:spPr>
          <a:xfrm>
            <a:off x="548640" y="43347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15-text496"/>
          <p:cNvSpPr txBox="1"/>
          <p:nvPr/>
        </p:nvSpPr>
        <p:spPr>
          <a:xfrm>
            <a:off x="1325880" y="4334764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분자끼리, 분모끼리 곱해요.</a:t>
            </a:r>
            <a:endParaRPr lang="ko-KR" sz="2800" dirty="0"/>
          </a:p>
        </p:txBody>
      </p:sp>
      <p:sp>
        <p:nvSpPr>
          <p:cNvPr id="33" name="S15-stepno497"/>
          <p:cNvSpPr txBox="1"/>
          <p:nvPr/>
        </p:nvSpPr>
        <p:spPr>
          <a:xfrm>
            <a:off x="548640" y="50937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34" name="S15-text498"/>
          <p:cNvSpPr txBox="1"/>
          <p:nvPr/>
        </p:nvSpPr>
        <p:spPr>
          <a:xfrm>
            <a:off x="1325880" y="5047996"/>
            <a:ext cx="5658307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 3분의 7 = 2와 3분의 1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(7 ÷ 3 = 2 … 1)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분수의 나눗셈 1</dc:title>
  <dc:subject>KR22-G06-MAT-FRACDIV-L01</dc:subject>
  <dc:creator>education-ppt</dc:creator>
  <cp:lastModifiedBy>education-ppt</cp:lastModifiedBy>
  <cp:revision>1</cp:revision>
  <dcterms:created xsi:type="dcterms:W3CDTF">2026-10-26T08:56:25Z</dcterms:created>
  <dcterms:modified xsi:type="dcterms:W3CDTF">2026-10-26T08:56:25Z</dcterms:modified>
</cp:coreProperties>
</file>