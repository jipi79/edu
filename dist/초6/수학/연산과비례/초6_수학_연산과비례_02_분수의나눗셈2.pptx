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98e531e9-3215-592e-469e-9cf7d34facb2}">
          <p14:sldIdLst>
            <p14:sldId id="256"/>
            <p14:sldId id="257"/>
          </p14:sldIdLst>
        </p14:section>
        <p14:section name="개념" id="{cbc1e4b1-a869-9388-d5f8-07f8a0deba96}">
          <p14:sldIdLst>
            <p14:sldId id="258"/>
            <p14:sldId id="259"/>
            <p14:sldId id="261"/>
            <p14:sldId id="262"/>
            <p14:sldId id="263"/>
          </p14:sldIdLst>
        </p14:section>
        <p14:section name="연습" id="{da80b502-f78e-ffda-e713-6ac46fe63fb5}">
          <p14:sldIdLst>
            <p14:sldId id="260"/>
            <p14:sldId id="264"/>
            <p14:sldId id="265"/>
          </p14:sldIdLst>
        </p14:section>
        <p14:section name="개념" id="{365ba8f4-2fca-7e0a-252b-4eb3b5c74b52}">
          <p14:sldIdLst/>
        </p14:section>
        <p14:section name="연습" id="{ba3f9a04-85ab-5bdb-f36c-3771b1ca7f7e}">
          <p14:sldIdLst/>
        </p14:section>
        <p14:section name="확인" id="{125729f5-054e-1e9d-d2fd-58a37c2b4533}">
          <p14:sldIdLst>
            <p14:sldId id="266"/>
            <p14:sldId id="267"/>
            <p14:sldId id="268"/>
          </p14:sldIdLst>
        </p14:section>
        <p14:section name="정리" id="{2cf176d5-85d7-a5a8-b571-61250e7f768c}">
          <p14:sldIdLst>
            <p14:sldId id="269"/>
          </p14:sldIdLst>
        </p14:section>
        <p14:section name="보충" id="{5e440e48-c60d-8fa6-75ef-d8d82cd292fc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알려 주고, 분수를 분수로 나누는 상황(몇 번 들어가는지)을 떠올리게 합니다.
시간: 약 2분
이렇게 말해 보세요
- “주스 4분의 3 L를 8분의 1 L씩 컵에 따르면 몇 컵이 될까? 4분의 3 안에 8분의 1이 몇 번 들어가는지 묻는 거야.”
- “식으로 쓰면 4분의 3 ÷ 8분의 1이야. 먼저 예상해 볼까?”
예상 답
- “6컵이요.” / “모르겠어요.”
막히면
- 예상만 듣고 넘어갑니다. S13에서 다시 풉니다.
주의
- ‘÷’에는 똑같이 나누기(한 사람의 몫)와 몇 번 들어가는지(덜어 내기) 두 가지 뜻이 있습니다. 오늘은 주로 ‘몇 번 들어가는지’로 생각합니다.
- 목표 두 가지를 소리 내어 읽어 주고, 아이에게 오늘 할 일을 한 번 말하게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확인((분수) ÷ (자연수), 몫을 분수로, 통분)]
목적: 오늘 쓰는 세 가지, (분수) ÷ (자연수), 나눗셈의 몫을 분수로 나타내기, 통분을 기억하는지 확인합니다.
시간: 약 3분
이렇게 말해 보세요
- “①은 지난 시간에 배운 거야. 분자 2가 4로 나누어떨어져? 그러면 어떻게 했지?”
- “②는 6 ÷ 4의 몫을 분수로 나타내 보자. 대분수로도.”
- “③은 분모를 15로 같게 만들어 보자.”
정답
- ① 6분의 1 (3분의 2 × 4분의 1 = 12분의 2)
- ② 1과 2분의 1 (4분의 6 = 2분의 3)
- ③ 15분의 10, 15분의 9
막히면
- 두 문제 이상 틀리면 S15(보충)를 먼저 합니다. 보충으로도 어려우면 초6 ‘분수의 나눗셈 1’을 먼저 다시 합니다.
주의
- ①에서 12분의 2라고 답해도 계산은 맞습니다. 약분하면 6분의 1입니다.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분모가 같은 (분수) ÷ (분수): 몇 번 들어가는지]
목적: 분모가 같은 (분수) ÷ (분수)는 ‘나누는 수가 몇 번 들어가는지’이고, 단위분수의 개수인 분자끼리 나누면 된다는 것을 그림으로 이해합니다.
시간: 약 4분
이렇게 말해 보세요
- “7분의 6 안에 7분의 2가 몇 번 들어갈까? 색칠한 칸을 2칸씩 묶어 볼까?”
- “칸의 크기(7분의 1)가 같으니까 칸 수만 비교하면 돼. 6칸 안에 2칸이 몇 번 들어가?”
예상 답
- “3번이요. 6 ÷ 2 = 3이에요.”
막히면
- 종이 띠를 7칸으로 접어 6칸을 칠하고, 2칸짜리 종이 조각을 대어 몇 번 들어가는지 세어 봅니다.
주의
- 몫 3은 ‘3번’이라는 뜻이라 분모가 없습니다. 분모까지 나누어 ‘7분의 3’이나 ‘1분의 3’처럼 쓰지 않게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분모가 다를 때: 통분하여 분자끼리 나누기(몫이 분수)]
목적: 분모가 다르면 통분해서 분모를 같게 한 뒤 분자끼리 나누고, 나누어떨어지지 않으면 몫을 분수로 나타낸다는 것을 압니다.
시간: 약 4분
이렇게 말해 보세요
- “4분의 3과 3분의 2는 칸의 크기가 달라. 칸의 크기를 같게 하려면 어떻게 하지?”
- “12분의 9 안에 12분의 8이 몇 번 들어가? 딱 맞게 들어가?”
- “9 ÷ 8의 몫을 분수로 나타내면?”
예상 답
- “통분해요. 12분의 9와 12분의 8이에요.”
- “1번 들어가고 1칸 남아요.”
- “8분의 9, 1과 8분의 1이에요.”
막히면
- 9 ÷ 8 = 1 … 1이고, 남은 1칸은 8칸짜리 묶음의 8분의 1이라는 것을 띠에서 손가락으로 짚어 줍니다.
주의
- 몫 1과 8분의 1은 ‘1과 8분의 1번 들어간다’는 뜻입니다. 이 예는 S07에서 다른 방법으로 다시 계산해 답이 같은지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안내받는 연습(분자끼리 나누기)]
목적: 도움을 받으며 분모가 같으면 바로, 다르면 통분한 뒤 분자끼리 나누어 계산합니다.
시간: 약 3분
이렇게 말해 보세요
- “①과 ②는 분모가 같지? 분자끼리 나눠 보자.”
- “③은 분모가 6과 3이야. 무엇으로 통분할까?”
- “④는 20으로 통분해 볼까?”
정답
- ① 4 (8 ÷ 2)
- ② 2와 3분의 1 (7 ÷ 3 = 3분의 7)
- ③ 2와 2분의 1 (6분의 5 ÷ 6분의 2 = 5 ÷ 2)
- ④ 15분의 8 (20분의 8 ÷ 20분의 15 = 8 ÷ 15)
막히면
- ④처럼 나누는 수가 더 크면 몫이 1보다 작습니다. “4분의 3 안에 5분의 2가 들어갈까? 아니면 5분의 2가 4분의 3의 일부일까?”라고 물어 크기를 먼저 어림하게 합니다.
주의
- ④는 (분자) ÷ (분자) = 8 ÷ 15 = 15분의 8입니다. 15 ÷ 8로 거꾸로 나누지 않도록 순서를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1 ÷ (분수): 1 안에 몇 번 들어가는지]
목적: 1 안에 3분의 2가 2분의 3번 들어간다는 것을 그림으로 보고, 1을 어떤 분수로 나누면 그 분수의 분모와 분자를 바꾼 수가 된다는 것을 발견합니다.
시간: 약 4분
이렇게 말해 보세요
- “1을 3칸으로 나눈 띠야. 3분의 2(2칸)가 1 안에 몇 번 들어갈까?”
- “한 번 들어가고 1칸이 남았지? 그 1칸은 2칸 묶음의 얼마야? 점선 칸까지가 한 묶음이야.”
- “그러면 모두 몇 번이야? 가분수로 쓰면? 3분의 2와 비교하면 무엇이 바뀌었어?”
예상 답
- “1과 2분의 1번이에요. 2분의 3이에요.”
- “분모와 분자가 바뀌었어요.”
막히면
- 1 ÷ 3분의 1(= 3)부터 묻습니다. “1 안에 3분의 1은 3번 들어가지? 3분의 2는 그보다 두 배 크니까 들어가는 횟수는 반이야. 3의 반은 2분의 3.”
주의
- 다른 예: 1 ÷ 4분의 3 = 3분의 4, 1 ÷ 5분의 2 = 2분의 5. 중학교에서는 이렇게 분모와 분자를 바꾼 수를 ‘역수’라고 부릅니다. 초등에서는 ‘분모와 분자를 바꾼 수’라고 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나누는 분수의 분모와 분자를 바꾸어 곱하기(까닭)]
목적: (분수) ÷ (분수)를 나누는 분수의 분모와 분자를 바꾸어 곱하는 방법으로 계산할 수 있는 까닭을 S06과 S04에 연결해 설명합니다.
시간: 약 4분
이렇게 말해 보세요
- “1 안에 3분의 2가 몇 번 들어갔지? 그러면 4분의 3 안에는? 4분의 3은 1의 4분의 3이니까, 들어가는 횟수도 2분의 3의 4분의 3배야.”
- “그래서 4분의 3 ÷ 3분의 2 = 4분의 3 × 2분의 3이야. 계산하면?”
- “S04에서 통분해서 구한 답과 같아?”
예상 답
- “8분의 9예요. 통분해서 구한 것과 같아요.”
막히면
- 통분 방법으로 다시 보여 줍니다: 4분의 3 ÷ 3분의 2 = 12분의 9 ÷ 12분의 8 = 9 ÷ 8. 9 = 3 × 3, 8 = 4 × 2이므로 4분의 3 × 2분의 3과 같은 계산입니다.
주의
- ‘뒤집어 곱한다’는 규칙만 외우지 않게 합니다. ‘1 안에 몇 번 들어가는지가 분모와 분자를 바꾼 수’라는 까닭을 한 번 말하게 합니다(목표 B의 증거).
- 뒤집는 것은 나누는 수(÷ 뒤의 분수)뿐입니다. 나누어지는 수를 뒤집는 실수는 S10에서 다룹니다.
- 지치면 여기서 쉬고, 다음 날 S08부터 이어서 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대분수와 자연수가 있을 때]
목적: 대분수는 가분수로 바꾼 뒤, 자연수는 그대로 나누는 분수의 분모와 분자를 바꾸어 곱해 계산한다는 것을 압니다.
시간: 약 3분
이렇게 말해 보세요
- “1과 2분의 1을 가분수로 바꾸면? 그다음은 S07처럼 해 보자.”
- “4 ÷ 5분의 2는 4 안에 5분의 2가 몇 번 들어가는지야. 1 안에 2분의 5번이니까 4 안에는?”
예상 답
- “2분의 3 × 3분의 4 = 6분의 12 = 2예요.”
- “4 × 2분의 5 = 10이에요.”
막히면
- 4 ÷ 5분의 2는 통분으로도 확인합니다: 4 = 5분의 20, 5분의 20 ÷ 5분의 2 = 20 ÷ 2 = 10.
주의
- 대분수를 가분수로 바꾸지 않고 분수 부분만 뒤집는 실수가 있습니다. 대분수는 언제나 먼저 가분수로 바꿉니다.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안내받는 연습(분모와 분자를 바꾸어 곱하기)]
목적: 도움을 받으며 나누는 분수의 분모와 분자를 바꾸어 곱해 계산하고, 대분수와 자연수가 있는 식도 계산합니다.
시간: 약 3분
이렇게 말해 보세요
- “①은 ÷ 6분의 5를 무엇을 곱하는 것으로 바꿀까?”
- “③은 대분수부터 바꿔 보자.”
정답
- ① 5분의 4 (3분의 2 × 5분의 6 = 15분의 12)
- ② 1과 2분의 1 (6분의 5 × 5분의 9 = 30분의 45 = 2분의 3)
- ③ 6 (4분의 9 × 3분의 8 = 12분의 72)
- ④ 8 (6 × 3분의 4 = 3분의 24)
막히면
- 곱하기 전에 약분하면 쉽습니다(예: ② 6분의 5 × 5분의 9에서 5끼리 약분, 6과 9를 3으로 약분 → 2분의 3).
주의
- ①을 통분으로 풀어도 맞습니다(6분의 4 ÷ 6분의 5 = 4 ÷ 5 = 5분의 4). 두 방법으로 답이 같은지 확인하게 하면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오개념 비교(나누어지는 수를 뒤집기)]
목적: 나누어지는 수(앞의 분수)를 뒤집는 실수(M2)를 크기 어림으로 바로잡습니다.
시간: 약 2분
이렇게 말해 보세요
- “4분의 3과 3분의 2 중 어느 것이 더 커? 큰 수 안에 작은 수는 1번보다 많이 들어갈까, 적게 들어갈까?”
- “토끼의 답 9분의 8은 1보다 커, 작아? 그러면 맞을까?”
예상 답
- “4분의 3이 더 커서 1번보다 많이 들어가요. 곰이 맞아요.”
정답
- 곰이 맞습니다. 4분의 3 ÷ 3분의 2 = 4분의 3 × 2분의 3 = 8분의 9 (S04, S07과 같은 답)
- 토끼는 나누어지는 수를 뒤집었습니다. 뒤집는 것은 나누는 수(÷ 뒤의 분수)뿐입니다.
막히면
- S04의 띠 그림(12분의 9 안에 12분의 8)을 다시 보여 줍니다.
주의
- 계산 뒤에 ‘나누어지는 수가 나누는 수보다 크면 몫은 1보다 크다’로 답을 어림해 보는 습관을 들입니다.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혼자 해결]
목적: 도움 없이 (분수) ÷ (분수)를 계산하고, 분모와 분자를 바꾸어 곱하는 까닭을 말하는지 확인합니다.
시간: 약 4분
이렇게 말해 보세요
- “이번에는 혼자 해 볼래? 통분해도 되고, 바꾸어 곱해도 돼. 다 하면 ⑥의 까닭도 말해 줘.”
정답
- ① 3
- ② 3분의 2 (9분의 4 × 2분의 3 = 18분의 12)
- ③ 6 (3분의 4 × 2분의 9 = 6분의 36)
- ④ 7과 2분의 1 (5 × 2분의 3 = 2분의 15)
- ⑤ 2와 5분의 2 (5분의 3 × 4 = 5분의 12)
- ⑥ 기준: ‘1 안에 3분의 2가 2분의 3번 들어가기 때문’ 또는 ‘통분해서 분자끼리 나눈 것과 같은 계산이기 때문’이라는 내용이면 맞습니다.
막히면
- 바로 알려 주지 말고 “분모가 같아?” “대분수는 먼저 어떻게 해?” “÷ 뒤의 분수를 어떻게 바꿔?”라고만 묻습니다.
- 도움을 받아 해결했다면 기록표에 ‘도움’으로 표시합니다.
주의
- ⑥을 ‘그렇게 하는 거니까’라고만 하면 목표 B는 아직 확인되지 않은 것입니다. S06 그림을 다시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정답과 피드백]
목적: 아이의 답을 함께 확인하고 흔한 실수를 바로잡습니다. 수업용에만 있는 장입니다.
시간: 약 2분
이렇게 말해 보세요
- “네 답과 같은지 볼까? 다르면 어느 분수를 뒤집었는지 확인해 보자.”
정답
- ① 3 ② 3분의 2 ③ 6 ④ 7과 2분의 1 ⑤ 2와 5분의 2 ⑥ 설명 기준은 S11 노트
막히면
- ②를 2분의 3으로 했다면 앞의 분수를 뒤집은 것입니다(S10). ④를 3분의 10으로 했다면 나누는 수를 뒤집지 않고 곱한 것입니다(M3).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마무리 확인(생활 문제)]
목적: 처음 보는 생활 문제에서 (분수) ÷ (분수) 식을 세우고 몫의 뜻(몇 번, 1에 해당하는 양)을 말하는지 확인합니다.
시간: 약 2분
이렇게 말해 보세요
- “①은 무엇 안에 무엇이 몇 번 들어가는지 묻는 거야. 식은?”
- “②는 3분의 2 m가 5분의 4 kg이야. 1 m는 몇 kg일까? 무엇을 무엇으로 나눠야 할까?”
정답
- ① 4분의 3 ÷ 8분의 1 = 8분의 6 ÷ 8분의 1 = 6, 6컵
- ② 5분의 4 ÷ 3분의 2 = 5분의 4 × 2분의 3 = 10분의 12 = 1과 5분의 1, 1과 5분의 1 kg
막히면
- ②는 “1 m의 무게 × 3분의 2 = 5분의 4”라고 곱셈식으로 먼저 써 보게 한 뒤, 나눗셈으로 바꿉니다.
주의
- ①은 S01의 질문입니다. 처음 예상과 비교해 봅니다.
- ②에서 3분의 2 ÷ 5분의 4로 거꾸로 나누면 1보다 작은 무게가 나옵니다. 1 m가 3분의 2 m보다 길므로 더 무거워야 한다고 어림하게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정리와 다음 수업 복습]
목적: 핵심을 정리하고 다음 수업 첫 5분에 풀 복습 문제를 알려 줍니다.
시간: 약 1분
이렇게 말해 보세요
- “분수를 분수로 나누는 방법 두 가지를 말해 볼래? 왜 분모와 분자를 바꾸어 곱해도 되는지도.”
- “다음 수업을 시작할 때 이 세 문제를 먼저 풀 거야.”
예상 답
- “분모를 같게 해서 분자끼리 나눠요. 아니면 뒤의 분수를 뒤집어 곱해요. 1 안에 그만큼 들어가니까요.”
정답
- ① 2
- ② 6분의 5 (3분의 2 × 4분의 5 = 12분의 10)
- ③ 2 (3분의 4 × 2분의 3 = 6분의 12)
막히면
- S06의 띠 그림을 다시 보여 줍니다.
주의
- 다음 차시(소수의 나눗셈 1)에서는 소수를 자연수로 나눕니다. 복습 세 문제는 활동지 마지막 쪽과 함께 풉니다.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선수 학습 보충((분수) ÷ (자연수), 통분)]
목적: S02에서 (분수) ÷ (자연수)나 통분이 흔들리면 오늘 내용 전에 다시 익힙니다.
시간: 약 5분
이렇게 말해 보세요
- “3분의 2를 4로 나누는 건 3분의 2의 4분의 1을 구하는 거야. 그래서 4분의 1을 곱해.”
- “3분의 2의 분모와 분자에 5를 곱하면 15분의 10이야. 크기는 같고 칸만 더 잘게 나눈 거야.”
정답
- 3분의 2 ÷ 4 = 12분의 2 = 6분의 1
- 3분의 2 = 15분의 10
막히면
- 종이 띠를 3칸으로 접어 2칸을 칠하고, 다시 5칸으로 접어 15칸을 만든 뒤 색칠한 칸을 세어 봅니다.
주의
- 보충으로도 어려우면 초6 ‘분수의 나눗셈 1’을 먼저 다시 합니다. 통분이 낯설면 초5 ‘통분과 크기 비교’를 복습합니다.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수학 · 연산과비례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수학 · 분수의 나눗셈 2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수학 · 분수의 나눗셈 2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초6 수학 · 분수의 나눗셈 2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분수의 나눗셈 2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주스 4분의 3 L를 8분의 1 L씩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따르면 몇 컵이 될까?</a:t>
            </a:r>
            <a:endParaRPr lang="ko-KR" sz="2800" dirty="0"/>
          </a:p>
        </p:txBody>
      </p:sp>
      <p:sp>
        <p:nvSpPr>
          <p:cNvPr id="4" name="S01-num1"/>
          <p:cNvSpPr txBox="1"/>
          <p:nvPr/>
        </p:nvSpPr>
        <p:spPr>
          <a:xfrm>
            <a:off x="8023352" y="158699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5" name="S01-fracbar2"/>
          <p:cNvSpPr/>
          <p:nvPr/>
        </p:nvSpPr>
        <p:spPr>
          <a:xfrm>
            <a:off x="8059928" y="2103120"/>
            <a:ext cx="463296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6" name="S01-num3"/>
          <p:cNvSpPr txBox="1"/>
          <p:nvPr/>
        </p:nvSpPr>
        <p:spPr>
          <a:xfrm>
            <a:off x="8023352" y="213969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7" name="S01-op4"/>
          <p:cNvSpPr txBox="1"/>
          <p:nvPr/>
        </p:nvSpPr>
        <p:spPr>
          <a:xfrm>
            <a:off x="8669528" y="158699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</a:t>
            </a:r>
            <a:endParaRPr lang="ko-KR" sz="3200" dirty="0"/>
          </a:p>
        </p:txBody>
      </p:sp>
      <p:sp>
        <p:nvSpPr>
          <p:cNvPr id="8" name="S01-num5"/>
          <p:cNvSpPr txBox="1"/>
          <p:nvPr/>
        </p:nvSpPr>
        <p:spPr>
          <a:xfrm>
            <a:off x="9433560" y="158699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200" dirty="0"/>
          </a:p>
        </p:txBody>
      </p:sp>
      <p:sp>
        <p:nvSpPr>
          <p:cNvPr id="9" name="S01-fracbar6"/>
          <p:cNvSpPr/>
          <p:nvPr/>
        </p:nvSpPr>
        <p:spPr>
          <a:xfrm>
            <a:off x="9470136" y="2103120"/>
            <a:ext cx="463296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10" name="S01-num7"/>
          <p:cNvSpPr txBox="1"/>
          <p:nvPr/>
        </p:nvSpPr>
        <p:spPr>
          <a:xfrm>
            <a:off x="9433560" y="213969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3200" dirty="0"/>
          </a:p>
        </p:txBody>
      </p:sp>
      <p:sp>
        <p:nvSpPr>
          <p:cNvPr id="11" name="S01-op8"/>
          <p:cNvSpPr txBox="1"/>
          <p:nvPr/>
        </p:nvSpPr>
        <p:spPr>
          <a:xfrm>
            <a:off x="10079736" y="158699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12" name="S01-blank9"/>
          <p:cNvSpPr/>
          <p:nvPr/>
        </p:nvSpPr>
        <p:spPr>
          <a:xfrm>
            <a:off x="10765902" y="1925686"/>
            <a:ext cx="354868" cy="354868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FFFFFF"/>
            </a:solidFill>
            <a:prstDash val="solid"/>
          </a:ln>
        </p:spPr>
      </p:sp>
      <p:sp>
        <p:nvSpPr>
          <p:cNvPr id="13" name="S01-card10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4" name="S01-cardtext11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(분수) ÷ (분수)를 띠 그림과 통분으로 계산해요.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나누는 분수를 뒤집어 곱하는 까닭을 말하고 계산해요.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text1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□에 알맞은 수를 써요.</a:t>
            </a:r>
            <a:endParaRPr lang="ko-KR" sz="2800" dirty="0"/>
          </a:p>
        </p:txBody>
      </p:sp>
      <p:sp>
        <p:nvSpPr>
          <p:cNvPr id="4" name="S02-chip13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02-num14"/>
          <p:cNvSpPr txBox="1"/>
          <p:nvPr/>
        </p:nvSpPr>
        <p:spPr>
          <a:xfrm>
            <a:off x="1344168" y="213563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6" name="S02-fracbar15"/>
          <p:cNvSpPr/>
          <p:nvPr/>
        </p:nvSpPr>
        <p:spPr>
          <a:xfrm>
            <a:off x="1380744" y="265176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" name="S02-num16"/>
          <p:cNvSpPr txBox="1"/>
          <p:nvPr/>
        </p:nvSpPr>
        <p:spPr>
          <a:xfrm>
            <a:off x="1344168" y="268833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8" name="S02-op17"/>
          <p:cNvSpPr txBox="1"/>
          <p:nvPr/>
        </p:nvSpPr>
        <p:spPr>
          <a:xfrm>
            <a:off x="1990344" y="213563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</a:t>
            </a:r>
            <a:endParaRPr lang="ko-KR" sz="3200" dirty="0"/>
          </a:p>
        </p:txBody>
      </p:sp>
      <p:sp>
        <p:nvSpPr>
          <p:cNvPr id="9" name="S02-op18"/>
          <p:cNvSpPr txBox="1"/>
          <p:nvPr/>
        </p:nvSpPr>
        <p:spPr>
          <a:xfrm>
            <a:off x="2754376" y="2135632"/>
            <a:ext cx="524256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10" name="S02-op19"/>
          <p:cNvSpPr txBox="1"/>
          <p:nvPr/>
        </p:nvSpPr>
        <p:spPr>
          <a:xfrm>
            <a:off x="3388360" y="213563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11" name="S02-blank20"/>
          <p:cNvSpPr/>
          <p:nvPr/>
        </p:nvSpPr>
        <p:spPr>
          <a:xfrm>
            <a:off x="4015598" y="219797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2" name="S02-fracbar21"/>
          <p:cNvSpPr/>
          <p:nvPr/>
        </p:nvSpPr>
        <p:spPr>
          <a:xfrm>
            <a:off x="3961384" y="265176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" name="S02-blank22"/>
          <p:cNvSpPr/>
          <p:nvPr/>
        </p:nvSpPr>
        <p:spPr>
          <a:xfrm>
            <a:off x="4015598" y="2750678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4" name="S02-chip23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15" name="S02-op24"/>
          <p:cNvSpPr txBox="1"/>
          <p:nvPr/>
        </p:nvSpPr>
        <p:spPr>
          <a:xfrm>
            <a:off x="1344168" y="3598672"/>
            <a:ext cx="524256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200" dirty="0"/>
          </a:p>
        </p:txBody>
      </p:sp>
      <p:sp>
        <p:nvSpPr>
          <p:cNvPr id="16" name="S02-op25"/>
          <p:cNvSpPr txBox="1"/>
          <p:nvPr/>
        </p:nvSpPr>
        <p:spPr>
          <a:xfrm>
            <a:off x="1978152" y="359867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</a:t>
            </a:r>
            <a:endParaRPr lang="ko-KR" sz="3200" dirty="0"/>
          </a:p>
        </p:txBody>
      </p:sp>
      <p:sp>
        <p:nvSpPr>
          <p:cNvPr id="17" name="S02-op26"/>
          <p:cNvSpPr txBox="1"/>
          <p:nvPr/>
        </p:nvSpPr>
        <p:spPr>
          <a:xfrm>
            <a:off x="2742184" y="3598672"/>
            <a:ext cx="524256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18" name="S02-op27"/>
          <p:cNvSpPr txBox="1"/>
          <p:nvPr/>
        </p:nvSpPr>
        <p:spPr>
          <a:xfrm>
            <a:off x="3376168" y="359867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19" name="S02-blank28"/>
          <p:cNvSpPr/>
          <p:nvPr/>
        </p:nvSpPr>
        <p:spPr>
          <a:xfrm>
            <a:off x="3912616" y="3937366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0" name="S02-blank29"/>
          <p:cNvSpPr/>
          <p:nvPr/>
        </p:nvSpPr>
        <p:spPr>
          <a:xfrm>
            <a:off x="4431426" y="366101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1" name="S02-fracbar30"/>
          <p:cNvSpPr/>
          <p:nvPr/>
        </p:nvSpPr>
        <p:spPr>
          <a:xfrm>
            <a:off x="4377212" y="41148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2" name="S02-blank31"/>
          <p:cNvSpPr/>
          <p:nvPr/>
        </p:nvSpPr>
        <p:spPr>
          <a:xfrm>
            <a:off x="4431426" y="4213718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3" name="S02-chip32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24" name="S02-num33"/>
          <p:cNvSpPr txBox="1"/>
          <p:nvPr/>
        </p:nvSpPr>
        <p:spPr>
          <a:xfrm>
            <a:off x="1344168" y="506171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25" name="S02-fracbar34"/>
          <p:cNvSpPr/>
          <p:nvPr/>
        </p:nvSpPr>
        <p:spPr>
          <a:xfrm>
            <a:off x="1380744" y="557784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6" name="S02-num35"/>
          <p:cNvSpPr txBox="1"/>
          <p:nvPr/>
        </p:nvSpPr>
        <p:spPr>
          <a:xfrm>
            <a:off x="1344168" y="561441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27" name="S02-op36"/>
          <p:cNvSpPr txBox="1"/>
          <p:nvPr/>
        </p:nvSpPr>
        <p:spPr>
          <a:xfrm>
            <a:off x="1990344" y="506171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28" name="S02-blank37"/>
          <p:cNvSpPr/>
          <p:nvPr/>
        </p:nvSpPr>
        <p:spPr>
          <a:xfrm>
            <a:off x="2667366" y="512405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9" name="S02-fracbar38"/>
          <p:cNvSpPr/>
          <p:nvPr/>
        </p:nvSpPr>
        <p:spPr>
          <a:xfrm>
            <a:off x="2563368" y="5577840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0" name="S02-num39"/>
          <p:cNvSpPr txBox="1"/>
          <p:nvPr/>
        </p:nvSpPr>
        <p:spPr>
          <a:xfrm>
            <a:off x="2526792" y="5614416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ko-KR" sz="3200" dirty="0"/>
          </a:p>
        </p:txBody>
      </p:sp>
      <p:sp>
        <p:nvSpPr>
          <p:cNvPr id="31" name="S02-op40"/>
          <p:cNvSpPr txBox="1"/>
          <p:nvPr/>
        </p:nvSpPr>
        <p:spPr>
          <a:xfrm>
            <a:off x="3272536" y="5061712"/>
            <a:ext cx="499872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</a:t>
            </a:r>
            <a:endParaRPr lang="ko-KR" sz="3200" dirty="0"/>
          </a:p>
        </p:txBody>
      </p:sp>
      <p:sp>
        <p:nvSpPr>
          <p:cNvPr id="32" name="S02-num41"/>
          <p:cNvSpPr txBox="1"/>
          <p:nvPr/>
        </p:nvSpPr>
        <p:spPr>
          <a:xfrm>
            <a:off x="3882136" y="506171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33" name="S02-fracbar42"/>
          <p:cNvSpPr/>
          <p:nvPr/>
        </p:nvSpPr>
        <p:spPr>
          <a:xfrm>
            <a:off x="3918712" y="557784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4" name="S02-num43"/>
          <p:cNvSpPr txBox="1"/>
          <p:nvPr/>
        </p:nvSpPr>
        <p:spPr>
          <a:xfrm>
            <a:off x="3882136" y="561441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200" dirty="0"/>
          </a:p>
        </p:txBody>
      </p:sp>
      <p:sp>
        <p:nvSpPr>
          <p:cNvPr id="35" name="S02-op44"/>
          <p:cNvSpPr txBox="1"/>
          <p:nvPr/>
        </p:nvSpPr>
        <p:spPr>
          <a:xfrm>
            <a:off x="4528312" y="506171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36" name="S02-blank45"/>
          <p:cNvSpPr/>
          <p:nvPr/>
        </p:nvSpPr>
        <p:spPr>
          <a:xfrm>
            <a:off x="5205334" y="512405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7" name="S02-fracbar46"/>
          <p:cNvSpPr/>
          <p:nvPr/>
        </p:nvSpPr>
        <p:spPr>
          <a:xfrm>
            <a:off x="5101336" y="5577840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8" name="S02-num47"/>
          <p:cNvSpPr txBox="1"/>
          <p:nvPr/>
        </p:nvSpPr>
        <p:spPr>
          <a:xfrm>
            <a:off x="5064760" y="5614416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7분의 6 안에 7분의 2는?</a:t>
            </a:r>
            <a:endParaRPr lang="ko-KR" sz="4000" dirty="0"/>
          </a:p>
        </p:txBody>
      </p:sp>
      <p:sp>
        <p:nvSpPr>
          <p:cNvPr id="3" name="S03-card4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4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분모가 같으면 분자끼리 나눠요.</a:t>
            </a:r>
            <a:endParaRPr lang="ko-KR" sz="2800" dirty="0"/>
          </a:p>
        </p:txBody>
      </p:sp>
      <p:sp>
        <p:nvSpPr>
          <p:cNvPr id="5" name="S03-num50"/>
          <p:cNvSpPr txBox="1"/>
          <p:nvPr/>
        </p:nvSpPr>
        <p:spPr>
          <a:xfrm>
            <a:off x="548640" y="138125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200" dirty="0"/>
          </a:p>
        </p:txBody>
      </p:sp>
      <p:sp>
        <p:nvSpPr>
          <p:cNvPr id="6" name="S03-fracbar51"/>
          <p:cNvSpPr/>
          <p:nvPr/>
        </p:nvSpPr>
        <p:spPr>
          <a:xfrm>
            <a:off x="585216" y="189738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" name="S03-num52"/>
          <p:cNvSpPr txBox="1"/>
          <p:nvPr/>
        </p:nvSpPr>
        <p:spPr>
          <a:xfrm>
            <a:off x="548640" y="193395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3200" dirty="0"/>
          </a:p>
        </p:txBody>
      </p:sp>
      <p:sp>
        <p:nvSpPr>
          <p:cNvPr id="8" name="S03-op53"/>
          <p:cNvSpPr txBox="1"/>
          <p:nvPr/>
        </p:nvSpPr>
        <p:spPr>
          <a:xfrm>
            <a:off x="1194816" y="138125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</a:t>
            </a:r>
            <a:endParaRPr lang="ko-KR" sz="3200" dirty="0"/>
          </a:p>
        </p:txBody>
      </p:sp>
      <p:sp>
        <p:nvSpPr>
          <p:cNvPr id="9" name="S03-num54"/>
          <p:cNvSpPr txBox="1"/>
          <p:nvPr/>
        </p:nvSpPr>
        <p:spPr>
          <a:xfrm>
            <a:off x="1958848" y="138125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10" name="S03-fracbar55"/>
          <p:cNvSpPr/>
          <p:nvPr/>
        </p:nvSpPr>
        <p:spPr>
          <a:xfrm>
            <a:off x="1995424" y="189738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" name="S03-num56"/>
          <p:cNvSpPr txBox="1"/>
          <p:nvPr/>
        </p:nvSpPr>
        <p:spPr>
          <a:xfrm>
            <a:off x="1958848" y="193395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3200" dirty="0"/>
          </a:p>
        </p:txBody>
      </p:sp>
      <p:sp>
        <p:nvSpPr>
          <p:cNvPr id="12" name="S03-op57"/>
          <p:cNvSpPr txBox="1"/>
          <p:nvPr/>
        </p:nvSpPr>
        <p:spPr>
          <a:xfrm>
            <a:off x="2605024" y="138125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13" name="S03-op58"/>
          <p:cNvSpPr txBox="1"/>
          <p:nvPr/>
        </p:nvSpPr>
        <p:spPr>
          <a:xfrm>
            <a:off x="3141472" y="1381252"/>
            <a:ext cx="524256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200" dirty="0"/>
          </a:p>
        </p:txBody>
      </p:sp>
      <p:sp>
        <p:nvSpPr>
          <p:cNvPr id="14" name="S03-op59"/>
          <p:cNvSpPr txBox="1"/>
          <p:nvPr/>
        </p:nvSpPr>
        <p:spPr>
          <a:xfrm>
            <a:off x="3775456" y="138125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</a:t>
            </a:r>
            <a:endParaRPr lang="ko-KR" sz="3200" dirty="0"/>
          </a:p>
        </p:txBody>
      </p:sp>
      <p:sp>
        <p:nvSpPr>
          <p:cNvPr id="15" name="S03-op60"/>
          <p:cNvSpPr txBox="1"/>
          <p:nvPr/>
        </p:nvSpPr>
        <p:spPr>
          <a:xfrm>
            <a:off x="4539488" y="1381252"/>
            <a:ext cx="524256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16" name="S03-op61"/>
          <p:cNvSpPr txBox="1"/>
          <p:nvPr/>
        </p:nvSpPr>
        <p:spPr>
          <a:xfrm>
            <a:off x="5173472" y="138125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17" name="S03-op62"/>
          <p:cNvSpPr txBox="1"/>
          <p:nvPr/>
        </p:nvSpPr>
        <p:spPr>
          <a:xfrm>
            <a:off x="5709920" y="1381252"/>
            <a:ext cx="524256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18" name="S03-figure63" descr="7칸으로 나눈 띠에서 색칠한 6칸(7분의 6)을 2칸(7분의 2)씩 묶으면 3묶음"/>
          <p:cNvSpPr/>
          <p:nvPr/>
        </p:nvSpPr>
        <p:spPr>
          <a:xfrm>
            <a:off x="5937265" y="3189033"/>
            <a:ext cx="786692" cy="674307"/>
          </a:xfrm>
          <a:custGeom>
            <a:avLst/>
            <a:gdLst/>
            <a:ahLst/>
            <a:cxnLst/>
            <a:rect l="l" t="t" r="r" b="b"/>
            <a:pathLst>
              <a:path w="786692" h="674307">
                <a:moveTo>
                  <a:pt x="0" y="674307"/>
                </a:moveTo>
                <a:lnTo>
                  <a:pt x="786692" y="674307"/>
                </a:lnTo>
                <a:lnTo>
                  <a:pt x="786692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3-mark64"/>
          <p:cNvSpPr/>
          <p:nvPr/>
        </p:nvSpPr>
        <p:spPr>
          <a:xfrm>
            <a:off x="6723957" y="3189033"/>
            <a:ext cx="786692" cy="674307"/>
          </a:xfrm>
          <a:custGeom>
            <a:avLst/>
            <a:gdLst/>
            <a:ahLst/>
            <a:cxnLst/>
            <a:rect l="l" t="t" r="r" b="b"/>
            <a:pathLst>
              <a:path w="786692" h="674307">
                <a:moveTo>
                  <a:pt x="0" y="674307"/>
                </a:moveTo>
                <a:lnTo>
                  <a:pt x="786692" y="674307"/>
                </a:lnTo>
                <a:lnTo>
                  <a:pt x="786692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3-mark65"/>
          <p:cNvSpPr/>
          <p:nvPr/>
        </p:nvSpPr>
        <p:spPr>
          <a:xfrm>
            <a:off x="7510649" y="3189033"/>
            <a:ext cx="786692" cy="674307"/>
          </a:xfrm>
          <a:custGeom>
            <a:avLst/>
            <a:gdLst/>
            <a:ahLst/>
            <a:cxnLst/>
            <a:rect l="l" t="t" r="r" b="b"/>
            <a:pathLst>
              <a:path w="786692" h="674307">
                <a:moveTo>
                  <a:pt x="0" y="674307"/>
                </a:moveTo>
                <a:lnTo>
                  <a:pt x="786692" y="674307"/>
                </a:lnTo>
                <a:lnTo>
                  <a:pt x="786692" y="0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3-mark66"/>
          <p:cNvSpPr/>
          <p:nvPr/>
        </p:nvSpPr>
        <p:spPr>
          <a:xfrm>
            <a:off x="8297340" y="3189033"/>
            <a:ext cx="786692" cy="674307"/>
          </a:xfrm>
          <a:custGeom>
            <a:avLst/>
            <a:gdLst/>
            <a:ahLst/>
            <a:cxnLst/>
            <a:rect l="l" t="t" r="r" b="b"/>
            <a:pathLst>
              <a:path w="786692" h="674307">
                <a:moveTo>
                  <a:pt x="0" y="674307"/>
                </a:moveTo>
                <a:lnTo>
                  <a:pt x="786692" y="674307"/>
                </a:lnTo>
                <a:lnTo>
                  <a:pt x="786692" y="0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3-mark67"/>
          <p:cNvSpPr/>
          <p:nvPr/>
        </p:nvSpPr>
        <p:spPr>
          <a:xfrm>
            <a:off x="9084032" y="3189033"/>
            <a:ext cx="786692" cy="674307"/>
          </a:xfrm>
          <a:custGeom>
            <a:avLst/>
            <a:gdLst/>
            <a:ahLst/>
            <a:cxnLst/>
            <a:rect l="l" t="t" r="r" b="b"/>
            <a:pathLst>
              <a:path w="786692" h="674307">
                <a:moveTo>
                  <a:pt x="0" y="674307"/>
                </a:moveTo>
                <a:lnTo>
                  <a:pt x="786692" y="674307"/>
                </a:lnTo>
                <a:lnTo>
                  <a:pt x="786692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3-mark68"/>
          <p:cNvSpPr/>
          <p:nvPr/>
        </p:nvSpPr>
        <p:spPr>
          <a:xfrm>
            <a:off x="9870724" y="3189033"/>
            <a:ext cx="786692" cy="674307"/>
          </a:xfrm>
          <a:custGeom>
            <a:avLst/>
            <a:gdLst/>
            <a:ahLst/>
            <a:cxnLst/>
            <a:rect l="l" t="t" r="r" b="b"/>
            <a:pathLst>
              <a:path w="786692" h="674307">
                <a:moveTo>
                  <a:pt x="0" y="674307"/>
                </a:moveTo>
                <a:lnTo>
                  <a:pt x="786692" y="674307"/>
                </a:lnTo>
                <a:lnTo>
                  <a:pt x="786692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03-mark69"/>
          <p:cNvSpPr/>
          <p:nvPr/>
        </p:nvSpPr>
        <p:spPr>
          <a:xfrm>
            <a:off x="10657416" y="3189033"/>
            <a:ext cx="786692" cy="674307"/>
          </a:xfrm>
          <a:custGeom>
            <a:avLst/>
            <a:gdLst/>
            <a:ahLst/>
            <a:cxnLst/>
            <a:rect l="l" t="t" r="r" b="b"/>
            <a:pathLst>
              <a:path w="786692" h="674307">
                <a:moveTo>
                  <a:pt x="0" y="674307"/>
                </a:moveTo>
                <a:lnTo>
                  <a:pt x="786692" y="674307"/>
                </a:lnTo>
                <a:lnTo>
                  <a:pt x="786692" y="0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5" name="S03-mark70"/>
          <p:cNvSpPr/>
          <p:nvPr/>
        </p:nvSpPr>
        <p:spPr>
          <a:xfrm>
            <a:off x="5937265" y="3189033"/>
            <a:ext cx="5506843" cy="674307"/>
          </a:xfrm>
          <a:custGeom>
            <a:avLst/>
            <a:gdLst/>
            <a:ahLst/>
            <a:cxnLst/>
            <a:rect l="l" t="t" r="r" b="b"/>
            <a:pathLst>
              <a:path w="5506843" h="674307">
                <a:moveTo>
                  <a:pt x="0" y="674307"/>
                </a:moveTo>
                <a:lnTo>
                  <a:pt x="5506843" y="674307"/>
                </a:lnTo>
                <a:lnTo>
                  <a:pt x="5506843" y="0"/>
                </a:lnTo>
                <a:lnTo>
                  <a:pt x="0" y="0"/>
                </a:lnTo>
                <a:close/>
              </a:path>
            </a:pathLst>
          </a:cu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26" name="S03-mark71"/>
          <p:cNvSpPr/>
          <p:nvPr/>
        </p:nvSpPr>
        <p:spPr>
          <a:xfrm>
            <a:off x="5993457" y="4060013"/>
            <a:ext cx="1460999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</a:ln>
        </p:spPr>
      </p:sp>
      <p:sp>
        <p:nvSpPr>
          <p:cNvPr id="27" name="S03-mark72"/>
          <p:cNvSpPr/>
          <p:nvPr/>
        </p:nvSpPr>
        <p:spPr>
          <a:xfrm flipV="1">
            <a:off x="5993457" y="3930771"/>
            <a:ext cx="0" cy="129242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</a:ln>
        </p:spPr>
      </p:sp>
      <p:sp>
        <p:nvSpPr>
          <p:cNvPr id="28" name="S03-mark73"/>
          <p:cNvSpPr/>
          <p:nvPr/>
        </p:nvSpPr>
        <p:spPr>
          <a:xfrm flipV="1">
            <a:off x="7454456" y="3930771"/>
            <a:ext cx="0" cy="129242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</a:ln>
        </p:spPr>
      </p:sp>
      <p:sp>
        <p:nvSpPr>
          <p:cNvPr id="29" name="S03-mark74"/>
          <p:cNvSpPr/>
          <p:nvPr/>
        </p:nvSpPr>
        <p:spPr>
          <a:xfrm>
            <a:off x="7566841" y="4060013"/>
            <a:ext cx="1460999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</a:ln>
        </p:spPr>
      </p:sp>
      <p:sp>
        <p:nvSpPr>
          <p:cNvPr id="30" name="S03-mark75"/>
          <p:cNvSpPr/>
          <p:nvPr/>
        </p:nvSpPr>
        <p:spPr>
          <a:xfrm flipV="1">
            <a:off x="7566841" y="3930771"/>
            <a:ext cx="0" cy="129242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</a:ln>
        </p:spPr>
      </p:sp>
      <p:sp>
        <p:nvSpPr>
          <p:cNvPr id="31" name="S03-mark76"/>
          <p:cNvSpPr/>
          <p:nvPr/>
        </p:nvSpPr>
        <p:spPr>
          <a:xfrm flipV="1">
            <a:off x="9027840" y="3930771"/>
            <a:ext cx="0" cy="129242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</a:ln>
        </p:spPr>
      </p:sp>
      <p:sp>
        <p:nvSpPr>
          <p:cNvPr id="32" name="S03-mark77"/>
          <p:cNvSpPr/>
          <p:nvPr/>
        </p:nvSpPr>
        <p:spPr>
          <a:xfrm>
            <a:off x="9140224" y="4060013"/>
            <a:ext cx="1460999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</a:ln>
        </p:spPr>
      </p:sp>
      <p:sp>
        <p:nvSpPr>
          <p:cNvPr id="33" name="S03-mark78"/>
          <p:cNvSpPr/>
          <p:nvPr/>
        </p:nvSpPr>
        <p:spPr>
          <a:xfrm flipV="1">
            <a:off x="9140224" y="3930771"/>
            <a:ext cx="0" cy="129242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</a:ln>
        </p:spPr>
      </p:sp>
      <p:sp>
        <p:nvSpPr>
          <p:cNvPr id="34" name="S03-mark79"/>
          <p:cNvSpPr/>
          <p:nvPr/>
        </p:nvSpPr>
        <p:spPr>
          <a:xfrm flipV="1">
            <a:off x="10601223" y="3930771"/>
            <a:ext cx="0" cy="129242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</a:ln>
        </p:spPr>
      </p:sp>
      <p:sp>
        <p:nvSpPr>
          <p:cNvPr id="35" name="S03-label81"/>
          <p:cNvSpPr txBox="1"/>
          <p:nvPr/>
        </p:nvSpPr>
        <p:spPr>
          <a:xfrm>
            <a:off x="6439985" y="4222542"/>
            <a:ext cx="56794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1번</a:t>
            </a:r>
            <a:endParaRPr lang="ko-KR" sz="2200" dirty="0"/>
          </a:p>
        </p:txBody>
      </p:sp>
      <p:sp>
        <p:nvSpPr>
          <p:cNvPr id="36" name="S03-label83"/>
          <p:cNvSpPr txBox="1"/>
          <p:nvPr/>
        </p:nvSpPr>
        <p:spPr>
          <a:xfrm>
            <a:off x="8013368" y="4222542"/>
            <a:ext cx="56794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2번</a:t>
            </a:r>
            <a:endParaRPr lang="ko-KR" sz="2200" dirty="0"/>
          </a:p>
        </p:txBody>
      </p:sp>
      <p:sp>
        <p:nvSpPr>
          <p:cNvPr id="37" name="S03-label85"/>
          <p:cNvSpPr txBox="1"/>
          <p:nvPr/>
        </p:nvSpPr>
        <p:spPr>
          <a:xfrm>
            <a:off x="9586752" y="4222542"/>
            <a:ext cx="56794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3번</a:t>
            </a:r>
            <a:endParaRPr lang="ko-KR" sz="2200" dirty="0"/>
          </a:p>
        </p:txBody>
      </p:sp>
      <p:sp>
        <p:nvSpPr>
          <p:cNvPr id="38" name="S03-stepno86"/>
          <p:cNvSpPr txBox="1"/>
          <p:nvPr/>
        </p:nvSpPr>
        <p:spPr>
          <a:xfrm>
            <a:off x="548640" y="27218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39" name="S03-text87"/>
          <p:cNvSpPr txBox="1"/>
          <p:nvPr/>
        </p:nvSpPr>
        <p:spPr>
          <a:xfrm>
            <a:off x="1325880" y="2676144"/>
            <a:ext cx="4049420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7분의 6은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7분의 1이 6개</a:t>
            </a:r>
            <a:endParaRPr lang="ko-KR" sz="2200" dirty="0"/>
          </a:p>
        </p:txBody>
      </p:sp>
      <p:sp>
        <p:nvSpPr>
          <p:cNvPr id="40" name="S03-stepno88"/>
          <p:cNvSpPr txBox="1"/>
          <p:nvPr/>
        </p:nvSpPr>
        <p:spPr>
          <a:xfrm>
            <a:off x="548640" y="35681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41" name="S03-text89"/>
          <p:cNvSpPr txBox="1"/>
          <p:nvPr/>
        </p:nvSpPr>
        <p:spPr>
          <a:xfrm>
            <a:off x="1325880" y="3522472"/>
            <a:ext cx="4049420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7분의 2는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7분의 1이 2개</a:t>
            </a:r>
            <a:endParaRPr lang="ko-KR" sz="2200" dirty="0"/>
          </a:p>
        </p:txBody>
      </p:sp>
      <p:sp>
        <p:nvSpPr>
          <p:cNvPr id="42" name="S03-stepno90"/>
          <p:cNvSpPr txBox="1"/>
          <p:nvPr/>
        </p:nvSpPr>
        <p:spPr>
          <a:xfrm>
            <a:off x="548640" y="44145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43" name="S03-text91"/>
          <p:cNvSpPr txBox="1"/>
          <p:nvPr/>
        </p:nvSpPr>
        <p:spPr>
          <a:xfrm>
            <a:off x="1325880" y="4368800"/>
            <a:ext cx="4049420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6개를 2개씩 묶으면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3묶음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분모가 다르면 통분해요</a:t>
            </a:r>
            <a:endParaRPr lang="ko-KR" sz="4000" dirty="0"/>
          </a:p>
        </p:txBody>
      </p:sp>
      <p:sp>
        <p:nvSpPr>
          <p:cNvPr id="3" name="S04-card9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9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통분한 뒤 분자끼리 나누고, 몫을 분수로 나타내요.</a:t>
            </a:r>
            <a:endParaRPr lang="ko-KR" sz="2800" dirty="0"/>
          </a:p>
        </p:txBody>
      </p:sp>
      <p:sp>
        <p:nvSpPr>
          <p:cNvPr id="5" name="S04-num94"/>
          <p:cNvSpPr txBox="1"/>
          <p:nvPr/>
        </p:nvSpPr>
        <p:spPr>
          <a:xfrm>
            <a:off x="548640" y="138125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6" name="S04-fracbar95"/>
          <p:cNvSpPr/>
          <p:nvPr/>
        </p:nvSpPr>
        <p:spPr>
          <a:xfrm>
            <a:off x="585216" y="189738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" name="S04-num96"/>
          <p:cNvSpPr txBox="1"/>
          <p:nvPr/>
        </p:nvSpPr>
        <p:spPr>
          <a:xfrm>
            <a:off x="548640" y="193395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8" name="S04-op97"/>
          <p:cNvSpPr txBox="1"/>
          <p:nvPr/>
        </p:nvSpPr>
        <p:spPr>
          <a:xfrm>
            <a:off x="1194816" y="138125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</a:t>
            </a:r>
            <a:endParaRPr lang="ko-KR" sz="3200" dirty="0"/>
          </a:p>
        </p:txBody>
      </p:sp>
      <p:sp>
        <p:nvSpPr>
          <p:cNvPr id="9" name="S04-num98"/>
          <p:cNvSpPr txBox="1"/>
          <p:nvPr/>
        </p:nvSpPr>
        <p:spPr>
          <a:xfrm>
            <a:off x="1958848" y="138125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10" name="S04-fracbar99"/>
          <p:cNvSpPr/>
          <p:nvPr/>
        </p:nvSpPr>
        <p:spPr>
          <a:xfrm>
            <a:off x="1995424" y="189738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" name="S04-num100"/>
          <p:cNvSpPr txBox="1"/>
          <p:nvPr/>
        </p:nvSpPr>
        <p:spPr>
          <a:xfrm>
            <a:off x="1958848" y="193395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12" name="S04-op101"/>
          <p:cNvSpPr txBox="1"/>
          <p:nvPr/>
        </p:nvSpPr>
        <p:spPr>
          <a:xfrm>
            <a:off x="2605024" y="138125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13" name="S04-num102"/>
          <p:cNvSpPr txBox="1"/>
          <p:nvPr/>
        </p:nvSpPr>
        <p:spPr>
          <a:xfrm>
            <a:off x="3141472" y="1381252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3200" dirty="0"/>
          </a:p>
        </p:txBody>
      </p:sp>
      <p:sp>
        <p:nvSpPr>
          <p:cNvPr id="14" name="S04-fracbar103"/>
          <p:cNvSpPr/>
          <p:nvPr/>
        </p:nvSpPr>
        <p:spPr>
          <a:xfrm>
            <a:off x="3178048" y="1897380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5" name="S04-num104"/>
          <p:cNvSpPr txBox="1"/>
          <p:nvPr/>
        </p:nvSpPr>
        <p:spPr>
          <a:xfrm>
            <a:off x="3141472" y="1933956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3200" dirty="0"/>
          </a:p>
        </p:txBody>
      </p:sp>
      <p:sp>
        <p:nvSpPr>
          <p:cNvPr id="16" name="S04-op105"/>
          <p:cNvSpPr txBox="1"/>
          <p:nvPr/>
        </p:nvSpPr>
        <p:spPr>
          <a:xfrm>
            <a:off x="3887216" y="138125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</a:t>
            </a:r>
            <a:endParaRPr lang="ko-KR" sz="3200" dirty="0"/>
          </a:p>
        </p:txBody>
      </p:sp>
      <p:sp>
        <p:nvSpPr>
          <p:cNvPr id="17" name="S04-num106"/>
          <p:cNvSpPr txBox="1"/>
          <p:nvPr/>
        </p:nvSpPr>
        <p:spPr>
          <a:xfrm>
            <a:off x="4651248" y="1381252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3200" dirty="0"/>
          </a:p>
        </p:txBody>
      </p:sp>
      <p:sp>
        <p:nvSpPr>
          <p:cNvPr id="18" name="S04-fracbar107"/>
          <p:cNvSpPr/>
          <p:nvPr/>
        </p:nvSpPr>
        <p:spPr>
          <a:xfrm>
            <a:off x="4687824" y="1897380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9" name="S04-num108"/>
          <p:cNvSpPr txBox="1"/>
          <p:nvPr/>
        </p:nvSpPr>
        <p:spPr>
          <a:xfrm>
            <a:off x="4651248" y="1933956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3200" dirty="0"/>
          </a:p>
        </p:txBody>
      </p:sp>
      <p:sp>
        <p:nvSpPr>
          <p:cNvPr id="20" name="S04-op109"/>
          <p:cNvSpPr txBox="1"/>
          <p:nvPr/>
        </p:nvSpPr>
        <p:spPr>
          <a:xfrm>
            <a:off x="5396992" y="138125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21" name="S04-op110"/>
          <p:cNvSpPr txBox="1"/>
          <p:nvPr/>
        </p:nvSpPr>
        <p:spPr>
          <a:xfrm>
            <a:off x="5933440" y="1381252"/>
            <a:ext cx="524256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3200" dirty="0"/>
          </a:p>
        </p:txBody>
      </p:sp>
      <p:sp>
        <p:nvSpPr>
          <p:cNvPr id="22" name="S04-op111"/>
          <p:cNvSpPr txBox="1"/>
          <p:nvPr/>
        </p:nvSpPr>
        <p:spPr>
          <a:xfrm>
            <a:off x="6567424" y="138125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</a:t>
            </a:r>
            <a:endParaRPr lang="ko-KR" sz="3200" dirty="0"/>
          </a:p>
        </p:txBody>
      </p:sp>
      <p:sp>
        <p:nvSpPr>
          <p:cNvPr id="23" name="S04-op112"/>
          <p:cNvSpPr txBox="1"/>
          <p:nvPr/>
        </p:nvSpPr>
        <p:spPr>
          <a:xfrm>
            <a:off x="7331456" y="1381252"/>
            <a:ext cx="524256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3200" dirty="0"/>
          </a:p>
        </p:txBody>
      </p:sp>
      <p:sp>
        <p:nvSpPr>
          <p:cNvPr id="24" name="S04-op113"/>
          <p:cNvSpPr txBox="1"/>
          <p:nvPr/>
        </p:nvSpPr>
        <p:spPr>
          <a:xfrm>
            <a:off x="7965440" y="138125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25" name="S04-num114"/>
          <p:cNvSpPr txBox="1"/>
          <p:nvPr/>
        </p:nvSpPr>
        <p:spPr>
          <a:xfrm>
            <a:off x="8501888" y="138125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3200" dirty="0"/>
          </a:p>
        </p:txBody>
      </p:sp>
      <p:sp>
        <p:nvSpPr>
          <p:cNvPr id="26" name="S04-fracbar115"/>
          <p:cNvSpPr/>
          <p:nvPr/>
        </p:nvSpPr>
        <p:spPr>
          <a:xfrm>
            <a:off x="8538464" y="189738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7" name="S04-num116"/>
          <p:cNvSpPr txBox="1"/>
          <p:nvPr/>
        </p:nvSpPr>
        <p:spPr>
          <a:xfrm>
            <a:off x="8501888" y="193395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3200" dirty="0"/>
          </a:p>
        </p:txBody>
      </p:sp>
      <p:sp>
        <p:nvSpPr>
          <p:cNvPr id="28" name="S04-num117"/>
          <p:cNvSpPr txBox="1"/>
          <p:nvPr/>
        </p:nvSpPr>
        <p:spPr>
          <a:xfrm>
            <a:off x="6446012" y="2867660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800" dirty="0"/>
          </a:p>
        </p:txBody>
      </p:sp>
      <p:sp>
        <p:nvSpPr>
          <p:cNvPr id="29" name="S04-fracbar118"/>
          <p:cNvSpPr/>
          <p:nvPr/>
        </p:nvSpPr>
        <p:spPr>
          <a:xfrm>
            <a:off x="6482588" y="3323844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0" name="S04-num119"/>
          <p:cNvSpPr txBox="1"/>
          <p:nvPr/>
        </p:nvSpPr>
        <p:spPr>
          <a:xfrm>
            <a:off x="6446012" y="3360420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800" dirty="0"/>
          </a:p>
        </p:txBody>
      </p:sp>
      <p:sp>
        <p:nvSpPr>
          <p:cNvPr id="31" name="S04-cell120"/>
          <p:cNvSpPr/>
          <p:nvPr/>
        </p:nvSpPr>
        <p:spPr>
          <a:xfrm>
            <a:off x="7328916" y="2912364"/>
            <a:ext cx="35928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2" name="S04-cell121"/>
          <p:cNvSpPr/>
          <p:nvPr/>
        </p:nvSpPr>
        <p:spPr>
          <a:xfrm>
            <a:off x="7688199" y="2912364"/>
            <a:ext cx="35928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3" name="S04-cell122"/>
          <p:cNvSpPr/>
          <p:nvPr/>
        </p:nvSpPr>
        <p:spPr>
          <a:xfrm>
            <a:off x="8047482" y="2912364"/>
            <a:ext cx="35928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4" name="S04-cell123"/>
          <p:cNvSpPr/>
          <p:nvPr/>
        </p:nvSpPr>
        <p:spPr>
          <a:xfrm>
            <a:off x="8406765" y="2912364"/>
            <a:ext cx="35928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04-cell124"/>
          <p:cNvSpPr/>
          <p:nvPr/>
        </p:nvSpPr>
        <p:spPr>
          <a:xfrm>
            <a:off x="8766048" y="2912364"/>
            <a:ext cx="35928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6" name="S04-cell125"/>
          <p:cNvSpPr/>
          <p:nvPr/>
        </p:nvSpPr>
        <p:spPr>
          <a:xfrm>
            <a:off x="9125331" y="2912364"/>
            <a:ext cx="35928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7" name="S04-cell126"/>
          <p:cNvSpPr/>
          <p:nvPr/>
        </p:nvSpPr>
        <p:spPr>
          <a:xfrm>
            <a:off x="9484614" y="2912364"/>
            <a:ext cx="35928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8" name="S04-cell127"/>
          <p:cNvSpPr/>
          <p:nvPr/>
        </p:nvSpPr>
        <p:spPr>
          <a:xfrm>
            <a:off x="9843897" y="2912364"/>
            <a:ext cx="35928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9" name="S04-cell128"/>
          <p:cNvSpPr/>
          <p:nvPr/>
        </p:nvSpPr>
        <p:spPr>
          <a:xfrm>
            <a:off x="10203180" y="2912364"/>
            <a:ext cx="35928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0" name="S04-cell129"/>
          <p:cNvSpPr/>
          <p:nvPr/>
        </p:nvSpPr>
        <p:spPr>
          <a:xfrm>
            <a:off x="10562463" y="2912364"/>
            <a:ext cx="359283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1" name="S04-cell130"/>
          <p:cNvSpPr/>
          <p:nvPr/>
        </p:nvSpPr>
        <p:spPr>
          <a:xfrm>
            <a:off x="10921746" y="2912364"/>
            <a:ext cx="359283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2" name="S04-cell131"/>
          <p:cNvSpPr/>
          <p:nvPr/>
        </p:nvSpPr>
        <p:spPr>
          <a:xfrm>
            <a:off x="11281029" y="2912364"/>
            <a:ext cx="359283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3" name="S04-figure132" descr="똑같이 12칸으로 나눈 띠, 9칸 색칠"/>
          <p:cNvSpPr/>
          <p:nvPr/>
        </p:nvSpPr>
        <p:spPr>
          <a:xfrm>
            <a:off x="7328916" y="2912364"/>
            <a:ext cx="4311396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4" name="S04-num133"/>
          <p:cNvSpPr txBox="1"/>
          <p:nvPr/>
        </p:nvSpPr>
        <p:spPr>
          <a:xfrm>
            <a:off x="6446012" y="3946652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800" dirty="0"/>
          </a:p>
        </p:txBody>
      </p:sp>
      <p:sp>
        <p:nvSpPr>
          <p:cNvPr id="45" name="S04-fracbar134"/>
          <p:cNvSpPr/>
          <p:nvPr/>
        </p:nvSpPr>
        <p:spPr>
          <a:xfrm>
            <a:off x="6482588" y="4402836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6" name="S04-num135"/>
          <p:cNvSpPr txBox="1"/>
          <p:nvPr/>
        </p:nvSpPr>
        <p:spPr>
          <a:xfrm>
            <a:off x="6446012" y="4439412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800" dirty="0"/>
          </a:p>
        </p:txBody>
      </p:sp>
      <p:sp>
        <p:nvSpPr>
          <p:cNvPr id="47" name="S04-cell136"/>
          <p:cNvSpPr/>
          <p:nvPr/>
        </p:nvSpPr>
        <p:spPr>
          <a:xfrm>
            <a:off x="7328916" y="3991356"/>
            <a:ext cx="35928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8" name="S04-cell137"/>
          <p:cNvSpPr/>
          <p:nvPr/>
        </p:nvSpPr>
        <p:spPr>
          <a:xfrm>
            <a:off x="7688199" y="3991356"/>
            <a:ext cx="35928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9" name="S04-cell138"/>
          <p:cNvSpPr/>
          <p:nvPr/>
        </p:nvSpPr>
        <p:spPr>
          <a:xfrm>
            <a:off x="8047482" y="3991356"/>
            <a:ext cx="35928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0" name="S04-cell139"/>
          <p:cNvSpPr/>
          <p:nvPr/>
        </p:nvSpPr>
        <p:spPr>
          <a:xfrm>
            <a:off x="8406765" y="3991356"/>
            <a:ext cx="35928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1" name="S04-cell140"/>
          <p:cNvSpPr/>
          <p:nvPr/>
        </p:nvSpPr>
        <p:spPr>
          <a:xfrm>
            <a:off x="8766048" y="3991356"/>
            <a:ext cx="35928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2" name="S04-cell141"/>
          <p:cNvSpPr/>
          <p:nvPr/>
        </p:nvSpPr>
        <p:spPr>
          <a:xfrm>
            <a:off x="9125331" y="3991356"/>
            <a:ext cx="35928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3" name="S04-cell142"/>
          <p:cNvSpPr/>
          <p:nvPr/>
        </p:nvSpPr>
        <p:spPr>
          <a:xfrm>
            <a:off x="9484614" y="3991356"/>
            <a:ext cx="35928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4" name="S04-cell143"/>
          <p:cNvSpPr/>
          <p:nvPr/>
        </p:nvSpPr>
        <p:spPr>
          <a:xfrm>
            <a:off x="9843897" y="3991356"/>
            <a:ext cx="35928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5" name="S04-cell144"/>
          <p:cNvSpPr/>
          <p:nvPr/>
        </p:nvSpPr>
        <p:spPr>
          <a:xfrm>
            <a:off x="10203180" y="3991356"/>
            <a:ext cx="359283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6" name="S04-cell145"/>
          <p:cNvSpPr/>
          <p:nvPr/>
        </p:nvSpPr>
        <p:spPr>
          <a:xfrm>
            <a:off x="10562463" y="3991356"/>
            <a:ext cx="359283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7" name="S04-cell146"/>
          <p:cNvSpPr/>
          <p:nvPr/>
        </p:nvSpPr>
        <p:spPr>
          <a:xfrm>
            <a:off x="10921746" y="3991356"/>
            <a:ext cx="359283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8" name="S04-cell147"/>
          <p:cNvSpPr/>
          <p:nvPr/>
        </p:nvSpPr>
        <p:spPr>
          <a:xfrm>
            <a:off x="11281029" y="3991356"/>
            <a:ext cx="359283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9" name="S04-figure148" descr="똑같이 12칸으로 나눈 띠, 8칸 색칠"/>
          <p:cNvSpPr/>
          <p:nvPr/>
        </p:nvSpPr>
        <p:spPr>
          <a:xfrm>
            <a:off x="7328916" y="3991356"/>
            <a:ext cx="4311396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0" name="S04-stepno149"/>
          <p:cNvSpPr txBox="1"/>
          <p:nvPr/>
        </p:nvSpPr>
        <p:spPr>
          <a:xfrm>
            <a:off x="548640" y="27426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61" name="S04-text150"/>
          <p:cNvSpPr txBox="1"/>
          <p:nvPr/>
        </p:nvSpPr>
        <p:spPr>
          <a:xfrm>
            <a:off x="1325880" y="2742692"/>
            <a:ext cx="45857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분모를 12로 같게 해요.</a:t>
            </a:r>
            <a:endParaRPr lang="ko-KR" sz="2200" dirty="0"/>
          </a:p>
        </p:txBody>
      </p:sp>
      <p:sp>
        <p:nvSpPr>
          <p:cNvPr id="62" name="S04-stepno151"/>
          <p:cNvSpPr txBox="1"/>
          <p:nvPr/>
        </p:nvSpPr>
        <p:spPr>
          <a:xfrm>
            <a:off x="548640" y="350164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63" name="S04-text152"/>
          <p:cNvSpPr txBox="1"/>
          <p:nvPr/>
        </p:nvSpPr>
        <p:spPr>
          <a:xfrm>
            <a:off x="1325880" y="3455924"/>
            <a:ext cx="4585716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8칸 묶음이 9칸 안에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1번 들어가고 1칸 남아요.</a:t>
            </a:r>
            <a:endParaRPr lang="ko-KR" sz="2200" dirty="0"/>
          </a:p>
        </p:txBody>
      </p:sp>
      <p:sp>
        <p:nvSpPr>
          <p:cNvPr id="64" name="S04-stepno153"/>
          <p:cNvSpPr txBox="1"/>
          <p:nvPr/>
        </p:nvSpPr>
        <p:spPr>
          <a:xfrm>
            <a:off x="548640" y="43479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65" name="S04-text154"/>
          <p:cNvSpPr txBox="1"/>
          <p:nvPr/>
        </p:nvSpPr>
        <p:spPr>
          <a:xfrm>
            <a:off x="1325880" y="4302252"/>
            <a:ext cx="4585716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1칸은 8칸의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8분의 1 → 1과 8분의 1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분자끼리 나눠요</a:t>
            </a:r>
            <a:endParaRPr lang="ko-KR" sz="4000" dirty="0"/>
          </a:p>
        </p:txBody>
      </p:sp>
      <p:sp>
        <p:nvSpPr>
          <p:cNvPr id="3" name="S05-card15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5-cardtext15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분모가 다르면 먼저 통분해요.</a:t>
            </a:r>
            <a:endParaRPr lang="ko-KR" sz="2800" dirty="0"/>
          </a:p>
        </p:txBody>
      </p:sp>
      <p:sp>
        <p:nvSpPr>
          <p:cNvPr id="5" name="S05-chip157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6" name="S05-num158"/>
          <p:cNvSpPr txBox="1"/>
          <p:nvPr/>
        </p:nvSpPr>
        <p:spPr>
          <a:xfrm>
            <a:off x="1344168" y="154127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3200" dirty="0"/>
          </a:p>
        </p:txBody>
      </p:sp>
      <p:sp>
        <p:nvSpPr>
          <p:cNvPr id="7" name="S05-fracbar159"/>
          <p:cNvSpPr/>
          <p:nvPr/>
        </p:nvSpPr>
        <p:spPr>
          <a:xfrm>
            <a:off x="1380744" y="20574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" name="S05-num160"/>
          <p:cNvSpPr txBox="1"/>
          <p:nvPr/>
        </p:nvSpPr>
        <p:spPr>
          <a:xfrm>
            <a:off x="1344168" y="209397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3200" dirty="0"/>
          </a:p>
        </p:txBody>
      </p:sp>
      <p:sp>
        <p:nvSpPr>
          <p:cNvPr id="9" name="S05-op161"/>
          <p:cNvSpPr txBox="1"/>
          <p:nvPr/>
        </p:nvSpPr>
        <p:spPr>
          <a:xfrm>
            <a:off x="1990344" y="154127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</a:t>
            </a:r>
            <a:endParaRPr lang="ko-KR" sz="3200" dirty="0"/>
          </a:p>
        </p:txBody>
      </p:sp>
      <p:sp>
        <p:nvSpPr>
          <p:cNvPr id="10" name="S05-num162"/>
          <p:cNvSpPr txBox="1"/>
          <p:nvPr/>
        </p:nvSpPr>
        <p:spPr>
          <a:xfrm>
            <a:off x="2754376" y="154127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11" name="S05-fracbar163"/>
          <p:cNvSpPr/>
          <p:nvPr/>
        </p:nvSpPr>
        <p:spPr>
          <a:xfrm>
            <a:off x="2790952" y="20574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" name="S05-num164"/>
          <p:cNvSpPr txBox="1"/>
          <p:nvPr/>
        </p:nvSpPr>
        <p:spPr>
          <a:xfrm>
            <a:off x="2754376" y="209397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3200" dirty="0"/>
          </a:p>
        </p:txBody>
      </p:sp>
      <p:sp>
        <p:nvSpPr>
          <p:cNvPr id="13" name="S05-op165"/>
          <p:cNvSpPr txBox="1"/>
          <p:nvPr/>
        </p:nvSpPr>
        <p:spPr>
          <a:xfrm>
            <a:off x="3400552" y="154127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14" name="S05-blank166"/>
          <p:cNvSpPr/>
          <p:nvPr/>
        </p:nvSpPr>
        <p:spPr>
          <a:xfrm>
            <a:off x="4086718" y="1879966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5" name="S05-chip167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16" name="S05-num168"/>
          <p:cNvSpPr txBox="1"/>
          <p:nvPr/>
        </p:nvSpPr>
        <p:spPr>
          <a:xfrm>
            <a:off x="7072884" y="1541272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3200" dirty="0"/>
          </a:p>
        </p:txBody>
      </p:sp>
      <p:sp>
        <p:nvSpPr>
          <p:cNvPr id="17" name="S05-fracbar169"/>
          <p:cNvSpPr/>
          <p:nvPr/>
        </p:nvSpPr>
        <p:spPr>
          <a:xfrm>
            <a:off x="7109460" y="2057400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8" name="S05-num170"/>
          <p:cNvSpPr txBox="1"/>
          <p:nvPr/>
        </p:nvSpPr>
        <p:spPr>
          <a:xfrm>
            <a:off x="7072884" y="2093976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3200" dirty="0"/>
          </a:p>
        </p:txBody>
      </p:sp>
      <p:sp>
        <p:nvSpPr>
          <p:cNvPr id="19" name="S05-op171"/>
          <p:cNvSpPr txBox="1"/>
          <p:nvPr/>
        </p:nvSpPr>
        <p:spPr>
          <a:xfrm>
            <a:off x="7818628" y="154127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</a:t>
            </a:r>
            <a:endParaRPr lang="ko-KR" sz="3200" dirty="0"/>
          </a:p>
        </p:txBody>
      </p:sp>
      <p:sp>
        <p:nvSpPr>
          <p:cNvPr id="20" name="S05-num172"/>
          <p:cNvSpPr txBox="1"/>
          <p:nvPr/>
        </p:nvSpPr>
        <p:spPr>
          <a:xfrm>
            <a:off x="8582660" y="1541272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21" name="S05-fracbar173"/>
          <p:cNvSpPr/>
          <p:nvPr/>
        </p:nvSpPr>
        <p:spPr>
          <a:xfrm>
            <a:off x="8619236" y="2057400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2" name="S05-num174"/>
          <p:cNvSpPr txBox="1"/>
          <p:nvPr/>
        </p:nvSpPr>
        <p:spPr>
          <a:xfrm>
            <a:off x="8582660" y="2093976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3200" dirty="0"/>
          </a:p>
        </p:txBody>
      </p:sp>
      <p:sp>
        <p:nvSpPr>
          <p:cNvPr id="23" name="S05-op175"/>
          <p:cNvSpPr txBox="1"/>
          <p:nvPr/>
        </p:nvSpPr>
        <p:spPr>
          <a:xfrm>
            <a:off x="9328404" y="154127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24" name="S05-blank176"/>
          <p:cNvSpPr/>
          <p:nvPr/>
        </p:nvSpPr>
        <p:spPr>
          <a:xfrm>
            <a:off x="9864852" y="1879966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5" name="S05-blank177"/>
          <p:cNvSpPr/>
          <p:nvPr/>
        </p:nvSpPr>
        <p:spPr>
          <a:xfrm>
            <a:off x="10383662" y="160361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6" name="S05-fracbar178"/>
          <p:cNvSpPr/>
          <p:nvPr/>
        </p:nvSpPr>
        <p:spPr>
          <a:xfrm>
            <a:off x="10329448" y="20574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7" name="S05-blank179"/>
          <p:cNvSpPr/>
          <p:nvPr/>
        </p:nvSpPr>
        <p:spPr>
          <a:xfrm>
            <a:off x="10383662" y="2156318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8" name="S05-chip180"/>
          <p:cNvSpPr txBox="1"/>
          <p:nvPr/>
        </p:nvSpPr>
        <p:spPr>
          <a:xfrm>
            <a:off x="548640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29" name="S05-num181"/>
          <p:cNvSpPr txBox="1"/>
          <p:nvPr/>
        </p:nvSpPr>
        <p:spPr>
          <a:xfrm>
            <a:off x="1344168" y="353009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200" dirty="0"/>
          </a:p>
        </p:txBody>
      </p:sp>
      <p:sp>
        <p:nvSpPr>
          <p:cNvPr id="30" name="S05-fracbar182"/>
          <p:cNvSpPr/>
          <p:nvPr/>
        </p:nvSpPr>
        <p:spPr>
          <a:xfrm>
            <a:off x="1380744" y="404622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1" name="S05-num183"/>
          <p:cNvSpPr txBox="1"/>
          <p:nvPr/>
        </p:nvSpPr>
        <p:spPr>
          <a:xfrm>
            <a:off x="1344168" y="408279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200" dirty="0"/>
          </a:p>
        </p:txBody>
      </p:sp>
      <p:sp>
        <p:nvSpPr>
          <p:cNvPr id="32" name="S05-op184"/>
          <p:cNvSpPr txBox="1"/>
          <p:nvPr/>
        </p:nvSpPr>
        <p:spPr>
          <a:xfrm>
            <a:off x="1990344" y="353009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</a:t>
            </a:r>
            <a:endParaRPr lang="ko-KR" sz="3200" dirty="0"/>
          </a:p>
        </p:txBody>
      </p:sp>
      <p:sp>
        <p:nvSpPr>
          <p:cNvPr id="33" name="S05-num185"/>
          <p:cNvSpPr txBox="1"/>
          <p:nvPr/>
        </p:nvSpPr>
        <p:spPr>
          <a:xfrm>
            <a:off x="2754376" y="353009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200" dirty="0"/>
          </a:p>
        </p:txBody>
      </p:sp>
      <p:sp>
        <p:nvSpPr>
          <p:cNvPr id="34" name="S05-fracbar186"/>
          <p:cNvSpPr/>
          <p:nvPr/>
        </p:nvSpPr>
        <p:spPr>
          <a:xfrm>
            <a:off x="2790952" y="404622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5" name="S05-num187"/>
          <p:cNvSpPr txBox="1"/>
          <p:nvPr/>
        </p:nvSpPr>
        <p:spPr>
          <a:xfrm>
            <a:off x="2754376" y="408279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36" name="S05-op188"/>
          <p:cNvSpPr txBox="1"/>
          <p:nvPr/>
        </p:nvSpPr>
        <p:spPr>
          <a:xfrm>
            <a:off x="3400552" y="353009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37" name="S05-blank189"/>
          <p:cNvSpPr/>
          <p:nvPr/>
        </p:nvSpPr>
        <p:spPr>
          <a:xfrm>
            <a:off x="3937000" y="3868786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8" name="S05-blank190"/>
          <p:cNvSpPr/>
          <p:nvPr/>
        </p:nvSpPr>
        <p:spPr>
          <a:xfrm>
            <a:off x="4455810" y="359243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9" name="S05-fracbar191"/>
          <p:cNvSpPr/>
          <p:nvPr/>
        </p:nvSpPr>
        <p:spPr>
          <a:xfrm>
            <a:off x="4401596" y="404622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0" name="S05-blank192"/>
          <p:cNvSpPr/>
          <p:nvPr/>
        </p:nvSpPr>
        <p:spPr>
          <a:xfrm>
            <a:off x="4455810" y="4145138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41" name="S05-chip193"/>
          <p:cNvSpPr txBox="1"/>
          <p:nvPr/>
        </p:nvSpPr>
        <p:spPr>
          <a:xfrm>
            <a:off x="6277356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42" name="S05-num194"/>
          <p:cNvSpPr txBox="1"/>
          <p:nvPr/>
        </p:nvSpPr>
        <p:spPr>
          <a:xfrm>
            <a:off x="7072884" y="353009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43" name="S05-fracbar195"/>
          <p:cNvSpPr/>
          <p:nvPr/>
        </p:nvSpPr>
        <p:spPr>
          <a:xfrm>
            <a:off x="7109460" y="404622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4" name="S05-num196"/>
          <p:cNvSpPr txBox="1"/>
          <p:nvPr/>
        </p:nvSpPr>
        <p:spPr>
          <a:xfrm>
            <a:off x="7072884" y="408279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200" dirty="0"/>
          </a:p>
        </p:txBody>
      </p:sp>
      <p:sp>
        <p:nvSpPr>
          <p:cNvPr id="45" name="S05-op197"/>
          <p:cNvSpPr txBox="1"/>
          <p:nvPr/>
        </p:nvSpPr>
        <p:spPr>
          <a:xfrm>
            <a:off x="7719060" y="353009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</a:t>
            </a:r>
            <a:endParaRPr lang="ko-KR" sz="3200" dirty="0"/>
          </a:p>
        </p:txBody>
      </p:sp>
      <p:sp>
        <p:nvSpPr>
          <p:cNvPr id="46" name="S05-num198"/>
          <p:cNvSpPr txBox="1"/>
          <p:nvPr/>
        </p:nvSpPr>
        <p:spPr>
          <a:xfrm>
            <a:off x="8483092" y="353009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47" name="S05-fracbar199"/>
          <p:cNvSpPr/>
          <p:nvPr/>
        </p:nvSpPr>
        <p:spPr>
          <a:xfrm>
            <a:off x="8519668" y="404622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8" name="S05-num200"/>
          <p:cNvSpPr txBox="1"/>
          <p:nvPr/>
        </p:nvSpPr>
        <p:spPr>
          <a:xfrm>
            <a:off x="8483092" y="408279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49" name="S05-op201"/>
          <p:cNvSpPr txBox="1"/>
          <p:nvPr/>
        </p:nvSpPr>
        <p:spPr>
          <a:xfrm>
            <a:off x="9129268" y="353009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50" name="S05-blank202"/>
          <p:cNvSpPr/>
          <p:nvPr/>
        </p:nvSpPr>
        <p:spPr>
          <a:xfrm>
            <a:off x="9756506" y="359243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51" name="S05-fracbar203"/>
          <p:cNvSpPr/>
          <p:nvPr/>
        </p:nvSpPr>
        <p:spPr>
          <a:xfrm>
            <a:off x="9702292" y="404622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2" name="S05-blank204"/>
          <p:cNvSpPr/>
          <p:nvPr/>
        </p:nvSpPr>
        <p:spPr>
          <a:xfrm>
            <a:off x="9756506" y="4145138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안에 3분의 2는 몇 번?</a:t>
            </a:r>
            <a:endParaRPr lang="ko-KR" sz="4000" dirty="0"/>
          </a:p>
        </p:txBody>
      </p:sp>
      <p:sp>
        <p:nvSpPr>
          <p:cNvPr id="3" name="S06-card20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20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÷ 3분의 2 = 2분의 3: 분모와 분자를 바꾼 수예요.</a:t>
            </a:r>
            <a:endParaRPr lang="ko-KR" sz="2800" dirty="0"/>
          </a:p>
        </p:txBody>
      </p:sp>
      <p:sp>
        <p:nvSpPr>
          <p:cNvPr id="5" name="S06-op207"/>
          <p:cNvSpPr txBox="1"/>
          <p:nvPr/>
        </p:nvSpPr>
        <p:spPr>
          <a:xfrm>
            <a:off x="548640" y="1381252"/>
            <a:ext cx="524256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200" dirty="0"/>
          </a:p>
        </p:txBody>
      </p:sp>
      <p:sp>
        <p:nvSpPr>
          <p:cNvPr id="6" name="S06-op208"/>
          <p:cNvSpPr txBox="1"/>
          <p:nvPr/>
        </p:nvSpPr>
        <p:spPr>
          <a:xfrm>
            <a:off x="1182624" y="138125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</a:t>
            </a:r>
            <a:endParaRPr lang="ko-KR" sz="3200" dirty="0"/>
          </a:p>
        </p:txBody>
      </p:sp>
      <p:sp>
        <p:nvSpPr>
          <p:cNvPr id="7" name="S06-num209"/>
          <p:cNvSpPr txBox="1"/>
          <p:nvPr/>
        </p:nvSpPr>
        <p:spPr>
          <a:xfrm>
            <a:off x="1946656" y="138125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8" name="S06-fracbar210"/>
          <p:cNvSpPr/>
          <p:nvPr/>
        </p:nvSpPr>
        <p:spPr>
          <a:xfrm>
            <a:off x="1983232" y="189738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" name="S06-num211"/>
          <p:cNvSpPr txBox="1"/>
          <p:nvPr/>
        </p:nvSpPr>
        <p:spPr>
          <a:xfrm>
            <a:off x="1946656" y="193395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10" name="S06-op212"/>
          <p:cNvSpPr txBox="1"/>
          <p:nvPr/>
        </p:nvSpPr>
        <p:spPr>
          <a:xfrm>
            <a:off x="2592832" y="138125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11" name="S06-num213"/>
          <p:cNvSpPr txBox="1"/>
          <p:nvPr/>
        </p:nvSpPr>
        <p:spPr>
          <a:xfrm>
            <a:off x="3129280" y="1381252"/>
            <a:ext cx="323088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200" dirty="0"/>
          </a:p>
        </p:txBody>
      </p:sp>
      <p:sp>
        <p:nvSpPr>
          <p:cNvPr id="12" name="S06-num214"/>
          <p:cNvSpPr txBox="1"/>
          <p:nvPr/>
        </p:nvSpPr>
        <p:spPr>
          <a:xfrm>
            <a:off x="3452368" y="138125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200" dirty="0"/>
          </a:p>
        </p:txBody>
      </p:sp>
      <p:sp>
        <p:nvSpPr>
          <p:cNvPr id="13" name="S06-fracbar215"/>
          <p:cNvSpPr/>
          <p:nvPr/>
        </p:nvSpPr>
        <p:spPr>
          <a:xfrm>
            <a:off x="3488944" y="189738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4" name="S06-num216"/>
          <p:cNvSpPr txBox="1"/>
          <p:nvPr/>
        </p:nvSpPr>
        <p:spPr>
          <a:xfrm>
            <a:off x="3452368" y="193395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15" name="S06-op217"/>
          <p:cNvSpPr txBox="1"/>
          <p:nvPr/>
        </p:nvSpPr>
        <p:spPr>
          <a:xfrm>
            <a:off x="4098544" y="138125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16" name="S06-num218"/>
          <p:cNvSpPr txBox="1"/>
          <p:nvPr/>
        </p:nvSpPr>
        <p:spPr>
          <a:xfrm>
            <a:off x="4634992" y="138125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17" name="S06-fracbar219"/>
          <p:cNvSpPr/>
          <p:nvPr/>
        </p:nvSpPr>
        <p:spPr>
          <a:xfrm>
            <a:off x="4671568" y="189738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8" name="S06-num220"/>
          <p:cNvSpPr txBox="1"/>
          <p:nvPr/>
        </p:nvSpPr>
        <p:spPr>
          <a:xfrm>
            <a:off x="4634992" y="193395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19" name="S06-figure221" descr="1을 3칸으로 나눈 띠: 3분의 2(2칸)가 1번 들어가고, 남은 1칸은 3분의 2의 반(점선 칸까지가 한 묶음)"/>
          <p:cNvSpPr/>
          <p:nvPr/>
        </p:nvSpPr>
        <p:spPr>
          <a:xfrm>
            <a:off x="7060545" y="3263880"/>
            <a:ext cx="1099009" cy="599460"/>
          </a:xfrm>
          <a:custGeom>
            <a:avLst/>
            <a:gdLst/>
            <a:ahLst/>
            <a:cxnLst/>
            <a:rect l="l" t="t" r="r" b="b"/>
            <a:pathLst>
              <a:path w="1099009" h="599460">
                <a:moveTo>
                  <a:pt x="0" y="599460"/>
                </a:moveTo>
                <a:lnTo>
                  <a:pt x="1099009" y="599460"/>
                </a:lnTo>
                <a:lnTo>
                  <a:pt x="1099009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6-mark222"/>
          <p:cNvSpPr/>
          <p:nvPr/>
        </p:nvSpPr>
        <p:spPr>
          <a:xfrm>
            <a:off x="8159555" y="3263880"/>
            <a:ext cx="1099009" cy="599460"/>
          </a:xfrm>
          <a:custGeom>
            <a:avLst/>
            <a:gdLst/>
            <a:ahLst/>
            <a:cxnLst/>
            <a:rect l="l" t="t" r="r" b="b"/>
            <a:pathLst>
              <a:path w="1099009" h="599460">
                <a:moveTo>
                  <a:pt x="0" y="599460"/>
                </a:moveTo>
                <a:lnTo>
                  <a:pt x="1099009" y="599460"/>
                </a:lnTo>
                <a:lnTo>
                  <a:pt x="1099009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6-mark223"/>
          <p:cNvSpPr/>
          <p:nvPr/>
        </p:nvSpPr>
        <p:spPr>
          <a:xfrm>
            <a:off x="9258564" y="3263880"/>
            <a:ext cx="1099009" cy="599460"/>
          </a:xfrm>
          <a:custGeom>
            <a:avLst/>
            <a:gdLst/>
            <a:ahLst/>
            <a:cxnLst/>
            <a:rect l="l" t="t" r="r" b="b"/>
            <a:pathLst>
              <a:path w="1099009" h="599460">
                <a:moveTo>
                  <a:pt x="0" y="599460"/>
                </a:moveTo>
                <a:lnTo>
                  <a:pt x="1099009" y="599460"/>
                </a:lnTo>
                <a:lnTo>
                  <a:pt x="1099009" y="0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6-mark224"/>
          <p:cNvSpPr/>
          <p:nvPr/>
        </p:nvSpPr>
        <p:spPr>
          <a:xfrm>
            <a:off x="10357573" y="3263880"/>
            <a:ext cx="1099009" cy="599460"/>
          </a:xfrm>
          <a:custGeom>
            <a:avLst/>
            <a:gdLst/>
            <a:ahLst/>
            <a:cxnLst/>
            <a:rect l="l" t="t" r="r" b="b"/>
            <a:pathLst>
              <a:path w="1099009" h="599460">
                <a:moveTo>
                  <a:pt x="0" y="599460"/>
                </a:moveTo>
                <a:lnTo>
                  <a:pt x="1099009" y="599460"/>
                </a:lnTo>
                <a:lnTo>
                  <a:pt x="1099009" y="0"/>
                </a:lnTo>
                <a:lnTo>
                  <a:pt x="0" y="0"/>
                </a:lnTo>
                <a:close/>
              </a:path>
            </a:pathLst>
          </a:custGeom>
          <a:noFill/>
          <a:ln w="15875">
            <a:solidFill>
              <a:srgbClr val="1F2937"/>
            </a:solidFill>
            <a:prstDash val="dash"/>
          </a:ln>
        </p:spPr>
      </p:sp>
      <p:sp>
        <p:nvSpPr>
          <p:cNvPr id="23" name="S06-mark225"/>
          <p:cNvSpPr/>
          <p:nvPr/>
        </p:nvSpPr>
        <p:spPr>
          <a:xfrm>
            <a:off x="7060545" y="3263880"/>
            <a:ext cx="3297027" cy="599460"/>
          </a:xfrm>
          <a:custGeom>
            <a:avLst/>
            <a:gdLst/>
            <a:ahLst/>
            <a:cxnLst/>
            <a:rect l="l" t="t" r="r" b="b"/>
            <a:pathLst>
              <a:path w="3297027" h="599460">
                <a:moveTo>
                  <a:pt x="0" y="599460"/>
                </a:moveTo>
                <a:lnTo>
                  <a:pt x="3297027" y="599460"/>
                </a:lnTo>
                <a:lnTo>
                  <a:pt x="3297027" y="0"/>
                </a:lnTo>
                <a:lnTo>
                  <a:pt x="0" y="0"/>
                </a:lnTo>
                <a:close/>
              </a:path>
            </a:pathLst>
          </a:cu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24" name="S06-mark226"/>
          <p:cNvSpPr/>
          <p:nvPr/>
        </p:nvSpPr>
        <p:spPr>
          <a:xfrm>
            <a:off x="7110500" y="4038182"/>
            <a:ext cx="209810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</a:ln>
        </p:spPr>
      </p:sp>
      <p:sp>
        <p:nvSpPr>
          <p:cNvPr id="25" name="S06-mark227"/>
          <p:cNvSpPr/>
          <p:nvPr/>
        </p:nvSpPr>
        <p:spPr>
          <a:xfrm flipV="1">
            <a:off x="7110500" y="3923286"/>
            <a:ext cx="0" cy="114896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</a:ln>
        </p:spPr>
      </p:sp>
      <p:sp>
        <p:nvSpPr>
          <p:cNvPr id="26" name="S06-mark228"/>
          <p:cNvSpPr/>
          <p:nvPr/>
        </p:nvSpPr>
        <p:spPr>
          <a:xfrm flipV="1">
            <a:off x="9208609" y="3923286"/>
            <a:ext cx="0" cy="114896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</a:ln>
        </p:spPr>
      </p:sp>
      <p:sp>
        <p:nvSpPr>
          <p:cNvPr id="27" name="S06-mark229"/>
          <p:cNvSpPr/>
          <p:nvPr/>
        </p:nvSpPr>
        <p:spPr>
          <a:xfrm>
            <a:off x="9308519" y="4038182"/>
            <a:ext cx="999099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</a:ln>
        </p:spPr>
      </p:sp>
      <p:sp>
        <p:nvSpPr>
          <p:cNvPr id="28" name="S06-mark230"/>
          <p:cNvSpPr/>
          <p:nvPr/>
        </p:nvSpPr>
        <p:spPr>
          <a:xfrm flipV="1">
            <a:off x="9308519" y="3923286"/>
            <a:ext cx="0" cy="114896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</a:ln>
        </p:spPr>
      </p:sp>
      <p:sp>
        <p:nvSpPr>
          <p:cNvPr id="29" name="S06-mark231"/>
          <p:cNvSpPr/>
          <p:nvPr/>
        </p:nvSpPr>
        <p:spPr>
          <a:xfrm flipV="1">
            <a:off x="10307618" y="3923286"/>
            <a:ext cx="0" cy="114896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</a:ln>
        </p:spPr>
      </p:sp>
      <p:sp>
        <p:nvSpPr>
          <p:cNvPr id="30" name="S06-label233"/>
          <p:cNvSpPr txBox="1"/>
          <p:nvPr/>
        </p:nvSpPr>
        <p:spPr>
          <a:xfrm>
            <a:off x="7875583" y="4163287"/>
            <a:ext cx="56794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1번</a:t>
            </a:r>
            <a:endParaRPr lang="ko-KR" sz="2200" dirty="0"/>
          </a:p>
        </p:txBody>
      </p:sp>
      <p:sp>
        <p:nvSpPr>
          <p:cNvPr id="31" name="S06-label235"/>
          <p:cNvSpPr txBox="1"/>
          <p:nvPr/>
        </p:nvSpPr>
        <p:spPr>
          <a:xfrm>
            <a:off x="9437482" y="4163287"/>
            <a:ext cx="74117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 번</a:t>
            </a:r>
            <a:endParaRPr lang="ko-KR" sz="2200" dirty="0"/>
          </a:p>
        </p:txBody>
      </p:sp>
      <p:sp>
        <p:nvSpPr>
          <p:cNvPr id="32" name="S06-label237"/>
          <p:cNvSpPr txBox="1"/>
          <p:nvPr/>
        </p:nvSpPr>
        <p:spPr>
          <a:xfrm>
            <a:off x="6513840" y="3388985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33" name="S06-stepno238"/>
          <p:cNvSpPr txBox="1"/>
          <p:nvPr/>
        </p:nvSpPr>
        <p:spPr>
          <a:xfrm>
            <a:off x="548640" y="271627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34" name="S06-text239"/>
          <p:cNvSpPr txBox="1"/>
          <p:nvPr/>
        </p:nvSpPr>
        <p:spPr>
          <a:xfrm>
            <a:off x="1325880" y="2716276"/>
            <a:ext cx="45857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2칸 묶음이 1번 들어가요.</a:t>
            </a:r>
            <a:endParaRPr lang="ko-KR" sz="2800" dirty="0"/>
          </a:p>
        </p:txBody>
      </p:sp>
      <p:sp>
        <p:nvSpPr>
          <p:cNvPr id="35" name="S06-stepno240"/>
          <p:cNvSpPr txBox="1"/>
          <p:nvPr/>
        </p:nvSpPr>
        <p:spPr>
          <a:xfrm>
            <a:off x="548640" y="34295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36" name="S06-text241"/>
          <p:cNvSpPr txBox="1"/>
          <p:nvPr/>
        </p:nvSpPr>
        <p:spPr>
          <a:xfrm>
            <a:off x="1325880" y="3429508"/>
            <a:ext cx="45857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1칸은 2칸 묶음의 반</a:t>
            </a:r>
            <a:endParaRPr lang="ko-KR" sz="2800" dirty="0"/>
          </a:p>
        </p:txBody>
      </p:sp>
      <p:sp>
        <p:nvSpPr>
          <p:cNvPr id="37" name="S06-stepno242"/>
          <p:cNvSpPr txBox="1"/>
          <p:nvPr/>
        </p:nvSpPr>
        <p:spPr>
          <a:xfrm>
            <a:off x="548640" y="41884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38" name="S06-text243"/>
          <p:cNvSpPr txBox="1"/>
          <p:nvPr/>
        </p:nvSpPr>
        <p:spPr>
          <a:xfrm>
            <a:off x="1325880" y="4142740"/>
            <a:ext cx="4585716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1과 2분의 1번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2분의 3번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뒤집어 곱해도 될까요?</a:t>
            </a:r>
            <a:endParaRPr lang="ko-KR" sz="4000" dirty="0"/>
          </a:p>
        </p:txBody>
      </p:sp>
      <p:sp>
        <p:nvSpPr>
          <p:cNvPr id="3" name="S07-card24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24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나누는 분수의 분모와 분자를 바꾸어 곱해요.</a:t>
            </a:r>
            <a:endParaRPr lang="ko-KR" sz="2800" dirty="0"/>
          </a:p>
        </p:txBody>
      </p:sp>
      <p:sp>
        <p:nvSpPr>
          <p:cNvPr id="5" name="S07-num246"/>
          <p:cNvSpPr txBox="1"/>
          <p:nvPr/>
        </p:nvSpPr>
        <p:spPr>
          <a:xfrm>
            <a:off x="548640" y="138125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6" name="S07-fracbar247"/>
          <p:cNvSpPr/>
          <p:nvPr/>
        </p:nvSpPr>
        <p:spPr>
          <a:xfrm>
            <a:off x="585216" y="189738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" name="S07-num248"/>
          <p:cNvSpPr txBox="1"/>
          <p:nvPr/>
        </p:nvSpPr>
        <p:spPr>
          <a:xfrm>
            <a:off x="548640" y="193395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8" name="S07-op249"/>
          <p:cNvSpPr txBox="1"/>
          <p:nvPr/>
        </p:nvSpPr>
        <p:spPr>
          <a:xfrm>
            <a:off x="1194816" y="138125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</a:t>
            </a:r>
            <a:endParaRPr lang="ko-KR" sz="3200" dirty="0"/>
          </a:p>
        </p:txBody>
      </p:sp>
      <p:sp>
        <p:nvSpPr>
          <p:cNvPr id="9" name="S07-num250"/>
          <p:cNvSpPr txBox="1"/>
          <p:nvPr/>
        </p:nvSpPr>
        <p:spPr>
          <a:xfrm>
            <a:off x="1958848" y="138125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10" name="S07-fracbar251"/>
          <p:cNvSpPr/>
          <p:nvPr/>
        </p:nvSpPr>
        <p:spPr>
          <a:xfrm>
            <a:off x="1995424" y="189738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" name="S07-num252"/>
          <p:cNvSpPr txBox="1"/>
          <p:nvPr/>
        </p:nvSpPr>
        <p:spPr>
          <a:xfrm>
            <a:off x="1958848" y="193395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12" name="S07-op253"/>
          <p:cNvSpPr txBox="1"/>
          <p:nvPr/>
        </p:nvSpPr>
        <p:spPr>
          <a:xfrm>
            <a:off x="2605024" y="138125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13" name="S07-num254"/>
          <p:cNvSpPr txBox="1"/>
          <p:nvPr/>
        </p:nvSpPr>
        <p:spPr>
          <a:xfrm>
            <a:off x="3141472" y="138125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14" name="S07-fracbar255"/>
          <p:cNvSpPr/>
          <p:nvPr/>
        </p:nvSpPr>
        <p:spPr>
          <a:xfrm>
            <a:off x="3178048" y="189738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5" name="S07-num256"/>
          <p:cNvSpPr txBox="1"/>
          <p:nvPr/>
        </p:nvSpPr>
        <p:spPr>
          <a:xfrm>
            <a:off x="3141472" y="193395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16" name="S07-op257"/>
          <p:cNvSpPr txBox="1"/>
          <p:nvPr/>
        </p:nvSpPr>
        <p:spPr>
          <a:xfrm>
            <a:off x="3787648" y="138125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3200" dirty="0"/>
          </a:p>
        </p:txBody>
      </p:sp>
      <p:sp>
        <p:nvSpPr>
          <p:cNvPr id="17" name="S07-num258"/>
          <p:cNvSpPr txBox="1"/>
          <p:nvPr/>
        </p:nvSpPr>
        <p:spPr>
          <a:xfrm>
            <a:off x="4551680" y="138125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18" name="S07-fracbar259"/>
          <p:cNvSpPr/>
          <p:nvPr/>
        </p:nvSpPr>
        <p:spPr>
          <a:xfrm>
            <a:off x="4588256" y="189738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9" name="S07-num260"/>
          <p:cNvSpPr txBox="1"/>
          <p:nvPr/>
        </p:nvSpPr>
        <p:spPr>
          <a:xfrm>
            <a:off x="4551680" y="193395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20" name="S07-op261"/>
          <p:cNvSpPr txBox="1"/>
          <p:nvPr/>
        </p:nvSpPr>
        <p:spPr>
          <a:xfrm>
            <a:off x="5197856" y="138125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21" name="S07-num262"/>
          <p:cNvSpPr txBox="1"/>
          <p:nvPr/>
        </p:nvSpPr>
        <p:spPr>
          <a:xfrm>
            <a:off x="5734304" y="138125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3200" dirty="0"/>
          </a:p>
        </p:txBody>
      </p:sp>
      <p:sp>
        <p:nvSpPr>
          <p:cNvPr id="22" name="S07-fracbar263"/>
          <p:cNvSpPr/>
          <p:nvPr/>
        </p:nvSpPr>
        <p:spPr>
          <a:xfrm>
            <a:off x="5770880" y="189738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3" name="S07-num264"/>
          <p:cNvSpPr txBox="1"/>
          <p:nvPr/>
        </p:nvSpPr>
        <p:spPr>
          <a:xfrm>
            <a:off x="5734304" y="193395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3200" dirty="0"/>
          </a:p>
        </p:txBody>
      </p:sp>
      <p:sp>
        <p:nvSpPr>
          <p:cNvPr id="24" name="S07-stepno265"/>
          <p:cNvSpPr txBox="1"/>
          <p:nvPr/>
        </p:nvSpPr>
        <p:spPr>
          <a:xfrm>
            <a:off x="548640" y="27218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25" name="S07-text266"/>
          <p:cNvSpPr txBox="1"/>
          <p:nvPr/>
        </p:nvSpPr>
        <p:spPr>
          <a:xfrm>
            <a:off x="1325880" y="2676144"/>
            <a:ext cx="10314432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안에는 3분의 2가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2분의 3번 들어가요.</a:t>
            </a:r>
            <a:endParaRPr lang="ko-KR" sz="2200" dirty="0"/>
          </a:p>
        </p:txBody>
      </p:sp>
      <p:sp>
        <p:nvSpPr>
          <p:cNvPr id="26" name="S07-stepno267"/>
          <p:cNvSpPr txBox="1"/>
          <p:nvPr/>
        </p:nvSpPr>
        <p:spPr>
          <a:xfrm>
            <a:off x="548640" y="35681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27" name="S07-text268"/>
          <p:cNvSpPr txBox="1"/>
          <p:nvPr/>
        </p:nvSpPr>
        <p:spPr>
          <a:xfrm>
            <a:off x="1325880" y="3522472"/>
            <a:ext cx="10314432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4분의 3 안에는 그것의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4분의 3배만큼 들어가요.</a:t>
            </a:r>
            <a:endParaRPr lang="ko-KR" sz="2200" dirty="0"/>
          </a:p>
        </p:txBody>
      </p:sp>
      <p:sp>
        <p:nvSpPr>
          <p:cNvPr id="28" name="S07-stepno269"/>
          <p:cNvSpPr txBox="1"/>
          <p:nvPr/>
        </p:nvSpPr>
        <p:spPr>
          <a:xfrm>
            <a:off x="548640" y="44145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29" name="S07-text270"/>
          <p:cNvSpPr txBox="1"/>
          <p:nvPr/>
        </p:nvSpPr>
        <p:spPr>
          <a:xfrm>
            <a:off x="1325880" y="4368800"/>
            <a:ext cx="10314432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S04에서 통분해 구한 답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8분의 9와 같아요.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대분수와 자연수도 같아요</a:t>
            </a:r>
            <a:endParaRPr lang="ko-KR" sz="4000" dirty="0"/>
          </a:p>
        </p:txBody>
      </p:sp>
      <p:sp>
        <p:nvSpPr>
          <p:cNvPr id="3" name="S08-card27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8-cardtext27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약분할 수 있으면 곱하기 전에 약분해도 돼요.</a:t>
            </a:r>
            <a:endParaRPr lang="ko-KR" sz="2800" dirty="0"/>
          </a:p>
        </p:txBody>
      </p:sp>
      <p:sp>
        <p:nvSpPr>
          <p:cNvPr id="5" name="S08-stepno273"/>
          <p:cNvSpPr txBox="1"/>
          <p:nvPr/>
        </p:nvSpPr>
        <p:spPr>
          <a:xfrm>
            <a:off x="548640" y="15570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6" name="S08-text274"/>
          <p:cNvSpPr txBox="1"/>
          <p:nvPr/>
        </p:nvSpPr>
        <p:spPr>
          <a:xfrm>
            <a:off x="1325880" y="1511300"/>
            <a:ext cx="5655930" cy="73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대분수는 가분수로</a:t>
            </a:r>
            <a:endParaRPr lang="ko-KR" sz="2200" dirty="0"/>
          </a:p>
        </p:txBody>
      </p:sp>
      <p:sp>
        <p:nvSpPr>
          <p:cNvPr id="7" name="S08-num275"/>
          <p:cNvSpPr txBox="1"/>
          <p:nvPr/>
        </p:nvSpPr>
        <p:spPr>
          <a:xfrm>
            <a:off x="6981810" y="1511300"/>
            <a:ext cx="239268" cy="73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8" name="S08-num276"/>
          <p:cNvSpPr txBox="1"/>
          <p:nvPr/>
        </p:nvSpPr>
        <p:spPr>
          <a:xfrm>
            <a:off x="7221078" y="1511300"/>
            <a:ext cx="403098" cy="329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9" name="S08-fracbar277"/>
          <p:cNvSpPr/>
          <p:nvPr/>
        </p:nvSpPr>
        <p:spPr>
          <a:xfrm>
            <a:off x="7257654" y="1877568"/>
            <a:ext cx="329946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0" name="S08-num278"/>
          <p:cNvSpPr txBox="1"/>
          <p:nvPr/>
        </p:nvSpPr>
        <p:spPr>
          <a:xfrm>
            <a:off x="7221078" y="1914144"/>
            <a:ext cx="403098" cy="329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1" name="S08-op279"/>
          <p:cNvSpPr txBox="1"/>
          <p:nvPr/>
        </p:nvSpPr>
        <p:spPr>
          <a:xfrm>
            <a:off x="7733904" y="1511300"/>
            <a:ext cx="529844" cy="73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</a:t>
            </a:r>
            <a:endParaRPr lang="ko-KR" sz="2200" dirty="0"/>
          </a:p>
        </p:txBody>
      </p:sp>
      <p:sp>
        <p:nvSpPr>
          <p:cNvPr id="12" name="S08-num280"/>
          <p:cNvSpPr txBox="1"/>
          <p:nvPr/>
        </p:nvSpPr>
        <p:spPr>
          <a:xfrm>
            <a:off x="8373476" y="1511300"/>
            <a:ext cx="403098" cy="329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3" name="S08-fracbar281"/>
          <p:cNvSpPr/>
          <p:nvPr/>
        </p:nvSpPr>
        <p:spPr>
          <a:xfrm>
            <a:off x="8410052" y="1877568"/>
            <a:ext cx="329946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4" name="S08-num282"/>
          <p:cNvSpPr txBox="1"/>
          <p:nvPr/>
        </p:nvSpPr>
        <p:spPr>
          <a:xfrm>
            <a:off x="8373476" y="1914144"/>
            <a:ext cx="403098" cy="329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5" name="S08-op283"/>
          <p:cNvSpPr txBox="1"/>
          <p:nvPr/>
        </p:nvSpPr>
        <p:spPr>
          <a:xfrm>
            <a:off x="8886302" y="1511300"/>
            <a:ext cx="373380" cy="73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200" dirty="0"/>
          </a:p>
        </p:txBody>
      </p:sp>
      <p:sp>
        <p:nvSpPr>
          <p:cNvPr id="16" name="S08-num284"/>
          <p:cNvSpPr txBox="1"/>
          <p:nvPr/>
        </p:nvSpPr>
        <p:spPr>
          <a:xfrm>
            <a:off x="9369410" y="1511300"/>
            <a:ext cx="403098" cy="329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7" name="S08-fracbar285"/>
          <p:cNvSpPr/>
          <p:nvPr/>
        </p:nvSpPr>
        <p:spPr>
          <a:xfrm>
            <a:off x="9405986" y="1877568"/>
            <a:ext cx="329946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8" name="S08-num286"/>
          <p:cNvSpPr txBox="1"/>
          <p:nvPr/>
        </p:nvSpPr>
        <p:spPr>
          <a:xfrm>
            <a:off x="9369410" y="1914144"/>
            <a:ext cx="403098" cy="329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9" name="S08-op287"/>
          <p:cNvSpPr txBox="1"/>
          <p:nvPr/>
        </p:nvSpPr>
        <p:spPr>
          <a:xfrm>
            <a:off x="9882236" y="1511300"/>
            <a:ext cx="529844" cy="73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</a:t>
            </a:r>
            <a:endParaRPr lang="ko-KR" sz="2200" dirty="0"/>
          </a:p>
        </p:txBody>
      </p:sp>
      <p:sp>
        <p:nvSpPr>
          <p:cNvPr id="20" name="S08-num288"/>
          <p:cNvSpPr txBox="1"/>
          <p:nvPr/>
        </p:nvSpPr>
        <p:spPr>
          <a:xfrm>
            <a:off x="10521808" y="1511300"/>
            <a:ext cx="403098" cy="329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21" name="S08-fracbar289"/>
          <p:cNvSpPr/>
          <p:nvPr/>
        </p:nvSpPr>
        <p:spPr>
          <a:xfrm>
            <a:off x="10558384" y="1877568"/>
            <a:ext cx="329946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2" name="S08-num290"/>
          <p:cNvSpPr txBox="1"/>
          <p:nvPr/>
        </p:nvSpPr>
        <p:spPr>
          <a:xfrm>
            <a:off x="10521808" y="1914144"/>
            <a:ext cx="403098" cy="329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23" name="S08-stepno291"/>
          <p:cNvSpPr txBox="1"/>
          <p:nvPr/>
        </p:nvSpPr>
        <p:spPr>
          <a:xfrm>
            <a:off x="548640" y="245414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24" name="S08-text292"/>
          <p:cNvSpPr txBox="1"/>
          <p:nvPr/>
        </p:nvSpPr>
        <p:spPr>
          <a:xfrm>
            <a:off x="1325880" y="2408428"/>
            <a:ext cx="5655930" cy="73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분모와 분자를 바꾸어 곱해요.</a:t>
            </a:r>
            <a:endParaRPr lang="ko-KR" sz="2200" dirty="0"/>
          </a:p>
        </p:txBody>
      </p:sp>
      <p:sp>
        <p:nvSpPr>
          <p:cNvPr id="25" name="S08-num293"/>
          <p:cNvSpPr txBox="1"/>
          <p:nvPr/>
        </p:nvSpPr>
        <p:spPr>
          <a:xfrm>
            <a:off x="6981810" y="2408428"/>
            <a:ext cx="403098" cy="329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26" name="S08-fracbar294"/>
          <p:cNvSpPr/>
          <p:nvPr/>
        </p:nvSpPr>
        <p:spPr>
          <a:xfrm>
            <a:off x="7018386" y="2774696"/>
            <a:ext cx="329946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7" name="S08-num295"/>
          <p:cNvSpPr txBox="1"/>
          <p:nvPr/>
        </p:nvSpPr>
        <p:spPr>
          <a:xfrm>
            <a:off x="6981810" y="2811272"/>
            <a:ext cx="403098" cy="329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28" name="S08-op296"/>
          <p:cNvSpPr txBox="1"/>
          <p:nvPr/>
        </p:nvSpPr>
        <p:spPr>
          <a:xfrm>
            <a:off x="7494636" y="2408428"/>
            <a:ext cx="529844" cy="73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2200" dirty="0"/>
          </a:p>
        </p:txBody>
      </p:sp>
      <p:sp>
        <p:nvSpPr>
          <p:cNvPr id="29" name="S08-num297"/>
          <p:cNvSpPr txBox="1"/>
          <p:nvPr/>
        </p:nvSpPr>
        <p:spPr>
          <a:xfrm>
            <a:off x="8134208" y="2408428"/>
            <a:ext cx="403098" cy="329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30" name="S08-fracbar298"/>
          <p:cNvSpPr/>
          <p:nvPr/>
        </p:nvSpPr>
        <p:spPr>
          <a:xfrm>
            <a:off x="8170784" y="2774696"/>
            <a:ext cx="329946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31" name="S08-num299"/>
          <p:cNvSpPr txBox="1"/>
          <p:nvPr/>
        </p:nvSpPr>
        <p:spPr>
          <a:xfrm>
            <a:off x="8134208" y="2811272"/>
            <a:ext cx="403098" cy="329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32" name="S08-op300"/>
          <p:cNvSpPr txBox="1"/>
          <p:nvPr/>
        </p:nvSpPr>
        <p:spPr>
          <a:xfrm>
            <a:off x="8647034" y="2408428"/>
            <a:ext cx="373380" cy="73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200" dirty="0"/>
          </a:p>
        </p:txBody>
      </p:sp>
      <p:sp>
        <p:nvSpPr>
          <p:cNvPr id="33" name="S08-num301"/>
          <p:cNvSpPr txBox="1"/>
          <p:nvPr/>
        </p:nvSpPr>
        <p:spPr>
          <a:xfrm>
            <a:off x="9130142" y="2408428"/>
            <a:ext cx="488696" cy="329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200" dirty="0"/>
          </a:p>
        </p:txBody>
      </p:sp>
      <p:sp>
        <p:nvSpPr>
          <p:cNvPr id="34" name="S08-fracbar302"/>
          <p:cNvSpPr/>
          <p:nvPr/>
        </p:nvSpPr>
        <p:spPr>
          <a:xfrm>
            <a:off x="9166718" y="2774696"/>
            <a:ext cx="415544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35" name="S08-num303"/>
          <p:cNvSpPr txBox="1"/>
          <p:nvPr/>
        </p:nvSpPr>
        <p:spPr>
          <a:xfrm>
            <a:off x="9130142" y="2811272"/>
            <a:ext cx="488696" cy="329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200" dirty="0"/>
          </a:p>
        </p:txBody>
      </p:sp>
      <p:sp>
        <p:nvSpPr>
          <p:cNvPr id="36" name="S08-op304"/>
          <p:cNvSpPr txBox="1"/>
          <p:nvPr/>
        </p:nvSpPr>
        <p:spPr>
          <a:xfrm>
            <a:off x="9728566" y="2408428"/>
            <a:ext cx="373380" cy="73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200" dirty="0"/>
          </a:p>
        </p:txBody>
      </p:sp>
      <p:sp>
        <p:nvSpPr>
          <p:cNvPr id="37" name="S08-op305"/>
          <p:cNvSpPr txBox="1"/>
          <p:nvPr/>
        </p:nvSpPr>
        <p:spPr>
          <a:xfrm>
            <a:off x="10211674" y="2408428"/>
            <a:ext cx="440436" cy="73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38" name="S08-stepno306"/>
          <p:cNvSpPr txBox="1"/>
          <p:nvPr/>
        </p:nvSpPr>
        <p:spPr>
          <a:xfrm>
            <a:off x="548640" y="335127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39" name="S08-text307"/>
          <p:cNvSpPr txBox="1"/>
          <p:nvPr/>
        </p:nvSpPr>
        <p:spPr>
          <a:xfrm>
            <a:off x="1325880" y="3305556"/>
            <a:ext cx="5655930" cy="73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자연수 ÷ 분수도 같아요.</a:t>
            </a:r>
            <a:endParaRPr lang="ko-KR" sz="2200" dirty="0"/>
          </a:p>
        </p:txBody>
      </p:sp>
      <p:sp>
        <p:nvSpPr>
          <p:cNvPr id="40" name="S08-op308"/>
          <p:cNvSpPr txBox="1"/>
          <p:nvPr/>
        </p:nvSpPr>
        <p:spPr>
          <a:xfrm>
            <a:off x="6981810" y="3305556"/>
            <a:ext cx="440436" cy="73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41" name="S08-op309"/>
          <p:cNvSpPr txBox="1"/>
          <p:nvPr/>
        </p:nvSpPr>
        <p:spPr>
          <a:xfrm>
            <a:off x="7531974" y="3305556"/>
            <a:ext cx="529844" cy="73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</a:t>
            </a:r>
            <a:endParaRPr lang="ko-KR" sz="2200" dirty="0"/>
          </a:p>
        </p:txBody>
      </p:sp>
      <p:sp>
        <p:nvSpPr>
          <p:cNvPr id="42" name="S08-num310"/>
          <p:cNvSpPr txBox="1"/>
          <p:nvPr/>
        </p:nvSpPr>
        <p:spPr>
          <a:xfrm>
            <a:off x="8171546" y="3305556"/>
            <a:ext cx="403098" cy="329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43" name="S08-fracbar311"/>
          <p:cNvSpPr/>
          <p:nvPr/>
        </p:nvSpPr>
        <p:spPr>
          <a:xfrm>
            <a:off x="8208122" y="3671824"/>
            <a:ext cx="329946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44" name="S08-num312"/>
          <p:cNvSpPr txBox="1"/>
          <p:nvPr/>
        </p:nvSpPr>
        <p:spPr>
          <a:xfrm>
            <a:off x="8171546" y="3708400"/>
            <a:ext cx="403098" cy="329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200" dirty="0"/>
          </a:p>
        </p:txBody>
      </p:sp>
      <p:sp>
        <p:nvSpPr>
          <p:cNvPr id="45" name="S08-op313"/>
          <p:cNvSpPr txBox="1"/>
          <p:nvPr/>
        </p:nvSpPr>
        <p:spPr>
          <a:xfrm>
            <a:off x="8684372" y="3305556"/>
            <a:ext cx="373380" cy="73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200" dirty="0"/>
          </a:p>
        </p:txBody>
      </p:sp>
      <p:sp>
        <p:nvSpPr>
          <p:cNvPr id="46" name="S08-op314"/>
          <p:cNvSpPr txBox="1"/>
          <p:nvPr/>
        </p:nvSpPr>
        <p:spPr>
          <a:xfrm>
            <a:off x="9167480" y="3305556"/>
            <a:ext cx="440436" cy="73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47" name="S08-op315"/>
          <p:cNvSpPr txBox="1"/>
          <p:nvPr/>
        </p:nvSpPr>
        <p:spPr>
          <a:xfrm>
            <a:off x="9717644" y="3305556"/>
            <a:ext cx="529844" cy="73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2200" dirty="0"/>
          </a:p>
        </p:txBody>
      </p:sp>
      <p:sp>
        <p:nvSpPr>
          <p:cNvPr id="48" name="S08-num316"/>
          <p:cNvSpPr txBox="1"/>
          <p:nvPr/>
        </p:nvSpPr>
        <p:spPr>
          <a:xfrm>
            <a:off x="10357216" y="3305556"/>
            <a:ext cx="403098" cy="329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200" dirty="0"/>
          </a:p>
        </p:txBody>
      </p:sp>
      <p:sp>
        <p:nvSpPr>
          <p:cNvPr id="49" name="S08-fracbar317"/>
          <p:cNvSpPr/>
          <p:nvPr/>
        </p:nvSpPr>
        <p:spPr>
          <a:xfrm>
            <a:off x="10393792" y="3671824"/>
            <a:ext cx="329946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50" name="S08-num318"/>
          <p:cNvSpPr txBox="1"/>
          <p:nvPr/>
        </p:nvSpPr>
        <p:spPr>
          <a:xfrm>
            <a:off x="10357216" y="3708400"/>
            <a:ext cx="403098" cy="329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51" name="S08-stepno319"/>
          <p:cNvSpPr txBox="1"/>
          <p:nvPr/>
        </p:nvSpPr>
        <p:spPr>
          <a:xfrm>
            <a:off x="548640" y="424840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52" name="S08-text320"/>
          <p:cNvSpPr txBox="1"/>
          <p:nvPr/>
        </p:nvSpPr>
        <p:spPr>
          <a:xfrm>
            <a:off x="1325880" y="4202684"/>
            <a:ext cx="5655930" cy="73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계산하면</a:t>
            </a:r>
            <a:endParaRPr lang="ko-KR" sz="2200" dirty="0"/>
          </a:p>
        </p:txBody>
      </p:sp>
      <p:sp>
        <p:nvSpPr>
          <p:cNvPr id="53" name="S08-op321"/>
          <p:cNvSpPr txBox="1"/>
          <p:nvPr/>
        </p:nvSpPr>
        <p:spPr>
          <a:xfrm>
            <a:off x="6981810" y="4202684"/>
            <a:ext cx="440436" cy="73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54" name="S08-op322"/>
          <p:cNvSpPr txBox="1"/>
          <p:nvPr/>
        </p:nvSpPr>
        <p:spPr>
          <a:xfrm>
            <a:off x="7531974" y="4202684"/>
            <a:ext cx="529844" cy="73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2200" dirty="0"/>
          </a:p>
        </p:txBody>
      </p:sp>
      <p:sp>
        <p:nvSpPr>
          <p:cNvPr id="55" name="S08-num323"/>
          <p:cNvSpPr txBox="1"/>
          <p:nvPr/>
        </p:nvSpPr>
        <p:spPr>
          <a:xfrm>
            <a:off x="8171546" y="4202684"/>
            <a:ext cx="403098" cy="329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200" dirty="0"/>
          </a:p>
        </p:txBody>
      </p:sp>
      <p:sp>
        <p:nvSpPr>
          <p:cNvPr id="56" name="S08-fracbar324"/>
          <p:cNvSpPr/>
          <p:nvPr/>
        </p:nvSpPr>
        <p:spPr>
          <a:xfrm>
            <a:off x="8208122" y="4568952"/>
            <a:ext cx="329946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57" name="S08-num325"/>
          <p:cNvSpPr txBox="1"/>
          <p:nvPr/>
        </p:nvSpPr>
        <p:spPr>
          <a:xfrm>
            <a:off x="8171546" y="4605528"/>
            <a:ext cx="403098" cy="329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58" name="S08-op326"/>
          <p:cNvSpPr txBox="1"/>
          <p:nvPr/>
        </p:nvSpPr>
        <p:spPr>
          <a:xfrm>
            <a:off x="8684372" y="4202684"/>
            <a:ext cx="373380" cy="73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200" dirty="0"/>
          </a:p>
        </p:txBody>
      </p:sp>
      <p:sp>
        <p:nvSpPr>
          <p:cNvPr id="59" name="S08-num327"/>
          <p:cNvSpPr txBox="1"/>
          <p:nvPr/>
        </p:nvSpPr>
        <p:spPr>
          <a:xfrm>
            <a:off x="9167480" y="4202684"/>
            <a:ext cx="488696" cy="329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2200" dirty="0"/>
          </a:p>
        </p:txBody>
      </p:sp>
      <p:sp>
        <p:nvSpPr>
          <p:cNvPr id="60" name="S08-fracbar328"/>
          <p:cNvSpPr/>
          <p:nvPr/>
        </p:nvSpPr>
        <p:spPr>
          <a:xfrm>
            <a:off x="9204056" y="4568952"/>
            <a:ext cx="415544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61" name="S08-num329"/>
          <p:cNvSpPr txBox="1"/>
          <p:nvPr/>
        </p:nvSpPr>
        <p:spPr>
          <a:xfrm>
            <a:off x="9167480" y="4605528"/>
            <a:ext cx="488696" cy="329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62" name="S08-op330"/>
          <p:cNvSpPr txBox="1"/>
          <p:nvPr/>
        </p:nvSpPr>
        <p:spPr>
          <a:xfrm>
            <a:off x="9765904" y="4202684"/>
            <a:ext cx="373380" cy="73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200" dirty="0"/>
          </a:p>
        </p:txBody>
      </p:sp>
      <p:sp>
        <p:nvSpPr>
          <p:cNvPr id="63" name="S08-op331"/>
          <p:cNvSpPr txBox="1"/>
          <p:nvPr/>
        </p:nvSpPr>
        <p:spPr>
          <a:xfrm>
            <a:off x="10249012" y="4202684"/>
            <a:ext cx="624840" cy="73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바꾸어 곱해요</a:t>
            </a:r>
            <a:endParaRPr lang="ko-KR" sz="4000" dirty="0"/>
          </a:p>
        </p:txBody>
      </p:sp>
      <p:sp>
        <p:nvSpPr>
          <p:cNvPr id="3" name="S09-card33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9-cardtext33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 뒤의 분수만 분모와 분자를 바꾸어 곱해요.</a:t>
            </a:r>
            <a:endParaRPr lang="ko-KR" sz="2800" dirty="0"/>
          </a:p>
        </p:txBody>
      </p:sp>
      <p:sp>
        <p:nvSpPr>
          <p:cNvPr id="5" name="S09-chip334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6" name="S09-num335"/>
          <p:cNvSpPr txBox="1"/>
          <p:nvPr/>
        </p:nvSpPr>
        <p:spPr>
          <a:xfrm>
            <a:off x="1344168" y="154127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7" name="S09-fracbar336"/>
          <p:cNvSpPr/>
          <p:nvPr/>
        </p:nvSpPr>
        <p:spPr>
          <a:xfrm>
            <a:off x="1380744" y="20574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" name="S09-num337"/>
          <p:cNvSpPr txBox="1"/>
          <p:nvPr/>
        </p:nvSpPr>
        <p:spPr>
          <a:xfrm>
            <a:off x="1344168" y="209397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9" name="S09-op338"/>
          <p:cNvSpPr txBox="1"/>
          <p:nvPr/>
        </p:nvSpPr>
        <p:spPr>
          <a:xfrm>
            <a:off x="1990344" y="154127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</a:t>
            </a:r>
            <a:endParaRPr lang="ko-KR" sz="3200" dirty="0"/>
          </a:p>
        </p:txBody>
      </p:sp>
      <p:sp>
        <p:nvSpPr>
          <p:cNvPr id="10" name="S09-num339"/>
          <p:cNvSpPr txBox="1"/>
          <p:nvPr/>
        </p:nvSpPr>
        <p:spPr>
          <a:xfrm>
            <a:off x="2754376" y="154127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200" dirty="0"/>
          </a:p>
        </p:txBody>
      </p:sp>
      <p:sp>
        <p:nvSpPr>
          <p:cNvPr id="11" name="S09-fracbar340"/>
          <p:cNvSpPr/>
          <p:nvPr/>
        </p:nvSpPr>
        <p:spPr>
          <a:xfrm>
            <a:off x="2790952" y="20574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" name="S09-num341"/>
          <p:cNvSpPr txBox="1"/>
          <p:nvPr/>
        </p:nvSpPr>
        <p:spPr>
          <a:xfrm>
            <a:off x="2754376" y="209397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200" dirty="0"/>
          </a:p>
        </p:txBody>
      </p:sp>
      <p:sp>
        <p:nvSpPr>
          <p:cNvPr id="13" name="S09-op342"/>
          <p:cNvSpPr txBox="1"/>
          <p:nvPr/>
        </p:nvSpPr>
        <p:spPr>
          <a:xfrm>
            <a:off x="3400552" y="154127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14" name="S09-blank343"/>
          <p:cNvSpPr/>
          <p:nvPr/>
        </p:nvSpPr>
        <p:spPr>
          <a:xfrm>
            <a:off x="4027790" y="160361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5" name="S09-fracbar344"/>
          <p:cNvSpPr/>
          <p:nvPr/>
        </p:nvSpPr>
        <p:spPr>
          <a:xfrm>
            <a:off x="3973576" y="20574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6" name="S09-blank345"/>
          <p:cNvSpPr/>
          <p:nvPr/>
        </p:nvSpPr>
        <p:spPr>
          <a:xfrm>
            <a:off x="4027790" y="2156318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7" name="S09-chip346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18" name="S09-num347"/>
          <p:cNvSpPr txBox="1"/>
          <p:nvPr/>
        </p:nvSpPr>
        <p:spPr>
          <a:xfrm>
            <a:off x="7072884" y="154127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200" dirty="0"/>
          </a:p>
        </p:txBody>
      </p:sp>
      <p:sp>
        <p:nvSpPr>
          <p:cNvPr id="19" name="S09-fracbar348"/>
          <p:cNvSpPr/>
          <p:nvPr/>
        </p:nvSpPr>
        <p:spPr>
          <a:xfrm>
            <a:off x="7109460" y="20574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0" name="S09-num349"/>
          <p:cNvSpPr txBox="1"/>
          <p:nvPr/>
        </p:nvSpPr>
        <p:spPr>
          <a:xfrm>
            <a:off x="7072884" y="209397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200" dirty="0"/>
          </a:p>
        </p:txBody>
      </p:sp>
      <p:sp>
        <p:nvSpPr>
          <p:cNvPr id="21" name="S09-op350"/>
          <p:cNvSpPr txBox="1"/>
          <p:nvPr/>
        </p:nvSpPr>
        <p:spPr>
          <a:xfrm>
            <a:off x="7719060" y="154127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</a:t>
            </a:r>
            <a:endParaRPr lang="ko-KR" sz="3200" dirty="0"/>
          </a:p>
        </p:txBody>
      </p:sp>
      <p:sp>
        <p:nvSpPr>
          <p:cNvPr id="22" name="S09-num351"/>
          <p:cNvSpPr txBox="1"/>
          <p:nvPr/>
        </p:nvSpPr>
        <p:spPr>
          <a:xfrm>
            <a:off x="8483092" y="154127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200" dirty="0"/>
          </a:p>
        </p:txBody>
      </p:sp>
      <p:sp>
        <p:nvSpPr>
          <p:cNvPr id="23" name="S09-fracbar352"/>
          <p:cNvSpPr/>
          <p:nvPr/>
        </p:nvSpPr>
        <p:spPr>
          <a:xfrm>
            <a:off x="8519668" y="20574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4" name="S09-num353"/>
          <p:cNvSpPr txBox="1"/>
          <p:nvPr/>
        </p:nvSpPr>
        <p:spPr>
          <a:xfrm>
            <a:off x="8483092" y="209397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3200" dirty="0"/>
          </a:p>
        </p:txBody>
      </p:sp>
      <p:sp>
        <p:nvSpPr>
          <p:cNvPr id="25" name="S09-op354"/>
          <p:cNvSpPr txBox="1"/>
          <p:nvPr/>
        </p:nvSpPr>
        <p:spPr>
          <a:xfrm>
            <a:off x="9129268" y="154127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26" name="S09-blank355"/>
          <p:cNvSpPr/>
          <p:nvPr/>
        </p:nvSpPr>
        <p:spPr>
          <a:xfrm>
            <a:off x="9665716" y="1879966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7" name="S09-blank356"/>
          <p:cNvSpPr/>
          <p:nvPr/>
        </p:nvSpPr>
        <p:spPr>
          <a:xfrm>
            <a:off x="10184526" y="160361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8" name="S09-fracbar357"/>
          <p:cNvSpPr/>
          <p:nvPr/>
        </p:nvSpPr>
        <p:spPr>
          <a:xfrm>
            <a:off x="10130312" y="20574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9" name="S09-blank358"/>
          <p:cNvSpPr/>
          <p:nvPr/>
        </p:nvSpPr>
        <p:spPr>
          <a:xfrm>
            <a:off x="10184526" y="2156318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0" name="S09-chip359"/>
          <p:cNvSpPr txBox="1"/>
          <p:nvPr/>
        </p:nvSpPr>
        <p:spPr>
          <a:xfrm>
            <a:off x="548640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31" name="S09-num360"/>
          <p:cNvSpPr txBox="1"/>
          <p:nvPr/>
        </p:nvSpPr>
        <p:spPr>
          <a:xfrm>
            <a:off x="1344168" y="3530092"/>
            <a:ext cx="323088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32" name="S09-num361"/>
          <p:cNvSpPr txBox="1"/>
          <p:nvPr/>
        </p:nvSpPr>
        <p:spPr>
          <a:xfrm>
            <a:off x="1667256" y="353009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200" dirty="0"/>
          </a:p>
        </p:txBody>
      </p:sp>
      <p:sp>
        <p:nvSpPr>
          <p:cNvPr id="33" name="S09-fracbar362"/>
          <p:cNvSpPr/>
          <p:nvPr/>
        </p:nvSpPr>
        <p:spPr>
          <a:xfrm>
            <a:off x="1703832" y="404622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4" name="S09-num363"/>
          <p:cNvSpPr txBox="1"/>
          <p:nvPr/>
        </p:nvSpPr>
        <p:spPr>
          <a:xfrm>
            <a:off x="1667256" y="408279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35" name="S09-op364"/>
          <p:cNvSpPr txBox="1"/>
          <p:nvPr/>
        </p:nvSpPr>
        <p:spPr>
          <a:xfrm>
            <a:off x="2313432" y="353009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</a:t>
            </a:r>
            <a:endParaRPr lang="ko-KR" sz="3200" dirty="0"/>
          </a:p>
        </p:txBody>
      </p:sp>
      <p:sp>
        <p:nvSpPr>
          <p:cNvPr id="36" name="S09-num365"/>
          <p:cNvSpPr txBox="1"/>
          <p:nvPr/>
        </p:nvSpPr>
        <p:spPr>
          <a:xfrm>
            <a:off x="3077464" y="353009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37" name="S09-fracbar366"/>
          <p:cNvSpPr/>
          <p:nvPr/>
        </p:nvSpPr>
        <p:spPr>
          <a:xfrm>
            <a:off x="3114040" y="404622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8" name="S09-num367"/>
          <p:cNvSpPr txBox="1"/>
          <p:nvPr/>
        </p:nvSpPr>
        <p:spPr>
          <a:xfrm>
            <a:off x="3077464" y="408279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3200" dirty="0"/>
          </a:p>
        </p:txBody>
      </p:sp>
      <p:sp>
        <p:nvSpPr>
          <p:cNvPr id="39" name="S09-op368"/>
          <p:cNvSpPr txBox="1"/>
          <p:nvPr/>
        </p:nvSpPr>
        <p:spPr>
          <a:xfrm>
            <a:off x="3723640" y="353009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40" name="S09-blank369"/>
          <p:cNvSpPr/>
          <p:nvPr/>
        </p:nvSpPr>
        <p:spPr>
          <a:xfrm>
            <a:off x="4409806" y="3868786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41" name="S09-chip370"/>
          <p:cNvSpPr txBox="1"/>
          <p:nvPr/>
        </p:nvSpPr>
        <p:spPr>
          <a:xfrm>
            <a:off x="6277356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42" name="S09-op371"/>
          <p:cNvSpPr txBox="1"/>
          <p:nvPr/>
        </p:nvSpPr>
        <p:spPr>
          <a:xfrm>
            <a:off x="7072884" y="3530092"/>
            <a:ext cx="524256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200" dirty="0"/>
          </a:p>
        </p:txBody>
      </p:sp>
      <p:sp>
        <p:nvSpPr>
          <p:cNvPr id="43" name="S09-op372"/>
          <p:cNvSpPr txBox="1"/>
          <p:nvPr/>
        </p:nvSpPr>
        <p:spPr>
          <a:xfrm>
            <a:off x="7706868" y="353009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</a:t>
            </a:r>
            <a:endParaRPr lang="ko-KR" sz="3200" dirty="0"/>
          </a:p>
        </p:txBody>
      </p:sp>
      <p:sp>
        <p:nvSpPr>
          <p:cNvPr id="44" name="S09-num373"/>
          <p:cNvSpPr txBox="1"/>
          <p:nvPr/>
        </p:nvSpPr>
        <p:spPr>
          <a:xfrm>
            <a:off x="8470900" y="353009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45" name="S09-fracbar374"/>
          <p:cNvSpPr/>
          <p:nvPr/>
        </p:nvSpPr>
        <p:spPr>
          <a:xfrm>
            <a:off x="8507476" y="404622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6" name="S09-num375"/>
          <p:cNvSpPr txBox="1"/>
          <p:nvPr/>
        </p:nvSpPr>
        <p:spPr>
          <a:xfrm>
            <a:off x="8470900" y="408279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47" name="S09-op376"/>
          <p:cNvSpPr txBox="1"/>
          <p:nvPr/>
        </p:nvSpPr>
        <p:spPr>
          <a:xfrm>
            <a:off x="9117076" y="353009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48" name="S09-blank377"/>
          <p:cNvSpPr/>
          <p:nvPr/>
        </p:nvSpPr>
        <p:spPr>
          <a:xfrm>
            <a:off x="9803242" y="3868786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분수를 뒤집을까요?</a:t>
            </a:r>
            <a:endParaRPr lang="ko-KR" sz="4000" dirty="0"/>
          </a:p>
        </p:txBody>
      </p:sp>
      <p:sp>
        <p:nvSpPr>
          <p:cNvPr id="3" name="S10-card378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379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4분의 3 ÷ 3분의 2를 곱셈으로 바꾸었어요.</a:t>
            </a:r>
            <a:endParaRPr lang="ko-KR" sz="2800" dirty="0"/>
          </a:p>
        </p:txBody>
      </p:sp>
      <p:sp>
        <p:nvSpPr>
          <p:cNvPr id="5" name="S10-card38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0-cardtext38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4분의 3 안에 3분의 2가 1번보다 많이 들어갈까요?</a:t>
            </a:r>
            <a:endParaRPr lang="ko-KR" sz="2800" dirty="0"/>
          </a:p>
        </p:txBody>
      </p:sp>
      <p:sp>
        <p:nvSpPr>
          <p:cNvPr id="7" name="S10-chip382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2200" dirty="0"/>
          </a:p>
        </p:txBody>
      </p:sp>
      <p:sp>
        <p:nvSpPr>
          <p:cNvPr id="8" name="S10-num383"/>
          <p:cNvSpPr txBox="1"/>
          <p:nvPr/>
        </p:nvSpPr>
        <p:spPr>
          <a:xfrm>
            <a:off x="1665478" y="362153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9" name="S10-fracbar384"/>
          <p:cNvSpPr/>
          <p:nvPr/>
        </p:nvSpPr>
        <p:spPr>
          <a:xfrm>
            <a:off x="1702054" y="413766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" name="S10-num385"/>
          <p:cNvSpPr txBox="1"/>
          <p:nvPr/>
        </p:nvSpPr>
        <p:spPr>
          <a:xfrm>
            <a:off x="1665478" y="417423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11" name="S10-op386"/>
          <p:cNvSpPr txBox="1"/>
          <p:nvPr/>
        </p:nvSpPr>
        <p:spPr>
          <a:xfrm>
            <a:off x="2311654" y="362153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3200" dirty="0"/>
          </a:p>
        </p:txBody>
      </p:sp>
      <p:sp>
        <p:nvSpPr>
          <p:cNvPr id="12" name="S10-num387"/>
          <p:cNvSpPr txBox="1"/>
          <p:nvPr/>
        </p:nvSpPr>
        <p:spPr>
          <a:xfrm>
            <a:off x="3075686" y="362153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13" name="S10-fracbar388"/>
          <p:cNvSpPr/>
          <p:nvPr/>
        </p:nvSpPr>
        <p:spPr>
          <a:xfrm>
            <a:off x="3112262" y="413766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4" name="S10-num389"/>
          <p:cNvSpPr txBox="1"/>
          <p:nvPr/>
        </p:nvSpPr>
        <p:spPr>
          <a:xfrm>
            <a:off x="3075686" y="417423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15" name="S10-op390"/>
          <p:cNvSpPr txBox="1"/>
          <p:nvPr/>
        </p:nvSpPr>
        <p:spPr>
          <a:xfrm>
            <a:off x="3721862" y="362153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16" name="S10-num391"/>
          <p:cNvSpPr txBox="1"/>
          <p:nvPr/>
        </p:nvSpPr>
        <p:spPr>
          <a:xfrm>
            <a:off x="4258310" y="362153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3200" dirty="0"/>
          </a:p>
        </p:txBody>
      </p:sp>
      <p:sp>
        <p:nvSpPr>
          <p:cNvPr id="17" name="S10-fracbar392"/>
          <p:cNvSpPr/>
          <p:nvPr/>
        </p:nvSpPr>
        <p:spPr>
          <a:xfrm>
            <a:off x="4294886" y="413766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8" name="S10-num393"/>
          <p:cNvSpPr txBox="1"/>
          <p:nvPr/>
        </p:nvSpPr>
        <p:spPr>
          <a:xfrm>
            <a:off x="4258310" y="417423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3200" dirty="0"/>
          </a:p>
        </p:txBody>
      </p:sp>
      <p:sp>
        <p:nvSpPr>
          <p:cNvPr id="19" name="S10-chip394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2200" dirty="0"/>
          </a:p>
        </p:txBody>
      </p:sp>
      <p:sp>
        <p:nvSpPr>
          <p:cNvPr id="20" name="S10-num395"/>
          <p:cNvSpPr txBox="1"/>
          <p:nvPr/>
        </p:nvSpPr>
        <p:spPr>
          <a:xfrm>
            <a:off x="7394194" y="362153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21" name="S10-fracbar396"/>
          <p:cNvSpPr/>
          <p:nvPr/>
        </p:nvSpPr>
        <p:spPr>
          <a:xfrm>
            <a:off x="7430770" y="413766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2" name="S10-num397"/>
          <p:cNvSpPr txBox="1"/>
          <p:nvPr/>
        </p:nvSpPr>
        <p:spPr>
          <a:xfrm>
            <a:off x="7394194" y="417423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23" name="S10-op398"/>
          <p:cNvSpPr txBox="1"/>
          <p:nvPr/>
        </p:nvSpPr>
        <p:spPr>
          <a:xfrm>
            <a:off x="8040370" y="362153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3200" dirty="0"/>
          </a:p>
        </p:txBody>
      </p:sp>
      <p:sp>
        <p:nvSpPr>
          <p:cNvPr id="24" name="S10-num399"/>
          <p:cNvSpPr txBox="1"/>
          <p:nvPr/>
        </p:nvSpPr>
        <p:spPr>
          <a:xfrm>
            <a:off x="8804402" y="362153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25" name="S10-fracbar400"/>
          <p:cNvSpPr/>
          <p:nvPr/>
        </p:nvSpPr>
        <p:spPr>
          <a:xfrm>
            <a:off x="8840978" y="413766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6" name="S10-num401"/>
          <p:cNvSpPr txBox="1"/>
          <p:nvPr/>
        </p:nvSpPr>
        <p:spPr>
          <a:xfrm>
            <a:off x="8804402" y="417423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27" name="S10-op402"/>
          <p:cNvSpPr txBox="1"/>
          <p:nvPr/>
        </p:nvSpPr>
        <p:spPr>
          <a:xfrm>
            <a:off x="9450578" y="362153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28" name="S10-num403"/>
          <p:cNvSpPr txBox="1"/>
          <p:nvPr/>
        </p:nvSpPr>
        <p:spPr>
          <a:xfrm>
            <a:off x="9987026" y="362153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3200" dirty="0"/>
          </a:p>
        </p:txBody>
      </p:sp>
      <p:sp>
        <p:nvSpPr>
          <p:cNvPr id="29" name="S10-fracbar404"/>
          <p:cNvSpPr/>
          <p:nvPr/>
        </p:nvSpPr>
        <p:spPr>
          <a:xfrm>
            <a:off x="10023602" y="413766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0" name="S10-num405"/>
          <p:cNvSpPr txBox="1"/>
          <p:nvPr/>
        </p:nvSpPr>
        <p:spPr>
          <a:xfrm>
            <a:off x="9987026" y="417423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text40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계산하고, ⑥은 까닭을 말해요.</a:t>
            </a:r>
            <a:endParaRPr lang="ko-KR" sz="2800" dirty="0"/>
          </a:p>
        </p:txBody>
      </p:sp>
      <p:sp>
        <p:nvSpPr>
          <p:cNvPr id="4" name="S11-chip407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11-num408"/>
          <p:cNvSpPr txBox="1"/>
          <p:nvPr/>
        </p:nvSpPr>
        <p:spPr>
          <a:xfrm>
            <a:off x="1344168" y="2135632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3200" dirty="0"/>
          </a:p>
        </p:txBody>
      </p:sp>
      <p:sp>
        <p:nvSpPr>
          <p:cNvPr id="6" name="S11-fracbar409"/>
          <p:cNvSpPr/>
          <p:nvPr/>
        </p:nvSpPr>
        <p:spPr>
          <a:xfrm>
            <a:off x="1380744" y="2651760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" name="S11-num410"/>
          <p:cNvSpPr txBox="1"/>
          <p:nvPr/>
        </p:nvSpPr>
        <p:spPr>
          <a:xfrm>
            <a:off x="1344168" y="2688336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3200" dirty="0"/>
          </a:p>
        </p:txBody>
      </p:sp>
      <p:sp>
        <p:nvSpPr>
          <p:cNvPr id="8" name="S11-op411"/>
          <p:cNvSpPr txBox="1"/>
          <p:nvPr/>
        </p:nvSpPr>
        <p:spPr>
          <a:xfrm>
            <a:off x="2089912" y="213563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</a:t>
            </a:r>
            <a:endParaRPr lang="ko-KR" sz="3200" dirty="0"/>
          </a:p>
        </p:txBody>
      </p:sp>
      <p:sp>
        <p:nvSpPr>
          <p:cNvPr id="9" name="S11-num412"/>
          <p:cNvSpPr txBox="1"/>
          <p:nvPr/>
        </p:nvSpPr>
        <p:spPr>
          <a:xfrm>
            <a:off x="2853944" y="2135632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10" name="S11-fracbar413"/>
          <p:cNvSpPr/>
          <p:nvPr/>
        </p:nvSpPr>
        <p:spPr>
          <a:xfrm>
            <a:off x="2890520" y="2651760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" name="S11-num414"/>
          <p:cNvSpPr txBox="1"/>
          <p:nvPr/>
        </p:nvSpPr>
        <p:spPr>
          <a:xfrm>
            <a:off x="2853944" y="2688336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3200" dirty="0"/>
          </a:p>
        </p:txBody>
      </p:sp>
      <p:sp>
        <p:nvSpPr>
          <p:cNvPr id="12" name="S11-op415"/>
          <p:cNvSpPr txBox="1"/>
          <p:nvPr/>
        </p:nvSpPr>
        <p:spPr>
          <a:xfrm>
            <a:off x="3599688" y="213563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13" name="S11-blank416"/>
          <p:cNvSpPr/>
          <p:nvPr/>
        </p:nvSpPr>
        <p:spPr>
          <a:xfrm>
            <a:off x="4285854" y="2474326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4" name="S11-chip417"/>
          <p:cNvSpPr txBox="1"/>
          <p:nvPr/>
        </p:nvSpPr>
        <p:spPr>
          <a:xfrm>
            <a:off x="6277356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15" name="S11-num418"/>
          <p:cNvSpPr txBox="1"/>
          <p:nvPr/>
        </p:nvSpPr>
        <p:spPr>
          <a:xfrm>
            <a:off x="7072884" y="213563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16" name="S11-fracbar419"/>
          <p:cNvSpPr/>
          <p:nvPr/>
        </p:nvSpPr>
        <p:spPr>
          <a:xfrm>
            <a:off x="7109460" y="265176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" name="S11-num420"/>
          <p:cNvSpPr txBox="1"/>
          <p:nvPr/>
        </p:nvSpPr>
        <p:spPr>
          <a:xfrm>
            <a:off x="7072884" y="268833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3200" dirty="0"/>
          </a:p>
        </p:txBody>
      </p:sp>
      <p:sp>
        <p:nvSpPr>
          <p:cNvPr id="18" name="S11-op421"/>
          <p:cNvSpPr txBox="1"/>
          <p:nvPr/>
        </p:nvSpPr>
        <p:spPr>
          <a:xfrm>
            <a:off x="7719060" y="213563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</a:t>
            </a:r>
            <a:endParaRPr lang="ko-KR" sz="3200" dirty="0"/>
          </a:p>
        </p:txBody>
      </p:sp>
      <p:sp>
        <p:nvSpPr>
          <p:cNvPr id="19" name="S11-num422"/>
          <p:cNvSpPr txBox="1"/>
          <p:nvPr/>
        </p:nvSpPr>
        <p:spPr>
          <a:xfrm>
            <a:off x="8483092" y="213563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20" name="S11-fracbar423"/>
          <p:cNvSpPr/>
          <p:nvPr/>
        </p:nvSpPr>
        <p:spPr>
          <a:xfrm>
            <a:off x="8519668" y="265176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1" name="S11-num424"/>
          <p:cNvSpPr txBox="1"/>
          <p:nvPr/>
        </p:nvSpPr>
        <p:spPr>
          <a:xfrm>
            <a:off x="8483092" y="268833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22" name="S11-op425"/>
          <p:cNvSpPr txBox="1"/>
          <p:nvPr/>
        </p:nvSpPr>
        <p:spPr>
          <a:xfrm>
            <a:off x="9129268" y="213563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23" name="S11-blank426"/>
          <p:cNvSpPr/>
          <p:nvPr/>
        </p:nvSpPr>
        <p:spPr>
          <a:xfrm>
            <a:off x="9756506" y="219797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4" name="S11-fracbar427"/>
          <p:cNvSpPr/>
          <p:nvPr/>
        </p:nvSpPr>
        <p:spPr>
          <a:xfrm>
            <a:off x="9702292" y="265176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5" name="S11-blank428"/>
          <p:cNvSpPr/>
          <p:nvPr/>
        </p:nvSpPr>
        <p:spPr>
          <a:xfrm>
            <a:off x="9756506" y="2750678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6" name="S11-chip429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27" name="S11-num430"/>
          <p:cNvSpPr txBox="1"/>
          <p:nvPr/>
        </p:nvSpPr>
        <p:spPr>
          <a:xfrm>
            <a:off x="1344168" y="3598672"/>
            <a:ext cx="323088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200" dirty="0"/>
          </a:p>
        </p:txBody>
      </p:sp>
      <p:sp>
        <p:nvSpPr>
          <p:cNvPr id="28" name="S11-num431"/>
          <p:cNvSpPr txBox="1"/>
          <p:nvPr/>
        </p:nvSpPr>
        <p:spPr>
          <a:xfrm>
            <a:off x="1667256" y="359867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200" dirty="0"/>
          </a:p>
        </p:txBody>
      </p:sp>
      <p:sp>
        <p:nvSpPr>
          <p:cNvPr id="29" name="S11-fracbar432"/>
          <p:cNvSpPr/>
          <p:nvPr/>
        </p:nvSpPr>
        <p:spPr>
          <a:xfrm>
            <a:off x="1703832" y="41148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0" name="S11-num433"/>
          <p:cNvSpPr txBox="1"/>
          <p:nvPr/>
        </p:nvSpPr>
        <p:spPr>
          <a:xfrm>
            <a:off x="1667256" y="415137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31" name="S11-op434"/>
          <p:cNvSpPr txBox="1"/>
          <p:nvPr/>
        </p:nvSpPr>
        <p:spPr>
          <a:xfrm>
            <a:off x="2313432" y="359867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</a:t>
            </a:r>
            <a:endParaRPr lang="ko-KR" sz="3200" dirty="0"/>
          </a:p>
        </p:txBody>
      </p:sp>
      <p:sp>
        <p:nvSpPr>
          <p:cNvPr id="32" name="S11-num435"/>
          <p:cNvSpPr txBox="1"/>
          <p:nvPr/>
        </p:nvSpPr>
        <p:spPr>
          <a:xfrm>
            <a:off x="3077464" y="359867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33" name="S11-fracbar436"/>
          <p:cNvSpPr/>
          <p:nvPr/>
        </p:nvSpPr>
        <p:spPr>
          <a:xfrm>
            <a:off x="3114040" y="41148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4" name="S11-num437"/>
          <p:cNvSpPr txBox="1"/>
          <p:nvPr/>
        </p:nvSpPr>
        <p:spPr>
          <a:xfrm>
            <a:off x="3077464" y="415137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3200" dirty="0"/>
          </a:p>
        </p:txBody>
      </p:sp>
      <p:sp>
        <p:nvSpPr>
          <p:cNvPr id="35" name="S11-op438"/>
          <p:cNvSpPr txBox="1"/>
          <p:nvPr/>
        </p:nvSpPr>
        <p:spPr>
          <a:xfrm>
            <a:off x="3723640" y="359867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36" name="S11-blank439"/>
          <p:cNvSpPr/>
          <p:nvPr/>
        </p:nvSpPr>
        <p:spPr>
          <a:xfrm>
            <a:off x="4409806" y="3937366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7" name="S11-chip440"/>
          <p:cNvSpPr txBox="1"/>
          <p:nvPr/>
        </p:nvSpPr>
        <p:spPr>
          <a:xfrm>
            <a:off x="6277356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38" name="S11-op441"/>
          <p:cNvSpPr txBox="1"/>
          <p:nvPr/>
        </p:nvSpPr>
        <p:spPr>
          <a:xfrm>
            <a:off x="7072884" y="3598672"/>
            <a:ext cx="524256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200" dirty="0"/>
          </a:p>
        </p:txBody>
      </p:sp>
      <p:sp>
        <p:nvSpPr>
          <p:cNvPr id="39" name="S11-op442"/>
          <p:cNvSpPr txBox="1"/>
          <p:nvPr/>
        </p:nvSpPr>
        <p:spPr>
          <a:xfrm>
            <a:off x="7706868" y="359867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</a:t>
            </a:r>
            <a:endParaRPr lang="ko-KR" sz="3200" dirty="0"/>
          </a:p>
        </p:txBody>
      </p:sp>
      <p:sp>
        <p:nvSpPr>
          <p:cNvPr id="40" name="S11-num443"/>
          <p:cNvSpPr txBox="1"/>
          <p:nvPr/>
        </p:nvSpPr>
        <p:spPr>
          <a:xfrm>
            <a:off x="8470900" y="359867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41" name="S11-fracbar444"/>
          <p:cNvSpPr/>
          <p:nvPr/>
        </p:nvSpPr>
        <p:spPr>
          <a:xfrm>
            <a:off x="8507476" y="41148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2" name="S11-num445"/>
          <p:cNvSpPr txBox="1"/>
          <p:nvPr/>
        </p:nvSpPr>
        <p:spPr>
          <a:xfrm>
            <a:off x="8470900" y="415137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43" name="S11-op446"/>
          <p:cNvSpPr txBox="1"/>
          <p:nvPr/>
        </p:nvSpPr>
        <p:spPr>
          <a:xfrm>
            <a:off x="9117076" y="359867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44" name="S11-blank447"/>
          <p:cNvSpPr/>
          <p:nvPr/>
        </p:nvSpPr>
        <p:spPr>
          <a:xfrm>
            <a:off x="9653524" y="3937366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45" name="S11-blank448"/>
          <p:cNvSpPr/>
          <p:nvPr/>
        </p:nvSpPr>
        <p:spPr>
          <a:xfrm>
            <a:off x="10172334" y="366101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46" name="S11-fracbar449"/>
          <p:cNvSpPr/>
          <p:nvPr/>
        </p:nvSpPr>
        <p:spPr>
          <a:xfrm>
            <a:off x="10118120" y="41148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7" name="S11-blank450"/>
          <p:cNvSpPr/>
          <p:nvPr/>
        </p:nvSpPr>
        <p:spPr>
          <a:xfrm>
            <a:off x="10172334" y="4213718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48" name="S11-chip451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</a:t>
            </a:r>
            <a:endParaRPr lang="ko-KR" sz="2200" dirty="0"/>
          </a:p>
        </p:txBody>
      </p:sp>
      <p:sp>
        <p:nvSpPr>
          <p:cNvPr id="49" name="S11-num452"/>
          <p:cNvSpPr txBox="1"/>
          <p:nvPr/>
        </p:nvSpPr>
        <p:spPr>
          <a:xfrm>
            <a:off x="1344168" y="506171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50" name="S11-fracbar453"/>
          <p:cNvSpPr/>
          <p:nvPr/>
        </p:nvSpPr>
        <p:spPr>
          <a:xfrm>
            <a:off x="1380744" y="557784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1" name="S11-num454"/>
          <p:cNvSpPr txBox="1"/>
          <p:nvPr/>
        </p:nvSpPr>
        <p:spPr>
          <a:xfrm>
            <a:off x="1344168" y="561441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200" dirty="0"/>
          </a:p>
        </p:txBody>
      </p:sp>
      <p:sp>
        <p:nvSpPr>
          <p:cNvPr id="52" name="S11-op455"/>
          <p:cNvSpPr txBox="1"/>
          <p:nvPr/>
        </p:nvSpPr>
        <p:spPr>
          <a:xfrm>
            <a:off x="1990344" y="506171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</a:t>
            </a:r>
            <a:endParaRPr lang="ko-KR" sz="3200" dirty="0"/>
          </a:p>
        </p:txBody>
      </p:sp>
      <p:sp>
        <p:nvSpPr>
          <p:cNvPr id="53" name="S11-num456"/>
          <p:cNvSpPr txBox="1"/>
          <p:nvPr/>
        </p:nvSpPr>
        <p:spPr>
          <a:xfrm>
            <a:off x="2754376" y="506171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200" dirty="0"/>
          </a:p>
        </p:txBody>
      </p:sp>
      <p:sp>
        <p:nvSpPr>
          <p:cNvPr id="54" name="S11-fracbar457"/>
          <p:cNvSpPr/>
          <p:nvPr/>
        </p:nvSpPr>
        <p:spPr>
          <a:xfrm>
            <a:off x="2790952" y="557784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5" name="S11-num458"/>
          <p:cNvSpPr txBox="1"/>
          <p:nvPr/>
        </p:nvSpPr>
        <p:spPr>
          <a:xfrm>
            <a:off x="2754376" y="561441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56" name="S11-op459"/>
          <p:cNvSpPr txBox="1"/>
          <p:nvPr/>
        </p:nvSpPr>
        <p:spPr>
          <a:xfrm>
            <a:off x="3400552" y="506171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57" name="S11-blank460"/>
          <p:cNvSpPr/>
          <p:nvPr/>
        </p:nvSpPr>
        <p:spPr>
          <a:xfrm>
            <a:off x="3937000" y="5400406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58" name="S11-blank461"/>
          <p:cNvSpPr/>
          <p:nvPr/>
        </p:nvSpPr>
        <p:spPr>
          <a:xfrm>
            <a:off x="4455810" y="512405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59" name="S11-fracbar462"/>
          <p:cNvSpPr/>
          <p:nvPr/>
        </p:nvSpPr>
        <p:spPr>
          <a:xfrm>
            <a:off x="4401596" y="557784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0" name="S11-blank463"/>
          <p:cNvSpPr/>
          <p:nvPr/>
        </p:nvSpPr>
        <p:spPr>
          <a:xfrm>
            <a:off x="4455810" y="5676758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61" name="S11-chip464"/>
          <p:cNvSpPr txBox="1"/>
          <p:nvPr/>
        </p:nvSpPr>
        <p:spPr>
          <a:xfrm>
            <a:off x="6277356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</a:t>
            </a:r>
            <a:endParaRPr lang="ko-KR" sz="2200" dirty="0"/>
          </a:p>
        </p:txBody>
      </p:sp>
      <p:sp>
        <p:nvSpPr>
          <p:cNvPr id="62" name="S11-text465"/>
          <p:cNvSpPr txBox="1"/>
          <p:nvPr/>
        </p:nvSpPr>
        <p:spPr>
          <a:xfrm>
            <a:off x="7072884" y="493776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 3분의 2를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2분의 3으로 바꾸는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까닭은?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000" dirty="0"/>
          </a:p>
        </p:txBody>
      </p:sp>
      <p:sp>
        <p:nvSpPr>
          <p:cNvPr id="3" name="S12-card466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467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답이 1보다 큰지 작은지 먼저 어림해 보게 하세요. 틀린 답은 지우지 말고 옆에 고쳐 쓰게 하세요.</a:t>
            </a:r>
            <a:endParaRPr lang="ko-KR" sz="2800" dirty="0"/>
          </a:p>
        </p:txBody>
      </p:sp>
      <p:sp>
        <p:nvSpPr>
          <p:cNvPr id="5" name="S12-chip468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200" dirty="0"/>
          </a:p>
        </p:txBody>
      </p:sp>
      <p:sp>
        <p:nvSpPr>
          <p:cNvPr id="6" name="S12-op469"/>
          <p:cNvSpPr txBox="1"/>
          <p:nvPr/>
        </p:nvSpPr>
        <p:spPr>
          <a:xfrm>
            <a:off x="548640" y="2071285"/>
            <a:ext cx="554736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12-op470"/>
          <p:cNvSpPr txBox="1"/>
          <p:nvPr/>
        </p:nvSpPr>
        <p:spPr>
          <a:xfrm>
            <a:off x="1213104" y="2071285"/>
            <a:ext cx="4572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8" name="S12-op471"/>
          <p:cNvSpPr txBox="1"/>
          <p:nvPr/>
        </p:nvSpPr>
        <p:spPr>
          <a:xfrm>
            <a:off x="1780032" y="2071285"/>
            <a:ext cx="554736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12-num472"/>
          <p:cNvSpPr txBox="1"/>
          <p:nvPr/>
        </p:nvSpPr>
        <p:spPr>
          <a:xfrm>
            <a:off x="2444496" y="2071285"/>
            <a:ext cx="429768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12-fracbar473"/>
          <p:cNvSpPr/>
          <p:nvPr/>
        </p:nvSpPr>
        <p:spPr>
          <a:xfrm>
            <a:off x="2481072" y="2467525"/>
            <a:ext cx="356616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1" name="S12-num474"/>
          <p:cNvSpPr txBox="1"/>
          <p:nvPr/>
        </p:nvSpPr>
        <p:spPr>
          <a:xfrm>
            <a:off x="2444496" y="2504101"/>
            <a:ext cx="429768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12-text475"/>
          <p:cNvSpPr txBox="1"/>
          <p:nvPr/>
        </p:nvSpPr>
        <p:spPr>
          <a:xfrm>
            <a:off x="3367278" y="2057400"/>
            <a:ext cx="2544318" cy="820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분자끼리, 바꾸어 곱함</a:t>
            </a:r>
            <a:endParaRPr lang="ko-KR" sz="2200" dirty="0"/>
          </a:p>
        </p:txBody>
      </p:sp>
      <p:sp>
        <p:nvSpPr>
          <p:cNvPr id="13" name="S12-op476"/>
          <p:cNvSpPr txBox="1"/>
          <p:nvPr/>
        </p:nvSpPr>
        <p:spPr>
          <a:xfrm>
            <a:off x="548640" y="3028696"/>
            <a:ext cx="554736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4" name="S12-op477"/>
          <p:cNvSpPr txBox="1"/>
          <p:nvPr/>
        </p:nvSpPr>
        <p:spPr>
          <a:xfrm>
            <a:off x="1213104" y="3028696"/>
            <a:ext cx="4572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400" dirty="0"/>
          </a:p>
        </p:txBody>
      </p:sp>
      <p:sp>
        <p:nvSpPr>
          <p:cNvPr id="15" name="S12-op478"/>
          <p:cNvSpPr txBox="1"/>
          <p:nvPr/>
        </p:nvSpPr>
        <p:spPr>
          <a:xfrm>
            <a:off x="1780032" y="3028696"/>
            <a:ext cx="554736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6" name="S12-num479"/>
          <p:cNvSpPr txBox="1"/>
          <p:nvPr/>
        </p:nvSpPr>
        <p:spPr>
          <a:xfrm>
            <a:off x="2444496" y="3028696"/>
            <a:ext cx="256032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400" dirty="0"/>
          </a:p>
        </p:txBody>
      </p:sp>
      <p:sp>
        <p:nvSpPr>
          <p:cNvPr id="17" name="S12-num480"/>
          <p:cNvSpPr txBox="1"/>
          <p:nvPr/>
        </p:nvSpPr>
        <p:spPr>
          <a:xfrm>
            <a:off x="2700528" y="3028696"/>
            <a:ext cx="429768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18" name="S12-fracbar481"/>
          <p:cNvSpPr/>
          <p:nvPr/>
        </p:nvSpPr>
        <p:spPr>
          <a:xfrm>
            <a:off x="2737104" y="3424936"/>
            <a:ext cx="356616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9" name="S12-num482"/>
          <p:cNvSpPr txBox="1"/>
          <p:nvPr/>
        </p:nvSpPr>
        <p:spPr>
          <a:xfrm>
            <a:off x="2700528" y="3461512"/>
            <a:ext cx="429768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20" name="S12-text483"/>
          <p:cNvSpPr txBox="1"/>
          <p:nvPr/>
        </p:nvSpPr>
        <p:spPr>
          <a:xfrm>
            <a:off x="3367278" y="3014811"/>
            <a:ext cx="2544318" cy="820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가분수로 먼저</a:t>
            </a:r>
            <a:endParaRPr lang="ko-KR" sz="2200" dirty="0"/>
          </a:p>
        </p:txBody>
      </p:sp>
      <p:sp>
        <p:nvSpPr>
          <p:cNvPr id="21" name="S12-op484"/>
          <p:cNvSpPr txBox="1"/>
          <p:nvPr/>
        </p:nvSpPr>
        <p:spPr>
          <a:xfrm>
            <a:off x="548640" y="3986107"/>
            <a:ext cx="554736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</a:t>
            </a:r>
            <a:endParaRPr lang="ko-KR" sz="2400" dirty="0"/>
          </a:p>
        </p:txBody>
      </p:sp>
      <p:sp>
        <p:nvSpPr>
          <p:cNvPr id="22" name="S12-num485"/>
          <p:cNvSpPr txBox="1"/>
          <p:nvPr/>
        </p:nvSpPr>
        <p:spPr>
          <a:xfrm>
            <a:off x="1213104" y="3986107"/>
            <a:ext cx="256032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23" name="S12-num486"/>
          <p:cNvSpPr txBox="1"/>
          <p:nvPr/>
        </p:nvSpPr>
        <p:spPr>
          <a:xfrm>
            <a:off x="1469136" y="3986107"/>
            <a:ext cx="429768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24" name="S12-fracbar487"/>
          <p:cNvSpPr/>
          <p:nvPr/>
        </p:nvSpPr>
        <p:spPr>
          <a:xfrm>
            <a:off x="1505712" y="4382347"/>
            <a:ext cx="356616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5" name="S12-num488"/>
          <p:cNvSpPr txBox="1"/>
          <p:nvPr/>
        </p:nvSpPr>
        <p:spPr>
          <a:xfrm>
            <a:off x="1469136" y="4418923"/>
            <a:ext cx="429768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400" dirty="0"/>
          </a:p>
        </p:txBody>
      </p:sp>
      <p:sp>
        <p:nvSpPr>
          <p:cNvPr id="26" name="S12-text489"/>
          <p:cNvSpPr txBox="1"/>
          <p:nvPr/>
        </p:nvSpPr>
        <p:spPr>
          <a:xfrm>
            <a:off x="3367278" y="3972221"/>
            <a:ext cx="2544318" cy="820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5분의 3 × 4</a:t>
            </a:r>
            <a:endParaRPr lang="ko-KR" sz="2200" dirty="0"/>
          </a:p>
        </p:txBody>
      </p:sp>
      <p:sp>
        <p:nvSpPr>
          <p:cNvPr id="27" name="S12-chip490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200" dirty="0"/>
          </a:p>
        </p:txBody>
      </p:sp>
      <p:sp>
        <p:nvSpPr>
          <p:cNvPr id="28" name="S12-op491"/>
          <p:cNvSpPr txBox="1"/>
          <p:nvPr/>
        </p:nvSpPr>
        <p:spPr>
          <a:xfrm>
            <a:off x="6277356" y="2248408"/>
            <a:ext cx="579628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29" name="S12-num492"/>
          <p:cNvSpPr txBox="1"/>
          <p:nvPr/>
        </p:nvSpPr>
        <p:spPr>
          <a:xfrm>
            <a:off x="6966712" y="2248408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30" name="S12-fracbar493"/>
          <p:cNvSpPr/>
          <p:nvPr/>
        </p:nvSpPr>
        <p:spPr>
          <a:xfrm>
            <a:off x="7003288" y="2674620"/>
            <a:ext cx="383286" cy="0"/>
          </a:xfrm>
          <a:prstGeom prst="line">
            <a:avLst/>
          </a:prstGeom>
          <a:noFill/>
          <a:ln w="20638">
            <a:solidFill>
              <a:srgbClr val="1F2937"/>
            </a:solidFill>
            <a:prstDash val="solid"/>
          </a:ln>
        </p:spPr>
      </p:sp>
      <p:sp>
        <p:nvSpPr>
          <p:cNvPr id="31" name="S12-num494"/>
          <p:cNvSpPr txBox="1"/>
          <p:nvPr/>
        </p:nvSpPr>
        <p:spPr>
          <a:xfrm>
            <a:off x="6966712" y="2711196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32" name="S12-text495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앞의 분수를 뒤집음</a:t>
            </a:r>
            <a:endParaRPr lang="ko-KR" sz="2200" dirty="0"/>
          </a:p>
        </p:txBody>
      </p:sp>
      <p:sp>
        <p:nvSpPr>
          <p:cNvPr id="33" name="S12-op496"/>
          <p:cNvSpPr txBox="1"/>
          <p:nvPr/>
        </p:nvSpPr>
        <p:spPr>
          <a:xfrm>
            <a:off x="6277356" y="3620008"/>
            <a:ext cx="579628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34" name="S12-num497"/>
          <p:cNvSpPr txBox="1"/>
          <p:nvPr/>
        </p:nvSpPr>
        <p:spPr>
          <a:xfrm>
            <a:off x="6966712" y="3620008"/>
            <a:ext cx="547624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600" dirty="0"/>
          </a:p>
        </p:txBody>
      </p:sp>
      <p:sp>
        <p:nvSpPr>
          <p:cNvPr id="35" name="S12-fracbar498"/>
          <p:cNvSpPr/>
          <p:nvPr/>
        </p:nvSpPr>
        <p:spPr>
          <a:xfrm>
            <a:off x="7003288" y="4046220"/>
            <a:ext cx="474472" cy="0"/>
          </a:xfrm>
          <a:prstGeom prst="line">
            <a:avLst/>
          </a:prstGeom>
          <a:noFill/>
          <a:ln w="20638">
            <a:solidFill>
              <a:srgbClr val="1F2937"/>
            </a:solidFill>
            <a:prstDash val="solid"/>
          </a:ln>
        </p:spPr>
      </p:sp>
      <p:sp>
        <p:nvSpPr>
          <p:cNvPr id="36" name="S12-num499"/>
          <p:cNvSpPr txBox="1"/>
          <p:nvPr/>
        </p:nvSpPr>
        <p:spPr>
          <a:xfrm>
            <a:off x="6966712" y="4082796"/>
            <a:ext cx="547624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37" name="S12-text500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× 3분의 2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생활 속 나눗셈</a:t>
            </a:r>
            <a:endParaRPr lang="ko-KR" sz="4000" dirty="0"/>
          </a:p>
        </p:txBody>
      </p:sp>
      <p:sp>
        <p:nvSpPr>
          <p:cNvPr id="3" name="S13-text50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식을 쓰고 답을 구해요.</a:t>
            </a:r>
            <a:endParaRPr lang="ko-KR" sz="2800" dirty="0"/>
          </a:p>
        </p:txBody>
      </p:sp>
      <p:sp>
        <p:nvSpPr>
          <p:cNvPr id="4" name="S13-chip502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13-text503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주스 4분의 3 L를 8분의 1 L씩 컵에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따르면 몇 컵이 될까요?</a:t>
            </a:r>
            <a:endParaRPr lang="ko-KR" sz="2800" dirty="0"/>
          </a:p>
        </p:txBody>
      </p:sp>
      <p:sp>
        <p:nvSpPr>
          <p:cNvPr id="6" name="S13-chip504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13-text505"/>
          <p:cNvSpPr txBox="1"/>
          <p:nvPr/>
        </p:nvSpPr>
        <p:spPr>
          <a:xfrm>
            <a:off x="1344168" y="420624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막대 3분의 2 m의 무게가 5분의 4 kg이에요.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막대 1 m의 무게는 몇 kg일까요?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506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507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분모가 같으면 분자끼리 나누고, 다르면 통분해서 나눠요.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나누는 분수의 분모와 분자를 바꾸어 곱해도 같아요.</a:t>
            </a:r>
            <a:endParaRPr lang="ko-KR" sz="2800" dirty="0"/>
          </a:p>
        </p:txBody>
      </p:sp>
      <p:sp>
        <p:nvSpPr>
          <p:cNvPr id="5" name="S14-chip508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대분수는 가분수로 바꾸기</a:t>
            </a:r>
            <a:endParaRPr lang="ko-KR" sz="2200" dirty="0"/>
          </a:p>
        </p:txBody>
      </p:sp>
      <p:sp>
        <p:nvSpPr>
          <p:cNvPr id="6" name="S14-chip509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앞의 분수를 뒤집기</a:t>
            </a:r>
            <a:endParaRPr lang="ko-KR" sz="2200" dirty="0"/>
          </a:p>
        </p:txBody>
      </p:sp>
      <p:sp>
        <p:nvSpPr>
          <p:cNvPr id="7" name="S14-text510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4-op511"/>
          <p:cNvSpPr txBox="1"/>
          <p:nvPr/>
        </p:nvSpPr>
        <p:spPr>
          <a:xfrm>
            <a:off x="548640" y="4401312"/>
            <a:ext cx="579628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9" name="S14-num512"/>
          <p:cNvSpPr txBox="1"/>
          <p:nvPr/>
        </p:nvSpPr>
        <p:spPr>
          <a:xfrm>
            <a:off x="1237996" y="4401312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10" name="S14-fracbar513"/>
          <p:cNvSpPr/>
          <p:nvPr/>
        </p:nvSpPr>
        <p:spPr>
          <a:xfrm>
            <a:off x="1274572" y="4827524"/>
            <a:ext cx="383286" cy="0"/>
          </a:xfrm>
          <a:prstGeom prst="line">
            <a:avLst/>
          </a:prstGeom>
          <a:noFill/>
          <a:ln w="20638">
            <a:solidFill>
              <a:srgbClr val="FFFFFF"/>
            </a:solidFill>
            <a:prstDash val="solid"/>
          </a:ln>
        </p:spPr>
      </p:sp>
      <p:sp>
        <p:nvSpPr>
          <p:cNvPr id="11" name="S14-num514"/>
          <p:cNvSpPr txBox="1"/>
          <p:nvPr/>
        </p:nvSpPr>
        <p:spPr>
          <a:xfrm>
            <a:off x="1237996" y="4864100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12" name="S14-op515"/>
          <p:cNvSpPr txBox="1"/>
          <p:nvPr/>
        </p:nvSpPr>
        <p:spPr>
          <a:xfrm>
            <a:off x="1804162" y="4401312"/>
            <a:ext cx="579628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</a:t>
            </a:r>
            <a:endParaRPr lang="ko-KR" sz="2600" dirty="0"/>
          </a:p>
        </p:txBody>
      </p:sp>
      <p:sp>
        <p:nvSpPr>
          <p:cNvPr id="13" name="S14-num516"/>
          <p:cNvSpPr txBox="1"/>
          <p:nvPr/>
        </p:nvSpPr>
        <p:spPr>
          <a:xfrm>
            <a:off x="2493518" y="4401312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14" name="S14-fracbar517"/>
          <p:cNvSpPr/>
          <p:nvPr/>
        </p:nvSpPr>
        <p:spPr>
          <a:xfrm>
            <a:off x="2530094" y="4827524"/>
            <a:ext cx="383286" cy="0"/>
          </a:xfrm>
          <a:prstGeom prst="line">
            <a:avLst/>
          </a:prstGeom>
          <a:noFill/>
          <a:ln w="20638">
            <a:solidFill>
              <a:srgbClr val="FFFFFF"/>
            </a:solidFill>
            <a:prstDash val="solid"/>
          </a:ln>
        </p:spPr>
      </p:sp>
      <p:sp>
        <p:nvSpPr>
          <p:cNvPr id="15" name="S14-num518"/>
          <p:cNvSpPr txBox="1"/>
          <p:nvPr/>
        </p:nvSpPr>
        <p:spPr>
          <a:xfrm>
            <a:off x="2493518" y="4864100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16" name="S14-op519"/>
          <p:cNvSpPr txBox="1"/>
          <p:nvPr/>
        </p:nvSpPr>
        <p:spPr>
          <a:xfrm>
            <a:off x="4322064" y="4401312"/>
            <a:ext cx="579628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17" name="S14-num520"/>
          <p:cNvSpPr txBox="1"/>
          <p:nvPr/>
        </p:nvSpPr>
        <p:spPr>
          <a:xfrm>
            <a:off x="5011420" y="4401312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18" name="S14-fracbar521"/>
          <p:cNvSpPr/>
          <p:nvPr/>
        </p:nvSpPr>
        <p:spPr>
          <a:xfrm>
            <a:off x="5047996" y="4827524"/>
            <a:ext cx="383286" cy="0"/>
          </a:xfrm>
          <a:prstGeom prst="line">
            <a:avLst/>
          </a:prstGeom>
          <a:noFill/>
          <a:ln w="20638">
            <a:solidFill>
              <a:srgbClr val="FFFFFF"/>
            </a:solidFill>
            <a:prstDash val="solid"/>
          </a:ln>
        </p:spPr>
      </p:sp>
      <p:sp>
        <p:nvSpPr>
          <p:cNvPr id="19" name="S14-num522"/>
          <p:cNvSpPr txBox="1"/>
          <p:nvPr/>
        </p:nvSpPr>
        <p:spPr>
          <a:xfrm>
            <a:off x="5011420" y="4864100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20" name="S14-op523"/>
          <p:cNvSpPr txBox="1"/>
          <p:nvPr/>
        </p:nvSpPr>
        <p:spPr>
          <a:xfrm>
            <a:off x="5577586" y="4401312"/>
            <a:ext cx="579628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</a:t>
            </a:r>
            <a:endParaRPr lang="ko-KR" sz="2600" dirty="0"/>
          </a:p>
        </p:txBody>
      </p:sp>
      <p:sp>
        <p:nvSpPr>
          <p:cNvPr id="21" name="S14-num524"/>
          <p:cNvSpPr txBox="1"/>
          <p:nvPr/>
        </p:nvSpPr>
        <p:spPr>
          <a:xfrm>
            <a:off x="6266942" y="4401312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22" name="S14-fracbar525"/>
          <p:cNvSpPr/>
          <p:nvPr/>
        </p:nvSpPr>
        <p:spPr>
          <a:xfrm>
            <a:off x="6303518" y="4827524"/>
            <a:ext cx="383286" cy="0"/>
          </a:xfrm>
          <a:prstGeom prst="line">
            <a:avLst/>
          </a:prstGeom>
          <a:noFill/>
          <a:ln w="20638">
            <a:solidFill>
              <a:srgbClr val="FFFFFF"/>
            </a:solidFill>
            <a:prstDash val="solid"/>
          </a:ln>
        </p:spPr>
      </p:sp>
      <p:sp>
        <p:nvSpPr>
          <p:cNvPr id="23" name="S14-num526"/>
          <p:cNvSpPr txBox="1"/>
          <p:nvPr/>
        </p:nvSpPr>
        <p:spPr>
          <a:xfrm>
            <a:off x="6266942" y="4864100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24" name="S14-op527"/>
          <p:cNvSpPr txBox="1"/>
          <p:nvPr/>
        </p:nvSpPr>
        <p:spPr>
          <a:xfrm>
            <a:off x="8095488" y="4401312"/>
            <a:ext cx="579628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25" name="S14-num528"/>
          <p:cNvSpPr txBox="1"/>
          <p:nvPr/>
        </p:nvSpPr>
        <p:spPr>
          <a:xfrm>
            <a:off x="8784844" y="4401312"/>
            <a:ext cx="272796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26" name="S14-num529"/>
          <p:cNvSpPr txBox="1"/>
          <p:nvPr/>
        </p:nvSpPr>
        <p:spPr>
          <a:xfrm>
            <a:off x="9057640" y="4401312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27" name="S14-fracbar530"/>
          <p:cNvSpPr/>
          <p:nvPr/>
        </p:nvSpPr>
        <p:spPr>
          <a:xfrm>
            <a:off x="9094216" y="4827524"/>
            <a:ext cx="383286" cy="0"/>
          </a:xfrm>
          <a:prstGeom prst="line">
            <a:avLst/>
          </a:prstGeom>
          <a:noFill/>
          <a:ln w="20638">
            <a:solidFill>
              <a:srgbClr val="FFFFFF"/>
            </a:solidFill>
            <a:prstDash val="solid"/>
          </a:ln>
        </p:spPr>
      </p:sp>
      <p:sp>
        <p:nvSpPr>
          <p:cNvPr id="28" name="S14-num531"/>
          <p:cNvSpPr txBox="1"/>
          <p:nvPr/>
        </p:nvSpPr>
        <p:spPr>
          <a:xfrm>
            <a:off x="9057640" y="4864100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29" name="S14-op532"/>
          <p:cNvSpPr txBox="1"/>
          <p:nvPr/>
        </p:nvSpPr>
        <p:spPr>
          <a:xfrm>
            <a:off x="9623806" y="4401312"/>
            <a:ext cx="579628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</a:t>
            </a:r>
            <a:endParaRPr lang="ko-KR" sz="2600" dirty="0"/>
          </a:p>
        </p:txBody>
      </p:sp>
      <p:sp>
        <p:nvSpPr>
          <p:cNvPr id="30" name="S14-num533"/>
          <p:cNvSpPr txBox="1"/>
          <p:nvPr/>
        </p:nvSpPr>
        <p:spPr>
          <a:xfrm>
            <a:off x="10313162" y="4401312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31" name="S14-fracbar534"/>
          <p:cNvSpPr/>
          <p:nvPr/>
        </p:nvSpPr>
        <p:spPr>
          <a:xfrm>
            <a:off x="10349738" y="4827524"/>
            <a:ext cx="383286" cy="0"/>
          </a:xfrm>
          <a:prstGeom prst="line">
            <a:avLst/>
          </a:prstGeom>
          <a:noFill/>
          <a:ln w="20638">
            <a:solidFill>
              <a:srgbClr val="FFFFFF"/>
            </a:solidFill>
            <a:prstDash val="solid"/>
          </a:ln>
        </p:spPr>
      </p:sp>
      <p:sp>
        <p:nvSpPr>
          <p:cNvPr id="32" name="S14-num535"/>
          <p:cNvSpPr txBox="1"/>
          <p:nvPr/>
        </p:nvSpPr>
        <p:spPr>
          <a:xfrm>
            <a:off x="10313162" y="4864100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33" name="S14-text536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소수의 나눗셈 1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분수 ÷ 자연수와 통분</a:t>
            </a:r>
            <a:endParaRPr lang="ko-KR" sz="4000" dirty="0"/>
          </a:p>
        </p:txBody>
      </p:sp>
      <p:sp>
        <p:nvSpPr>
          <p:cNvPr id="3" name="S15-stepno537"/>
          <p:cNvSpPr txBox="1"/>
          <p:nvPr/>
        </p:nvSpPr>
        <p:spPr>
          <a:xfrm>
            <a:off x="548640" y="228447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4" name="S15-text538"/>
          <p:cNvSpPr txBox="1"/>
          <p:nvPr/>
        </p:nvSpPr>
        <p:spPr>
          <a:xfrm>
            <a:off x="1325880" y="2238756"/>
            <a:ext cx="565593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분수 ÷ 자연수는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자연수분의 1을 곱해요.</a:t>
            </a:r>
            <a:endParaRPr lang="ko-KR" sz="2800" dirty="0"/>
          </a:p>
        </p:txBody>
      </p:sp>
      <p:sp>
        <p:nvSpPr>
          <p:cNvPr id="5" name="S15-num539"/>
          <p:cNvSpPr txBox="1"/>
          <p:nvPr/>
        </p:nvSpPr>
        <p:spPr>
          <a:xfrm>
            <a:off x="6981810" y="22387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6" name="S15-fracbar540"/>
          <p:cNvSpPr/>
          <p:nvPr/>
        </p:nvSpPr>
        <p:spPr>
          <a:xfrm>
            <a:off x="7018386" y="269494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7" name="S15-num541"/>
          <p:cNvSpPr txBox="1"/>
          <p:nvPr/>
        </p:nvSpPr>
        <p:spPr>
          <a:xfrm>
            <a:off x="6981810" y="273151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8" name="S15-op542"/>
          <p:cNvSpPr txBox="1"/>
          <p:nvPr/>
        </p:nvSpPr>
        <p:spPr>
          <a:xfrm>
            <a:off x="7574646" y="2238756"/>
            <a:ext cx="60452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</a:t>
            </a:r>
            <a:endParaRPr lang="ko-KR" sz="2800" dirty="0"/>
          </a:p>
        </p:txBody>
      </p:sp>
      <p:sp>
        <p:nvSpPr>
          <p:cNvPr id="9" name="S15-op543"/>
          <p:cNvSpPr txBox="1"/>
          <p:nvPr/>
        </p:nvSpPr>
        <p:spPr>
          <a:xfrm>
            <a:off x="8288894" y="2238756"/>
            <a:ext cx="490728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800" dirty="0"/>
          </a:p>
        </p:txBody>
      </p:sp>
      <p:sp>
        <p:nvSpPr>
          <p:cNvPr id="10" name="S15-op544"/>
          <p:cNvSpPr txBox="1"/>
          <p:nvPr/>
        </p:nvSpPr>
        <p:spPr>
          <a:xfrm>
            <a:off x="8889350" y="223875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11" name="S15-num545"/>
          <p:cNvSpPr txBox="1"/>
          <p:nvPr/>
        </p:nvSpPr>
        <p:spPr>
          <a:xfrm>
            <a:off x="9404462" y="22387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12" name="S15-fracbar546"/>
          <p:cNvSpPr/>
          <p:nvPr/>
        </p:nvSpPr>
        <p:spPr>
          <a:xfrm>
            <a:off x="9441038" y="269494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3" name="S15-num547"/>
          <p:cNvSpPr txBox="1"/>
          <p:nvPr/>
        </p:nvSpPr>
        <p:spPr>
          <a:xfrm>
            <a:off x="9404462" y="273151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14" name="S15-op548"/>
          <p:cNvSpPr txBox="1"/>
          <p:nvPr/>
        </p:nvSpPr>
        <p:spPr>
          <a:xfrm>
            <a:off x="9997298" y="2238756"/>
            <a:ext cx="60452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2800" dirty="0"/>
          </a:p>
        </p:txBody>
      </p:sp>
      <p:sp>
        <p:nvSpPr>
          <p:cNvPr id="15" name="S15-num549"/>
          <p:cNvSpPr txBox="1"/>
          <p:nvPr/>
        </p:nvSpPr>
        <p:spPr>
          <a:xfrm>
            <a:off x="10711546" y="22387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16" name="S15-fracbar550"/>
          <p:cNvSpPr/>
          <p:nvPr/>
        </p:nvSpPr>
        <p:spPr>
          <a:xfrm>
            <a:off x="10748122" y="269494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7" name="S15-num551"/>
          <p:cNvSpPr txBox="1"/>
          <p:nvPr/>
        </p:nvSpPr>
        <p:spPr>
          <a:xfrm>
            <a:off x="10711546" y="273151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800" dirty="0"/>
          </a:p>
        </p:txBody>
      </p:sp>
      <p:sp>
        <p:nvSpPr>
          <p:cNvPr id="18" name="S15-stepno552"/>
          <p:cNvSpPr txBox="1"/>
          <p:nvPr/>
        </p:nvSpPr>
        <p:spPr>
          <a:xfrm>
            <a:off x="548640" y="336143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9" name="S15-text553"/>
          <p:cNvSpPr txBox="1"/>
          <p:nvPr/>
        </p:nvSpPr>
        <p:spPr>
          <a:xfrm>
            <a:off x="1325880" y="3315716"/>
            <a:ext cx="565593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계산하고 약분해요.</a:t>
            </a:r>
            <a:endParaRPr lang="ko-KR" sz="2800" dirty="0"/>
          </a:p>
        </p:txBody>
      </p:sp>
      <p:sp>
        <p:nvSpPr>
          <p:cNvPr id="20" name="S15-num554"/>
          <p:cNvSpPr txBox="1"/>
          <p:nvPr/>
        </p:nvSpPr>
        <p:spPr>
          <a:xfrm>
            <a:off x="6981810" y="331571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21" name="S15-fracbar555"/>
          <p:cNvSpPr/>
          <p:nvPr/>
        </p:nvSpPr>
        <p:spPr>
          <a:xfrm>
            <a:off x="7018386" y="377190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15-num556"/>
          <p:cNvSpPr txBox="1"/>
          <p:nvPr/>
        </p:nvSpPr>
        <p:spPr>
          <a:xfrm>
            <a:off x="6981810" y="380847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23" name="S15-op557"/>
          <p:cNvSpPr txBox="1"/>
          <p:nvPr/>
        </p:nvSpPr>
        <p:spPr>
          <a:xfrm>
            <a:off x="7574646" y="3315716"/>
            <a:ext cx="60452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2800" dirty="0"/>
          </a:p>
        </p:txBody>
      </p:sp>
      <p:sp>
        <p:nvSpPr>
          <p:cNvPr id="24" name="S15-num558"/>
          <p:cNvSpPr txBox="1"/>
          <p:nvPr/>
        </p:nvSpPr>
        <p:spPr>
          <a:xfrm>
            <a:off x="8288894" y="331571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25" name="S15-fracbar559"/>
          <p:cNvSpPr/>
          <p:nvPr/>
        </p:nvSpPr>
        <p:spPr>
          <a:xfrm>
            <a:off x="8325470" y="377190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15-num560"/>
          <p:cNvSpPr txBox="1"/>
          <p:nvPr/>
        </p:nvSpPr>
        <p:spPr>
          <a:xfrm>
            <a:off x="8288894" y="380847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800" dirty="0"/>
          </a:p>
        </p:txBody>
      </p:sp>
      <p:sp>
        <p:nvSpPr>
          <p:cNvPr id="27" name="S15-op561"/>
          <p:cNvSpPr txBox="1"/>
          <p:nvPr/>
        </p:nvSpPr>
        <p:spPr>
          <a:xfrm>
            <a:off x="8881730" y="331571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28" name="S15-num562"/>
          <p:cNvSpPr txBox="1"/>
          <p:nvPr/>
        </p:nvSpPr>
        <p:spPr>
          <a:xfrm>
            <a:off x="9396842" y="331571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29" name="S15-fracbar563"/>
          <p:cNvSpPr/>
          <p:nvPr/>
        </p:nvSpPr>
        <p:spPr>
          <a:xfrm>
            <a:off x="9433418" y="3771900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0" name="S15-num564"/>
          <p:cNvSpPr txBox="1"/>
          <p:nvPr/>
        </p:nvSpPr>
        <p:spPr>
          <a:xfrm>
            <a:off x="9396842" y="380847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800" dirty="0"/>
          </a:p>
        </p:txBody>
      </p:sp>
      <p:sp>
        <p:nvSpPr>
          <p:cNvPr id="31" name="S15-op565"/>
          <p:cNvSpPr txBox="1"/>
          <p:nvPr/>
        </p:nvSpPr>
        <p:spPr>
          <a:xfrm>
            <a:off x="10083658" y="331571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32" name="S15-num566"/>
          <p:cNvSpPr txBox="1"/>
          <p:nvPr/>
        </p:nvSpPr>
        <p:spPr>
          <a:xfrm>
            <a:off x="10598770" y="331571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33" name="S15-fracbar567"/>
          <p:cNvSpPr/>
          <p:nvPr/>
        </p:nvSpPr>
        <p:spPr>
          <a:xfrm>
            <a:off x="10635346" y="377190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4" name="S15-num568"/>
          <p:cNvSpPr txBox="1"/>
          <p:nvPr/>
        </p:nvSpPr>
        <p:spPr>
          <a:xfrm>
            <a:off x="10598770" y="380847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800" dirty="0"/>
          </a:p>
        </p:txBody>
      </p:sp>
      <p:sp>
        <p:nvSpPr>
          <p:cNvPr id="35" name="S15-stepno569"/>
          <p:cNvSpPr txBox="1"/>
          <p:nvPr/>
        </p:nvSpPr>
        <p:spPr>
          <a:xfrm>
            <a:off x="548640" y="44383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36" name="S15-text570"/>
          <p:cNvSpPr txBox="1"/>
          <p:nvPr/>
        </p:nvSpPr>
        <p:spPr>
          <a:xfrm>
            <a:off x="1325880" y="4392676"/>
            <a:ext cx="565593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통분: 분모와 분자에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수를 곱해요.</a:t>
            </a:r>
            <a:endParaRPr lang="ko-KR" sz="2800" dirty="0"/>
          </a:p>
        </p:txBody>
      </p:sp>
      <p:sp>
        <p:nvSpPr>
          <p:cNvPr id="37" name="S15-num571"/>
          <p:cNvSpPr txBox="1"/>
          <p:nvPr/>
        </p:nvSpPr>
        <p:spPr>
          <a:xfrm>
            <a:off x="6981810" y="439267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38" name="S15-fracbar572"/>
          <p:cNvSpPr/>
          <p:nvPr/>
        </p:nvSpPr>
        <p:spPr>
          <a:xfrm>
            <a:off x="7018386" y="484886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9" name="S15-num573"/>
          <p:cNvSpPr txBox="1"/>
          <p:nvPr/>
        </p:nvSpPr>
        <p:spPr>
          <a:xfrm>
            <a:off x="6981810" y="488543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40" name="S15-op574"/>
          <p:cNvSpPr txBox="1"/>
          <p:nvPr/>
        </p:nvSpPr>
        <p:spPr>
          <a:xfrm>
            <a:off x="7574646" y="439267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41" name="S15-num575"/>
          <p:cNvSpPr txBox="1"/>
          <p:nvPr/>
        </p:nvSpPr>
        <p:spPr>
          <a:xfrm>
            <a:off x="8089758" y="4392676"/>
            <a:ext cx="1195832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× 5</a:t>
            </a:r>
            <a:endParaRPr lang="ko-KR" sz="2800" dirty="0"/>
          </a:p>
        </p:txBody>
      </p:sp>
      <p:sp>
        <p:nvSpPr>
          <p:cNvPr id="42" name="S15-fracbar576"/>
          <p:cNvSpPr/>
          <p:nvPr/>
        </p:nvSpPr>
        <p:spPr>
          <a:xfrm>
            <a:off x="8126334" y="4848860"/>
            <a:ext cx="112268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3" name="S15-num577"/>
          <p:cNvSpPr txBox="1"/>
          <p:nvPr/>
        </p:nvSpPr>
        <p:spPr>
          <a:xfrm>
            <a:off x="8089758" y="4885436"/>
            <a:ext cx="1195832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× 5</a:t>
            </a:r>
            <a:endParaRPr lang="ko-KR" sz="2800" dirty="0"/>
          </a:p>
        </p:txBody>
      </p:sp>
      <p:sp>
        <p:nvSpPr>
          <p:cNvPr id="44" name="S15-op578"/>
          <p:cNvSpPr txBox="1"/>
          <p:nvPr/>
        </p:nvSpPr>
        <p:spPr>
          <a:xfrm>
            <a:off x="9395318" y="439267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45" name="S15-num579"/>
          <p:cNvSpPr txBox="1"/>
          <p:nvPr/>
        </p:nvSpPr>
        <p:spPr>
          <a:xfrm>
            <a:off x="9910430" y="439267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800" dirty="0"/>
          </a:p>
        </p:txBody>
      </p:sp>
      <p:sp>
        <p:nvSpPr>
          <p:cNvPr id="46" name="S15-fracbar580"/>
          <p:cNvSpPr/>
          <p:nvPr/>
        </p:nvSpPr>
        <p:spPr>
          <a:xfrm>
            <a:off x="9947006" y="4848860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7" name="S15-num581"/>
          <p:cNvSpPr txBox="1"/>
          <p:nvPr/>
        </p:nvSpPr>
        <p:spPr>
          <a:xfrm>
            <a:off x="9910430" y="488543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초6 수학 분수의 나눗셈 2</dc:title>
  <dc:subject>KR22-G06-MAT-FRACDIV2-L01</dc:subject>
  <dc:creator>education-ppt</dc:creator>
  <cp:lastModifiedBy>education-ppt</cp:lastModifiedBy>
  <cp:revision>1</cp:revision>
  <dcterms:created xsi:type="dcterms:W3CDTF">2026-10-26T09:12:24Z</dcterms:created>
  <dcterms:modified xsi:type="dcterms:W3CDTF">2026-10-26T09:12:24Z</dcterms:modified>
</cp:coreProperties>
</file>