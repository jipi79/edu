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도입" id="{d9bb30c3-e774-097a-9ec4-6f52f08ac61d}">
          <p14:sldIdLst>
            <p14:sldId id="256"/>
            <p14:sldId id="257"/>
          </p14:sldIdLst>
        </p14:section>
        <p14:section name="개념" id="{a73606b6-cf01-b8c7-310c-e87465f09865}">
          <p14:sldIdLst>
            <p14:sldId id="258"/>
            <p14:sldId id="259"/>
            <p14:sldId id="261"/>
            <p14:sldId id="262"/>
          </p14:sldIdLst>
        </p14:section>
        <p14:section name="연습" id="{7034f326-d011-351e-73ef-44decd9d10a8}">
          <p14:sldIdLst>
            <p14:sldId id="260"/>
            <p14:sldId id="263"/>
            <p14:sldId id="264"/>
          </p14:sldIdLst>
        </p14:section>
        <p14:section name="개념" id="{1b87c4b6-6c4e-729f-de5d-89c1d590a9b6}">
          <p14:sldIdLst/>
        </p14:section>
        <p14:section name="연습" id="{ab084458-40ae-a82a-b23f-6ea7166034b8}">
          <p14:sldIdLst/>
        </p14:section>
        <p14:section name="확인" id="{6392c296-eb7c-383f-63f2-2615e9496588}">
          <p14:sldIdLst>
            <p14:sldId id="265"/>
            <p14:sldId id="266"/>
          </p14:sldIdLst>
        </p14:section>
        <p14:section name="정리" id="{7f5aa5a4-983c-fa0e-3003-7df44e2d3f39}">
          <p14:sldIdLst>
            <p14:sldId id="267"/>
          </p14:sldIdLst>
        </p14:section>
        <p14:section name="보충" id="{2a15c870-e7da-2c58-ccad-2a4356b0ec40}">
          <p14:sldIdLst>
            <p14:sldId id="268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solidFill>
          <a:srgbClr val="2646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640080"/>
            <a:ext cx="6675120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1920240"/>
            <a:ext cx="6675120" cy="16459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28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indent="0" marL="0">
              <a:buNone/>
            </a:pPr>
            <a:endParaRPr lang="en-US" sz="2800" dirty="0"/>
          </a:p>
        </p:txBody>
      </p:sp>
      <p:sp>
        <p:nvSpPr>
          <p:cNvPr id="4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초6 수학 · 연산과비례 · 3차시</a:t>
            </a:r>
            <a:endParaRPr lang="en-US" sz="12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초6 수학 · 소수의 나눗셈 1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ING">
    <p:bg>
      <p:bgPr>
        <a:solidFill>
          <a:srgbClr val="2646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초6 수학 · 소수의 나눗셈 1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C9DCD8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UPPORT">
    <p:bg>
      <p:bgPr>
        <a:solidFill>
          <a:srgbClr val="F4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보충 자료 · 초6 수학 · 소수의 나눗셈 1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1005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640080"/>
            <a:ext cx="6675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소수의 나눗셈 1</a:t>
            </a:r>
            <a:endParaRPr lang="ko-KR" sz="4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1920240"/>
            <a:ext cx="66751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altLang="en-US" sz="28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리본 7.2 m를 3명이 똑같이 나누면</a:t>
            </a:r>
            <a:endParaRPr lang="ko-KR" sz="2800" dirty="0"/>
          </a:p>
          <a:p>
            <a:pPr eaLnBrk="0" indent="0" marL="0">
              <a:buNone/>
            </a:pPr>
            <a:r>
              <a:rPr lang="ko-KR" altLang="en-US" sz="28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 명은 몇 m일까?</a:t>
            </a:r>
            <a:endParaRPr lang="ko-KR" sz="2800" dirty="0"/>
          </a:p>
        </p:txBody>
      </p:sp>
      <p:sp>
        <p:nvSpPr>
          <p:cNvPr id="4" name="S01-eqtext1"/>
          <p:cNvSpPr txBox="1"/>
          <p:nvPr/>
        </p:nvSpPr>
        <p:spPr>
          <a:xfrm>
            <a:off x="7680960" y="640080"/>
            <a:ext cx="393192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7.2 ÷ 3 = □</a:t>
            </a:r>
            <a:endParaRPr lang="ko-KR" sz="3200" dirty="0"/>
          </a:p>
        </p:txBody>
      </p:sp>
      <p:sp>
        <p:nvSpPr>
          <p:cNvPr id="5" name="S01-card2"/>
          <p:cNvSpPr/>
          <p:nvPr/>
        </p:nvSpPr>
        <p:spPr>
          <a:xfrm>
            <a:off x="731520" y="4529328"/>
            <a:ext cx="10725912" cy="1597152"/>
          </a:xfrm>
          <a:prstGeom prst="roundRect">
            <a:avLst>
              <a:gd name="adj" fmla="val 6870"/>
            </a:avLst>
          </a:prstGeom>
          <a:solidFill>
            <a:srgbClr val="32606F"/>
          </a:solidFill>
          <a:ln w="12700">
            <a:solidFill>
              <a:srgbClr val="32606F"/>
            </a:solidFill>
            <a:prstDash val="solid"/>
          </a:ln>
        </p:spPr>
      </p:sp>
      <p:sp>
        <p:nvSpPr>
          <p:cNvPr id="6" name="S01-cardtext3"/>
          <p:cNvSpPr txBox="1"/>
          <p:nvPr/>
        </p:nvSpPr>
        <p:spPr>
          <a:xfrm>
            <a:off x="1005840" y="4666488"/>
            <a:ext cx="10177272" cy="13228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할 수 있게 될 것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자연수의 나눗셈으로 바꾸어 몫의 소수점 위치를 설명해요.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세로셈으로 계산하고 0을 쓰거나 내려 계산해요.</a:t>
            </a:r>
            <a:endParaRPr lang="ko-KR" sz="2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지난 학년 기억하기</a:t>
            </a:r>
            <a:endParaRPr lang="ko-KR" sz="4000" dirty="0"/>
          </a:p>
        </p:txBody>
      </p:sp>
      <p:sp>
        <p:nvSpPr>
          <p:cNvPr id="3" name="S02-chip4"/>
          <p:cNvSpPr txBox="1"/>
          <p:nvPr/>
        </p:nvSpPr>
        <p:spPr>
          <a:xfrm>
            <a:off x="548640" y="17739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200" dirty="0"/>
          </a:p>
        </p:txBody>
      </p:sp>
      <p:sp>
        <p:nvSpPr>
          <p:cNvPr id="4" name="S02-eqtext5"/>
          <p:cNvSpPr txBox="1"/>
          <p:nvPr/>
        </p:nvSpPr>
        <p:spPr>
          <a:xfrm>
            <a:off x="1344168" y="1325880"/>
            <a:ext cx="1029614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72 ÷ 3 = □</a:t>
            </a:r>
            <a:endParaRPr lang="ko-KR" sz="3200" dirty="0"/>
          </a:p>
        </p:txBody>
      </p:sp>
      <p:sp>
        <p:nvSpPr>
          <p:cNvPr id="5" name="S02-chip6"/>
          <p:cNvSpPr txBox="1"/>
          <p:nvPr/>
        </p:nvSpPr>
        <p:spPr>
          <a:xfrm>
            <a:off x="548640" y="346557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200" dirty="0"/>
          </a:p>
        </p:txBody>
      </p:sp>
      <p:sp>
        <p:nvSpPr>
          <p:cNvPr id="6" name="S02-eqtext7"/>
          <p:cNvSpPr txBox="1"/>
          <p:nvPr/>
        </p:nvSpPr>
        <p:spPr>
          <a:xfrm>
            <a:off x="1344168" y="3017520"/>
            <a:ext cx="1029614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2.4 × 3 = □</a:t>
            </a:r>
            <a:endParaRPr lang="ko-KR" sz="3200" dirty="0"/>
          </a:p>
        </p:txBody>
      </p:sp>
      <p:sp>
        <p:nvSpPr>
          <p:cNvPr id="7" name="S02-chip8"/>
          <p:cNvSpPr txBox="1"/>
          <p:nvPr/>
        </p:nvSpPr>
        <p:spPr>
          <a:xfrm>
            <a:off x="548640" y="515721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200" dirty="0"/>
          </a:p>
        </p:txBody>
      </p:sp>
      <p:sp>
        <p:nvSpPr>
          <p:cNvPr id="8" name="S02-text9"/>
          <p:cNvSpPr txBox="1"/>
          <p:nvPr/>
        </p:nvSpPr>
        <p:spPr>
          <a:xfrm>
            <a:off x="1344168" y="4709160"/>
            <a:ext cx="1029614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7.2는 0.1이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몇 개인가요?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0.1이 몇 개인지 나눠요</a:t>
            </a:r>
            <a:endParaRPr lang="ko-KR" sz="4000" dirty="0"/>
          </a:p>
        </p:txBody>
      </p:sp>
      <p:sp>
        <p:nvSpPr>
          <p:cNvPr id="3" name="S03-card10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4" name="S03-cardtext11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어림: 7.2 ÷ 3은 7 ÷ 3쯤, 2보다 조금 커요. 2.4가 맞아요.</a:t>
            </a:r>
            <a:endParaRPr lang="ko-KR" sz="2800" dirty="0"/>
          </a:p>
        </p:txBody>
      </p:sp>
      <p:sp>
        <p:nvSpPr>
          <p:cNvPr id="5" name="S03-op12"/>
          <p:cNvSpPr txBox="1"/>
          <p:nvPr/>
        </p:nvSpPr>
        <p:spPr>
          <a:xfrm>
            <a:off x="548640" y="1381252"/>
            <a:ext cx="1036320" cy="10322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7.2</a:t>
            </a:r>
            <a:endParaRPr lang="ko-KR" sz="3200" dirty="0"/>
          </a:p>
        </p:txBody>
      </p:sp>
      <p:sp>
        <p:nvSpPr>
          <p:cNvPr id="6" name="S03-op13"/>
          <p:cNvSpPr txBox="1"/>
          <p:nvPr/>
        </p:nvSpPr>
        <p:spPr>
          <a:xfrm>
            <a:off x="1694688" y="1381252"/>
            <a:ext cx="654304" cy="10322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÷</a:t>
            </a:r>
            <a:endParaRPr lang="ko-KR" sz="3200" dirty="0"/>
          </a:p>
        </p:txBody>
      </p:sp>
      <p:sp>
        <p:nvSpPr>
          <p:cNvPr id="7" name="S03-op14"/>
          <p:cNvSpPr txBox="1"/>
          <p:nvPr/>
        </p:nvSpPr>
        <p:spPr>
          <a:xfrm>
            <a:off x="2458720" y="1381252"/>
            <a:ext cx="524256" cy="10322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3200" dirty="0"/>
          </a:p>
        </p:txBody>
      </p:sp>
      <p:sp>
        <p:nvSpPr>
          <p:cNvPr id="8" name="S03-op15"/>
          <p:cNvSpPr txBox="1"/>
          <p:nvPr/>
        </p:nvSpPr>
        <p:spPr>
          <a:xfrm>
            <a:off x="3092704" y="1381252"/>
            <a:ext cx="426720" cy="10322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=</a:t>
            </a:r>
            <a:endParaRPr lang="ko-KR" sz="3200" dirty="0"/>
          </a:p>
        </p:txBody>
      </p:sp>
      <p:sp>
        <p:nvSpPr>
          <p:cNvPr id="9" name="S03-num16"/>
          <p:cNvSpPr txBox="1"/>
          <p:nvPr/>
        </p:nvSpPr>
        <p:spPr>
          <a:xfrm>
            <a:off x="3629152" y="1381252"/>
            <a:ext cx="636016" cy="479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72</a:t>
            </a:r>
            <a:endParaRPr lang="ko-KR" sz="3200" dirty="0"/>
          </a:p>
        </p:txBody>
      </p:sp>
      <p:sp>
        <p:nvSpPr>
          <p:cNvPr id="10" name="S03-fracbar17"/>
          <p:cNvSpPr/>
          <p:nvPr/>
        </p:nvSpPr>
        <p:spPr>
          <a:xfrm>
            <a:off x="3665728" y="1897380"/>
            <a:ext cx="562864" cy="0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11" name="S03-num18"/>
          <p:cNvSpPr txBox="1"/>
          <p:nvPr/>
        </p:nvSpPr>
        <p:spPr>
          <a:xfrm>
            <a:off x="3629152" y="1933956"/>
            <a:ext cx="636016" cy="479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</a:t>
            </a:r>
            <a:endParaRPr lang="ko-KR" sz="3200" dirty="0"/>
          </a:p>
        </p:txBody>
      </p:sp>
      <p:sp>
        <p:nvSpPr>
          <p:cNvPr id="12" name="S03-op19"/>
          <p:cNvSpPr txBox="1"/>
          <p:nvPr/>
        </p:nvSpPr>
        <p:spPr>
          <a:xfrm>
            <a:off x="4374896" y="1381252"/>
            <a:ext cx="654304" cy="10322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÷</a:t>
            </a:r>
            <a:endParaRPr lang="ko-KR" sz="3200" dirty="0"/>
          </a:p>
        </p:txBody>
      </p:sp>
      <p:sp>
        <p:nvSpPr>
          <p:cNvPr id="13" name="S03-op20"/>
          <p:cNvSpPr txBox="1"/>
          <p:nvPr/>
        </p:nvSpPr>
        <p:spPr>
          <a:xfrm>
            <a:off x="5138928" y="1381252"/>
            <a:ext cx="524256" cy="10322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3200" dirty="0"/>
          </a:p>
        </p:txBody>
      </p:sp>
      <p:sp>
        <p:nvSpPr>
          <p:cNvPr id="14" name="S03-op21"/>
          <p:cNvSpPr txBox="1"/>
          <p:nvPr/>
        </p:nvSpPr>
        <p:spPr>
          <a:xfrm>
            <a:off x="5772912" y="1381252"/>
            <a:ext cx="426720" cy="10322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=</a:t>
            </a:r>
            <a:endParaRPr lang="ko-KR" sz="3200" dirty="0"/>
          </a:p>
        </p:txBody>
      </p:sp>
      <p:sp>
        <p:nvSpPr>
          <p:cNvPr id="15" name="S03-num22"/>
          <p:cNvSpPr txBox="1"/>
          <p:nvPr/>
        </p:nvSpPr>
        <p:spPr>
          <a:xfrm>
            <a:off x="6309360" y="1381252"/>
            <a:ext cx="1578864" cy="479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72 ÷ 3</a:t>
            </a:r>
            <a:endParaRPr lang="ko-KR" sz="3200" dirty="0"/>
          </a:p>
        </p:txBody>
      </p:sp>
      <p:sp>
        <p:nvSpPr>
          <p:cNvPr id="16" name="S03-fracbar23"/>
          <p:cNvSpPr/>
          <p:nvPr/>
        </p:nvSpPr>
        <p:spPr>
          <a:xfrm>
            <a:off x="6345936" y="1897380"/>
            <a:ext cx="1505712" cy="0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17" name="S03-num24"/>
          <p:cNvSpPr txBox="1"/>
          <p:nvPr/>
        </p:nvSpPr>
        <p:spPr>
          <a:xfrm>
            <a:off x="6309360" y="1933956"/>
            <a:ext cx="1578864" cy="479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</a:t>
            </a:r>
            <a:endParaRPr lang="ko-KR" sz="3200" dirty="0"/>
          </a:p>
        </p:txBody>
      </p:sp>
      <p:sp>
        <p:nvSpPr>
          <p:cNvPr id="18" name="S03-op25"/>
          <p:cNvSpPr txBox="1"/>
          <p:nvPr/>
        </p:nvSpPr>
        <p:spPr>
          <a:xfrm>
            <a:off x="7997952" y="1381252"/>
            <a:ext cx="426720" cy="10322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=</a:t>
            </a:r>
            <a:endParaRPr lang="ko-KR" sz="3200" dirty="0"/>
          </a:p>
        </p:txBody>
      </p:sp>
      <p:sp>
        <p:nvSpPr>
          <p:cNvPr id="19" name="S03-num26"/>
          <p:cNvSpPr txBox="1"/>
          <p:nvPr/>
        </p:nvSpPr>
        <p:spPr>
          <a:xfrm>
            <a:off x="8534400" y="1381252"/>
            <a:ext cx="636016" cy="479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24</a:t>
            </a:r>
            <a:endParaRPr lang="ko-KR" sz="3200" dirty="0"/>
          </a:p>
        </p:txBody>
      </p:sp>
      <p:sp>
        <p:nvSpPr>
          <p:cNvPr id="20" name="S03-fracbar27"/>
          <p:cNvSpPr/>
          <p:nvPr/>
        </p:nvSpPr>
        <p:spPr>
          <a:xfrm>
            <a:off x="8570976" y="1897380"/>
            <a:ext cx="562864" cy="0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21" name="S03-num28"/>
          <p:cNvSpPr txBox="1"/>
          <p:nvPr/>
        </p:nvSpPr>
        <p:spPr>
          <a:xfrm>
            <a:off x="8534400" y="1933956"/>
            <a:ext cx="636016" cy="479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</a:t>
            </a:r>
            <a:endParaRPr lang="ko-KR" sz="3200" dirty="0"/>
          </a:p>
        </p:txBody>
      </p:sp>
      <p:sp>
        <p:nvSpPr>
          <p:cNvPr id="22" name="S03-op29"/>
          <p:cNvSpPr txBox="1"/>
          <p:nvPr/>
        </p:nvSpPr>
        <p:spPr>
          <a:xfrm>
            <a:off x="9280144" y="1381252"/>
            <a:ext cx="426720" cy="10322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=</a:t>
            </a:r>
            <a:endParaRPr lang="ko-KR" sz="3200" dirty="0"/>
          </a:p>
        </p:txBody>
      </p:sp>
      <p:sp>
        <p:nvSpPr>
          <p:cNvPr id="23" name="S03-op30"/>
          <p:cNvSpPr txBox="1"/>
          <p:nvPr/>
        </p:nvSpPr>
        <p:spPr>
          <a:xfrm>
            <a:off x="9816592" y="1381252"/>
            <a:ext cx="1036320" cy="10322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2.4</a:t>
            </a:r>
            <a:endParaRPr lang="ko-KR" sz="3200" dirty="0"/>
          </a:p>
        </p:txBody>
      </p:sp>
      <p:sp>
        <p:nvSpPr>
          <p:cNvPr id="24" name="S03-stepno31"/>
          <p:cNvSpPr txBox="1"/>
          <p:nvPr/>
        </p:nvSpPr>
        <p:spPr>
          <a:xfrm>
            <a:off x="548640" y="2716276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2200" dirty="0"/>
          </a:p>
        </p:txBody>
      </p:sp>
      <p:sp>
        <p:nvSpPr>
          <p:cNvPr id="25" name="S03-text32"/>
          <p:cNvSpPr txBox="1"/>
          <p:nvPr/>
        </p:nvSpPr>
        <p:spPr>
          <a:xfrm>
            <a:off x="1325880" y="2716276"/>
            <a:ext cx="103144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7.2는 0.1이 72개</a:t>
            </a:r>
            <a:endParaRPr lang="ko-KR" sz="2800" dirty="0"/>
          </a:p>
        </p:txBody>
      </p:sp>
      <p:sp>
        <p:nvSpPr>
          <p:cNvPr id="26" name="S03-stepno33"/>
          <p:cNvSpPr txBox="1"/>
          <p:nvPr/>
        </p:nvSpPr>
        <p:spPr>
          <a:xfrm>
            <a:off x="548640" y="3475228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2200" dirty="0"/>
          </a:p>
        </p:txBody>
      </p:sp>
      <p:sp>
        <p:nvSpPr>
          <p:cNvPr id="27" name="S03-text34"/>
          <p:cNvSpPr txBox="1"/>
          <p:nvPr/>
        </p:nvSpPr>
        <p:spPr>
          <a:xfrm>
            <a:off x="1325880" y="3429508"/>
            <a:ext cx="10314432" cy="8676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72개를 3으로 나누면 24개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(72 ÷ 3 = 24)</a:t>
            </a:r>
            <a:endParaRPr lang="ko-KR" sz="2800" dirty="0"/>
          </a:p>
        </p:txBody>
      </p:sp>
      <p:sp>
        <p:nvSpPr>
          <p:cNvPr id="28" name="S03-stepno35"/>
          <p:cNvSpPr txBox="1"/>
          <p:nvPr/>
        </p:nvSpPr>
        <p:spPr>
          <a:xfrm>
            <a:off x="548640" y="4461764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2200" dirty="0"/>
          </a:p>
        </p:txBody>
      </p:sp>
      <p:sp>
        <p:nvSpPr>
          <p:cNvPr id="29" name="S03-text36"/>
          <p:cNvSpPr txBox="1"/>
          <p:nvPr/>
        </p:nvSpPr>
        <p:spPr>
          <a:xfrm>
            <a:off x="1325880" y="4461764"/>
            <a:ext cx="103144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0.1이 24개 → 2.4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몫의 소수점은 어디에?</a:t>
            </a:r>
            <a:endParaRPr lang="ko-KR" sz="4000" dirty="0"/>
          </a:p>
        </p:txBody>
      </p:sp>
      <p:sp>
        <p:nvSpPr>
          <p:cNvPr id="3" name="S04-text37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나누어지는 수와 몫을 비교해요.</a:t>
            </a:r>
            <a:endParaRPr lang="ko-KR" sz="2800" dirty="0"/>
          </a:p>
        </p:txBody>
      </p:sp>
      <p:sp>
        <p:nvSpPr>
          <p:cNvPr id="4" name="S04-card38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04-cardtext39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나누어지는 수가 10분의 1이 되면 몫도 10분의 1이 돼요.</a:t>
            </a:r>
            <a:endParaRPr lang="ko-KR" sz="2800" dirty="0"/>
          </a:p>
        </p:txBody>
      </p:sp>
      <p:graphicFrame>
        <p:nvGraphicFramePr>
          <p:cNvPr id="5" name="S04-table4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122676" y="2385060"/>
          <a:ext cx="5943600" cy="914400"/>
        </p:xfrm>
        <a:graphic>
          <a:graphicData uri="http://schemas.openxmlformats.org/drawingml/2006/table">
            <a:tbl>
              <a:tblPr/>
              <a:tblGrid>
                <a:gridCol w="3268980"/>
                <a:gridCol w="2674620"/>
              </a:tblGrid>
              <a:tr h="59055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0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나눗셈</a:t>
                      </a: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0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몫</a:t>
                      </a: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</a:tr>
              <a:tr h="59055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0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72 ÷ 3</a:t>
                      </a: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0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24</a:t>
                      </a: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9055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0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7.2 ÷ 3</a:t>
                      </a: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0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2.4</a:t>
                      </a: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9055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0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0.72 ÷ 3</a:t>
                      </a: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0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0.24</a:t>
                      </a: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자연수의 나눗셈을 이용해요</a:t>
            </a:r>
            <a:endParaRPr lang="ko-KR" sz="4000" dirty="0"/>
          </a:p>
        </p:txBody>
      </p:sp>
      <p:sp>
        <p:nvSpPr>
          <p:cNvPr id="3" name="S05-card41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6ECF4"/>
          </a:solidFill>
          <a:ln w="12700">
            <a:solidFill>
              <a:srgbClr val="E6ECF4"/>
            </a:solidFill>
            <a:prstDash val="solid"/>
          </a:ln>
        </p:spPr>
      </p:sp>
      <p:sp>
        <p:nvSpPr>
          <p:cNvPr id="4" name="S05-cardtext42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어림해서 소수점 위치가 맞는지 확인해요.</a:t>
            </a:r>
            <a:endParaRPr lang="ko-KR" sz="2800" dirty="0"/>
          </a:p>
        </p:txBody>
      </p:sp>
      <p:sp>
        <p:nvSpPr>
          <p:cNvPr id="5" name="S05-chip43"/>
          <p:cNvSpPr txBox="1"/>
          <p:nvPr/>
        </p:nvSpPr>
        <p:spPr>
          <a:xfrm>
            <a:off x="548640" y="161391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200" dirty="0"/>
          </a:p>
        </p:txBody>
      </p:sp>
      <p:sp>
        <p:nvSpPr>
          <p:cNvPr id="6" name="S05-text44"/>
          <p:cNvSpPr txBox="1"/>
          <p:nvPr/>
        </p:nvSpPr>
        <p:spPr>
          <a:xfrm>
            <a:off x="1344168" y="1325880"/>
            <a:ext cx="10296144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486 ÷ 2 = 243이에요.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48.6 ÷ 2 = □</a:t>
            </a:r>
            <a:endParaRPr lang="ko-KR" sz="2800" dirty="0"/>
          </a:p>
        </p:txBody>
      </p:sp>
      <p:sp>
        <p:nvSpPr>
          <p:cNvPr id="7" name="S05-chip45"/>
          <p:cNvSpPr txBox="1"/>
          <p:nvPr/>
        </p:nvSpPr>
        <p:spPr>
          <a:xfrm>
            <a:off x="548640" y="29397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200" dirty="0"/>
          </a:p>
        </p:txBody>
      </p:sp>
      <p:sp>
        <p:nvSpPr>
          <p:cNvPr id="8" name="S05-text46"/>
          <p:cNvSpPr txBox="1"/>
          <p:nvPr/>
        </p:nvSpPr>
        <p:spPr>
          <a:xfrm>
            <a:off x="1344168" y="2651760"/>
            <a:ext cx="10296144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96 ÷ 4 = 24예요.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9.6 ÷ 4 = □</a:t>
            </a:r>
            <a:endParaRPr lang="ko-KR" sz="2800" dirty="0"/>
          </a:p>
        </p:txBody>
      </p:sp>
      <p:sp>
        <p:nvSpPr>
          <p:cNvPr id="9" name="S05-chip47"/>
          <p:cNvSpPr txBox="1"/>
          <p:nvPr/>
        </p:nvSpPr>
        <p:spPr>
          <a:xfrm>
            <a:off x="548640" y="426567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200" dirty="0"/>
          </a:p>
        </p:txBody>
      </p:sp>
      <p:sp>
        <p:nvSpPr>
          <p:cNvPr id="10" name="S05-text48"/>
          <p:cNvSpPr txBox="1"/>
          <p:nvPr/>
        </p:nvSpPr>
        <p:spPr>
          <a:xfrm>
            <a:off x="1344168" y="3977640"/>
            <a:ext cx="10296144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138 ÷ 6 = 23이에요.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1.38 ÷ 6 = □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세로셈으로 계산해요</a:t>
            </a:r>
            <a:endParaRPr lang="ko-KR" sz="4000" dirty="0"/>
          </a:p>
        </p:txBody>
      </p:sp>
      <p:graphicFrame>
        <p:nvGraphicFramePr>
          <p:cNvPr id="7" name="S06-table4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467630" y="1776476"/>
          <a:ext cx="3840480" cy="914400"/>
        </p:xfrm>
        <a:graphic>
          <a:graphicData uri="http://schemas.openxmlformats.org/drawingml/2006/table">
            <a:tbl>
              <a:tblPr/>
              <a:tblGrid>
                <a:gridCol w="614477"/>
                <a:gridCol w="1420978"/>
                <a:gridCol w="384048"/>
                <a:gridCol w="1420978"/>
              </a:tblGrid>
              <a:tr h="915416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일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소수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eaLnBrk="0" algn="ctr" indent="0" marL="0">
                        <a:buNone/>
                      </a:pPr>
                      <a:r>
                        <a:rPr lang="en-US" sz="26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첫째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</a:tr>
              <a:tr h="512572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.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4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572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3)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7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.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572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6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572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572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572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0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S06-stepno50"/>
          <p:cNvSpPr txBox="1"/>
          <p:nvPr/>
        </p:nvSpPr>
        <p:spPr>
          <a:xfrm>
            <a:off x="548640" y="2154428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2200" dirty="0"/>
          </a:p>
        </p:txBody>
      </p:sp>
      <p:sp>
        <p:nvSpPr>
          <p:cNvPr id="5" name="S06-text51"/>
          <p:cNvSpPr txBox="1"/>
          <p:nvPr/>
        </p:nvSpPr>
        <p:spPr>
          <a:xfrm>
            <a:off x="1325880" y="2108708"/>
            <a:ext cx="5443789" cy="8676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자연수의 나눗셈처럼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계산해요.</a:t>
            </a:r>
            <a:endParaRPr lang="ko-KR" sz="2800" dirty="0"/>
          </a:p>
        </p:txBody>
      </p:sp>
      <p:sp>
        <p:nvSpPr>
          <p:cNvPr id="6" name="S06-stepno52"/>
          <p:cNvSpPr txBox="1"/>
          <p:nvPr/>
        </p:nvSpPr>
        <p:spPr>
          <a:xfrm>
            <a:off x="548640" y="3186684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2200" dirty="0"/>
          </a:p>
        </p:txBody>
      </p:sp>
      <p:sp>
        <p:nvSpPr>
          <p:cNvPr id="7" name="S06-text53"/>
          <p:cNvSpPr txBox="1"/>
          <p:nvPr/>
        </p:nvSpPr>
        <p:spPr>
          <a:xfrm>
            <a:off x="1325880" y="3140964"/>
            <a:ext cx="5443789" cy="8676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몫의 소수점은 나누어지는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수의 소수점 바로 위에</a:t>
            </a:r>
            <a:endParaRPr lang="ko-KR" sz="2800" dirty="0"/>
          </a:p>
        </p:txBody>
      </p:sp>
      <p:sp>
        <p:nvSpPr>
          <p:cNvPr id="8" name="S06-stepno54"/>
          <p:cNvSpPr txBox="1"/>
          <p:nvPr/>
        </p:nvSpPr>
        <p:spPr>
          <a:xfrm>
            <a:off x="548640" y="4173220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2200" dirty="0"/>
          </a:p>
        </p:txBody>
      </p:sp>
      <p:sp>
        <p:nvSpPr>
          <p:cNvPr id="9" name="S06-text55"/>
          <p:cNvSpPr txBox="1"/>
          <p:nvPr/>
        </p:nvSpPr>
        <p:spPr>
          <a:xfrm>
            <a:off x="1325880" y="4173220"/>
            <a:ext cx="5443789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7.2 ÷ 3 = 2.4</a:t>
            </a:r>
            <a:endParaRPr lang="ko-KR" sz="2800" dirty="0"/>
          </a:p>
        </p:txBody>
      </p:sp>
      <p:sp>
        <p:nvSpPr>
          <p:cNvPr id="10" name="S06-stepno56"/>
          <p:cNvSpPr txBox="1"/>
          <p:nvPr/>
        </p:nvSpPr>
        <p:spPr>
          <a:xfrm>
            <a:off x="548640" y="4886452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ko-KR" sz="2200" dirty="0"/>
          </a:p>
        </p:txBody>
      </p:sp>
      <p:sp>
        <p:nvSpPr>
          <p:cNvPr id="11" name="S06-text57"/>
          <p:cNvSpPr txBox="1"/>
          <p:nvPr/>
        </p:nvSpPr>
        <p:spPr>
          <a:xfrm>
            <a:off x="1325880" y="4886452"/>
            <a:ext cx="5443789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확인: 2.4 × 3 = 7.2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0을 쓰고, 0을 내려요</a:t>
            </a:r>
            <a:endParaRPr lang="ko-KR" sz="4000" dirty="0"/>
          </a:p>
        </p:txBody>
      </p:sp>
      <p:graphicFrame>
        <p:nvGraphicFramePr>
          <p:cNvPr id="8" name="S07-table5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070232" y="1900428"/>
          <a:ext cx="4206240" cy="914400"/>
        </p:xfrm>
        <a:graphic>
          <a:graphicData uri="http://schemas.openxmlformats.org/drawingml/2006/table">
            <a:tbl>
              <a:tblPr/>
              <a:tblGrid>
                <a:gridCol w="672998"/>
                <a:gridCol w="1037679"/>
                <a:gridCol w="420624"/>
                <a:gridCol w="1037679"/>
                <a:gridCol w="1037259"/>
              </a:tblGrid>
              <a:tr h="85344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일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소수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eaLnBrk="0" algn="ctr" indent="0" marL="0">
                        <a:buNone/>
                      </a:pPr>
                      <a:r>
                        <a:rPr lang="en-US" sz="24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첫째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소수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eaLnBrk="0" algn="ctr" indent="0" marL="0">
                        <a:buNone/>
                      </a:pPr>
                      <a:r>
                        <a:rPr lang="en-US" sz="24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둘째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</a:tr>
              <a:tr h="481584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0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.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8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5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81584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4)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.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4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0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81584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81584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0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81584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0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81584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0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S07-stepno59"/>
          <p:cNvSpPr txBox="1"/>
          <p:nvPr/>
        </p:nvSpPr>
        <p:spPr>
          <a:xfrm>
            <a:off x="548640" y="2154428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2200" dirty="0"/>
          </a:p>
        </p:txBody>
      </p:sp>
      <p:sp>
        <p:nvSpPr>
          <p:cNvPr id="5" name="S07-text60"/>
          <p:cNvSpPr txBox="1"/>
          <p:nvPr/>
        </p:nvSpPr>
        <p:spPr>
          <a:xfrm>
            <a:off x="1325880" y="2108708"/>
            <a:ext cx="5014752" cy="8676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3은 4로 나눌 수 없어요.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몫의 일의 자리에 0</a:t>
            </a:r>
            <a:endParaRPr lang="ko-KR" sz="2800" dirty="0"/>
          </a:p>
        </p:txBody>
      </p:sp>
      <p:sp>
        <p:nvSpPr>
          <p:cNvPr id="6" name="S07-stepno61"/>
          <p:cNvSpPr txBox="1"/>
          <p:nvPr/>
        </p:nvSpPr>
        <p:spPr>
          <a:xfrm>
            <a:off x="548640" y="3140964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2200" dirty="0"/>
          </a:p>
        </p:txBody>
      </p:sp>
      <p:sp>
        <p:nvSpPr>
          <p:cNvPr id="7" name="S07-text62"/>
          <p:cNvSpPr txBox="1"/>
          <p:nvPr/>
        </p:nvSpPr>
        <p:spPr>
          <a:xfrm>
            <a:off x="1325880" y="3140964"/>
            <a:ext cx="50147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34 ÷ 4 = 8 … 2</a:t>
            </a:r>
            <a:endParaRPr lang="ko-KR" sz="2800" dirty="0"/>
          </a:p>
        </p:txBody>
      </p:sp>
      <p:sp>
        <p:nvSpPr>
          <p:cNvPr id="8" name="S07-stepno63"/>
          <p:cNvSpPr txBox="1"/>
          <p:nvPr/>
        </p:nvSpPr>
        <p:spPr>
          <a:xfrm>
            <a:off x="548640" y="3899916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2200" dirty="0"/>
          </a:p>
        </p:txBody>
      </p:sp>
      <p:sp>
        <p:nvSpPr>
          <p:cNvPr id="9" name="S07-text64"/>
          <p:cNvSpPr txBox="1"/>
          <p:nvPr/>
        </p:nvSpPr>
        <p:spPr>
          <a:xfrm>
            <a:off x="1325880" y="3854196"/>
            <a:ext cx="5014752" cy="8676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3.4를 3.40으로 보고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0을 내려 20</a:t>
            </a:r>
            <a:endParaRPr lang="ko-KR" sz="2800" dirty="0"/>
          </a:p>
        </p:txBody>
      </p:sp>
      <p:sp>
        <p:nvSpPr>
          <p:cNvPr id="10" name="S07-stepno65"/>
          <p:cNvSpPr txBox="1"/>
          <p:nvPr/>
        </p:nvSpPr>
        <p:spPr>
          <a:xfrm>
            <a:off x="548640" y="4886452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ko-KR" sz="2200" dirty="0"/>
          </a:p>
        </p:txBody>
      </p:sp>
      <p:sp>
        <p:nvSpPr>
          <p:cNvPr id="11" name="S07-text66"/>
          <p:cNvSpPr txBox="1"/>
          <p:nvPr/>
        </p:nvSpPr>
        <p:spPr>
          <a:xfrm>
            <a:off x="1325880" y="4886452"/>
            <a:ext cx="50147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 ÷ 4 = 5 → 0.85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세로셈으로 해 봐요</a:t>
            </a:r>
            <a:endParaRPr lang="ko-KR" sz="4000" dirty="0"/>
          </a:p>
        </p:txBody>
      </p:sp>
      <p:sp>
        <p:nvSpPr>
          <p:cNvPr id="3" name="S08-card67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6ECF4"/>
          </a:solidFill>
          <a:ln w="12700">
            <a:solidFill>
              <a:srgbClr val="E6ECF4"/>
            </a:solidFill>
            <a:prstDash val="solid"/>
          </a:ln>
        </p:spPr>
      </p:sp>
      <p:sp>
        <p:nvSpPr>
          <p:cNvPr id="4" name="S08-cardtext68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나눌 수 없으면 몫에 0, 남으면 0을 내려요.</a:t>
            </a:r>
            <a:endParaRPr lang="ko-KR" sz="2800" dirty="0"/>
          </a:p>
        </p:txBody>
      </p:sp>
      <p:graphicFrame>
        <p:nvGraphicFramePr>
          <p:cNvPr id="9" name="S08-table6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5714" y="1351788"/>
          <a:ext cx="4206240" cy="914400"/>
        </p:xfrm>
        <a:graphic>
          <a:graphicData uri="http://schemas.openxmlformats.org/drawingml/2006/table">
            <a:tbl>
              <a:tblPr/>
              <a:tblGrid>
                <a:gridCol w="672998"/>
                <a:gridCol w="1037679"/>
                <a:gridCol w="420624"/>
                <a:gridCol w="1037679"/>
                <a:gridCol w="1037259"/>
              </a:tblGrid>
              <a:tr h="85344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일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소수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eaLnBrk="0" algn="ctr" indent="0" marL="0">
                        <a:buNone/>
                      </a:pPr>
                      <a:r>
                        <a:rPr lang="en-US" sz="24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첫째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소수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eaLnBrk="0" algn="ctr" indent="0" marL="0">
                        <a:buNone/>
                      </a:pPr>
                      <a:r>
                        <a:rPr lang="en-US" sz="24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둘째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</a:tr>
              <a:tr h="481584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□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.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□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□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81584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4)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0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.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6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□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81584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□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81584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□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□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81584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□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□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81584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□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08-chip70"/>
          <p:cNvSpPr txBox="1"/>
          <p:nvPr/>
        </p:nvSpPr>
        <p:spPr>
          <a:xfrm>
            <a:off x="548640" y="161391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200" dirty="0"/>
          </a:p>
        </p:txBody>
      </p:sp>
      <p:sp>
        <p:nvSpPr>
          <p:cNvPr id="7" name="S08-text71"/>
          <p:cNvSpPr txBox="1"/>
          <p:nvPr/>
        </p:nvSpPr>
        <p:spPr>
          <a:xfrm>
            <a:off x="1344168" y="1325880"/>
            <a:ext cx="456742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0.6 ÷ 4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(오른쪽 세로셈)</a:t>
            </a:r>
            <a:endParaRPr lang="ko-KR" sz="2800" dirty="0"/>
          </a:p>
        </p:txBody>
      </p:sp>
      <p:sp>
        <p:nvSpPr>
          <p:cNvPr id="8" name="S08-chip72"/>
          <p:cNvSpPr txBox="1"/>
          <p:nvPr/>
        </p:nvSpPr>
        <p:spPr>
          <a:xfrm>
            <a:off x="548640" y="29397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200" dirty="0"/>
          </a:p>
        </p:txBody>
      </p:sp>
      <p:sp>
        <p:nvSpPr>
          <p:cNvPr id="9" name="S08-eqtext73"/>
          <p:cNvSpPr txBox="1"/>
          <p:nvPr/>
        </p:nvSpPr>
        <p:spPr>
          <a:xfrm>
            <a:off x="1344168" y="2651760"/>
            <a:ext cx="456742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5.2 ÷ 4 = □</a:t>
            </a:r>
            <a:endParaRPr lang="ko-KR" sz="3200" dirty="0"/>
          </a:p>
        </p:txBody>
      </p:sp>
      <p:sp>
        <p:nvSpPr>
          <p:cNvPr id="10" name="S08-chip74"/>
          <p:cNvSpPr txBox="1"/>
          <p:nvPr/>
        </p:nvSpPr>
        <p:spPr>
          <a:xfrm>
            <a:off x="548640" y="426567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200" dirty="0"/>
          </a:p>
        </p:txBody>
      </p:sp>
      <p:sp>
        <p:nvSpPr>
          <p:cNvPr id="11" name="S08-eqtext75"/>
          <p:cNvSpPr txBox="1"/>
          <p:nvPr/>
        </p:nvSpPr>
        <p:spPr>
          <a:xfrm>
            <a:off x="1344168" y="3977640"/>
            <a:ext cx="456742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2.7 ÷ 6 = □</a:t>
            </a:r>
            <a:endParaRPr lang="ko-KR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누구의 몫이 맞을까요?</a:t>
            </a:r>
            <a:endParaRPr lang="ko-KR" sz="4000" dirty="0"/>
          </a:p>
        </p:txBody>
      </p:sp>
      <p:sp>
        <p:nvSpPr>
          <p:cNvPr id="3" name="S09-card76"/>
          <p:cNvSpPr/>
          <p:nvPr/>
        </p:nvSpPr>
        <p:spPr>
          <a:xfrm>
            <a:off x="548640" y="132588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4" name="S09-cardtext77"/>
          <p:cNvSpPr txBox="1"/>
          <p:nvPr/>
        </p:nvSpPr>
        <p:spPr>
          <a:xfrm>
            <a:off x="822960" y="146304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0.6 ÷ 4를 계산했어요.</a:t>
            </a:r>
            <a:endParaRPr lang="ko-KR" sz="2800" dirty="0"/>
          </a:p>
        </p:txBody>
      </p:sp>
      <p:sp>
        <p:nvSpPr>
          <p:cNvPr id="5" name="S09-card78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6" name="S09-cardtext79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0.6을 4로 나누면 1보다 클까요? 어림해 봐요.</a:t>
            </a:r>
            <a:endParaRPr lang="ko-KR" sz="2800" dirty="0"/>
          </a:p>
        </p:txBody>
      </p:sp>
      <p:sp>
        <p:nvSpPr>
          <p:cNvPr id="7" name="S09-chip80"/>
          <p:cNvSpPr txBox="1"/>
          <p:nvPr/>
        </p:nvSpPr>
        <p:spPr>
          <a:xfrm>
            <a:off x="548640" y="2423160"/>
            <a:ext cx="5362956" cy="566928"/>
          </a:xfrm>
          <a:prstGeom prst="roundRect">
            <a:avLst>
              <a:gd name="adj" fmla="val 25806"/>
            </a:avLst>
          </a:prstGeom>
          <a:solidFill>
            <a:srgbClr val="E6ECF4"/>
          </a:solidFill>
          <a:ln>
            <a:solidFill>
              <a:srgbClr val="E6ECF4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토끼</a:t>
            </a:r>
            <a:endParaRPr lang="ko-KR" sz="2200" dirty="0"/>
          </a:p>
        </p:txBody>
      </p:sp>
      <p:sp>
        <p:nvSpPr>
          <p:cNvPr id="8" name="S09-eqtext81"/>
          <p:cNvSpPr txBox="1"/>
          <p:nvPr/>
        </p:nvSpPr>
        <p:spPr>
          <a:xfrm>
            <a:off x="548640" y="3154680"/>
            <a:ext cx="5362956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0.6 ÷ 4 = 1.5</a:t>
            </a:r>
            <a:endParaRPr lang="ko-KR" sz="3200" dirty="0"/>
          </a:p>
        </p:txBody>
      </p:sp>
      <p:sp>
        <p:nvSpPr>
          <p:cNvPr id="9" name="S09-chip82"/>
          <p:cNvSpPr txBox="1"/>
          <p:nvPr/>
        </p:nvSpPr>
        <p:spPr>
          <a:xfrm>
            <a:off x="6277356" y="2423160"/>
            <a:ext cx="5362956" cy="566928"/>
          </a:xfrm>
          <a:prstGeom prst="roundRect">
            <a:avLst>
              <a:gd name="adj" fmla="val 25806"/>
            </a:avLst>
          </a:prstGeom>
          <a:solidFill>
            <a:srgbClr val="E6ECF4"/>
          </a:solidFill>
          <a:ln>
            <a:solidFill>
              <a:srgbClr val="E6ECF4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곰</a:t>
            </a:r>
            <a:endParaRPr lang="ko-KR" sz="2200" dirty="0"/>
          </a:p>
        </p:txBody>
      </p:sp>
      <p:sp>
        <p:nvSpPr>
          <p:cNvPr id="10" name="S09-eqtext83"/>
          <p:cNvSpPr txBox="1"/>
          <p:nvPr/>
        </p:nvSpPr>
        <p:spPr>
          <a:xfrm>
            <a:off x="6277356" y="3154680"/>
            <a:ext cx="5362956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0.6 ÷ 4 = 0.15</a:t>
            </a:r>
            <a:endParaRPr lang="ko-KR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혼자 해 보기</a:t>
            </a:r>
            <a:endParaRPr lang="ko-KR" sz="4000" dirty="0"/>
          </a:p>
        </p:txBody>
      </p:sp>
      <p:sp>
        <p:nvSpPr>
          <p:cNvPr id="3" name="S10-text84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세로셈으로 계산하고, ⑤는 말로 설명해요.</a:t>
            </a:r>
            <a:endParaRPr lang="ko-KR" sz="2800" dirty="0"/>
          </a:p>
        </p:txBody>
      </p:sp>
      <p:sp>
        <p:nvSpPr>
          <p:cNvPr id="4" name="S10-chip85"/>
          <p:cNvSpPr txBox="1"/>
          <p:nvPr/>
        </p:nvSpPr>
        <p:spPr>
          <a:xfrm>
            <a:off x="548640" y="23682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200" dirty="0"/>
          </a:p>
        </p:txBody>
      </p:sp>
      <p:sp>
        <p:nvSpPr>
          <p:cNvPr id="5" name="S10-eqtext86"/>
          <p:cNvSpPr txBox="1"/>
          <p:nvPr/>
        </p:nvSpPr>
        <p:spPr>
          <a:xfrm>
            <a:off x="1344168" y="2011680"/>
            <a:ext cx="456742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9.3 ÷ 3 = □</a:t>
            </a:r>
            <a:endParaRPr lang="ko-KR" sz="3200" dirty="0"/>
          </a:p>
        </p:txBody>
      </p:sp>
      <p:sp>
        <p:nvSpPr>
          <p:cNvPr id="6" name="S10-chip87"/>
          <p:cNvSpPr txBox="1"/>
          <p:nvPr/>
        </p:nvSpPr>
        <p:spPr>
          <a:xfrm>
            <a:off x="6277356" y="23682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200" dirty="0"/>
          </a:p>
        </p:txBody>
      </p:sp>
      <p:sp>
        <p:nvSpPr>
          <p:cNvPr id="7" name="S10-eqtext88"/>
          <p:cNvSpPr txBox="1"/>
          <p:nvPr/>
        </p:nvSpPr>
        <p:spPr>
          <a:xfrm>
            <a:off x="7072884" y="2011680"/>
            <a:ext cx="456742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4.56 ÷ 6 = □</a:t>
            </a:r>
            <a:endParaRPr lang="ko-KR" sz="3200" dirty="0"/>
          </a:p>
        </p:txBody>
      </p:sp>
      <p:sp>
        <p:nvSpPr>
          <p:cNvPr id="8" name="S10-chip89"/>
          <p:cNvSpPr txBox="1"/>
          <p:nvPr/>
        </p:nvSpPr>
        <p:spPr>
          <a:xfrm>
            <a:off x="548640" y="38313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200" dirty="0"/>
          </a:p>
        </p:txBody>
      </p:sp>
      <p:sp>
        <p:nvSpPr>
          <p:cNvPr id="9" name="S10-eqtext90"/>
          <p:cNvSpPr txBox="1"/>
          <p:nvPr/>
        </p:nvSpPr>
        <p:spPr>
          <a:xfrm>
            <a:off x="1344168" y="3474720"/>
            <a:ext cx="456742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6.3 ÷ 5 = □</a:t>
            </a:r>
            <a:endParaRPr lang="ko-KR" sz="3200" dirty="0"/>
          </a:p>
        </p:txBody>
      </p:sp>
      <p:sp>
        <p:nvSpPr>
          <p:cNvPr id="10" name="S10-chip91"/>
          <p:cNvSpPr txBox="1"/>
          <p:nvPr/>
        </p:nvSpPr>
        <p:spPr>
          <a:xfrm>
            <a:off x="6277356" y="38313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④</a:t>
            </a:r>
            <a:endParaRPr lang="ko-KR" sz="2200" dirty="0"/>
          </a:p>
        </p:txBody>
      </p:sp>
      <p:sp>
        <p:nvSpPr>
          <p:cNvPr id="11" name="S10-eqtext92"/>
          <p:cNvSpPr txBox="1"/>
          <p:nvPr/>
        </p:nvSpPr>
        <p:spPr>
          <a:xfrm>
            <a:off x="7072884" y="3474720"/>
            <a:ext cx="456742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0.9 ÷ 6 = □</a:t>
            </a:r>
            <a:endParaRPr lang="ko-KR" sz="3200" dirty="0"/>
          </a:p>
        </p:txBody>
      </p:sp>
      <p:sp>
        <p:nvSpPr>
          <p:cNvPr id="12" name="S10-chip93"/>
          <p:cNvSpPr txBox="1"/>
          <p:nvPr/>
        </p:nvSpPr>
        <p:spPr>
          <a:xfrm>
            <a:off x="548640" y="529437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⑤</a:t>
            </a:r>
            <a:endParaRPr lang="ko-KR" sz="2200" dirty="0"/>
          </a:p>
        </p:txBody>
      </p:sp>
      <p:sp>
        <p:nvSpPr>
          <p:cNvPr id="13" name="S10-text94"/>
          <p:cNvSpPr txBox="1"/>
          <p:nvPr/>
        </p:nvSpPr>
        <p:spPr>
          <a:xfrm>
            <a:off x="1344168" y="4937760"/>
            <a:ext cx="456742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③의 몫의 소수점 위치가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맞는지 어림으로 설명해요.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생활 속 나눗셈</a:t>
            </a:r>
            <a:endParaRPr lang="ko-KR" sz="4000" dirty="0"/>
          </a:p>
        </p:txBody>
      </p:sp>
      <p:sp>
        <p:nvSpPr>
          <p:cNvPr id="3" name="S12-text95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식을 쓰고 답을 구해요.</a:t>
            </a:r>
            <a:endParaRPr lang="ko-KR" sz="2800" dirty="0"/>
          </a:p>
        </p:txBody>
      </p:sp>
      <p:sp>
        <p:nvSpPr>
          <p:cNvPr id="4" name="S12-chip96"/>
          <p:cNvSpPr txBox="1"/>
          <p:nvPr/>
        </p:nvSpPr>
        <p:spPr>
          <a:xfrm>
            <a:off x="548640" y="24597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200" dirty="0"/>
          </a:p>
        </p:txBody>
      </p:sp>
      <p:sp>
        <p:nvSpPr>
          <p:cNvPr id="5" name="S12-text97"/>
          <p:cNvSpPr txBox="1"/>
          <p:nvPr/>
        </p:nvSpPr>
        <p:spPr>
          <a:xfrm>
            <a:off x="1344168" y="2011680"/>
            <a:ext cx="1029614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물 2.6 L를 4명이 똑같이 나누어 마시면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 명은 몇 L를 마시나요?</a:t>
            </a:r>
            <a:endParaRPr lang="ko-KR" sz="2800" dirty="0"/>
          </a:p>
        </p:txBody>
      </p:sp>
      <p:sp>
        <p:nvSpPr>
          <p:cNvPr id="6" name="S12-chip98"/>
          <p:cNvSpPr txBox="1"/>
          <p:nvPr/>
        </p:nvSpPr>
        <p:spPr>
          <a:xfrm>
            <a:off x="548640" y="46542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200" dirty="0"/>
          </a:p>
        </p:txBody>
      </p:sp>
      <p:sp>
        <p:nvSpPr>
          <p:cNvPr id="7" name="S12-text99"/>
          <p:cNvSpPr txBox="1"/>
          <p:nvPr/>
        </p:nvSpPr>
        <p:spPr>
          <a:xfrm>
            <a:off x="1344168" y="4206240"/>
            <a:ext cx="1029614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둘레가 8.4 cm인 정사각형의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 변은 몇 cm인가요?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배운 것</a:t>
            </a:r>
            <a:endParaRPr lang="ko-KR" sz="4000" dirty="0"/>
          </a:p>
        </p:txBody>
      </p:sp>
      <p:sp>
        <p:nvSpPr>
          <p:cNvPr id="3" name="S13-card100"/>
          <p:cNvSpPr/>
          <p:nvPr/>
        </p:nvSpPr>
        <p:spPr>
          <a:xfrm>
            <a:off x="548640" y="1325880"/>
            <a:ext cx="11091672" cy="1630680"/>
          </a:xfrm>
          <a:prstGeom prst="roundRect">
            <a:avLst>
              <a:gd name="adj" fmla="val 6729"/>
            </a:avLst>
          </a:prstGeom>
          <a:solidFill>
            <a:srgbClr val="32606F"/>
          </a:solidFill>
          <a:ln w="12700">
            <a:solidFill>
              <a:srgbClr val="32606F"/>
            </a:solidFill>
            <a:prstDash val="solid"/>
          </a:ln>
        </p:spPr>
      </p:sp>
      <p:sp>
        <p:nvSpPr>
          <p:cNvPr id="4" name="S13-cardtext101"/>
          <p:cNvSpPr txBox="1"/>
          <p:nvPr/>
        </p:nvSpPr>
        <p:spPr>
          <a:xfrm>
            <a:off x="822960" y="1463040"/>
            <a:ext cx="10543032" cy="1356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자연수처럼 나누고, 몫의 소수점은 나누어지는 수의 소수점 바로 위에!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나눌 수 없으면 몫에 0, 남으면 0을 내려요.</a:t>
            </a:r>
            <a:endParaRPr lang="ko-KR" sz="2800" dirty="0"/>
          </a:p>
        </p:txBody>
      </p:sp>
      <p:sp>
        <p:nvSpPr>
          <p:cNvPr id="5" name="S13-chip102"/>
          <p:cNvSpPr txBox="1"/>
          <p:nvPr/>
        </p:nvSpPr>
        <p:spPr>
          <a:xfrm>
            <a:off x="548640" y="3185160"/>
            <a:ext cx="5431536" cy="594360"/>
          </a:xfrm>
          <a:prstGeom prst="roundRect">
            <a:avLst>
              <a:gd name="adj" fmla="val 24615"/>
            </a:avLst>
          </a:prstGeom>
          <a:solidFill>
            <a:srgbClr val="2A9D8F"/>
          </a:solidFill>
          <a:ln>
            <a:solidFill>
              <a:srgbClr val="2A9D8F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○ 어림하고 곱셈으로 확인하기</a:t>
            </a:r>
            <a:endParaRPr lang="ko-KR" sz="2200" dirty="0"/>
          </a:p>
        </p:txBody>
      </p:sp>
      <p:sp>
        <p:nvSpPr>
          <p:cNvPr id="6" name="S13-chip103"/>
          <p:cNvSpPr txBox="1"/>
          <p:nvPr/>
        </p:nvSpPr>
        <p:spPr>
          <a:xfrm>
            <a:off x="6208776" y="3185160"/>
            <a:ext cx="5431536" cy="594360"/>
          </a:xfrm>
          <a:prstGeom prst="roundRect">
            <a:avLst>
              <a:gd name="adj" fmla="val 24615"/>
            </a:avLst>
          </a:prstGeom>
          <a:solidFill>
            <a:srgbClr val="C8434E"/>
          </a:solidFill>
          <a:ln>
            <a:solidFill>
              <a:srgbClr val="C8434E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× 몫의 일의 자리 0 빼먹기</a:t>
            </a:r>
            <a:endParaRPr lang="ko-KR" sz="2200" dirty="0"/>
          </a:p>
        </p:txBody>
      </p:sp>
      <p:sp>
        <p:nvSpPr>
          <p:cNvPr id="7" name="S13-text104"/>
          <p:cNvSpPr txBox="1"/>
          <p:nvPr/>
        </p:nvSpPr>
        <p:spPr>
          <a:xfrm>
            <a:off x="548640" y="4008120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수업을 시작할 때 다시 풀어요</a:t>
            </a:r>
            <a:endParaRPr lang="ko-KR" sz="2200" dirty="0"/>
          </a:p>
        </p:txBody>
      </p:sp>
      <p:sp>
        <p:nvSpPr>
          <p:cNvPr id="8" name="S13-eqtext105"/>
          <p:cNvSpPr txBox="1"/>
          <p:nvPr/>
        </p:nvSpPr>
        <p:spPr>
          <a:xfrm>
            <a:off x="548640" y="4511040"/>
            <a:ext cx="3544824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8.4 ÷ 4</a:t>
            </a:r>
            <a:endParaRPr lang="ko-KR" sz="2600" dirty="0"/>
          </a:p>
        </p:txBody>
      </p:sp>
      <p:sp>
        <p:nvSpPr>
          <p:cNvPr id="9" name="S13-eqtext106"/>
          <p:cNvSpPr txBox="1"/>
          <p:nvPr/>
        </p:nvSpPr>
        <p:spPr>
          <a:xfrm>
            <a:off x="4322064" y="4511040"/>
            <a:ext cx="3544824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1.5 ÷ 6</a:t>
            </a:r>
            <a:endParaRPr lang="ko-KR" sz="2600" dirty="0"/>
          </a:p>
        </p:txBody>
      </p:sp>
      <p:sp>
        <p:nvSpPr>
          <p:cNvPr id="10" name="S13-eqtext107"/>
          <p:cNvSpPr txBox="1"/>
          <p:nvPr/>
        </p:nvSpPr>
        <p:spPr>
          <a:xfrm>
            <a:off x="8095488" y="4511040"/>
            <a:ext cx="3544824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2.3 ÷ 5</a:t>
            </a:r>
            <a:endParaRPr lang="ko-KR" sz="2600" dirty="0"/>
          </a:p>
        </p:txBody>
      </p:sp>
      <p:sp>
        <p:nvSpPr>
          <p:cNvPr id="11" name="S13-text108"/>
          <p:cNvSpPr txBox="1"/>
          <p:nvPr/>
        </p:nvSpPr>
        <p:spPr>
          <a:xfrm>
            <a:off x="548640" y="571500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시간: 소수의 나눗셈 2</a:t>
            </a:r>
            <a:endParaRPr lang="ko-KR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C9DCD8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보충: 72 ÷ 3 세로셈</a:t>
            </a:r>
            <a:endParaRPr lang="ko-KR" sz="4000" dirty="0"/>
          </a:p>
        </p:txBody>
      </p:sp>
      <p:graphicFrame>
        <p:nvGraphicFramePr>
          <p:cNvPr id="14" name="S14-table10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940650" y="1977898"/>
          <a:ext cx="3108960" cy="914400"/>
        </p:xfrm>
        <a:graphic>
          <a:graphicData uri="http://schemas.openxmlformats.org/drawingml/2006/table">
            <a:tbl>
              <a:tblPr/>
              <a:tblGrid>
                <a:gridCol w="1036216"/>
                <a:gridCol w="1036216"/>
                <a:gridCol w="1036527"/>
              </a:tblGrid>
              <a:tr h="512572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십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일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</a:tr>
              <a:tr h="512572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4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572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3)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7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572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6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572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572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572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0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S14-stepno110"/>
          <p:cNvSpPr txBox="1"/>
          <p:nvPr/>
        </p:nvSpPr>
        <p:spPr>
          <a:xfrm>
            <a:off x="548640" y="2154428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2200" dirty="0"/>
          </a:p>
        </p:txBody>
      </p:sp>
      <p:sp>
        <p:nvSpPr>
          <p:cNvPr id="5" name="S14-text111"/>
          <p:cNvSpPr txBox="1"/>
          <p:nvPr/>
        </p:nvSpPr>
        <p:spPr>
          <a:xfrm>
            <a:off x="1325880" y="2108708"/>
            <a:ext cx="5658307" cy="8676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십의 자리부터 나눠요.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 ÷ 3 = 2 … 1</a:t>
            </a:r>
            <a:endParaRPr lang="ko-KR" sz="2800" dirty="0"/>
          </a:p>
        </p:txBody>
      </p:sp>
      <p:sp>
        <p:nvSpPr>
          <p:cNvPr id="6" name="S14-stepno112"/>
          <p:cNvSpPr txBox="1"/>
          <p:nvPr/>
        </p:nvSpPr>
        <p:spPr>
          <a:xfrm>
            <a:off x="548640" y="3186684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2200" dirty="0"/>
          </a:p>
        </p:txBody>
      </p:sp>
      <p:sp>
        <p:nvSpPr>
          <p:cNvPr id="7" name="S14-text113"/>
          <p:cNvSpPr txBox="1"/>
          <p:nvPr/>
        </p:nvSpPr>
        <p:spPr>
          <a:xfrm>
            <a:off x="1325880" y="3140964"/>
            <a:ext cx="5658307" cy="8676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남은 1과 2를 내려 12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12 ÷ 3 = 4</a:t>
            </a:r>
            <a:endParaRPr lang="ko-KR" sz="2800" dirty="0"/>
          </a:p>
        </p:txBody>
      </p:sp>
      <p:sp>
        <p:nvSpPr>
          <p:cNvPr id="8" name="S14-stepno114"/>
          <p:cNvSpPr txBox="1"/>
          <p:nvPr/>
        </p:nvSpPr>
        <p:spPr>
          <a:xfrm>
            <a:off x="548640" y="4173220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2200" dirty="0"/>
          </a:p>
        </p:txBody>
      </p:sp>
      <p:sp>
        <p:nvSpPr>
          <p:cNvPr id="9" name="S14-text115"/>
          <p:cNvSpPr txBox="1"/>
          <p:nvPr/>
        </p:nvSpPr>
        <p:spPr>
          <a:xfrm>
            <a:off x="1325880" y="4173220"/>
            <a:ext cx="5658307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몫은 24</a:t>
            </a:r>
            <a:endParaRPr lang="ko-KR" sz="2800" dirty="0"/>
          </a:p>
        </p:txBody>
      </p:sp>
      <p:sp>
        <p:nvSpPr>
          <p:cNvPr id="10" name="S14-stepno116"/>
          <p:cNvSpPr txBox="1"/>
          <p:nvPr/>
        </p:nvSpPr>
        <p:spPr>
          <a:xfrm>
            <a:off x="548640" y="4886452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ko-KR" sz="2200" dirty="0"/>
          </a:p>
        </p:txBody>
      </p:sp>
      <p:sp>
        <p:nvSpPr>
          <p:cNvPr id="11" name="S14-text117"/>
          <p:cNvSpPr txBox="1"/>
          <p:nvPr/>
        </p:nvSpPr>
        <p:spPr>
          <a:xfrm>
            <a:off x="1325880" y="4886452"/>
            <a:ext cx="5658307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확인: 3 × 24 = 72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Education Classroom">
  <a:themeElements>
    <a:clrScheme name="Education Classroom">
      <a:dk1>
        <a:srgbClr val="1F2937"/>
      </a:dk1>
      <a:lt1>
        <a:srgbClr val="FFFFFF"/>
      </a:lt1>
      <a:dk2>
        <a:srgbClr val="264653"/>
      </a:dk2>
      <a:lt2>
        <a:srgbClr val="EAF3F1"/>
      </a:lt2>
      <a:accent1>
        <a:srgbClr val="E9762B"/>
      </a:accent1>
      <a:accent2>
        <a:srgbClr val="2A9D8F"/>
      </a:accent2>
      <a:accent3>
        <a:srgbClr val="C8434E"/>
      </a:accent3>
      <a:accent4>
        <a:srgbClr val="3D5A80"/>
      </a:accent4>
      <a:accent5>
        <a:srgbClr val="F2C14E"/>
      </a:accent5>
      <a:accent6>
        <a:srgbClr val="4B5563"/>
      </a:accent6>
      <a:hlink>
        <a:srgbClr val="3D5A80"/>
      </a:hlink>
      <a:folHlink>
        <a:srgbClr val="7A4E8A"/>
      </a:folHlink>
    </a:clrScheme>
    <a:fontScheme name="Education Classroom">
      <a:majorFont>
        <a:latin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초6 수학 소수의 나눗셈 1</dc:title>
  <dc:subject>KR22-G06-MAT-DECDIV-L01</dc:subject>
  <dc:creator>education-ppt</dc:creator>
  <cp:lastModifiedBy>education-ppt</cp:lastModifiedBy>
  <cp:revision>1</cp:revision>
  <dcterms:created xsi:type="dcterms:W3CDTF">2026-10-26T09:12:27Z</dcterms:created>
  <dcterms:modified xsi:type="dcterms:W3CDTF">2026-10-26T09:12:27Z</dcterms:modified>
</cp:coreProperties>
</file>