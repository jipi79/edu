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b28a14e1-1a60-4096-ed7d-a2b26f8f1587}">
          <p14:sldIdLst>
            <p14:sldId id="256"/>
            <p14:sldId id="257"/>
          </p14:sldIdLst>
        </p14:section>
        <p14:section name="개념" id="{67dd32d6-ffc1-94a7-956d-1a9b76d64efd}">
          <p14:sldIdLst>
            <p14:sldId id="258"/>
            <p14:sldId id="260"/>
            <p14:sldId id="261"/>
            <p14:sldId id="262"/>
          </p14:sldIdLst>
        </p14:section>
        <p14:section name="연습" id="{c1c5dbb7-27c8-2660-7044-dc2317b581de}">
          <p14:sldIdLst>
            <p14:sldId id="259"/>
            <p14:sldId id="263"/>
            <p14:sldId id="264"/>
            <p14:sldId id="265"/>
          </p14:sldIdLst>
        </p14:section>
        <p14:section name="개념" id="{65d55a71-c0a8-379e-3570-e8dc9def4836}">
          <p14:sldIdLst/>
        </p14:section>
        <p14:section name="연습" id="{3232f980-0d63-9c92-3548-8a656b791cc7}">
          <p14:sldIdLst/>
        </p14:section>
        <p14:section name="확인" id="{822ad72c-4cbe-c755-6381-47b76e3e9b65}">
          <p14:sldIdLst>
            <p14:sldId id="266"/>
            <p14:sldId id="267"/>
          </p14:sldIdLst>
        </p14:section>
        <p14:section name="정리" id="{78c8effb-b9e9-252f-486c-9a2dffb95f7a}">
          <p14:sldIdLst>
            <p14:sldId id="268"/>
          </p14:sldIdLst>
        </p14:section>
        <p14:section name="보충" id="{cb85db01-fd16-b44f-47c1-5563817525b7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수학 · 입체와측정 · 3차시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수학 · 쌓기나무와 공간 감각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수학 · 쌓기나무와 공간 감각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초6 수학 · 쌓기나무와 공간 감각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쌓기나무와 공간 감각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보이지 않는 쌓기나무까지 셀 수 있을까?</a:t>
            </a:r>
            <a:endParaRPr lang="ko-KR" sz="2800" dirty="0"/>
          </a:p>
        </p:txBody>
      </p:sp>
      <p:sp>
        <p:nvSpPr>
          <p:cNvPr id="4" name="S01-panel1"/>
          <p:cNvSpPr/>
          <p:nvPr/>
        </p:nvSpPr>
        <p:spPr>
          <a:xfrm>
            <a:off x="7543800" y="502920"/>
            <a:ext cx="420624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01-figure2" descr="쌓기나무 8개로 쌓은 모양: 왼쪽 뒤가 3층, 왼쪽 앞이 2층, 나머지는 1층"/>
          <p:cNvSpPr/>
          <p:nvPr/>
        </p:nvSpPr>
        <p:spPr>
          <a:xfrm>
            <a:off x="9212591" y="1726969"/>
            <a:ext cx="868658" cy="501535"/>
          </a:xfrm>
          <a:custGeom>
            <a:avLst/>
            <a:gdLst/>
            <a:ahLst/>
            <a:cxnLst/>
            <a:rect l="l" t="t" r="r" b="b"/>
            <a:pathLst>
              <a:path w="868658" h="501535">
                <a:moveTo>
                  <a:pt x="0" y="250767"/>
                </a:moveTo>
                <a:lnTo>
                  <a:pt x="434329" y="501535"/>
                </a:lnTo>
                <a:lnTo>
                  <a:pt x="868658" y="250767"/>
                </a:lnTo>
                <a:lnTo>
                  <a:pt x="434329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" name="S01-mark3"/>
          <p:cNvSpPr/>
          <p:nvPr/>
        </p:nvSpPr>
        <p:spPr>
          <a:xfrm>
            <a:off x="9212591" y="1977736"/>
            <a:ext cx="434329" cy="752302"/>
          </a:xfrm>
          <a:custGeom>
            <a:avLst/>
            <a:gdLst/>
            <a:ahLst/>
            <a:cxnLst/>
            <a:rect l="l" t="t" r="r" b="b"/>
            <a:pathLst>
              <a:path w="434329" h="752302">
                <a:moveTo>
                  <a:pt x="0" y="501535"/>
                </a:moveTo>
                <a:lnTo>
                  <a:pt x="434329" y="752302"/>
                </a:lnTo>
                <a:lnTo>
                  <a:pt x="434329" y="250767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7" name="S01-mark4"/>
          <p:cNvSpPr/>
          <p:nvPr/>
        </p:nvSpPr>
        <p:spPr>
          <a:xfrm>
            <a:off x="9646920" y="1977736"/>
            <a:ext cx="434329" cy="752302"/>
          </a:xfrm>
          <a:custGeom>
            <a:avLst/>
            <a:gdLst/>
            <a:ahLst/>
            <a:cxnLst/>
            <a:rect l="l" t="t" r="r" b="b"/>
            <a:pathLst>
              <a:path w="434329" h="752302">
                <a:moveTo>
                  <a:pt x="0" y="752302"/>
                </a:moveTo>
                <a:lnTo>
                  <a:pt x="434329" y="501535"/>
                </a:lnTo>
                <a:lnTo>
                  <a:pt x="434329" y="0"/>
                </a:lnTo>
                <a:lnTo>
                  <a:pt x="0" y="250767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01-mark5"/>
          <p:cNvSpPr/>
          <p:nvPr/>
        </p:nvSpPr>
        <p:spPr>
          <a:xfrm>
            <a:off x="8778262" y="1977736"/>
            <a:ext cx="868658" cy="501535"/>
          </a:xfrm>
          <a:custGeom>
            <a:avLst/>
            <a:gdLst/>
            <a:ahLst/>
            <a:cxnLst/>
            <a:rect l="l" t="t" r="r" b="b"/>
            <a:pathLst>
              <a:path w="868658" h="501535">
                <a:moveTo>
                  <a:pt x="0" y="250767"/>
                </a:moveTo>
                <a:lnTo>
                  <a:pt x="434329" y="501535"/>
                </a:lnTo>
                <a:lnTo>
                  <a:pt x="868658" y="250767"/>
                </a:lnTo>
                <a:lnTo>
                  <a:pt x="434329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01-mark6"/>
          <p:cNvSpPr/>
          <p:nvPr/>
        </p:nvSpPr>
        <p:spPr>
          <a:xfrm>
            <a:off x="8778262" y="2228504"/>
            <a:ext cx="434329" cy="752302"/>
          </a:xfrm>
          <a:custGeom>
            <a:avLst/>
            <a:gdLst/>
            <a:ahLst/>
            <a:cxnLst/>
            <a:rect l="l" t="t" r="r" b="b"/>
            <a:pathLst>
              <a:path w="434329" h="752302">
                <a:moveTo>
                  <a:pt x="0" y="501535"/>
                </a:moveTo>
                <a:lnTo>
                  <a:pt x="434329" y="752302"/>
                </a:lnTo>
                <a:lnTo>
                  <a:pt x="434329" y="250767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0" name="S01-mark7"/>
          <p:cNvSpPr/>
          <p:nvPr/>
        </p:nvSpPr>
        <p:spPr>
          <a:xfrm>
            <a:off x="9212591" y="2228504"/>
            <a:ext cx="434329" cy="752302"/>
          </a:xfrm>
          <a:custGeom>
            <a:avLst/>
            <a:gdLst/>
            <a:ahLst/>
            <a:cxnLst/>
            <a:rect l="l" t="t" r="r" b="b"/>
            <a:pathLst>
              <a:path w="434329" h="752302">
                <a:moveTo>
                  <a:pt x="0" y="752302"/>
                </a:moveTo>
                <a:lnTo>
                  <a:pt x="434329" y="501535"/>
                </a:lnTo>
                <a:lnTo>
                  <a:pt x="434329" y="0"/>
                </a:lnTo>
                <a:lnTo>
                  <a:pt x="0" y="250767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1" name="S01-mark8"/>
          <p:cNvSpPr/>
          <p:nvPr/>
        </p:nvSpPr>
        <p:spPr>
          <a:xfrm>
            <a:off x="9646920" y="1977736"/>
            <a:ext cx="868658" cy="501535"/>
          </a:xfrm>
          <a:custGeom>
            <a:avLst/>
            <a:gdLst/>
            <a:ahLst/>
            <a:cxnLst/>
            <a:rect l="l" t="t" r="r" b="b"/>
            <a:pathLst>
              <a:path w="868658" h="501535">
                <a:moveTo>
                  <a:pt x="0" y="250767"/>
                </a:moveTo>
                <a:lnTo>
                  <a:pt x="434329" y="501535"/>
                </a:lnTo>
                <a:lnTo>
                  <a:pt x="868658" y="250767"/>
                </a:lnTo>
                <a:lnTo>
                  <a:pt x="434329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2" name="S01-mark9"/>
          <p:cNvSpPr/>
          <p:nvPr/>
        </p:nvSpPr>
        <p:spPr>
          <a:xfrm>
            <a:off x="9646920" y="2228504"/>
            <a:ext cx="434329" cy="752302"/>
          </a:xfrm>
          <a:custGeom>
            <a:avLst/>
            <a:gdLst/>
            <a:ahLst/>
            <a:cxnLst/>
            <a:rect l="l" t="t" r="r" b="b"/>
            <a:pathLst>
              <a:path w="434329" h="752302">
                <a:moveTo>
                  <a:pt x="0" y="501535"/>
                </a:moveTo>
                <a:lnTo>
                  <a:pt x="434329" y="752302"/>
                </a:lnTo>
                <a:lnTo>
                  <a:pt x="434329" y="250767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3" name="S01-mark10"/>
          <p:cNvSpPr/>
          <p:nvPr/>
        </p:nvSpPr>
        <p:spPr>
          <a:xfrm>
            <a:off x="10081249" y="2228504"/>
            <a:ext cx="434329" cy="752302"/>
          </a:xfrm>
          <a:custGeom>
            <a:avLst/>
            <a:gdLst/>
            <a:ahLst/>
            <a:cxnLst/>
            <a:rect l="l" t="t" r="r" b="b"/>
            <a:pathLst>
              <a:path w="434329" h="752302">
                <a:moveTo>
                  <a:pt x="0" y="752302"/>
                </a:moveTo>
                <a:lnTo>
                  <a:pt x="434329" y="501535"/>
                </a:lnTo>
                <a:lnTo>
                  <a:pt x="434329" y="0"/>
                </a:lnTo>
                <a:lnTo>
                  <a:pt x="0" y="250767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4" name="S01-mark11"/>
          <p:cNvSpPr/>
          <p:nvPr/>
        </p:nvSpPr>
        <p:spPr>
          <a:xfrm>
            <a:off x="9212591" y="1225435"/>
            <a:ext cx="868658" cy="501535"/>
          </a:xfrm>
          <a:custGeom>
            <a:avLst/>
            <a:gdLst/>
            <a:ahLst/>
            <a:cxnLst/>
            <a:rect l="l" t="t" r="r" b="b"/>
            <a:pathLst>
              <a:path w="868658" h="501535">
                <a:moveTo>
                  <a:pt x="0" y="250767"/>
                </a:moveTo>
                <a:lnTo>
                  <a:pt x="434329" y="501535"/>
                </a:lnTo>
                <a:lnTo>
                  <a:pt x="868658" y="250767"/>
                </a:lnTo>
                <a:lnTo>
                  <a:pt x="434329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5" name="S01-mark12"/>
          <p:cNvSpPr/>
          <p:nvPr/>
        </p:nvSpPr>
        <p:spPr>
          <a:xfrm>
            <a:off x="9212591" y="1476202"/>
            <a:ext cx="434329" cy="752302"/>
          </a:xfrm>
          <a:custGeom>
            <a:avLst/>
            <a:gdLst/>
            <a:ahLst/>
            <a:cxnLst/>
            <a:rect l="l" t="t" r="r" b="b"/>
            <a:pathLst>
              <a:path w="434329" h="752302">
                <a:moveTo>
                  <a:pt x="0" y="501535"/>
                </a:moveTo>
                <a:lnTo>
                  <a:pt x="434329" y="752302"/>
                </a:lnTo>
                <a:lnTo>
                  <a:pt x="434329" y="250767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6" name="S01-mark13"/>
          <p:cNvSpPr/>
          <p:nvPr/>
        </p:nvSpPr>
        <p:spPr>
          <a:xfrm>
            <a:off x="9646920" y="1476202"/>
            <a:ext cx="434329" cy="752302"/>
          </a:xfrm>
          <a:custGeom>
            <a:avLst/>
            <a:gdLst/>
            <a:ahLst/>
            <a:cxnLst/>
            <a:rect l="l" t="t" r="r" b="b"/>
            <a:pathLst>
              <a:path w="434329" h="752302">
                <a:moveTo>
                  <a:pt x="0" y="752302"/>
                </a:moveTo>
                <a:lnTo>
                  <a:pt x="434329" y="501535"/>
                </a:lnTo>
                <a:lnTo>
                  <a:pt x="434329" y="0"/>
                </a:lnTo>
                <a:lnTo>
                  <a:pt x="0" y="250767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7" name="S01-mark14"/>
          <p:cNvSpPr/>
          <p:nvPr/>
        </p:nvSpPr>
        <p:spPr>
          <a:xfrm>
            <a:off x="9212591" y="2228504"/>
            <a:ext cx="868658" cy="501535"/>
          </a:xfrm>
          <a:custGeom>
            <a:avLst/>
            <a:gdLst/>
            <a:ahLst/>
            <a:cxnLst/>
            <a:rect l="l" t="t" r="r" b="b"/>
            <a:pathLst>
              <a:path w="868658" h="501535">
                <a:moveTo>
                  <a:pt x="0" y="250767"/>
                </a:moveTo>
                <a:lnTo>
                  <a:pt x="434329" y="501535"/>
                </a:lnTo>
                <a:lnTo>
                  <a:pt x="868658" y="250767"/>
                </a:lnTo>
                <a:lnTo>
                  <a:pt x="434329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8" name="S01-mark15"/>
          <p:cNvSpPr/>
          <p:nvPr/>
        </p:nvSpPr>
        <p:spPr>
          <a:xfrm>
            <a:off x="9212591" y="2479271"/>
            <a:ext cx="434329" cy="752302"/>
          </a:xfrm>
          <a:custGeom>
            <a:avLst/>
            <a:gdLst/>
            <a:ahLst/>
            <a:cxnLst/>
            <a:rect l="l" t="t" r="r" b="b"/>
            <a:pathLst>
              <a:path w="434329" h="752302">
                <a:moveTo>
                  <a:pt x="0" y="501535"/>
                </a:moveTo>
                <a:lnTo>
                  <a:pt x="434329" y="752302"/>
                </a:lnTo>
                <a:lnTo>
                  <a:pt x="434329" y="250767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9" name="S01-mark16"/>
          <p:cNvSpPr/>
          <p:nvPr/>
        </p:nvSpPr>
        <p:spPr>
          <a:xfrm>
            <a:off x="9646920" y="2479271"/>
            <a:ext cx="434329" cy="752302"/>
          </a:xfrm>
          <a:custGeom>
            <a:avLst/>
            <a:gdLst/>
            <a:ahLst/>
            <a:cxnLst/>
            <a:rect l="l" t="t" r="r" b="b"/>
            <a:pathLst>
              <a:path w="434329" h="752302">
                <a:moveTo>
                  <a:pt x="0" y="752302"/>
                </a:moveTo>
                <a:lnTo>
                  <a:pt x="434329" y="501535"/>
                </a:lnTo>
                <a:lnTo>
                  <a:pt x="434329" y="0"/>
                </a:lnTo>
                <a:lnTo>
                  <a:pt x="0" y="250767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0" name="S01-mark17"/>
          <p:cNvSpPr/>
          <p:nvPr/>
        </p:nvSpPr>
        <p:spPr>
          <a:xfrm>
            <a:off x="8778262" y="1476202"/>
            <a:ext cx="868658" cy="501535"/>
          </a:xfrm>
          <a:custGeom>
            <a:avLst/>
            <a:gdLst/>
            <a:ahLst/>
            <a:cxnLst/>
            <a:rect l="l" t="t" r="r" b="b"/>
            <a:pathLst>
              <a:path w="868658" h="501535">
                <a:moveTo>
                  <a:pt x="0" y="250767"/>
                </a:moveTo>
                <a:lnTo>
                  <a:pt x="434329" y="501535"/>
                </a:lnTo>
                <a:lnTo>
                  <a:pt x="868658" y="250767"/>
                </a:lnTo>
                <a:lnTo>
                  <a:pt x="434329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1" name="S01-mark18"/>
          <p:cNvSpPr/>
          <p:nvPr/>
        </p:nvSpPr>
        <p:spPr>
          <a:xfrm>
            <a:off x="8778262" y="1726969"/>
            <a:ext cx="434329" cy="752302"/>
          </a:xfrm>
          <a:custGeom>
            <a:avLst/>
            <a:gdLst/>
            <a:ahLst/>
            <a:cxnLst/>
            <a:rect l="l" t="t" r="r" b="b"/>
            <a:pathLst>
              <a:path w="434329" h="752302">
                <a:moveTo>
                  <a:pt x="0" y="501535"/>
                </a:moveTo>
                <a:lnTo>
                  <a:pt x="434329" y="752302"/>
                </a:lnTo>
                <a:lnTo>
                  <a:pt x="434329" y="250767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2" name="S01-mark19"/>
          <p:cNvSpPr/>
          <p:nvPr/>
        </p:nvSpPr>
        <p:spPr>
          <a:xfrm>
            <a:off x="9212591" y="1726969"/>
            <a:ext cx="434329" cy="752302"/>
          </a:xfrm>
          <a:custGeom>
            <a:avLst/>
            <a:gdLst/>
            <a:ahLst/>
            <a:cxnLst/>
            <a:rect l="l" t="t" r="r" b="b"/>
            <a:pathLst>
              <a:path w="434329" h="752302">
                <a:moveTo>
                  <a:pt x="0" y="752302"/>
                </a:moveTo>
                <a:lnTo>
                  <a:pt x="434329" y="501535"/>
                </a:lnTo>
                <a:lnTo>
                  <a:pt x="434329" y="0"/>
                </a:lnTo>
                <a:lnTo>
                  <a:pt x="0" y="250767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3" name="S01-mark20"/>
          <p:cNvSpPr/>
          <p:nvPr/>
        </p:nvSpPr>
        <p:spPr>
          <a:xfrm>
            <a:off x="9212591" y="723900"/>
            <a:ext cx="868658" cy="501535"/>
          </a:xfrm>
          <a:custGeom>
            <a:avLst/>
            <a:gdLst/>
            <a:ahLst/>
            <a:cxnLst/>
            <a:rect l="l" t="t" r="r" b="b"/>
            <a:pathLst>
              <a:path w="868658" h="501535">
                <a:moveTo>
                  <a:pt x="0" y="250767"/>
                </a:moveTo>
                <a:lnTo>
                  <a:pt x="434329" y="501535"/>
                </a:lnTo>
                <a:lnTo>
                  <a:pt x="868658" y="250767"/>
                </a:lnTo>
                <a:lnTo>
                  <a:pt x="434329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4" name="S01-mark21"/>
          <p:cNvSpPr/>
          <p:nvPr/>
        </p:nvSpPr>
        <p:spPr>
          <a:xfrm>
            <a:off x="9212591" y="974667"/>
            <a:ext cx="434329" cy="752302"/>
          </a:xfrm>
          <a:custGeom>
            <a:avLst/>
            <a:gdLst/>
            <a:ahLst/>
            <a:cxnLst/>
            <a:rect l="l" t="t" r="r" b="b"/>
            <a:pathLst>
              <a:path w="434329" h="752302">
                <a:moveTo>
                  <a:pt x="0" y="501535"/>
                </a:moveTo>
                <a:lnTo>
                  <a:pt x="434329" y="752302"/>
                </a:lnTo>
                <a:lnTo>
                  <a:pt x="434329" y="250767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01-mark22"/>
          <p:cNvSpPr/>
          <p:nvPr/>
        </p:nvSpPr>
        <p:spPr>
          <a:xfrm>
            <a:off x="9646920" y="974667"/>
            <a:ext cx="434329" cy="752302"/>
          </a:xfrm>
          <a:custGeom>
            <a:avLst/>
            <a:gdLst/>
            <a:ahLst/>
            <a:cxnLst/>
            <a:rect l="l" t="t" r="r" b="b"/>
            <a:pathLst>
              <a:path w="434329" h="752302">
                <a:moveTo>
                  <a:pt x="0" y="752302"/>
                </a:moveTo>
                <a:lnTo>
                  <a:pt x="434329" y="501535"/>
                </a:lnTo>
                <a:lnTo>
                  <a:pt x="434329" y="0"/>
                </a:lnTo>
                <a:lnTo>
                  <a:pt x="0" y="250767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6" name="S01-mark23"/>
          <p:cNvSpPr/>
          <p:nvPr/>
        </p:nvSpPr>
        <p:spPr>
          <a:xfrm>
            <a:off x="9646920" y="2479271"/>
            <a:ext cx="868658" cy="501535"/>
          </a:xfrm>
          <a:custGeom>
            <a:avLst/>
            <a:gdLst/>
            <a:ahLst/>
            <a:cxnLst/>
            <a:rect l="l" t="t" r="r" b="b"/>
            <a:pathLst>
              <a:path w="868658" h="501535">
                <a:moveTo>
                  <a:pt x="0" y="250767"/>
                </a:moveTo>
                <a:lnTo>
                  <a:pt x="434329" y="501535"/>
                </a:lnTo>
                <a:lnTo>
                  <a:pt x="868658" y="250767"/>
                </a:lnTo>
                <a:lnTo>
                  <a:pt x="434329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7" name="S01-mark24"/>
          <p:cNvSpPr/>
          <p:nvPr/>
        </p:nvSpPr>
        <p:spPr>
          <a:xfrm>
            <a:off x="9646920" y="2730038"/>
            <a:ext cx="434329" cy="752302"/>
          </a:xfrm>
          <a:custGeom>
            <a:avLst/>
            <a:gdLst/>
            <a:ahLst/>
            <a:cxnLst/>
            <a:rect l="l" t="t" r="r" b="b"/>
            <a:pathLst>
              <a:path w="434329" h="752302">
                <a:moveTo>
                  <a:pt x="0" y="501535"/>
                </a:moveTo>
                <a:lnTo>
                  <a:pt x="434329" y="752302"/>
                </a:lnTo>
                <a:lnTo>
                  <a:pt x="434329" y="250767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8" name="S01-mark25"/>
          <p:cNvSpPr/>
          <p:nvPr/>
        </p:nvSpPr>
        <p:spPr>
          <a:xfrm>
            <a:off x="10081249" y="2730038"/>
            <a:ext cx="434329" cy="752302"/>
          </a:xfrm>
          <a:custGeom>
            <a:avLst/>
            <a:gdLst/>
            <a:ahLst/>
            <a:cxnLst/>
            <a:rect l="l" t="t" r="r" b="b"/>
            <a:pathLst>
              <a:path w="434329" h="752302">
                <a:moveTo>
                  <a:pt x="0" y="752302"/>
                </a:moveTo>
                <a:lnTo>
                  <a:pt x="434329" y="501535"/>
                </a:lnTo>
                <a:lnTo>
                  <a:pt x="434329" y="0"/>
                </a:lnTo>
                <a:lnTo>
                  <a:pt x="0" y="250767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9" name="S01-card26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30" name="S01-cardtext27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위·앞·옆에서 본 모양을 알아내요.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쌓기나무의 개수를 정확히 구해요.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000" dirty="0"/>
          </a:p>
        </p:txBody>
      </p:sp>
      <p:sp>
        <p:nvSpPr>
          <p:cNvPr id="3" name="S02-figure28" descr="쌓기나무 4개를 한 줄로 쌓은 모양: 1층에 3개, 맨 왼쪽 쌓기나무 위에 1개"/>
          <p:cNvSpPr/>
          <p:nvPr/>
        </p:nvSpPr>
        <p:spPr>
          <a:xfrm>
            <a:off x="7375093" y="2857500"/>
            <a:ext cx="1583741" cy="914400"/>
          </a:xfrm>
          <a:custGeom>
            <a:avLst/>
            <a:gdLst/>
            <a:ahLst/>
            <a:cxnLst/>
            <a:rect l="l" t="t" r="r" b="b"/>
            <a:pathLst>
              <a:path w="1583741" h="914400">
                <a:moveTo>
                  <a:pt x="0" y="457200"/>
                </a:moveTo>
                <a:lnTo>
                  <a:pt x="791870" y="914400"/>
                </a:lnTo>
                <a:lnTo>
                  <a:pt x="1583741" y="457200"/>
                </a:lnTo>
                <a:lnTo>
                  <a:pt x="79187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" name="S02-mark29"/>
          <p:cNvSpPr/>
          <p:nvPr/>
        </p:nvSpPr>
        <p:spPr>
          <a:xfrm>
            <a:off x="7375093" y="3314700"/>
            <a:ext cx="791870" cy="1371600"/>
          </a:xfrm>
          <a:custGeom>
            <a:avLst/>
            <a:gdLst/>
            <a:ahLst/>
            <a:cxnLst/>
            <a:rect l="l" t="t" r="r" b="b"/>
            <a:pathLst>
              <a:path w="791870" h="1371600">
                <a:moveTo>
                  <a:pt x="0" y="914400"/>
                </a:moveTo>
                <a:lnTo>
                  <a:pt x="791870" y="1371600"/>
                </a:lnTo>
                <a:lnTo>
                  <a:pt x="79187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5" name="S02-mark30"/>
          <p:cNvSpPr/>
          <p:nvPr/>
        </p:nvSpPr>
        <p:spPr>
          <a:xfrm>
            <a:off x="8166964" y="3314700"/>
            <a:ext cx="791870" cy="1371600"/>
          </a:xfrm>
          <a:custGeom>
            <a:avLst/>
            <a:gdLst/>
            <a:ahLst/>
            <a:cxnLst/>
            <a:rect l="l" t="t" r="r" b="b"/>
            <a:pathLst>
              <a:path w="791870" h="1371600">
                <a:moveTo>
                  <a:pt x="0" y="1371600"/>
                </a:moveTo>
                <a:lnTo>
                  <a:pt x="791870" y="914400"/>
                </a:lnTo>
                <a:lnTo>
                  <a:pt x="791870" y="0"/>
                </a:lnTo>
                <a:lnTo>
                  <a:pt x="0" y="457200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" name="S02-mark31"/>
          <p:cNvSpPr/>
          <p:nvPr/>
        </p:nvSpPr>
        <p:spPr>
          <a:xfrm>
            <a:off x="8166964" y="3314700"/>
            <a:ext cx="1583741" cy="914400"/>
          </a:xfrm>
          <a:custGeom>
            <a:avLst/>
            <a:gdLst/>
            <a:ahLst/>
            <a:cxnLst/>
            <a:rect l="l" t="t" r="r" b="b"/>
            <a:pathLst>
              <a:path w="1583741" h="914400">
                <a:moveTo>
                  <a:pt x="0" y="457200"/>
                </a:moveTo>
                <a:lnTo>
                  <a:pt x="791870" y="914400"/>
                </a:lnTo>
                <a:lnTo>
                  <a:pt x="1583741" y="457200"/>
                </a:lnTo>
                <a:lnTo>
                  <a:pt x="79187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7" name="S02-mark32"/>
          <p:cNvSpPr/>
          <p:nvPr/>
        </p:nvSpPr>
        <p:spPr>
          <a:xfrm>
            <a:off x="8166964" y="3771900"/>
            <a:ext cx="791870" cy="1371600"/>
          </a:xfrm>
          <a:custGeom>
            <a:avLst/>
            <a:gdLst/>
            <a:ahLst/>
            <a:cxnLst/>
            <a:rect l="l" t="t" r="r" b="b"/>
            <a:pathLst>
              <a:path w="791870" h="1371600">
                <a:moveTo>
                  <a:pt x="0" y="914400"/>
                </a:moveTo>
                <a:lnTo>
                  <a:pt x="791870" y="1371600"/>
                </a:lnTo>
                <a:lnTo>
                  <a:pt x="79187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02-mark33"/>
          <p:cNvSpPr/>
          <p:nvPr/>
        </p:nvSpPr>
        <p:spPr>
          <a:xfrm>
            <a:off x="8958834" y="3771900"/>
            <a:ext cx="791870" cy="1371600"/>
          </a:xfrm>
          <a:custGeom>
            <a:avLst/>
            <a:gdLst/>
            <a:ahLst/>
            <a:cxnLst/>
            <a:rect l="l" t="t" r="r" b="b"/>
            <a:pathLst>
              <a:path w="791870" h="1371600">
                <a:moveTo>
                  <a:pt x="0" y="1371600"/>
                </a:moveTo>
                <a:lnTo>
                  <a:pt x="791870" y="914400"/>
                </a:lnTo>
                <a:lnTo>
                  <a:pt x="791870" y="0"/>
                </a:lnTo>
                <a:lnTo>
                  <a:pt x="0" y="457200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02-mark34"/>
          <p:cNvSpPr/>
          <p:nvPr/>
        </p:nvSpPr>
        <p:spPr>
          <a:xfrm>
            <a:off x="7375093" y="1943100"/>
            <a:ext cx="1583741" cy="914400"/>
          </a:xfrm>
          <a:custGeom>
            <a:avLst/>
            <a:gdLst/>
            <a:ahLst/>
            <a:cxnLst/>
            <a:rect l="l" t="t" r="r" b="b"/>
            <a:pathLst>
              <a:path w="1583741" h="914400">
                <a:moveTo>
                  <a:pt x="0" y="457200"/>
                </a:moveTo>
                <a:lnTo>
                  <a:pt x="791870" y="914400"/>
                </a:lnTo>
                <a:lnTo>
                  <a:pt x="1583741" y="457200"/>
                </a:lnTo>
                <a:lnTo>
                  <a:pt x="79187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0" name="S02-mark35"/>
          <p:cNvSpPr/>
          <p:nvPr/>
        </p:nvSpPr>
        <p:spPr>
          <a:xfrm>
            <a:off x="7375093" y="2400300"/>
            <a:ext cx="791870" cy="1371600"/>
          </a:xfrm>
          <a:custGeom>
            <a:avLst/>
            <a:gdLst/>
            <a:ahLst/>
            <a:cxnLst/>
            <a:rect l="l" t="t" r="r" b="b"/>
            <a:pathLst>
              <a:path w="791870" h="1371600">
                <a:moveTo>
                  <a:pt x="0" y="914400"/>
                </a:moveTo>
                <a:lnTo>
                  <a:pt x="791870" y="1371600"/>
                </a:lnTo>
                <a:lnTo>
                  <a:pt x="79187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1" name="S02-mark36"/>
          <p:cNvSpPr/>
          <p:nvPr/>
        </p:nvSpPr>
        <p:spPr>
          <a:xfrm>
            <a:off x="8166964" y="2400300"/>
            <a:ext cx="791870" cy="1371600"/>
          </a:xfrm>
          <a:custGeom>
            <a:avLst/>
            <a:gdLst/>
            <a:ahLst/>
            <a:cxnLst/>
            <a:rect l="l" t="t" r="r" b="b"/>
            <a:pathLst>
              <a:path w="791870" h="1371600">
                <a:moveTo>
                  <a:pt x="0" y="1371600"/>
                </a:moveTo>
                <a:lnTo>
                  <a:pt x="791870" y="914400"/>
                </a:lnTo>
                <a:lnTo>
                  <a:pt x="791870" y="0"/>
                </a:lnTo>
                <a:lnTo>
                  <a:pt x="0" y="457200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2" name="S02-mark37"/>
          <p:cNvSpPr/>
          <p:nvPr/>
        </p:nvSpPr>
        <p:spPr>
          <a:xfrm>
            <a:off x="8958834" y="3771900"/>
            <a:ext cx="1583741" cy="914400"/>
          </a:xfrm>
          <a:custGeom>
            <a:avLst/>
            <a:gdLst/>
            <a:ahLst/>
            <a:cxnLst/>
            <a:rect l="l" t="t" r="r" b="b"/>
            <a:pathLst>
              <a:path w="1583741" h="914400">
                <a:moveTo>
                  <a:pt x="0" y="457200"/>
                </a:moveTo>
                <a:lnTo>
                  <a:pt x="791870" y="914400"/>
                </a:lnTo>
                <a:lnTo>
                  <a:pt x="1583741" y="457200"/>
                </a:lnTo>
                <a:lnTo>
                  <a:pt x="79187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3" name="S02-mark38"/>
          <p:cNvSpPr/>
          <p:nvPr/>
        </p:nvSpPr>
        <p:spPr>
          <a:xfrm>
            <a:off x="8958834" y="4229100"/>
            <a:ext cx="791870" cy="1371600"/>
          </a:xfrm>
          <a:custGeom>
            <a:avLst/>
            <a:gdLst/>
            <a:ahLst/>
            <a:cxnLst/>
            <a:rect l="l" t="t" r="r" b="b"/>
            <a:pathLst>
              <a:path w="791870" h="1371600">
                <a:moveTo>
                  <a:pt x="0" y="914400"/>
                </a:moveTo>
                <a:lnTo>
                  <a:pt x="791870" y="1371600"/>
                </a:lnTo>
                <a:lnTo>
                  <a:pt x="79187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4" name="S02-mark39"/>
          <p:cNvSpPr/>
          <p:nvPr/>
        </p:nvSpPr>
        <p:spPr>
          <a:xfrm>
            <a:off x="9750704" y="4229100"/>
            <a:ext cx="791870" cy="1371600"/>
          </a:xfrm>
          <a:custGeom>
            <a:avLst/>
            <a:gdLst/>
            <a:ahLst/>
            <a:cxnLst/>
            <a:rect l="l" t="t" r="r" b="b"/>
            <a:pathLst>
              <a:path w="791870" h="1371600">
                <a:moveTo>
                  <a:pt x="0" y="1371600"/>
                </a:moveTo>
                <a:lnTo>
                  <a:pt x="791870" y="914400"/>
                </a:lnTo>
                <a:lnTo>
                  <a:pt x="791870" y="0"/>
                </a:lnTo>
                <a:lnTo>
                  <a:pt x="0" y="457200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5" name="S02-chip40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16" name="S02-text41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쌓기나무는 모두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개인가요?</a:t>
            </a:r>
            <a:endParaRPr lang="ko-KR" sz="2800" dirty="0"/>
          </a:p>
        </p:txBody>
      </p:sp>
      <p:sp>
        <p:nvSpPr>
          <p:cNvPr id="17" name="S02-chip42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18" name="S02-text43"/>
          <p:cNvSpPr txBox="1"/>
          <p:nvPr/>
        </p:nvSpPr>
        <p:spPr>
          <a:xfrm>
            <a:off x="1344168" y="301752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2층에 있는 쌓기나무는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개인가요?</a:t>
            </a:r>
            <a:endParaRPr lang="ko-KR" sz="2800" dirty="0"/>
          </a:p>
        </p:txBody>
      </p:sp>
      <p:sp>
        <p:nvSpPr>
          <p:cNvPr id="19" name="S02-chip44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20" name="S02-text45"/>
          <p:cNvSpPr txBox="1"/>
          <p:nvPr/>
        </p:nvSpPr>
        <p:spPr>
          <a:xfrm>
            <a:off x="1344168" y="470916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위에서 보면 원, 앞에서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보면 직사각형인 도형은?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위·앞·옆에서 본 모양</a:t>
            </a:r>
            <a:endParaRPr lang="ko-KR" sz="4000" dirty="0"/>
          </a:p>
        </p:txBody>
      </p:sp>
      <p:sp>
        <p:nvSpPr>
          <p:cNvPr id="3" name="S03-card46"/>
          <p:cNvSpPr/>
          <p:nvPr/>
        </p:nvSpPr>
        <p:spPr>
          <a:xfrm>
            <a:off x="548640" y="4696968"/>
            <a:ext cx="3544824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3-cardtext47"/>
          <p:cNvSpPr txBox="1"/>
          <p:nvPr/>
        </p:nvSpPr>
        <p:spPr>
          <a:xfrm>
            <a:off x="822960" y="4834128"/>
            <a:ext cx="2996184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아래쪽이 앞이에요.</a:t>
            </a:r>
            <a:endParaRPr lang="ko-KR" sz="2800" dirty="0"/>
          </a:p>
        </p:txBody>
      </p:sp>
      <p:sp>
        <p:nvSpPr>
          <p:cNvPr id="5" name="S03-card48"/>
          <p:cNvSpPr/>
          <p:nvPr/>
        </p:nvSpPr>
        <p:spPr>
          <a:xfrm>
            <a:off x="4322064" y="4696968"/>
            <a:ext cx="3544824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49"/>
          <p:cNvSpPr txBox="1"/>
          <p:nvPr/>
        </p:nvSpPr>
        <p:spPr>
          <a:xfrm>
            <a:off x="4596384" y="4834128"/>
            <a:ext cx="2996184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줄마다 가장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높은 층만큼</a:t>
            </a:r>
            <a:endParaRPr lang="ko-KR" sz="2800" dirty="0"/>
          </a:p>
        </p:txBody>
      </p:sp>
      <p:sp>
        <p:nvSpPr>
          <p:cNvPr id="7" name="S03-card50"/>
          <p:cNvSpPr/>
          <p:nvPr/>
        </p:nvSpPr>
        <p:spPr>
          <a:xfrm>
            <a:off x="8095488" y="4696968"/>
            <a:ext cx="3544824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3-cardtext51"/>
          <p:cNvSpPr txBox="1"/>
          <p:nvPr/>
        </p:nvSpPr>
        <p:spPr>
          <a:xfrm>
            <a:off x="8369808" y="4834128"/>
            <a:ext cx="2996184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옆(오른쪽)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앞줄이 왼쪽에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보여요.</a:t>
            </a:r>
            <a:endParaRPr lang="ko-KR" sz="2800" dirty="0"/>
          </a:p>
        </p:txBody>
      </p:sp>
      <p:sp>
        <p:nvSpPr>
          <p:cNvPr id="9" name="S03-figure52" descr="쌓기나무 8개로 쌓은 모양과 앞, 옆(오른쪽)을 가리키는 화살표: 앞줄은 왼쪽부터 2층, 1층, 1층, 뒷줄은 왼쪽부터 3층, 1층"/>
          <p:cNvSpPr/>
          <p:nvPr/>
        </p:nvSpPr>
        <p:spPr>
          <a:xfrm>
            <a:off x="1066423" y="2521290"/>
            <a:ext cx="867926" cy="501112"/>
          </a:xfrm>
          <a:custGeom>
            <a:avLst/>
            <a:gdLst/>
            <a:ahLst/>
            <a:cxnLst/>
            <a:rect l="l" t="t" r="r" b="b"/>
            <a:pathLst>
              <a:path w="867926" h="501112">
                <a:moveTo>
                  <a:pt x="0" y="250556"/>
                </a:moveTo>
                <a:lnTo>
                  <a:pt x="433963" y="501112"/>
                </a:lnTo>
                <a:lnTo>
                  <a:pt x="867926" y="250556"/>
                </a:lnTo>
                <a:lnTo>
                  <a:pt x="433963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0" name="S03-mark53"/>
          <p:cNvSpPr/>
          <p:nvPr/>
        </p:nvSpPr>
        <p:spPr>
          <a:xfrm>
            <a:off x="1066423" y="2771846"/>
            <a:ext cx="433963" cy="751668"/>
          </a:xfrm>
          <a:custGeom>
            <a:avLst/>
            <a:gdLst/>
            <a:ahLst/>
            <a:cxnLst/>
            <a:rect l="l" t="t" r="r" b="b"/>
            <a:pathLst>
              <a:path w="433963" h="751668">
                <a:moveTo>
                  <a:pt x="0" y="501112"/>
                </a:moveTo>
                <a:lnTo>
                  <a:pt x="433963" y="751668"/>
                </a:lnTo>
                <a:lnTo>
                  <a:pt x="433963" y="250556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1" name="S03-mark54"/>
          <p:cNvSpPr/>
          <p:nvPr/>
        </p:nvSpPr>
        <p:spPr>
          <a:xfrm>
            <a:off x="1500386" y="2771846"/>
            <a:ext cx="433963" cy="751668"/>
          </a:xfrm>
          <a:custGeom>
            <a:avLst/>
            <a:gdLst/>
            <a:ahLst/>
            <a:cxnLst/>
            <a:rect l="l" t="t" r="r" b="b"/>
            <a:pathLst>
              <a:path w="433963" h="751668">
                <a:moveTo>
                  <a:pt x="0" y="751668"/>
                </a:moveTo>
                <a:lnTo>
                  <a:pt x="433963" y="501112"/>
                </a:lnTo>
                <a:lnTo>
                  <a:pt x="433963" y="0"/>
                </a:lnTo>
                <a:lnTo>
                  <a:pt x="0" y="250556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2" name="S03-mark55"/>
          <p:cNvSpPr/>
          <p:nvPr/>
        </p:nvSpPr>
        <p:spPr>
          <a:xfrm>
            <a:off x="632460" y="2771846"/>
            <a:ext cx="867926" cy="501112"/>
          </a:xfrm>
          <a:custGeom>
            <a:avLst/>
            <a:gdLst/>
            <a:ahLst/>
            <a:cxnLst/>
            <a:rect l="l" t="t" r="r" b="b"/>
            <a:pathLst>
              <a:path w="867926" h="501112">
                <a:moveTo>
                  <a:pt x="0" y="250556"/>
                </a:moveTo>
                <a:lnTo>
                  <a:pt x="433963" y="501112"/>
                </a:lnTo>
                <a:lnTo>
                  <a:pt x="867926" y="250556"/>
                </a:lnTo>
                <a:lnTo>
                  <a:pt x="433963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3" name="S03-mark56"/>
          <p:cNvSpPr/>
          <p:nvPr/>
        </p:nvSpPr>
        <p:spPr>
          <a:xfrm>
            <a:off x="632460" y="3022402"/>
            <a:ext cx="433963" cy="751668"/>
          </a:xfrm>
          <a:custGeom>
            <a:avLst/>
            <a:gdLst/>
            <a:ahLst/>
            <a:cxnLst/>
            <a:rect l="l" t="t" r="r" b="b"/>
            <a:pathLst>
              <a:path w="433963" h="751668">
                <a:moveTo>
                  <a:pt x="0" y="501112"/>
                </a:moveTo>
                <a:lnTo>
                  <a:pt x="433963" y="751668"/>
                </a:lnTo>
                <a:lnTo>
                  <a:pt x="433963" y="250556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4" name="S03-mark57"/>
          <p:cNvSpPr/>
          <p:nvPr/>
        </p:nvSpPr>
        <p:spPr>
          <a:xfrm>
            <a:off x="1066423" y="3022402"/>
            <a:ext cx="433963" cy="751668"/>
          </a:xfrm>
          <a:custGeom>
            <a:avLst/>
            <a:gdLst/>
            <a:ahLst/>
            <a:cxnLst/>
            <a:rect l="l" t="t" r="r" b="b"/>
            <a:pathLst>
              <a:path w="433963" h="751668">
                <a:moveTo>
                  <a:pt x="0" y="751668"/>
                </a:moveTo>
                <a:lnTo>
                  <a:pt x="433963" y="501112"/>
                </a:lnTo>
                <a:lnTo>
                  <a:pt x="433963" y="0"/>
                </a:lnTo>
                <a:lnTo>
                  <a:pt x="0" y="250556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5" name="S03-mark58"/>
          <p:cNvSpPr/>
          <p:nvPr/>
        </p:nvSpPr>
        <p:spPr>
          <a:xfrm>
            <a:off x="1500386" y="2771846"/>
            <a:ext cx="867926" cy="501112"/>
          </a:xfrm>
          <a:custGeom>
            <a:avLst/>
            <a:gdLst/>
            <a:ahLst/>
            <a:cxnLst/>
            <a:rect l="l" t="t" r="r" b="b"/>
            <a:pathLst>
              <a:path w="867926" h="501112">
                <a:moveTo>
                  <a:pt x="0" y="250556"/>
                </a:moveTo>
                <a:lnTo>
                  <a:pt x="433963" y="501112"/>
                </a:lnTo>
                <a:lnTo>
                  <a:pt x="867926" y="250556"/>
                </a:lnTo>
                <a:lnTo>
                  <a:pt x="433963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6" name="S03-mark59"/>
          <p:cNvSpPr/>
          <p:nvPr/>
        </p:nvSpPr>
        <p:spPr>
          <a:xfrm>
            <a:off x="1500386" y="3022402"/>
            <a:ext cx="433963" cy="751668"/>
          </a:xfrm>
          <a:custGeom>
            <a:avLst/>
            <a:gdLst/>
            <a:ahLst/>
            <a:cxnLst/>
            <a:rect l="l" t="t" r="r" b="b"/>
            <a:pathLst>
              <a:path w="433963" h="751668">
                <a:moveTo>
                  <a:pt x="0" y="501112"/>
                </a:moveTo>
                <a:lnTo>
                  <a:pt x="433963" y="751668"/>
                </a:lnTo>
                <a:lnTo>
                  <a:pt x="433963" y="250556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7" name="S03-mark60"/>
          <p:cNvSpPr/>
          <p:nvPr/>
        </p:nvSpPr>
        <p:spPr>
          <a:xfrm>
            <a:off x="1934349" y="3022402"/>
            <a:ext cx="433963" cy="751668"/>
          </a:xfrm>
          <a:custGeom>
            <a:avLst/>
            <a:gdLst/>
            <a:ahLst/>
            <a:cxnLst/>
            <a:rect l="l" t="t" r="r" b="b"/>
            <a:pathLst>
              <a:path w="433963" h="751668">
                <a:moveTo>
                  <a:pt x="0" y="751668"/>
                </a:moveTo>
                <a:lnTo>
                  <a:pt x="433963" y="501112"/>
                </a:lnTo>
                <a:lnTo>
                  <a:pt x="433963" y="0"/>
                </a:lnTo>
                <a:lnTo>
                  <a:pt x="0" y="250556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8" name="S03-mark61"/>
          <p:cNvSpPr/>
          <p:nvPr/>
        </p:nvSpPr>
        <p:spPr>
          <a:xfrm>
            <a:off x="1066423" y="2020178"/>
            <a:ext cx="867926" cy="501112"/>
          </a:xfrm>
          <a:custGeom>
            <a:avLst/>
            <a:gdLst/>
            <a:ahLst/>
            <a:cxnLst/>
            <a:rect l="l" t="t" r="r" b="b"/>
            <a:pathLst>
              <a:path w="867926" h="501112">
                <a:moveTo>
                  <a:pt x="0" y="250556"/>
                </a:moveTo>
                <a:lnTo>
                  <a:pt x="433963" y="501112"/>
                </a:lnTo>
                <a:lnTo>
                  <a:pt x="867926" y="250556"/>
                </a:lnTo>
                <a:lnTo>
                  <a:pt x="433963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9" name="S03-mark62"/>
          <p:cNvSpPr/>
          <p:nvPr/>
        </p:nvSpPr>
        <p:spPr>
          <a:xfrm>
            <a:off x="1066423" y="2270734"/>
            <a:ext cx="433963" cy="751668"/>
          </a:xfrm>
          <a:custGeom>
            <a:avLst/>
            <a:gdLst/>
            <a:ahLst/>
            <a:cxnLst/>
            <a:rect l="l" t="t" r="r" b="b"/>
            <a:pathLst>
              <a:path w="433963" h="751668">
                <a:moveTo>
                  <a:pt x="0" y="501112"/>
                </a:moveTo>
                <a:lnTo>
                  <a:pt x="433963" y="751668"/>
                </a:lnTo>
                <a:lnTo>
                  <a:pt x="433963" y="250556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0" name="S03-mark63"/>
          <p:cNvSpPr/>
          <p:nvPr/>
        </p:nvSpPr>
        <p:spPr>
          <a:xfrm>
            <a:off x="1500386" y="2270734"/>
            <a:ext cx="433963" cy="751668"/>
          </a:xfrm>
          <a:custGeom>
            <a:avLst/>
            <a:gdLst/>
            <a:ahLst/>
            <a:cxnLst/>
            <a:rect l="l" t="t" r="r" b="b"/>
            <a:pathLst>
              <a:path w="433963" h="751668">
                <a:moveTo>
                  <a:pt x="0" y="751668"/>
                </a:moveTo>
                <a:lnTo>
                  <a:pt x="433963" y="501112"/>
                </a:lnTo>
                <a:lnTo>
                  <a:pt x="433963" y="0"/>
                </a:lnTo>
                <a:lnTo>
                  <a:pt x="0" y="250556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1" name="S03-mark64"/>
          <p:cNvSpPr/>
          <p:nvPr/>
        </p:nvSpPr>
        <p:spPr>
          <a:xfrm>
            <a:off x="1066423" y="3022402"/>
            <a:ext cx="867926" cy="501112"/>
          </a:xfrm>
          <a:custGeom>
            <a:avLst/>
            <a:gdLst/>
            <a:ahLst/>
            <a:cxnLst/>
            <a:rect l="l" t="t" r="r" b="b"/>
            <a:pathLst>
              <a:path w="867926" h="501112">
                <a:moveTo>
                  <a:pt x="0" y="250556"/>
                </a:moveTo>
                <a:lnTo>
                  <a:pt x="433963" y="501112"/>
                </a:lnTo>
                <a:lnTo>
                  <a:pt x="867926" y="250556"/>
                </a:lnTo>
                <a:lnTo>
                  <a:pt x="433963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2" name="S03-mark65"/>
          <p:cNvSpPr/>
          <p:nvPr/>
        </p:nvSpPr>
        <p:spPr>
          <a:xfrm>
            <a:off x="1066423" y="3272958"/>
            <a:ext cx="433963" cy="751668"/>
          </a:xfrm>
          <a:custGeom>
            <a:avLst/>
            <a:gdLst/>
            <a:ahLst/>
            <a:cxnLst/>
            <a:rect l="l" t="t" r="r" b="b"/>
            <a:pathLst>
              <a:path w="433963" h="751668">
                <a:moveTo>
                  <a:pt x="0" y="501112"/>
                </a:moveTo>
                <a:lnTo>
                  <a:pt x="433963" y="751668"/>
                </a:lnTo>
                <a:lnTo>
                  <a:pt x="433963" y="250556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3" name="S03-mark66"/>
          <p:cNvSpPr/>
          <p:nvPr/>
        </p:nvSpPr>
        <p:spPr>
          <a:xfrm>
            <a:off x="1500386" y="3272958"/>
            <a:ext cx="433963" cy="751668"/>
          </a:xfrm>
          <a:custGeom>
            <a:avLst/>
            <a:gdLst/>
            <a:ahLst/>
            <a:cxnLst/>
            <a:rect l="l" t="t" r="r" b="b"/>
            <a:pathLst>
              <a:path w="433963" h="751668">
                <a:moveTo>
                  <a:pt x="0" y="751668"/>
                </a:moveTo>
                <a:lnTo>
                  <a:pt x="433963" y="501112"/>
                </a:lnTo>
                <a:lnTo>
                  <a:pt x="433963" y="0"/>
                </a:lnTo>
                <a:lnTo>
                  <a:pt x="0" y="250556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4" name="S03-mark67"/>
          <p:cNvSpPr/>
          <p:nvPr/>
        </p:nvSpPr>
        <p:spPr>
          <a:xfrm>
            <a:off x="632460" y="2270734"/>
            <a:ext cx="867926" cy="501112"/>
          </a:xfrm>
          <a:custGeom>
            <a:avLst/>
            <a:gdLst/>
            <a:ahLst/>
            <a:cxnLst/>
            <a:rect l="l" t="t" r="r" b="b"/>
            <a:pathLst>
              <a:path w="867926" h="501112">
                <a:moveTo>
                  <a:pt x="0" y="250556"/>
                </a:moveTo>
                <a:lnTo>
                  <a:pt x="433963" y="501112"/>
                </a:lnTo>
                <a:lnTo>
                  <a:pt x="867926" y="250556"/>
                </a:lnTo>
                <a:lnTo>
                  <a:pt x="433963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03-mark68"/>
          <p:cNvSpPr/>
          <p:nvPr/>
        </p:nvSpPr>
        <p:spPr>
          <a:xfrm>
            <a:off x="632460" y="2521290"/>
            <a:ext cx="433963" cy="751668"/>
          </a:xfrm>
          <a:custGeom>
            <a:avLst/>
            <a:gdLst/>
            <a:ahLst/>
            <a:cxnLst/>
            <a:rect l="l" t="t" r="r" b="b"/>
            <a:pathLst>
              <a:path w="433963" h="751668">
                <a:moveTo>
                  <a:pt x="0" y="501112"/>
                </a:moveTo>
                <a:lnTo>
                  <a:pt x="433963" y="751668"/>
                </a:lnTo>
                <a:lnTo>
                  <a:pt x="433963" y="250556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6" name="S03-mark69"/>
          <p:cNvSpPr/>
          <p:nvPr/>
        </p:nvSpPr>
        <p:spPr>
          <a:xfrm>
            <a:off x="1066423" y="2521290"/>
            <a:ext cx="433963" cy="751668"/>
          </a:xfrm>
          <a:custGeom>
            <a:avLst/>
            <a:gdLst/>
            <a:ahLst/>
            <a:cxnLst/>
            <a:rect l="l" t="t" r="r" b="b"/>
            <a:pathLst>
              <a:path w="433963" h="751668">
                <a:moveTo>
                  <a:pt x="0" y="751668"/>
                </a:moveTo>
                <a:lnTo>
                  <a:pt x="433963" y="501112"/>
                </a:lnTo>
                <a:lnTo>
                  <a:pt x="433963" y="0"/>
                </a:lnTo>
                <a:lnTo>
                  <a:pt x="0" y="250556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7" name="S03-mark70"/>
          <p:cNvSpPr/>
          <p:nvPr/>
        </p:nvSpPr>
        <p:spPr>
          <a:xfrm>
            <a:off x="1066423" y="1519066"/>
            <a:ext cx="867926" cy="501112"/>
          </a:xfrm>
          <a:custGeom>
            <a:avLst/>
            <a:gdLst/>
            <a:ahLst/>
            <a:cxnLst/>
            <a:rect l="l" t="t" r="r" b="b"/>
            <a:pathLst>
              <a:path w="867926" h="501112">
                <a:moveTo>
                  <a:pt x="0" y="250556"/>
                </a:moveTo>
                <a:lnTo>
                  <a:pt x="433963" y="501112"/>
                </a:lnTo>
                <a:lnTo>
                  <a:pt x="867926" y="250556"/>
                </a:lnTo>
                <a:lnTo>
                  <a:pt x="433963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8" name="S03-mark71"/>
          <p:cNvSpPr/>
          <p:nvPr/>
        </p:nvSpPr>
        <p:spPr>
          <a:xfrm>
            <a:off x="1066423" y="1769622"/>
            <a:ext cx="433963" cy="751668"/>
          </a:xfrm>
          <a:custGeom>
            <a:avLst/>
            <a:gdLst/>
            <a:ahLst/>
            <a:cxnLst/>
            <a:rect l="l" t="t" r="r" b="b"/>
            <a:pathLst>
              <a:path w="433963" h="751668">
                <a:moveTo>
                  <a:pt x="0" y="501112"/>
                </a:moveTo>
                <a:lnTo>
                  <a:pt x="433963" y="751668"/>
                </a:lnTo>
                <a:lnTo>
                  <a:pt x="433963" y="250556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9" name="S03-mark72"/>
          <p:cNvSpPr/>
          <p:nvPr/>
        </p:nvSpPr>
        <p:spPr>
          <a:xfrm>
            <a:off x="1500386" y="1769622"/>
            <a:ext cx="433963" cy="751668"/>
          </a:xfrm>
          <a:custGeom>
            <a:avLst/>
            <a:gdLst/>
            <a:ahLst/>
            <a:cxnLst/>
            <a:rect l="l" t="t" r="r" b="b"/>
            <a:pathLst>
              <a:path w="433963" h="751668">
                <a:moveTo>
                  <a:pt x="0" y="751668"/>
                </a:moveTo>
                <a:lnTo>
                  <a:pt x="433963" y="501112"/>
                </a:lnTo>
                <a:lnTo>
                  <a:pt x="433963" y="0"/>
                </a:lnTo>
                <a:lnTo>
                  <a:pt x="0" y="250556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0" name="S03-mark73"/>
          <p:cNvSpPr/>
          <p:nvPr/>
        </p:nvSpPr>
        <p:spPr>
          <a:xfrm>
            <a:off x="1500386" y="3272958"/>
            <a:ext cx="867926" cy="501112"/>
          </a:xfrm>
          <a:custGeom>
            <a:avLst/>
            <a:gdLst/>
            <a:ahLst/>
            <a:cxnLst/>
            <a:rect l="l" t="t" r="r" b="b"/>
            <a:pathLst>
              <a:path w="867926" h="501112">
                <a:moveTo>
                  <a:pt x="0" y="250556"/>
                </a:moveTo>
                <a:lnTo>
                  <a:pt x="433963" y="501112"/>
                </a:lnTo>
                <a:lnTo>
                  <a:pt x="867926" y="250556"/>
                </a:lnTo>
                <a:lnTo>
                  <a:pt x="433963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1" name="S03-mark74"/>
          <p:cNvSpPr/>
          <p:nvPr/>
        </p:nvSpPr>
        <p:spPr>
          <a:xfrm>
            <a:off x="1500386" y="3523514"/>
            <a:ext cx="433963" cy="751668"/>
          </a:xfrm>
          <a:custGeom>
            <a:avLst/>
            <a:gdLst/>
            <a:ahLst/>
            <a:cxnLst/>
            <a:rect l="l" t="t" r="r" b="b"/>
            <a:pathLst>
              <a:path w="433963" h="751668">
                <a:moveTo>
                  <a:pt x="0" y="501112"/>
                </a:moveTo>
                <a:lnTo>
                  <a:pt x="433963" y="751668"/>
                </a:lnTo>
                <a:lnTo>
                  <a:pt x="433963" y="250556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2" name="S03-mark75"/>
          <p:cNvSpPr/>
          <p:nvPr/>
        </p:nvSpPr>
        <p:spPr>
          <a:xfrm>
            <a:off x="1934349" y="3523514"/>
            <a:ext cx="433963" cy="751668"/>
          </a:xfrm>
          <a:custGeom>
            <a:avLst/>
            <a:gdLst/>
            <a:ahLst/>
            <a:cxnLst/>
            <a:rect l="l" t="t" r="r" b="b"/>
            <a:pathLst>
              <a:path w="433963" h="751668">
                <a:moveTo>
                  <a:pt x="0" y="751668"/>
                </a:moveTo>
                <a:lnTo>
                  <a:pt x="433963" y="501112"/>
                </a:lnTo>
                <a:lnTo>
                  <a:pt x="433963" y="0"/>
                </a:lnTo>
                <a:lnTo>
                  <a:pt x="0" y="250556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3" name="S03-mark76"/>
          <p:cNvSpPr/>
          <p:nvPr/>
        </p:nvSpPr>
        <p:spPr>
          <a:xfrm flipV="1">
            <a:off x="805845" y="3723959"/>
            <a:ext cx="347271" cy="200445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4" name="S03-mark77"/>
          <p:cNvSpPr/>
          <p:nvPr/>
        </p:nvSpPr>
        <p:spPr>
          <a:xfrm flipH="1" flipV="1">
            <a:off x="2498601" y="3849237"/>
            <a:ext cx="347271" cy="200445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5" name="S03-label79"/>
          <p:cNvSpPr txBox="1"/>
          <p:nvPr/>
        </p:nvSpPr>
        <p:spPr>
          <a:xfrm>
            <a:off x="462238" y="3837473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</a:t>
            </a:r>
            <a:endParaRPr lang="ko-KR" sz="2200" dirty="0"/>
          </a:p>
        </p:txBody>
      </p:sp>
      <p:sp>
        <p:nvSpPr>
          <p:cNvPr id="36" name="S03-label81"/>
          <p:cNvSpPr txBox="1"/>
          <p:nvPr/>
        </p:nvSpPr>
        <p:spPr>
          <a:xfrm>
            <a:off x="2805938" y="3962751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</a:t>
            </a:r>
            <a:endParaRPr lang="ko-KR" sz="2200" dirty="0"/>
          </a:p>
        </p:txBody>
      </p:sp>
      <p:sp>
        <p:nvSpPr>
          <p:cNvPr id="37" name="S03-cell82"/>
          <p:cNvSpPr/>
          <p:nvPr/>
        </p:nvSpPr>
        <p:spPr>
          <a:xfrm>
            <a:off x="3982212" y="2214753"/>
            <a:ext cx="45720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03-cell83"/>
          <p:cNvSpPr/>
          <p:nvPr/>
        </p:nvSpPr>
        <p:spPr>
          <a:xfrm>
            <a:off x="4439412" y="2214753"/>
            <a:ext cx="45720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03-cell84"/>
          <p:cNvSpPr/>
          <p:nvPr/>
        </p:nvSpPr>
        <p:spPr>
          <a:xfrm>
            <a:off x="4896612" y="2214753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03-cell85"/>
          <p:cNvSpPr/>
          <p:nvPr/>
        </p:nvSpPr>
        <p:spPr>
          <a:xfrm>
            <a:off x="3982212" y="2671953"/>
            <a:ext cx="45720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03-cell86"/>
          <p:cNvSpPr/>
          <p:nvPr/>
        </p:nvSpPr>
        <p:spPr>
          <a:xfrm>
            <a:off x="4439412" y="2671953"/>
            <a:ext cx="45720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2" name="S03-cell87"/>
          <p:cNvSpPr/>
          <p:nvPr/>
        </p:nvSpPr>
        <p:spPr>
          <a:xfrm>
            <a:off x="4896612" y="2671953"/>
            <a:ext cx="45720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3" name="S03-figure88" descr="위에서 본 모양: 뒷줄 왼쪽 2칸, 앞줄 3칸 색칠"/>
          <p:cNvSpPr/>
          <p:nvPr/>
        </p:nvSpPr>
        <p:spPr>
          <a:xfrm>
            <a:off x="3982212" y="2214753"/>
            <a:ext cx="1371600" cy="9144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4" name="S03-label89"/>
          <p:cNvSpPr txBox="1"/>
          <p:nvPr/>
        </p:nvSpPr>
        <p:spPr>
          <a:xfrm>
            <a:off x="3401568" y="4091178"/>
            <a:ext cx="2532888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</a:t>
            </a:r>
            <a:endParaRPr lang="ko-KR" sz="2200" dirty="0"/>
          </a:p>
        </p:txBody>
      </p:sp>
      <p:sp>
        <p:nvSpPr>
          <p:cNvPr id="45" name="S03-cell90"/>
          <p:cNvSpPr/>
          <p:nvPr/>
        </p:nvSpPr>
        <p:spPr>
          <a:xfrm>
            <a:off x="6835140" y="1986153"/>
            <a:ext cx="45720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6" name="S03-cell91"/>
          <p:cNvSpPr/>
          <p:nvPr/>
        </p:nvSpPr>
        <p:spPr>
          <a:xfrm>
            <a:off x="7292340" y="1986153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7" name="S03-cell92"/>
          <p:cNvSpPr/>
          <p:nvPr/>
        </p:nvSpPr>
        <p:spPr>
          <a:xfrm>
            <a:off x="7749540" y="1986153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8" name="S03-cell93"/>
          <p:cNvSpPr/>
          <p:nvPr/>
        </p:nvSpPr>
        <p:spPr>
          <a:xfrm>
            <a:off x="6835140" y="2443353"/>
            <a:ext cx="45720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9" name="S03-cell94"/>
          <p:cNvSpPr/>
          <p:nvPr/>
        </p:nvSpPr>
        <p:spPr>
          <a:xfrm>
            <a:off x="7292340" y="2443353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0" name="S03-cell95"/>
          <p:cNvSpPr/>
          <p:nvPr/>
        </p:nvSpPr>
        <p:spPr>
          <a:xfrm>
            <a:off x="7749540" y="2443353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1" name="S03-cell96"/>
          <p:cNvSpPr/>
          <p:nvPr/>
        </p:nvSpPr>
        <p:spPr>
          <a:xfrm>
            <a:off x="6835140" y="2900553"/>
            <a:ext cx="45720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2" name="S03-cell97"/>
          <p:cNvSpPr/>
          <p:nvPr/>
        </p:nvSpPr>
        <p:spPr>
          <a:xfrm>
            <a:off x="7292340" y="2900553"/>
            <a:ext cx="45720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3" name="S03-cell98"/>
          <p:cNvSpPr/>
          <p:nvPr/>
        </p:nvSpPr>
        <p:spPr>
          <a:xfrm>
            <a:off x="7749540" y="2900553"/>
            <a:ext cx="45720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4" name="S03-figure99" descr="앞에서 본 모양: 왼쪽 줄 3칸, 가운데 줄 1칸, 오른쪽 줄 1칸 색칠"/>
          <p:cNvSpPr/>
          <p:nvPr/>
        </p:nvSpPr>
        <p:spPr>
          <a:xfrm>
            <a:off x="6835140" y="1986153"/>
            <a:ext cx="1371600" cy="13716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55" name="S03-label100"/>
          <p:cNvSpPr txBox="1"/>
          <p:nvPr/>
        </p:nvSpPr>
        <p:spPr>
          <a:xfrm>
            <a:off x="6254496" y="4091178"/>
            <a:ext cx="2532888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</a:t>
            </a:r>
            <a:endParaRPr lang="ko-KR" sz="2200" dirty="0"/>
          </a:p>
        </p:txBody>
      </p:sp>
      <p:sp>
        <p:nvSpPr>
          <p:cNvPr id="56" name="S03-cell101"/>
          <p:cNvSpPr/>
          <p:nvPr/>
        </p:nvSpPr>
        <p:spPr>
          <a:xfrm>
            <a:off x="9916668" y="1986153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7" name="S03-cell102"/>
          <p:cNvSpPr/>
          <p:nvPr/>
        </p:nvSpPr>
        <p:spPr>
          <a:xfrm>
            <a:off x="10373868" y="1986153"/>
            <a:ext cx="45720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8" name="S03-cell103"/>
          <p:cNvSpPr/>
          <p:nvPr/>
        </p:nvSpPr>
        <p:spPr>
          <a:xfrm>
            <a:off x="9916668" y="2443353"/>
            <a:ext cx="45720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9" name="S03-cell104"/>
          <p:cNvSpPr/>
          <p:nvPr/>
        </p:nvSpPr>
        <p:spPr>
          <a:xfrm>
            <a:off x="10373868" y="2443353"/>
            <a:ext cx="45720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0" name="S03-cell105"/>
          <p:cNvSpPr/>
          <p:nvPr/>
        </p:nvSpPr>
        <p:spPr>
          <a:xfrm>
            <a:off x="9916668" y="2900553"/>
            <a:ext cx="45720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1" name="S03-cell106"/>
          <p:cNvSpPr/>
          <p:nvPr/>
        </p:nvSpPr>
        <p:spPr>
          <a:xfrm>
            <a:off x="10373868" y="2900553"/>
            <a:ext cx="45720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2" name="S03-figure107" descr="오른쪽 옆에서 본 모양: 왼쪽(앞줄) 2칸, 오른쪽(뒷줄) 3칸 색칠"/>
          <p:cNvSpPr/>
          <p:nvPr/>
        </p:nvSpPr>
        <p:spPr>
          <a:xfrm>
            <a:off x="9916668" y="1986153"/>
            <a:ext cx="914400" cy="13716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3" name="S03-label108"/>
          <p:cNvSpPr txBox="1"/>
          <p:nvPr/>
        </p:nvSpPr>
        <p:spPr>
          <a:xfrm>
            <a:off x="9107424" y="4091178"/>
            <a:ext cx="2532888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앞과 옆에서 본 모양 찾기</a:t>
            </a:r>
            <a:endParaRPr lang="ko-KR" sz="4000" dirty="0"/>
          </a:p>
        </p:txBody>
      </p:sp>
      <p:sp>
        <p:nvSpPr>
          <p:cNvPr id="3" name="S04-text10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앞과 옆(오른쪽)에서 본 모양을 골라요.</a:t>
            </a:r>
            <a:endParaRPr lang="ko-KR" sz="2800" dirty="0"/>
          </a:p>
        </p:txBody>
      </p:sp>
      <p:sp>
        <p:nvSpPr>
          <p:cNvPr id="4" name="S04-figure110" descr="쌓기나무 9개로 쌓은 모양: 앞줄은 왼쪽부터 1층, 1층, 2층, 뒷줄은 가운데 2층, 오른쪽 3층"/>
          <p:cNvSpPr/>
          <p:nvPr/>
        </p:nvSpPr>
        <p:spPr>
          <a:xfrm>
            <a:off x="6840813" y="3441700"/>
            <a:ext cx="1554412" cy="897467"/>
          </a:xfrm>
          <a:custGeom>
            <a:avLst/>
            <a:gdLst/>
            <a:ahLst/>
            <a:cxnLst/>
            <a:rect l="l" t="t" r="r" b="b"/>
            <a:pathLst>
              <a:path w="1554412" h="897467">
                <a:moveTo>
                  <a:pt x="0" y="448733"/>
                </a:moveTo>
                <a:lnTo>
                  <a:pt x="777206" y="897467"/>
                </a:lnTo>
                <a:lnTo>
                  <a:pt x="1554412" y="448733"/>
                </a:lnTo>
                <a:lnTo>
                  <a:pt x="777206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5" name="S04-mark111"/>
          <p:cNvSpPr/>
          <p:nvPr/>
        </p:nvSpPr>
        <p:spPr>
          <a:xfrm>
            <a:off x="6840813" y="3890433"/>
            <a:ext cx="777206" cy="1346200"/>
          </a:xfrm>
          <a:custGeom>
            <a:avLst/>
            <a:gdLst/>
            <a:ahLst/>
            <a:cxnLst/>
            <a:rect l="l" t="t" r="r" b="b"/>
            <a:pathLst>
              <a:path w="777206" h="1346200">
                <a:moveTo>
                  <a:pt x="0" y="897467"/>
                </a:moveTo>
                <a:lnTo>
                  <a:pt x="777206" y="1346200"/>
                </a:lnTo>
                <a:lnTo>
                  <a:pt x="777206" y="448733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" name="S04-mark112"/>
          <p:cNvSpPr/>
          <p:nvPr/>
        </p:nvSpPr>
        <p:spPr>
          <a:xfrm>
            <a:off x="7618019" y="3890433"/>
            <a:ext cx="777206" cy="1346200"/>
          </a:xfrm>
          <a:custGeom>
            <a:avLst/>
            <a:gdLst/>
            <a:ahLst/>
            <a:cxnLst/>
            <a:rect l="l" t="t" r="r" b="b"/>
            <a:pathLst>
              <a:path w="777206" h="1346200">
                <a:moveTo>
                  <a:pt x="0" y="1346200"/>
                </a:moveTo>
                <a:lnTo>
                  <a:pt x="777206" y="897467"/>
                </a:lnTo>
                <a:lnTo>
                  <a:pt x="777206" y="0"/>
                </a:lnTo>
                <a:lnTo>
                  <a:pt x="0" y="448733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7" name="S04-mark113"/>
          <p:cNvSpPr/>
          <p:nvPr/>
        </p:nvSpPr>
        <p:spPr>
          <a:xfrm>
            <a:off x="8395225" y="3441700"/>
            <a:ext cx="1554412" cy="897467"/>
          </a:xfrm>
          <a:custGeom>
            <a:avLst/>
            <a:gdLst/>
            <a:ahLst/>
            <a:cxnLst/>
            <a:rect l="l" t="t" r="r" b="b"/>
            <a:pathLst>
              <a:path w="1554412" h="897467">
                <a:moveTo>
                  <a:pt x="0" y="448733"/>
                </a:moveTo>
                <a:lnTo>
                  <a:pt x="777206" y="897467"/>
                </a:lnTo>
                <a:lnTo>
                  <a:pt x="1554412" y="448733"/>
                </a:lnTo>
                <a:lnTo>
                  <a:pt x="777206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04-mark114"/>
          <p:cNvSpPr/>
          <p:nvPr/>
        </p:nvSpPr>
        <p:spPr>
          <a:xfrm>
            <a:off x="8395225" y="3890433"/>
            <a:ext cx="777206" cy="1346200"/>
          </a:xfrm>
          <a:custGeom>
            <a:avLst/>
            <a:gdLst/>
            <a:ahLst/>
            <a:cxnLst/>
            <a:rect l="l" t="t" r="r" b="b"/>
            <a:pathLst>
              <a:path w="777206" h="1346200">
                <a:moveTo>
                  <a:pt x="0" y="897467"/>
                </a:moveTo>
                <a:lnTo>
                  <a:pt x="777206" y="1346200"/>
                </a:lnTo>
                <a:lnTo>
                  <a:pt x="777206" y="448733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04-mark115"/>
          <p:cNvSpPr/>
          <p:nvPr/>
        </p:nvSpPr>
        <p:spPr>
          <a:xfrm>
            <a:off x="9172431" y="3890433"/>
            <a:ext cx="777206" cy="1346200"/>
          </a:xfrm>
          <a:custGeom>
            <a:avLst/>
            <a:gdLst/>
            <a:ahLst/>
            <a:cxnLst/>
            <a:rect l="l" t="t" r="r" b="b"/>
            <a:pathLst>
              <a:path w="777206" h="1346200">
                <a:moveTo>
                  <a:pt x="0" y="1346200"/>
                </a:moveTo>
                <a:lnTo>
                  <a:pt x="777206" y="897467"/>
                </a:lnTo>
                <a:lnTo>
                  <a:pt x="777206" y="0"/>
                </a:lnTo>
                <a:lnTo>
                  <a:pt x="0" y="448733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0" name="S04-mark116"/>
          <p:cNvSpPr/>
          <p:nvPr/>
        </p:nvSpPr>
        <p:spPr>
          <a:xfrm>
            <a:off x="7618019" y="3890433"/>
            <a:ext cx="1554412" cy="897467"/>
          </a:xfrm>
          <a:custGeom>
            <a:avLst/>
            <a:gdLst/>
            <a:ahLst/>
            <a:cxnLst/>
            <a:rect l="l" t="t" r="r" b="b"/>
            <a:pathLst>
              <a:path w="1554412" h="897467">
                <a:moveTo>
                  <a:pt x="0" y="448733"/>
                </a:moveTo>
                <a:lnTo>
                  <a:pt x="777206" y="897467"/>
                </a:lnTo>
                <a:lnTo>
                  <a:pt x="1554412" y="448733"/>
                </a:lnTo>
                <a:lnTo>
                  <a:pt x="777206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1" name="S04-mark117"/>
          <p:cNvSpPr/>
          <p:nvPr/>
        </p:nvSpPr>
        <p:spPr>
          <a:xfrm>
            <a:off x="7618019" y="4339167"/>
            <a:ext cx="777206" cy="1346200"/>
          </a:xfrm>
          <a:custGeom>
            <a:avLst/>
            <a:gdLst/>
            <a:ahLst/>
            <a:cxnLst/>
            <a:rect l="l" t="t" r="r" b="b"/>
            <a:pathLst>
              <a:path w="777206" h="1346200">
                <a:moveTo>
                  <a:pt x="0" y="897467"/>
                </a:moveTo>
                <a:lnTo>
                  <a:pt x="777206" y="1346200"/>
                </a:lnTo>
                <a:lnTo>
                  <a:pt x="777206" y="448733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2" name="S04-mark118"/>
          <p:cNvSpPr/>
          <p:nvPr/>
        </p:nvSpPr>
        <p:spPr>
          <a:xfrm>
            <a:off x="8395225" y="4339167"/>
            <a:ext cx="777206" cy="1346200"/>
          </a:xfrm>
          <a:custGeom>
            <a:avLst/>
            <a:gdLst/>
            <a:ahLst/>
            <a:cxnLst/>
            <a:rect l="l" t="t" r="r" b="b"/>
            <a:pathLst>
              <a:path w="777206" h="1346200">
                <a:moveTo>
                  <a:pt x="0" y="1346200"/>
                </a:moveTo>
                <a:lnTo>
                  <a:pt x="777206" y="897467"/>
                </a:lnTo>
                <a:lnTo>
                  <a:pt x="777206" y="0"/>
                </a:lnTo>
                <a:lnTo>
                  <a:pt x="0" y="448733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3" name="S04-mark119"/>
          <p:cNvSpPr/>
          <p:nvPr/>
        </p:nvSpPr>
        <p:spPr>
          <a:xfrm>
            <a:off x="9172431" y="3890433"/>
            <a:ext cx="1554412" cy="897467"/>
          </a:xfrm>
          <a:custGeom>
            <a:avLst/>
            <a:gdLst/>
            <a:ahLst/>
            <a:cxnLst/>
            <a:rect l="l" t="t" r="r" b="b"/>
            <a:pathLst>
              <a:path w="1554412" h="897467">
                <a:moveTo>
                  <a:pt x="0" y="448733"/>
                </a:moveTo>
                <a:lnTo>
                  <a:pt x="777206" y="897467"/>
                </a:lnTo>
                <a:lnTo>
                  <a:pt x="1554412" y="448733"/>
                </a:lnTo>
                <a:lnTo>
                  <a:pt x="777206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4" name="S04-mark120"/>
          <p:cNvSpPr/>
          <p:nvPr/>
        </p:nvSpPr>
        <p:spPr>
          <a:xfrm>
            <a:off x="9172431" y="4339167"/>
            <a:ext cx="777206" cy="1346200"/>
          </a:xfrm>
          <a:custGeom>
            <a:avLst/>
            <a:gdLst/>
            <a:ahLst/>
            <a:cxnLst/>
            <a:rect l="l" t="t" r="r" b="b"/>
            <a:pathLst>
              <a:path w="777206" h="1346200">
                <a:moveTo>
                  <a:pt x="0" y="897467"/>
                </a:moveTo>
                <a:lnTo>
                  <a:pt x="777206" y="1346200"/>
                </a:lnTo>
                <a:lnTo>
                  <a:pt x="777206" y="448733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5" name="S04-mark121"/>
          <p:cNvSpPr/>
          <p:nvPr/>
        </p:nvSpPr>
        <p:spPr>
          <a:xfrm>
            <a:off x="9949637" y="4339167"/>
            <a:ext cx="777206" cy="1346200"/>
          </a:xfrm>
          <a:custGeom>
            <a:avLst/>
            <a:gdLst/>
            <a:ahLst/>
            <a:cxnLst/>
            <a:rect l="l" t="t" r="r" b="b"/>
            <a:pathLst>
              <a:path w="777206" h="1346200">
                <a:moveTo>
                  <a:pt x="0" y="1346200"/>
                </a:moveTo>
                <a:lnTo>
                  <a:pt x="777206" y="897467"/>
                </a:lnTo>
                <a:lnTo>
                  <a:pt x="777206" y="0"/>
                </a:lnTo>
                <a:lnTo>
                  <a:pt x="0" y="448733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6" name="S04-mark122"/>
          <p:cNvSpPr/>
          <p:nvPr/>
        </p:nvSpPr>
        <p:spPr>
          <a:xfrm>
            <a:off x="8395225" y="2544233"/>
            <a:ext cx="1554412" cy="897467"/>
          </a:xfrm>
          <a:custGeom>
            <a:avLst/>
            <a:gdLst/>
            <a:ahLst/>
            <a:cxnLst/>
            <a:rect l="l" t="t" r="r" b="b"/>
            <a:pathLst>
              <a:path w="1554412" h="897467">
                <a:moveTo>
                  <a:pt x="0" y="448733"/>
                </a:moveTo>
                <a:lnTo>
                  <a:pt x="777206" y="897467"/>
                </a:lnTo>
                <a:lnTo>
                  <a:pt x="1554412" y="448733"/>
                </a:lnTo>
                <a:lnTo>
                  <a:pt x="777206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7" name="S04-mark123"/>
          <p:cNvSpPr/>
          <p:nvPr/>
        </p:nvSpPr>
        <p:spPr>
          <a:xfrm>
            <a:off x="8395225" y="2992967"/>
            <a:ext cx="777206" cy="1346200"/>
          </a:xfrm>
          <a:custGeom>
            <a:avLst/>
            <a:gdLst/>
            <a:ahLst/>
            <a:cxnLst/>
            <a:rect l="l" t="t" r="r" b="b"/>
            <a:pathLst>
              <a:path w="777206" h="1346200">
                <a:moveTo>
                  <a:pt x="0" y="897467"/>
                </a:moveTo>
                <a:lnTo>
                  <a:pt x="777206" y="1346200"/>
                </a:lnTo>
                <a:lnTo>
                  <a:pt x="777206" y="448733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8" name="S04-mark124"/>
          <p:cNvSpPr/>
          <p:nvPr/>
        </p:nvSpPr>
        <p:spPr>
          <a:xfrm>
            <a:off x="9172431" y="2992967"/>
            <a:ext cx="777206" cy="1346200"/>
          </a:xfrm>
          <a:custGeom>
            <a:avLst/>
            <a:gdLst/>
            <a:ahLst/>
            <a:cxnLst/>
            <a:rect l="l" t="t" r="r" b="b"/>
            <a:pathLst>
              <a:path w="777206" h="1346200">
                <a:moveTo>
                  <a:pt x="0" y="1346200"/>
                </a:moveTo>
                <a:lnTo>
                  <a:pt x="777206" y="897467"/>
                </a:lnTo>
                <a:lnTo>
                  <a:pt x="777206" y="0"/>
                </a:lnTo>
                <a:lnTo>
                  <a:pt x="0" y="448733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9" name="S04-mark125"/>
          <p:cNvSpPr/>
          <p:nvPr/>
        </p:nvSpPr>
        <p:spPr>
          <a:xfrm>
            <a:off x="8395225" y="4339167"/>
            <a:ext cx="1554412" cy="897467"/>
          </a:xfrm>
          <a:custGeom>
            <a:avLst/>
            <a:gdLst/>
            <a:ahLst/>
            <a:cxnLst/>
            <a:rect l="l" t="t" r="r" b="b"/>
            <a:pathLst>
              <a:path w="1554412" h="897467">
                <a:moveTo>
                  <a:pt x="0" y="448733"/>
                </a:moveTo>
                <a:lnTo>
                  <a:pt x="777206" y="897467"/>
                </a:lnTo>
                <a:lnTo>
                  <a:pt x="1554412" y="448733"/>
                </a:lnTo>
                <a:lnTo>
                  <a:pt x="777206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0" name="S04-mark126"/>
          <p:cNvSpPr/>
          <p:nvPr/>
        </p:nvSpPr>
        <p:spPr>
          <a:xfrm>
            <a:off x="8395225" y="4787900"/>
            <a:ext cx="777206" cy="1346200"/>
          </a:xfrm>
          <a:custGeom>
            <a:avLst/>
            <a:gdLst/>
            <a:ahLst/>
            <a:cxnLst/>
            <a:rect l="l" t="t" r="r" b="b"/>
            <a:pathLst>
              <a:path w="777206" h="1346200">
                <a:moveTo>
                  <a:pt x="0" y="897467"/>
                </a:moveTo>
                <a:lnTo>
                  <a:pt x="777206" y="1346200"/>
                </a:lnTo>
                <a:lnTo>
                  <a:pt x="777206" y="448733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1" name="S04-mark127"/>
          <p:cNvSpPr/>
          <p:nvPr/>
        </p:nvSpPr>
        <p:spPr>
          <a:xfrm>
            <a:off x="9172431" y="4787900"/>
            <a:ext cx="777206" cy="1346200"/>
          </a:xfrm>
          <a:custGeom>
            <a:avLst/>
            <a:gdLst/>
            <a:ahLst/>
            <a:cxnLst/>
            <a:rect l="l" t="t" r="r" b="b"/>
            <a:pathLst>
              <a:path w="777206" h="1346200">
                <a:moveTo>
                  <a:pt x="0" y="1346200"/>
                </a:moveTo>
                <a:lnTo>
                  <a:pt x="777206" y="897467"/>
                </a:lnTo>
                <a:lnTo>
                  <a:pt x="777206" y="0"/>
                </a:lnTo>
                <a:lnTo>
                  <a:pt x="0" y="448733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2" name="S04-mark128"/>
          <p:cNvSpPr/>
          <p:nvPr/>
        </p:nvSpPr>
        <p:spPr>
          <a:xfrm>
            <a:off x="9172431" y="2992967"/>
            <a:ext cx="1554412" cy="897467"/>
          </a:xfrm>
          <a:custGeom>
            <a:avLst/>
            <a:gdLst/>
            <a:ahLst/>
            <a:cxnLst/>
            <a:rect l="l" t="t" r="r" b="b"/>
            <a:pathLst>
              <a:path w="1554412" h="897467">
                <a:moveTo>
                  <a:pt x="0" y="448733"/>
                </a:moveTo>
                <a:lnTo>
                  <a:pt x="777206" y="897467"/>
                </a:lnTo>
                <a:lnTo>
                  <a:pt x="1554412" y="448733"/>
                </a:lnTo>
                <a:lnTo>
                  <a:pt x="777206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3" name="S04-mark129"/>
          <p:cNvSpPr/>
          <p:nvPr/>
        </p:nvSpPr>
        <p:spPr>
          <a:xfrm>
            <a:off x="9172431" y="3441700"/>
            <a:ext cx="777206" cy="1346200"/>
          </a:xfrm>
          <a:custGeom>
            <a:avLst/>
            <a:gdLst/>
            <a:ahLst/>
            <a:cxnLst/>
            <a:rect l="l" t="t" r="r" b="b"/>
            <a:pathLst>
              <a:path w="777206" h="1346200">
                <a:moveTo>
                  <a:pt x="0" y="897467"/>
                </a:moveTo>
                <a:lnTo>
                  <a:pt x="777206" y="1346200"/>
                </a:lnTo>
                <a:lnTo>
                  <a:pt x="777206" y="448733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4" name="S04-mark130"/>
          <p:cNvSpPr/>
          <p:nvPr/>
        </p:nvSpPr>
        <p:spPr>
          <a:xfrm>
            <a:off x="9949637" y="3441700"/>
            <a:ext cx="777206" cy="1346200"/>
          </a:xfrm>
          <a:custGeom>
            <a:avLst/>
            <a:gdLst/>
            <a:ahLst/>
            <a:cxnLst/>
            <a:rect l="l" t="t" r="r" b="b"/>
            <a:pathLst>
              <a:path w="777206" h="1346200">
                <a:moveTo>
                  <a:pt x="0" y="1346200"/>
                </a:moveTo>
                <a:lnTo>
                  <a:pt x="777206" y="897467"/>
                </a:lnTo>
                <a:lnTo>
                  <a:pt x="777206" y="0"/>
                </a:lnTo>
                <a:lnTo>
                  <a:pt x="0" y="448733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04-mark131"/>
          <p:cNvSpPr/>
          <p:nvPr/>
        </p:nvSpPr>
        <p:spPr>
          <a:xfrm>
            <a:off x="8395225" y="3441700"/>
            <a:ext cx="1554412" cy="897467"/>
          </a:xfrm>
          <a:custGeom>
            <a:avLst/>
            <a:gdLst/>
            <a:ahLst/>
            <a:cxnLst/>
            <a:rect l="l" t="t" r="r" b="b"/>
            <a:pathLst>
              <a:path w="1554412" h="897467">
                <a:moveTo>
                  <a:pt x="0" y="448733"/>
                </a:moveTo>
                <a:lnTo>
                  <a:pt x="777206" y="897467"/>
                </a:lnTo>
                <a:lnTo>
                  <a:pt x="1554412" y="448733"/>
                </a:lnTo>
                <a:lnTo>
                  <a:pt x="777206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6" name="S04-mark132"/>
          <p:cNvSpPr/>
          <p:nvPr/>
        </p:nvSpPr>
        <p:spPr>
          <a:xfrm>
            <a:off x="8395225" y="3890433"/>
            <a:ext cx="777206" cy="1346200"/>
          </a:xfrm>
          <a:custGeom>
            <a:avLst/>
            <a:gdLst/>
            <a:ahLst/>
            <a:cxnLst/>
            <a:rect l="l" t="t" r="r" b="b"/>
            <a:pathLst>
              <a:path w="777206" h="1346200">
                <a:moveTo>
                  <a:pt x="0" y="897467"/>
                </a:moveTo>
                <a:lnTo>
                  <a:pt x="777206" y="1346200"/>
                </a:lnTo>
                <a:lnTo>
                  <a:pt x="777206" y="448733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7" name="S04-mark133"/>
          <p:cNvSpPr/>
          <p:nvPr/>
        </p:nvSpPr>
        <p:spPr>
          <a:xfrm>
            <a:off x="9172431" y="3890433"/>
            <a:ext cx="777206" cy="1346200"/>
          </a:xfrm>
          <a:custGeom>
            <a:avLst/>
            <a:gdLst/>
            <a:ahLst/>
            <a:cxnLst/>
            <a:rect l="l" t="t" r="r" b="b"/>
            <a:pathLst>
              <a:path w="777206" h="1346200">
                <a:moveTo>
                  <a:pt x="0" y="1346200"/>
                </a:moveTo>
                <a:lnTo>
                  <a:pt x="777206" y="897467"/>
                </a:lnTo>
                <a:lnTo>
                  <a:pt x="777206" y="0"/>
                </a:lnTo>
                <a:lnTo>
                  <a:pt x="0" y="448733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8" name="S04-mark134"/>
          <p:cNvSpPr/>
          <p:nvPr/>
        </p:nvSpPr>
        <p:spPr>
          <a:xfrm>
            <a:off x="9172431" y="2095500"/>
            <a:ext cx="1554412" cy="897467"/>
          </a:xfrm>
          <a:custGeom>
            <a:avLst/>
            <a:gdLst/>
            <a:ahLst/>
            <a:cxnLst/>
            <a:rect l="l" t="t" r="r" b="b"/>
            <a:pathLst>
              <a:path w="1554412" h="897467">
                <a:moveTo>
                  <a:pt x="0" y="448733"/>
                </a:moveTo>
                <a:lnTo>
                  <a:pt x="777206" y="897467"/>
                </a:lnTo>
                <a:lnTo>
                  <a:pt x="1554412" y="448733"/>
                </a:lnTo>
                <a:lnTo>
                  <a:pt x="777206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9" name="S04-mark135"/>
          <p:cNvSpPr/>
          <p:nvPr/>
        </p:nvSpPr>
        <p:spPr>
          <a:xfrm>
            <a:off x="9172431" y="2544233"/>
            <a:ext cx="777206" cy="1346200"/>
          </a:xfrm>
          <a:custGeom>
            <a:avLst/>
            <a:gdLst/>
            <a:ahLst/>
            <a:cxnLst/>
            <a:rect l="l" t="t" r="r" b="b"/>
            <a:pathLst>
              <a:path w="777206" h="1346200">
                <a:moveTo>
                  <a:pt x="0" y="897467"/>
                </a:moveTo>
                <a:lnTo>
                  <a:pt x="777206" y="1346200"/>
                </a:lnTo>
                <a:lnTo>
                  <a:pt x="777206" y="448733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0" name="S04-mark136"/>
          <p:cNvSpPr/>
          <p:nvPr/>
        </p:nvSpPr>
        <p:spPr>
          <a:xfrm>
            <a:off x="9949637" y="2544233"/>
            <a:ext cx="777206" cy="1346200"/>
          </a:xfrm>
          <a:custGeom>
            <a:avLst/>
            <a:gdLst/>
            <a:ahLst/>
            <a:cxnLst/>
            <a:rect l="l" t="t" r="r" b="b"/>
            <a:pathLst>
              <a:path w="777206" h="1346200">
                <a:moveTo>
                  <a:pt x="0" y="1346200"/>
                </a:moveTo>
                <a:lnTo>
                  <a:pt x="777206" y="897467"/>
                </a:lnTo>
                <a:lnTo>
                  <a:pt x="777206" y="0"/>
                </a:lnTo>
                <a:lnTo>
                  <a:pt x="0" y="448733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1" name="S04-mark137"/>
          <p:cNvSpPr/>
          <p:nvPr/>
        </p:nvSpPr>
        <p:spPr>
          <a:xfrm flipV="1">
            <a:off x="7151336" y="5146887"/>
            <a:ext cx="621944" cy="358987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2" name="S04-mark138"/>
          <p:cNvSpPr/>
          <p:nvPr/>
        </p:nvSpPr>
        <p:spPr>
          <a:xfrm flipH="1" flipV="1">
            <a:off x="10182979" y="5371253"/>
            <a:ext cx="621944" cy="358987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3" name="S04-label140"/>
          <p:cNvSpPr txBox="1"/>
          <p:nvPr/>
        </p:nvSpPr>
        <p:spPr>
          <a:xfrm>
            <a:off x="6687634" y="5488305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</a:t>
            </a:r>
            <a:endParaRPr lang="ko-KR" sz="2200" dirty="0"/>
          </a:p>
        </p:txBody>
      </p:sp>
      <p:sp>
        <p:nvSpPr>
          <p:cNvPr id="34" name="S04-label142"/>
          <p:cNvSpPr txBox="1"/>
          <p:nvPr/>
        </p:nvSpPr>
        <p:spPr>
          <a:xfrm>
            <a:off x="10885085" y="5712672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</a:t>
            </a:r>
            <a:endParaRPr lang="ko-KR" sz="2200" dirty="0"/>
          </a:p>
        </p:txBody>
      </p:sp>
      <p:sp>
        <p:nvSpPr>
          <p:cNvPr id="35" name="S04-chip143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36" name="S04-cell144"/>
          <p:cNvSpPr/>
          <p:nvPr/>
        </p:nvSpPr>
        <p:spPr>
          <a:xfrm>
            <a:off x="3079242" y="2103120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4-cell145"/>
          <p:cNvSpPr/>
          <p:nvPr/>
        </p:nvSpPr>
        <p:spPr>
          <a:xfrm>
            <a:off x="3445002" y="2103120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04-cell146"/>
          <p:cNvSpPr/>
          <p:nvPr/>
        </p:nvSpPr>
        <p:spPr>
          <a:xfrm>
            <a:off x="3810762" y="210312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04-cell147"/>
          <p:cNvSpPr/>
          <p:nvPr/>
        </p:nvSpPr>
        <p:spPr>
          <a:xfrm>
            <a:off x="3079242" y="2468880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04-cell148"/>
          <p:cNvSpPr/>
          <p:nvPr/>
        </p:nvSpPr>
        <p:spPr>
          <a:xfrm>
            <a:off x="3445002" y="246888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04-cell149"/>
          <p:cNvSpPr/>
          <p:nvPr/>
        </p:nvSpPr>
        <p:spPr>
          <a:xfrm>
            <a:off x="3810762" y="246888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2" name="S04-cell150"/>
          <p:cNvSpPr/>
          <p:nvPr/>
        </p:nvSpPr>
        <p:spPr>
          <a:xfrm>
            <a:off x="3079242" y="283464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3" name="S04-cell151"/>
          <p:cNvSpPr/>
          <p:nvPr/>
        </p:nvSpPr>
        <p:spPr>
          <a:xfrm>
            <a:off x="3445002" y="283464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4" name="S04-cell152"/>
          <p:cNvSpPr/>
          <p:nvPr/>
        </p:nvSpPr>
        <p:spPr>
          <a:xfrm>
            <a:off x="3810762" y="283464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5" name="S04-figure153" descr="가: 왼쪽부터 1칸, 2칸, 3칸 색칠(3줄)"/>
          <p:cNvSpPr/>
          <p:nvPr/>
        </p:nvSpPr>
        <p:spPr>
          <a:xfrm>
            <a:off x="3079242" y="2103120"/>
            <a:ext cx="1097280" cy="10972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6" name="S04-chip154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47" name="S04-cell155"/>
          <p:cNvSpPr/>
          <p:nvPr/>
        </p:nvSpPr>
        <p:spPr>
          <a:xfrm>
            <a:off x="3262122" y="3566160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8" name="S04-cell156"/>
          <p:cNvSpPr/>
          <p:nvPr/>
        </p:nvSpPr>
        <p:spPr>
          <a:xfrm>
            <a:off x="3627882" y="356616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9" name="S04-cell157"/>
          <p:cNvSpPr/>
          <p:nvPr/>
        </p:nvSpPr>
        <p:spPr>
          <a:xfrm>
            <a:off x="3262122" y="393192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0" name="S04-cell158"/>
          <p:cNvSpPr/>
          <p:nvPr/>
        </p:nvSpPr>
        <p:spPr>
          <a:xfrm>
            <a:off x="3627882" y="393192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1" name="S04-cell159"/>
          <p:cNvSpPr/>
          <p:nvPr/>
        </p:nvSpPr>
        <p:spPr>
          <a:xfrm>
            <a:off x="3262122" y="429768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2" name="S04-cell160"/>
          <p:cNvSpPr/>
          <p:nvPr/>
        </p:nvSpPr>
        <p:spPr>
          <a:xfrm>
            <a:off x="3627882" y="429768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3" name="S04-figure161" descr="나: 왼쪽 2칸, 오른쪽 3칸 색칠(2줄)"/>
          <p:cNvSpPr/>
          <p:nvPr/>
        </p:nvSpPr>
        <p:spPr>
          <a:xfrm>
            <a:off x="3262122" y="3566160"/>
            <a:ext cx="731520" cy="10972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54" name="S04-chip162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200" dirty="0"/>
          </a:p>
        </p:txBody>
      </p:sp>
      <p:sp>
        <p:nvSpPr>
          <p:cNvPr id="55" name="S04-cell163"/>
          <p:cNvSpPr/>
          <p:nvPr/>
        </p:nvSpPr>
        <p:spPr>
          <a:xfrm>
            <a:off x="3079242" y="502920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6" name="S04-cell164"/>
          <p:cNvSpPr/>
          <p:nvPr/>
        </p:nvSpPr>
        <p:spPr>
          <a:xfrm>
            <a:off x="3445002" y="5029200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7" name="S04-cell165"/>
          <p:cNvSpPr/>
          <p:nvPr/>
        </p:nvSpPr>
        <p:spPr>
          <a:xfrm>
            <a:off x="3810762" y="5029200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8" name="S04-cell166"/>
          <p:cNvSpPr/>
          <p:nvPr/>
        </p:nvSpPr>
        <p:spPr>
          <a:xfrm>
            <a:off x="3079242" y="539496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9" name="S04-cell167"/>
          <p:cNvSpPr/>
          <p:nvPr/>
        </p:nvSpPr>
        <p:spPr>
          <a:xfrm>
            <a:off x="3445002" y="539496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0" name="S04-cell168"/>
          <p:cNvSpPr/>
          <p:nvPr/>
        </p:nvSpPr>
        <p:spPr>
          <a:xfrm>
            <a:off x="3810762" y="5394960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1" name="S04-cell169"/>
          <p:cNvSpPr/>
          <p:nvPr/>
        </p:nvSpPr>
        <p:spPr>
          <a:xfrm>
            <a:off x="3079242" y="576072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2" name="S04-cell170"/>
          <p:cNvSpPr/>
          <p:nvPr/>
        </p:nvSpPr>
        <p:spPr>
          <a:xfrm>
            <a:off x="3445002" y="576072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3" name="S04-cell171"/>
          <p:cNvSpPr/>
          <p:nvPr/>
        </p:nvSpPr>
        <p:spPr>
          <a:xfrm>
            <a:off x="3810762" y="576072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4" name="S04-figure172" descr="다: 왼쪽부터 3칸, 2칸, 1칸 색칠(3줄)"/>
          <p:cNvSpPr/>
          <p:nvPr/>
        </p:nvSpPr>
        <p:spPr>
          <a:xfrm>
            <a:off x="3079242" y="5029200"/>
            <a:ext cx="1097280" cy="10972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보이지 않는 쌓기나무</a:t>
            </a:r>
            <a:endParaRPr lang="ko-KR" sz="4000" dirty="0"/>
          </a:p>
        </p:txBody>
      </p:sp>
      <p:sp>
        <p:nvSpPr>
          <p:cNvPr id="3" name="S05-card173"/>
          <p:cNvSpPr/>
          <p:nvPr/>
        </p:nvSpPr>
        <p:spPr>
          <a:xfrm>
            <a:off x="548640" y="5021072"/>
            <a:ext cx="5431536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5-cardtext174"/>
          <p:cNvSpPr txBox="1"/>
          <p:nvPr/>
        </p:nvSpPr>
        <p:spPr>
          <a:xfrm>
            <a:off x="822960" y="5158232"/>
            <a:ext cx="4882896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뒤에 숨은 쌓기나무가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있을 수 있어요.</a:t>
            </a:r>
            <a:endParaRPr lang="ko-KR" sz="2800" dirty="0"/>
          </a:p>
        </p:txBody>
      </p:sp>
      <p:sp>
        <p:nvSpPr>
          <p:cNvPr id="5" name="S05-card175"/>
          <p:cNvSpPr/>
          <p:nvPr/>
        </p:nvSpPr>
        <p:spPr>
          <a:xfrm>
            <a:off x="6208776" y="5021072"/>
            <a:ext cx="5431536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5-cardtext176"/>
          <p:cNvSpPr txBox="1"/>
          <p:nvPr/>
        </p:nvSpPr>
        <p:spPr>
          <a:xfrm>
            <a:off x="6483096" y="5158232"/>
            <a:ext cx="4882896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위에서 본 모양을 보면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개수가 정해져요.</a:t>
            </a:r>
            <a:endParaRPr lang="ko-KR" sz="2800" dirty="0"/>
          </a:p>
        </p:txBody>
      </p:sp>
      <p:sp>
        <p:nvSpPr>
          <p:cNvPr id="7" name="S05-figure177" descr="쌓기나무를 쌓은 모양: 앞줄은 왼쪽 1층, 오른쪽 2층, 뒷줄 오른쪽 1층이 보임. 뒷줄 왼쪽은 가려져 보이지 않음"/>
          <p:cNvSpPr/>
          <p:nvPr/>
        </p:nvSpPr>
        <p:spPr>
          <a:xfrm>
            <a:off x="937203" y="2277785"/>
            <a:ext cx="1353369" cy="781391"/>
          </a:xfrm>
          <a:custGeom>
            <a:avLst/>
            <a:gdLst/>
            <a:ahLst/>
            <a:cxnLst/>
            <a:rect l="l" t="t" r="r" b="b"/>
            <a:pathLst>
              <a:path w="1353369" h="781391">
                <a:moveTo>
                  <a:pt x="0" y="390696"/>
                </a:moveTo>
                <a:lnTo>
                  <a:pt x="676685" y="781391"/>
                </a:lnTo>
                <a:lnTo>
                  <a:pt x="1353369" y="390696"/>
                </a:lnTo>
                <a:lnTo>
                  <a:pt x="676685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05-mark178"/>
          <p:cNvSpPr/>
          <p:nvPr/>
        </p:nvSpPr>
        <p:spPr>
          <a:xfrm>
            <a:off x="937203" y="2668480"/>
            <a:ext cx="676685" cy="1172087"/>
          </a:xfrm>
          <a:custGeom>
            <a:avLst/>
            <a:gdLst/>
            <a:ahLst/>
            <a:cxnLst/>
            <a:rect l="l" t="t" r="r" b="b"/>
            <a:pathLst>
              <a:path w="676685" h="1172087">
                <a:moveTo>
                  <a:pt x="0" y="781391"/>
                </a:moveTo>
                <a:lnTo>
                  <a:pt x="676685" y="1172087"/>
                </a:lnTo>
                <a:lnTo>
                  <a:pt x="676685" y="390696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05-mark179"/>
          <p:cNvSpPr/>
          <p:nvPr/>
        </p:nvSpPr>
        <p:spPr>
          <a:xfrm>
            <a:off x="1613887" y="2668480"/>
            <a:ext cx="676685" cy="1172087"/>
          </a:xfrm>
          <a:custGeom>
            <a:avLst/>
            <a:gdLst/>
            <a:ahLst/>
            <a:cxnLst/>
            <a:rect l="l" t="t" r="r" b="b"/>
            <a:pathLst>
              <a:path w="676685" h="1172087">
                <a:moveTo>
                  <a:pt x="0" y="1172087"/>
                </a:moveTo>
                <a:lnTo>
                  <a:pt x="676685" y="781391"/>
                </a:lnTo>
                <a:lnTo>
                  <a:pt x="676685" y="0"/>
                </a:lnTo>
                <a:lnTo>
                  <a:pt x="0" y="390696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0" name="S05-mark180"/>
          <p:cNvSpPr/>
          <p:nvPr/>
        </p:nvSpPr>
        <p:spPr>
          <a:xfrm>
            <a:off x="2290572" y="2277785"/>
            <a:ext cx="1353369" cy="781391"/>
          </a:xfrm>
          <a:custGeom>
            <a:avLst/>
            <a:gdLst/>
            <a:ahLst/>
            <a:cxnLst/>
            <a:rect l="l" t="t" r="r" b="b"/>
            <a:pathLst>
              <a:path w="1353369" h="781391">
                <a:moveTo>
                  <a:pt x="0" y="390696"/>
                </a:moveTo>
                <a:lnTo>
                  <a:pt x="676685" y="781391"/>
                </a:lnTo>
                <a:lnTo>
                  <a:pt x="1353369" y="390696"/>
                </a:lnTo>
                <a:lnTo>
                  <a:pt x="676685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1" name="S05-mark181"/>
          <p:cNvSpPr/>
          <p:nvPr/>
        </p:nvSpPr>
        <p:spPr>
          <a:xfrm>
            <a:off x="2290572" y="2668480"/>
            <a:ext cx="676685" cy="1172087"/>
          </a:xfrm>
          <a:custGeom>
            <a:avLst/>
            <a:gdLst/>
            <a:ahLst/>
            <a:cxnLst/>
            <a:rect l="l" t="t" r="r" b="b"/>
            <a:pathLst>
              <a:path w="676685" h="1172087">
                <a:moveTo>
                  <a:pt x="0" y="781391"/>
                </a:moveTo>
                <a:lnTo>
                  <a:pt x="676685" y="1172087"/>
                </a:lnTo>
                <a:lnTo>
                  <a:pt x="676685" y="390696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2" name="S05-mark182"/>
          <p:cNvSpPr/>
          <p:nvPr/>
        </p:nvSpPr>
        <p:spPr>
          <a:xfrm>
            <a:off x="2967257" y="2668480"/>
            <a:ext cx="676685" cy="1172087"/>
          </a:xfrm>
          <a:custGeom>
            <a:avLst/>
            <a:gdLst/>
            <a:ahLst/>
            <a:cxnLst/>
            <a:rect l="l" t="t" r="r" b="b"/>
            <a:pathLst>
              <a:path w="676685" h="1172087">
                <a:moveTo>
                  <a:pt x="0" y="1172087"/>
                </a:moveTo>
                <a:lnTo>
                  <a:pt x="676685" y="781391"/>
                </a:lnTo>
                <a:lnTo>
                  <a:pt x="676685" y="0"/>
                </a:lnTo>
                <a:lnTo>
                  <a:pt x="0" y="390696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3" name="S05-mark183"/>
          <p:cNvSpPr/>
          <p:nvPr/>
        </p:nvSpPr>
        <p:spPr>
          <a:xfrm>
            <a:off x="1613887" y="2668480"/>
            <a:ext cx="1353369" cy="781391"/>
          </a:xfrm>
          <a:custGeom>
            <a:avLst/>
            <a:gdLst/>
            <a:ahLst/>
            <a:cxnLst/>
            <a:rect l="l" t="t" r="r" b="b"/>
            <a:pathLst>
              <a:path w="1353369" h="781391">
                <a:moveTo>
                  <a:pt x="0" y="390696"/>
                </a:moveTo>
                <a:lnTo>
                  <a:pt x="676685" y="781391"/>
                </a:lnTo>
                <a:lnTo>
                  <a:pt x="1353369" y="390696"/>
                </a:lnTo>
                <a:lnTo>
                  <a:pt x="676685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4" name="S05-mark184"/>
          <p:cNvSpPr/>
          <p:nvPr/>
        </p:nvSpPr>
        <p:spPr>
          <a:xfrm>
            <a:off x="1613887" y="3059176"/>
            <a:ext cx="676685" cy="1172087"/>
          </a:xfrm>
          <a:custGeom>
            <a:avLst/>
            <a:gdLst/>
            <a:ahLst/>
            <a:cxnLst/>
            <a:rect l="l" t="t" r="r" b="b"/>
            <a:pathLst>
              <a:path w="676685" h="1172087">
                <a:moveTo>
                  <a:pt x="0" y="781391"/>
                </a:moveTo>
                <a:lnTo>
                  <a:pt x="676685" y="1172087"/>
                </a:lnTo>
                <a:lnTo>
                  <a:pt x="676685" y="390696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5" name="S05-mark185"/>
          <p:cNvSpPr/>
          <p:nvPr/>
        </p:nvSpPr>
        <p:spPr>
          <a:xfrm>
            <a:off x="2290572" y="3059176"/>
            <a:ext cx="676685" cy="1172087"/>
          </a:xfrm>
          <a:custGeom>
            <a:avLst/>
            <a:gdLst/>
            <a:ahLst/>
            <a:cxnLst/>
            <a:rect l="l" t="t" r="r" b="b"/>
            <a:pathLst>
              <a:path w="676685" h="1172087">
                <a:moveTo>
                  <a:pt x="0" y="1172087"/>
                </a:moveTo>
                <a:lnTo>
                  <a:pt x="676685" y="781391"/>
                </a:lnTo>
                <a:lnTo>
                  <a:pt x="676685" y="0"/>
                </a:lnTo>
                <a:lnTo>
                  <a:pt x="0" y="390696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6" name="S05-mark186"/>
          <p:cNvSpPr/>
          <p:nvPr/>
        </p:nvSpPr>
        <p:spPr>
          <a:xfrm>
            <a:off x="1613887" y="1887089"/>
            <a:ext cx="1353369" cy="781391"/>
          </a:xfrm>
          <a:custGeom>
            <a:avLst/>
            <a:gdLst/>
            <a:ahLst/>
            <a:cxnLst/>
            <a:rect l="l" t="t" r="r" b="b"/>
            <a:pathLst>
              <a:path w="1353369" h="781391">
                <a:moveTo>
                  <a:pt x="0" y="390696"/>
                </a:moveTo>
                <a:lnTo>
                  <a:pt x="676685" y="781391"/>
                </a:lnTo>
                <a:lnTo>
                  <a:pt x="1353369" y="390696"/>
                </a:lnTo>
                <a:lnTo>
                  <a:pt x="676685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7" name="S05-mark187"/>
          <p:cNvSpPr/>
          <p:nvPr/>
        </p:nvSpPr>
        <p:spPr>
          <a:xfrm>
            <a:off x="1613887" y="2277785"/>
            <a:ext cx="676685" cy="1172087"/>
          </a:xfrm>
          <a:custGeom>
            <a:avLst/>
            <a:gdLst/>
            <a:ahLst/>
            <a:cxnLst/>
            <a:rect l="l" t="t" r="r" b="b"/>
            <a:pathLst>
              <a:path w="676685" h="1172087">
                <a:moveTo>
                  <a:pt x="0" y="781391"/>
                </a:moveTo>
                <a:lnTo>
                  <a:pt x="676685" y="1172087"/>
                </a:lnTo>
                <a:lnTo>
                  <a:pt x="676685" y="390696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8" name="S05-mark188"/>
          <p:cNvSpPr/>
          <p:nvPr/>
        </p:nvSpPr>
        <p:spPr>
          <a:xfrm>
            <a:off x="2290572" y="2277785"/>
            <a:ext cx="676685" cy="1172087"/>
          </a:xfrm>
          <a:custGeom>
            <a:avLst/>
            <a:gdLst/>
            <a:ahLst/>
            <a:cxnLst/>
            <a:rect l="l" t="t" r="r" b="b"/>
            <a:pathLst>
              <a:path w="676685" h="1172087">
                <a:moveTo>
                  <a:pt x="0" y="1172087"/>
                </a:moveTo>
                <a:lnTo>
                  <a:pt x="676685" y="781391"/>
                </a:lnTo>
                <a:lnTo>
                  <a:pt x="676685" y="0"/>
                </a:lnTo>
                <a:lnTo>
                  <a:pt x="0" y="390696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9" name="S05-mark189"/>
          <p:cNvSpPr/>
          <p:nvPr/>
        </p:nvSpPr>
        <p:spPr>
          <a:xfrm flipV="1">
            <a:off x="869222" y="3567080"/>
            <a:ext cx="541504" cy="312556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0" name="S05-mark190"/>
          <p:cNvSpPr/>
          <p:nvPr/>
        </p:nvSpPr>
        <p:spPr>
          <a:xfrm flipH="1" flipV="1">
            <a:off x="3170418" y="3567080"/>
            <a:ext cx="541504" cy="312556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1" name="S05-label192"/>
          <p:cNvSpPr txBox="1"/>
          <p:nvPr/>
        </p:nvSpPr>
        <p:spPr>
          <a:xfrm>
            <a:off x="440690" y="3841755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</a:t>
            </a:r>
            <a:endParaRPr lang="ko-KR" sz="2200" dirty="0"/>
          </a:p>
        </p:txBody>
      </p:sp>
      <p:sp>
        <p:nvSpPr>
          <p:cNvPr id="22" name="S05-label194"/>
          <p:cNvSpPr txBox="1"/>
          <p:nvPr/>
        </p:nvSpPr>
        <p:spPr>
          <a:xfrm>
            <a:off x="3756914" y="3841755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</a:t>
            </a:r>
            <a:endParaRPr lang="ko-KR" sz="2200" dirty="0"/>
          </a:p>
        </p:txBody>
      </p:sp>
      <p:sp>
        <p:nvSpPr>
          <p:cNvPr id="23" name="S05-figure195" descr="위에서 본 모양 ①: 앞줄 2칸, 뒷줄 오른쪽 1칸"/>
          <p:cNvSpPr/>
          <p:nvPr/>
        </p:nvSpPr>
        <p:spPr>
          <a:xfrm>
            <a:off x="5545836" y="2683129"/>
            <a:ext cx="548640" cy="548640"/>
          </a:xfrm>
          <a:custGeom>
            <a:avLst/>
            <a:gdLst/>
            <a:ahLst/>
            <a:cxnLst/>
            <a:rect l="l" t="t" r="r" b="b"/>
            <a:pathLst>
              <a:path w="548640" h="548640">
                <a:moveTo>
                  <a:pt x="0" y="548640"/>
                </a:moveTo>
                <a:lnTo>
                  <a:pt x="548640" y="548640"/>
                </a:lnTo>
                <a:lnTo>
                  <a:pt x="54864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4" name="S05-mark196"/>
          <p:cNvSpPr/>
          <p:nvPr/>
        </p:nvSpPr>
        <p:spPr>
          <a:xfrm>
            <a:off x="6094476" y="2683129"/>
            <a:ext cx="548640" cy="548640"/>
          </a:xfrm>
          <a:custGeom>
            <a:avLst/>
            <a:gdLst/>
            <a:ahLst/>
            <a:cxnLst/>
            <a:rect l="l" t="t" r="r" b="b"/>
            <a:pathLst>
              <a:path w="548640" h="548640">
                <a:moveTo>
                  <a:pt x="0" y="548640"/>
                </a:moveTo>
                <a:lnTo>
                  <a:pt x="548640" y="548640"/>
                </a:lnTo>
                <a:lnTo>
                  <a:pt x="54864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05-mark197"/>
          <p:cNvSpPr/>
          <p:nvPr/>
        </p:nvSpPr>
        <p:spPr>
          <a:xfrm>
            <a:off x="6094476" y="2134489"/>
            <a:ext cx="548640" cy="548640"/>
          </a:xfrm>
          <a:custGeom>
            <a:avLst/>
            <a:gdLst/>
            <a:ahLst/>
            <a:cxnLst/>
            <a:rect l="l" t="t" r="r" b="b"/>
            <a:pathLst>
              <a:path w="548640" h="548640">
                <a:moveTo>
                  <a:pt x="0" y="548640"/>
                </a:moveTo>
                <a:lnTo>
                  <a:pt x="548640" y="548640"/>
                </a:lnTo>
                <a:lnTo>
                  <a:pt x="54864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6" name="S05-label199"/>
          <p:cNvSpPr txBox="1"/>
          <p:nvPr/>
        </p:nvSpPr>
        <p:spPr>
          <a:xfrm>
            <a:off x="5902706" y="3358896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</a:t>
            </a:r>
            <a:endParaRPr lang="ko-KR" sz="2200" dirty="0"/>
          </a:p>
        </p:txBody>
      </p:sp>
      <p:sp>
        <p:nvSpPr>
          <p:cNvPr id="27" name="S05-label200"/>
          <p:cNvSpPr txBox="1"/>
          <p:nvPr/>
        </p:nvSpPr>
        <p:spPr>
          <a:xfrm>
            <a:off x="4352544" y="4415282"/>
            <a:ext cx="3483864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위에서 본 모양 ①</a:t>
            </a:r>
            <a:endParaRPr lang="ko-KR" sz="2200" dirty="0"/>
          </a:p>
        </p:txBody>
      </p:sp>
      <p:sp>
        <p:nvSpPr>
          <p:cNvPr id="28" name="S05-figure201" descr="위에서 본 모양 ②: 앞줄 2칸, 뒷줄 2칸(네 칸 모두)"/>
          <p:cNvSpPr/>
          <p:nvPr/>
        </p:nvSpPr>
        <p:spPr>
          <a:xfrm>
            <a:off x="9349740" y="2683129"/>
            <a:ext cx="548640" cy="548640"/>
          </a:xfrm>
          <a:custGeom>
            <a:avLst/>
            <a:gdLst/>
            <a:ahLst/>
            <a:cxnLst/>
            <a:rect l="l" t="t" r="r" b="b"/>
            <a:pathLst>
              <a:path w="548640" h="548640">
                <a:moveTo>
                  <a:pt x="0" y="548640"/>
                </a:moveTo>
                <a:lnTo>
                  <a:pt x="548640" y="548640"/>
                </a:lnTo>
                <a:lnTo>
                  <a:pt x="54864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9" name="S05-mark202"/>
          <p:cNvSpPr/>
          <p:nvPr/>
        </p:nvSpPr>
        <p:spPr>
          <a:xfrm>
            <a:off x="9349740" y="2134489"/>
            <a:ext cx="548640" cy="548640"/>
          </a:xfrm>
          <a:custGeom>
            <a:avLst/>
            <a:gdLst/>
            <a:ahLst/>
            <a:cxnLst/>
            <a:rect l="l" t="t" r="r" b="b"/>
            <a:pathLst>
              <a:path w="548640" h="548640">
                <a:moveTo>
                  <a:pt x="0" y="548640"/>
                </a:moveTo>
                <a:lnTo>
                  <a:pt x="548640" y="548640"/>
                </a:lnTo>
                <a:lnTo>
                  <a:pt x="54864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0" name="S05-mark203"/>
          <p:cNvSpPr/>
          <p:nvPr/>
        </p:nvSpPr>
        <p:spPr>
          <a:xfrm>
            <a:off x="9898380" y="2683129"/>
            <a:ext cx="548640" cy="548640"/>
          </a:xfrm>
          <a:custGeom>
            <a:avLst/>
            <a:gdLst/>
            <a:ahLst/>
            <a:cxnLst/>
            <a:rect l="l" t="t" r="r" b="b"/>
            <a:pathLst>
              <a:path w="548640" h="548640">
                <a:moveTo>
                  <a:pt x="0" y="548640"/>
                </a:moveTo>
                <a:lnTo>
                  <a:pt x="548640" y="548640"/>
                </a:lnTo>
                <a:lnTo>
                  <a:pt x="54864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1" name="S05-mark204"/>
          <p:cNvSpPr/>
          <p:nvPr/>
        </p:nvSpPr>
        <p:spPr>
          <a:xfrm>
            <a:off x="9898380" y="2134489"/>
            <a:ext cx="548640" cy="548640"/>
          </a:xfrm>
          <a:custGeom>
            <a:avLst/>
            <a:gdLst/>
            <a:ahLst/>
            <a:cxnLst/>
            <a:rect l="l" t="t" r="r" b="b"/>
            <a:pathLst>
              <a:path w="548640" h="548640">
                <a:moveTo>
                  <a:pt x="0" y="548640"/>
                </a:moveTo>
                <a:lnTo>
                  <a:pt x="548640" y="548640"/>
                </a:lnTo>
                <a:lnTo>
                  <a:pt x="54864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2" name="S05-label206"/>
          <p:cNvSpPr txBox="1"/>
          <p:nvPr/>
        </p:nvSpPr>
        <p:spPr>
          <a:xfrm>
            <a:off x="9706610" y="3358896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</a:t>
            </a:r>
            <a:endParaRPr lang="ko-KR" sz="2200" dirty="0"/>
          </a:p>
        </p:txBody>
      </p:sp>
      <p:sp>
        <p:nvSpPr>
          <p:cNvPr id="33" name="S05-label207"/>
          <p:cNvSpPr txBox="1"/>
          <p:nvPr/>
        </p:nvSpPr>
        <p:spPr>
          <a:xfrm>
            <a:off x="8156448" y="4415282"/>
            <a:ext cx="3483864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위에서 본 모양 ②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위에서 본 모양에 수 쓰기</a:t>
            </a:r>
            <a:endParaRPr lang="ko-KR" sz="4000" dirty="0"/>
          </a:p>
        </p:txBody>
      </p:sp>
      <p:sp>
        <p:nvSpPr>
          <p:cNvPr id="3" name="S06-card208"/>
          <p:cNvSpPr/>
          <p:nvPr/>
        </p:nvSpPr>
        <p:spPr>
          <a:xfrm>
            <a:off x="548640" y="5037836"/>
            <a:ext cx="5431536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6-cardtext209"/>
          <p:cNvSpPr txBox="1"/>
          <p:nvPr/>
        </p:nvSpPr>
        <p:spPr>
          <a:xfrm>
            <a:off x="822960" y="5174996"/>
            <a:ext cx="4882896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개수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수를 모두 더해요.</a:t>
            </a:r>
            <a:endParaRPr lang="ko-KR" sz="2800" dirty="0"/>
          </a:p>
        </p:txBody>
      </p:sp>
      <p:sp>
        <p:nvSpPr>
          <p:cNvPr id="5" name="S06-card210"/>
          <p:cNvSpPr/>
          <p:nvPr/>
        </p:nvSpPr>
        <p:spPr>
          <a:xfrm>
            <a:off x="6208776" y="5037836"/>
            <a:ext cx="5431536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6-cardtext211"/>
          <p:cNvSpPr txBox="1"/>
          <p:nvPr/>
        </p:nvSpPr>
        <p:spPr>
          <a:xfrm>
            <a:off x="6483096" y="5174996"/>
            <a:ext cx="4882896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앞·옆에서 본 모양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줄마다 가장 큰 수만큼</a:t>
            </a:r>
            <a:endParaRPr lang="ko-KR" sz="2800" dirty="0"/>
          </a:p>
        </p:txBody>
      </p:sp>
      <p:sp>
        <p:nvSpPr>
          <p:cNvPr id="7" name="S06-figure212" descr="쌓기나무 9개로 쌓은 모양: 앞줄은 왼쪽부터 1층, 2층, 1층, 뒷줄은 왼쪽부터 2층, 3층"/>
          <p:cNvSpPr/>
          <p:nvPr/>
        </p:nvSpPr>
        <p:spPr>
          <a:xfrm>
            <a:off x="2250812" y="2404415"/>
            <a:ext cx="1148564" cy="663143"/>
          </a:xfrm>
          <a:custGeom>
            <a:avLst/>
            <a:gdLst/>
            <a:ahLst/>
            <a:cxnLst/>
            <a:rect l="l" t="t" r="r" b="b"/>
            <a:pathLst>
              <a:path w="1148564" h="663143">
                <a:moveTo>
                  <a:pt x="0" y="331572"/>
                </a:moveTo>
                <a:lnTo>
                  <a:pt x="574282" y="663143"/>
                </a:lnTo>
                <a:lnTo>
                  <a:pt x="1148564" y="331572"/>
                </a:lnTo>
                <a:lnTo>
                  <a:pt x="574282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06-mark213"/>
          <p:cNvSpPr/>
          <p:nvPr/>
        </p:nvSpPr>
        <p:spPr>
          <a:xfrm>
            <a:off x="2250812" y="2735986"/>
            <a:ext cx="574282" cy="994715"/>
          </a:xfrm>
          <a:custGeom>
            <a:avLst/>
            <a:gdLst/>
            <a:ahLst/>
            <a:cxnLst/>
            <a:rect l="l" t="t" r="r" b="b"/>
            <a:pathLst>
              <a:path w="574282" h="994715">
                <a:moveTo>
                  <a:pt x="0" y="663143"/>
                </a:moveTo>
                <a:lnTo>
                  <a:pt x="574282" y="994715"/>
                </a:lnTo>
                <a:lnTo>
                  <a:pt x="574282" y="331572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06-mark214"/>
          <p:cNvSpPr/>
          <p:nvPr/>
        </p:nvSpPr>
        <p:spPr>
          <a:xfrm>
            <a:off x="2825094" y="2735986"/>
            <a:ext cx="574282" cy="994715"/>
          </a:xfrm>
          <a:custGeom>
            <a:avLst/>
            <a:gdLst/>
            <a:ahLst/>
            <a:cxnLst/>
            <a:rect l="l" t="t" r="r" b="b"/>
            <a:pathLst>
              <a:path w="574282" h="994715">
                <a:moveTo>
                  <a:pt x="0" y="994715"/>
                </a:moveTo>
                <a:lnTo>
                  <a:pt x="574282" y="663143"/>
                </a:lnTo>
                <a:lnTo>
                  <a:pt x="574282" y="0"/>
                </a:lnTo>
                <a:lnTo>
                  <a:pt x="0" y="331572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0" name="S06-mark215"/>
          <p:cNvSpPr/>
          <p:nvPr/>
        </p:nvSpPr>
        <p:spPr>
          <a:xfrm>
            <a:off x="1676530" y="2735986"/>
            <a:ext cx="1148564" cy="663143"/>
          </a:xfrm>
          <a:custGeom>
            <a:avLst/>
            <a:gdLst/>
            <a:ahLst/>
            <a:cxnLst/>
            <a:rect l="l" t="t" r="r" b="b"/>
            <a:pathLst>
              <a:path w="1148564" h="663143">
                <a:moveTo>
                  <a:pt x="0" y="331572"/>
                </a:moveTo>
                <a:lnTo>
                  <a:pt x="574282" y="663143"/>
                </a:lnTo>
                <a:lnTo>
                  <a:pt x="1148564" y="331572"/>
                </a:lnTo>
                <a:lnTo>
                  <a:pt x="574282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1" name="S06-mark216"/>
          <p:cNvSpPr/>
          <p:nvPr/>
        </p:nvSpPr>
        <p:spPr>
          <a:xfrm>
            <a:off x="1676530" y="3067558"/>
            <a:ext cx="574282" cy="994715"/>
          </a:xfrm>
          <a:custGeom>
            <a:avLst/>
            <a:gdLst/>
            <a:ahLst/>
            <a:cxnLst/>
            <a:rect l="l" t="t" r="r" b="b"/>
            <a:pathLst>
              <a:path w="574282" h="994715">
                <a:moveTo>
                  <a:pt x="0" y="663143"/>
                </a:moveTo>
                <a:lnTo>
                  <a:pt x="574282" y="994715"/>
                </a:lnTo>
                <a:lnTo>
                  <a:pt x="574282" y="331572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2" name="S06-mark217"/>
          <p:cNvSpPr/>
          <p:nvPr/>
        </p:nvSpPr>
        <p:spPr>
          <a:xfrm>
            <a:off x="2250812" y="3067558"/>
            <a:ext cx="574282" cy="994715"/>
          </a:xfrm>
          <a:custGeom>
            <a:avLst/>
            <a:gdLst/>
            <a:ahLst/>
            <a:cxnLst/>
            <a:rect l="l" t="t" r="r" b="b"/>
            <a:pathLst>
              <a:path w="574282" h="994715">
                <a:moveTo>
                  <a:pt x="0" y="994715"/>
                </a:moveTo>
                <a:lnTo>
                  <a:pt x="574282" y="663143"/>
                </a:lnTo>
                <a:lnTo>
                  <a:pt x="574282" y="0"/>
                </a:lnTo>
                <a:lnTo>
                  <a:pt x="0" y="331572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3" name="S06-mark218"/>
          <p:cNvSpPr/>
          <p:nvPr/>
        </p:nvSpPr>
        <p:spPr>
          <a:xfrm>
            <a:off x="2825094" y="2735986"/>
            <a:ext cx="1148564" cy="663143"/>
          </a:xfrm>
          <a:custGeom>
            <a:avLst/>
            <a:gdLst/>
            <a:ahLst/>
            <a:cxnLst/>
            <a:rect l="l" t="t" r="r" b="b"/>
            <a:pathLst>
              <a:path w="1148564" h="663143">
                <a:moveTo>
                  <a:pt x="0" y="331572"/>
                </a:moveTo>
                <a:lnTo>
                  <a:pt x="574282" y="663143"/>
                </a:lnTo>
                <a:lnTo>
                  <a:pt x="1148564" y="331572"/>
                </a:lnTo>
                <a:lnTo>
                  <a:pt x="574282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4" name="S06-mark219"/>
          <p:cNvSpPr/>
          <p:nvPr/>
        </p:nvSpPr>
        <p:spPr>
          <a:xfrm>
            <a:off x="2825094" y="3067558"/>
            <a:ext cx="574282" cy="994715"/>
          </a:xfrm>
          <a:custGeom>
            <a:avLst/>
            <a:gdLst/>
            <a:ahLst/>
            <a:cxnLst/>
            <a:rect l="l" t="t" r="r" b="b"/>
            <a:pathLst>
              <a:path w="574282" h="994715">
                <a:moveTo>
                  <a:pt x="0" y="663143"/>
                </a:moveTo>
                <a:lnTo>
                  <a:pt x="574282" y="994715"/>
                </a:lnTo>
                <a:lnTo>
                  <a:pt x="574282" y="331572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5" name="S06-mark220"/>
          <p:cNvSpPr/>
          <p:nvPr/>
        </p:nvSpPr>
        <p:spPr>
          <a:xfrm>
            <a:off x="3399376" y="3067558"/>
            <a:ext cx="574282" cy="994715"/>
          </a:xfrm>
          <a:custGeom>
            <a:avLst/>
            <a:gdLst/>
            <a:ahLst/>
            <a:cxnLst/>
            <a:rect l="l" t="t" r="r" b="b"/>
            <a:pathLst>
              <a:path w="574282" h="994715">
                <a:moveTo>
                  <a:pt x="0" y="994715"/>
                </a:moveTo>
                <a:lnTo>
                  <a:pt x="574282" y="663143"/>
                </a:lnTo>
                <a:lnTo>
                  <a:pt x="574282" y="0"/>
                </a:lnTo>
                <a:lnTo>
                  <a:pt x="0" y="331572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6" name="S06-mark221"/>
          <p:cNvSpPr/>
          <p:nvPr/>
        </p:nvSpPr>
        <p:spPr>
          <a:xfrm>
            <a:off x="2250812" y="1741272"/>
            <a:ext cx="1148564" cy="663143"/>
          </a:xfrm>
          <a:custGeom>
            <a:avLst/>
            <a:gdLst/>
            <a:ahLst/>
            <a:cxnLst/>
            <a:rect l="l" t="t" r="r" b="b"/>
            <a:pathLst>
              <a:path w="1148564" h="663143">
                <a:moveTo>
                  <a:pt x="0" y="331572"/>
                </a:moveTo>
                <a:lnTo>
                  <a:pt x="574282" y="663143"/>
                </a:lnTo>
                <a:lnTo>
                  <a:pt x="1148564" y="331572"/>
                </a:lnTo>
                <a:lnTo>
                  <a:pt x="574282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7" name="S06-mark222"/>
          <p:cNvSpPr/>
          <p:nvPr/>
        </p:nvSpPr>
        <p:spPr>
          <a:xfrm>
            <a:off x="2250812" y="2072843"/>
            <a:ext cx="574282" cy="994715"/>
          </a:xfrm>
          <a:custGeom>
            <a:avLst/>
            <a:gdLst/>
            <a:ahLst/>
            <a:cxnLst/>
            <a:rect l="l" t="t" r="r" b="b"/>
            <a:pathLst>
              <a:path w="574282" h="994715">
                <a:moveTo>
                  <a:pt x="0" y="663143"/>
                </a:moveTo>
                <a:lnTo>
                  <a:pt x="574282" y="994715"/>
                </a:lnTo>
                <a:lnTo>
                  <a:pt x="574282" y="331572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8" name="S06-mark223"/>
          <p:cNvSpPr/>
          <p:nvPr/>
        </p:nvSpPr>
        <p:spPr>
          <a:xfrm>
            <a:off x="2825094" y="2072843"/>
            <a:ext cx="574282" cy="994715"/>
          </a:xfrm>
          <a:custGeom>
            <a:avLst/>
            <a:gdLst/>
            <a:ahLst/>
            <a:cxnLst/>
            <a:rect l="l" t="t" r="r" b="b"/>
            <a:pathLst>
              <a:path w="574282" h="994715">
                <a:moveTo>
                  <a:pt x="0" y="994715"/>
                </a:moveTo>
                <a:lnTo>
                  <a:pt x="574282" y="663143"/>
                </a:lnTo>
                <a:lnTo>
                  <a:pt x="574282" y="0"/>
                </a:lnTo>
                <a:lnTo>
                  <a:pt x="0" y="331572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9" name="S06-mark224"/>
          <p:cNvSpPr/>
          <p:nvPr/>
        </p:nvSpPr>
        <p:spPr>
          <a:xfrm>
            <a:off x="2250812" y="3067558"/>
            <a:ext cx="1148564" cy="663143"/>
          </a:xfrm>
          <a:custGeom>
            <a:avLst/>
            <a:gdLst/>
            <a:ahLst/>
            <a:cxnLst/>
            <a:rect l="l" t="t" r="r" b="b"/>
            <a:pathLst>
              <a:path w="1148564" h="663143">
                <a:moveTo>
                  <a:pt x="0" y="331572"/>
                </a:moveTo>
                <a:lnTo>
                  <a:pt x="574282" y="663143"/>
                </a:lnTo>
                <a:lnTo>
                  <a:pt x="1148564" y="331572"/>
                </a:lnTo>
                <a:lnTo>
                  <a:pt x="574282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0" name="S06-mark225"/>
          <p:cNvSpPr/>
          <p:nvPr/>
        </p:nvSpPr>
        <p:spPr>
          <a:xfrm>
            <a:off x="2250812" y="3399130"/>
            <a:ext cx="574282" cy="994715"/>
          </a:xfrm>
          <a:custGeom>
            <a:avLst/>
            <a:gdLst/>
            <a:ahLst/>
            <a:cxnLst/>
            <a:rect l="l" t="t" r="r" b="b"/>
            <a:pathLst>
              <a:path w="574282" h="994715">
                <a:moveTo>
                  <a:pt x="0" y="663143"/>
                </a:moveTo>
                <a:lnTo>
                  <a:pt x="574282" y="994715"/>
                </a:lnTo>
                <a:lnTo>
                  <a:pt x="574282" y="331572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1" name="S06-mark226"/>
          <p:cNvSpPr/>
          <p:nvPr/>
        </p:nvSpPr>
        <p:spPr>
          <a:xfrm>
            <a:off x="2825094" y="3399130"/>
            <a:ext cx="574282" cy="994715"/>
          </a:xfrm>
          <a:custGeom>
            <a:avLst/>
            <a:gdLst/>
            <a:ahLst/>
            <a:cxnLst/>
            <a:rect l="l" t="t" r="r" b="b"/>
            <a:pathLst>
              <a:path w="574282" h="994715">
                <a:moveTo>
                  <a:pt x="0" y="994715"/>
                </a:moveTo>
                <a:lnTo>
                  <a:pt x="574282" y="663143"/>
                </a:lnTo>
                <a:lnTo>
                  <a:pt x="574282" y="0"/>
                </a:lnTo>
                <a:lnTo>
                  <a:pt x="0" y="331572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2" name="S06-mark227"/>
          <p:cNvSpPr/>
          <p:nvPr/>
        </p:nvSpPr>
        <p:spPr>
          <a:xfrm>
            <a:off x="2825094" y="2072843"/>
            <a:ext cx="1148564" cy="663143"/>
          </a:xfrm>
          <a:custGeom>
            <a:avLst/>
            <a:gdLst/>
            <a:ahLst/>
            <a:cxnLst/>
            <a:rect l="l" t="t" r="r" b="b"/>
            <a:pathLst>
              <a:path w="1148564" h="663143">
                <a:moveTo>
                  <a:pt x="0" y="331572"/>
                </a:moveTo>
                <a:lnTo>
                  <a:pt x="574282" y="663143"/>
                </a:lnTo>
                <a:lnTo>
                  <a:pt x="1148564" y="331572"/>
                </a:lnTo>
                <a:lnTo>
                  <a:pt x="574282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3" name="S06-mark228"/>
          <p:cNvSpPr/>
          <p:nvPr/>
        </p:nvSpPr>
        <p:spPr>
          <a:xfrm>
            <a:off x="2825094" y="2404415"/>
            <a:ext cx="574282" cy="994715"/>
          </a:xfrm>
          <a:custGeom>
            <a:avLst/>
            <a:gdLst/>
            <a:ahLst/>
            <a:cxnLst/>
            <a:rect l="l" t="t" r="r" b="b"/>
            <a:pathLst>
              <a:path w="574282" h="994715">
                <a:moveTo>
                  <a:pt x="0" y="663143"/>
                </a:moveTo>
                <a:lnTo>
                  <a:pt x="574282" y="994715"/>
                </a:lnTo>
                <a:lnTo>
                  <a:pt x="574282" y="331572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4" name="S06-mark229"/>
          <p:cNvSpPr/>
          <p:nvPr/>
        </p:nvSpPr>
        <p:spPr>
          <a:xfrm>
            <a:off x="3399376" y="2404415"/>
            <a:ext cx="574282" cy="994715"/>
          </a:xfrm>
          <a:custGeom>
            <a:avLst/>
            <a:gdLst/>
            <a:ahLst/>
            <a:cxnLst/>
            <a:rect l="l" t="t" r="r" b="b"/>
            <a:pathLst>
              <a:path w="574282" h="994715">
                <a:moveTo>
                  <a:pt x="0" y="994715"/>
                </a:moveTo>
                <a:lnTo>
                  <a:pt x="574282" y="663143"/>
                </a:lnTo>
                <a:lnTo>
                  <a:pt x="574282" y="0"/>
                </a:lnTo>
                <a:lnTo>
                  <a:pt x="0" y="331572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06-mark230"/>
          <p:cNvSpPr/>
          <p:nvPr/>
        </p:nvSpPr>
        <p:spPr>
          <a:xfrm>
            <a:off x="2825094" y="3399130"/>
            <a:ext cx="1148564" cy="663143"/>
          </a:xfrm>
          <a:custGeom>
            <a:avLst/>
            <a:gdLst/>
            <a:ahLst/>
            <a:cxnLst/>
            <a:rect l="l" t="t" r="r" b="b"/>
            <a:pathLst>
              <a:path w="1148564" h="663143">
                <a:moveTo>
                  <a:pt x="0" y="331572"/>
                </a:moveTo>
                <a:lnTo>
                  <a:pt x="574282" y="663143"/>
                </a:lnTo>
                <a:lnTo>
                  <a:pt x="1148564" y="331572"/>
                </a:lnTo>
                <a:lnTo>
                  <a:pt x="574282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6" name="S06-mark231"/>
          <p:cNvSpPr/>
          <p:nvPr/>
        </p:nvSpPr>
        <p:spPr>
          <a:xfrm>
            <a:off x="2825094" y="3730701"/>
            <a:ext cx="574282" cy="994715"/>
          </a:xfrm>
          <a:custGeom>
            <a:avLst/>
            <a:gdLst/>
            <a:ahLst/>
            <a:cxnLst/>
            <a:rect l="l" t="t" r="r" b="b"/>
            <a:pathLst>
              <a:path w="574282" h="994715">
                <a:moveTo>
                  <a:pt x="0" y="663143"/>
                </a:moveTo>
                <a:lnTo>
                  <a:pt x="574282" y="994715"/>
                </a:lnTo>
                <a:lnTo>
                  <a:pt x="574282" y="331572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7" name="S06-mark232"/>
          <p:cNvSpPr/>
          <p:nvPr/>
        </p:nvSpPr>
        <p:spPr>
          <a:xfrm>
            <a:off x="3399376" y="3730701"/>
            <a:ext cx="574282" cy="994715"/>
          </a:xfrm>
          <a:custGeom>
            <a:avLst/>
            <a:gdLst/>
            <a:ahLst/>
            <a:cxnLst/>
            <a:rect l="l" t="t" r="r" b="b"/>
            <a:pathLst>
              <a:path w="574282" h="994715">
                <a:moveTo>
                  <a:pt x="0" y="994715"/>
                </a:moveTo>
                <a:lnTo>
                  <a:pt x="574282" y="663143"/>
                </a:lnTo>
                <a:lnTo>
                  <a:pt x="574282" y="0"/>
                </a:lnTo>
                <a:lnTo>
                  <a:pt x="0" y="331572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8" name="S06-mark233"/>
          <p:cNvSpPr/>
          <p:nvPr/>
        </p:nvSpPr>
        <p:spPr>
          <a:xfrm>
            <a:off x="2250812" y="2404415"/>
            <a:ext cx="1148564" cy="663143"/>
          </a:xfrm>
          <a:custGeom>
            <a:avLst/>
            <a:gdLst/>
            <a:ahLst/>
            <a:cxnLst/>
            <a:rect l="l" t="t" r="r" b="b"/>
            <a:pathLst>
              <a:path w="1148564" h="663143">
                <a:moveTo>
                  <a:pt x="0" y="331572"/>
                </a:moveTo>
                <a:lnTo>
                  <a:pt x="574282" y="663143"/>
                </a:lnTo>
                <a:lnTo>
                  <a:pt x="1148564" y="331572"/>
                </a:lnTo>
                <a:lnTo>
                  <a:pt x="574282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9" name="S06-mark234"/>
          <p:cNvSpPr/>
          <p:nvPr/>
        </p:nvSpPr>
        <p:spPr>
          <a:xfrm>
            <a:off x="2250812" y="2735986"/>
            <a:ext cx="574282" cy="994715"/>
          </a:xfrm>
          <a:custGeom>
            <a:avLst/>
            <a:gdLst/>
            <a:ahLst/>
            <a:cxnLst/>
            <a:rect l="l" t="t" r="r" b="b"/>
            <a:pathLst>
              <a:path w="574282" h="994715">
                <a:moveTo>
                  <a:pt x="0" y="663143"/>
                </a:moveTo>
                <a:lnTo>
                  <a:pt x="574282" y="994715"/>
                </a:lnTo>
                <a:lnTo>
                  <a:pt x="574282" y="331572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0" name="S06-mark235"/>
          <p:cNvSpPr/>
          <p:nvPr/>
        </p:nvSpPr>
        <p:spPr>
          <a:xfrm>
            <a:off x="2825094" y="2735986"/>
            <a:ext cx="574282" cy="994715"/>
          </a:xfrm>
          <a:custGeom>
            <a:avLst/>
            <a:gdLst/>
            <a:ahLst/>
            <a:cxnLst/>
            <a:rect l="l" t="t" r="r" b="b"/>
            <a:pathLst>
              <a:path w="574282" h="994715">
                <a:moveTo>
                  <a:pt x="0" y="994715"/>
                </a:moveTo>
                <a:lnTo>
                  <a:pt x="574282" y="663143"/>
                </a:lnTo>
                <a:lnTo>
                  <a:pt x="574282" y="0"/>
                </a:lnTo>
                <a:lnTo>
                  <a:pt x="0" y="331572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1" name="S06-mark236"/>
          <p:cNvSpPr/>
          <p:nvPr/>
        </p:nvSpPr>
        <p:spPr>
          <a:xfrm>
            <a:off x="2825094" y="1409700"/>
            <a:ext cx="1148564" cy="663143"/>
          </a:xfrm>
          <a:custGeom>
            <a:avLst/>
            <a:gdLst/>
            <a:ahLst/>
            <a:cxnLst/>
            <a:rect l="l" t="t" r="r" b="b"/>
            <a:pathLst>
              <a:path w="1148564" h="663143">
                <a:moveTo>
                  <a:pt x="0" y="331572"/>
                </a:moveTo>
                <a:lnTo>
                  <a:pt x="574282" y="663143"/>
                </a:lnTo>
                <a:lnTo>
                  <a:pt x="1148564" y="331572"/>
                </a:lnTo>
                <a:lnTo>
                  <a:pt x="574282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2" name="S06-mark237"/>
          <p:cNvSpPr/>
          <p:nvPr/>
        </p:nvSpPr>
        <p:spPr>
          <a:xfrm>
            <a:off x="2825094" y="1741272"/>
            <a:ext cx="574282" cy="994715"/>
          </a:xfrm>
          <a:custGeom>
            <a:avLst/>
            <a:gdLst/>
            <a:ahLst/>
            <a:cxnLst/>
            <a:rect l="l" t="t" r="r" b="b"/>
            <a:pathLst>
              <a:path w="574282" h="994715">
                <a:moveTo>
                  <a:pt x="0" y="663143"/>
                </a:moveTo>
                <a:lnTo>
                  <a:pt x="574282" y="994715"/>
                </a:lnTo>
                <a:lnTo>
                  <a:pt x="574282" y="331572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3" name="S06-mark238"/>
          <p:cNvSpPr/>
          <p:nvPr/>
        </p:nvSpPr>
        <p:spPr>
          <a:xfrm>
            <a:off x="3399376" y="1741272"/>
            <a:ext cx="574282" cy="994715"/>
          </a:xfrm>
          <a:custGeom>
            <a:avLst/>
            <a:gdLst/>
            <a:ahLst/>
            <a:cxnLst/>
            <a:rect l="l" t="t" r="r" b="b"/>
            <a:pathLst>
              <a:path w="574282" h="994715">
                <a:moveTo>
                  <a:pt x="0" y="994715"/>
                </a:moveTo>
                <a:lnTo>
                  <a:pt x="574282" y="663143"/>
                </a:lnTo>
                <a:lnTo>
                  <a:pt x="574282" y="0"/>
                </a:lnTo>
                <a:lnTo>
                  <a:pt x="0" y="331572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4" name="S06-mark239"/>
          <p:cNvSpPr/>
          <p:nvPr/>
        </p:nvSpPr>
        <p:spPr>
          <a:xfrm flipV="1">
            <a:off x="1905978" y="3995958"/>
            <a:ext cx="459558" cy="265257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5" name="S06-mark240"/>
          <p:cNvSpPr/>
          <p:nvPr/>
        </p:nvSpPr>
        <p:spPr>
          <a:xfrm flipH="1" flipV="1">
            <a:off x="4146075" y="4161744"/>
            <a:ext cx="459558" cy="265257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6" name="S06-label242"/>
          <p:cNvSpPr txBox="1"/>
          <p:nvPr/>
        </p:nvSpPr>
        <p:spPr>
          <a:xfrm>
            <a:off x="1513275" y="4202641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</a:t>
            </a:r>
            <a:endParaRPr lang="ko-KR" sz="2200" dirty="0"/>
          </a:p>
        </p:txBody>
      </p:sp>
      <p:sp>
        <p:nvSpPr>
          <p:cNvPr id="37" name="S06-label244"/>
          <p:cNvSpPr txBox="1"/>
          <p:nvPr/>
        </p:nvSpPr>
        <p:spPr>
          <a:xfrm>
            <a:off x="4614796" y="4368427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</a:t>
            </a:r>
            <a:endParaRPr lang="ko-KR" sz="2200" dirty="0"/>
          </a:p>
        </p:txBody>
      </p:sp>
      <p:sp>
        <p:nvSpPr>
          <p:cNvPr id="38" name="S06-figure245" descr="위에서 본 모양에 수를 씀: 뒷줄 2, 3 / 앞줄 1, 2, 1"/>
          <p:cNvSpPr/>
          <p:nvPr/>
        </p:nvSpPr>
        <p:spPr>
          <a:xfrm>
            <a:off x="7575804" y="2590927"/>
            <a:ext cx="914400" cy="914400"/>
          </a:xfrm>
          <a:custGeom>
            <a:avLst/>
            <a:gdLst/>
            <a:ahLst/>
            <a:cxnLst/>
            <a:rect l="l" t="t" r="r" b="b"/>
            <a:pathLst>
              <a:path w="914400" h="914400">
                <a:moveTo>
                  <a:pt x="0" y="914400"/>
                </a:moveTo>
                <a:lnTo>
                  <a:pt x="914400" y="914400"/>
                </a:lnTo>
                <a:lnTo>
                  <a:pt x="9144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9" name="S06-mark246"/>
          <p:cNvSpPr/>
          <p:nvPr/>
        </p:nvSpPr>
        <p:spPr>
          <a:xfrm>
            <a:off x="7575804" y="1676527"/>
            <a:ext cx="914400" cy="914400"/>
          </a:xfrm>
          <a:custGeom>
            <a:avLst/>
            <a:gdLst/>
            <a:ahLst/>
            <a:cxnLst/>
            <a:rect l="l" t="t" r="r" b="b"/>
            <a:pathLst>
              <a:path w="914400" h="914400">
                <a:moveTo>
                  <a:pt x="0" y="914400"/>
                </a:moveTo>
                <a:lnTo>
                  <a:pt x="914400" y="914400"/>
                </a:lnTo>
                <a:lnTo>
                  <a:pt x="9144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0" name="S06-mark247"/>
          <p:cNvSpPr/>
          <p:nvPr/>
        </p:nvSpPr>
        <p:spPr>
          <a:xfrm>
            <a:off x="8490204" y="2590927"/>
            <a:ext cx="914400" cy="914400"/>
          </a:xfrm>
          <a:custGeom>
            <a:avLst/>
            <a:gdLst/>
            <a:ahLst/>
            <a:cxnLst/>
            <a:rect l="l" t="t" r="r" b="b"/>
            <a:pathLst>
              <a:path w="914400" h="914400">
                <a:moveTo>
                  <a:pt x="0" y="914400"/>
                </a:moveTo>
                <a:lnTo>
                  <a:pt x="914400" y="914400"/>
                </a:lnTo>
                <a:lnTo>
                  <a:pt x="9144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1" name="S06-mark248"/>
          <p:cNvSpPr/>
          <p:nvPr/>
        </p:nvSpPr>
        <p:spPr>
          <a:xfrm>
            <a:off x="8490204" y="1676527"/>
            <a:ext cx="914400" cy="914400"/>
          </a:xfrm>
          <a:custGeom>
            <a:avLst/>
            <a:gdLst/>
            <a:ahLst/>
            <a:cxnLst/>
            <a:rect l="l" t="t" r="r" b="b"/>
            <a:pathLst>
              <a:path w="914400" h="914400">
                <a:moveTo>
                  <a:pt x="0" y="914400"/>
                </a:moveTo>
                <a:lnTo>
                  <a:pt x="914400" y="914400"/>
                </a:lnTo>
                <a:lnTo>
                  <a:pt x="9144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2" name="S06-mark249"/>
          <p:cNvSpPr/>
          <p:nvPr/>
        </p:nvSpPr>
        <p:spPr>
          <a:xfrm>
            <a:off x="9404604" y="2590927"/>
            <a:ext cx="914400" cy="914400"/>
          </a:xfrm>
          <a:custGeom>
            <a:avLst/>
            <a:gdLst/>
            <a:ahLst/>
            <a:cxnLst/>
            <a:rect l="l" t="t" r="r" b="b"/>
            <a:pathLst>
              <a:path w="914400" h="914400">
                <a:moveTo>
                  <a:pt x="0" y="914400"/>
                </a:moveTo>
                <a:lnTo>
                  <a:pt x="914400" y="914400"/>
                </a:lnTo>
                <a:lnTo>
                  <a:pt x="9144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3" name="S06-label251"/>
          <p:cNvSpPr txBox="1"/>
          <p:nvPr/>
        </p:nvSpPr>
        <p:spPr>
          <a:xfrm>
            <a:off x="7885938" y="2873502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44" name="S06-label253"/>
          <p:cNvSpPr txBox="1"/>
          <p:nvPr/>
        </p:nvSpPr>
        <p:spPr>
          <a:xfrm>
            <a:off x="7885938" y="1959102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45" name="S06-label255"/>
          <p:cNvSpPr txBox="1"/>
          <p:nvPr/>
        </p:nvSpPr>
        <p:spPr>
          <a:xfrm>
            <a:off x="8800338" y="2873502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46" name="S06-label257"/>
          <p:cNvSpPr txBox="1"/>
          <p:nvPr/>
        </p:nvSpPr>
        <p:spPr>
          <a:xfrm>
            <a:off x="8800338" y="1959102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47" name="S06-label259"/>
          <p:cNvSpPr txBox="1"/>
          <p:nvPr/>
        </p:nvSpPr>
        <p:spPr>
          <a:xfrm>
            <a:off x="9714738" y="2873502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48" name="S06-label261"/>
          <p:cNvSpPr txBox="1"/>
          <p:nvPr/>
        </p:nvSpPr>
        <p:spPr>
          <a:xfrm>
            <a:off x="8755634" y="3833622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</a:t>
            </a:r>
            <a:endParaRPr lang="ko-KR" sz="2200" dirty="0"/>
          </a:p>
        </p:txBody>
      </p:sp>
      <p:sp>
        <p:nvSpPr>
          <p:cNvPr id="49" name="S06-label262"/>
          <p:cNvSpPr txBox="1"/>
          <p:nvPr/>
        </p:nvSpPr>
        <p:spPr>
          <a:xfrm>
            <a:off x="6254496" y="4432046"/>
            <a:ext cx="538581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자리마다 쌓은 개수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층별로 나타낸 모양</a:t>
            </a:r>
            <a:endParaRPr lang="ko-KR" sz="4000" dirty="0"/>
          </a:p>
        </p:txBody>
      </p:sp>
      <p:sp>
        <p:nvSpPr>
          <p:cNvPr id="3" name="S07-card26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26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층마다 색칠한 칸을 세어 더해요. 5 + 2 + 1 = 8</a:t>
            </a:r>
            <a:endParaRPr lang="ko-KR" sz="2800" dirty="0"/>
          </a:p>
        </p:txBody>
      </p:sp>
      <p:sp>
        <p:nvSpPr>
          <p:cNvPr id="5" name="S07-figure265" descr="쌓기나무 8개로 쌓은 모양: 앞줄은 왼쪽부터 3층, 1층, 1층, 뒷줄은 왼쪽부터 2층, 1층"/>
          <p:cNvSpPr/>
          <p:nvPr/>
        </p:nvSpPr>
        <p:spPr>
          <a:xfrm>
            <a:off x="1324124" y="2656332"/>
            <a:ext cx="981919" cy="566928"/>
          </a:xfrm>
          <a:custGeom>
            <a:avLst/>
            <a:gdLst/>
            <a:ahLst/>
            <a:cxnLst/>
            <a:rect l="l" t="t" r="r" b="b"/>
            <a:pathLst>
              <a:path w="981919" h="566928">
                <a:moveTo>
                  <a:pt x="0" y="283464"/>
                </a:moveTo>
                <a:lnTo>
                  <a:pt x="490960" y="566928"/>
                </a:lnTo>
                <a:lnTo>
                  <a:pt x="981919" y="283464"/>
                </a:lnTo>
                <a:lnTo>
                  <a:pt x="49096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" name="S07-mark266"/>
          <p:cNvSpPr/>
          <p:nvPr/>
        </p:nvSpPr>
        <p:spPr>
          <a:xfrm>
            <a:off x="1324124" y="2939796"/>
            <a:ext cx="490960" cy="850392"/>
          </a:xfrm>
          <a:custGeom>
            <a:avLst/>
            <a:gdLst/>
            <a:ahLst/>
            <a:cxnLst/>
            <a:rect l="l" t="t" r="r" b="b"/>
            <a:pathLst>
              <a:path w="490960" h="850392">
                <a:moveTo>
                  <a:pt x="0" y="566928"/>
                </a:moveTo>
                <a:lnTo>
                  <a:pt x="490960" y="850392"/>
                </a:lnTo>
                <a:lnTo>
                  <a:pt x="490960" y="283464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7" name="S07-mark267"/>
          <p:cNvSpPr/>
          <p:nvPr/>
        </p:nvSpPr>
        <p:spPr>
          <a:xfrm>
            <a:off x="1815084" y="2939796"/>
            <a:ext cx="490960" cy="850392"/>
          </a:xfrm>
          <a:custGeom>
            <a:avLst/>
            <a:gdLst/>
            <a:ahLst/>
            <a:cxnLst/>
            <a:rect l="l" t="t" r="r" b="b"/>
            <a:pathLst>
              <a:path w="490960" h="850392">
                <a:moveTo>
                  <a:pt x="0" y="850392"/>
                </a:moveTo>
                <a:lnTo>
                  <a:pt x="490960" y="566928"/>
                </a:lnTo>
                <a:lnTo>
                  <a:pt x="490960" y="0"/>
                </a:lnTo>
                <a:lnTo>
                  <a:pt x="0" y="283464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07-mark268"/>
          <p:cNvSpPr/>
          <p:nvPr/>
        </p:nvSpPr>
        <p:spPr>
          <a:xfrm>
            <a:off x="833165" y="2939796"/>
            <a:ext cx="981919" cy="566928"/>
          </a:xfrm>
          <a:custGeom>
            <a:avLst/>
            <a:gdLst/>
            <a:ahLst/>
            <a:cxnLst/>
            <a:rect l="l" t="t" r="r" b="b"/>
            <a:pathLst>
              <a:path w="981919" h="566928">
                <a:moveTo>
                  <a:pt x="0" y="283464"/>
                </a:moveTo>
                <a:lnTo>
                  <a:pt x="490960" y="566928"/>
                </a:lnTo>
                <a:lnTo>
                  <a:pt x="981919" y="283464"/>
                </a:lnTo>
                <a:lnTo>
                  <a:pt x="49096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07-mark269"/>
          <p:cNvSpPr/>
          <p:nvPr/>
        </p:nvSpPr>
        <p:spPr>
          <a:xfrm>
            <a:off x="833165" y="3223260"/>
            <a:ext cx="490960" cy="850392"/>
          </a:xfrm>
          <a:custGeom>
            <a:avLst/>
            <a:gdLst/>
            <a:ahLst/>
            <a:cxnLst/>
            <a:rect l="l" t="t" r="r" b="b"/>
            <a:pathLst>
              <a:path w="490960" h="850392">
                <a:moveTo>
                  <a:pt x="0" y="566928"/>
                </a:moveTo>
                <a:lnTo>
                  <a:pt x="490960" y="850392"/>
                </a:lnTo>
                <a:lnTo>
                  <a:pt x="490960" y="283464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0" name="S07-mark270"/>
          <p:cNvSpPr/>
          <p:nvPr/>
        </p:nvSpPr>
        <p:spPr>
          <a:xfrm>
            <a:off x="1324124" y="3223260"/>
            <a:ext cx="490960" cy="850392"/>
          </a:xfrm>
          <a:custGeom>
            <a:avLst/>
            <a:gdLst/>
            <a:ahLst/>
            <a:cxnLst/>
            <a:rect l="l" t="t" r="r" b="b"/>
            <a:pathLst>
              <a:path w="490960" h="850392">
                <a:moveTo>
                  <a:pt x="0" y="850392"/>
                </a:moveTo>
                <a:lnTo>
                  <a:pt x="490960" y="566928"/>
                </a:lnTo>
                <a:lnTo>
                  <a:pt x="490960" y="0"/>
                </a:lnTo>
                <a:lnTo>
                  <a:pt x="0" y="283464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1" name="S07-mark271"/>
          <p:cNvSpPr/>
          <p:nvPr/>
        </p:nvSpPr>
        <p:spPr>
          <a:xfrm>
            <a:off x="1815084" y="2939796"/>
            <a:ext cx="981919" cy="566928"/>
          </a:xfrm>
          <a:custGeom>
            <a:avLst/>
            <a:gdLst/>
            <a:ahLst/>
            <a:cxnLst/>
            <a:rect l="l" t="t" r="r" b="b"/>
            <a:pathLst>
              <a:path w="981919" h="566928">
                <a:moveTo>
                  <a:pt x="0" y="283464"/>
                </a:moveTo>
                <a:lnTo>
                  <a:pt x="490960" y="566928"/>
                </a:lnTo>
                <a:lnTo>
                  <a:pt x="981919" y="283464"/>
                </a:lnTo>
                <a:lnTo>
                  <a:pt x="49096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2" name="S07-mark272"/>
          <p:cNvSpPr/>
          <p:nvPr/>
        </p:nvSpPr>
        <p:spPr>
          <a:xfrm>
            <a:off x="1815084" y="3223260"/>
            <a:ext cx="490960" cy="850392"/>
          </a:xfrm>
          <a:custGeom>
            <a:avLst/>
            <a:gdLst/>
            <a:ahLst/>
            <a:cxnLst/>
            <a:rect l="l" t="t" r="r" b="b"/>
            <a:pathLst>
              <a:path w="490960" h="850392">
                <a:moveTo>
                  <a:pt x="0" y="566928"/>
                </a:moveTo>
                <a:lnTo>
                  <a:pt x="490960" y="850392"/>
                </a:lnTo>
                <a:lnTo>
                  <a:pt x="490960" y="283464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3" name="S07-mark273"/>
          <p:cNvSpPr/>
          <p:nvPr/>
        </p:nvSpPr>
        <p:spPr>
          <a:xfrm>
            <a:off x="2306044" y="3223260"/>
            <a:ext cx="490960" cy="850392"/>
          </a:xfrm>
          <a:custGeom>
            <a:avLst/>
            <a:gdLst/>
            <a:ahLst/>
            <a:cxnLst/>
            <a:rect l="l" t="t" r="r" b="b"/>
            <a:pathLst>
              <a:path w="490960" h="850392">
                <a:moveTo>
                  <a:pt x="0" y="850392"/>
                </a:moveTo>
                <a:lnTo>
                  <a:pt x="490960" y="566928"/>
                </a:lnTo>
                <a:lnTo>
                  <a:pt x="490960" y="0"/>
                </a:lnTo>
                <a:lnTo>
                  <a:pt x="0" y="283464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4" name="S07-mark274"/>
          <p:cNvSpPr/>
          <p:nvPr/>
        </p:nvSpPr>
        <p:spPr>
          <a:xfrm>
            <a:off x="1324124" y="2089404"/>
            <a:ext cx="981919" cy="566928"/>
          </a:xfrm>
          <a:custGeom>
            <a:avLst/>
            <a:gdLst/>
            <a:ahLst/>
            <a:cxnLst/>
            <a:rect l="l" t="t" r="r" b="b"/>
            <a:pathLst>
              <a:path w="981919" h="566928">
                <a:moveTo>
                  <a:pt x="0" y="283464"/>
                </a:moveTo>
                <a:lnTo>
                  <a:pt x="490960" y="566928"/>
                </a:lnTo>
                <a:lnTo>
                  <a:pt x="981919" y="283464"/>
                </a:lnTo>
                <a:lnTo>
                  <a:pt x="49096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5" name="S07-mark275"/>
          <p:cNvSpPr/>
          <p:nvPr/>
        </p:nvSpPr>
        <p:spPr>
          <a:xfrm>
            <a:off x="1324124" y="2372868"/>
            <a:ext cx="490960" cy="850392"/>
          </a:xfrm>
          <a:custGeom>
            <a:avLst/>
            <a:gdLst/>
            <a:ahLst/>
            <a:cxnLst/>
            <a:rect l="l" t="t" r="r" b="b"/>
            <a:pathLst>
              <a:path w="490960" h="850392">
                <a:moveTo>
                  <a:pt x="0" y="566928"/>
                </a:moveTo>
                <a:lnTo>
                  <a:pt x="490960" y="850392"/>
                </a:lnTo>
                <a:lnTo>
                  <a:pt x="490960" y="283464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6" name="S07-mark276"/>
          <p:cNvSpPr/>
          <p:nvPr/>
        </p:nvSpPr>
        <p:spPr>
          <a:xfrm>
            <a:off x="1815084" y="2372868"/>
            <a:ext cx="490960" cy="850392"/>
          </a:xfrm>
          <a:custGeom>
            <a:avLst/>
            <a:gdLst/>
            <a:ahLst/>
            <a:cxnLst/>
            <a:rect l="l" t="t" r="r" b="b"/>
            <a:pathLst>
              <a:path w="490960" h="850392">
                <a:moveTo>
                  <a:pt x="0" y="850392"/>
                </a:moveTo>
                <a:lnTo>
                  <a:pt x="490960" y="566928"/>
                </a:lnTo>
                <a:lnTo>
                  <a:pt x="490960" y="0"/>
                </a:lnTo>
                <a:lnTo>
                  <a:pt x="0" y="283464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7" name="S07-mark277"/>
          <p:cNvSpPr/>
          <p:nvPr/>
        </p:nvSpPr>
        <p:spPr>
          <a:xfrm>
            <a:off x="1324124" y="3223260"/>
            <a:ext cx="981919" cy="566928"/>
          </a:xfrm>
          <a:custGeom>
            <a:avLst/>
            <a:gdLst/>
            <a:ahLst/>
            <a:cxnLst/>
            <a:rect l="l" t="t" r="r" b="b"/>
            <a:pathLst>
              <a:path w="981919" h="566928">
                <a:moveTo>
                  <a:pt x="0" y="283464"/>
                </a:moveTo>
                <a:lnTo>
                  <a:pt x="490960" y="566928"/>
                </a:lnTo>
                <a:lnTo>
                  <a:pt x="981919" y="283464"/>
                </a:lnTo>
                <a:lnTo>
                  <a:pt x="49096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8" name="S07-mark278"/>
          <p:cNvSpPr/>
          <p:nvPr/>
        </p:nvSpPr>
        <p:spPr>
          <a:xfrm>
            <a:off x="1324124" y="3506724"/>
            <a:ext cx="490960" cy="850392"/>
          </a:xfrm>
          <a:custGeom>
            <a:avLst/>
            <a:gdLst/>
            <a:ahLst/>
            <a:cxnLst/>
            <a:rect l="l" t="t" r="r" b="b"/>
            <a:pathLst>
              <a:path w="490960" h="850392">
                <a:moveTo>
                  <a:pt x="0" y="566928"/>
                </a:moveTo>
                <a:lnTo>
                  <a:pt x="490960" y="850392"/>
                </a:lnTo>
                <a:lnTo>
                  <a:pt x="490960" y="283464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9" name="S07-mark279"/>
          <p:cNvSpPr/>
          <p:nvPr/>
        </p:nvSpPr>
        <p:spPr>
          <a:xfrm>
            <a:off x="1815084" y="3506724"/>
            <a:ext cx="490960" cy="850392"/>
          </a:xfrm>
          <a:custGeom>
            <a:avLst/>
            <a:gdLst/>
            <a:ahLst/>
            <a:cxnLst/>
            <a:rect l="l" t="t" r="r" b="b"/>
            <a:pathLst>
              <a:path w="490960" h="850392">
                <a:moveTo>
                  <a:pt x="0" y="850392"/>
                </a:moveTo>
                <a:lnTo>
                  <a:pt x="490960" y="566928"/>
                </a:lnTo>
                <a:lnTo>
                  <a:pt x="490960" y="0"/>
                </a:lnTo>
                <a:lnTo>
                  <a:pt x="0" y="283464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0" name="S07-mark280"/>
          <p:cNvSpPr/>
          <p:nvPr/>
        </p:nvSpPr>
        <p:spPr>
          <a:xfrm>
            <a:off x="833165" y="2372868"/>
            <a:ext cx="981919" cy="566928"/>
          </a:xfrm>
          <a:custGeom>
            <a:avLst/>
            <a:gdLst/>
            <a:ahLst/>
            <a:cxnLst/>
            <a:rect l="l" t="t" r="r" b="b"/>
            <a:pathLst>
              <a:path w="981919" h="566928">
                <a:moveTo>
                  <a:pt x="0" y="283464"/>
                </a:moveTo>
                <a:lnTo>
                  <a:pt x="490960" y="566928"/>
                </a:lnTo>
                <a:lnTo>
                  <a:pt x="981919" y="283464"/>
                </a:lnTo>
                <a:lnTo>
                  <a:pt x="49096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1" name="S07-mark281"/>
          <p:cNvSpPr/>
          <p:nvPr/>
        </p:nvSpPr>
        <p:spPr>
          <a:xfrm>
            <a:off x="833165" y="2656332"/>
            <a:ext cx="490960" cy="850392"/>
          </a:xfrm>
          <a:custGeom>
            <a:avLst/>
            <a:gdLst/>
            <a:ahLst/>
            <a:cxnLst/>
            <a:rect l="l" t="t" r="r" b="b"/>
            <a:pathLst>
              <a:path w="490960" h="850392">
                <a:moveTo>
                  <a:pt x="0" y="566928"/>
                </a:moveTo>
                <a:lnTo>
                  <a:pt x="490960" y="850392"/>
                </a:lnTo>
                <a:lnTo>
                  <a:pt x="490960" y="283464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2" name="S07-mark282"/>
          <p:cNvSpPr/>
          <p:nvPr/>
        </p:nvSpPr>
        <p:spPr>
          <a:xfrm>
            <a:off x="1324124" y="2656332"/>
            <a:ext cx="490960" cy="850392"/>
          </a:xfrm>
          <a:custGeom>
            <a:avLst/>
            <a:gdLst/>
            <a:ahLst/>
            <a:cxnLst/>
            <a:rect l="l" t="t" r="r" b="b"/>
            <a:pathLst>
              <a:path w="490960" h="850392">
                <a:moveTo>
                  <a:pt x="0" y="850392"/>
                </a:moveTo>
                <a:lnTo>
                  <a:pt x="490960" y="566928"/>
                </a:lnTo>
                <a:lnTo>
                  <a:pt x="490960" y="0"/>
                </a:lnTo>
                <a:lnTo>
                  <a:pt x="0" y="283464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3" name="S07-mark283"/>
          <p:cNvSpPr/>
          <p:nvPr/>
        </p:nvSpPr>
        <p:spPr>
          <a:xfrm>
            <a:off x="1815084" y="3506724"/>
            <a:ext cx="981919" cy="566928"/>
          </a:xfrm>
          <a:custGeom>
            <a:avLst/>
            <a:gdLst/>
            <a:ahLst/>
            <a:cxnLst/>
            <a:rect l="l" t="t" r="r" b="b"/>
            <a:pathLst>
              <a:path w="981919" h="566928">
                <a:moveTo>
                  <a:pt x="0" y="283464"/>
                </a:moveTo>
                <a:lnTo>
                  <a:pt x="490960" y="566928"/>
                </a:lnTo>
                <a:lnTo>
                  <a:pt x="981919" y="283464"/>
                </a:lnTo>
                <a:lnTo>
                  <a:pt x="49096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4" name="S07-mark284"/>
          <p:cNvSpPr/>
          <p:nvPr/>
        </p:nvSpPr>
        <p:spPr>
          <a:xfrm>
            <a:off x="1815084" y="3790188"/>
            <a:ext cx="490960" cy="850392"/>
          </a:xfrm>
          <a:custGeom>
            <a:avLst/>
            <a:gdLst/>
            <a:ahLst/>
            <a:cxnLst/>
            <a:rect l="l" t="t" r="r" b="b"/>
            <a:pathLst>
              <a:path w="490960" h="850392">
                <a:moveTo>
                  <a:pt x="0" y="566928"/>
                </a:moveTo>
                <a:lnTo>
                  <a:pt x="490960" y="850392"/>
                </a:lnTo>
                <a:lnTo>
                  <a:pt x="490960" y="283464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07-mark285"/>
          <p:cNvSpPr/>
          <p:nvPr/>
        </p:nvSpPr>
        <p:spPr>
          <a:xfrm>
            <a:off x="2306044" y="3790188"/>
            <a:ext cx="490960" cy="850392"/>
          </a:xfrm>
          <a:custGeom>
            <a:avLst/>
            <a:gdLst/>
            <a:ahLst/>
            <a:cxnLst/>
            <a:rect l="l" t="t" r="r" b="b"/>
            <a:pathLst>
              <a:path w="490960" h="850392">
                <a:moveTo>
                  <a:pt x="0" y="850392"/>
                </a:moveTo>
                <a:lnTo>
                  <a:pt x="490960" y="566928"/>
                </a:lnTo>
                <a:lnTo>
                  <a:pt x="490960" y="0"/>
                </a:lnTo>
                <a:lnTo>
                  <a:pt x="0" y="283464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6" name="S07-mark286"/>
          <p:cNvSpPr/>
          <p:nvPr/>
        </p:nvSpPr>
        <p:spPr>
          <a:xfrm>
            <a:off x="833165" y="1805940"/>
            <a:ext cx="981919" cy="566928"/>
          </a:xfrm>
          <a:custGeom>
            <a:avLst/>
            <a:gdLst/>
            <a:ahLst/>
            <a:cxnLst/>
            <a:rect l="l" t="t" r="r" b="b"/>
            <a:pathLst>
              <a:path w="981919" h="566928">
                <a:moveTo>
                  <a:pt x="0" y="283464"/>
                </a:moveTo>
                <a:lnTo>
                  <a:pt x="490960" y="566928"/>
                </a:lnTo>
                <a:lnTo>
                  <a:pt x="981919" y="283464"/>
                </a:lnTo>
                <a:lnTo>
                  <a:pt x="49096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7" name="S07-mark287"/>
          <p:cNvSpPr/>
          <p:nvPr/>
        </p:nvSpPr>
        <p:spPr>
          <a:xfrm>
            <a:off x="833165" y="2089404"/>
            <a:ext cx="490960" cy="850392"/>
          </a:xfrm>
          <a:custGeom>
            <a:avLst/>
            <a:gdLst/>
            <a:ahLst/>
            <a:cxnLst/>
            <a:rect l="l" t="t" r="r" b="b"/>
            <a:pathLst>
              <a:path w="490960" h="850392">
                <a:moveTo>
                  <a:pt x="0" y="566928"/>
                </a:moveTo>
                <a:lnTo>
                  <a:pt x="490960" y="850392"/>
                </a:lnTo>
                <a:lnTo>
                  <a:pt x="490960" y="283464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8" name="S07-mark288"/>
          <p:cNvSpPr/>
          <p:nvPr/>
        </p:nvSpPr>
        <p:spPr>
          <a:xfrm>
            <a:off x="1324124" y="2089404"/>
            <a:ext cx="490960" cy="850392"/>
          </a:xfrm>
          <a:custGeom>
            <a:avLst/>
            <a:gdLst/>
            <a:ahLst/>
            <a:cxnLst/>
            <a:rect l="l" t="t" r="r" b="b"/>
            <a:pathLst>
              <a:path w="490960" h="850392">
                <a:moveTo>
                  <a:pt x="0" y="850392"/>
                </a:moveTo>
                <a:lnTo>
                  <a:pt x="490960" y="566928"/>
                </a:lnTo>
                <a:lnTo>
                  <a:pt x="490960" y="0"/>
                </a:lnTo>
                <a:lnTo>
                  <a:pt x="0" y="283464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9" name="S07-cell289"/>
          <p:cNvSpPr/>
          <p:nvPr/>
        </p:nvSpPr>
        <p:spPr>
          <a:xfrm>
            <a:off x="3982212" y="2540889"/>
            <a:ext cx="45720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7-cell290"/>
          <p:cNvSpPr/>
          <p:nvPr/>
        </p:nvSpPr>
        <p:spPr>
          <a:xfrm>
            <a:off x="4439412" y="2540889"/>
            <a:ext cx="45720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7-cell291"/>
          <p:cNvSpPr/>
          <p:nvPr/>
        </p:nvSpPr>
        <p:spPr>
          <a:xfrm>
            <a:off x="4896612" y="2540889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07-cell292"/>
          <p:cNvSpPr/>
          <p:nvPr/>
        </p:nvSpPr>
        <p:spPr>
          <a:xfrm>
            <a:off x="3982212" y="2998089"/>
            <a:ext cx="45720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7-cell293"/>
          <p:cNvSpPr/>
          <p:nvPr/>
        </p:nvSpPr>
        <p:spPr>
          <a:xfrm>
            <a:off x="4439412" y="2998089"/>
            <a:ext cx="45720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7-cell294"/>
          <p:cNvSpPr/>
          <p:nvPr/>
        </p:nvSpPr>
        <p:spPr>
          <a:xfrm>
            <a:off x="4896612" y="2998089"/>
            <a:ext cx="45720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7-figure295" descr="1층 모양: 앞줄 3칸, 뒷줄 왼쪽 2칸, 모두 5칸 색칠"/>
          <p:cNvSpPr/>
          <p:nvPr/>
        </p:nvSpPr>
        <p:spPr>
          <a:xfrm>
            <a:off x="3982212" y="2540889"/>
            <a:ext cx="1371600" cy="9144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6" name="S07-label296"/>
          <p:cNvSpPr txBox="1"/>
          <p:nvPr/>
        </p:nvSpPr>
        <p:spPr>
          <a:xfrm>
            <a:off x="3401568" y="4743450"/>
            <a:ext cx="2532888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1층</a:t>
            </a:r>
            <a:endParaRPr lang="ko-KR" sz="2200" dirty="0"/>
          </a:p>
        </p:txBody>
      </p:sp>
      <p:sp>
        <p:nvSpPr>
          <p:cNvPr id="37" name="S07-cell297"/>
          <p:cNvSpPr/>
          <p:nvPr/>
        </p:nvSpPr>
        <p:spPr>
          <a:xfrm>
            <a:off x="6835140" y="2540889"/>
            <a:ext cx="45720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07-cell298"/>
          <p:cNvSpPr/>
          <p:nvPr/>
        </p:nvSpPr>
        <p:spPr>
          <a:xfrm>
            <a:off x="7292340" y="2540889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07-cell299"/>
          <p:cNvSpPr/>
          <p:nvPr/>
        </p:nvSpPr>
        <p:spPr>
          <a:xfrm>
            <a:off x="7749540" y="2540889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07-cell300"/>
          <p:cNvSpPr/>
          <p:nvPr/>
        </p:nvSpPr>
        <p:spPr>
          <a:xfrm>
            <a:off x="6835140" y="2998089"/>
            <a:ext cx="45720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07-cell301"/>
          <p:cNvSpPr/>
          <p:nvPr/>
        </p:nvSpPr>
        <p:spPr>
          <a:xfrm>
            <a:off x="7292340" y="2998089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2" name="S07-cell302"/>
          <p:cNvSpPr/>
          <p:nvPr/>
        </p:nvSpPr>
        <p:spPr>
          <a:xfrm>
            <a:off x="7749540" y="2998089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3" name="S07-figure303" descr="2층 모양: 앞줄 왼쪽 1칸, 뒷줄 왼쪽 1칸, 모두 2칸 색칠"/>
          <p:cNvSpPr/>
          <p:nvPr/>
        </p:nvSpPr>
        <p:spPr>
          <a:xfrm>
            <a:off x="6835140" y="2540889"/>
            <a:ext cx="1371600" cy="9144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4" name="S07-label304"/>
          <p:cNvSpPr txBox="1"/>
          <p:nvPr/>
        </p:nvSpPr>
        <p:spPr>
          <a:xfrm>
            <a:off x="6254496" y="4743450"/>
            <a:ext cx="2532888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2층</a:t>
            </a:r>
            <a:endParaRPr lang="ko-KR" sz="2200" dirty="0"/>
          </a:p>
        </p:txBody>
      </p:sp>
      <p:sp>
        <p:nvSpPr>
          <p:cNvPr id="45" name="S07-cell305"/>
          <p:cNvSpPr/>
          <p:nvPr/>
        </p:nvSpPr>
        <p:spPr>
          <a:xfrm>
            <a:off x="9688068" y="2540889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6" name="S07-cell306"/>
          <p:cNvSpPr/>
          <p:nvPr/>
        </p:nvSpPr>
        <p:spPr>
          <a:xfrm>
            <a:off x="10145268" y="2540889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7" name="S07-cell307"/>
          <p:cNvSpPr/>
          <p:nvPr/>
        </p:nvSpPr>
        <p:spPr>
          <a:xfrm>
            <a:off x="10602468" y="2540889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8" name="S07-cell308"/>
          <p:cNvSpPr/>
          <p:nvPr/>
        </p:nvSpPr>
        <p:spPr>
          <a:xfrm>
            <a:off x="9688068" y="2998089"/>
            <a:ext cx="45720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9" name="S07-cell309"/>
          <p:cNvSpPr/>
          <p:nvPr/>
        </p:nvSpPr>
        <p:spPr>
          <a:xfrm>
            <a:off x="10145268" y="2998089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0" name="S07-cell310"/>
          <p:cNvSpPr/>
          <p:nvPr/>
        </p:nvSpPr>
        <p:spPr>
          <a:xfrm>
            <a:off x="10602468" y="2998089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1" name="S07-figure311" descr="3층 모양: 앞줄 왼쪽 1칸 색칠"/>
          <p:cNvSpPr/>
          <p:nvPr/>
        </p:nvSpPr>
        <p:spPr>
          <a:xfrm>
            <a:off x="9688068" y="2540889"/>
            <a:ext cx="1371600" cy="9144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52" name="S07-label312"/>
          <p:cNvSpPr txBox="1"/>
          <p:nvPr/>
        </p:nvSpPr>
        <p:spPr>
          <a:xfrm>
            <a:off x="9107424" y="4743450"/>
            <a:ext cx="2532888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3층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수를 보고 알아내기</a:t>
            </a:r>
            <a:endParaRPr lang="ko-KR" sz="4000" dirty="0"/>
          </a:p>
        </p:txBody>
      </p:sp>
      <p:sp>
        <p:nvSpPr>
          <p:cNvPr id="3" name="S08-text31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위에서 본 모양에 쌓은 개수를 썼어요.</a:t>
            </a:r>
            <a:endParaRPr lang="ko-KR" sz="2800" dirty="0"/>
          </a:p>
        </p:txBody>
      </p:sp>
      <p:sp>
        <p:nvSpPr>
          <p:cNvPr id="4" name="S08-card31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8-cardtext31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앞·옆에서는 줄마다 가장 큰 수만 보여요.</a:t>
            </a:r>
            <a:endParaRPr lang="ko-KR" sz="2800" dirty="0"/>
          </a:p>
        </p:txBody>
      </p:sp>
      <p:sp>
        <p:nvSpPr>
          <p:cNvPr id="6" name="S08-figure316" descr="위에서 본 모양에 수를 씀: 뒷줄 3, 1, 2 / 앞줄 2, 1, 1"/>
          <p:cNvSpPr/>
          <p:nvPr/>
        </p:nvSpPr>
        <p:spPr>
          <a:xfrm>
            <a:off x="7587234" y="3314700"/>
            <a:ext cx="914400" cy="914400"/>
          </a:xfrm>
          <a:custGeom>
            <a:avLst/>
            <a:gdLst/>
            <a:ahLst/>
            <a:cxnLst/>
            <a:rect l="l" t="t" r="r" b="b"/>
            <a:pathLst>
              <a:path w="914400" h="914400">
                <a:moveTo>
                  <a:pt x="0" y="914400"/>
                </a:moveTo>
                <a:lnTo>
                  <a:pt x="914400" y="914400"/>
                </a:lnTo>
                <a:lnTo>
                  <a:pt x="9144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7" name="S08-mark317"/>
          <p:cNvSpPr/>
          <p:nvPr/>
        </p:nvSpPr>
        <p:spPr>
          <a:xfrm>
            <a:off x="7587234" y="2400300"/>
            <a:ext cx="914400" cy="914400"/>
          </a:xfrm>
          <a:custGeom>
            <a:avLst/>
            <a:gdLst/>
            <a:ahLst/>
            <a:cxnLst/>
            <a:rect l="l" t="t" r="r" b="b"/>
            <a:pathLst>
              <a:path w="914400" h="914400">
                <a:moveTo>
                  <a:pt x="0" y="914400"/>
                </a:moveTo>
                <a:lnTo>
                  <a:pt x="914400" y="914400"/>
                </a:lnTo>
                <a:lnTo>
                  <a:pt x="9144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08-mark318"/>
          <p:cNvSpPr/>
          <p:nvPr/>
        </p:nvSpPr>
        <p:spPr>
          <a:xfrm>
            <a:off x="8501634" y="3314700"/>
            <a:ext cx="914400" cy="914400"/>
          </a:xfrm>
          <a:custGeom>
            <a:avLst/>
            <a:gdLst/>
            <a:ahLst/>
            <a:cxnLst/>
            <a:rect l="l" t="t" r="r" b="b"/>
            <a:pathLst>
              <a:path w="914400" h="914400">
                <a:moveTo>
                  <a:pt x="0" y="914400"/>
                </a:moveTo>
                <a:lnTo>
                  <a:pt x="914400" y="914400"/>
                </a:lnTo>
                <a:lnTo>
                  <a:pt x="9144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08-mark319"/>
          <p:cNvSpPr/>
          <p:nvPr/>
        </p:nvSpPr>
        <p:spPr>
          <a:xfrm>
            <a:off x="8501634" y="2400300"/>
            <a:ext cx="914400" cy="914400"/>
          </a:xfrm>
          <a:custGeom>
            <a:avLst/>
            <a:gdLst/>
            <a:ahLst/>
            <a:cxnLst/>
            <a:rect l="l" t="t" r="r" b="b"/>
            <a:pathLst>
              <a:path w="914400" h="914400">
                <a:moveTo>
                  <a:pt x="0" y="914400"/>
                </a:moveTo>
                <a:lnTo>
                  <a:pt x="914400" y="914400"/>
                </a:lnTo>
                <a:lnTo>
                  <a:pt x="9144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0" name="S08-mark320"/>
          <p:cNvSpPr/>
          <p:nvPr/>
        </p:nvSpPr>
        <p:spPr>
          <a:xfrm>
            <a:off x="9416034" y="3314700"/>
            <a:ext cx="914400" cy="914400"/>
          </a:xfrm>
          <a:custGeom>
            <a:avLst/>
            <a:gdLst/>
            <a:ahLst/>
            <a:cxnLst/>
            <a:rect l="l" t="t" r="r" b="b"/>
            <a:pathLst>
              <a:path w="914400" h="914400">
                <a:moveTo>
                  <a:pt x="0" y="914400"/>
                </a:moveTo>
                <a:lnTo>
                  <a:pt x="914400" y="914400"/>
                </a:lnTo>
                <a:lnTo>
                  <a:pt x="9144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1" name="S08-mark321"/>
          <p:cNvSpPr/>
          <p:nvPr/>
        </p:nvSpPr>
        <p:spPr>
          <a:xfrm>
            <a:off x="9416034" y="2400300"/>
            <a:ext cx="914400" cy="914400"/>
          </a:xfrm>
          <a:custGeom>
            <a:avLst/>
            <a:gdLst/>
            <a:ahLst/>
            <a:cxnLst/>
            <a:rect l="l" t="t" r="r" b="b"/>
            <a:pathLst>
              <a:path w="914400" h="914400">
                <a:moveTo>
                  <a:pt x="0" y="914400"/>
                </a:moveTo>
                <a:lnTo>
                  <a:pt x="914400" y="914400"/>
                </a:lnTo>
                <a:lnTo>
                  <a:pt x="9144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2" name="S08-label323"/>
          <p:cNvSpPr txBox="1"/>
          <p:nvPr/>
        </p:nvSpPr>
        <p:spPr>
          <a:xfrm>
            <a:off x="7897368" y="3597275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13" name="S08-label325"/>
          <p:cNvSpPr txBox="1"/>
          <p:nvPr/>
        </p:nvSpPr>
        <p:spPr>
          <a:xfrm>
            <a:off x="7897368" y="2682875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4" name="S08-label327"/>
          <p:cNvSpPr txBox="1"/>
          <p:nvPr/>
        </p:nvSpPr>
        <p:spPr>
          <a:xfrm>
            <a:off x="8811768" y="3597275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15" name="S08-label329"/>
          <p:cNvSpPr txBox="1"/>
          <p:nvPr/>
        </p:nvSpPr>
        <p:spPr>
          <a:xfrm>
            <a:off x="8811768" y="2682875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16" name="S08-label331"/>
          <p:cNvSpPr txBox="1"/>
          <p:nvPr/>
        </p:nvSpPr>
        <p:spPr>
          <a:xfrm>
            <a:off x="9726168" y="3597275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17" name="S08-label333"/>
          <p:cNvSpPr txBox="1"/>
          <p:nvPr/>
        </p:nvSpPr>
        <p:spPr>
          <a:xfrm>
            <a:off x="9726168" y="2682875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18" name="S08-label335"/>
          <p:cNvSpPr txBox="1"/>
          <p:nvPr/>
        </p:nvSpPr>
        <p:spPr>
          <a:xfrm>
            <a:off x="8767064" y="4557395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</a:t>
            </a:r>
            <a:endParaRPr lang="ko-KR" sz="2200" dirty="0"/>
          </a:p>
        </p:txBody>
      </p:sp>
      <p:sp>
        <p:nvSpPr>
          <p:cNvPr id="19" name="S08-chip336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20" name="S08-text337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쌓기나무는 모두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개인가요?</a:t>
            </a:r>
            <a:endParaRPr lang="ko-KR" sz="2800" dirty="0"/>
          </a:p>
        </p:txBody>
      </p:sp>
      <p:sp>
        <p:nvSpPr>
          <p:cNvPr id="21" name="S08-chip338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22" name="S08-text339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앞에서 보면 왼쪽 줄부터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층씩 보이나요?</a:t>
            </a:r>
            <a:endParaRPr lang="ko-KR" sz="2800" dirty="0"/>
          </a:p>
        </p:txBody>
      </p:sp>
      <p:sp>
        <p:nvSpPr>
          <p:cNvPr id="23" name="S08-chip340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24" name="S08-text341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옆에서 보면 앞줄부터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층씩 보이나요?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맞게 그렸을까요?</a:t>
            </a:r>
            <a:endParaRPr lang="ko-KR" sz="4000" dirty="0"/>
          </a:p>
        </p:txBody>
      </p:sp>
      <p:sp>
        <p:nvSpPr>
          <p:cNvPr id="3" name="S09-text34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 모양을 앞에서 본 모양을 그렸어요.</a:t>
            </a:r>
            <a:endParaRPr lang="ko-KR" sz="2800" dirty="0"/>
          </a:p>
        </p:txBody>
      </p:sp>
      <p:sp>
        <p:nvSpPr>
          <p:cNvPr id="4" name="S09-card34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34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토끼는 가, 곰은 나처럼 그렸어요. 누가 맞을까요?</a:t>
            </a:r>
            <a:endParaRPr lang="ko-KR" sz="2800" dirty="0"/>
          </a:p>
        </p:txBody>
      </p:sp>
      <p:sp>
        <p:nvSpPr>
          <p:cNvPr id="6" name="S09-figure345" descr="위에서 본 모양에 수를 씀: 뒷줄 1, 1, 1 / 앞줄 1, 2"/>
          <p:cNvSpPr/>
          <p:nvPr/>
        </p:nvSpPr>
        <p:spPr>
          <a:xfrm>
            <a:off x="7587234" y="3314700"/>
            <a:ext cx="914400" cy="914400"/>
          </a:xfrm>
          <a:custGeom>
            <a:avLst/>
            <a:gdLst/>
            <a:ahLst/>
            <a:cxnLst/>
            <a:rect l="l" t="t" r="r" b="b"/>
            <a:pathLst>
              <a:path w="914400" h="914400">
                <a:moveTo>
                  <a:pt x="0" y="914400"/>
                </a:moveTo>
                <a:lnTo>
                  <a:pt x="914400" y="914400"/>
                </a:lnTo>
                <a:lnTo>
                  <a:pt x="9144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7" name="S09-mark346"/>
          <p:cNvSpPr/>
          <p:nvPr/>
        </p:nvSpPr>
        <p:spPr>
          <a:xfrm>
            <a:off x="7587234" y="2400300"/>
            <a:ext cx="914400" cy="914400"/>
          </a:xfrm>
          <a:custGeom>
            <a:avLst/>
            <a:gdLst/>
            <a:ahLst/>
            <a:cxnLst/>
            <a:rect l="l" t="t" r="r" b="b"/>
            <a:pathLst>
              <a:path w="914400" h="914400">
                <a:moveTo>
                  <a:pt x="0" y="914400"/>
                </a:moveTo>
                <a:lnTo>
                  <a:pt x="914400" y="914400"/>
                </a:lnTo>
                <a:lnTo>
                  <a:pt x="9144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09-mark347"/>
          <p:cNvSpPr/>
          <p:nvPr/>
        </p:nvSpPr>
        <p:spPr>
          <a:xfrm>
            <a:off x="8501634" y="3314700"/>
            <a:ext cx="914400" cy="914400"/>
          </a:xfrm>
          <a:custGeom>
            <a:avLst/>
            <a:gdLst/>
            <a:ahLst/>
            <a:cxnLst/>
            <a:rect l="l" t="t" r="r" b="b"/>
            <a:pathLst>
              <a:path w="914400" h="914400">
                <a:moveTo>
                  <a:pt x="0" y="914400"/>
                </a:moveTo>
                <a:lnTo>
                  <a:pt x="914400" y="914400"/>
                </a:lnTo>
                <a:lnTo>
                  <a:pt x="9144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09-mark348"/>
          <p:cNvSpPr/>
          <p:nvPr/>
        </p:nvSpPr>
        <p:spPr>
          <a:xfrm>
            <a:off x="8501634" y="2400300"/>
            <a:ext cx="914400" cy="914400"/>
          </a:xfrm>
          <a:custGeom>
            <a:avLst/>
            <a:gdLst/>
            <a:ahLst/>
            <a:cxnLst/>
            <a:rect l="l" t="t" r="r" b="b"/>
            <a:pathLst>
              <a:path w="914400" h="914400">
                <a:moveTo>
                  <a:pt x="0" y="914400"/>
                </a:moveTo>
                <a:lnTo>
                  <a:pt x="914400" y="914400"/>
                </a:lnTo>
                <a:lnTo>
                  <a:pt x="9144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0" name="S09-mark349"/>
          <p:cNvSpPr/>
          <p:nvPr/>
        </p:nvSpPr>
        <p:spPr>
          <a:xfrm>
            <a:off x="9416034" y="2400300"/>
            <a:ext cx="914400" cy="914400"/>
          </a:xfrm>
          <a:custGeom>
            <a:avLst/>
            <a:gdLst/>
            <a:ahLst/>
            <a:cxnLst/>
            <a:rect l="l" t="t" r="r" b="b"/>
            <a:pathLst>
              <a:path w="914400" h="914400">
                <a:moveTo>
                  <a:pt x="0" y="914400"/>
                </a:moveTo>
                <a:lnTo>
                  <a:pt x="914400" y="914400"/>
                </a:lnTo>
                <a:lnTo>
                  <a:pt x="9144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1" name="S09-label351"/>
          <p:cNvSpPr txBox="1"/>
          <p:nvPr/>
        </p:nvSpPr>
        <p:spPr>
          <a:xfrm>
            <a:off x="7897368" y="3597275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12" name="S09-label353"/>
          <p:cNvSpPr txBox="1"/>
          <p:nvPr/>
        </p:nvSpPr>
        <p:spPr>
          <a:xfrm>
            <a:off x="7897368" y="2682875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13" name="S09-label355"/>
          <p:cNvSpPr txBox="1"/>
          <p:nvPr/>
        </p:nvSpPr>
        <p:spPr>
          <a:xfrm>
            <a:off x="8811768" y="3597275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14" name="S09-label357"/>
          <p:cNvSpPr txBox="1"/>
          <p:nvPr/>
        </p:nvSpPr>
        <p:spPr>
          <a:xfrm>
            <a:off x="8811768" y="2682875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15" name="S09-label359"/>
          <p:cNvSpPr txBox="1"/>
          <p:nvPr/>
        </p:nvSpPr>
        <p:spPr>
          <a:xfrm>
            <a:off x="9726168" y="2682875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16" name="S09-label361"/>
          <p:cNvSpPr txBox="1"/>
          <p:nvPr/>
        </p:nvSpPr>
        <p:spPr>
          <a:xfrm>
            <a:off x="8767064" y="4557395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</a:t>
            </a:r>
            <a:endParaRPr lang="ko-KR" sz="2200" dirty="0"/>
          </a:p>
        </p:txBody>
      </p:sp>
      <p:sp>
        <p:nvSpPr>
          <p:cNvPr id="17" name="S09-chip362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18" name="S09-cell363"/>
          <p:cNvSpPr/>
          <p:nvPr/>
        </p:nvSpPr>
        <p:spPr>
          <a:xfrm>
            <a:off x="3079242" y="2194560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9-cell364"/>
          <p:cNvSpPr/>
          <p:nvPr/>
        </p:nvSpPr>
        <p:spPr>
          <a:xfrm>
            <a:off x="3445002" y="219456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9-cell365"/>
          <p:cNvSpPr/>
          <p:nvPr/>
        </p:nvSpPr>
        <p:spPr>
          <a:xfrm>
            <a:off x="3810762" y="2194560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9-cell366"/>
          <p:cNvSpPr/>
          <p:nvPr/>
        </p:nvSpPr>
        <p:spPr>
          <a:xfrm>
            <a:off x="3079242" y="256032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9-cell367"/>
          <p:cNvSpPr/>
          <p:nvPr/>
        </p:nvSpPr>
        <p:spPr>
          <a:xfrm>
            <a:off x="3445002" y="256032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9-cell368"/>
          <p:cNvSpPr/>
          <p:nvPr/>
        </p:nvSpPr>
        <p:spPr>
          <a:xfrm>
            <a:off x="3810762" y="2560320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9-cell369"/>
          <p:cNvSpPr/>
          <p:nvPr/>
        </p:nvSpPr>
        <p:spPr>
          <a:xfrm>
            <a:off x="3079242" y="292608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9-cell370"/>
          <p:cNvSpPr/>
          <p:nvPr/>
        </p:nvSpPr>
        <p:spPr>
          <a:xfrm>
            <a:off x="3445002" y="292608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9-cell371"/>
          <p:cNvSpPr/>
          <p:nvPr/>
        </p:nvSpPr>
        <p:spPr>
          <a:xfrm>
            <a:off x="3810762" y="292608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9-figure372" descr="가(토끼): 왼쪽부터 2칸, 3칸, 1칸 색칠"/>
          <p:cNvSpPr/>
          <p:nvPr/>
        </p:nvSpPr>
        <p:spPr>
          <a:xfrm>
            <a:off x="3079242" y="2194560"/>
            <a:ext cx="1097280" cy="10972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8" name="S09-chip373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29" name="S09-cell374"/>
          <p:cNvSpPr/>
          <p:nvPr/>
        </p:nvSpPr>
        <p:spPr>
          <a:xfrm>
            <a:off x="3079242" y="3840480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9-cell375"/>
          <p:cNvSpPr/>
          <p:nvPr/>
        </p:nvSpPr>
        <p:spPr>
          <a:xfrm>
            <a:off x="3445002" y="3840480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9-cell376"/>
          <p:cNvSpPr/>
          <p:nvPr/>
        </p:nvSpPr>
        <p:spPr>
          <a:xfrm>
            <a:off x="3810762" y="3840480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09-cell377"/>
          <p:cNvSpPr/>
          <p:nvPr/>
        </p:nvSpPr>
        <p:spPr>
          <a:xfrm>
            <a:off x="3079242" y="4206240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9-cell378"/>
          <p:cNvSpPr/>
          <p:nvPr/>
        </p:nvSpPr>
        <p:spPr>
          <a:xfrm>
            <a:off x="3445002" y="420624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9-cell379"/>
          <p:cNvSpPr/>
          <p:nvPr/>
        </p:nvSpPr>
        <p:spPr>
          <a:xfrm>
            <a:off x="3810762" y="4206240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9-cell380"/>
          <p:cNvSpPr/>
          <p:nvPr/>
        </p:nvSpPr>
        <p:spPr>
          <a:xfrm>
            <a:off x="3079242" y="457200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9-cell381"/>
          <p:cNvSpPr/>
          <p:nvPr/>
        </p:nvSpPr>
        <p:spPr>
          <a:xfrm>
            <a:off x="3445002" y="457200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9-cell382"/>
          <p:cNvSpPr/>
          <p:nvPr/>
        </p:nvSpPr>
        <p:spPr>
          <a:xfrm>
            <a:off x="3810762" y="457200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09-figure383" descr="나(곰): 왼쪽부터 1칸, 2칸, 1칸 색칠"/>
          <p:cNvSpPr/>
          <p:nvPr/>
        </p:nvSpPr>
        <p:spPr>
          <a:xfrm>
            <a:off x="3079242" y="3840480"/>
            <a:ext cx="1097280" cy="10972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모양으로 개수 구하기</a:t>
            </a:r>
            <a:endParaRPr lang="ko-KR" sz="4000" dirty="0"/>
          </a:p>
        </p:txBody>
      </p:sp>
      <p:sp>
        <p:nvSpPr>
          <p:cNvPr id="3" name="S10-text38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위·앞·옆에서 본 모양이에요.</a:t>
            </a:r>
            <a:endParaRPr lang="ko-KR" sz="2800" dirty="0"/>
          </a:p>
        </p:txBody>
      </p:sp>
      <p:sp>
        <p:nvSpPr>
          <p:cNvPr id="4" name="S10-card38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0-cardtext38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앞줄부터 정하고, 앞에서 본 모양으로 뒷줄을 정해요.</a:t>
            </a:r>
            <a:endParaRPr lang="ko-KR" sz="2800" dirty="0"/>
          </a:p>
        </p:txBody>
      </p:sp>
      <p:sp>
        <p:nvSpPr>
          <p:cNvPr id="6" name="S10-cell387"/>
          <p:cNvSpPr/>
          <p:nvPr/>
        </p:nvSpPr>
        <p:spPr>
          <a:xfrm>
            <a:off x="6488430" y="2956941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10-cell388"/>
          <p:cNvSpPr/>
          <p:nvPr/>
        </p:nvSpPr>
        <p:spPr>
          <a:xfrm>
            <a:off x="6872478" y="2956941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10-cell389"/>
          <p:cNvSpPr/>
          <p:nvPr/>
        </p:nvSpPr>
        <p:spPr>
          <a:xfrm>
            <a:off x="7256526" y="2956941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10-cell390"/>
          <p:cNvSpPr/>
          <p:nvPr/>
        </p:nvSpPr>
        <p:spPr>
          <a:xfrm>
            <a:off x="6488430" y="3340989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10-cell391"/>
          <p:cNvSpPr/>
          <p:nvPr/>
        </p:nvSpPr>
        <p:spPr>
          <a:xfrm>
            <a:off x="6872478" y="3340989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10-cell392"/>
          <p:cNvSpPr/>
          <p:nvPr/>
        </p:nvSpPr>
        <p:spPr>
          <a:xfrm>
            <a:off x="7256526" y="3340989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10-figure393" descr="위에서 본 모양: 뒷줄 왼쪽 2칸, 앞줄 3칸"/>
          <p:cNvSpPr/>
          <p:nvPr/>
        </p:nvSpPr>
        <p:spPr>
          <a:xfrm>
            <a:off x="6488430" y="2956941"/>
            <a:ext cx="1152144" cy="768096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3" name="S10-label394"/>
          <p:cNvSpPr txBox="1"/>
          <p:nvPr/>
        </p:nvSpPr>
        <p:spPr>
          <a:xfrm>
            <a:off x="6277356" y="4743450"/>
            <a:ext cx="1574292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</a:t>
            </a:r>
            <a:endParaRPr lang="ko-KR" sz="2200" dirty="0"/>
          </a:p>
        </p:txBody>
      </p:sp>
      <p:sp>
        <p:nvSpPr>
          <p:cNvPr id="14" name="S10-cell395"/>
          <p:cNvSpPr/>
          <p:nvPr/>
        </p:nvSpPr>
        <p:spPr>
          <a:xfrm>
            <a:off x="8382762" y="2764917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10-cell396"/>
          <p:cNvSpPr/>
          <p:nvPr/>
        </p:nvSpPr>
        <p:spPr>
          <a:xfrm>
            <a:off x="8766810" y="2764917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10-cell397"/>
          <p:cNvSpPr/>
          <p:nvPr/>
        </p:nvSpPr>
        <p:spPr>
          <a:xfrm>
            <a:off x="9150858" y="2764917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0-cell398"/>
          <p:cNvSpPr/>
          <p:nvPr/>
        </p:nvSpPr>
        <p:spPr>
          <a:xfrm>
            <a:off x="8382762" y="3148965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10-cell399"/>
          <p:cNvSpPr/>
          <p:nvPr/>
        </p:nvSpPr>
        <p:spPr>
          <a:xfrm>
            <a:off x="8766810" y="3148965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10-cell400"/>
          <p:cNvSpPr/>
          <p:nvPr/>
        </p:nvSpPr>
        <p:spPr>
          <a:xfrm>
            <a:off x="9150858" y="3148965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10-cell401"/>
          <p:cNvSpPr/>
          <p:nvPr/>
        </p:nvSpPr>
        <p:spPr>
          <a:xfrm>
            <a:off x="8382762" y="3533013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10-cell402"/>
          <p:cNvSpPr/>
          <p:nvPr/>
        </p:nvSpPr>
        <p:spPr>
          <a:xfrm>
            <a:off x="8766810" y="3533013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10-cell403"/>
          <p:cNvSpPr/>
          <p:nvPr/>
        </p:nvSpPr>
        <p:spPr>
          <a:xfrm>
            <a:off x="9150858" y="3533013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10-figure404" descr="앞에서 본 모양: 왼쪽부터 3칸, 2칸, 1칸"/>
          <p:cNvSpPr/>
          <p:nvPr/>
        </p:nvSpPr>
        <p:spPr>
          <a:xfrm>
            <a:off x="8382762" y="2764917"/>
            <a:ext cx="1152144" cy="1152144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4" name="S10-label405"/>
          <p:cNvSpPr txBox="1"/>
          <p:nvPr/>
        </p:nvSpPr>
        <p:spPr>
          <a:xfrm>
            <a:off x="8171688" y="4743450"/>
            <a:ext cx="1574292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</a:t>
            </a:r>
            <a:endParaRPr lang="ko-KR" sz="2200" dirty="0"/>
          </a:p>
        </p:txBody>
      </p:sp>
      <p:sp>
        <p:nvSpPr>
          <p:cNvPr id="25" name="S10-cell406"/>
          <p:cNvSpPr/>
          <p:nvPr/>
        </p:nvSpPr>
        <p:spPr>
          <a:xfrm>
            <a:off x="10469118" y="2764917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10-cell407"/>
          <p:cNvSpPr/>
          <p:nvPr/>
        </p:nvSpPr>
        <p:spPr>
          <a:xfrm>
            <a:off x="10853166" y="2764917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10-cell408"/>
          <p:cNvSpPr/>
          <p:nvPr/>
        </p:nvSpPr>
        <p:spPr>
          <a:xfrm>
            <a:off x="10469118" y="3148965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10-cell409"/>
          <p:cNvSpPr/>
          <p:nvPr/>
        </p:nvSpPr>
        <p:spPr>
          <a:xfrm>
            <a:off x="10853166" y="3148965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10-cell410"/>
          <p:cNvSpPr/>
          <p:nvPr/>
        </p:nvSpPr>
        <p:spPr>
          <a:xfrm>
            <a:off x="10469118" y="3533013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10-cell411"/>
          <p:cNvSpPr/>
          <p:nvPr/>
        </p:nvSpPr>
        <p:spPr>
          <a:xfrm>
            <a:off x="10853166" y="3533013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10-figure412" descr="옆에서 본 모양: 왼쪽(앞줄) 1칸, 오른쪽(뒷줄) 3칸"/>
          <p:cNvSpPr/>
          <p:nvPr/>
        </p:nvSpPr>
        <p:spPr>
          <a:xfrm>
            <a:off x="10469118" y="2764917"/>
            <a:ext cx="768096" cy="1152144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2" name="S10-label413"/>
          <p:cNvSpPr txBox="1"/>
          <p:nvPr/>
        </p:nvSpPr>
        <p:spPr>
          <a:xfrm>
            <a:off x="10066020" y="4743450"/>
            <a:ext cx="1574292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</a:t>
            </a:r>
            <a:endParaRPr lang="ko-KR" sz="2200" dirty="0"/>
          </a:p>
        </p:txBody>
      </p:sp>
      <p:sp>
        <p:nvSpPr>
          <p:cNvPr id="33" name="S10-chip414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34" name="S10-text415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옆을 보면 앞줄은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층인가요?</a:t>
            </a:r>
            <a:endParaRPr lang="ko-KR" sz="2800" dirty="0"/>
          </a:p>
        </p:txBody>
      </p:sp>
      <p:sp>
        <p:nvSpPr>
          <p:cNvPr id="35" name="S10-chip416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36" name="S10-text417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뒷줄 왼쪽과 가운데에는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개씩 있나요?</a:t>
            </a:r>
            <a:endParaRPr lang="ko-KR" sz="2800" dirty="0"/>
          </a:p>
        </p:txBody>
      </p:sp>
      <p:sp>
        <p:nvSpPr>
          <p:cNvPr id="37" name="S10-chip418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38" name="S10-text419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쌓기나무는 모두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개인가요?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text42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개수를 구하고, 어떻게 알았는지 말해요.</a:t>
            </a:r>
            <a:endParaRPr lang="ko-KR" sz="2800" dirty="0"/>
          </a:p>
        </p:txBody>
      </p:sp>
      <p:sp>
        <p:nvSpPr>
          <p:cNvPr id="4" name="S11-chip421"/>
          <p:cNvSpPr txBox="1"/>
          <p:nvPr/>
        </p:nvSpPr>
        <p:spPr>
          <a:xfrm>
            <a:off x="548640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11-figure422" descr="쌓기나무를 쌓은 모양: 앞줄은 왼쪽부터 1층, 2층, 1층, 뒷줄은 가운데 2층, 오른쪽 1층이 보임"/>
          <p:cNvSpPr/>
          <p:nvPr/>
        </p:nvSpPr>
        <p:spPr>
          <a:xfrm>
            <a:off x="1953412" y="2269712"/>
            <a:ext cx="603471" cy="348424"/>
          </a:xfrm>
          <a:custGeom>
            <a:avLst/>
            <a:gdLst/>
            <a:ahLst/>
            <a:cxnLst/>
            <a:rect l="l" t="t" r="r" b="b"/>
            <a:pathLst>
              <a:path w="603471" h="348424">
                <a:moveTo>
                  <a:pt x="0" y="174212"/>
                </a:moveTo>
                <a:lnTo>
                  <a:pt x="301736" y="348424"/>
                </a:lnTo>
                <a:lnTo>
                  <a:pt x="603471" y="174212"/>
                </a:lnTo>
                <a:lnTo>
                  <a:pt x="301736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" name="S11-mark423"/>
          <p:cNvSpPr/>
          <p:nvPr/>
        </p:nvSpPr>
        <p:spPr>
          <a:xfrm>
            <a:off x="1953412" y="2443925"/>
            <a:ext cx="301736" cy="522637"/>
          </a:xfrm>
          <a:custGeom>
            <a:avLst/>
            <a:gdLst/>
            <a:ahLst/>
            <a:cxnLst/>
            <a:rect l="l" t="t" r="r" b="b"/>
            <a:pathLst>
              <a:path w="301736" h="522637">
                <a:moveTo>
                  <a:pt x="0" y="348424"/>
                </a:moveTo>
                <a:lnTo>
                  <a:pt x="301736" y="522637"/>
                </a:lnTo>
                <a:lnTo>
                  <a:pt x="301736" y="174212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7" name="S11-mark424"/>
          <p:cNvSpPr/>
          <p:nvPr/>
        </p:nvSpPr>
        <p:spPr>
          <a:xfrm>
            <a:off x="2255147" y="2443925"/>
            <a:ext cx="301736" cy="522637"/>
          </a:xfrm>
          <a:custGeom>
            <a:avLst/>
            <a:gdLst/>
            <a:ahLst/>
            <a:cxnLst/>
            <a:rect l="l" t="t" r="r" b="b"/>
            <a:pathLst>
              <a:path w="301736" h="522637">
                <a:moveTo>
                  <a:pt x="0" y="522637"/>
                </a:moveTo>
                <a:lnTo>
                  <a:pt x="301736" y="348424"/>
                </a:lnTo>
                <a:lnTo>
                  <a:pt x="301736" y="0"/>
                </a:lnTo>
                <a:lnTo>
                  <a:pt x="0" y="174212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11-mark425"/>
          <p:cNvSpPr/>
          <p:nvPr/>
        </p:nvSpPr>
        <p:spPr>
          <a:xfrm>
            <a:off x="1651676" y="2443925"/>
            <a:ext cx="603471" cy="348424"/>
          </a:xfrm>
          <a:custGeom>
            <a:avLst/>
            <a:gdLst/>
            <a:ahLst/>
            <a:cxnLst/>
            <a:rect l="l" t="t" r="r" b="b"/>
            <a:pathLst>
              <a:path w="603471" h="348424">
                <a:moveTo>
                  <a:pt x="0" y="174212"/>
                </a:moveTo>
                <a:lnTo>
                  <a:pt x="301736" y="348424"/>
                </a:lnTo>
                <a:lnTo>
                  <a:pt x="603471" y="174212"/>
                </a:lnTo>
                <a:lnTo>
                  <a:pt x="301736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11-mark426"/>
          <p:cNvSpPr/>
          <p:nvPr/>
        </p:nvSpPr>
        <p:spPr>
          <a:xfrm>
            <a:off x="1651676" y="2618137"/>
            <a:ext cx="301736" cy="522637"/>
          </a:xfrm>
          <a:custGeom>
            <a:avLst/>
            <a:gdLst/>
            <a:ahLst/>
            <a:cxnLst/>
            <a:rect l="l" t="t" r="r" b="b"/>
            <a:pathLst>
              <a:path w="301736" h="522637">
                <a:moveTo>
                  <a:pt x="0" y="348424"/>
                </a:moveTo>
                <a:lnTo>
                  <a:pt x="301736" y="522637"/>
                </a:lnTo>
                <a:lnTo>
                  <a:pt x="301736" y="174212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0" name="S11-mark427"/>
          <p:cNvSpPr/>
          <p:nvPr/>
        </p:nvSpPr>
        <p:spPr>
          <a:xfrm>
            <a:off x="1953412" y="2618137"/>
            <a:ext cx="301736" cy="522637"/>
          </a:xfrm>
          <a:custGeom>
            <a:avLst/>
            <a:gdLst/>
            <a:ahLst/>
            <a:cxnLst/>
            <a:rect l="l" t="t" r="r" b="b"/>
            <a:pathLst>
              <a:path w="301736" h="522637">
                <a:moveTo>
                  <a:pt x="0" y="522637"/>
                </a:moveTo>
                <a:lnTo>
                  <a:pt x="301736" y="348424"/>
                </a:lnTo>
                <a:lnTo>
                  <a:pt x="301736" y="0"/>
                </a:lnTo>
                <a:lnTo>
                  <a:pt x="0" y="174212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1" name="S11-mark428"/>
          <p:cNvSpPr/>
          <p:nvPr/>
        </p:nvSpPr>
        <p:spPr>
          <a:xfrm>
            <a:off x="2255147" y="2443925"/>
            <a:ext cx="603471" cy="348424"/>
          </a:xfrm>
          <a:custGeom>
            <a:avLst/>
            <a:gdLst/>
            <a:ahLst/>
            <a:cxnLst/>
            <a:rect l="l" t="t" r="r" b="b"/>
            <a:pathLst>
              <a:path w="603471" h="348424">
                <a:moveTo>
                  <a:pt x="0" y="174212"/>
                </a:moveTo>
                <a:lnTo>
                  <a:pt x="301736" y="348424"/>
                </a:lnTo>
                <a:lnTo>
                  <a:pt x="603471" y="174212"/>
                </a:lnTo>
                <a:lnTo>
                  <a:pt x="301736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2" name="S11-mark429"/>
          <p:cNvSpPr/>
          <p:nvPr/>
        </p:nvSpPr>
        <p:spPr>
          <a:xfrm>
            <a:off x="2255147" y="2618137"/>
            <a:ext cx="301736" cy="522637"/>
          </a:xfrm>
          <a:custGeom>
            <a:avLst/>
            <a:gdLst/>
            <a:ahLst/>
            <a:cxnLst/>
            <a:rect l="l" t="t" r="r" b="b"/>
            <a:pathLst>
              <a:path w="301736" h="522637">
                <a:moveTo>
                  <a:pt x="0" y="348424"/>
                </a:moveTo>
                <a:lnTo>
                  <a:pt x="301736" y="522637"/>
                </a:lnTo>
                <a:lnTo>
                  <a:pt x="301736" y="174212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3" name="S11-mark430"/>
          <p:cNvSpPr/>
          <p:nvPr/>
        </p:nvSpPr>
        <p:spPr>
          <a:xfrm>
            <a:off x="2556883" y="2618137"/>
            <a:ext cx="301736" cy="522637"/>
          </a:xfrm>
          <a:custGeom>
            <a:avLst/>
            <a:gdLst/>
            <a:ahLst/>
            <a:cxnLst/>
            <a:rect l="l" t="t" r="r" b="b"/>
            <a:pathLst>
              <a:path w="301736" h="522637">
                <a:moveTo>
                  <a:pt x="0" y="522637"/>
                </a:moveTo>
                <a:lnTo>
                  <a:pt x="301736" y="348424"/>
                </a:lnTo>
                <a:lnTo>
                  <a:pt x="301736" y="0"/>
                </a:lnTo>
                <a:lnTo>
                  <a:pt x="0" y="174212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4" name="S11-mark431"/>
          <p:cNvSpPr/>
          <p:nvPr/>
        </p:nvSpPr>
        <p:spPr>
          <a:xfrm>
            <a:off x="1953412" y="2618137"/>
            <a:ext cx="603471" cy="348424"/>
          </a:xfrm>
          <a:custGeom>
            <a:avLst/>
            <a:gdLst/>
            <a:ahLst/>
            <a:cxnLst/>
            <a:rect l="l" t="t" r="r" b="b"/>
            <a:pathLst>
              <a:path w="603471" h="348424">
                <a:moveTo>
                  <a:pt x="0" y="174212"/>
                </a:moveTo>
                <a:lnTo>
                  <a:pt x="301736" y="348424"/>
                </a:lnTo>
                <a:lnTo>
                  <a:pt x="603471" y="174212"/>
                </a:lnTo>
                <a:lnTo>
                  <a:pt x="301736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5" name="S11-mark432"/>
          <p:cNvSpPr/>
          <p:nvPr/>
        </p:nvSpPr>
        <p:spPr>
          <a:xfrm>
            <a:off x="1953412" y="2792349"/>
            <a:ext cx="301736" cy="522637"/>
          </a:xfrm>
          <a:custGeom>
            <a:avLst/>
            <a:gdLst/>
            <a:ahLst/>
            <a:cxnLst/>
            <a:rect l="l" t="t" r="r" b="b"/>
            <a:pathLst>
              <a:path w="301736" h="522637">
                <a:moveTo>
                  <a:pt x="0" y="348424"/>
                </a:moveTo>
                <a:lnTo>
                  <a:pt x="301736" y="522637"/>
                </a:lnTo>
                <a:lnTo>
                  <a:pt x="301736" y="174212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6" name="S11-mark433"/>
          <p:cNvSpPr/>
          <p:nvPr/>
        </p:nvSpPr>
        <p:spPr>
          <a:xfrm>
            <a:off x="2255147" y="2792349"/>
            <a:ext cx="301736" cy="522637"/>
          </a:xfrm>
          <a:custGeom>
            <a:avLst/>
            <a:gdLst/>
            <a:ahLst/>
            <a:cxnLst/>
            <a:rect l="l" t="t" r="r" b="b"/>
            <a:pathLst>
              <a:path w="301736" h="522637">
                <a:moveTo>
                  <a:pt x="0" y="522637"/>
                </a:moveTo>
                <a:lnTo>
                  <a:pt x="301736" y="348424"/>
                </a:lnTo>
                <a:lnTo>
                  <a:pt x="301736" y="0"/>
                </a:lnTo>
                <a:lnTo>
                  <a:pt x="0" y="174212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7" name="S11-mark434"/>
          <p:cNvSpPr/>
          <p:nvPr/>
        </p:nvSpPr>
        <p:spPr>
          <a:xfrm>
            <a:off x="2556883" y="2618137"/>
            <a:ext cx="603471" cy="348424"/>
          </a:xfrm>
          <a:custGeom>
            <a:avLst/>
            <a:gdLst/>
            <a:ahLst/>
            <a:cxnLst/>
            <a:rect l="l" t="t" r="r" b="b"/>
            <a:pathLst>
              <a:path w="603471" h="348424">
                <a:moveTo>
                  <a:pt x="0" y="174212"/>
                </a:moveTo>
                <a:lnTo>
                  <a:pt x="301736" y="348424"/>
                </a:lnTo>
                <a:lnTo>
                  <a:pt x="603471" y="174212"/>
                </a:lnTo>
                <a:lnTo>
                  <a:pt x="301736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8" name="S11-mark435"/>
          <p:cNvSpPr/>
          <p:nvPr/>
        </p:nvSpPr>
        <p:spPr>
          <a:xfrm>
            <a:off x="2556883" y="2792349"/>
            <a:ext cx="301736" cy="522637"/>
          </a:xfrm>
          <a:custGeom>
            <a:avLst/>
            <a:gdLst/>
            <a:ahLst/>
            <a:cxnLst/>
            <a:rect l="l" t="t" r="r" b="b"/>
            <a:pathLst>
              <a:path w="301736" h="522637">
                <a:moveTo>
                  <a:pt x="0" y="348424"/>
                </a:moveTo>
                <a:lnTo>
                  <a:pt x="301736" y="522637"/>
                </a:lnTo>
                <a:lnTo>
                  <a:pt x="301736" y="174212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9" name="S11-mark436"/>
          <p:cNvSpPr/>
          <p:nvPr/>
        </p:nvSpPr>
        <p:spPr>
          <a:xfrm>
            <a:off x="2858618" y="2792349"/>
            <a:ext cx="301736" cy="522637"/>
          </a:xfrm>
          <a:custGeom>
            <a:avLst/>
            <a:gdLst/>
            <a:ahLst/>
            <a:cxnLst/>
            <a:rect l="l" t="t" r="r" b="b"/>
            <a:pathLst>
              <a:path w="301736" h="522637">
                <a:moveTo>
                  <a:pt x="0" y="522637"/>
                </a:moveTo>
                <a:lnTo>
                  <a:pt x="301736" y="348424"/>
                </a:lnTo>
                <a:lnTo>
                  <a:pt x="301736" y="0"/>
                </a:lnTo>
                <a:lnTo>
                  <a:pt x="0" y="174212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0" name="S11-mark437"/>
          <p:cNvSpPr/>
          <p:nvPr/>
        </p:nvSpPr>
        <p:spPr>
          <a:xfrm>
            <a:off x="2255147" y="2095500"/>
            <a:ext cx="603471" cy="348424"/>
          </a:xfrm>
          <a:custGeom>
            <a:avLst/>
            <a:gdLst/>
            <a:ahLst/>
            <a:cxnLst/>
            <a:rect l="l" t="t" r="r" b="b"/>
            <a:pathLst>
              <a:path w="603471" h="348424">
                <a:moveTo>
                  <a:pt x="0" y="174212"/>
                </a:moveTo>
                <a:lnTo>
                  <a:pt x="301736" y="348424"/>
                </a:lnTo>
                <a:lnTo>
                  <a:pt x="603471" y="174212"/>
                </a:lnTo>
                <a:lnTo>
                  <a:pt x="301736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1" name="S11-mark438"/>
          <p:cNvSpPr/>
          <p:nvPr/>
        </p:nvSpPr>
        <p:spPr>
          <a:xfrm>
            <a:off x="2255147" y="2269712"/>
            <a:ext cx="301736" cy="522637"/>
          </a:xfrm>
          <a:custGeom>
            <a:avLst/>
            <a:gdLst/>
            <a:ahLst/>
            <a:cxnLst/>
            <a:rect l="l" t="t" r="r" b="b"/>
            <a:pathLst>
              <a:path w="301736" h="522637">
                <a:moveTo>
                  <a:pt x="0" y="348424"/>
                </a:moveTo>
                <a:lnTo>
                  <a:pt x="301736" y="522637"/>
                </a:lnTo>
                <a:lnTo>
                  <a:pt x="301736" y="174212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2" name="S11-mark439"/>
          <p:cNvSpPr/>
          <p:nvPr/>
        </p:nvSpPr>
        <p:spPr>
          <a:xfrm>
            <a:off x="2556883" y="2269712"/>
            <a:ext cx="301736" cy="522637"/>
          </a:xfrm>
          <a:custGeom>
            <a:avLst/>
            <a:gdLst/>
            <a:ahLst/>
            <a:cxnLst/>
            <a:rect l="l" t="t" r="r" b="b"/>
            <a:pathLst>
              <a:path w="301736" h="522637">
                <a:moveTo>
                  <a:pt x="0" y="522637"/>
                </a:moveTo>
                <a:lnTo>
                  <a:pt x="301736" y="348424"/>
                </a:lnTo>
                <a:lnTo>
                  <a:pt x="301736" y="0"/>
                </a:lnTo>
                <a:lnTo>
                  <a:pt x="0" y="174212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3" name="S11-mark440"/>
          <p:cNvSpPr/>
          <p:nvPr/>
        </p:nvSpPr>
        <p:spPr>
          <a:xfrm>
            <a:off x="2255147" y="2792349"/>
            <a:ext cx="603471" cy="348424"/>
          </a:xfrm>
          <a:custGeom>
            <a:avLst/>
            <a:gdLst/>
            <a:ahLst/>
            <a:cxnLst/>
            <a:rect l="l" t="t" r="r" b="b"/>
            <a:pathLst>
              <a:path w="603471" h="348424">
                <a:moveTo>
                  <a:pt x="0" y="174212"/>
                </a:moveTo>
                <a:lnTo>
                  <a:pt x="301736" y="348424"/>
                </a:lnTo>
                <a:lnTo>
                  <a:pt x="603471" y="174212"/>
                </a:lnTo>
                <a:lnTo>
                  <a:pt x="301736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4" name="S11-mark441"/>
          <p:cNvSpPr/>
          <p:nvPr/>
        </p:nvSpPr>
        <p:spPr>
          <a:xfrm>
            <a:off x="2255147" y="2966561"/>
            <a:ext cx="301736" cy="522637"/>
          </a:xfrm>
          <a:custGeom>
            <a:avLst/>
            <a:gdLst/>
            <a:ahLst/>
            <a:cxnLst/>
            <a:rect l="l" t="t" r="r" b="b"/>
            <a:pathLst>
              <a:path w="301736" h="522637">
                <a:moveTo>
                  <a:pt x="0" y="348424"/>
                </a:moveTo>
                <a:lnTo>
                  <a:pt x="301736" y="522637"/>
                </a:lnTo>
                <a:lnTo>
                  <a:pt x="301736" y="174212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11-mark442"/>
          <p:cNvSpPr/>
          <p:nvPr/>
        </p:nvSpPr>
        <p:spPr>
          <a:xfrm>
            <a:off x="2556883" y="2966561"/>
            <a:ext cx="301736" cy="522637"/>
          </a:xfrm>
          <a:custGeom>
            <a:avLst/>
            <a:gdLst/>
            <a:ahLst/>
            <a:cxnLst/>
            <a:rect l="l" t="t" r="r" b="b"/>
            <a:pathLst>
              <a:path w="301736" h="522637">
                <a:moveTo>
                  <a:pt x="0" y="522637"/>
                </a:moveTo>
                <a:lnTo>
                  <a:pt x="301736" y="348424"/>
                </a:lnTo>
                <a:lnTo>
                  <a:pt x="301736" y="0"/>
                </a:lnTo>
                <a:lnTo>
                  <a:pt x="0" y="174212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6" name="S11-mark443"/>
          <p:cNvSpPr/>
          <p:nvPr/>
        </p:nvSpPr>
        <p:spPr>
          <a:xfrm>
            <a:off x="1953412" y="2269712"/>
            <a:ext cx="603471" cy="348424"/>
          </a:xfrm>
          <a:custGeom>
            <a:avLst/>
            <a:gdLst/>
            <a:ahLst/>
            <a:cxnLst/>
            <a:rect l="l" t="t" r="r" b="b"/>
            <a:pathLst>
              <a:path w="603471" h="348424">
                <a:moveTo>
                  <a:pt x="0" y="174212"/>
                </a:moveTo>
                <a:lnTo>
                  <a:pt x="301736" y="348424"/>
                </a:lnTo>
                <a:lnTo>
                  <a:pt x="603471" y="174212"/>
                </a:lnTo>
                <a:lnTo>
                  <a:pt x="301736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7" name="S11-mark444"/>
          <p:cNvSpPr/>
          <p:nvPr/>
        </p:nvSpPr>
        <p:spPr>
          <a:xfrm>
            <a:off x="1953412" y="2443925"/>
            <a:ext cx="301736" cy="522637"/>
          </a:xfrm>
          <a:custGeom>
            <a:avLst/>
            <a:gdLst/>
            <a:ahLst/>
            <a:cxnLst/>
            <a:rect l="l" t="t" r="r" b="b"/>
            <a:pathLst>
              <a:path w="301736" h="522637">
                <a:moveTo>
                  <a:pt x="0" y="348424"/>
                </a:moveTo>
                <a:lnTo>
                  <a:pt x="301736" y="522637"/>
                </a:lnTo>
                <a:lnTo>
                  <a:pt x="301736" y="174212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8" name="S11-mark445"/>
          <p:cNvSpPr/>
          <p:nvPr/>
        </p:nvSpPr>
        <p:spPr>
          <a:xfrm>
            <a:off x="2255147" y="2443925"/>
            <a:ext cx="301736" cy="522637"/>
          </a:xfrm>
          <a:custGeom>
            <a:avLst/>
            <a:gdLst/>
            <a:ahLst/>
            <a:cxnLst/>
            <a:rect l="l" t="t" r="r" b="b"/>
            <a:pathLst>
              <a:path w="301736" h="522637">
                <a:moveTo>
                  <a:pt x="0" y="522637"/>
                </a:moveTo>
                <a:lnTo>
                  <a:pt x="301736" y="348424"/>
                </a:lnTo>
                <a:lnTo>
                  <a:pt x="301736" y="0"/>
                </a:lnTo>
                <a:lnTo>
                  <a:pt x="0" y="174212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9" name="S11-label446"/>
          <p:cNvSpPr txBox="1"/>
          <p:nvPr/>
        </p:nvSpPr>
        <p:spPr>
          <a:xfrm>
            <a:off x="1344168" y="3646170"/>
            <a:ext cx="2123694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쌓은 모양</a:t>
            </a:r>
            <a:endParaRPr lang="ko-KR" sz="2200" dirty="0"/>
          </a:p>
        </p:txBody>
      </p:sp>
      <p:sp>
        <p:nvSpPr>
          <p:cNvPr id="30" name="S11-figure447" descr="위에서 본 모양: 앞줄 3칸, 뒷줄 3칸(여섯 칸 모두)"/>
          <p:cNvSpPr/>
          <p:nvPr/>
        </p:nvSpPr>
        <p:spPr>
          <a:xfrm>
            <a:off x="4232529" y="2679192"/>
            <a:ext cx="411480" cy="411480"/>
          </a:xfrm>
          <a:custGeom>
            <a:avLst/>
            <a:gdLst/>
            <a:ahLst/>
            <a:cxnLst/>
            <a:rect l="l" t="t" r="r" b="b"/>
            <a:pathLst>
              <a:path w="411480" h="411480">
                <a:moveTo>
                  <a:pt x="0" y="411480"/>
                </a:moveTo>
                <a:lnTo>
                  <a:pt x="411480" y="411480"/>
                </a:lnTo>
                <a:lnTo>
                  <a:pt x="41148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1" name="S11-mark448"/>
          <p:cNvSpPr/>
          <p:nvPr/>
        </p:nvSpPr>
        <p:spPr>
          <a:xfrm>
            <a:off x="4232529" y="2267712"/>
            <a:ext cx="411480" cy="411480"/>
          </a:xfrm>
          <a:custGeom>
            <a:avLst/>
            <a:gdLst/>
            <a:ahLst/>
            <a:cxnLst/>
            <a:rect l="l" t="t" r="r" b="b"/>
            <a:pathLst>
              <a:path w="411480" h="411480">
                <a:moveTo>
                  <a:pt x="0" y="411480"/>
                </a:moveTo>
                <a:lnTo>
                  <a:pt x="411480" y="411480"/>
                </a:lnTo>
                <a:lnTo>
                  <a:pt x="41148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2" name="S11-mark449"/>
          <p:cNvSpPr/>
          <p:nvPr/>
        </p:nvSpPr>
        <p:spPr>
          <a:xfrm>
            <a:off x="4644009" y="2679192"/>
            <a:ext cx="411480" cy="411480"/>
          </a:xfrm>
          <a:custGeom>
            <a:avLst/>
            <a:gdLst/>
            <a:ahLst/>
            <a:cxnLst/>
            <a:rect l="l" t="t" r="r" b="b"/>
            <a:pathLst>
              <a:path w="411480" h="411480">
                <a:moveTo>
                  <a:pt x="0" y="411480"/>
                </a:moveTo>
                <a:lnTo>
                  <a:pt x="411480" y="411480"/>
                </a:lnTo>
                <a:lnTo>
                  <a:pt x="41148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3" name="S11-mark450"/>
          <p:cNvSpPr/>
          <p:nvPr/>
        </p:nvSpPr>
        <p:spPr>
          <a:xfrm>
            <a:off x="4644009" y="2267712"/>
            <a:ext cx="411480" cy="411480"/>
          </a:xfrm>
          <a:custGeom>
            <a:avLst/>
            <a:gdLst/>
            <a:ahLst/>
            <a:cxnLst/>
            <a:rect l="l" t="t" r="r" b="b"/>
            <a:pathLst>
              <a:path w="411480" h="411480">
                <a:moveTo>
                  <a:pt x="0" y="411480"/>
                </a:moveTo>
                <a:lnTo>
                  <a:pt x="411480" y="411480"/>
                </a:lnTo>
                <a:lnTo>
                  <a:pt x="41148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4" name="S11-mark451"/>
          <p:cNvSpPr/>
          <p:nvPr/>
        </p:nvSpPr>
        <p:spPr>
          <a:xfrm>
            <a:off x="5055489" y="2679192"/>
            <a:ext cx="411480" cy="411480"/>
          </a:xfrm>
          <a:custGeom>
            <a:avLst/>
            <a:gdLst/>
            <a:ahLst/>
            <a:cxnLst/>
            <a:rect l="l" t="t" r="r" b="b"/>
            <a:pathLst>
              <a:path w="411480" h="411480">
                <a:moveTo>
                  <a:pt x="0" y="411480"/>
                </a:moveTo>
                <a:lnTo>
                  <a:pt x="411480" y="411480"/>
                </a:lnTo>
                <a:lnTo>
                  <a:pt x="41148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5" name="S11-mark452"/>
          <p:cNvSpPr/>
          <p:nvPr/>
        </p:nvSpPr>
        <p:spPr>
          <a:xfrm>
            <a:off x="5055489" y="2267712"/>
            <a:ext cx="411480" cy="411480"/>
          </a:xfrm>
          <a:custGeom>
            <a:avLst/>
            <a:gdLst/>
            <a:ahLst/>
            <a:cxnLst/>
            <a:rect l="l" t="t" r="r" b="b"/>
            <a:pathLst>
              <a:path w="411480" h="411480">
                <a:moveTo>
                  <a:pt x="0" y="411480"/>
                </a:moveTo>
                <a:lnTo>
                  <a:pt x="411480" y="411480"/>
                </a:lnTo>
                <a:lnTo>
                  <a:pt x="41148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6" name="S11-label454"/>
          <p:cNvSpPr txBox="1"/>
          <p:nvPr/>
        </p:nvSpPr>
        <p:spPr>
          <a:xfrm>
            <a:off x="4657979" y="3142361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</a:t>
            </a:r>
            <a:endParaRPr lang="ko-KR" sz="2200" dirty="0"/>
          </a:p>
        </p:txBody>
      </p:sp>
      <p:sp>
        <p:nvSpPr>
          <p:cNvPr id="37" name="S11-label455"/>
          <p:cNvSpPr txBox="1"/>
          <p:nvPr/>
        </p:nvSpPr>
        <p:spPr>
          <a:xfrm>
            <a:off x="3787902" y="3646170"/>
            <a:ext cx="2123694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위에서 본 모양</a:t>
            </a:r>
            <a:endParaRPr lang="ko-KR" sz="2200" dirty="0"/>
          </a:p>
        </p:txBody>
      </p:sp>
      <p:sp>
        <p:nvSpPr>
          <p:cNvPr id="38" name="S11-chip456"/>
          <p:cNvSpPr txBox="1"/>
          <p:nvPr/>
        </p:nvSpPr>
        <p:spPr>
          <a:xfrm>
            <a:off x="6277356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39" name="S11-figure457" descr="위에서 본 모양에 수를 씀: 뒷줄 2, 1, 2 / 앞줄 3, 1"/>
          <p:cNvSpPr/>
          <p:nvPr/>
        </p:nvSpPr>
        <p:spPr>
          <a:xfrm>
            <a:off x="8271869" y="2818653"/>
            <a:ext cx="723153" cy="723153"/>
          </a:xfrm>
          <a:custGeom>
            <a:avLst/>
            <a:gdLst/>
            <a:ahLst/>
            <a:cxnLst/>
            <a:rect l="l" t="t" r="r" b="b"/>
            <a:pathLst>
              <a:path w="723153" h="723153">
                <a:moveTo>
                  <a:pt x="0" y="723153"/>
                </a:moveTo>
                <a:lnTo>
                  <a:pt x="723153" y="723153"/>
                </a:lnTo>
                <a:lnTo>
                  <a:pt x="723153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0" name="S11-mark458"/>
          <p:cNvSpPr/>
          <p:nvPr/>
        </p:nvSpPr>
        <p:spPr>
          <a:xfrm>
            <a:off x="8271869" y="2095500"/>
            <a:ext cx="723153" cy="723153"/>
          </a:xfrm>
          <a:custGeom>
            <a:avLst/>
            <a:gdLst/>
            <a:ahLst/>
            <a:cxnLst/>
            <a:rect l="l" t="t" r="r" b="b"/>
            <a:pathLst>
              <a:path w="723153" h="723153">
                <a:moveTo>
                  <a:pt x="0" y="723153"/>
                </a:moveTo>
                <a:lnTo>
                  <a:pt x="723153" y="723153"/>
                </a:lnTo>
                <a:lnTo>
                  <a:pt x="723153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1" name="S11-mark459"/>
          <p:cNvSpPr/>
          <p:nvPr/>
        </p:nvSpPr>
        <p:spPr>
          <a:xfrm>
            <a:off x="8995022" y="2818653"/>
            <a:ext cx="723153" cy="723153"/>
          </a:xfrm>
          <a:custGeom>
            <a:avLst/>
            <a:gdLst/>
            <a:ahLst/>
            <a:cxnLst/>
            <a:rect l="l" t="t" r="r" b="b"/>
            <a:pathLst>
              <a:path w="723153" h="723153">
                <a:moveTo>
                  <a:pt x="0" y="723153"/>
                </a:moveTo>
                <a:lnTo>
                  <a:pt x="723153" y="723153"/>
                </a:lnTo>
                <a:lnTo>
                  <a:pt x="723153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2" name="S11-mark460"/>
          <p:cNvSpPr/>
          <p:nvPr/>
        </p:nvSpPr>
        <p:spPr>
          <a:xfrm>
            <a:off x="8995022" y="2095500"/>
            <a:ext cx="723153" cy="723153"/>
          </a:xfrm>
          <a:custGeom>
            <a:avLst/>
            <a:gdLst/>
            <a:ahLst/>
            <a:cxnLst/>
            <a:rect l="l" t="t" r="r" b="b"/>
            <a:pathLst>
              <a:path w="723153" h="723153">
                <a:moveTo>
                  <a:pt x="0" y="723153"/>
                </a:moveTo>
                <a:lnTo>
                  <a:pt x="723153" y="723153"/>
                </a:lnTo>
                <a:lnTo>
                  <a:pt x="723153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3" name="S11-mark461"/>
          <p:cNvSpPr/>
          <p:nvPr/>
        </p:nvSpPr>
        <p:spPr>
          <a:xfrm>
            <a:off x="9718174" y="2095500"/>
            <a:ext cx="723153" cy="723153"/>
          </a:xfrm>
          <a:custGeom>
            <a:avLst/>
            <a:gdLst/>
            <a:ahLst/>
            <a:cxnLst/>
            <a:rect l="l" t="t" r="r" b="b"/>
            <a:pathLst>
              <a:path w="723153" h="723153">
                <a:moveTo>
                  <a:pt x="0" y="723153"/>
                </a:moveTo>
                <a:lnTo>
                  <a:pt x="723153" y="723153"/>
                </a:lnTo>
                <a:lnTo>
                  <a:pt x="723153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4" name="S11-label463"/>
          <p:cNvSpPr txBox="1"/>
          <p:nvPr/>
        </p:nvSpPr>
        <p:spPr>
          <a:xfrm>
            <a:off x="8486379" y="3005604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45" name="S11-label465"/>
          <p:cNvSpPr txBox="1"/>
          <p:nvPr/>
        </p:nvSpPr>
        <p:spPr>
          <a:xfrm>
            <a:off x="8486379" y="2282451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46" name="S11-label467"/>
          <p:cNvSpPr txBox="1"/>
          <p:nvPr/>
        </p:nvSpPr>
        <p:spPr>
          <a:xfrm>
            <a:off x="9209532" y="3005604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47" name="S11-label469"/>
          <p:cNvSpPr txBox="1"/>
          <p:nvPr/>
        </p:nvSpPr>
        <p:spPr>
          <a:xfrm>
            <a:off x="9209532" y="2282451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48" name="S11-label471"/>
          <p:cNvSpPr txBox="1"/>
          <p:nvPr/>
        </p:nvSpPr>
        <p:spPr>
          <a:xfrm>
            <a:off x="9932685" y="2282451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49" name="S11-label473"/>
          <p:cNvSpPr txBox="1"/>
          <p:nvPr/>
        </p:nvSpPr>
        <p:spPr>
          <a:xfrm>
            <a:off x="9164828" y="3764915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</a:t>
            </a:r>
            <a:endParaRPr lang="ko-KR" sz="2200" dirty="0"/>
          </a:p>
        </p:txBody>
      </p:sp>
      <p:sp>
        <p:nvSpPr>
          <p:cNvPr id="50" name="S11-chip474"/>
          <p:cNvSpPr txBox="1"/>
          <p:nvPr/>
        </p:nvSpPr>
        <p:spPr>
          <a:xfrm>
            <a:off x="548640" y="49286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51" name="S11-cell475"/>
          <p:cNvSpPr/>
          <p:nvPr/>
        </p:nvSpPr>
        <p:spPr>
          <a:xfrm>
            <a:off x="1450086" y="4621149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2" name="S11-cell476"/>
          <p:cNvSpPr/>
          <p:nvPr/>
        </p:nvSpPr>
        <p:spPr>
          <a:xfrm>
            <a:off x="1815846" y="4621149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3" name="S11-cell477"/>
          <p:cNvSpPr/>
          <p:nvPr/>
        </p:nvSpPr>
        <p:spPr>
          <a:xfrm>
            <a:off x="2181606" y="4621149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4" name="S11-cell478"/>
          <p:cNvSpPr/>
          <p:nvPr/>
        </p:nvSpPr>
        <p:spPr>
          <a:xfrm>
            <a:off x="1450086" y="4986909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5" name="S11-cell479"/>
          <p:cNvSpPr/>
          <p:nvPr/>
        </p:nvSpPr>
        <p:spPr>
          <a:xfrm>
            <a:off x="1815846" y="4986909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6" name="S11-cell480"/>
          <p:cNvSpPr/>
          <p:nvPr/>
        </p:nvSpPr>
        <p:spPr>
          <a:xfrm>
            <a:off x="2181606" y="4986909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7" name="S11-figure481" descr="1층 모양: 6칸 모두 색칠"/>
          <p:cNvSpPr/>
          <p:nvPr/>
        </p:nvSpPr>
        <p:spPr>
          <a:xfrm>
            <a:off x="1450086" y="4621149"/>
            <a:ext cx="1097280" cy="73152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58" name="S11-label482"/>
          <p:cNvSpPr txBox="1"/>
          <p:nvPr/>
        </p:nvSpPr>
        <p:spPr>
          <a:xfrm>
            <a:off x="1344168" y="5840730"/>
            <a:ext cx="130911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1층</a:t>
            </a:r>
            <a:endParaRPr lang="ko-KR" sz="2200" dirty="0"/>
          </a:p>
        </p:txBody>
      </p:sp>
      <p:sp>
        <p:nvSpPr>
          <p:cNvPr id="59" name="S11-cell483"/>
          <p:cNvSpPr/>
          <p:nvPr/>
        </p:nvSpPr>
        <p:spPr>
          <a:xfrm>
            <a:off x="3079242" y="4621149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0" name="S11-cell484"/>
          <p:cNvSpPr/>
          <p:nvPr/>
        </p:nvSpPr>
        <p:spPr>
          <a:xfrm>
            <a:off x="3445002" y="4621149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1" name="S11-cell485"/>
          <p:cNvSpPr/>
          <p:nvPr/>
        </p:nvSpPr>
        <p:spPr>
          <a:xfrm>
            <a:off x="3810762" y="4621149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2" name="S11-cell486"/>
          <p:cNvSpPr/>
          <p:nvPr/>
        </p:nvSpPr>
        <p:spPr>
          <a:xfrm>
            <a:off x="3079242" y="4986909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3" name="S11-cell487"/>
          <p:cNvSpPr/>
          <p:nvPr/>
        </p:nvSpPr>
        <p:spPr>
          <a:xfrm>
            <a:off x="3445002" y="4986909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4" name="S11-cell488"/>
          <p:cNvSpPr/>
          <p:nvPr/>
        </p:nvSpPr>
        <p:spPr>
          <a:xfrm>
            <a:off x="3810762" y="4986909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5" name="S11-figure489" descr="2층 모양: 앞줄 가운데, 뒷줄 왼쪽, 뒷줄 오른쪽 3칸 색칠"/>
          <p:cNvSpPr/>
          <p:nvPr/>
        </p:nvSpPr>
        <p:spPr>
          <a:xfrm>
            <a:off x="3079242" y="4621149"/>
            <a:ext cx="1097280" cy="73152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6" name="S11-label490"/>
          <p:cNvSpPr txBox="1"/>
          <p:nvPr/>
        </p:nvSpPr>
        <p:spPr>
          <a:xfrm>
            <a:off x="2973324" y="5840730"/>
            <a:ext cx="130911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2층</a:t>
            </a:r>
            <a:endParaRPr lang="ko-KR" sz="2200" dirty="0"/>
          </a:p>
        </p:txBody>
      </p:sp>
      <p:sp>
        <p:nvSpPr>
          <p:cNvPr id="67" name="S11-cell491"/>
          <p:cNvSpPr/>
          <p:nvPr/>
        </p:nvSpPr>
        <p:spPr>
          <a:xfrm>
            <a:off x="4708398" y="4621149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8" name="S11-cell492"/>
          <p:cNvSpPr/>
          <p:nvPr/>
        </p:nvSpPr>
        <p:spPr>
          <a:xfrm>
            <a:off x="5074158" y="4621149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9" name="S11-cell493"/>
          <p:cNvSpPr/>
          <p:nvPr/>
        </p:nvSpPr>
        <p:spPr>
          <a:xfrm>
            <a:off x="5439918" y="4621149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0" name="S11-cell494"/>
          <p:cNvSpPr/>
          <p:nvPr/>
        </p:nvSpPr>
        <p:spPr>
          <a:xfrm>
            <a:off x="4708398" y="4986909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1" name="S11-cell495"/>
          <p:cNvSpPr/>
          <p:nvPr/>
        </p:nvSpPr>
        <p:spPr>
          <a:xfrm>
            <a:off x="5074158" y="4986909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2" name="S11-cell496"/>
          <p:cNvSpPr/>
          <p:nvPr/>
        </p:nvSpPr>
        <p:spPr>
          <a:xfrm>
            <a:off x="5439918" y="4986909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3" name="S11-figure497" descr="3층 모양: 뒷줄 왼쪽 1칸 색칠"/>
          <p:cNvSpPr/>
          <p:nvPr/>
        </p:nvSpPr>
        <p:spPr>
          <a:xfrm>
            <a:off x="4708398" y="4621149"/>
            <a:ext cx="1097280" cy="73152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74" name="S11-label498"/>
          <p:cNvSpPr txBox="1"/>
          <p:nvPr/>
        </p:nvSpPr>
        <p:spPr>
          <a:xfrm>
            <a:off x="4602480" y="5840730"/>
            <a:ext cx="130911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3층</a:t>
            </a:r>
            <a:endParaRPr lang="ko-KR" sz="2200" dirty="0"/>
          </a:p>
        </p:txBody>
      </p:sp>
      <p:sp>
        <p:nvSpPr>
          <p:cNvPr id="75" name="S11-chip499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76" name="S11-text500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②를 앞에서 보면 왼쪽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줄부터 몇 층씩 보이나요?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옆에서 본 모양은?</a:t>
            </a:r>
            <a:endParaRPr lang="ko-KR" sz="4000" dirty="0"/>
          </a:p>
        </p:txBody>
      </p:sp>
      <p:sp>
        <p:nvSpPr>
          <p:cNvPr id="3" name="S13-text50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 옆에서 본 모양을 고르고, 까닭을 말해요.</a:t>
            </a:r>
            <a:endParaRPr lang="ko-KR" sz="2800" dirty="0"/>
          </a:p>
        </p:txBody>
      </p:sp>
      <p:sp>
        <p:nvSpPr>
          <p:cNvPr id="4" name="S13-figure502" descr="위에서 본 모양에 수를 씀: 뒷줄 3, 2, 1 / 앞줄 2, 1"/>
          <p:cNvSpPr/>
          <p:nvPr/>
        </p:nvSpPr>
        <p:spPr>
          <a:xfrm>
            <a:off x="7587234" y="3863340"/>
            <a:ext cx="914400" cy="914400"/>
          </a:xfrm>
          <a:custGeom>
            <a:avLst/>
            <a:gdLst/>
            <a:ahLst/>
            <a:cxnLst/>
            <a:rect l="l" t="t" r="r" b="b"/>
            <a:pathLst>
              <a:path w="914400" h="914400">
                <a:moveTo>
                  <a:pt x="0" y="914400"/>
                </a:moveTo>
                <a:lnTo>
                  <a:pt x="914400" y="914400"/>
                </a:lnTo>
                <a:lnTo>
                  <a:pt x="9144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5" name="S13-mark503"/>
          <p:cNvSpPr/>
          <p:nvPr/>
        </p:nvSpPr>
        <p:spPr>
          <a:xfrm>
            <a:off x="7587234" y="2948940"/>
            <a:ext cx="914400" cy="914400"/>
          </a:xfrm>
          <a:custGeom>
            <a:avLst/>
            <a:gdLst/>
            <a:ahLst/>
            <a:cxnLst/>
            <a:rect l="l" t="t" r="r" b="b"/>
            <a:pathLst>
              <a:path w="914400" h="914400">
                <a:moveTo>
                  <a:pt x="0" y="914400"/>
                </a:moveTo>
                <a:lnTo>
                  <a:pt x="914400" y="914400"/>
                </a:lnTo>
                <a:lnTo>
                  <a:pt x="9144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" name="S13-mark504"/>
          <p:cNvSpPr/>
          <p:nvPr/>
        </p:nvSpPr>
        <p:spPr>
          <a:xfrm>
            <a:off x="8501634" y="3863340"/>
            <a:ext cx="914400" cy="914400"/>
          </a:xfrm>
          <a:custGeom>
            <a:avLst/>
            <a:gdLst/>
            <a:ahLst/>
            <a:cxnLst/>
            <a:rect l="l" t="t" r="r" b="b"/>
            <a:pathLst>
              <a:path w="914400" h="914400">
                <a:moveTo>
                  <a:pt x="0" y="914400"/>
                </a:moveTo>
                <a:lnTo>
                  <a:pt x="914400" y="914400"/>
                </a:lnTo>
                <a:lnTo>
                  <a:pt x="9144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7" name="S13-mark505"/>
          <p:cNvSpPr/>
          <p:nvPr/>
        </p:nvSpPr>
        <p:spPr>
          <a:xfrm>
            <a:off x="8501634" y="2948940"/>
            <a:ext cx="914400" cy="914400"/>
          </a:xfrm>
          <a:custGeom>
            <a:avLst/>
            <a:gdLst/>
            <a:ahLst/>
            <a:cxnLst/>
            <a:rect l="l" t="t" r="r" b="b"/>
            <a:pathLst>
              <a:path w="914400" h="914400">
                <a:moveTo>
                  <a:pt x="0" y="914400"/>
                </a:moveTo>
                <a:lnTo>
                  <a:pt x="914400" y="914400"/>
                </a:lnTo>
                <a:lnTo>
                  <a:pt x="9144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13-mark506"/>
          <p:cNvSpPr/>
          <p:nvPr/>
        </p:nvSpPr>
        <p:spPr>
          <a:xfrm>
            <a:off x="9416034" y="2948940"/>
            <a:ext cx="914400" cy="914400"/>
          </a:xfrm>
          <a:custGeom>
            <a:avLst/>
            <a:gdLst/>
            <a:ahLst/>
            <a:cxnLst/>
            <a:rect l="l" t="t" r="r" b="b"/>
            <a:pathLst>
              <a:path w="914400" h="914400">
                <a:moveTo>
                  <a:pt x="0" y="914400"/>
                </a:moveTo>
                <a:lnTo>
                  <a:pt x="914400" y="914400"/>
                </a:lnTo>
                <a:lnTo>
                  <a:pt x="9144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13-label508"/>
          <p:cNvSpPr txBox="1"/>
          <p:nvPr/>
        </p:nvSpPr>
        <p:spPr>
          <a:xfrm>
            <a:off x="7897368" y="4145915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10" name="S13-label510"/>
          <p:cNvSpPr txBox="1"/>
          <p:nvPr/>
        </p:nvSpPr>
        <p:spPr>
          <a:xfrm>
            <a:off x="7897368" y="3231515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1" name="S13-label512"/>
          <p:cNvSpPr txBox="1"/>
          <p:nvPr/>
        </p:nvSpPr>
        <p:spPr>
          <a:xfrm>
            <a:off x="8811768" y="4145915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12" name="S13-label514"/>
          <p:cNvSpPr txBox="1"/>
          <p:nvPr/>
        </p:nvSpPr>
        <p:spPr>
          <a:xfrm>
            <a:off x="8811768" y="3231515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13" name="S13-label516"/>
          <p:cNvSpPr txBox="1"/>
          <p:nvPr/>
        </p:nvSpPr>
        <p:spPr>
          <a:xfrm>
            <a:off x="9726168" y="3231515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14" name="S13-label518"/>
          <p:cNvSpPr txBox="1"/>
          <p:nvPr/>
        </p:nvSpPr>
        <p:spPr>
          <a:xfrm>
            <a:off x="8767064" y="5106035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</a:t>
            </a:r>
            <a:endParaRPr lang="ko-KR" sz="2200" dirty="0"/>
          </a:p>
        </p:txBody>
      </p:sp>
      <p:sp>
        <p:nvSpPr>
          <p:cNvPr id="15" name="S13-chip519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16" name="S13-cell520"/>
          <p:cNvSpPr/>
          <p:nvPr/>
        </p:nvSpPr>
        <p:spPr>
          <a:xfrm>
            <a:off x="3262122" y="210312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3-cell521"/>
          <p:cNvSpPr/>
          <p:nvPr/>
        </p:nvSpPr>
        <p:spPr>
          <a:xfrm>
            <a:off x="3627882" y="2103120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13-cell522"/>
          <p:cNvSpPr/>
          <p:nvPr/>
        </p:nvSpPr>
        <p:spPr>
          <a:xfrm>
            <a:off x="3262122" y="246888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13-cell523"/>
          <p:cNvSpPr/>
          <p:nvPr/>
        </p:nvSpPr>
        <p:spPr>
          <a:xfrm>
            <a:off x="3627882" y="246888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13-cell524"/>
          <p:cNvSpPr/>
          <p:nvPr/>
        </p:nvSpPr>
        <p:spPr>
          <a:xfrm>
            <a:off x="3262122" y="283464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13-cell525"/>
          <p:cNvSpPr/>
          <p:nvPr/>
        </p:nvSpPr>
        <p:spPr>
          <a:xfrm>
            <a:off x="3627882" y="283464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13-figure526" descr="가: 왼쪽 3칸, 오른쪽 2칸 색칠"/>
          <p:cNvSpPr/>
          <p:nvPr/>
        </p:nvSpPr>
        <p:spPr>
          <a:xfrm>
            <a:off x="3262122" y="2103120"/>
            <a:ext cx="731520" cy="10972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3" name="S13-chip527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24" name="S13-cell528"/>
          <p:cNvSpPr/>
          <p:nvPr/>
        </p:nvSpPr>
        <p:spPr>
          <a:xfrm>
            <a:off x="3262122" y="3566160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13-cell529"/>
          <p:cNvSpPr/>
          <p:nvPr/>
        </p:nvSpPr>
        <p:spPr>
          <a:xfrm>
            <a:off x="3627882" y="356616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13-cell530"/>
          <p:cNvSpPr/>
          <p:nvPr/>
        </p:nvSpPr>
        <p:spPr>
          <a:xfrm>
            <a:off x="3262122" y="393192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13-cell531"/>
          <p:cNvSpPr/>
          <p:nvPr/>
        </p:nvSpPr>
        <p:spPr>
          <a:xfrm>
            <a:off x="3627882" y="393192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13-cell532"/>
          <p:cNvSpPr/>
          <p:nvPr/>
        </p:nvSpPr>
        <p:spPr>
          <a:xfrm>
            <a:off x="3262122" y="429768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13-cell533"/>
          <p:cNvSpPr/>
          <p:nvPr/>
        </p:nvSpPr>
        <p:spPr>
          <a:xfrm>
            <a:off x="3627882" y="429768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13-figure534" descr="나: 왼쪽 2칸, 오른쪽 3칸 색칠"/>
          <p:cNvSpPr/>
          <p:nvPr/>
        </p:nvSpPr>
        <p:spPr>
          <a:xfrm>
            <a:off x="3262122" y="3566160"/>
            <a:ext cx="731520" cy="10972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1" name="S13-chip535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200" dirty="0"/>
          </a:p>
        </p:txBody>
      </p:sp>
      <p:sp>
        <p:nvSpPr>
          <p:cNvPr id="32" name="S13-cell536"/>
          <p:cNvSpPr/>
          <p:nvPr/>
        </p:nvSpPr>
        <p:spPr>
          <a:xfrm>
            <a:off x="3079242" y="502920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13-cell537"/>
          <p:cNvSpPr/>
          <p:nvPr/>
        </p:nvSpPr>
        <p:spPr>
          <a:xfrm>
            <a:off x="3445002" y="5029200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13-cell538"/>
          <p:cNvSpPr/>
          <p:nvPr/>
        </p:nvSpPr>
        <p:spPr>
          <a:xfrm>
            <a:off x="3810762" y="5029200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13-cell539"/>
          <p:cNvSpPr/>
          <p:nvPr/>
        </p:nvSpPr>
        <p:spPr>
          <a:xfrm>
            <a:off x="3079242" y="539496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13-cell540"/>
          <p:cNvSpPr/>
          <p:nvPr/>
        </p:nvSpPr>
        <p:spPr>
          <a:xfrm>
            <a:off x="3445002" y="539496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13-cell541"/>
          <p:cNvSpPr/>
          <p:nvPr/>
        </p:nvSpPr>
        <p:spPr>
          <a:xfrm>
            <a:off x="3810762" y="5394960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13-cell542"/>
          <p:cNvSpPr/>
          <p:nvPr/>
        </p:nvSpPr>
        <p:spPr>
          <a:xfrm>
            <a:off x="3079242" y="576072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13-cell543"/>
          <p:cNvSpPr/>
          <p:nvPr/>
        </p:nvSpPr>
        <p:spPr>
          <a:xfrm>
            <a:off x="3445002" y="576072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13-cell544"/>
          <p:cNvSpPr/>
          <p:nvPr/>
        </p:nvSpPr>
        <p:spPr>
          <a:xfrm>
            <a:off x="3810762" y="576072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13-figure545" descr="다: 왼쪽부터 3칸, 2칸, 1칸 색칠"/>
          <p:cNvSpPr/>
          <p:nvPr/>
        </p:nvSpPr>
        <p:spPr>
          <a:xfrm>
            <a:off x="3079242" y="5029200"/>
            <a:ext cx="1097280" cy="10972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546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547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앞·옆에서는 줄마다 가장 높은 층이 보여요. 숨은 쌓기나무는 위에서 본 모양으로 확인해요.</a:t>
            </a:r>
            <a:endParaRPr lang="ko-KR" sz="2800" dirty="0"/>
          </a:p>
        </p:txBody>
      </p:sp>
      <p:sp>
        <p:nvSpPr>
          <p:cNvPr id="5" name="S14-chip548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자리마다 수를 써서 더하기</a:t>
            </a:r>
            <a:endParaRPr lang="ko-KR" sz="2200" dirty="0"/>
          </a:p>
        </p:txBody>
      </p:sp>
      <p:sp>
        <p:nvSpPr>
          <p:cNvPr id="6" name="S14-chip549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줄의 수를 더해 앞모양 그리기</a:t>
            </a:r>
            <a:endParaRPr lang="ko-KR" sz="2200" dirty="0"/>
          </a:p>
        </p:txBody>
      </p:sp>
      <p:sp>
        <p:nvSpPr>
          <p:cNvPr id="7" name="S14-text550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4-text551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위에서 본 모양에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 2, 3, 1이 있으면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몇 개?</a:t>
            </a:r>
            <a:endParaRPr lang="ko-KR" sz="2200" dirty="0"/>
          </a:p>
        </p:txBody>
      </p:sp>
      <p:sp>
        <p:nvSpPr>
          <p:cNvPr id="9" name="S14-text552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앞뒤로 1층과 3층이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있는 줄을 앞에서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보면 몇 층?</a:t>
            </a:r>
            <a:endParaRPr lang="ko-KR" sz="2200" dirty="0"/>
          </a:p>
        </p:txBody>
      </p:sp>
      <p:sp>
        <p:nvSpPr>
          <p:cNvPr id="10" name="S14-text553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그림만으로 개수를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정할 수 없는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까닭은?</a:t>
            </a:r>
            <a:endParaRPr lang="ko-KR" sz="2200" dirty="0"/>
          </a:p>
        </p:txBody>
      </p:sp>
      <p:sp>
        <p:nvSpPr>
          <p:cNvPr id="11" name="S14-text554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직육면체의 겉넓이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층별로 세기</a:t>
            </a:r>
            <a:endParaRPr lang="ko-KR" sz="4000" dirty="0"/>
          </a:p>
        </p:txBody>
      </p:sp>
      <p:sp>
        <p:nvSpPr>
          <p:cNvPr id="3" name="S15-card55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5-cardtext55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+ 2 + 1 = 6, 모두 6개예요.</a:t>
            </a:r>
            <a:endParaRPr lang="ko-KR" sz="2800" dirty="0"/>
          </a:p>
        </p:txBody>
      </p:sp>
      <p:sp>
        <p:nvSpPr>
          <p:cNvPr id="5" name="S15-figure557" descr="쌓기나무 6개를 한 줄로 계단처럼 쌓은 모양: 왼쪽부터 1층, 2층, 3층"/>
          <p:cNvSpPr/>
          <p:nvPr/>
        </p:nvSpPr>
        <p:spPr>
          <a:xfrm>
            <a:off x="1659575" y="2316480"/>
            <a:ext cx="1570543" cy="906780"/>
          </a:xfrm>
          <a:custGeom>
            <a:avLst/>
            <a:gdLst/>
            <a:ahLst/>
            <a:cxnLst/>
            <a:rect l="l" t="t" r="r" b="b"/>
            <a:pathLst>
              <a:path w="1570543" h="906780">
                <a:moveTo>
                  <a:pt x="0" y="453390"/>
                </a:moveTo>
                <a:lnTo>
                  <a:pt x="785271" y="906780"/>
                </a:lnTo>
                <a:lnTo>
                  <a:pt x="1570543" y="453390"/>
                </a:lnTo>
                <a:lnTo>
                  <a:pt x="785271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" name="S15-mark558"/>
          <p:cNvSpPr/>
          <p:nvPr/>
        </p:nvSpPr>
        <p:spPr>
          <a:xfrm>
            <a:off x="1659575" y="2769870"/>
            <a:ext cx="785271" cy="1360170"/>
          </a:xfrm>
          <a:custGeom>
            <a:avLst/>
            <a:gdLst/>
            <a:ahLst/>
            <a:cxnLst/>
            <a:rect l="l" t="t" r="r" b="b"/>
            <a:pathLst>
              <a:path w="785271" h="1360170">
                <a:moveTo>
                  <a:pt x="0" y="906780"/>
                </a:moveTo>
                <a:lnTo>
                  <a:pt x="785271" y="1360170"/>
                </a:lnTo>
                <a:lnTo>
                  <a:pt x="785271" y="453390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7" name="S15-mark559"/>
          <p:cNvSpPr/>
          <p:nvPr/>
        </p:nvSpPr>
        <p:spPr>
          <a:xfrm>
            <a:off x="2444847" y="2769870"/>
            <a:ext cx="785271" cy="1360170"/>
          </a:xfrm>
          <a:custGeom>
            <a:avLst/>
            <a:gdLst/>
            <a:ahLst/>
            <a:cxnLst/>
            <a:rect l="l" t="t" r="r" b="b"/>
            <a:pathLst>
              <a:path w="785271" h="1360170">
                <a:moveTo>
                  <a:pt x="0" y="1360170"/>
                </a:moveTo>
                <a:lnTo>
                  <a:pt x="785271" y="906780"/>
                </a:lnTo>
                <a:lnTo>
                  <a:pt x="785271" y="0"/>
                </a:lnTo>
                <a:lnTo>
                  <a:pt x="0" y="453390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15-mark560"/>
          <p:cNvSpPr/>
          <p:nvPr/>
        </p:nvSpPr>
        <p:spPr>
          <a:xfrm>
            <a:off x="2444847" y="2769870"/>
            <a:ext cx="1570543" cy="906780"/>
          </a:xfrm>
          <a:custGeom>
            <a:avLst/>
            <a:gdLst/>
            <a:ahLst/>
            <a:cxnLst/>
            <a:rect l="l" t="t" r="r" b="b"/>
            <a:pathLst>
              <a:path w="1570543" h="906780">
                <a:moveTo>
                  <a:pt x="0" y="453390"/>
                </a:moveTo>
                <a:lnTo>
                  <a:pt x="785271" y="906780"/>
                </a:lnTo>
                <a:lnTo>
                  <a:pt x="1570543" y="453390"/>
                </a:lnTo>
                <a:lnTo>
                  <a:pt x="785271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15-mark561"/>
          <p:cNvSpPr/>
          <p:nvPr/>
        </p:nvSpPr>
        <p:spPr>
          <a:xfrm>
            <a:off x="2444847" y="3223260"/>
            <a:ext cx="785271" cy="1360170"/>
          </a:xfrm>
          <a:custGeom>
            <a:avLst/>
            <a:gdLst/>
            <a:ahLst/>
            <a:cxnLst/>
            <a:rect l="l" t="t" r="r" b="b"/>
            <a:pathLst>
              <a:path w="785271" h="1360170">
                <a:moveTo>
                  <a:pt x="0" y="906780"/>
                </a:moveTo>
                <a:lnTo>
                  <a:pt x="785271" y="1360170"/>
                </a:lnTo>
                <a:lnTo>
                  <a:pt x="785271" y="453390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0" name="S15-mark562"/>
          <p:cNvSpPr/>
          <p:nvPr/>
        </p:nvSpPr>
        <p:spPr>
          <a:xfrm>
            <a:off x="3230118" y="3223260"/>
            <a:ext cx="785271" cy="1360170"/>
          </a:xfrm>
          <a:custGeom>
            <a:avLst/>
            <a:gdLst/>
            <a:ahLst/>
            <a:cxnLst/>
            <a:rect l="l" t="t" r="r" b="b"/>
            <a:pathLst>
              <a:path w="785271" h="1360170">
                <a:moveTo>
                  <a:pt x="0" y="1360170"/>
                </a:moveTo>
                <a:lnTo>
                  <a:pt x="785271" y="906780"/>
                </a:lnTo>
                <a:lnTo>
                  <a:pt x="785271" y="0"/>
                </a:lnTo>
                <a:lnTo>
                  <a:pt x="0" y="453390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1" name="S15-mark563"/>
          <p:cNvSpPr/>
          <p:nvPr/>
        </p:nvSpPr>
        <p:spPr>
          <a:xfrm>
            <a:off x="3230118" y="3223260"/>
            <a:ext cx="1570543" cy="906780"/>
          </a:xfrm>
          <a:custGeom>
            <a:avLst/>
            <a:gdLst/>
            <a:ahLst/>
            <a:cxnLst/>
            <a:rect l="l" t="t" r="r" b="b"/>
            <a:pathLst>
              <a:path w="1570543" h="906780">
                <a:moveTo>
                  <a:pt x="0" y="453390"/>
                </a:moveTo>
                <a:lnTo>
                  <a:pt x="785271" y="906780"/>
                </a:lnTo>
                <a:lnTo>
                  <a:pt x="1570543" y="453390"/>
                </a:lnTo>
                <a:lnTo>
                  <a:pt x="785271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2" name="S15-mark564"/>
          <p:cNvSpPr/>
          <p:nvPr/>
        </p:nvSpPr>
        <p:spPr>
          <a:xfrm>
            <a:off x="3230118" y="3676650"/>
            <a:ext cx="785271" cy="1360170"/>
          </a:xfrm>
          <a:custGeom>
            <a:avLst/>
            <a:gdLst/>
            <a:ahLst/>
            <a:cxnLst/>
            <a:rect l="l" t="t" r="r" b="b"/>
            <a:pathLst>
              <a:path w="785271" h="1360170">
                <a:moveTo>
                  <a:pt x="0" y="906780"/>
                </a:moveTo>
                <a:lnTo>
                  <a:pt x="785271" y="1360170"/>
                </a:lnTo>
                <a:lnTo>
                  <a:pt x="785271" y="453390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3" name="S15-mark565"/>
          <p:cNvSpPr/>
          <p:nvPr/>
        </p:nvSpPr>
        <p:spPr>
          <a:xfrm>
            <a:off x="4015389" y="3676650"/>
            <a:ext cx="785271" cy="1360170"/>
          </a:xfrm>
          <a:custGeom>
            <a:avLst/>
            <a:gdLst/>
            <a:ahLst/>
            <a:cxnLst/>
            <a:rect l="l" t="t" r="r" b="b"/>
            <a:pathLst>
              <a:path w="785271" h="1360170">
                <a:moveTo>
                  <a:pt x="0" y="1360170"/>
                </a:moveTo>
                <a:lnTo>
                  <a:pt x="785271" y="906780"/>
                </a:lnTo>
                <a:lnTo>
                  <a:pt x="785271" y="0"/>
                </a:lnTo>
                <a:lnTo>
                  <a:pt x="0" y="453390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4" name="S15-mark566"/>
          <p:cNvSpPr/>
          <p:nvPr/>
        </p:nvSpPr>
        <p:spPr>
          <a:xfrm>
            <a:off x="2444847" y="1863090"/>
            <a:ext cx="1570543" cy="906780"/>
          </a:xfrm>
          <a:custGeom>
            <a:avLst/>
            <a:gdLst/>
            <a:ahLst/>
            <a:cxnLst/>
            <a:rect l="l" t="t" r="r" b="b"/>
            <a:pathLst>
              <a:path w="1570543" h="906780">
                <a:moveTo>
                  <a:pt x="0" y="453390"/>
                </a:moveTo>
                <a:lnTo>
                  <a:pt x="785271" y="906780"/>
                </a:lnTo>
                <a:lnTo>
                  <a:pt x="1570543" y="453390"/>
                </a:lnTo>
                <a:lnTo>
                  <a:pt x="785271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5" name="S15-mark567"/>
          <p:cNvSpPr/>
          <p:nvPr/>
        </p:nvSpPr>
        <p:spPr>
          <a:xfrm>
            <a:off x="2444847" y="2316480"/>
            <a:ext cx="785271" cy="1360170"/>
          </a:xfrm>
          <a:custGeom>
            <a:avLst/>
            <a:gdLst/>
            <a:ahLst/>
            <a:cxnLst/>
            <a:rect l="l" t="t" r="r" b="b"/>
            <a:pathLst>
              <a:path w="785271" h="1360170">
                <a:moveTo>
                  <a:pt x="0" y="906780"/>
                </a:moveTo>
                <a:lnTo>
                  <a:pt x="785271" y="1360170"/>
                </a:lnTo>
                <a:lnTo>
                  <a:pt x="785271" y="453390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6" name="S15-mark568"/>
          <p:cNvSpPr/>
          <p:nvPr/>
        </p:nvSpPr>
        <p:spPr>
          <a:xfrm>
            <a:off x="3230118" y="2316480"/>
            <a:ext cx="785271" cy="1360170"/>
          </a:xfrm>
          <a:custGeom>
            <a:avLst/>
            <a:gdLst/>
            <a:ahLst/>
            <a:cxnLst/>
            <a:rect l="l" t="t" r="r" b="b"/>
            <a:pathLst>
              <a:path w="785271" h="1360170">
                <a:moveTo>
                  <a:pt x="0" y="1360170"/>
                </a:moveTo>
                <a:lnTo>
                  <a:pt x="785271" y="906780"/>
                </a:lnTo>
                <a:lnTo>
                  <a:pt x="785271" y="0"/>
                </a:lnTo>
                <a:lnTo>
                  <a:pt x="0" y="453390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7" name="S15-mark569"/>
          <p:cNvSpPr/>
          <p:nvPr/>
        </p:nvSpPr>
        <p:spPr>
          <a:xfrm>
            <a:off x="3230118" y="2316480"/>
            <a:ext cx="1570543" cy="906780"/>
          </a:xfrm>
          <a:custGeom>
            <a:avLst/>
            <a:gdLst/>
            <a:ahLst/>
            <a:cxnLst/>
            <a:rect l="l" t="t" r="r" b="b"/>
            <a:pathLst>
              <a:path w="1570543" h="906780">
                <a:moveTo>
                  <a:pt x="0" y="453390"/>
                </a:moveTo>
                <a:lnTo>
                  <a:pt x="785271" y="906780"/>
                </a:lnTo>
                <a:lnTo>
                  <a:pt x="1570543" y="453390"/>
                </a:lnTo>
                <a:lnTo>
                  <a:pt x="785271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8" name="S15-mark570"/>
          <p:cNvSpPr/>
          <p:nvPr/>
        </p:nvSpPr>
        <p:spPr>
          <a:xfrm>
            <a:off x="3230118" y="2769870"/>
            <a:ext cx="785271" cy="1360170"/>
          </a:xfrm>
          <a:custGeom>
            <a:avLst/>
            <a:gdLst/>
            <a:ahLst/>
            <a:cxnLst/>
            <a:rect l="l" t="t" r="r" b="b"/>
            <a:pathLst>
              <a:path w="785271" h="1360170">
                <a:moveTo>
                  <a:pt x="0" y="906780"/>
                </a:moveTo>
                <a:lnTo>
                  <a:pt x="785271" y="1360170"/>
                </a:lnTo>
                <a:lnTo>
                  <a:pt x="785271" y="453390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9" name="S15-mark571"/>
          <p:cNvSpPr/>
          <p:nvPr/>
        </p:nvSpPr>
        <p:spPr>
          <a:xfrm>
            <a:off x="4015389" y="2769870"/>
            <a:ext cx="785271" cy="1360170"/>
          </a:xfrm>
          <a:custGeom>
            <a:avLst/>
            <a:gdLst/>
            <a:ahLst/>
            <a:cxnLst/>
            <a:rect l="l" t="t" r="r" b="b"/>
            <a:pathLst>
              <a:path w="785271" h="1360170">
                <a:moveTo>
                  <a:pt x="0" y="1360170"/>
                </a:moveTo>
                <a:lnTo>
                  <a:pt x="785271" y="906780"/>
                </a:lnTo>
                <a:lnTo>
                  <a:pt x="785271" y="0"/>
                </a:lnTo>
                <a:lnTo>
                  <a:pt x="0" y="453390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0" name="S15-mark572"/>
          <p:cNvSpPr/>
          <p:nvPr/>
        </p:nvSpPr>
        <p:spPr>
          <a:xfrm>
            <a:off x="3230118" y="1409700"/>
            <a:ext cx="1570543" cy="906780"/>
          </a:xfrm>
          <a:custGeom>
            <a:avLst/>
            <a:gdLst/>
            <a:ahLst/>
            <a:cxnLst/>
            <a:rect l="l" t="t" r="r" b="b"/>
            <a:pathLst>
              <a:path w="1570543" h="906780">
                <a:moveTo>
                  <a:pt x="0" y="453390"/>
                </a:moveTo>
                <a:lnTo>
                  <a:pt x="785271" y="906780"/>
                </a:lnTo>
                <a:lnTo>
                  <a:pt x="1570543" y="453390"/>
                </a:lnTo>
                <a:lnTo>
                  <a:pt x="785271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1" name="S15-mark573"/>
          <p:cNvSpPr/>
          <p:nvPr/>
        </p:nvSpPr>
        <p:spPr>
          <a:xfrm>
            <a:off x="3230118" y="1863090"/>
            <a:ext cx="785271" cy="1360170"/>
          </a:xfrm>
          <a:custGeom>
            <a:avLst/>
            <a:gdLst/>
            <a:ahLst/>
            <a:cxnLst/>
            <a:rect l="l" t="t" r="r" b="b"/>
            <a:pathLst>
              <a:path w="785271" h="1360170">
                <a:moveTo>
                  <a:pt x="0" y="906780"/>
                </a:moveTo>
                <a:lnTo>
                  <a:pt x="785271" y="1360170"/>
                </a:lnTo>
                <a:lnTo>
                  <a:pt x="785271" y="453390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2" name="S15-mark574"/>
          <p:cNvSpPr/>
          <p:nvPr/>
        </p:nvSpPr>
        <p:spPr>
          <a:xfrm>
            <a:off x="4015389" y="1863090"/>
            <a:ext cx="785271" cy="1360170"/>
          </a:xfrm>
          <a:custGeom>
            <a:avLst/>
            <a:gdLst/>
            <a:ahLst/>
            <a:cxnLst/>
            <a:rect l="l" t="t" r="r" b="b"/>
            <a:pathLst>
              <a:path w="785271" h="1360170">
                <a:moveTo>
                  <a:pt x="0" y="1360170"/>
                </a:moveTo>
                <a:lnTo>
                  <a:pt x="785271" y="906780"/>
                </a:lnTo>
                <a:lnTo>
                  <a:pt x="785271" y="0"/>
                </a:lnTo>
                <a:lnTo>
                  <a:pt x="0" y="453390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3" name="S15-card575"/>
          <p:cNvSpPr/>
          <p:nvPr/>
        </p:nvSpPr>
        <p:spPr>
          <a:xfrm>
            <a:off x="6277356" y="169164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4" name="S15-cardtext576"/>
          <p:cNvSpPr txBox="1"/>
          <p:nvPr/>
        </p:nvSpPr>
        <p:spPr>
          <a:xfrm>
            <a:off x="6551676" y="182880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1층에 3개</a:t>
            </a:r>
            <a:endParaRPr lang="ko-KR" sz="2800" dirty="0"/>
          </a:p>
        </p:txBody>
      </p:sp>
      <p:sp>
        <p:nvSpPr>
          <p:cNvPr id="25" name="S15-card577"/>
          <p:cNvSpPr/>
          <p:nvPr/>
        </p:nvSpPr>
        <p:spPr>
          <a:xfrm>
            <a:off x="6277356" y="278892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6" name="S15-cardtext578"/>
          <p:cNvSpPr txBox="1"/>
          <p:nvPr/>
        </p:nvSpPr>
        <p:spPr>
          <a:xfrm>
            <a:off x="6551676" y="292608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2층에 2개</a:t>
            </a:r>
            <a:endParaRPr lang="ko-KR" sz="2800" dirty="0"/>
          </a:p>
        </p:txBody>
      </p:sp>
      <p:sp>
        <p:nvSpPr>
          <p:cNvPr id="27" name="S15-card579"/>
          <p:cNvSpPr/>
          <p:nvPr/>
        </p:nvSpPr>
        <p:spPr>
          <a:xfrm>
            <a:off x="6277356" y="388620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8" name="S15-cardtext580"/>
          <p:cNvSpPr txBox="1"/>
          <p:nvPr/>
        </p:nvSpPr>
        <p:spPr>
          <a:xfrm>
            <a:off x="6551676" y="402336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3층에 1개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초6 수학 쌓기나무와 공간 감각</dc:title>
  <dc:subject>KR22-G06-MAT-VIEWS-L01</dc:subject>
  <dc:creator>education-ppt</dc:creator>
  <cp:lastModifiedBy>education-ppt</cp:lastModifiedBy>
  <cp:revision>1</cp:revision>
  <dcterms:created xsi:type="dcterms:W3CDTF">2026-10-26T09:27:51Z</dcterms:created>
  <dcterms:modified xsi:type="dcterms:W3CDTF">2026-10-26T09:27:51Z</dcterms:modified>
</cp:coreProperties>
</file>