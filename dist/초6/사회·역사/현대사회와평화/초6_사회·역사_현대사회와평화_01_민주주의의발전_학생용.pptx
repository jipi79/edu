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650d438-81b6-fcd6-d3e6-9778c5b2a7a4}">
          <p14:sldIdLst>
            <p14:sldId id="256"/>
            <p14:sldId id="257"/>
          </p14:sldIdLst>
        </p14:section>
        <p14:section name="개념" id="{65612140-d1ac-6664-c716-32d9b86b96f7}">
          <p14:sldIdLst>
            <p14:sldId id="258"/>
            <p14:sldId id="259"/>
            <p14:sldId id="260"/>
            <p14:sldId id="262"/>
            <p14:sldId id="263"/>
            <p14:sldId id="266"/>
          </p14:sldIdLst>
        </p14:section>
        <p14:section name="연습" id="{2703586c-2c8c-9490-3c89-f6419c01addb}">
          <p14:sldIdLst>
            <p14:sldId id="261"/>
            <p14:sldId id="264"/>
            <p14:sldId id="265"/>
          </p14:sldIdLst>
        </p14:section>
        <p14:section name="개념" id="{145139a4-7769-a94b-4e60-04bec989808c}">
          <p14:sldIdLst/>
        </p14:section>
        <p14:section name="연습" id="{f44d34ce-5f5d-9b42-ea0b-e383e330b14d}">
          <p14:sldIdLst/>
        </p14:section>
        <p14:section name="개념" id="{d378d2bf-3a7a-8d7a-6201-707643520911}">
          <p14:sldIdLst/>
        </p14:section>
        <p14:section name="확인" id="{e2df3d4d-ef1d-5866-2811-42c29c5beaf2}">
          <p14:sldIdLst>
            <p14:sldId id="267"/>
          </p14:sldIdLst>
        </p14:section>
        <p14:section name="정리" id="{85d4788b-d8c5-3af2-298f-4b9aa9e10fab}">
          <p14:sldIdLst>
            <p14:sldId id="268"/>
          </p14:sldIdLst>
        </p14:section>
        <p14:section name="보충" id="{093d8120-6bab-8115-ddfb-bb08fb03599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현대사회와평화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민주주의의 발전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민주주의의 발전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민주주의의 발전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민주주의의 발전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나라의 주인이 되기까지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노력이 있었을까요?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민주화 운동 세 가지를 차례로 놓고 시민들이 바란 것을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민주주의가 시민의 노력으로 발전했음을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 정부가 세워진 해는?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총선거가 소중한 까닭은?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전쟁이 시작된 해와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협정을 맺은 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민주주의란?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세워진 뒤에도 민주주의가 흔들릴 때가 있었어요.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나라의 주인이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 나라의 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정하는 것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사람이나 몇몇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권력을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마음대로 쓰는 것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민주화 운동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독재에 맞서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민주주의를 지키고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넓히려는 노력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 발전의 흐름</a:t>
            </a:r>
            <a:endParaRPr lang="ko-KR" sz="4000" dirty="0"/>
          </a:p>
        </p:txBody>
      </p:sp>
      <p:sp>
        <p:nvSpPr>
          <p:cNvPr id="3" name="S04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시민들은 세 번 크게 민주주의를 외쳤어요.</a:t>
            </a:r>
            <a:endParaRPr lang="ko-KR" sz="2800" dirty="0"/>
          </a:p>
        </p:txBody>
      </p:sp>
      <p:sp>
        <p:nvSpPr>
          <p:cNvPr id="4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 나설 때마다 민주주의가 한 걸음씩 자랐어요.</a:t>
            </a:r>
            <a:endParaRPr lang="ko-KR" sz="2800" dirty="0"/>
          </a:p>
        </p:txBody>
      </p:sp>
      <p:sp>
        <p:nvSpPr>
          <p:cNvPr id="6" name="S04-line20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4-event21"/>
          <p:cNvSpPr/>
          <p:nvPr/>
        </p:nvSpPr>
        <p:spPr>
          <a:xfrm>
            <a:off x="175839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4-label22"/>
          <p:cNvSpPr txBox="1"/>
          <p:nvPr/>
        </p:nvSpPr>
        <p:spPr>
          <a:xfrm>
            <a:off x="868680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수립</a:t>
            </a:r>
            <a:endParaRPr lang="ko-KR" sz="2200" dirty="0"/>
          </a:p>
        </p:txBody>
      </p:sp>
      <p:sp>
        <p:nvSpPr>
          <p:cNvPr id="9" name="S04-label23"/>
          <p:cNvSpPr txBox="1"/>
          <p:nvPr/>
        </p:nvSpPr>
        <p:spPr>
          <a:xfrm>
            <a:off x="868680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</a:t>
            </a:r>
            <a:endParaRPr lang="ko-KR" sz="1800" dirty="0"/>
          </a:p>
        </p:txBody>
      </p:sp>
      <p:sp>
        <p:nvSpPr>
          <p:cNvPr id="10" name="S04-event24"/>
          <p:cNvSpPr/>
          <p:nvPr/>
        </p:nvSpPr>
        <p:spPr>
          <a:xfrm>
            <a:off x="3866998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4-label25"/>
          <p:cNvSpPr txBox="1"/>
          <p:nvPr/>
        </p:nvSpPr>
        <p:spPr>
          <a:xfrm>
            <a:off x="2977286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</a:t>
            </a:r>
            <a:endParaRPr lang="ko-KR" sz="2200" dirty="0"/>
          </a:p>
        </p:txBody>
      </p:sp>
      <p:sp>
        <p:nvSpPr>
          <p:cNvPr id="12" name="S04-label26"/>
          <p:cNvSpPr txBox="1"/>
          <p:nvPr/>
        </p:nvSpPr>
        <p:spPr>
          <a:xfrm>
            <a:off x="2977286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1960년</a:t>
            </a:r>
            <a:endParaRPr lang="ko-KR" sz="1800" dirty="0"/>
          </a:p>
        </p:txBody>
      </p:sp>
      <p:sp>
        <p:nvSpPr>
          <p:cNvPr id="13" name="S04-event27"/>
          <p:cNvSpPr/>
          <p:nvPr/>
        </p:nvSpPr>
        <p:spPr>
          <a:xfrm>
            <a:off x="5975604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4-label28"/>
          <p:cNvSpPr txBox="1"/>
          <p:nvPr/>
        </p:nvSpPr>
        <p:spPr>
          <a:xfrm>
            <a:off x="5085893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5·18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민주화 운동</a:t>
            </a:r>
            <a:endParaRPr lang="ko-KR" sz="2200" dirty="0"/>
          </a:p>
        </p:txBody>
      </p:sp>
      <p:sp>
        <p:nvSpPr>
          <p:cNvPr id="15" name="S04-label29"/>
          <p:cNvSpPr txBox="1"/>
          <p:nvPr/>
        </p:nvSpPr>
        <p:spPr>
          <a:xfrm>
            <a:off x="5085893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1980년, 광주</a:t>
            </a:r>
            <a:endParaRPr lang="ko-KR" sz="1800" dirty="0"/>
          </a:p>
        </p:txBody>
      </p:sp>
      <p:sp>
        <p:nvSpPr>
          <p:cNvPr id="16" name="S04-event30"/>
          <p:cNvSpPr/>
          <p:nvPr/>
        </p:nvSpPr>
        <p:spPr>
          <a:xfrm>
            <a:off x="8084210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4-label31"/>
          <p:cNvSpPr txBox="1"/>
          <p:nvPr/>
        </p:nvSpPr>
        <p:spPr>
          <a:xfrm>
            <a:off x="7194499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 항쟁</a:t>
            </a:r>
            <a:endParaRPr lang="ko-KR" sz="2200" dirty="0"/>
          </a:p>
        </p:txBody>
      </p:sp>
      <p:sp>
        <p:nvSpPr>
          <p:cNvPr id="18" name="S04-label32"/>
          <p:cNvSpPr txBox="1"/>
          <p:nvPr/>
        </p:nvSpPr>
        <p:spPr>
          <a:xfrm>
            <a:off x="7194499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</a:t>
            </a:r>
            <a:endParaRPr lang="ko-KR" sz="1800" dirty="0"/>
          </a:p>
        </p:txBody>
      </p:sp>
      <p:sp>
        <p:nvSpPr>
          <p:cNvPr id="19" name="S04-event33"/>
          <p:cNvSpPr/>
          <p:nvPr/>
        </p:nvSpPr>
        <p:spPr>
          <a:xfrm>
            <a:off x="1019281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4-label34"/>
          <p:cNvSpPr txBox="1"/>
          <p:nvPr/>
        </p:nvSpPr>
        <p:spPr>
          <a:xfrm>
            <a:off x="9303106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</a:t>
            </a:r>
            <a:endParaRPr lang="ko-KR" sz="2200" dirty="0"/>
          </a:p>
        </p:txBody>
      </p:sp>
      <p:sp>
        <p:nvSpPr>
          <p:cNvPr id="21" name="S04-label35"/>
          <p:cNvSpPr txBox="1"/>
          <p:nvPr/>
        </p:nvSpPr>
        <p:spPr>
          <a:xfrm>
            <a:off x="9303106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민주주의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혁명(1960년)</a:t>
            </a:r>
            <a:endParaRPr lang="ko-KR" sz="4000" dirty="0"/>
          </a:p>
        </p:txBody>
      </p:sp>
      <p:sp>
        <p:nvSpPr>
          <p:cNvPr id="3" name="S05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무엇에 맞섰고, 무엇을 바랐나요?</a:t>
            </a:r>
            <a:endParaRPr lang="ko-KR" sz="2800" dirty="0"/>
          </a:p>
        </p:txBody>
      </p:sp>
      <p:sp>
        <p:nvSpPr>
          <p:cNvPr id="5" name="S05-passagebox3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할아버지의 이야기(그때를 바탕으로 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1960년 3월 15일 선거에서 미리 표를 넣어 두거나 투표함을 바꾸는 부정 선거가 있었어.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학생들이 먼저 ‘선거를 다시 하라’고 외쳤고, 4월 19일에는 많은 시민이 함께 거리로 나섰지.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결국 대통령이 물러났고, 새로 선거를 치렀단다.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 정리하기</a:t>
            </a:r>
            <a:endParaRPr lang="ko-KR" sz="4000" dirty="0"/>
          </a:p>
        </p:txBody>
      </p:sp>
      <p:sp>
        <p:nvSpPr>
          <p:cNvPr id="3" name="S06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S05의 이야기에서 찾아 말해요.</a:t>
            </a:r>
            <a:endParaRPr lang="ko-KR" sz="2800" dirty="0"/>
          </a:p>
        </p:txBody>
      </p:sp>
      <p:sp>
        <p:nvSpPr>
          <p:cNvPr id="4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맞선 것 → 바란 것 → 바뀐 것 차례로 말해요.</a:t>
            </a:r>
            <a:endParaRPr lang="ko-KR" sz="2800" dirty="0"/>
          </a:p>
        </p:txBody>
      </p:sp>
      <p:sp>
        <p:nvSpPr>
          <p:cNvPr id="6" name="S06-chip4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맞선 것은?</a:t>
            </a:r>
            <a:endParaRPr lang="ko-KR" sz="2800" dirty="0"/>
          </a:p>
        </p:txBody>
      </p:sp>
      <p:sp>
        <p:nvSpPr>
          <p:cNvPr id="8" name="S06-chip4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바란 것은?</a:t>
            </a:r>
            <a:endParaRPr lang="ko-KR" sz="2800" dirty="0"/>
          </a:p>
        </p:txBody>
      </p:sp>
      <p:sp>
        <p:nvSpPr>
          <p:cNvPr id="10" name="S06-chip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결과 바뀐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5·18 민주화 운동(1980년)</a:t>
            </a:r>
            <a:endParaRPr lang="ko-KR" sz="4000" dirty="0"/>
          </a:p>
        </p:txBody>
      </p:sp>
      <p:sp>
        <p:nvSpPr>
          <p:cNvPr id="3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광주 시민들이 바란 것은 무엇이었나요?</a:t>
            </a:r>
            <a:endParaRPr lang="ko-KR" sz="2800" dirty="0"/>
          </a:p>
        </p:txBody>
      </p:sp>
      <p:sp>
        <p:nvSpPr>
          <p:cNvPr id="5" name="S07-passagebox5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5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광주에 사는 할머니의 이야기(꾸며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1980년 5월, 군인 세력이 힘으로 권력을 잡으려 하자 광주의 학생과 시민들이 민주주의를 되찾자고 외쳤어.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군인들이 무력으로 막아 많은 사람이 다치고 목숨을 잃었어. 그래도 시민들은 주먹밥을 나누고 헌혈하며 서로 도왔지.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 정신은 뒤의 민주화 운동으로 이어졌고, 그때의 기록물은 세계 기록 유산이 되었단다.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민주 항쟁(1987년)</a:t>
            </a:r>
            <a:endParaRPr lang="ko-KR" sz="4000" dirty="0"/>
          </a:p>
        </p:txBody>
      </p:sp>
      <p:sp>
        <p:nvSpPr>
          <p:cNvPr id="3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 바란 것과 바뀐 것은 무엇인가요?</a:t>
            </a:r>
            <a:endParaRPr lang="ko-KR" sz="2800" dirty="0"/>
          </a:p>
        </p:txBody>
      </p:sp>
      <p:sp>
        <p:nvSpPr>
          <p:cNvPr id="5" name="S08-passagebox5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5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할아버지의 대학생 때 이야기(꾸며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그때는 국민이 대통령을 직접 뽑지 못하고, 대표들이 모여 뽑았어.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1987년 6월, 대통령을 직접 뽑게 헌법을 고치자며 학생과 시민, 회사원까지 전국에서 거리로 나섰지.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결국 정부가 국민의 요구를 받아들였고, 헌법을 고쳐 그해 겨울 국민이 직접 대통령을 뽑았단다.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사건 정리하기</a:t>
            </a:r>
            <a:endParaRPr lang="ko-KR" sz="40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‘?’ 칸에 들어갈 말을 이야기에서 찾아 말해요.</a:t>
            </a:r>
            <a:endParaRPr lang="ko-KR" sz="2800" dirty="0"/>
          </a:p>
        </p:txBody>
      </p:sp>
      <p:graphicFrame>
        <p:nvGraphicFramePr>
          <p:cNvPr id="10" name="S09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593848"/>
          <a:ext cx="10972800" cy="914400"/>
        </p:xfrm>
        <a:graphic>
          <a:graphicData uri="http://schemas.openxmlformats.org/drawingml/2006/table">
            <a:tbl>
              <a:tblPr/>
              <a:tblGrid>
                <a:gridCol w="3511296"/>
                <a:gridCol w="3730752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시민들이 바란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4·19 혁명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(1960년)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공정한 선거,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독재 멈추기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대통령이 물러남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5·18 민주화 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(1980년)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 민주 항쟁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(1987년)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5·18은 소용없었을까?</a:t>
            </a:r>
            <a:endParaRPr lang="ko-KR" sz="4000" dirty="0"/>
          </a:p>
        </p:txBody>
      </p:sp>
      <p:sp>
        <p:nvSpPr>
          <p:cNvPr id="3" name="S10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5·18 민주화 운동을 배우고 두 친구가 말했어요.</a:t>
            </a:r>
            <a:endParaRPr lang="ko-KR" sz="2800" dirty="0"/>
          </a:p>
        </p:txBody>
      </p:sp>
      <p:sp>
        <p:nvSpPr>
          <p:cNvPr id="5" name="S10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근거를 말해요.</a:t>
            </a:r>
            <a:endParaRPr lang="ko-KR" sz="2800" dirty="0"/>
          </a:p>
        </p:txBody>
      </p:sp>
      <p:sp>
        <p:nvSpPr>
          <p:cNvPr id="7" name="S10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“군인들에게 막혔으니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바뀌지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않았어요.”</a:t>
            </a:r>
            <a:endParaRPr lang="ko-KR" sz="2800" dirty="0"/>
          </a:p>
        </p:txBody>
      </p:sp>
      <p:sp>
        <p:nvSpPr>
          <p:cNvPr id="9" name="S10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0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“그때는 막혔지만, 그 정신이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민주 항쟁으로 이어져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민주주의를 키웠어요.”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사건의 공통점</a:t>
            </a:r>
            <a:endParaRPr lang="ko-KR" sz="4000" dirty="0"/>
          </a:p>
        </p:txBody>
      </p:sp>
      <p:sp>
        <p:nvSpPr>
          <p:cNvPr id="3" name="S11-card6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민주주의는 시민들의 노력으로 발전했어요.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우리는 무엇으로 민주주의를 지킬까요?</a:t>
            </a:r>
            <a:endParaRPr lang="ko-KR" sz="2800" dirty="0"/>
          </a:p>
        </p:txBody>
      </p:sp>
      <p:sp>
        <p:nvSpPr>
          <p:cNvPr id="5" name="S11-card69"/>
          <p:cNvSpPr/>
          <p:nvPr/>
        </p:nvSpPr>
        <p:spPr>
          <a:xfrm>
            <a:off x="548640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70"/>
          <p:cNvSpPr txBox="1"/>
          <p:nvPr/>
        </p:nvSpPr>
        <p:spPr>
          <a:xfrm>
            <a:off x="822960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학생과 평범한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나섰어요.</a:t>
            </a:r>
            <a:endParaRPr lang="ko-KR" sz="2800" dirty="0"/>
          </a:p>
        </p:txBody>
      </p:sp>
      <p:sp>
        <p:nvSpPr>
          <p:cNvPr id="7" name="S11-card71"/>
          <p:cNvSpPr/>
          <p:nvPr/>
        </p:nvSpPr>
        <p:spPr>
          <a:xfrm>
            <a:off x="4322064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2"/>
          <p:cNvSpPr txBox="1"/>
          <p:nvPr/>
        </p:nvSpPr>
        <p:spPr>
          <a:xfrm>
            <a:off x="4596384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독재에 맞서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주인인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바랐어요.</a:t>
            </a:r>
            <a:endParaRPr lang="ko-KR" sz="2800" dirty="0"/>
          </a:p>
        </p:txBody>
      </p:sp>
      <p:sp>
        <p:nvSpPr>
          <p:cNvPr id="9" name="S11-card73"/>
          <p:cNvSpPr/>
          <p:nvPr/>
        </p:nvSpPr>
        <p:spPr>
          <a:xfrm>
            <a:off x="8095488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11-cardtext74"/>
          <p:cNvSpPr txBox="1"/>
          <p:nvPr/>
        </p:nvSpPr>
        <p:spPr>
          <a:xfrm>
            <a:off x="8369808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선거와 헌법이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바뀌며 민주주의가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자랐어요.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사건을 일어난 차례로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놓고 해를 말해요.</a:t>
            </a:r>
            <a:endParaRPr lang="ko-KR" sz="2800" dirty="0"/>
          </a:p>
        </p:txBody>
      </p:sp>
      <p:sp>
        <p:nvSpPr>
          <p:cNvPr id="5" name="S12-chip7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7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 때 시민들이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바란 것은?</a:t>
            </a:r>
            <a:endParaRPr lang="ko-KR" sz="2800" dirty="0"/>
          </a:p>
        </p:txBody>
      </p:sp>
      <p:sp>
        <p:nvSpPr>
          <p:cNvPr id="7" name="S12-chip7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8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민주 항쟁으로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것은?</a:t>
            </a:r>
            <a:endParaRPr lang="ko-KR" sz="2800" dirty="0"/>
          </a:p>
        </p:txBody>
      </p:sp>
      <p:sp>
        <p:nvSpPr>
          <p:cNvPr id="9" name="S12-chip8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8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사건의 공통점을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혁명, 5·18 민주화 운동, 6월 민주 항쟁에서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 나서 민주주의를 지키고 키웠어요.</a:t>
            </a:r>
            <a:endParaRPr lang="ko-KR" sz="2800" dirty="0"/>
          </a:p>
        </p:txBody>
      </p:sp>
      <p:sp>
        <p:nvSpPr>
          <p:cNvPr id="5" name="S14-chip8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바란 것과 바뀐 것 나누어 말하기</a:t>
            </a:r>
            <a:endParaRPr lang="ko-KR" sz="2200" dirty="0"/>
          </a:p>
        </p:txBody>
      </p:sp>
      <p:sp>
        <p:nvSpPr>
          <p:cNvPr id="6" name="S14-chip8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민주주의가 저절로 왔다고 여기기</a:t>
            </a:r>
            <a:endParaRPr lang="ko-KR" sz="2200" dirty="0"/>
          </a:p>
        </p:txBody>
      </p:sp>
      <p:sp>
        <p:nvSpPr>
          <p:cNvPr id="7" name="S14-text8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4·19 혁명이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해는?</a:t>
            </a:r>
            <a:endParaRPr lang="ko-KR" sz="2200" dirty="0"/>
          </a:p>
        </p:txBody>
      </p:sp>
      <p:sp>
        <p:nvSpPr>
          <p:cNvPr id="9" name="S14-text8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6월 민주 항쟁으로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것은?</a:t>
            </a:r>
            <a:endParaRPr lang="ko-KR" sz="2200" dirty="0"/>
          </a:p>
        </p:txBody>
      </p:sp>
      <p:sp>
        <p:nvSpPr>
          <p:cNvPr id="10" name="S14-text9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5·18 민주화 운동이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도시는?</a:t>
            </a:r>
            <a:endParaRPr lang="ko-KR" sz="2200" dirty="0"/>
          </a:p>
        </p:txBody>
      </p:sp>
      <p:sp>
        <p:nvSpPr>
          <p:cNvPr id="11" name="S14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산업화와 생활 변화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광복에서 정전까지</a:t>
            </a:r>
            <a:endParaRPr lang="ko-KR" sz="4000" dirty="0"/>
          </a:p>
        </p:txBody>
      </p:sp>
      <p:sp>
        <p:nvSpPr>
          <p:cNvPr id="3" name="S15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흐름을 다시 봐요.</a:t>
            </a:r>
            <a:endParaRPr lang="ko-KR" sz="2800" dirty="0"/>
          </a:p>
        </p:txBody>
      </p:sp>
      <p:sp>
        <p:nvSpPr>
          <p:cNvPr id="4" name="S15-card9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총선거에서 국민이 처음 대표를 뽑았어요.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주인인 나라의 시작이에요.</a:t>
            </a:r>
            <a:endParaRPr lang="ko-KR" sz="2800" dirty="0"/>
          </a:p>
        </p:txBody>
      </p:sp>
      <p:sp>
        <p:nvSpPr>
          <p:cNvPr id="6" name="S15-line95"/>
          <p:cNvSpPr/>
          <p:nvPr/>
        </p:nvSpPr>
        <p:spPr>
          <a:xfrm>
            <a:off x="822960" y="34020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5-event96"/>
          <p:cNvSpPr/>
          <p:nvPr/>
        </p:nvSpPr>
        <p:spPr>
          <a:xfrm>
            <a:off x="2021967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5-label97"/>
          <p:cNvSpPr txBox="1"/>
          <p:nvPr/>
        </p:nvSpPr>
        <p:spPr>
          <a:xfrm>
            <a:off x="868680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9" name="S15-label98"/>
          <p:cNvSpPr txBox="1"/>
          <p:nvPr/>
        </p:nvSpPr>
        <p:spPr>
          <a:xfrm>
            <a:off x="868680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10" name="S15-event99"/>
          <p:cNvSpPr/>
          <p:nvPr/>
        </p:nvSpPr>
        <p:spPr>
          <a:xfrm>
            <a:off x="4657725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5-label100"/>
          <p:cNvSpPr txBox="1"/>
          <p:nvPr/>
        </p:nvSpPr>
        <p:spPr>
          <a:xfrm>
            <a:off x="3504438" y="2370201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총선거와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수립</a:t>
            </a:r>
            <a:endParaRPr lang="ko-KR" sz="2200" dirty="0"/>
          </a:p>
        </p:txBody>
      </p:sp>
      <p:sp>
        <p:nvSpPr>
          <p:cNvPr id="12" name="S15-label101"/>
          <p:cNvSpPr txBox="1"/>
          <p:nvPr/>
        </p:nvSpPr>
        <p:spPr>
          <a:xfrm>
            <a:off x="3504438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</a:t>
            </a:r>
            <a:endParaRPr lang="ko-KR" sz="1800" dirty="0"/>
          </a:p>
        </p:txBody>
      </p:sp>
      <p:sp>
        <p:nvSpPr>
          <p:cNvPr id="13" name="S15-event102"/>
          <p:cNvSpPr/>
          <p:nvPr/>
        </p:nvSpPr>
        <p:spPr>
          <a:xfrm>
            <a:off x="7293483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5-label103"/>
          <p:cNvSpPr txBox="1"/>
          <p:nvPr/>
        </p:nvSpPr>
        <p:spPr>
          <a:xfrm>
            <a:off x="6140196" y="2370201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sz="2200" dirty="0"/>
          </a:p>
        </p:txBody>
      </p:sp>
      <p:sp>
        <p:nvSpPr>
          <p:cNvPr id="15" name="S15-label104"/>
          <p:cNvSpPr txBox="1"/>
          <p:nvPr/>
        </p:nvSpPr>
        <p:spPr>
          <a:xfrm>
            <a:off x="6140196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</a:t>
            </a:r>
            <a:endParaRPr lang="ko-KR" sz="1800" dirty="0"/>
          </a:p>
        </p:txBody>
      </p:sp>
      <p:sp>
        <p:nvSpPr>
          <p:cNvPr id="16" name="S15-event105"/>
          <p:cNvSpPr/>
          <p:nvPr/>
        </p:nvSpPr>
        <p:spPr>
          <a:xfrm>
            <a:off x="9929241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15-label106"/>
          <p:cNvSpPr txBox="1"/>
          <p:nvPr/>
        </p:nvSpPr>
        <p:spPr>
          <a:xfrm>
            <a:off x="8775954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</a:t>
            </a:r>
            <a:endParaRPr lang="ko-KR" sz="2200" dirty="0"/>
          </a:p>
        </p:txBody>
      </p:sp>
      <p:sp>
        <p:nvSpPr>
          <p:cNvPr id="18" name="S15-label107"/>
          <p:cNvSpPr txBox="1"/>
          <p:nvPr/>
        </p:nvSpPr>
        <p:spPr>
          <a:xfrm>
            <a:off x="8775954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민주주의의 발전</dc:title>
  <dc:subject>KR22-G06-SOC-DEMOCRACY-L01</dc:subject>
  <dc:creator>education-ppt</dc:creator>
  <cp:lastModifiedBy>education-ppt</cp:lastModifiedBy>
  <cp:revision>1</cp:revision>
  <dcterms:created xsi:type="dcterms:W3CDTF">2026-10-26T13:52:08Z</dcterms:created>
  <dcterms:modified xsi:type="dcterms:W3CDTF">2026-10-26T13:52:08Z</dcterms:modified>
</cp:coreProperties>
</file>