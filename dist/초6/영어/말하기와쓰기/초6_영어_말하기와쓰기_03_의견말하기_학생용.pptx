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2a8891e-2002-7aa3-6cbc-48bce3cb2ca5}">
          <p14:sldIdLst>
            <p14:sldId id="256"/>
            <p14:sldId id="257"/>
          </p14:sldIdLst>
        </p14:section>
        <p14:section name="개념" id="{918466d7-c2f0-a014-e728-bdc9d2136dc1}">
          <p14:sldIdLst>
            <p14:sldId id="258"/>
            <p14:sldId id="259"/>
            <p14:sldId id="260"/>
          </p14:sldIdLst>
        </p14:section>
        <p14:section name="연습" id="{d20b9497-d5e8-aed3-097f-5df7898a58eb}">
          <p14:sldIdLst>
            <p14:sldId id="261"/>
            <p14:sldId id="262"/>
            <p14:sldId id="263"/>
            <p14:sldId id="264"/>
          </p14:sldIdLst>
        </p14:section>
        <p14:section name="확인" id="{bbeb16f4-edd4-4ddb-b02c-7cc068e7bb8c}">
          <p14:sldIdLst>
            <p14:sldId id="265"/>
            <p14:sldId id="266"/>
          </p14:sldIdLst>
        </p14:section>
        <p14:section name="정리" id="{1bd593af-6a5a-9f16-0048-88b339bb4f3a}">
          <p14:sldIdLst>
            <p14:sldId id="267"/>
          </p14:sldIdLst>
        </p14:section>
        <p14:section name="보충" id="{0851d338-0723-d6a3-81b7-cb8253b6687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 because 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7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7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8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8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8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8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9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9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01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02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03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04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2026-10-26T09:14:18Z</dcterms:created>
  <dcterms:modified xsi:type="dcterms:W3CDTF">2026-10-26T09:14:18Z</dcterms:modified>
</cp:coreProperties>
</file>