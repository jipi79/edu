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a558c3a-f5d7-548c-dbc5-8148d9ab0728}">
          <p14:sldIdLst>
            <p14:sldId id="256"/>
            <p14:sldId id="257"/>
          </p14:sldIdLst>
        </p14:section>
        <p14:section name="개념" id="{1dc30c87-f8b3-2ab0-526c-124af7c9cb6e}">
          <p14:sldIdLst>
            <p14:sldId id="258"/>
            <p14:sldId id="259"/>
            <p14:sldId id="260"/>
          </p14:sldIdLst>
        </p14:section>
        <p14:section name="연습" id="{58bf1d5a-8a11-cad9-c1ac-06562416a639}">
          <p14:sldIdLst>
            <p14:sldId id="261"/>
            <p14:sldId id="262"/>
            <p14:sldId id="263"/>
            <p14:sldId id="264"/>
          </p14:sldIdLst>
        </p14:section>
        <p14:section name="확인" id="{9db44ec3-269a-2450-1011-0e8e8b716886}">
          <p14:sldIdLst>
            <p14:sldId id="265"/>
            <p14:sldId id="266"/>
          </p14:sldIdLst>
        </p14:section>
        <p14:section name="정리" id="{899e2768-36bd-70ee-95b5-68c68798fb0e}">
          <p14:sldIdLst>
            <p14:sldId id="267"/>
          </p14:sldIdLst>
        </p14:section>
        <p14:section name="보충" id="{a74c9237-304e-fa13-017b-c2be592c774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말하기와쓰기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의견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영어 · 의견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영어 · 의견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 말하기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여름과 겨울 가운데 무엇이 좋아요?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생각해요?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~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~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 think ~.로 내 생각(의견)을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because ~로 까닭을 붙여 말하고 써요.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표현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말해요.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농구공과 테니스공을 비교해 말해요.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 because ______.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~.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다음에 ‘무엇이 + 어떻다’를 문장으로 말해요.</a:t>
            </a:r>
            <a:endParaRPr lang="ko-KR" sz="2800" dirty="0"/>
          </a:p>
        </p:txBody>
      </p:sp>
      <p:sp>
        <p:nvSpPr>
          <p:cNvPr id="5" name="S03-word12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cats are cute.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생각에 고양이는 귀여워요.</a:t>
            </a:r>
            <a:endParaRPr lang="ko-KR" sz="3200" dirty="0"/>
          </a:p>
        </p:txBody>
      </p:sp>
      <p:sp>
        <p:nvSpPr>
          <p:cNvPr id="6" name="S03-word13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summer is fun.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생각에 여름은 재미있어요.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because로 까닭을 이어요</a:t>
            </a:r>
            <a:endParaRPr lang="ko-KR" sz="40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because는 ‘왜냐하면, ~ 때문에’라는 뜻이에요.</a:t>
            </a:r>
            <a:endParaRPr lang="ko-KR" sz="2800" dirty="0"/>
          </a:p>
        </p:txBody>
      </p:sp>
      <p:sp>
        <p:nvSpPr>
          <p:cNvPr id="5" name="S04-text16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summer is fun because I can swim.</a:t>
            </a:r>
            <a:endParaRPr lang="ko-KR" sz="2800" dirty="0"/>
          </a:p>
        </p:txBody>
      </p:sp>
      <p:sp>
        <p:nvSpPr>
          <p:cNvPr id="6" name="S04-stepno17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18"/>
          <p:cNvSpPr txBox="1"/>
          <p:nvPr/>
        </p:nvSpPr>
        <p:spPr>
          <a:xfrm>
            <a:off x="1325880" y="2875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생각: I think summer is fun.</a:t>
            </a:r>
            <a:endParaRPr lang="ko-KR" sz="2800" dirty="0"/>
          </a:p>
        </p:txBody>
      </p:sp>
      <p:sp>
        <p:nvSpPr>
          <p:cNvPr id="8" name="S04-stepno19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4-text20"/>
          <p:cNvSpPr txBox="1"/>
          <p:nvPr/>
        </p:nvSpPr>
        <p:spPr>
          <a:xfrm>
            <a:off x="1325880" y="35890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떠올리기: I can swim.</a:t>
            </a:r>
            <a:endParaRPr lang="ko-KR" sz="2800" dirty="0"/>
          </a:p>
        </p:txBody>
      </p:sp>
      <p:sp>
        <p:nvSpPr>
          <p:cNvPr id="10" name="S04-stepno21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4-text22"/>
          <p:cNvSpPr txBox="1"/>
          <p:nvPr/>
        </p:nvSpPr>
        <p:spPr>
          <a:xfrm>
            <a:off x="1325880" y="43022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because로 이어요.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친구의 생각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나누어 읽어요.</a:t>
            </a:r>
            <a:endParaRPr lang="ko-KR" sz="28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친구의 의견과 까닭은 무엇인가요? 누가 틀렸나요?</a:t>
            </a:r>
            <a:endParaRPr lang="ko-KR" sz="2800" dirty="0"/>
          </a:p>
        </p:txBody>
      </p:sp>
      <p:sp>
        <p:nvSpPr>
          <p:cNvPr id="6" name="S05-passagebox26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5-passage27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Summer or Winter?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Minho: I think summer is great because I can swim in the sea.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Jisu: I think winter is great because I can make a snowman.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골라 이어요</a:t>
            </a:r>
            <a:endParaRPr lang="ko-KR" sz="4000" dirty="0"/>
          </a:p>
        </p:txBody>
      </p:sp>
      <p:sp>
        <p:nvSpPr>
          <p:cNvPr id="3" name="S06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보기에서 까닭을 골라 이어 말해요.</a:t>
            </a:r>
            <a:endParaRPr lang="ko-KR" sz="2800" dirty="0"/>
          </a:p>
        </p:txBody>
      </p:sp>
      <p:sp>
        <p:nvSpPr>
          <p:cNvPr id="4" name="S06-card2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3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　they are soft.　·　I can play soccer.　·　I can learn new things.</a:t>
            </a:r>
            <a:endParaRPr lang="ko-KR" sz="2800" dirty="0"/>
          </a:p>
        </p:txBody>
      </p:sp>
      <p:sp>
        <p:nvSpPr>
          <p:cNvPr id="6" name="S06-chip31"/>
          <p:cNvSpPr txBox="1"/>
          <p:nvPr/>
        </p:nvSpPr>
        <p:spPr>
          <a:xfrm>
            <a:off x="548640" y="213072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32"/>
          <p:cNvSpPr txBox="1"/>
          <p:nvPr/>
        </p:nvSpPr>
        <p:spPr>
          <a:xfrm>
            <a:off x="1344168" y="2011680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cats are cute because ______.</a:t>
            </a:r>
            <a:endParaRPr lang="ko-KR" sz="2800" dirty="0"/>
          </a:p>
        </p:txBody>
      </p:sp>
      <p:sp>
        <p:nvSpPr>
          <p:cNvPr id="8" name="S06-chip33"/>
          <p:cNvSpPr txBox="1"/>
          <p:nvPr/>
        </p:nvSpPr>
        <p:spPr>
          <a:xfrm>
            <a:off x="548640" y="311861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34"/>
          <p:cNvSpPr txBox="1"/>
          <p:nvPr/>
        </p:nvSpPr>
        <p:spPr>
          <a:xfrm>
            <a:off x="1344168" y="2999571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P.E. is fun because ______.</a:t>
            </a:r>
            <a:endParaRPr lang="ko-KR" sz="2800" dirty="0"/>
          </a:p>
        </p:txBody>
      </p:sp>
      <p:sp>
        <p:nvSpPr>
          <p:cNvPr id="10" name="S06-chip35"/>
          <p:cNvSpPr txBox="1"/>
          <p:nvPr/>
        </p:nvSpPr>
        <p:spPr>
          <a:xfrm>
            <a:off x="548640" y="4106503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36"/>
          <p:cNvSpPr txBox="1"/>
          <p:nvPr/>
        </p:nvSpPr>
        <p:spPr>
          <a:xfrm>
            <a:off x="1344168" y="3987461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books are great because ______.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어울리는 까닭일까요?</a:t>
            </a:r>
            <a:endParaRPr lang="ko-KR" sz="4000" dirty="0"/>
          </a:p>
        </p:txBody>
      </p:sp>
      <p:sp>
        <p:nvSpPr>
          <p:cNvPr id="3" name="S07-card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‘고양이는 귀여워요.’에 까닭을 붙였어요.</a:t>
            </a:r>
            <a:endParaRPr lang="ko-KR" sz="2800" dirty="0"/>
          </a:p>
        </p:txBody>
      </p:sp>
      <p:sp>
        <p:nvSpPr>
          <p:cNvPr id="5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 의견과 잘 이어진 쪽은? 왜요?</a:t>
            </a:r>
            <a:endParaRPr lang="ko-KR" sz="2800" dirty="0"/>
          </a:p>
        </p:txBody>
      </p:sp>
      <p:sp>
        <p:nvSpPr>
          <p:cNvPr id="7" name="S07-chip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word42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cats are cute because I am twelve.</a:t>
            </a:r>
            <a:endParaRPr lang="ko-KR" sz="3200" dirty="0"/>
          </a:p>
        </p:txBody>
      </p:sp>
      <p:sp>
        <p:nvSpPr>
          <p:cNvPr id="9" name="S07-chip4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word44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cats are cute because they are small and soft.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생각을 말해요</a:t>
            </a:r>
            <a:endParaRPr lang="ko-KR" sz="4000" dirty="0"/>
          </a:p>
        </p:txBody>
      </p:sp>
      <p:sp>
        <p:nvSpPr>
          <p:cNvPr id="3" name="S08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I think ~ because ~.로 말해요.</a:t>
            </a:r>
            <a:endParaRPr lang="ko-KR" sz="2800" dirty="0"/>
          </a:p>
        </p:txBody>
      </p:sp>
      <p:sp>
        <p:nvSpPr>
          <p:cNvPr id="4" name="S08-card4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 · great · cute · interesting · friendly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 can ~. / because they are ~.</a:t>
            </a:r>
            <a:endParaRPr lang="ko-KR" sz="2800" dirty="0"/>
          </a:p>
        </p:txBody>
      </p:sp>
      <p:sp>
        <p:nvSpPr>
          <p:cNvPr id="6" name="S08-chip48"/>
          <p:cNvSpPr txBox="1"/>
          <p:nvPr/>
        </p:nvSpPr>
        <p:spPr>
          <a:xfrm>
            <a:off x="548640" y="213072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49"/>
          <p:cNvSpPr txBox="1"/>
          <p:nvPr/>
        </p:nvSpPr>
        <p:spPr>
          <a:xfrm>
            <a:off x="1344168" y="2011680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summer · winter</a:t>
            </a:r>
            <a:endParaRPr lang="ko-KR" sz="2800" dirty="0"/>
          </a:p>
        </p:txBody>
      </p:sp>
      <p:sp>
        <p:nvSpPr>
          <p:cNvPr id="8" name="S08-chip50"/>
          <p:cNvSpPr txBox="1"/>
          <p:nvPr/>
        </p:nvSpPr>
        <p:spPr>
          <a:xfrm>
            <a:off x="548640" y="311861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51"/>
          <p:cNvSpPr txBox="1"/>
          <p:nvPr/>
        </p:nvSpPr>
        <p:spPr>
          <a:xfrm>
            <a:off x="1344168" y="2999571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cats · dogs</a:t>
            </a:r>
            <a:endParaRPr lang="ko-KR" sz="2800" dirty="0"/>
          </a:p>
        </p:txBody>
      </p:sp>
      <p:sp>
        <p:nvSpPr>
          <p:cNvPr id="10" name="S08-chip52"/>
          <p:cNvSpPr txBox="1"/>
          <p:nvPr/>
        </p:nvSpPr>
        <p:spPr>
          <a:xfrm>
            <a:off x="548640" y="4106503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53"/>
          <p:cNvSpPr txBox="1"/>
          <p:nvPr/>
        </p:nvSpPr>
        <p:spPr>
          <a:xfrm>
            <a:off x="1344168" y="3987461"/>
            <a:ext cx="10296144" cy="805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P.E. · art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 한 문장 쓰기</a:t>
            </a:r>
            <a:endParaRPr lang="ko-KR" sz="4000" dirty="0"/>
          </a:p>
        </p:txBody>
      </p:sp>
      <p:sp>
        <p:nvSpPr>
          <p:cNvPr id="3" name="S09-card54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5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I think로 시작했어요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is나 are를 넣었어요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because 다음에 문장을 썼어요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대문자와 마침표를 지켰어요</a:t>
            </a:r>
            <a:endParaRPr lang="ko-KR" sz="2800" dirty="0"/>
          </a:p>
        </p:txBody>
      </p:sp>
      <p:sp>
        <p:nvSpPr>
          <p:cNvPr id="5" name="S09-stepno56"/>
          <p:cNvSpPr txBox="1"/>
          <p:nvPr/>
        </p:nvSpPr>
        <p:spPr>
          <a:xfrm>
            <a:off x="548640" y="2313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9-text57"/>
          <p:cNvSpPr txBox="1"/>
          <p:nvPr/>
        </p:nvSpPr>
        <p:spPr>
          <a:xfrm>
            <a:off x="1325880" y="226822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S08에서 말한 것 하나를 골라요.</a:t>
            </a:r>
            <a:endParaRPr lang="ko-KR" sz="2800" dirty="0"/>
          </a:p>
        </p:txBody>
      </p:sp>
      <p:sp>
        <p:nvSpPr>
          <p:cNvPr id="7" name="S09-stepno58"/>
          <p:cNvSpPr txBox="1"/>
          <p:nvPr/>
        </p:nvSpPr>
        <p:spPr>
          <a:xfrm>
            <a:off x="548640" y="3300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9-text59"/>
          <p:cNvSpPr txBox="1"/>
          <p:nvPr/>
        </p:nvSpPr>
        <p:spPr>
          <a:xfrm>
            <a:off x="1325880" y="33004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~.로 내 생각을 써요.</a:t>
            </a:r>
            <a:endParaRPr lang="ko-KR" sz="2800" dirty="0"/>
          </a:p>
        </p:txBody>
      </p:sp>
      <p:sp>
        <p:nvSpPr>
          <p:cNvPr id="9" name="S09-stepno60"/>
          <p:cNvSpPr txBox="1"/>
          <p:nvPr/>
        </p:nvSpPr>
        <p:spPr>
          <a:xfrm>
            <a:off x="548640" y="4013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9-text61"/>
          <p:cNvSpPr txBox="1"/>
          <p:nvPr/>
        </p:nvSpPr>
        <p:spPr>
          <a:xfrm>
            <a:off x="1325880" y="4013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다음에 까닭을 써요.</a:t>
            </a:r>
            <a:endParaRPr lang="ko-KR" sz="2800" dirty="0"/>
          </a:p>
        </p:txBody>
      </p:sp>
      <p:sp>
        <p:nvSpPr>
          <p:cNvPr id="11" name="S09-stepno62"/>
          <p:cNvSpPr txBox="1"/>
          <p:nvPr/>
        </p:nvSpPr>
        <p:spPr>
          <a:xfrm>
            <a:off x="548640" y="4726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9-text63"/>
          <p:cNvSpPr txBox="1"/>
          <p:nvPr/>
        </p:nvSpPr>
        <p:spPr>
          <a:xfrm>
            <a:off x="1325880" y="47269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확인하고 고쳐요.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영어로 말해 보세요.</a:t>
            </a:r>
            <a:endParaRPr lang="ko-KR" sz="2800" dirty="0"/>
          </a:p>
        </p:txBody>
      </p:sp>
      <p:sp>
        <p:nvSpPr>
          <p:cNvPr id="4" name="S10-chip6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6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dogs are great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______.</a:t>
            </a:r>
            <a:endParaRPr lang="ko-KR" sz="2800" dirty="0"/>
          </a:p>
        </p:txBody>
      </p:sp>
      <p:sp>
        <p:nvSpPr>
          <p:cNvPr id="6" name="S10-chip6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6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library · great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can read many books.</a:t>
            </a:r>
            <a:endParaRPr lang="ko-KR" sz="2800" dirty="0"/>
          </a:p>
        </p:txBody>
      </p:sp>
      <p:sp>
        <p:nvSpPr>
          <p:cNvPr id="8" name="S10-chip6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7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· fall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말해요.</a:t>
            </a:r>
            <a:endParaRPr lang="ko-KR" sz="2800" dirty="0"/>
          </a:p>
        </p:txBody>
      </p:sp>
      <p:sp>
        <p:nvSpPr>
          <p:cNvPr id="10" name="S10-chip7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text7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말해요: I think soccer is fun because it is Monday.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문장은?</a:t>
            </a:r>
            <a:endParaRPr lang="ko-KR" sz="4000" dirty="0"/>
          </a:p>
        </p:txBody>
      </p:sp>
      <p:sp>
        <p:nvSpPr>
          <p:cNvPr id="3" name="S12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까닭이 바르게 이어진 문장은? 어떻게 알았나요?</a:t>
            </a:r>
            <a:endParaRPr lang="ko-KR" sz="2800" dirty="0"/>
          </a:p>
        </p:txBody>
      </p:sp>
      <p:sp>
        <p:nvSpPr>
          <p:cNvPr id="5" name="S12-chip75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2-card76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77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winter is fun because I can make a snowman.</a:t>
            </a:r>
            <a:endParaRPr lang="ko-KR" sz="2800" dirty="0"/>
          </a:p>
        </p:txBody>
      </p:sp>
      <p:sp>
        <p:nvSpPr>
          <p:cNvPr id="8" name="S12-chip78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2-card79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80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winter is fun because I like pizza.</a:t>
            </a:r>
            <a:endParaRPr lang="ko-KR" sz="2800" dirty="0"/>
          </a:p>
        </p:txBody>
      </p:sp>
      <p:sp>
        <p:nvSpPr>
          <p:cNvPr id="11" name="S12-chip81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2-card82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83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winter fun because snow.</a:t>
            </a:r>
            <a:endParaRPr lang="ko-KR" sz="2800" dirty="0"/>
          </a:p>
        </p:txBody>
      </p:sp>
      <p:sp>
        <p:nvSpPr>
          <p:cNvPr id="14" name="S12-chip84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2-card85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2-cardtext86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 can ski. I think winter.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think ~ because ~.로 의견과 까닭을 함께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생각은 달라도 까닭이 있으면 좋은 의견이에요.</a:t>
            </a:r>
            <a:endParaRPr lang="ko-KR" sz="2800" dirty="0"/>
          </a:p>
        </p:txBody>
      </p:sp>
      <p:sp>
        <p:nvSpPr>
          <p:cNvPr id="5" name="S13-chip8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까닭도 문장으로</a:t>
            </a:r>
            <a:endParaRPr lang="ko-KR" sz="2200" dirty="0"/>
          </a:p>
        </p:txBody>
      </p:sp>
      <p:sp>
        <p:nvSpPr>
          <p:cNvPr id="6" name="S13-chip9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I think fun. / because soft</a:t>
            </a:r>
            <a:endParaRPr lang="ko-KR" sz="2200" dirty="0"/>
          </a:p>
        </p:txBody>
      </p:sp>
      <p:sp>
        <p:nvSpPr>
          <p:cNvPr id="7" name="S13-text9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9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because의 뜻은?</a:t>
            </a:r>
            <a:endParaRPr lang="ko-KR" sz="2200" dirty="0"/>
          </a:p>
        </p:txBody>
      </p:sp>
      <p:sp>
        <p:nvSpPr>
          <p:cNvPr id="9" name="S13-text9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좋아하는 계절을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까닭으로</a:t>
            </a:r>
            <a:endParaRPr lang="ko-KR" sz="2200" dirty="0"/>
          </a:p>
        </p:txBody>
      </p:sp>
      <p:sp>
        <p:nvSpPr>
          <p:cNvPr id="10" name="S13-text9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because friendly를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말하기</a:t>
            </a:r>
            <a:endParaRPr lang="ko-KR" sz="2200" dirty="0"/>
          </a:p>
        </p:txBody>
      </p:sp>
      <p:sp>
        <p:nvSpPr>
          <p:cNvPr id="11" name="S13-text9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뜻 확인하기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because 다시 하기</a:t>
            </a:r>
            <a:endParaRPr lang="ko-KR" sz="4000" dirty="0"/>
          </a:p>
        </p:txBody>
      </p:sp>
      <p:sp>
        <p:nvSpPr>
          <p:cNvPr id="3" name="S14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다음에 까닭을 문장으로 말해요.</a:t>
            </a:r>
            <a:endParaRPr lang="ko-KR" sz="2800" dirty="0"/>
          </a:p>
        </p:txBody>
      </p:sp>
      <p:sp>
        <p:nvSpPr>
          <p:cNvPr id="5" name="S14-word98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summer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여름이 좋아요</a:t>
            </a:r>
            <a:endParaRPr lang="ko-KR" sz="3200" dirty="0"/>
          </a:p>
        </p:txBody>
      </p:sp>
      <p:sp>
        <p:nvSpPr>
          <p:cNvPr id="6" name="S14-word99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I can swim.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수영할 수 있기 때문에</a:t>
            </a:r>
            <a:endParaRPr lang="ko-KR" sz="3200" dirty="0"/>
          </a:p>
        </p:txBody>
      </p:sp>
      <p:sp>
        <p:nvSpPr>
          <p:cNvPr id="7" name="S14-word100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cats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고양이가 좋아요</a:t>
            </a:r>
            <a:endParaRPr lang="ko-KR" sz="3200" dirty="0"/>
          </a:p>
        </p:txBody>
      </p:sp>
      <p:sp>
        <p:nvSpPr>
          <p:cNvPr id="8" name="S14-word101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because they are cute.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귀엽기 때문에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영어 의견 말하기</dc:title>
  <dc:subject>KR22-G06-ENG-OPINION-L01</dc:subject>
  <dc:creator>education-ppt</dc:creator>
  <cp:lastModifiedBy>education-ppt</cp:lastModifiedBy>
  <cp:revision>1</cp:revision>
  <dcterms:created xsi:type="dcterms:W3CDTF">2026-10-26T09:13:30Z</dcterms:created>
  <dcterms:modified xsi:type="dcterms:W3CDTF">2026-10-26T09:13:30Z</dcterms:modified>
</cp:coreProperties>
</file>