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070d73bc-20e5-b011-a1e9-81ea7f316342}">
          <p14:sldIdLst>
            <p14:sldId id="256"/>
            <p14:sldId id="257"/>
          </p14:sldIdLst>
        </p14:section>
        <p14:section name="개념" id="{0591c401-c780-a25e-760d-3ff83d60fb14}">
          <p14:sldIdLst>
            <p14:sldId id="258"/>
            <p14:sldId id="259"/>
            <p14:sldId id="260"/>
          </p14:sldIdLst>
        </p14:section>
        <p14:section name="연습" id="{4ae3d75e-7c32-bd8a-34eb-8716b0d6edce}">
          <p14:sldIdLst>
            <p14:sldId id="261"/>
            <p14:sldId id="262"/>
            <p14:sldId id="263"/>
            <p14:sldId id="264"/>
          </p14:sldIdLst>
        </p14:section>
        <p14:section name="확인" id="{5ed8ef76-6527-4348-2050-fd96576d5564}">
          <p14:sldIdLst>
            <p14:sldId id="265"/>
            <p14:sldId id="266"/>
          </p14:sldIdLst>
        </p14:section>
        <p14:section name="정리" id="{20609fa5-80c1-a3b4-d35c-526f779f7f46}">
          <p14:sldIdLst>
            <p14:sldId id="267"/>
          </p14:sldIdLst>
        </p14:section>
        <p14:section name="보충" id="{bad4122c-8e78-8f7b-e02a-67ef010c38ee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영어 · 말하기와쓰기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영어 · 의견 말하기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영어 · 의견 말하기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초6 영어 · 의견 말하기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 말하기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여름과 겨울 가운데 무엇이 좋아요?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그렇게 생각해요?</a:t>
            </a:r>
            <a:endParaRPr lang="ko-KR" sz="2800" dirty="0"/>
          </a:p>
        </p:txBody>
      </p:sp>
      <p:sp>
        <p:nvSpPr>
          <p:cNvPr id="4" name="S01-word1"/>
          <p:cNvSpPr txBox="1"/>
          <p:nvPr/>
        </p:nvSpPr>
        <p:spPr>
          <a:xfrm>
            <a:off x="7680960" y="640080"/>
            <a:ext cx="3931920" cy="1325880"/>
          </a:xfrm>
          <a:prstGeom prst="roundRect">
            <a:avLst>
              <a:gd name="adj" fmla="val 9655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~</a:t>
            </a:r>
            <a:endParaRPr lang="ko-KR" sz="3200" dirty="0"/>
          </a:p>
        </p:txBody>
      </p:sp>
      <p:sp>
        <p:nvSpPr>
          <p:cNvPr id="5" name="S01-word2"/>
          <p:cNvSpPr txBox="1"/>
          <p:nvPr/>
        </p:nvSpPr>
        <p:spPr>
          <a:xfrm>
            <a:off x="7680960" y="2240280"/>
            <a:ext cx="3931920" cy="1325880"/>
          </a:xfrm>
          <a:prstGeom prst="roundRect">
            <a:avLst>
              <a:gd name="adj" fmla="val 9655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because ~</a:t>
            </a:r>
            <a:endParaRPr lang="ko-KR" sz="3200" dirty="0"/>
          </a:p>
        </p:txBody>
      </p:sp>
      <p:sp>
        <p:nvSpPr>
          <p:cNvPr id="6" name="S01-card3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7" name="S01-cardtext4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I think ~.로 내 생각(의견)을 말해요.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because ~로 까닭을 붙여 말하고 써요.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표현 떠올리기</a:t>
            </a:r>
            <a:endParaRPr lang="ko-KR" sz="4000" dirty="0"/>
          </a:p>
        </p:txBody>
      </p:sp>
      <p:sp>
        <p:nvSpPr>
          <p:cNvPr id="3" name="S02-text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영어로 말해요.</a:t>
            </a:r>
            <a:endParaRPr lang="ko-KR" sz="2800" dirty="0"/>
          </a:p>
        </p:txBody>
      </p:sp>
      <p:sp>
        <p:nvSpPr>
          <p:cNvPr id="4" name="S02-chip6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02-text7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농구공과 테니스공을 비교해 말해요.</a:t>
            </a:r>
            <a:endParaRPr lang="ko-KR" sz="2800" dirty="0"/>
          </a:p>
        </p:txBody>
      </p:sp>
      <p:sp>
        <p:nvSpPr>
          <p:cNvPr id="6" name="S02-chip8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02-text9"/>
          <p:cNvSpPr txBox="1"/>
          <p:nvPr/>
        </p:nvSpPr>
        <p:spPr>
          <a:xfrm>
            <a:off x="1344168" y="42062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like summer because ______.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think로 의견 말하기</a:t>
            </a:r>
            <a:endParaRPr lang="ko-KR" sz="4000" dirty="0"/>
          </a:p>
        </p:txBody>
      </p:sp>
      <p:sp>
        <p:nvSpPr>
          <p:cNvPr id="3" name="S03-card1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다음에 ‘무엇이 + 어떻다’를 문장으로 말해요.</a:t>
            </a:r>
            <a:endParaRPr lang="ko-KR" sz="2800" dirty="0"/>
          </a:p>
        </p:txBody>
      </p:sp>
      <p:sp>
        <p:nvSpPr>
          <p:cNvPr id="5" name="S03-word12"/>
          <p:cNvSpPr txBox="1"/>
          <p:nvPr/>
        </p:nvSpPr>
        <p:spPr>
          <a:xfrm>
            <a:off x="548640" y="1348740"/>
            <a:ext cx="11091672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cats are cute.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생각에 고양이는 귀여워요.</a:t>
            </a:r>
            <a:endParaRPr lang="ko-KR" sz="3200" dirty="0"/>
          </a:p>
        </p:txBody>
      </p:sp>
      <p:sp>
        <p:nvSpPr>
          <p:cNvPr id="6" name="S03-word13"/>
          <p:cNvSpPr txBox="1"/>
          <p:nvPr/>
        </p:nvSpPr>
        <p:spPr>
          <a:xfrm>
            <a:off x="548640" y="3360420"/>
            <a:ext cx="11091672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summer is fun.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생각에 여름은 재미있어요.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because로 까닭을 이어요</a:t>
            </a:r>
            <a:endParaRPr lang="ko-KR" sz="4000" dirty="0"/>
          </a:p>
        </p:txBody>
      </p:sp>
      <p:sp>
        <p:nvSpPr>
          <p:cNvPr id="3" name="S04-card1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because는 ‘왜냐하면, ~ 때문에’라는 뜻이에요.</a:t>
            </a:r>
            <a:endParaRPr lang="ko-KR" sz="2800" dirty="0"/>
          </a:p>
        </p:txBody>
      </p:sp>
      <p:sp>
        <p:nvSpPr>
          <p:cNvPr id="5" name="S04-text16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summer is fun because I can swim.</a:t>
            </a:r>
            <a:endParaRPr lang="ko-KR" sz="2800" dirty="0"/>
          </a:p>
        </p:txBody>
      </p:sp>
      <p:sp>
        <p:nvSpPr>
          <p:cNvPr id="6" name="S04-stepno17"/>
          <p:cNvSpPr txBox="1"/>
          <p:nvPr/>
        </p:nvSpPr>
        <p:spPr>
          <a:xfrm>
            <a:off x="548640" y="2875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7" name="S04-text18"/>
          <p:cNvSpPr txBox="1"/>
          <p:nvPr/>
        </p:nvSpPr>
        <p:spPr>
          <a:xfrm>
            <a:off x="1325880" y="287578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생각: I think summer is fun.</a:t>
            </a:r>
            <a:endParaRPr lang="ko-KR" sz="2800" dirty="0"/>
          </a:p>
        </p:txBody>
      </p:sp>
      <p:sp>
        <p:nvSpPr>
          <p:cNvPr id="8" name="S04-stepno19"/>
          <p:cNvSpPr txBox="1"/>
          <p:nvPr/>
        </p:nvSpPr>
        <p:spPr>
          <a:xfrm>
            <a:off x="548640" y="35890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9" name="S04-text20"/>
          <p:cNvSpPr txBox="1"/>
          <p:nvPr/>
        </p:nvSpPr>
        <p:spPr>
          <a:xfrm>
            <a:off x="1325880" y="3589020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 떠올리기: I can swim.</a:t>
            </a:r>
            <a:endParaRPr lang="ko-KR" sz="2800" dirty="0"/>
          </a:p>
        </p:txBody>
      </p:sp>
      <p:sp>
        <p:nvSpPr>
          <p:cNvPr id="10" name="S04-stepno21"/>
          <p:cNvSpPr txBox="1"/>
          <p:nvPr/>
        </p:nvSpPr>
        <p:spPr>
          <a:xfrm>
            <a:off x="548640" y="430225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1" name="S04-text22"/>
          <p:cNvSpPr txBox="1"/>
          <p:nvPr/>
        </p:nvSpPr>
        <p:spPr>
          <a:xfrm>
            <a:off x="1325880" y="430225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because로 이어요.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친구의 생각</a:t>
            </a:r>
            <a:endParaRPr lang="ko-KR" sz="4000" dirty="0"/>
          </a:p>
        </p:txBody>
      </p:sp>
      <p:sp>
        <p:nvSpPr>
          <p:cNvPr id="3" name="S05-text2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역할을 나누어 읽어요.</a:t>
            </a:r>
            <a:endParaRPr lang="ko-KR" sz="2800" dirty="0"/>
          </a:p>
        </p:txBody>
      </p:sp>
      <p:sp>
        <p:nvSpPr>
          <p:cNvPr id="4" name="S05-card2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2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친구의 의견과 까닭은 무엇인가요? 누가 틀렸나요?</a:t>
            </a:r>
            <a:endParaRPr lang="ko-KR" sz="2800" dirty="0"/>
          </a:p>
        </p:txBody>
      </p:sp>
      <p:sp>
        <p:nvSpPr>
          <p:cNvPr id="6" name="S05-passagebox26"/>
          <p:cNvSpPr/>
          <p:nvPr/>
        </p:nvSpPr>
        <p:spPr>
          <a:xfrm>
            <a:off x="548640" y="2011680"/>
            <a:ext cx="11091672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7" name="S05-passage27"/>
          <p:cNvSpPr txBox="1"/>
          <p:nvPr/>
        </p:nvSpPr>
        <p:spPr>
          <a:xfrm>
            <a:off x="822960" y="2194560"/>
            <a:ext cx="1054303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Summer or Winter?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Minho: I think summer is great because I can swim in the sea.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Jisu: I think winter is great because I can make a snowman.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까닭을 골라 이어요</a:t>
            </a:r>
            <a:endParaRPr lang="ko-KR" sz="4000" dirty="0"/>
          </a:p>
        </p:txBody>
      </p:sp>
      <p:sp>
        <p:nvSpPr>
          <p:cNvPr id="3" name="S06-text2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보기에서 까닭을 골라 이어 말해요.</a:t>
            </a:r>
            <a:endParaRPr lang="ko-KR" sz="2800" dirty="0"/>
          </a:p>
        </p:txBody>
      </p:sp>
      <p:sp>
        <p:nvSpPr>
          <p:cNvPr id="4" name="S06-card29"/>
          <p:cNvSpPr/>
          <p:nvPr/>
        </p:nvSpPr>
        <p:spPr>
          <a:xfrm>
            <a:off x="6277356" y="2011680"/>
            <a:ext cx="5362956" cy="4206240"/>
          </a:xfrm>
          <a:prstGeom prst="roundRect">
            <a:avLst>
              <a:gd name="adj" fmla="val 260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6-cardtext30"/>
          <p:cNvSpPr txBox="1"/>
          <p:nvPr/>
        </p:nvSpPr>
        <p:spPr>
          <a:xfrm>
            <a:off x="6551676" y="2148840"/>
            <a:ext cx="4814316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</a:t>
            </a:r>
            <a:endParaRPr lang="ko-KR" sz="2800" dirty="0"/>
          </a:p>
        </p:txBody>
      </p:sp>
      <p:sp>
        <p:nvSpPr>
          <p:cNvPr id="6" name="S06-word31"/>
          <p:cNvSpPr txBox="1"/>
          <p:nvPr/>
        </p:nvSpPr>
        <p:spPr>
          <a:xfrm>
            <a:off x="6551676" y="2697480"/>
            <a:ext cx="4814316" cy="929640"/>
          </a:xfrm>
          <a:prstGeom prst="roundRect">
            <a:avLst>
              <a:gd name="adj" fmla="val 1377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they are soft.</a:t>
            </a:r>
            <a:endParaRPr lang="ko-KR" sz="3200" dirty="0"/>
          </a:p>
        </p:txBody>
      </p:sp>
      <p:sp>
        <p:nvSpPr>
          <p:cNvPr id="7" name="S06-word32"/>
          <p:cNvSpPr txBox="1"/>
          <p:nvPr/>
        </p:nvSpPr>
        <p:spPr>
          <a:xfrm>
            <a:off x="6551676" y="3901440"/>
            <a:ext cx="4814316" cy="929640"/>
          </a:xfrm>
          <a:prstGeom prst="roundRect">
            <a:avLst>
              <a:gd name="adj" fmla="val 1377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can play soccer.</a:t>
            </a:r>
            <a:endParaRPr lang="ko-KR" sz="3200" dirty="0"/>
          </a:p>
        </p:txBody>
      </p:sp>
      <p:sp>
        <p:nvSpPr>
          <p:cNvPr id="8" name="S06-word33"/>
          <p:cNvSpPr txBox="1"/>
          <p:nvPr/>
        </p:nvSpPr>
        <p:spPr>
          <a:xfrm>
            <a:off x="6551676" y="5105400"/>
            <a:ext cx="4814316" cy="929640"/>
          </a:xfrm>
          <a:prstGeom prst="roundRect">
            <a:avLst>
              <a:gd name="adj" fmla="val 1377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can learn new things.</a:t>
            </a:r>
            <a:endParaRPr lang="ko-KR" sz="2800" dirty="0"/>
          </a:p>
        </p:txBody>
      </p:sp>
      <p:sp>
        <p:nvSpPr>
          <p:cNvPr id="9" name="S06-chip34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10" name="S06-text35"/>
          <p:cNvSpPr txBox="1"/>
          <p:nvPr/>
        </p:nvSpPr>
        <p:spPr>
          <a:xfrm>
            <a:off x="1344168" y="201168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cats are cute because ______.</a:t>
            </a:r>
            <a:endParaRPr lang="ko-KR" sz="2800" dirty="0"/>
          </a:p>
        </p:txBody>
      </p:sp>
      <p:sp>
        <p:nvSpPr>
          <p:cNvPr id="11" name="S06-chip36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12" name="S06-text37"/>
          <p:cNvSpPr txBox="1"/>
          <p:nvPr/>
        </p:nvSpPr>
        <p:spPr>
          <a:xfrm>
            <a:off x="1344168" y="347472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P.E. is fun because ______.</a:t>
            </a:r>
            <a:endParaRPr lang="ko-KR" sz="2800" dirty="0"/>
          </a:p>
        </p:txBody>
      </p:sp>
      <p:sp>
        <p:nvSpPr>
          <p:cNvPr id="13" name="S06-chip38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4" name="S06-text39"/>
          <p:cNvSpPr txBox="1"/>
          <p:nvPr/>
        </p:nvSpPr>
        <p:spPr>
          <a:xfrm>
            <a:off x="1344168" y="493776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books are great because ______.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어울리는 까닭일까요?</a:t>
            </a:r>
            <a:endParaRPr lang="ko-KR" sz="4000" dirty="0"/>
          </a:p>
        </p:txBody>
      </p:sp>
      <p:sp>
        <p:nvSpPr>
          <p:cNvPr id="3" name="S07-card4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4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친구가 ‘고양이는 귀여워요.’에 까닭을 붙였어요.</a:t>
            </a:r>
            <a:endParaRPr lang="ko-KR" sz="2800" dirty="0"/>
          </a:p>
        </p:txBody>
      </p:sp>
      <p:sp>
        <p:nvSpPr>
          <p:cNvPr id="5" name="S07-card4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4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까닭이 의견과 잘 이어진 쪽은? 왜요?</a:t>
            </a:r>
            <a:endParaRPr lang="ko-KR" sz="2800" dirty="0"/>
          </a:p>
        </p:txBody>
      </p:sp>
      <p:sp>
        <p:nvSpPr>
          <p:cNvPr id="7" name="S07-chip44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8" name="S07-word45"/>
          <p:cNvSpPr txBox="1"/>
          <p:nvPr/>
        </p:nvSpPr>
        <p:spPr>
          <a:xfrm>
            <a:off x="548640" y="3268980"/>
            <a:ext cx="536295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cats are cute because I am twelve.</a:t>
            </a:r>
            <a:endParaRPr lang="ko-KR" sz="3200" dirty="0"/>
          </a:p>
        </p:txBody>
      </p:sp>
      <p:sp>
        <p:nvSpPr>
          <p:cNvPr id="9" name="S07-chip46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10" name="S07-word47"/>
          <p:cNvSpPr txBox="1"/>
          <p:nvPr/>
        </p:nvSpPr>
        <p:spPr>
          <a:xfrm>
            <a:off x="6277356" y="3268980"/>
            <a:ext cx="536295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cats are cute because they are small and soft.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생각을 말해요</a:t>
            </a:r>
            <a:endParaRPr lang="ko-KR" sz="4000" dirty="0"/>
          </a:p>
        </p:txBody>
      </p:sp>
      <p:sp>
        <p:nvSpPr>
          <p:cNvPr id="3" name="S08-text4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하나를 골라 I think ~ because ~.로 말해요.</a:t>
            </a:r>
            <a:endParaRPr lang="ko-KR" sz="2800" dirty="0"/>
          </a:p>
        </p:txBody>
      </p:sp>
      <p:sp>
        <p:nvSpPr>
          <p:cNvPr id="4" name="S08-card49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8-cardtext50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fun · great · cute · interesting · friendly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because I can ~. / because they are ~.</a:t>
            </a:r>
            <a:endParaRPr lang="ko-KR" sz="2800" dirty="0"/>
          </a:p>
        </p:txBody>
      </p:sp>
      <p:sp>
        <p:nvSpPr>
          <p:cNvPr id="6" name="S08-chip51"/>
          <p:cNvSpPr txBox="1"/>
          <p:nvPr/>
        </p:nvSpPr>
        <p:spPr>
          <a:xfrm>
            <a:off x="548640" y="2130721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8-text52"/>
          <p:cNvSpPr txBox="1"/>
          <p:nvPr/>
        </p:nvSpPr>
        <p:spPr>
          <a:xfrm>
            <a:off x="1344168" y="2011680"/>
            <a:ext cx="10296144" cy="805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summer · winter</a:t>
            </a:r>
            <a:endParaRPr lang="ko-KR" sz="2800" dirty="0"/>
          </a:p>
        </p:txBody>
      </p:sp>
      <p:sp>
        <p:nvSpPr>
          <p:cNvPr id="8" name="S08-chip53"/>
          <p:cNvSpPr txBox="1"/>
          <p:nvPr/>
        </p:nvSpPr>
        <p:spPr>
          <a:xfrm>
            <a:off x="548640" y="3118612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08-text54"/>
          <p:cNvSpPr txBox="1"/>
          <p:nvPr/>
        </p:nvSpPr>
        <p:spPr>
          <a:xfrm>
            <a:off x="1344168" y="2999571"/>
            <a:ext cx="10296144" cy="805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cats · dogs</a:t>
            </a:r>
            <a:endParaRPr lang="ko-KR" sz="2800" dirty="0"/>
          </a:p>
        </p:txBody>
      </p:sp>
      <p:sp>
        <p:nvSpPr>
          <p:cNvPr id="10" name="S08-chip55"/>
          <p:cNvSpPr txBox="1"/>
          <p:nvPr/>
        </p:nvSpPr>
        <p:spPr>
          <a:xfrm>
            <a:off x="548640" y="4106503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08-text56"/>
          <p:cNvSpPr txBox="1"/>
          <p:nvPr/>
        </p:nvSpPr>
        <p:spPr>
          <a:xfrm>
            <a:off x="1344168" y="3987461"/>
            <a:ext cx="10296144" cy="805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P.E. · art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 한 문장 쓰기</a:t>
            </a:r>
            <a:endParaRPr lang="ko-KR" sz="4000" dirty="0"/>
          </a:p>
        </p:txBody>
      </p:sp>
      <p:sp>
        <p:nvSpPr>
          <p:cNvPr id="3" name="S09-card57"/>
          <p:cNvSpPr/>
          <p:nvPr/>
        </p:nvSpPr>
        <p:spPr>
          <a:xfrm>
            <a:off x="6813652" y="1325880"/>
            <a:ext cx="4826660" cy="4892040"/>
          </a:xfrm>
          <a:prstGeom prst="roundRect">
            <a:avLst>
              <a:gd name="adj" fmla="val 227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58"/>
          <p:cNvSpPr txBox="1"/>
          <p:nvPr/>
        </p:nvSpPr>
        <p:spPr>
          <a:xfrm>
            <a:off x="7087972" y="1463040"/>
            <a:ext cx="4278020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점검표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I think로 시작했어요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is나 are를 넣었어요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because 다음에 문장을 썼어요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대문자와 마침표를 지켰어요</a:t>
            </a:r>
            <a:endParaRPr lang="ko-KR" sz="2800" dirty="0"/>
          </a:p>
        </p:txBody>
      </p:sp>
      <p:sp>
        <p:nvSpPr>
          <p:cNvPr id="5" name="S09-stepno59"/>
          <p:cNvSpPr txBox="1"/>
          <p:nvPr/>
        </p:nvSpPr>
        <p:spPr>
          <a:xfrm>
            <a:off x="548640" y="23139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6" name="S09-text60"/>
          <p:cNvSpPr txBox="1"/>
          <p:nvPr/>
        </p:nvSpPr>
        <p:spPr>
          <a:xfrm>
            <a:off x="1325880" y="2268220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S08에서 말한 것 하나를 골라요.</a:t>
            </a:r>
            <a:endParaRPr lang="ko-KR" sz="2800" dirty="0"/>
          </a:p>
        </p:txBody>
      </p:sp>
      <p:sp>
        <p:nvSpPr>
          <p:cNvPr id="7" name="S09-stepno61"/>
          <p:cNvSpPr txBox="1"/>
          <p:nvPr/>
        </p:nvSpPr>
        <p:spPr>
          <a:xfrm>
            <a:off x="548640" y="330047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8" name="S09-text62"/>
          <p:cNvSpPr txBox="1"/>
          <p:nvPr/>
        </p:nvSpPr>
        <p:spPr>
          <a:xfrm>
            <a:off x="1325880" y="330047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~.로 내 생각을 써요.</a:t>
            </a:r>
            <a:endParaRPr lang="ko-KR" sz="2800" dirty="0"/>
          </a:p>
        </p:txBody>
      </p:sp>
      <p:sp>
        <p:nvSpPr>
          <p:cNvPr id="9" name="S09-stepno63"/>
          <p:cNvSpPr txBox="1"/>
          <p:nvPr/>
        </p:nvSpPr>
        <p:spPr>
          <a:xfrm>
            <a:off x="548640" y="40137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0" name="S09-text64"/>
          <p:cNvSpPr txBox="1"/>
          <p:nvPr/>
        </p:nvSpPr>
        <p:spPr>
          <a:xfrm>
            <a:off x="1325880" y="401370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because 다음에 까닭을 써요.</a:t>
            </a:r>
            <a:endParaRPr lang="ko-KR" sz="2800" dirty="0"/>
          </a:p>
        </p:txBody>
      </p:sp>
      <p:sp>
        <p:nvSpPr>
          <p:cNvPr id="11" name="S09-stepno65"/>
          <p:cNvSpPr txBox="1"/>
          <p:nvPr/>
        </p:nvSpPr>
        <p:spPr>
          <a:xfrm>
            <a:off x="548640" y="47269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12" name="S09-text66"/>
          <p:cNvSpPr txBox="1"/>
          <p:nvPr/>
        </p:nvSpPr>
        <p:spPr>
          <a:xfrm>
            <a:off x="1325880" y="472694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점검표로 확인하고 고쳐요.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0-text6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영어로 말해 보세요.</a:t>
            </a:r>
            <a:endParaRPr lang="ko-KR" sz="2800" dirty="0"/>
          </a:p>
        </p:txBody>
      </p:sp>
      <p:sp>
        <p:nvSpPr>
          <p:cNvPr id="4" name="S10-chip68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10-text69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dogs are great</a:t>
            </a:r>
            <a:endParaRPr lang="ko-KR" sz="2800" dirty="0"/>
          </a:p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because ______.</a:t>
            </a:r>
            <a:endParaRPr lang="ko-KR" sz="2800" dirty="0"/>
          </a:p>
        </p:txBody>
      </p:sp>
      <p:sp>
        <p:nvSpPr>
          <p:cNvPr id="6" name="S10-chip70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10-text71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the library · great</a:t>
            </a:r>
            <a:endParaRPr lang="ko-KR" sz="2800" dirty="0"/>
          </a:p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can read many books.</a:t>
            </a:r>
            <a:endParaRPr lang="ko-KR" sz="2800" dirty="0"/>
          </a:p>
        </p:txBody>
      </p:sp>
      <p:sp>
        <p:nvSpPr>
          <p:cNvPr id="8" name="S10-chip72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9" name="S10-text73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spring · fall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하나를 골라 말해요.</a:t>
            </a:r>
            <a:endParaRPr lang="ko-KR" sz="2800" dirty="0"/>
          </a:p>
        </p:txBody>
      </p:sp>
      <p:sp>
        <p:nvSpPr>
          <p:cNvPr id="10" name="S10-chip74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1" name="S10-text75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고쳐 말해요: I think soccer is fun because it is Monday.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바르게 쓴 문장은?</a:t>
            </a:r>
            <a:endParaRPr lang="ko-KR" sz="4000" dirty="0"/>
          </a:p>
        </p:txBody>
      </p:sp>
      <p:sp>
        <p:nvSpPr>
          <p:cNvPr id="3" name="S12-card7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7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의견과 까닭이 바르게 이어진 문장은? 어떻게 알았나요?</a:t>
            </a:r>
            <a:endParaRPr lang="ko-KR" sz="2800" dirty="0"/>
          </a:p>
        </p:txBody>
      </p:sp>
      <p:sp>
        <p:nvSpPr>
          <p:cNvPr id="5" name="S12-chip78"/>
          <p:cNvSpPr txBox="1"/>
          <p:nvPr/>
        </p:nvSpPr>
        <p:spPr>
          <a:xfrm>
            <a:off x="548640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6" name="S12-card79"/>
          <p:cNvSpPr/>
          <p:nvPr/>
        </p:nvSpPr>
        <p:spPr>
          <a:xfrm>
            <a:off x="1344168" y="132588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2-cardtext80"/>
          <p:cNvSpPr txBox="1"/>
          <p:nvPr/>
        </p:nvSpPr>
        <p:spPr>
          <a:xfrm>
            <a:off x="1618488" y="146304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winter is fun because I can make a snowman.</a:t>
            </a:r>
            <a:endParaRPr lang="ko-KR" sz="2800" dirty="0"/>
          </a:p>
        </p:txBody>
      </p:sp>
      <p:sp>
        <p:nvSpPr>
          <p:cNvPr id="8" name="S12-chip81"/>
          <p:cNvSpPr txBox="1"/>
          <p:nvPr/>
        </p:nvSpPr>
        <p:spPr>
          <a:xfrm>
            <a:off x="6277356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9" name="S12-card82"/>
          <p:cNvSpPr/>
          <p:nvPr/>
        </p:nvSpPr>
        <p:spPr>
          <a:xfrm>
            <a:off x="7072884" y="132588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12-cardtext83"/>
          <p:cNvSpPr txBox="1"/>
          <p:nvPr/>
        </p:nvSpPr>
        <p:spPr>
          <a:xfrm>
            <a:off x="7347204" y="146304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winter is fun because I like pizza.</a:t>
            </a:r>
            <a:endParaRPr lang="ko-KR" sz="2800" dirty="0"/>
          </a:p>
        </p:txBody>
      </p:sp>
      <p:sp>
        <p:nvSpPr>
          <p:cNvPr id="11" name="S12-chip84"/>
          <p:cNvSpPr txBox="1"/>
          <p:nvPr/>
        </p:nvSpPr>
        <p:spPr>
          <a:xfrm>
            <a:off x="548640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800" dirty="0"/>
          </a:p>
        </p:txBody>
      </p:sp>
      <p:sp>
        <p:nvSpPr>
          <p:cNvPr id="12" name="S12-card85"/>
          <p:cNvSpPr/>
          <p:nvPr/>
        </p:nvSpPr>
        <p:spPr>
          <a:xfrm>
            <a:off x="1344168" y="336042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12-cardtext86"/>
          <p:cNvSpPr txBox="1"/>
          <p:nvPr/>
        </p:nvSpPr>
        <p:spPr>
          <a:xfrm>
            <a:off x="1618488" y="349758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winter fun because snow.</a:t>
            </a:r>
            <a:endParaRPr lang="ko-KR" sz="2800" dirty="0"/>
          </a:p>
        </p:txBody>
      </p:sp>
      <p:sp>
        <p:nvSpPr>
          <p:cNvPr id="14" name="S12-chip87"/>
          <p:cNvSpPr txBox="1"/>
          <p:nvPr/>
        </p:nvSpPr>
        <p:spPr>
          <a:xfrm>
            <a:off x="6277356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2800" dirty="0"/>
          </a:p>
        </p:txBody>
      </p:sp>
      <p:sp>
        <p:nvSpPr>
          <p:cNvPr id="15" name="S12-card88"/>
          <p:cNvSpPr/>
          <p:nvPr/>
        </p:nvSpPr>
        <p:spPr>
          <a:xfrm>
            <a:off x="7072884" y="336042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6" name="S12-cardtext89"/>
          <p:cNvSpPr txBox="1"/>
          <p:nvPr/>
        </p:nvSpPr>
        <p:spPr>
          <a:xfrm>
            <a:off x="7347204" y="349758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Because I can ski. I think winter.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90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91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~ because ~.로 의견과 까닭을 함께 말해요.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생각은 달라도 까닭이 있으면 좋은 의견이에요.</a:t>
            </a:r>
            <a:endParaRPr lang="ko-KR" sz="2800" dirty="0"/>
          </a:p>
        </p:txBody>
      </p:sp>
      <p:sp>
        <p:nvSpPr>
          <p:cNvPr id="5" name="S13-chip92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까닭도 문장으로</a:t>
            </a:r>
            <a:endParaRPr lang="ko-KR" sz="2200" dirty="0"/>
          </a:p>
        </p:txBody>
      </p:sp>
      <p:sp>
        <p:nvSpPr>
          <p:cNvPr id="6" name="S13-chip93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en-US" altLang="ko-KR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I think fun. / because soft</a:t>
            </a:r>
            <a:endParaRPr lang="ko-KR" sz="2200" dirty="0"/>
          </a:p>
        </p:txBody>
      </p:sp>
      <p:sp>
        <p:nvSpPr>
          <p:cNvPr id="7" name="S13-text94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3-text95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because의 뜻은?</a:t>
            </a:r>
            <a:endParaRPr lang="ko-KR" sz="2200" dirty="0"/>
          </a:p>
        </p:txBody>
      </p:sp>
      <p:sp>
        <p:nvSpPr>
          <p:cNvPr id="9" name="S13-text96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좋아하는 계절을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의견과 까닭으로</a:t>
            </a:r>
            <a:endParaRPr lang="ko-KR" sz="2200" dirty="0"/>
          </a:p>
        </p:txBody>
      </p:sp>
      <p:sp>
        <p:nvSpPr>
          <p:cNvPr id="10" name="S13-text97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because friendly를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고쳐 말하기</a:t>
            </a:r>
            <a:endParaRPr lang="ko-KR" sz="2200" dirty="0"/>
          </a:p>
        </p:txBody>
      </p:sp>
      <p:sp>
        <p:nvSpPr>
          <p:cNvPr id="11" name="S13-text98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뜻 확인하기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because 다시 하기</a:t>
            </a:r>
            <a:endParaRPr lang="ko-KR" sz="4000" dirty="0"/>
          </a:p>
        </p:txBody>
      </p:sp>
      <p:sp>
        <p:nvSpPr>
          <p:cNvPr id="3" name="S14-card9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4-cardtext10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because 다음에 까닭을 문장으로 말해요.</a:t>
            </a:r>
            <a:endParaRPr lang="ko-KR" sz="2800" dirty="0"/>
          </a:p>
        </p:txBody>
      </p:sp>
      <p:sp>
        <p:nvSpPr>
          <p:cNvPr id="5" name="S14-word101"/>
          <p:cNvSpPr txBox="1"/>
          <p:nvPr/>
        </p:nvSpPr>
        <p:spPr>
          <a:xfrm>
            <a:off x="548640" y="134874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like summer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여름이 좋아요</a:t>
            </a:r>
            <a:endParaRPr lang="ko-KR" sz="3200" dirty="0"/>
          </a:p>
        </p:txBody>
      </p:sp>
      <p:sp>
        <p:nvSpPr>
          <p:cNvPr id="6" name="S14-word102"/>
          <p:cNvSpPr txBox="1"/>
          <p:nvPr/>
        </p:nvSpPr>
        <p:spPr>
          <a:xfrm>
            <a:off x="6231636" y="134874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because I can swim.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수영할 수 있기 때문에</a:t>
            </a:r>
            <a:endParaRPr lang="ko-KR" sz="3200" dirty="0"/>
          </a:p>
        </p:txBody>
      </p:sp>
      <p:sp>
        <p:nvSpPr>
          <p:cNvPr id="7" name="S14-word103"/>
          <p:cNvSpPr txBox="1"/>
          <p:nvPr/>
        </p:nvSpPr>
        <p:spPr>
          <a:xfrm>
            <a:off x="548640" y="336042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like cats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고양이가 좋아요</a:t>
            </a:r>
            <a:endParaRPr lang="ko-KR" sz="3200" dirty="0"/>
          </a:p>
        </p:txBody>
      </p:sp>
      <p:sp>
        <p:nvSpPr>
          <p:cNvPr id="8" name="S14-word104"/>
          <p:cNvSpPr txBox="1"/>
          <p:nvPr/>
        </p:nvSpPr>
        <p:spPr>
          <a:xfrm>
            <a:off x="6231636" y="336042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because they are cute.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귀엽기 때문에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초6 영어 의견 말하기</dc:title>
  <dc:subject>KR22-G06-ENG-OPINION-L01</dc:subject>
  <dc:creator>education-ppt</dc:creator>
  <cp:lastModifiedBy>education-ppt</cp:lastModifiedBy>
  <cp:revision>1</cp:revision>
  <dcterms:created xsi:type="dcterms:W3CDTF">2026-10-26T09:28:07Z</dcterms:created>
  <dcterms:modified xsi:type="dcterms:W3CDTF">2026-10-26T09:28:07Z</dcterms:modified>
</cp:coreProperties>
</file>