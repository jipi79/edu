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b915726-cbfc-f8fb-6c39-aad290198200}">
          <p14:sldIdLst>
            <p14:sldId id="256"/>
            <p14:sldId id="257"/>
          </p14:sldIdLst>
        </p14:section>
        <p14:section name="개념" id="{3e4fa564-bb66-37ff-0be6-baed40edc67e}">
          <p14:sldIdLst>
            <p14:sldId id="258"/>
            <p14:sldId id="259"/>
            <p14:sldId id="260"/>
          </p14:sldIdLst>
        </p14:section>
        <p14:section name="연습" id="{0c217a69-d33e-01f1-a488-27cdb042474d}">
          <p14:sldIdLst>
            <p14:sldId id="261"/>
            <p14:sldId id="262"/>
            <p14:sldId id="263"/>
            <p14:sldId id="264"/>
          </p14:sldIdLst>
        </p14:section>
        <p14:section name="확인" id="{f01cb8d2-3db3-4092-9e0d-ebd367dd4862}">
          <p14:sldIdLst>
            <p14:sldId id="265"/>
            <p14:sldId id="266"/>
          </p14:sldIdLst>
        </p14:section>
        <p14:section name="정리" id="{978ae67a-148a-c44e-28f7-71c115a9493b}">
          <p14:sldIdLst>
            <p14:sldId id="267"/>
          </p14:sldIdLst>
        </p14:section>
        <p14:section name="보충" id="{7f4d62aa-b495-6e63-68ee-d3e9e507c17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가운데 무엇이 좋아요?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~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think ~.로 내 생각(의견)을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because ~로 까닭을 붙여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농구공과 테니스공을 비교해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think로 의견 말하기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다음에 ‘무엇이 + 어떻다’를 문장으로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고양이는 귀여워요.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여름은 재미있어요.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까닭을 이어요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because는 ‘왜냐하면, ~ 때문에’라는 뜻이에요.</a:t>
            </a:r>
            <a:endParaRPr lang="ko-KR" sz="2800" dirty="0"/>
          </a:p>
        </p:txBody>
      </p:sp>
      <p:sp>
        <p:nvSpPr>
          <p:cNvPr id="5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 because I can swim.</a:t>
            </a:r>
            <a:endParaRPr lang="ko-KR" sz="2800" dirty="0"/>
          </a:p>
        </p:txBody>
      </p:sp>
      <p:sp>
        <p:nvSpPr>
          <p:cNvPr id="6" name="S04-stepno1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생각: I think summer is fun.</a:t>
            </a:r>
            <a:endParaRPr lang="ko-KR" sz="28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떠올리기: I can swim.</a:t>
            </a:r>
            <a:endParaRPr lang="ko-KR" sz="28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생각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의견과 까닭은 무엇인가요? 누가 틀렸나요?</a:t>
            </a:r>
            <a:endParaRPr lang="ko-KR" sz="2800" dirty="0"/>
          </a:p>
        </p:txBody>
      </p:sp>
      <p:sp>
        <p:nvSpPr>
          <p:cNvPr id="6" name="S05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or Winter?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Minho: I think summer is great because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Jisu: I think winter is great because I can make a snowman.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이어요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까닭을 골라 이어 말해요.</a:t>
            </a:r>
            <a:endParaRPr lang="ko-KR" sz="2800" dirty="0"/>
          </a:p>
        </p:txBody>
      </p:sp>
      <p:sp>
        <p:nvSpPr>
          <p:cNvPr id="4" name="S06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2800" dirty="0"/>
          </a:p>
        </p:txBody>
      </p:sp>
      <p:sp>
        <p:nvSpPr>
          <p:cNvPr id="6" name="S06-word31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 soft.</a:t>
            </a:r>
            <a:endParaRPr lang="ko-KR" sz="3200" dirty="0"/>
          </a:p>
        </p:txBody>
      </p:sp>
      <p:sp>
        <p:nvSpPr>
          <p:cNvPr id="7" name="S06-word32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play soccer.</a:t>
            </a:r>
            <a:endParaRPr lang="ko-KR" sz="3200" dirty="0"/>
          </a:p>
        </p:txBody>
      </p:sp>
      <p:sp>
        <p:nvSpPr>
          <p:cNvPr id="8" name="S06-word33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learn new things.</a:t>
            </a:r>
            <a:endParaRPr lang="ko-KR" sz="2800" dirty="0"/>
          </a:p>
        </p:txBody>
      </p:sp>
      <p:sp>
        <p:nvSpPr>
          <p:cNvPr id="9" name="S06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0" name="S06-text3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 because ______.</a:t>
            </a:r>
            <a:endParaRPr lang="ko-KR" sz="2800" dirty="0"/>
          </a:p>
        </p:txBody>
      </p:sp>
      <p:sp>
        <p:nvSpPr>
          <p:cNvPr id="11" name="S06-chip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06-text3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P.E. is fun because ______.</a:t>
            </a:r>
            <a:endParaRPr lang="ko-KR" sz="2800" dirty="0"/>
          </a:p>
        </p:txBody>
      </p:sp>
      <p:sp>
        <p:nvSpPr>
          <p:cNvPr id="13" name="S06-chip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6-text3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books are great because 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까닭일까요?</a:t>
            </a:r>
            <a:endParaRPr lang="ko-KR" sz="40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‘고양이는 귀여워요.’에 까닭을 붙였어요.</a:t>
            </a:r>
            <a:endParaRPr lang="ko-KR" sz="28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의견과 잘 이어진 쪽은? 왜요?</a:t>
            </a:r>
            <a:endParaRPr lang="ko-KR" sz="28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I am twelve.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they are small and soft.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말해요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I think ~ because ~.로 말해요.</a:t>
            </a:r>
            <a:endParaRPr lang="ko-KR" sz="2800" dirty="0"/>
          </a:p>
        </p:txBody>
      </p:sp>
      <p:sp>
        <p:nvSpPr>
          <p:cNvPr id="4" name="S08-card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 · great · cute · interesting · friendly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~. / because they are ~.</a:t>
            </a:r>
            <a:endParaRPr lang="ko-KR" sz="28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· winter</a:t>
            </a:r>
            <a:endParaRPr lang="ko-KR" sz="28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4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cats · dogs</a:t>
            </a:r>
            <a:endParaRPr lang="ko-KR" sz="28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P.E. · art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한 문장 쓰기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 think로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is나 are를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because 다음에 문장을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대문자와 마침표를 지켰어요</a:t>
            </a:r>
            <a:endParaRPr lang="ko-KR" sz="2800" dirty="0"/>
          </a:p>
        </p:txBody>
      </p:sp>
      <p:sp>
        <p:nvSpPr>
          <p:cNvPr id="5" name="S09-stepno59"/>
          <p:cNvSpPr txBox="1"/>
          <p:nvPr/>
        </p:nvSpPr>
        <p:spPr>
          <a:xfrm>
            <a:off x="548640" y="2313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0"/>
          <p:cNvSpPr txBox="1"/>
          <p:nvPr/>
        </p:nvSpPr>
        <p:spPr>
          <a:xfrm>
            <a:off x="1325880" y="226822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S08에서 말한 것 하나를 골라요.</a:t>
            </a:r>
            <a:endParaRPr lang="ko-KR" sz="2800" dirty="0"/>
          </a:p>
        </p:txBody>
      </p:sp>
      <p:sp>
        <p:nvSpPr>
          <p:cNvPr id="7" name="S09-stepno61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2"/>
          <p:cNvSpPr txBox="1"/>
          <p:nvPr/>
        </p:nvSpPr>
        <p:spPr>
          <a:xfrm>
            <a:off x="1325880" y="3300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~.로 내 생각을 써요.</a:t>
            </a:r>
            <a:endParaRPr lang="ko-KR" sz="2800" dirty="0"/>
          </a:p>
        </p:txBody>
      </p:sp>
      <p:sp>
        <p:nvSpPr>
          <p:cNvPr id="9" name="S09-stepno63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4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써요.</a:t>
            </a:r>
            <a:endParaRPr lang="ko-KR" sz="2800" dirty="0"/>
          </a:p>
        </p:txBody>
      </p:sp>
      <p:sp>
        <p:nvSpPr>
          <p:cNvPr id="11" name="S09-stepno65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6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0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6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dogs are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______.</a:t>
            </a:r>
            <a:endParaRPr lang="ko-KR" sz="2800" dirty="0"/>
          </a:p>
        </p:txBody>
      </p:sp>
      <p:sp>
        <p:nvSpPr>
          <p:cNvPr id="6" name="S10-chip7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library ·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read many books.</a:t>
            </a:r>
            <a:endParaRPr lang="ko-KR" sz="28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spring · fall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말해요.</a:t>
            </a:r>
            <a:endParaRPr lang="ko-KR" sz="2800" dirty="0"/>
          </a:p>
        </p:txBody>
      </p:sp>
      <p:sp>
        <p:nvSpPr>
          <p:cNvPr id="10" name="S10-chip7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7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 I think soccer is fun because it is Monday.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까닭이 바르게 이어진 문장은? 어떻게 알았나요?</a:t>
            </a:r>
            <a:endParaRPr lang="ko-KR" sz="2800" dirty="0"/>
          </a:p>
        </p:txBody>
      </p:sp>
      <p:sp>
        <p:nvSpPr>
          <p:cNvPr id="5" name="S12-chip7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7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8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can make a snowman.</a:t>
            </a:r>
            <a:endParaRPr lang="ko-KR" sz="2800" dirty="0"/>
          </a:p>
        </p:txBody>
      </p:sp>
      <p:sp>
        <p:nvSpPr>
          <p:cNvPr id="8" name="S12-chip8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8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like pizza.</a:t>
            </a:r>
            <a:endParaRPr lang="ko-KR" sz="2800" dirty="0"/>
          </a:p>
        </p:txBody>
      </p:sp>
      <p:sp>
        <p:nvSpPr>
          <p:cNvPr id="11" name="S12-chip8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8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8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 because snow.</a:t>
            </a:r>
            <a:endParaRPr lang="ko-KR" sz="2800" dirty="0"/>
          </a:p>
        </p:txBody>
      </p:sp>
      <p:sp>
        <p:nvSpPr>
          <p:cNvPr id="14" name="S12-chip8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8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8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ski. I think winter.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 because ~.로 의견과 까닭을 함께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달라도 까닭이 있으면 좋은 의견이에요.</a:t>
            </a:r>
            <a:endParaRPr lang="ko-KR" sz="2800" dirty="0"/>
          </a:p>
        </p:txBody>
      </p:sp>
      <p:sp>
        <p:nvSpPr>
          <p:cNvPr id="5" name="S13-chip9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까닭도 문장으로</a:t>
            </a:r>
            <a:endParaRPr lang="ko-KR" sz="2200" dirty="0"/>
          </a:p>
        </p:txBody>
      </p:sp>
      <p:sp>
        <p:nvSpPr>
          <p:cNvPr id="6" name="S13-chip9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think fun. / because soft</a:t>
            </a:r>
            <a:endParaRPr lang="ko-KR" sz="2200" dirty="0"/>
          </a:p>
        </p:txBody>
      </p:sp>
      <p:sp>
        <p:nvSpPr>
          <p:cNvPr id="7" name="S13-text9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because의 뜻은?</a:t>
            </a:r>
            <a:endParaRPr lang="ko-KR" sz="2200" dirty="0"/>
          </a:p>
        </p:txBody>
      </p:sp>
      <p:sp>
        <p:nvSpPr>
          <p:cNvPr id="9" name="S13-text9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까닭으로</a:t>
            </a:r>
            <a:endParaRPr lang="ko-KR" sz="2200" dirty="0"/>
          </a:p>
        </p:txBody>
      </p:sp>
      <p:sp>
        <p:nvSpPr>
          <p:cNvPr id="10" name="S13-text9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because friendly를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말하기</a:t>
            </a:r>
            <a:endParaRPr lang="ko-KR" sz="2200" dirty="0"/>
          </a:p>
        </p:txBody>
      </p:sp>
      <p:sp>
        <p:nvSpPr>
          <p:cNvPr id="11" name="S13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뜻 확인하기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because 다시 하기</a:t>
            </a:r>
            <a:endParaRPr lang="ko-KR" sz="4000" dirty="0"/>
          </a:p>
        </p:txBody>
      </p:sp>
      <p:sp>
        <p:nvSpPr>
          <p:cNvPr id="3" name="S14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문장으로 말해요.</a:t>
            </a:r>
            <a:endParaRPr lang="ko-KR" sz="2800" dirty="0"/>
          </a:p>
        </p:txBody>
      </p:sp>
      <p:sp>
        <p:nvSpPr>
          <p:cNvPr id="5" name="S14-word101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좋아요</a:t>
            </a:r>
            <a:endParaRPr lang="ko-KR" sz="3200" dirty="0"/>
          </a:p>
        </p:txBody>
      </p:sp>
      <p:sp>
        <p:nvSpPr>
          <p:cNvPr id="6" name="S14-word102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swim.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수영할 수 있기 때문에</a:t>
            </a:r>
            <a:endParaRPr lang="ko-KR" sz="3200" dirty="0"/>
          </a:p>
        </p:txBody>
      </p:sp>
      <p:sp>
        <p:nvSpPr>
          <p:cNvPr id="7" name="S14-word103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cats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좋아요</a:t>
            </a:r>
            <a:endParaRPr lang="ko-KR" sz="3200" dirty="0"/>
          </a:p>
        </p:txBody>
      </p:sp>
      <p:sp>
        <p:nvSpPr>
          <p:cNvPr id="8" name="S14-word104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they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귀엽기 때문에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의견 말하기</dc:title>
  <dc:subject>KR22-G06-ENG-OPINION-L01</dc:subject>
  <dc:creator>education-ppt</dc:creator>
  <cp:lastModifiedBy>education-ppt</cp:lastModifiedBy>
  <cp:revision>1</cp:revision>
  <dcterms:created xsi:type="dcterms:W3CDTF">2026-10-26T09:29:51Z</dcterms:created>
  <dcterms:modified xsi:type="dcterms:W3CDTF">2026-10-26T09:29:51Z</dcterms:modified>
</cp:coreProperties>
</file>