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d0c7d3f-57c6-a2db-060f-90a5b27c84eb}">
          <p14:sldIdLst>
            <p14:sldId id="256"/>
            <p14:sldId id="257"/>
          </p14:sldIdLst>
        </p14:section>
        <p14:section name="개념" id="{0952f1c5-e4f2-0896-c886-07cf06cdec3e}">
          <p14:sldIdLst>
            <p14:sldId id="258"/>
            <p14:sldId id="259"/>
            <p14:sldId id="260"/>
          </p14:sldIdLst>
        </p14:section>
        <p14:section name="연습" id="{dcb2b4bc-166f-83f2-0c01-66d46bf74caa}">
          <p14:sldIdLst>
            <p14:sldId id="261"/>
            <p14:sldId id="262"/>
            <p14:sldId id="263"/>
            <p14:sldId id="264"/>
          </p14:sldIdLst>
        </p14:section>
        <p14:section name="확인" id="{8b1046af-3b58-3f3c-2568-a46a769a239c}">
          <p14:sldIdLst>
            <p14:sldId id="265"/>
            <p14:sldId id="266"/>
            <p14:sldId id="267"/>
          </p14:sldIdLst>
        </p14:section>
        <p14:section name="정리" id="{28210dee-7b8c-984b-0664-c39640edf7ab}">
          <p14:sldIdLst>
            <p14:sldId id="268"/>
          </p14:sldIdLst>
        </p14:section>
        <p14:section name="보충" id="{6c030240-4064-f11b-71da-8fa14434603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자기 생각과 그 까닭을 함께 말하는 상황에 관심을 갖게 합니다.
시간: 약 2분
이렇게 말해 보세요
- “너는 여름이 좋아, 겨울이 좋아? 왜 그렇게 생각해?”
- “오늘은 이렇게 내 생각과 그렇게 생각하는 까닭을 영어로 말하고 써 볼 거야.”
예상 답
- “여름이요. 바다에서 수영할 수 있어서요.”
주의
- 수업 전에 교과서 디지털 자료나 사전 앱의 발음 듣기로 오늘 낱말과 문장(I think, because, fun, great, cute, interesting, delicious, friendly, I think summer is great because I can swim in the sea.)을 미리 들어 두세요. 부모님 발음이 완벽하지 않아도 괜찮습니다.
- 소리 자료 없이 진행하면 바른 소리를 확인하기 어렵습니다. 헷갈리는 표현은 기록해 두었다가 소리 자료로 나중에 확인합니다.
- 의견에는 맞고 틀림이 없습니다. 아이가 고른 내용이 부모님 생각과 달라도 그대로 존중하고, 까닭을 말했는지를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확인(비교하기, because)]
목적: 지난 차시(비교하기)의 비교 문장을 기억하는지, 5학년 ‘좋아하는 것과 이유’에서 익힌 because로 까닭을 붙일 수 있는지 확인합니다. 오늘 까닭 문장은 because를 바탕으로 합니다.
시간: 약 3분
이렇게 말해 보세요
- “①, 농구공과 테니스공을 영어로 비교해 볼래?”
- “②, 빈칸에 여름을 좋아하는 까닭을 영어로 넣어 말해 줘.”
정답
- ① The basketball is bigger than the tennis ball. (또는 The tennis ball is smaller than the basketball.)
- ② 예: I like summer because I can swim. / because it is hot. (because 다음에 ‘누가 + 어떻다(무엇을 할 수 있다)’ 문장으로 까닭을 말하면 맞음)
막히면
- ①은 “어느 공이 더 커?”를 먼저 묻고 bigger than을 떠올리게 합니다.
- ②는 우리말로 까닭을 먼저 말하게 한 뒤 I can ~.으로 바꾸어 줍니다. because의 뜻을 모르거나 까닭을 문장으로 말하지 못하면 S14(보충)를 먼저 합니다.
주의
- ①만 막히면 비교하기 장의 S06을 잠깐 다시 보고 넘어가도 됩니다. 오늘 수업에 꼭 필요한 것은 ②입니다.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I think ~.로 의견 말하기]
목적: I think ~.가 ‘내 생각에는 ~’이라는 뜻이고, 다음에 ‘무엇이 + 어떻다’가 들어간 문장이 온다는 것을 압니다(M1).
시간: 약 3분
이렇게 말해 보세요
- “I think는 ‘내 생각에는’이라는 뜻이야. 소리를 듣고 따라 해 보자. I think cats are cute.”
- “I think를 가리면 무엇이 남아? Cats are cute. 이것만으로도 한 문장이지? 그 앞에 I think를 붙인 거야.”
- “그럼 ‘내 생각에 여름은 재미있어.’는? I think summer is fun.”
예상 답
- “I think cats are cute.” “I think summer is fun.”
막히면
- 먼저 Summer is fun.을 말하게 한 다음 앞에 I think를 붙이게 합니다.
- think의 th는 혀끝을 윗니와 아랫니 사이에 살짝 대고 냅니다. 소리 자료를 듣고 따라 하게 합니다.
주의
- 여럿을 말할 때(cats, dogs, books)는 are, 하나를 말할 때(summer, soccer)는 is를 씁니다.
- I think 다음에 낱말만 말하면(I think fun.) 무엇이 재미있는지 알 수 없습니다(M1).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because로 까닭 잇기]
목적: 의견 다음에 because를 쓰고 까닭을 문장으로 이어 말한다는 것을 압니다(M2).
시간: 약 3분
이렇게 말해 보세요
- “먼저 내 생각을 말해. I think summer is fun.”
- “왜 그렇게 생각해? 수영할 수 있어서지? 그건 I can swim.”
- “두 문장을 because로 이어. because는 ‘왜냐하면, ~이기 때문에’라는 뜻이야. I think summer is fun because I can swim. 따라 해 보자.”
예상 답
- “I think summer is fun because I can swim.”
막히면
- 뒤에서부터 붙여 말합니다. because I can swim … summer is fun because I can swim … I think summer is fun because I can swim.
- because를 be-cause처럼 두 부분으로 나누어 소리 자료를 듣고 따라 하게 합니다.
주의
- because 다음에도 ‘누가 + 무엇을 한다(어떻다)’가 있는 문장이 옵니다. because swim처럼 낱말만 붙이지 않습니다(M2).
- 쓸 때는 의견과 까닭을 한 문장으로 이어 쓰고 마침표는 맨 끝에 한 번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친구의 의견과 까닭 읽기]
목적: 짧은 글에서 의견(I think ~)과 까닭(because ~)을 찾고, 같은 주제에도 의견이 다를 수 있다는 것을 압니다.
시간: 약 4분
이렇게 말해 보세요
- “엄마(아빠)가 민호, 너는 지수를 맡아서 읽어 보자.”
- “민호는 어느 계절이 좋대? 까닭은? 지수는?”
- “두 사람의 생각이 다르지? 누가 틀린 걸까?”
예상 답
- “민호는 여름이 좋대요. 바다에서 수영할 수 있어서요.” “지수는 겨울이요. 눈사람을 만들 수 있어서요.”
- “둘 다 틀리지 않았어요. 생각은 다를 수 있어요.”
막히면
- 의견 부분(I think ~ great)에 밑줄을 긋듯 손가락으로 짚고, because 다음 부분을 따로 짚어 줍니다.
- sea(바다), snowman(눈사람)의 뜻을 알려 줍니다.
주의
- 의견은 사람마다 다를 수 있습니다. 까닭이 있으면 둘 다 좋은 의견입니다.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까닭 골라 잇기]
목적: 의견에 어울리는 까닭을 골라 because로 이어 한 문장으로 말합니다.
시간: 약 3분
이렇게 말해 보세요
- “①, 고양이가 귀여운 까닭으로 보기에서 어떤 것이 어울려? 처음부터 끝까지 이어 말해 줘.”
- “②, ③도 해 보자.” “왜 그 까닭을 골랐어?”
정답
- ① they are soft. → I think cats are cute because they are soft.
- ② I can play soccer. → I think P.E. is fun because I can play soccer.
- ③ I can learn new things. → I think books are great because I can learn new things.
막히면
- 보기를 하나씩 넣어 읽어 주고 “이게 까닭이 돼?”라고 물어 고르게 합니다.
- soft(부드러운), learn new things(새로운 것을 배우다)의 뜻을 알려 줍니다.
주의
- P.E.는 체육 시간을 줄인 말입니다. 대문자 P와 E 뒤에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비교(어울리지 않는 까닭)]
목적: 까닭이 의견을 뒷받침해야 한다는 것을 비교로 확인합니다(M3).
시간: 약 2분
이렇게 말해 보세요
- “두 친구 모두 because를 썼어. 그런데 ‘고양이가 왜 귀여워?’라는 물음에 대답이 되는 쪽은 어느 쪽이야?”
- “가의 까닭은 무엇에 대한 이야기야? 고양이가 귀여운 것과 이어져?”
정답
- 나가 알맞습니다(they are small and soft는 고양이가 귀여운 까닭을 설명함). 가의 I am twelve는 나의 나이 이야기라 고양이가 귀여운 까닭이 되지 않습니다.
막히면
- 의견 문장을 “왜?”로 바꾸어 묻고(“고양이가 왜 귀여워?”), 두 까닭을 차례로 대답처럼 읽어 봅니다.
주의
- 문장의 형식이 맞아도 까닭이 의견과 이어지지 않으면 좋은 의견 문장이 아닙니다(M3).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주제를 골라 의견과 까닭 말하기]
목적: 두 가지 가운데 하나를 골라 의견과 까닭을 한 문장으로 말합니다.
시간: 약 4분
이렇게 말해 보세요
- “①, 여름과 겨울 가운데 하나를 골라 I think ~ because ~.로 말해 줘.”
- “②, ③도 해 보자. 엄마(아빠)도 한 가지씩 말해 볼게.” (부모도 자기 의견을 말해 주면 아이가 형식을 다시 듣습니다.)
- “왜 그렇게 생각해? 까닭이 의견과 이어졌어?”
예상 답
- ① I think winter is great because I can make a snowman.
- ② I think dogs are great because they are friendly. / I think cats are cute because they are soft.
- ③ I think art is fun because I can draw pictures. / I think P.E. is fun because I can play soccer.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
막히면
- 우리말로 의견과 까닭을 먼저 말하게 한 다음, 아래 도움말의 틀에 넣어 영어로 바꿉니다.
- 까닭을 영어로 말하기 어려우면 I can ~.(~할 수 있어요)이나 It is ~./They are ~.로 시작하게 합니다.
주의
- cats, dogs처럼 여럿이면 are, winter, art처럼 하나면 is를 씁니다.
- 까닭에 비교하는 말을 써도 좋습니다(예: I think dogs are great because they are bigger than cats. 사실과 맞게).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의견 한 문장 쓰고 점검하기]
목적: 말한 의견 가운데 하나를 공책에 쓰고, 점검표로 스스로 고칩니다.
시간: 약 4분
이렇게 말해 보세요
- “S08에서 말한 것 가운데 가장 마음에 드는 문장 하나를 공책에 써 볼래?”
- “다 썼으면 오른쪽 점검표를 하나씩 확인해 보자. I think로 시작했어? is나 are가 있어?”
- “엄마(아빠)도 한 문장 쓸게. 서로 바꿔 읽고 점검표로 봐 주자.”
예상 답
- 예: I think winter is great because I can make a snowman.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첫 글자 I의 대문자와 끝의 마침표도 봅니다.
막히면
- 철자가 막히는 낱말은 화면이나 S05·S06에서 찾아 보고 쓰게 합니다.
- 점검표에서 빠진 것을 찾으면 바로 고쳐 쓰게 하고 칭찬합니다.
주의
- 부모님이 쓴 문장에 일부러 실수(예: because friendly)를 하나 넣어 아이가 찾게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의견과 까닭 말하기]
목적: 도움 없이 의견과 까닭을 한 문장으로 말하고, 어울리지 않는 까닭을 고치는지 확인합니다.
시간: 약 4분
이렇게 말해 보세요
- “이번에는 혼자 해 볼래? ①, 빈칸에 까닭을 넣어 끝까지 말해 줘.”
- “②, 두 말을 이어서 I think로 시작하는 의견 문장을 만들어 봐.”
- “③, 봄과 가을 가운데 하나를 골라 의견과 까닭을 말해 줘.” “④, 까닭이 어색하지? 알맞은 까닭으로 고쳐 말해 봐.”
정답
- ① 예: I think dogs are great because they are friendly. (because 다음에 문장으로 된 까닭이면 맞음)
- ② I think the library is great because I can read many books.
- ③ 예: I think spring is great because I can see flowers. / I think fall is great because it is cool.
- ④ 예: I think soccer is fun because I can run and kick the ball. (Monday는 축구가 재미있는 까닭이 아님)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네 개 가운데 세 개 이상이면 통과입니다. 소리가 조금 서툴러도 알맞은 표현을 골라 말했으면 맞은 것으로 봅니다.
막히면
- 바로 알려 주지 말고 “왜 그렇게 생각해?”라고만 묻습니다.
- 도움을 받아 해결했다면 기록표에 ‘도움’으로 표시합니다.
주의
- ②는 library(도서관)의 뜻을 모르면 알려 주어도 됩니다. ③의 spring은 봄, fall은 가을입니다.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말한 것과 왼쪽 예를 비교해 보자. 까닭은 달라도 괜찮아.”
- “오른쪽처럼 말하면 무엇이 빠졌을까?”
예상 답
- “I think 다음에 winter is를 넣어야 해요.” “because 다음에 they are가 빠졌어요.”
주의
- 이 장은 학생용 파일에서 빠집니다. ①③④는 예시이므로 아이의 까닭이 다르더라도 기준에 맞으면 맞은 것으로 봅니다.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형식과 까닭의 어울림을 함께 따져 바른 의견 문장을 고르는지 확인합니다.
시간: 약 2분
이렇게 말해 보세요
- “가, 나, 다, 라를 읽어 볼까? 의견과 까닭이 바르게 이어진 문장은? 어떻게 알았어?”
- “나머지는 어디가 어색할까?”
정답
- 가. 나는 까닭(pizza)이 겨울이 재미있는 것과 상관없고, 다는 is와 because 다음 문장(I can play in the snow)이 빠졌고, 라는 Because 부분과 의견이 떨어져 있고 의견 문장(winter is fun)이 완성되지 않았습니다.
막히면
- S09의 점검표를 보며 하나씩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“내 생각을 말할 때 어떻게 시작하지? 까닭은 무엇으로 이었지?”
- “다른 사람의 의견이 나와 다르면?”
예상 답
- “I think로 시작하고 because로 까닭을 이어요.” “다를 수 있어요. 까닭을 들어 봐요.”
정답
- ① 왜냐하면, ~ 때문에 ② 예: I think summer is great because I can swim in the sea. (기준에 맞으면 맞음) ③ I think dogs are great because they are friendly.
주의
- 저녁 메뉴나 주말에 할 일을 고를 때 I think ~ because ~.로 말해 보게 하면 좋은 복습이 됩니다. 다음 차시는 ‘뜻 확인하기’입니다.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보충(because로 까닭 말하기)]
목적: S02에서 because로 까닭을 말하지 못하면, 의견 말하기를 배우기 전에 먼저 다집니다.
시간: 약 5분
이렇게 말해 보세요
- “소리를 듣고 따라 말해 보자.” (교과서 디지털 자료나 사전 앱의 소리를 함께 듣습니다.)
- “I like summer. 왜 좋아? 수영할 수 있어서. because I can swim. 이어서 말하면? I like summer because I can swim.”
- “너는 무엇을 좋아해? 왜? 우리말로 먼저 말하고 영어로 바꿔 보자.”
정답
- I like summer because I can swim. / I like cats because they are cute. (because 다음에 ‘누가 + 어떻다(무엇을 할 수 있다)’)
막히면
- 부모가 먼저 말하고 아이가 따라 말하는 것부터 다시 합니다. 까닭은 I can ~. 하나로 시작해도 됩니다.
주의
- 계획상 앞 차시는 ‘비교하기’(KR22-G06-ENG-COMPARE-L01)입니다. 보충 뒤에도 because로 까닭을 말하지 못하면 5학년 ‘좋아하는 것과 이유’를 먼저 다시 하고 이 차시를 시작합니다. 비교 문장이 흔들리면 ‘비교하기’를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 because 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 because 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 because 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4" name="S11-text77"/>
          <p:cNvSpPr txBox="1"/>
          <p:nvPr/>
        </p:nvSpPr>
        <p:spPr>
          <a:xfrm>
            <a:off x="548640" y="205740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… because they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 friendly.</a:t>
            </a:r>
            <a:endParaRPr lang="ko-KR" sz="2800" dirty="0"/>
          </a:p>
        </p:txBody>
      </p:sp>
      <p:sp>
        <p:nvSpPr>
          <p:cNvPr id="5" name="S11-text78"/>
          <p:cNvSpPr txBox="1"/>
          <p:nvPr/>
        </p:nvSpPr>
        <p:spPr>
          <a:xfrm>
            <a:off x="548640" y="313182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think the library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 great because …</a:t>
            </a:r>
            <a:endParaRPr lang="ko-KR" sz="2800" dirty="0"/>
          </a:p>
        </p:txBody>
      </p:sp>
      <p:sp>
        <p:nvSpPr>
          <p:cNvPr id="6" name="S11-text79"/>
          <p:cNvSpPr txBox="1"/>
          <p:nvPr/>
        </p:nvSpPr>
        <p:spPr>
          <a:xfrm>
            <a:off x="548640" y="420624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think spring is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see flowers.</a:t>
            </a:r>
            <a:endParaRPr lang="ko-KR" sz="2800" dirty="0"/>
          </a:p>
        </p:txBody>
      </p:sp>
      <p:sp>
        <p:nvSpPr>
          <p:cNvPr id="7" name="S11-text80"/>
          <p:cNvSpPr txBox="1"/>
          <p:nvPr/>
        </p:nvSpPr>
        <p:spPr>
          <a:xfrm>
            <a:off x="548640" y="528066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… because I can run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kick the ball.</a:t>
            </a:r>
            <a:endParaRPr lang="ko-KR" sz="2800" dirty="0"/>
          </a:p>
        </p:txBody>
      </p:sp>
      <p:sp>
        <p:nvSpPr>
          <p:cNvPr id="8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fun.</a:t>
            </a:r>
            <a:endParaRPr lang="ko-KR" sz="2800" dirty="0"/>
          </a:p>
        </p:txBody>
      </p:sp>
      <p:sp>
        <p:nvSpPr>
          <p:cNvPr id="10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winter is</a:t>
            </a:r>
            <a:endParaRPr lang="ko-KR" sz="2200" dirty="0"/>
          </a:p>
        </p:txBody>
      </p:sp>
      <p:sp>
        <p:nvSpPr>
          <p:cNvPr id="11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friendly</a:t>
            </a:r>
            <a:endParaRPr lang="ko-KR" sz="2800" dirty="0"/>
          </a:p>
        </p:txBody>
      </p:sp>
      <p:sp>
        <p:nvSpPr>
          <p:cNvPr id="12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</a:t>
            </a:r>
            <a:endParaRPr lang="ko-KR" sz="2200" dirty="0"/>
          </a:p>
        </p:txBody>
      </p:sp>
      <p:sp>
        <p:nvSpPr>
          <p:cNvPr id="13" name="S11-text86"/>
          <p:cNvSpPr txBox="1"/>
          <p:nvPr/>
        </p:nvSpPr>
        <p:spPr>
          <a:xfrm>
            <a:off x="6277356" y="48006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 is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</a:t>
            </a:r>
            <a:endParaRPr lang="ko-KR" sz="2800" dirty="0"/>
          </a:p>
        </p:txBody>
      </p:sp>
      <p:sp>
        <p:nvSpPr>
          <p:cNvPr id="14" name="S11-text87"/>
          <p:cNvSpPr txBox="1"/>
          <p:nvPr/>
        </p:nvSpPr>
        <p:spPr>
          <a:xfrm>
            <a:off x="9095994" y="48006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상관없음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9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9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9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9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1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1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1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10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10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1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13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14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15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16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2026-10-26T09:29:51Z</dcterms:created>
  <dcterms:modified xsi:type="dcterms:W3CDTF">2026-10-26T09:29:51Z</dcterms:modified>
</cp:coreProperties>
</file>