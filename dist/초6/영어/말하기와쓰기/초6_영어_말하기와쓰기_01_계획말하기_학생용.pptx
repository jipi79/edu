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561a871-4675-ca1a-db49-513c9f8b90d9}">
          <p14:sldIdLst>
            <p14:sldId id="256"/>
            <p14:sldId id="257"/>
          </p14:sldIdLst>
        </p14:section>
        <p14:section name="개념" id="{9cb91114-fb9e-de70-1af6-5ceeacfc6e1f}">
          <p14:sldIdLst>
            <p14:sldId id="258"/>
            <p14:sldId id="259"/>
            <p14:sldId id="260"/>
          </p14:sldIdLst>
        </p14:section>
        <p14:section name="연습" id="{e19a8ac6-4a6e-6094-bc7f-4db0a30517c0}">
          <p14:sldIdLst>
            <p14:sldId id="261"/>
            <p14:sldId id="262"/>
            <p14:sldId id="263"/>
            <p14:sldId id="264"/>
          </p14:sldIdLst>
        </p14:section>
        <p14:section name="확인" id="{b5d86f45-20c6-f85d-14ed-66c9d97ecdc3}">
          <p14:sldIdLst>
            <p14:sldId id="265"/>
            <p14:sldId id="266"/>
          </p14:sldIdLst>
        </p14:section>
        <p14:section name="정리" id="{0c19e5c4-db29-a9c5-9b08-c446a28863ac}">
          <p14:sldIdLst>
            <p14:sldId id="267"/>
          </p14:sldIdLst>
        </p14:section>
        <p14:section name="보충" id="{3ef145e2-da73-fa64-2ace-51463a6b7d8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말하기와쓰기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계획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계획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계획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말하기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주말에 무엇을 할지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tomorrow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weekend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주말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I'm going to ~.로 내 계획을 말하고 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What are you going to do ~?로 계획을 물어요.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뜻을 말하고, ③은 영어로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played soccer yesterday.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</a:t>
            </a:r>
            <a:endParaRPr lang="ko-KR" sz="28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일을 영어로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어제, 오늘, 내일</a:t>
            </a:r>
            <a:endParaRPr lang="ko-KR" sz="4000" dirty="0"/>
          </a:p>
        </p:txBody>
      </p:sp>
      <p:sp>
        <p:nvSpPr>
          <p:cNvPr id="3" name="S03-card12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 weekend(이번 주말)도 앞으로의 일이에요. 계획을 말할 때 써요.</a:t>
            </a:r>
            <a:endParaRPr lang="ko-KR" sz="2800" dirty="0"/>
          </a:p>
        </p:txBody>
      </p:sp>
      <p:sp>
        <p:nvSpPr>
          <p:cNvPr id="5" name="S03-line14"/>
          <p:cNvSpPr/>
          <p:nvPr/>
        </p:nvSpPr>
        <p:spPr>
          <a:xfrm>
            <a:off x="822960" y="3059176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6" name="S03-event15"/>
          <p:cNvSpPr/>
          <p:nvPr/>
        </p:nvSpPr>
        <p:spPr>
          <a:xfrm>
            <a:off x="2461260" y="29403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03-label16"/>
          <p:cNvSpPr txBox="1"/>
          <p:nvPr/>
        </p:nvSpPr>
        <p:spPr>
          <a:xfrm>
            <a:off x="868680" y="2211451"/>
            <a:ext cx="342290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</a:t>
            </a:r>
            <a:endParaRPr lang="ko-KR" sz="3000" dirty="0"/>
          </a:p>
        </p:txBody>
      </p:sp>
      <p:sp>
        <p:nvSpPr>
          <p:cNvPr id="8" name="S03-label17"/>
          <p:cNvSpPr txBox="1"/>
          <p:nvPr/>
        </p:nvSpPr>
        <p:spPr>
          <a:xfrm>
            <a:off x="868680" y="3287776"/>
            <a:ext cx="3422904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· 지난 일</a:t>
            </a:r>
            <a:endParaRPr lang="ko-KR" sz="2600" dirty="0"/>
          </a:p>
        </p:txBody>
      </p:sp>
      <p:sp>
        <p:nvSpPr>
          <p:cNvPr id="9" name="S03-event18"/>
          <p:cNvSpPr/>
          <p:nvPr/>
        </p:nvSpPr>
        <p:spPr>
          <a:xfrm>
            <a:off x="5975604" y="29403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03-label19"/>
          <p:cNvSpPr txBox="1"/>
          <p:nvPr/>
        </p:nvSpPr>
        <p:spPr>
          <a:xfrm>
            <a:off x="4383024" y="2211451"/>
            <a:ext cx="342290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</a:t>
            </a:r>
            <a:endParaRPr lang="ko-KR" sz="3000" dirty="0"/>
          </a:p>
        </p:txBody>
      </p:sp>
      <p:sp>
        <p:nvSpPr>
          <p:cNvPr id="11" name="S03-label20"/>
          <p:cNvSpPr txBox="1"/>
          <p:nvPr/>
        </p:nvSpPr>
        <p:spPr>
          <a:xfrm>
            <a:off x="4383024" y="3287776"/>
            <a:ext cx="3422904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2600" dirty="0"/>
          </a:p>
        </p:txBody>
      </p:sp>
      <p:sp>
        <p:nvSpPr>
          <p:cNvPr id="12" name="S03-event21"/>
          <p:cNvSpPr/>
          <p:nvPr/>
        </p:nvSpPr>
        <p:spPr>
          <a:xfrm>
            <a:off x="9489948" y="29403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03-label22"/>
          <p:cNvSpPr txBox="1"/>
          <p:nvPr/>
        </p:nvSpPr>
        <p:spPr>
          <a:xfrm>
            <a:off x="7897368" y="2211451"/>
            <a:ext cx="342290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tomorrow</a:t>
            </a:r>
            <a:endParaRPr lang="ko-KR" sz="3000" dirty="0"/>
          </a:p>
        </p:txBody>
      </p:sp>
      <p:sp>
        <p:nvSpPr>
          <p:cNvPr id="14" name="S03-label23"/>
          <p:cNvSpPr txBox="1"/>
          <p:nvPr/>
        </p:nvSpPr>
        <p:spPr>
          <a:xfrm>
            <a:off x="7897368" y="3287776"/>
            <a:ext cx="3422904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· 계획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~.</a:t>
            </a:r>
            <a:endParaRPr lang="ko-KR" sz="4000" dirty="0"/>
          </a:p>
        </p:txBody>
      </p:sp>
      <p:sp>
        <p:nvSpPr>
          <p:cNvPr id="3" name="S04-card24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5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 going to 다음에는 동사의 기본 모양(read, play, visit)을 써요.</a:t>
            </a:r>
            <a:endParaRPr lang="ko-KR" sz="2800" dirty="0"/>
          </a:p>
        </p:txBody>
      </p:sp>
      <p:sp>
        <p:nvSpPr>
          <p:cNvPr id="5" name="S04-word26"/>
          <p:cNvSpPr txBox="1"/>
          <p:nvPr/>
        </p:nvSpPr>
        <p:spPr>
          <a:xfrm>
            <a:off x="548640" y="1325880"/>
            <a:ext cx="11091672" cy="972651"/>
          </a:xfrm>
          <a:prstGeom prst="roundRect">
            <a:avLst>
              <a:gd name="adj" fmla="val 1316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read a book.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책을 읽을 거예요.</a:t>
            </a:r>
            <a:endParaRPr lang="ko-KR" sz="3200" dirty="0"/>
          </a:p>
        </p:txBody>
      </p:sp>
      <p:sp>
        <p:nvSpPr>
          <p:cNvPr id="6" name="S04-word27"/>
          <p:cNvSpPr txBox="1"/>
          <p:nvPr/>
        </p:nvSpPr>
        <p:spPr>
          <a:xfrm>
            <a:off x="548640" y="2572851"/>
            <a:ext cx="11091672" cy="972651"/>
          </a:xfrm>
          <a:prstGeom prst="roundRect">
            <a:avLst>
              <a:gd name="adj" fmla="val 1316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 soccer.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축구를 할 거예요.</a:t>
            </a:r>
            <a:endParaRPr lang="ko-KR" sz="3200" dirty="0"/>
          </a:p>
        </p:txBody>
      </p:sp>
      <p:sp>
        <p:nvSpPr>
          <p:cNvPr id="7" name="S04-word28"/>
          <p:cNvSpPr txBox="1"/>
          <p:nvPr/>
        </p:nvSpPr>
        <p:spPr>
          <a:xfrm>
            <a:off x="548640" y="3819821"/>
            <a:ext cx="11091672" cy="972651"/>
          </a:xfrm>
          <a:prstGeom prst="roundRect">
            <a:avLst>
              <a:gd name="adj" fmla="val 1316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visit the museum.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박물관에 갈 거예요.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are you going to do?</a:t>
            </a:r>
            <a:endParaRPr lang="ko-KR" sz="4000" dirty="0"/>
          </a:p>
        </p:txBody>
      </p:sp>
      <p:sp>
        <p:nvSpPr>
          <p:cNvPr id="3" name="S05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2800" dirty="0"/>
          </a:p>
        </p:txBody>
      </p:sp>
      <p:sp>
        <p:nvSpPr>
          <p:cNvPr id="4" name="S05-card3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are you going to do ~?는 ‘~에 무엇을 할 거니?’라는 뜻이에요.</a:t>
            </a:r>
            <a:endParaRPr lang="ko-KR" sz="2800" dirty="0"/>
          </a:p>
        </p:txBody>
      </p:sp>
      <p:sp>
        <p:nvSpPr>
          <p:cNvPr id="6" name="S05-passagebox32"/>
          <p:cNvSpPr/>
          <p:nvPr/>
        </p:nvSpPr>
        <p:spPr>
          <a:xfrm>
            <a:off x="548640" y="2011680"/>
            <a:ext cx="11091672" cy="2780792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5-passage33"/>
          <p:cNvSpPr txBox="1"/>
          <p:nvPr/>
        </p:nvSpPr>
        <p:spPr>
          <a:xfrm>
            <a:off x="822960" y="2194560"/>
            <a:ext cx="10543032" cy="241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What are you going to do this weekend?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I'm going to watch a movie.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What are you going to do tomorrow?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I'm going to clean my room.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계획을 말해요</a:t>
            </a:r>
            <a:endParaRPr lang="ko-KR" sz="4000" dirty="0"/>
          </a:p>
        </p:txBody>
      </p:sp>
      <p:sp>
        <p:nvSpPr>
          <p:cNvPr id="3" name="S06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보고 I'm going to ~.로 계획을 말해요.</a:t>
            </a:r>
            <a:endParaRPr lang="ko-KR" sz="2800" dirty="0"/>
          </a:p>
        </p:txBody>
      </p:sp>
      <p:sp>
        <p:nvSpPr>
          <p:cNvPr id="4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 going to + 기본 모양 + 때(tomorrow, this weekend)</a:t>
            </a:r>
            <a:endParaRPr lang="ko-KR" sz="2800" dirty="0"/>
          </a:p>
        </p:txBody>
      </p:sp>
      <p:sp>
        <p:nvSpPr>
          <p:cNvPr id="6" name="S06-chip3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3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tomorrow　·　ride my bike</a:t>
            </a:r>
            <a:endParaRPr lang="ko-KR" sz="2800" dirty="0"/>
          </a:p>
        </p:txBody>
      </p:sp>
      <p:sp>
        <p:nvSpPr>
          <p:cNvPr id="8" name="S06-chip3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4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weekend　·　bake cookies</a:t>
            </a:r>
            <a:endParaRPr lang="ko-KR" sz="2800" dirty="0"/>
          </a:p>
        </p:txBody>
      </p:sp>
      <p:sp>
        <p:nvSpPr>
          <p:cNvPr id="10" name="S06-chip4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4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tomorrow　·　clean my room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played일까요, play일까요?</a:t>
            </a:r>
            <a:endParaRPr lang="ko-KR" sz="4000" dirty="0"/>
          </a:p>
        </p:txBody>
      </p:sp>
      <p:sp>
        <p:nvSpPr>
          <p:cNvPr id="3" name="S07-card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내일 계획을 두 가지로 말했어요.</a:t>
            </a:r>
            <a:endParaRPr lang="ko-KR" sz="2800" dirty="0"/>
          </a:p>
        </p:txBody>
      </p:sp>
      <p:sp>
        <p:nvSpPr>
          <p:cNvPr id="5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 어느 쪽인가요? 무엇이 다른가요?</a:t>
            </a:r>
            <a:endParaRPr lang="ko-KR" sz="2800" dirty="0"/>
          </a:p>
        </p:txBody>
      </p:sp>
      <p:sp>
        <p:nvSpPr>
          <p:cNvPr id="7" name="S07-chip4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text4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played soccer tomorrow.</a:t>
            </a:r>
            <a:endParaRPr lang="ko-KR" sz="2800" dirty="0"/>
          </a:p>
        </p:txBody>
      </p:sp>
      <p:sp>
        <p:nvSpPr>
          <p:cNvPr id="9" name="S07-chip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text5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 soccer tomorrow.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일일까요, 계획일까요?</a:t>
            </a:r>
            <a:endParaRPr lang="ko-KR" sz="4000" dirty="0"/>
          </a:p>
        </p:txBody>
      </p:sp>
      <p:sp>
        <p:nvSpPr>
          <p:cNvPr id="3" name="S08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일인가요, 앞으로의 계획인가요? 단서를 찾아요.</a:t>
            </a:r>
            <a:endParaRPr lang="ko-KR" sz="2800" dirty="0"/>
          </a:p>
        </p:txBody>
      </p:sp>
      <p:sp>
        <p:nvSpPr>
          <p:cNvPr id="4" name="S08-card52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3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일: yesterday, -ed　·　계획: tomorrow, this weekend, going to</a:t>
            </a:r>
            <a:endParaRPr lang="ko-KR" sz="2800" dirty="0"/>
          </a:p>
        </p:txBody>
      </p:sp>
      <p:sp>
        <p:nvSpPr>
          <p:cNvPr id="6" name="S08-chip54"/>
          <p:cNvSpPr txBox="1"/>
          <p:nvPr/>
        </p:nvSpPr>
        <p:spPr>
          <a:xfrm>
            <a:off x="548640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55"/>
          <p:cNvSpPr txBox="1"/>
          <p:nvPr/>
        </p:nvSpPr>
        <p:spPr>
          <a:xfrm>
            <a:off x="1344168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watched a movie yesterday.</a:t>
            </a:r>
            <a:endParaRPr lang="ko-KR" sz="2800" dirty="0"/>
          </a:p>
        </p:txBody>
      </p:sp>
      <p:sp>
        <p:nvSpPr>
          <p:cNvPr id="8" name="S08-chip56"/>
          <p:cNvSpPr txBox="1"/>
          <p:nvPr/>
        </p:nvSpPr>
        <p:spPr>
          <a:xfrm>
            <a:off x="6277356" y="23776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57"/>
          <p:cNvSpPr txBox="1"/>
          <p:nvPr/>
        </p:nvSpPr>
        <p:spPr>
          <a:xfrm>
            <a:off x="7072884" y="2011680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watch a movie tomorrow.</a:t>
            </a:r>
            <a:endParaRPr lang="ko-KR" sz="2800" dirty="0"/>
          </a:p>
        </p:txBody>
      </p:sp>
      <p:sp>
        <p:nvSpPr>
          <p:cNvPr id="10" name="S08-chip58"/>
          <p:cNvSpPr txBox="1"/>
          <p:nvPr/>
        </p:nvSpPr>
        <p:spPr>
          <a:xfrm>
            <a:off x="548640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59"/>
          <p:cNvSpPr txBox="1"/>
          <p:nvPr/>
        </p:nvSpPr>
        <p:spPr>
          <a:xfrm>
            <a:off x="1344168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visit my grandma this weekend.</a:t>
            </a:r>
            <a:endParaRPr lang="ko-KR" sz="2800" dirty="0"/>
          </a:p>
        </p:txBody>
      </p:sp>
      <p:sp>
        <p:nvSpPr>
          <p:cNvPr id="12" name="S08-chip60"/>
          <p:cNvSpPr txBox="1"/>
          <p:nvPr/>
        </p:nvSpPr>
        <p:spPr>
          <a:xfrm>
            <a:off x="6277356" y="385953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8-text61"/>
          <p:cNvSpPr txBox="1"/>
          <p:nvPr/>
        </p:nvSpPr>
        <p:spPr>
          <a:xfrm>
            <a:off x="7072884" y="3493516"/>
            <a:ext cx="4567428" cy="129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visited the museum yesterday.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 계획 인터뷰</a:t>
            </a:r>
            <a:endParaRPr lang="ko-KR" sz="4000" dirty="0"/>
          </a:p>
        </p:txBody>
      </p:sp>
      <p:sp>
        <p:nvSpPr>
          <p:cNvPr id="3" name="S09-card62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3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What are you going to do ~?로 물었어요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going to 다음에 기본 모양을 썼어요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계획을 바르게 말했어요</a:t>
            </a:r>
            <a:endParaRPr lang="ko-KR" sz="2800" dirty="0"/>
          </a:p>
        </p:txBody>
      </p:sp>
      <p:sp>
        <p:nvSpPr>
          <p:cNvPr id="5" name="S09-stepno64"/>
          <p:cNvSpPr txBox="1"/>
          <p:nvPr/>
        </p:nvSpPr>
        <p:spPr>
          <a:xfrm>
            <a:off x="548640" y="1949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65"/>
          <p:cNvSpPr txBox="1"/>
          <p:nvPr/>
        </p:nvSpPr>
        <p:spPr>
          <a:xfrm>
            <a:off x="1325880" y="1949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달력에서 이번 주말을 찾아요.</a:t>
            </a:r>
            <a:endParaRPr lang="ko-KR" sz="2800" dirty="0"/>
          </a:p>
        </p:txBody>
      </p:sp>
      <p:sp>
        <p:nvSpPr>
          <p:cNvPr id="7" name="S09-stepno66"/>
          <p:cNvSpPr txBox="1"/>
          <p:nvPr/>
        </p:nvSpPr>
        <p:spPr>
          <a:xfrm>
            <a:off x="548640" y="2708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67"/>
          <p:cNvSpPr txBox="1"/>
          <p:nvPr/>
        </p:nvSpPr>
        <p:spPr>
          <a:xfrm>
            <a:off x="1325880" y="26624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are you going to do this weekend?로 물어요.</a:t>
            </a:r>
            <a:endParaRPr lang="ko-KR" sz="2800" dirty="0"/>
          </a:p>
        </p:txBody>
      </p:sp>
      <p:sp>
        <p:nvSpPr>
          <p:cNvPr id="9" name="S09-stepno68"/>
          <p:cNvSpPr txBox="1"/>
          <p:nvPr/>
        </p:nvSpPr>
        <p:spPr>
          <a:xfrm>
            <a:off x="548640" y="3740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69"/>
          <p:cNvSpPr txBox="1"/>
          <p:nvPr/>
        </p:nvSpPr>
        <p:spPr>
          <a:xfrm>
            <a:off x="1325880" y="3694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대답을 듣고 무엇을 할지 우리말로 말해요.</a:t>
            </a:r>
            <a:endParaRPr lang="ko-KR" sz="2800" dirty="0"/>
          </a:p>
        </p:txBody>
      </p:sp>
      <p:sp>
        <p:nvSpPr>
          <p:cNvPr id="11" name="S09-stepno70"/>
          <p:cNvSpPr txBox="1"/>
          <p:nvPr/>
        </p:nvSpPr>
        <p:spPr>
          <a:xfrm>
            <a:off x="548640" y="4772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71"/>
          <p:cNvSpPr txBox="1"/>
          <p:nvPr/>
        </p:nvSpPr>
        <p:spPr>
          <a:xfrm>
            <a:off x="1325880" y="4726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바꿔 I'm going to ~.로 대답해요.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영어로 말하고, ③④는 읽고 답해요.</a:t>
            </a:r>
            <a:endParaRPr lang="ko-KR" sz="2800" dirty="0"/>
          </a:p>
        </p:txBody>
      </p:sp>
      <p:sp>
        <p:nvSpPr>
          <p:cNvPr id="4" name="S10-chip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7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계획을 영어로 말해요.</a:t>
            </a:r>
            <a:endParaRPr lang="ko-KR" sz="2800" dirty="0"/>
          </a:p>
        </p:txBody>
      </p:sp>
      <p:sp>
        <p:nvSpPr>
          <p:cNvPr id="6" name="S10-chip7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7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주말 계획을 영어로 물어요.</a:t>
            </a:r>
            <a:endParaRPr lang="ko-KR" sz="2800" dirty="0"/>
          </a:p>
        </p:txBody>
      </p:sp>
      <p:sp>
        <p:nvSpPr>
          <p:cNvPr id="8" name="S10-chip7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7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______ this weekend. (swim)</a:t>
            </a:r>
            <a:endParaRPr lang="ko-KR" sz="2800" dirty="0"/>
          </a:p>
        </p:txBody>
      </p:sp>
      <p:sp>
        <p:nvSpPr>
          <p:cNvPr id="10" name="S10-chip7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text8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played badminton yesterday.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문장은?</a:t>
            </a:r>
            <a:endParaRPr lang="ko-KR" sz="4000" dirty="0"/>
          </a:p>
        </p:txBody>
      </p:sp>
      <p:sp>
        <p:nvSpPr>
          <p:cNvPr id="3" name="S12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문장은 어느 것일까요? 나머지는 어디가 틀렸나요?</a:t>
            </a:r>
            <a:endParaRPr lang="ko-KR" sz="2800" dirty="0"/>
          </a:p>
        </p:txBody>
      </p:sp>
      <p:sp>
        <p:nvSpPr>
          <p:cNvPr id="5" name="S12-chip8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2-card84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85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plays tennis tomorrow.</a:t>
            </a:r>
            <a:endParaRPr lang="ko-KR" sz="2800" dirty="0"/>
          </a:p>
        </p:txBody>
      </p:sp>
      <p:sp>
        <p:nvSpPr>
          <p:cNvPr id="8" name="S12-chip86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2-card87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88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going to play tennis tomorrow.</a:t>
            </a:r>
            <a:endParaRPr lang="ko-KR" sz="2800" dirty="0"/>
          </a:p>
        </p:txBody>
      </p:sp>
      <p:sp>
        <p:nvSpPr>
          <p:cNvPr id="11" name="S12-chip89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2-card90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91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 tennis tomorrow.</a:t>
            </a:r>
            <a:endParaRPr lang="ko-KR" sz="2800" dirty="0"/>
          </a:p>
        </p:txBody>
      </p:sp>
      <p:sp>
        <p:nvSpPr>
          <p:cNvPr id="14" name="S12-chip92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2-card93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94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going to played tennis tomorrow.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계획: I'm going to + 기본 모양 + tomorrow / this weekend.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묻기: What are you going to do ~?</a:t>
            </a:r>
            <a:endParaRPr lang="ko-KR" sz="2800" dirty="0"/>
          </a:p>
        </p:txBody>
      </p:sp>
      <p:sp>
        <p:nvSpPr>
          <p:cNvPr id="5" name="S13-chip9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I'm going to play</a:t>
            </a:r>
            <a:endParaRPr lang="ko-KR" sz="2200" dirty="0"/>
          </a:p>
        </p:txBody>
      </p:sp>
      <p:sp>
        <p:nvSpPr>
          <p:cNvPr id="6" name="S13-chip9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I'm going to played</a:t>
            </a:r>
            <a:endParaRPr lang="ko-KR" sz="2200" dirty="0"/>
          </a:p>
        </p:txBody>
      </p:sp>
      <p:sp>
        <p:nvSpPr>
          <p:cNvPr id="7" name="S13-text9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0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tomorrow의 뜻은?</a:t>
            </a:r>
            <a:endParaRPr lang="ko-KR" sz="2200" dirty="0"/>
          </a:p>
        </p:txBody>
      </p:sp>
      <p:sp>
        <p:nvSpPr>
          <p:cNvPr id="9" name="S13-text10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이번 주말 계획을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말하기</a:t>
            </a:r>
            <a:endParaRPr lang="ko-KR" sz="2200" dirty="0"/>
          </a:p>
        </p:txBody>
      </p:sp>
      <p:sp>
        <p:nvSpPr>
          <p:cNvPr id="10" name="S13-text10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‘주말에 뭐 할 거야?’를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묻기</a:t>
            </a:r>
            <a:endParaRPr lang="ko-KR" sz="2200" dirty="0"/>
          </a:p>
        </p:txBody>
      </p:sp>
      <p:sp>
        <p:nvSpPr>
          <p:cNvPr id="11" name="S13-text10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비교하기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지난 일 다시 말하기</a:t>
            </a:r>
            <a:endParaRPr lang="ko-KR" sz="4000" dirty="0"/>
          </a:p>
        </p:txBody>
      </p:sp>
      <p:sp>
        <p:nvSpPr>
          <p:cNvPr id="3" name="S14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played soccer yesterday. → 어제 한 일(지난 일)</a:t>
            </a:r>
            <a:endParaRPr lang="ko-KR" sz="2800" dirty="0"/>
          </a:p>
        </p:txBody>
      </p:sp>
      <p:sp>
        <p:nvSpPr>
          <p:cNvPr id="5" name="S14-word106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→ 했다, 놀았다</a:t>
            </a:r>
            <a:endParaRPr lang="ko-KR" sz="3200" dirty="0"/>
          </a:p>
        </p:txBody>
      </p:sp>
      <p:sp>
        <p:nvSpPr>
          <p:cNvPr id="6" name="S14-word107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→ 보았다</a:t>
            </a:r>
            <a:endParaRPr lang="ko-KR" sz="3200" dirty="0"/>
          </a:p>
        </p:txBody>
      </p:sp>
      <p:sp>
        <p:nvSpPr>
          <p:cNvPr id="7" name="S14-word108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visited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visit → 방문했다</a:t>
            </a:r>
            <a:endParaRPr lang="ko-KR" sz="3200" dirty="0"/>
          </a:p>
        </p:txBody>
      </p:sp>
      <p:sp>
        <p:nvSpPr>
          <p:cNvPr id="8" name="S14-word109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계획 말하기</dc:title>
  <dc:subject>KR22-G06-ENG-FUTURE-L01</dc:subject>
  <dc:creator>education-ppt</dc:creator>
  <cp:lastModifiedBy>education-ppt</cp:lastModifiedBy>
  <cp:revision>1</cp:revision>
  <dcterms:created xsi:type="dcterms:W3CDTF">2026-10-26T09:31:25Z</dcterms:created>
  <dcterms:modified xsi:type="dcterms:W3CDTF">2026-10-26T09:31:25Z</dcterms:modified>
</cp:coreProperties>
</file>