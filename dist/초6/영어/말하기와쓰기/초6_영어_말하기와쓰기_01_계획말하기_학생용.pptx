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7773264-d7c7-1d45-6904-48e7c3d4b336}">
          <p14:sldIdLst>
            <p14:sldId id="256"/>
            <p14:sldId id="257"/>
          </p14:sldIdLst>
        </p14:section>
        <p14:section name="개념" id="{a0f4b194-f909-d260-6633-13aa9c6b42b3}">
          <p14:sldIdLst>
            <p14:sldId id="258"/>
            <p14:sldId id="259"/>
            <p14:sldId id="260"/>
          </p14:sldIdLst>
        </p14:section>
        <p14:section name="연습" id="{75cb875c-6549-5427-6c18-41a51ac10d3b}">
          <p14:sldIdLst>
            <p14:sldId id="261"/>
            <p14:sldId id="262"/>
            <p14:sldId id="263"/>
            <p14:sldId id="264"/>
          </p14:sldIdLst>
        </p14:section>
        <p14:section name="확인" id="{ae303a8e-ca06-aaaa-6364-9e4c693de243}">
          <p14:sldIdLst>
            <p14:sldId id="265"/>
            <p14:sldId id="266"/>
          </p14:sldIdLst>
        </p14:section>
        <p14:section name="정리" id="{06ca0a15-412c-6080-4eb6-322b2711ac07}">
          <p14:sldIdLst>
            <p14:sldId id="267"/>
          </p14:sldIdLst>
        </p14:section>
        <p14:section name="보충" id="{1c6d89cb-a9d4-2426-7930-742af6036629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말하기와쓰기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계획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계획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영어 · 계획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 말하기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주말에 무엇을 할지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어떻게 말할까요?</a:t>
            </a:r>
            <a:endParaRPr lang="ko-KR" sz="2800" dirty="0"/>
          </a:p>
        </p:txBody>
      </p:sp>
      <p:sp>
        <p:nvSpPr>
          <p:cNvPr id="4" name="S01-word1"/>
          <p:cNvSpPr txBox="1"/>
          <p:nvPr/>
        </p:nvSpPr>
        <p:spPr>
          <a:xfrm>
            <a:off x="7680960" y="6400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tomorrow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</a:t>
            </a:r>
            <a:endParaRPr lang="ko-KR" sz="3200" dirty="0"/>
          </a:p>
        </p:txBody>
      </p:sp>
      <p:sp>
        <p:nvSpPr>
          <p:cNvPr id="5" name="S01-word2"/>
          <p:cNvSpPr txBox="1"/>
          <p:nvPr/>
        </p:nvSpPr>
        <p:spPr>
          <a:xfrm>
            <a:off x="7680960" y="22402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this weekend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주말</a:t>
            </a:r>
            <a:endParaRPr lang="ko-KR" sz="3200" dirty="0"/>
          </a:p>
        </p:txBody>
      </p:sp>
      <p:sp>
        <p:nvSpPr>
          <p:cNvPr id="6" name="S01-card3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7" name="S01-cardtext4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I'm going to ~.로 내 계획을 말하고 써요.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What are you going to do ~?로 계획을 물어요.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일 떠올리기</a:t>
            </a:r>
            <a:endParaRPr lang="ko-KR" sz="4000" dirty="0"/>
          </a:p>
        </p:txBody>
      </p:sp>
      <p:sp>
        <p:nvSpPr>
          <p:cNvPr id="3" name="S02-text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뜻을 말하고, ③은 영어로 말해요.</a:t>
            </a:r>
            <a:endParaRPr lang="ko-KR" sz="2800" dirty="0"/>
          </a:p>
        </p:txBody>
      </p:sp>
      <p:sp>
        <p:nvSpPr>
          <p:cNvPr id="4" name="S02-chip6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text7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played soccer yesterday.</a:t>
            </a:r>
            <a:endParaRPr lang="ko-KR" sz="2800" dirty="0"/>
          </a:p>
        </p:txBody>
      </p:sp>
      <p:sp>
        <p:nvSpPr>
          <p:cNvPr id="6" name="S02-chip8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text9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yesterday</a:t>
            </a:r>
            <a:endParaRPr lang="ko-KR" sz="2800" dirty="0"/>
          </a:p>
        </p:txBody>
      </p:sp>
      <p:sp>
        <p:nvSpPr>
          <p:cNvPr id="8" name="S02-chip10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2-text11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어제 한 일을 영어로 말해요.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어제, 오늘, 내일</a:t>
            </a:r>
            <a:endParaRPr lang="ko-KR" sz="4000" dirty="0"/>
          </a:p>
        </p:txBody>
      </p:sp>
      <p:sp>
        <p:nvSpPr>
          <p:cNvPr id="3" name="S03-card12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3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this weekend(이번 주말)도 앞으로의 일이에요. 계획을 말할 때 써요.</a:t>
            </a:r>
            <a:endParaRPr lang="ko-KR" sz="2800" dirty="0"/>
          </a:p>
        </p:txBody>
      </p:sp>
      <p:sp>
        <p:nvSpPr>
          <p:cNvPr id="5" name="S03-line14"/>
          <p:cNvSpPr/>
          <p:nvPr/>
        </p:nvSpPr>
        <p:spPr>
          <a:xfrm>
            <a:off x="822960" y="3059176"/>
            <a:ext cx="10543032" cy="0"/>
          </a:xfrm>
          <a:prstGeom prst="line">
            <a:avLst/>
          </a:prstGeom>
          <a:noFill/>
          <a:ln w="38100">
            <a:solidFill>
              <a:srgbClr val="264653"/>
            </a:solidFill>
            <a:prstDash val="solid"/>
            <a:tailEnd type="triangle"/>
          </a:ln>
        </p:spPr>
      </p:sp>
      <p:sp>
        <p:nvSpPr>
          <p:cNvPr id="6" name="S03-event15"/>
          <p:cNvSpPr/>
          <p:nvPr/>
        </p:nvSpPr>
        <p:spPr>
          <a:xfrm>
            <a:off x="2461260" y="2940304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S03-label16"/>
          <p:cNvSpPr txBox="1"/>
          <p:nvPr/>
        </p:nvSpPr>
        <p:spPr>
          <a:xfrm>
            <a:off x="868680" y="2211451"/>
            <a:ext cx="3422904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yesterday</a:t>
            </a:r>
            <a:endParaRPr lang="ko-KR" sz="3000" dirty="0"/>
          </a:p>
        </p:txBody>
      </p:sp>
      <p:sp>
        <p:nvSpPr>
          <p:cNvPr id="8" name="S03-label17"/>
          <p:cNvSpPr txBox="1"/>
          <p:nvPr/>
        </p:nvSpPr>
        <p:spPr>
          <a:xfrm>
            <a:off x="868680" y="3287776"/>
            <a:ext cx="3422904" cy="474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어제 · 지난 일</a:t>
            </a:r>
            <a:endParaRPr lang="ko-KR" sz="2600" dirty="0"/>
          </a:p>
        </p:txBody>
      </p:sp>
      <p:sp>
        <p:nvSpPr>
          <p:cNvPr id="9" name="S03-event18"/>
          <p:cNvSpPr/>
          <p:nvPr/>
        </p:nvSpPr>
        <p:spPr>
          <a:xfrm>
            <a:off x="5975604" y="2940304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S03-label19"/>
          <p:cNvSpPr txBox="1"/>
          <p:nvPr/>
        </p:nvSpPr>
        <p:spPr>
          <a:xfrm>
            <a:off x="4383024" y="2211451"/>
            <a:ext cx="3422904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today</a:t>
            </a:r>
            <a:endParaRPr lang="ko-KR" sz="3000" dirty="0"/>
          </a:p>
        </p:txBody>
      </p:sp>
      <p:sp>
        <p:nvSpPr>
          <p:cNvPr id="11" name="S03-label20"/>
          <p:cNvSpPr txBox="1"/>
          <p:nvPr/>
        </p:nvSpPr>
        <p:spPr>
          <a:xfrm>
            <a:off x="4383024" y="3287776"/>
            <a:ext cx="3422904" cy="474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</a:t>
            </a:r>
            <a:endParaRPr lang="ko-KR" sz="2600" dirty="0"/>
          </a:p>
        </p:txBody>
      </p:sp>
      <p:sp>
        <p:nvSpPr>
          <p:cNvPr id="12" name="S03-event21"/>
          <p:cNvSpPr/>
          <p:nvPr/>
        </p:nvSpPr>
        <p:spPr>
          <a:xfrm>
            <a:off x="9489948" y="2940304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S03-label22"/>
          <p:cNvSpPr txBox="1"/>
          <p:nvPr/>
        </p:nvSpPr>
        <p:spPr>
          <a:xfrm>
            <a:off x="7897368" y="2211451"/>
            <a:ext cx="3422904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tomorrow</a:t>
            </a:r>
            <a:endParaRPr lang="ko-KR" sz="3000" dirty="0"/>
          </a:p>
        </p:txBody>
      </p:sp>
      <p:sp>
        <p:nvSpPr>
          <p:cNvPr id="14" name="S03-label23"/>
          <p:cNvSpPr txBox="1"/>
          <p:nvPr/>
        </p:nvSpPr>
        <p:spPr>
          <a:xfrm>
            <a:off x="7897368" y="3287776"/>
            <a:ext cx="3422904" cy="474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 · 계획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going to ~.</a:t>
            </a:r>
            <a:endParaRPr lang="ko-KR" sz="4000" dirty="0"/>
          </a:p>
        </p:txBody>
      </p:sp>
      <p:sp>
        <p:nvSpPr>
          <p:cNvPr id="3" name="S04-card24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5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 going to 다음에는 동사의 기본 모양(read, play, visit)을 써요.</a:t>
            </a:r>
            <a:endParaRPr lang="ko-KR" sz="2800" dirty="0"/>
          </a:p>
        </p:txBody>
      </p:sp>
      <p:sp>
        <p:nvSpPr>
          <p:cNvPr id="5" name="S04-word26"/>
          <p:cNvSpPr txBox="1"/>
          <p:nvPr/>
        </p:nvSpPr>
        <p:spPr>
          <a:xfrm>
            <a:off x="548640" y="1325880"/>
            <a:ext cx="11091672" cy="972651"/>
          </a:xfrm>
          <a:prstGeom prst="roundRect">
            <a:avLst>
              <a:gd name="adj" fmla="val 1316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going to read a book.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책을 읽을 거예요.</a:t>
            </a:r>
            <a:endParaRPr lang="ko-KR" sz="3200" dirty="0"/>
          </a:p>
        </p:txBody>
      </p:sp>
      <p:sp>
        <p:nvSpPr>
          <p:cNvPr id="6" name="S04-word27"/>
          <p:cNvSpPr txBox="1"/>
          <p:nvPr/>
        </p:nvSpPr>
        <p:spPr>
          <a:xfrm>
            <a:off x="548640" y="2572851"/>
            <a:ext cx="11091672" cy="972651"/>
          </a:xfrm>
          <a:prstGeom prst="roundRect">
            <a:avLst>
              <a:gd name="adj" fmla="val 1316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going to play soccer.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축구를 할 거예요.</a:t>
            </a:r>
            <a:endParaRPr lang="ko-KR" sz="3200" dirty="0"/>
          </a:p>
        </p:txBody>
      </p:sp>
      <p:sp>
        <p:nvSpPr>
          <p:cNvPr id="7" name="S04-word28"/>
          <p:cNvSpPr txBox="1"/>
          <p:nvPr/>
        </p:nvSpPr>
        <p:spPr>
          <a:xfrm>
            <a:off x="548640" y="3819821"/>
            <a:ext cx="11091672" cy="972651"/>
          </a:xfrm>
          <a:prstGeom prst="roundRect">
            <a:avLst>
              <a:gd name="adj" fmla="val 1316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going to visit the museum.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박물관에 갈 거예요.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 are you going to do?</a:t>
            </a:r>
            <a:endParaRPr lang="ko-KR" sz="4000" dirty="0"/>
          </a:p>
        </p:txBody>
      </p:sp>
      <p:sp>
        <p:nvSpPr>
          <p:cNvPr id="3" name="S05-text2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역할을 나누어 말해요.</a:t>
            </a:r>
            <a:endParaRPr lang="ko-KR" sz="2800" dirty="0"/>
          </a:p>
        </p:txBody>
      </p:sp>
      <p:sp>
        <p:nvSpPr>
          <p:cNvPr id="4" name="S05-card30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31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 are you going to do ~?는 ‘~에 무엇을 할 거니?’라는 뜻이에요.</a:t>
            </a:r>
            <a:endParaRPr lang="ko-KR" sz="2800" dirty="0"/>
          </a:p>
        </p:txBody>
      </p:sp>
      <p:sp>
        <p:nvSpPr>
          <p:cNvPr id="6" name="S05-passagebox32"/>
          <p:cNvSpPr/>
          <p:nvPr/>
        </p:nvSpPr>
        <p:spPr>
          <a:xfrm>
            <a:off x="548640" y="2011680"/>
            <a:ext cx="11091672" cy="2780792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7" name="S05-passage33"/>
          <p:cNvSpPr txBox="1"/>
          <p:nvPr/>
        </p:nvSpPr>
        <p:spPr>
          <a:xfrm>
            <a:off x="822960" y="2194560"/>
            <a:ext cx="10543032" cy="241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What are you going to do this weekend?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I'm going to watch a movie.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What are you going to do tomorrow?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I'm going to clean my room.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계획을 말해요</a:t>
            </a:r>
            <a:endParaRPr lang="ko-KR" sz="4000" dirty="0"/>
          </a:p>
        </p:txBody>
      </p:sp>
      <p:sp>
        <p:nvSpPr>
          <p:cNvPr id="3" name="S06-text3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단서를 보고 I'm going to ~.로 계획을 말해요.</a:t>
            </a:r>
            <a:endParaRPr lang="ko-KR" sz="2800" dirty="0"/>
          </a:p>
        </p:txBody>
      </p:sp>
      <p:sp>
        <p:nvSpPr>
          <p:cNvPr id="4" name="S06-card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 going to + 기본 모양 + 때(tomorrow, this weekend)</a:t>
            </a:r>
            <a:endParaRPr lang="ko-KR" sz="2800" dirty="0"/>
          </a:p>
        </p:txBody>
      </p:sp>
      <p:sp>
        <p:nvSpPr>
          <p:cNvPr id="6" name="S06-chip37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6-text38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tomorrow　·　ride my bike</a:t>
            </a:r>
            <a:endParaRPr lang="ko-KR" sz="2800" dirty="0"/>
          </a:p>
        </p:txBody>
      </p:sp>
      <p:sp>
        <p:nvSpPr>
          <p:cNvPr id="8" name="S06-chip39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6-text40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this weekend　·　bake cookies</a:t>
            </a:r>
            <a:endParaRPr lang="ko-KR" sz="2800" dirty="0"/>
          </a:p>
        </p:txBody>
      </p:sp>
      <p:sp>
        <p:nvSpPr>
          <p:cNvPr id="10" name="S06-chip41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6-text42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tomorrow　·　clean my room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played일까요, play일까요?</a:t>
            </a:r>
            <a:endParaRPr lang="ko-KR" sz="4000" dirty="0"/>
          </a:p>
        </p:txBody>
      </p:sp>
      <p:sp>
        <p:nvSpPr>
          <p:cNvPr id="3" name="S07-card4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4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내일 계획을 두 가지로 말했어요.</a:t>
            </a:r>
            <a:endParaRPr lang="ko-KR" sz="2800" dirty="0"/>
          </a:p>
        </p:txBody>
      </p:sp>
      <p:sp>
        <p:nvSpPr>
          <p:cNvPr id="5" name="S07-card4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4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말한 것은 어느 쪽인가요? 무엇이 다른가요?</a:t>
            </a:r>
            <a:endParaRPr lang="ko-KR" sz="2800" dirty="0"/>
          </a:p>
        </p:txBody>
      </p:sp>
      <p:sp>
        <p:nvSpPr>
          <p:cNvPr id="7" name="S07-chip4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7-text4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going to played soccer tomorrow.</a:t>
            </a:r>
            <a:endParaRPr lang="ko-KR" sz="2800" dirty="0"/>
          </a:p>
        </p:txBody>
      </p:sp>
      <p:sp>
        <p:nvSpPr>
          <p:cNvPr id="9" name="S07-chip4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7-text5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going to play soccer tomorrow.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일일까요, 계획일까요?</a:t>
            </a:r>
            <a:endParaRPr lang="ko-KR" sz="4000" dirty="0"/>
          </a:p>
        </p:txBody>
      </p:sp>
      <p:sp>
        <p:nvSpPr>
          <p:cNvPr id="3" name="S08-text5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일인가요, 앞으로의 계획인가요? 단서를 찾아요.</a:t>
            </a:r>
            <a:endParaRPr lang="ko-KR" sz="2800" dirty="0"/>
          </a:p>
        </p:txBody>
      </p:sp>
      <p:sp>
        <p:nvSpPr>
          <p:cNvPr id="4" name="S08-card52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53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일: yesterday, -ed　·　계획: tomorrow, this weekend, going to</a:t>
            </a:r>
            <a:endParaRPr lang="ko-KR" sz="2800" dirty="0"/>
          </a:p>
        </p:txBody>
      </p:sp>
      <p:sp>
        <p:nvSpPr>
          <p:cNvPr id="6" name="S08-chip54"/>
          <p:cNvSpPr txBox="1"/>
          <p:nvPr/>
        </p:nvSpPr>
        <p:spPr>
          <a:xfrm>
            <a:off x="548640" y="2377694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8-text55"/>
          <p:cNvSpPr txBox="1"/>
          <p:nvPr/>
        </p:nvSpPr>
        <p:spPr>
          <a:xfrm>
            <a:off x="1344168" y="2011680"/>
            <a:ext cx="4567428" cy="1298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watched a movie yesterday.</a:t>
            </a:r>
            <a:endParaRPr lang="ko-KR" sz="2800" dirty="0"/>
          </a:p>
        </p:txBody>
      </p:sp>
      <p:sp>
        <p:nvSpPr>
          <p:cNvPr id="8" name="S08-chip56"/>
          <p:cNvSpPr txBox="1"/>
          <p:nvPr/>
        </p:nvSpPr>
        <p:spPr>
          <a:xfrm>
            <a:off x="6277356" y="2377694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8-text57"/>
          <p:cNvSpPr txBox="1"/>
          <p:nvPr/>
        </p:nvSpPr>
        <p:spPr>
          <a:xfrm>
            <a:off x="7072884" y="2011680"/>
            <a:ext cx="4567428" cy="1298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going to watch a movie tomorrow.</a:t>
            </a:r>
            <a:endParaRPr lang="ko-KR" sz="2800" dirty="0"/>
          </a:p>
        </p:txBody>
      </p:sp>
      <p:sp>
        <p:nvSpPr>
          <p:cNvPr id="10" name="S08-chip58"/>
          <p:cNvSpPr txBox="1"/>
          <p:nvPr/>
        </p:nvSpPr>
        <p:spPr>
          <a:xfrm>
            <a:off x="548640" y="385953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8-text59"/>
          <p:cNvSpPr txBox="1"/>
          <p:nvPr/>
        </p:nvSpPr>
        <p:spPr>
          <a:xfrm>
            <a:off x="1344168" y="3493516"/>
            <a:ext cx="4567428" cy="1298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going to visit my grandma this weekend.</a:t>
            </a:r>
            <a:endParaRPr lang="ko-KR" sz="2800" dirty="0"/>
          </a:p>
        </p:txBody>
      </p:sp>
      <p:sp>
        <p:nvSpPr>
          <p:cNvPr id="12" name="S08-chip60"/>
          <p:cNvSpPr txBox="1"/>
          <p:nvPr/>
        </p:nvSpPr>
        <p:spPr>
          <a:xfrm>
            <a:off x="6277356" y="385953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3" name="S08-text61"/>
          <p:cNvSpPr txBox="1"/>
          <p:nvPr/>
        </p:nvSpPr>
        <p:spPr>
          <a:xfrm>
            <a:off x="7072884" y="3493516"/>
            <a:ext cx="4567428" cy="1298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visited the museum yesterday.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주말 계획 인터뷰</a:t>
            </a:r>
            <a:endParaRPr lang="ko-KR" sz="4000" dirty="0"/>
          </a:p>
        </p:txBody>
      </p:sp>
      <p:sp>
        <p:nvSpPr>
          <p:cNvPr id="3" name="S09-card62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63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What are you going to do ~?로 물었어요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going to 다음에 기본 모양을 썼어요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들은 계획을 바르게 말했어요</a:t>
            </a:r>
            <a:endParaRPr lang="ko-KR" sz="2800" dirty="0"/>
          </a:p>
        </p:txBody>
      </p:sp>
      <p:sp>
        <p:nvSpPr>
          <p:cNvPr id="5" name="S09-stepno64"/>
          <p:cNvSpPr txBox="1"/>
          <p:nvPr/>
        </p:nvSpPr>
        <p:spPr>
          <a:xfrm>
            <a:off x="548640" y="1949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" name="S09-text65"/>
          <p:cNvSpPr txBox="1"/>
          <p:nvPr/>
        </p:nvSpPr>
        <p:spPr>
          <a:xfrm>
            <a:off x="1325880" y="19491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달력에서 이번 주말을 찾아요.</a:t>
            </a:r>
            <a:endParaRPr lang="ko-KR" sz="2800" dirty="0"/>
          </a:p>
        </p:txBody>
      </p:sp>
      <p:sp>
        <p:nvSpPr>
          <p:cNvPr id="7" name="S09-stepno66"/>
          <p:cNvSpPr txBox="1"/>
          <p:nvPr/>
        </p:nvSpPr>
        <p:spPr>
          <a:xfrm>
            <a:off x="548640" y="27081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8" name="S09-text67"/>
          <p:cNvSpPr txBox="1"/>
          <p:nvPr/>
        </p:nvSpPr>
        <p:spPr>
          <a:xfrm>
            <a:off x="1325880" y="2662428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 are you going to do this weekend?로 물어요.</a:t>
            </a:r>
            <a:endParaRPr lang="ko-KR" sz="2800" dirty="0"/>
          </a:p>
        </p:txBody>
      </p:sp>
      <p:sp>
        <p:nvSpPr>
          <p:cNvPr id="9" name="S09-stepno68"/>
          <p:cNvSpPr txBox="1"/>
          <p:nvPr/>
        </p:nvSpPr>
        <p:spPr>
          <a:xfrm>
            <a:off x="548640" y="37404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0" name="S09-text69"/>
          <p:cNvSpPr txBox="1"/>
          <p:nvPr/>
        </p:nvSpPr>
        <p:spPr>
          <a:xfrm>
            <a:off x="1325880" y="3694684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대답을 듣고 무엇을 할지 우리말로 말해요.</a:t>
            </a:r>
            <a:endParaRPr lang="ko-KR" sz="2800" dirty="0"/>
          </a:p>
        </p:txBody>
      </p:sp>
      <p:sp>
        <p:nvSpPr>
          <p:cNvPr id="11" name="S09-stepno70"/>
          <p:cNvSpPr txBox="1"/>
          <p:nvPr/>
        </p:nvSpPr>
        <p:spPr>
          <a:xfrm>
            <a:off x="548640" y="4772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2" name="S09-text71"/>
          <p:cNvSpPr txBox="1"/>
          <p:nvPr/>
        </p:nvSpPr>
        <p:spPr>
          <a:xfrm>
            <a:off x="1325880" y="4726940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역할을 바꿔 I'm going to ~.로 대답해요.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영어로 말하고, ③④는 읽고 답해요.</a:t>
            </a:r>
            <a:endParaRPr lang="ko-KR" sz="2800" dirty="0"/>
          </a:p>
        </p:txBody>
      </p:sp>
      <p:sp>
        <p:nvSpPr>
          <p:cNvPr id="4" name="S10-chip73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0-text74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 계획을 영어로 말해요.</a:t>
            </a:r>
            <a:endParaRPr lang="ko-KR" sz="2800" dirty="0"/>
          </a:p>
        </p:txBody>
      </p:sp>
      <p:sp>
        <p:nvSpPr>
          <p:cNvPr id="6" name="S10-chip75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10-text76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주말 계획을 영어로 물어요.</a:t>
            </a:r>
            <a:endParaRPr lang="ko-KR" sz="2800" dirty="0"/>
          </a:p>
        </p:txBody>
      </p:sp>
      <p:sp>
        <p:nvSpPr>
          <p:cNvPr id="8" name="S10-chip77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10-text78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going to ______ this weekend. (swim)</a:t>
            </a:r>
            <a:endParaRPr lang="ko-KR" sz="2800" dirty="0"/>
          </a:p>
        </p:txBody>
      </p:sp>
      <p:sp>
        <p:nvSpPr>
          <p:cNvPr id="10" name="S10-chip79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1" name="S10-text80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played badminton yesterday.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쓴 문장은?</a:t>
            </a:r>
            <a:endParaRPr lang="ko-KR" sz="4000" dirty="0"/>
          </a:p>
        </p:txBody>
      </p:sp>
      <p:sp>
        <p:nvSpPr>
          <p:cNvPr id="3" name="S12-card8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8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쓴 문장은 어느 것일까요? 나머지는 어디가 틀렸나요?</a:t>
            </a:r>
            <a:endParaRPr lang="ko-KR" sz="2800" dirty="0"/>
          </a:p>
        </p:txBody>
      </p:sp>
      <p:sp>
        <p:nvSpPr>
          <p:cNvPr id="5" name="S12-chip83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6" name="S12-card84"/>
          <p:cNvSpPr/>
          <p:nvPr/>
        </p:nvSpPr>
        <p:spPr>
          <a:xfrm>
            <a:off x="1344168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2-cardtext85"/>
          <p:cNvSpPr txBox="1"/>
          <p:nvPr/>
        </p:nvSpPr>
        <p:spPr>
          <a:xfrm>
            <a:off x="1618488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going to plays tennis tomorrow.</a:t>
            </a:r>
            <a:endParaRPr lang="ko-KR" sz="2800" dirty="0"/>
          </a:p>
        </p:txBody>
      </p:sp>
      <p:sp>
        <p:nvSpPr>
          <p:cNvPr id="8" name="S12-chip86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9" name="S12-card87"/>
          <p:cNvSpPr/>
          <p:nvPr/>
        </p:nvSpPr>
        <p:spPr>
          <a:xfrm>
            <a:off x="7072884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2-cardtext88"/>
          <p:cNvSpPr txBox="1"/>
          <p:nvPr/>
        </p:nvSpPr>
        <p:spPr>
          <a:xfrm>
            <a:off x="7347204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going to play tennis tomorrow.</a:t>
            </a:r>
            <a:endParaRPr lang="ko-KR" sz="2800" dirty="0"/>
          </a:p>
        </p:txBody>
      </p:sp>
      <p:sp>
        <p:nvSpPr>
          <p:cNvPr id="11" name="S12-chip89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2" name="S12-card90"/>
          <p:cNvSpPr/>
          <p:nvPr/>
        </p:nvSpPr>
        <p:spPr>
          <a:xfrm>
            <a:off x="1344168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2-cardtext91"/>
          <p:cNvSpPr txBox="1"/>
          <p:nvPr/>
        </p:nvSpPr>
        <p:spPr>
          <a:xfrm>
            <a:off x="1618488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going to play tennis tomorrow.</a:t>
            </a:r>
            <a:endParaRPr lang="ko-KR" sz="2800" dirty="0"/>
          </a:p>
        </p:txBody>
      </p:sp>
      <p:sp>
        <p:nvSpPr>
          <p:cNvPr id="14" name="S12-chip92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15" name="S12-card93"/>
          <p:cNvSpPr/>
          <p:nvPr/>
        </p:nvSpPr>
        <p:spPr>
          <a:xfrm>
            <a:off x="7072884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2-cardtext94"/>
          <p:cNvSpPr txBox="1"/>
          <p:nvPr/>
        </p:nvSpPr>
        <p:spPr>
          <a:xfrm>
            <a:off x="7347204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going to played tennis tomorrow.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95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96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계획: I'm going to + 기본 모양 + tomorrow / this weekend.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묻기: What are you going to do ~?</a:t>
            </a:r>
            <a:endParaRPr lang="ko-KR" sz="2800" dirty="0"/>
          </a:p>
        </p:txBody>
      </p:sp>
      <p:sp>
        <p:nvSpPr>
          <p:cNvPr id="5" name="S13-chip97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en-US" altLang="ko-KR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I'm going to play</a:t>
            </a:r>
            <a:endParaRPr lang="ko-KR" sz="2200" dirty="0"/>
          </a:p>
        </p:txBody>
      </p:sp>
      <p:sp>
        <p:nvSpPr>
          <p:cNvPr id="6" name="S13-chip98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en-US" altLang="ko-KR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I'm going to played</a:t>
            </a:r>
            <a:endParaRPr lang="ko-KR" sz="2200" dirty="0"/>
          </a:p>
        </p:txBody>
      </p:sp>
      <p:sp>
        <p:nvSpPr>
          <p:cNvPr id="7" name="S13-text99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100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tomorrow의 뜻은?</a:t>
            </a:r>
            <a:endParaRPr lang="ko-KR" sz="2200" dirty="0"/>
          </a:p>
        </p:txBody>
      </p:sp>
      <p:sp>
        <p:nvSpPr>
          <p:cNvPr id="9" name="S13-text101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이번 주말 계획을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말하기</a:t>
            </a:r>
            <a:endParaRPr lang="ko-KR" sz="2200" dirty="0"/>
          </a:p>
        </p:txBody>
      </p:sp>
      <p:sp>
        <p:nvSpPr>
          <p:cNvPr id="10" name="S13-text102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‘주말에 뭐 할 거야?’를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묻기</a:t>
            </a:r>
            <a:endParaRPr lang="ko-KR" sz="2200" dirty="0"/>
          </a:p>
        </p:txBody>
      </p:sp>
      <p:sp>
        <p:nvSpPr>
          <p:cNvPr id="11" name="S13-text10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비교하기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지난 일 다시 말하기</a:t>
            </a:r>
            <a:endParaRPr lang="ko-KR" sz="4000" dirty="0"/>
          </a:p>
        </p:txBody>
      </p:sp>
      <p:sp>
        <p:nvSpPr>
          <p:cNvPr id="3" name="S14-card10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10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 played soccer yesterday. → 어제 한 일(지난 일)</a:t>
            </a:r>
            <a:endParaRPr lang="ko-KR" sz="2800" dirty="0"/>
          </a:p>
        </p:txBody>
      </p:sp>
      <p:sp>
        <p:nvSpPr>
          <p:cNvPr id="5" name="S14-word106"/>
          <p:cNvSpPr txBox="1"/>
          <p:nvPr/>
        </p:nvSpPr>
        <p:spPr>
          <a:xfrm>
            <a:off x="548640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played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play → 했다, 놀았다</a:t>
            </a:r>
            <a:endParaRPr lang="ko-KR" sz="3200" dirty="0"/>
          </a:p>
        </p:txBody>
      </p:sp>
      <p:sp>
        <p:nvSpPr>
          <p:cNvPr id="6" name="S14-word107"/>
          <p:cNvSpPr txBox="1"/>
          <p:nvPr/>
        </p:nvSpPr>
        <p:spPr>
          <a:xfrm>
            <a:off x="6231636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watched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watch → 보았다</a:t>
            </a:r>
            <a:endParaRPr lang="ko-KR" sz="3200" dirty="0"/>
          </a:p>
        </p:txBody>
      </p:sp>
      <p:sp>
        <p:nvSpPr>
          <p:cNvPr id="7" name="S14-word108"/>
          <p:cNvSpPr txBox="1"/>
          <p:nvPr/>
        </p:nvSpPr>
        <p:spPr>
          <a:xfrm>
            <a:off x="548640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visited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visit → 방문했다</a:t>
            </a:r>
            <a:endParaRPr lang="ko-KR" sz="3200" dirty="0"/>
          </a:p>
        </p:txBody>
      </p:sp>
      <p:sp>
        <p:nvSpPr>
          <p:cNvPr id="8" name="S14-word109"/>
          <p:cNvSpPr txBox="1"/>
          <p:nvPr/>
        </p:nvSpPr>
        <p:spPr>
          <a:xfrm>
            <a:off x="6231636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yesterday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어제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영어 계획 말하기</dc:title>
  <dc:subject>KR22-G06-ENG-FUTURE-L01</dc:subject>
  <dc:creator>education-ppt</dc:creator>
  <cp:lastModifiedBy>education-ppt</cp:lastModifiedBy>
  <cp:revision>1</cp:revision>
  <dcterms:created xsi:type="dcterms:W3CDTF">2026-10-26T09:33:44Z</dcterms:created>
  <dcterms:modified xsi:type="dcterms:W3CDTF">2026-10-26T09:33:44Z</dcterms:modified>
</cp:coreProperties>
</file>