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412c164-4c7b-1268-457b-c9e45d97b5c9}">
          <p14:sldIdLst>
            <p14:sldId id="256"/>
            <p14:sldId id="257"/>
          </p14:sldIdLst>
        </p14:section>
        <p14:section name="개념" id="{ad8d5732-c816-31a4-eef5-4f03306c5883}">
          <p14:sldIdLst>
            <p14:sldId id="258"/>
            <p14:sldId id="259"/>
          </p14:sldIdLst>
        </p14:section>
        <p14:section name="연습" id="{c0c46c2d-f38e-0527-5da6-87968fefbc90}">
          <p14:sldIdLst>
            <p14:sldId id="260"/>
            <p14:sldId id="261"/>
            <p14:sldId id="262"/>
            <p14:sldId id="263"/>
            <p14:sldId id="264"/>
          </p14:sldIdLst>
        </p14:section>
        <p14:section name="확인" id="{ef30c9fb-e57e-a8f3-8e4a-e94b5116d456}">
          <p14:sldIdLst>
            <p14:sldId id="265"/>
            <p14:sldId id="266"/>
          </p14:sldIdLst>
        </p14:section>
        <p14:section name="정리" id="{0f3a79b6-b46e-cdef-a137-49d905b94d5a}">
          <p14:sldIdLst>
            <p14:sldId id="267"/>
          </p14:sldIdLst>
        </p14:section>
        <p14:section name="보충" id="{f41e4cd7-21cd-b3dd-b68a-a42e8934631c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듣기와읽기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사건 순서 파악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사건 순서 파악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영어 · 사건 순서 파악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사건 순서 파악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일이 일어난 순서를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 수 있을까요?</a:t>
            </a:r>
            <a:endParaRPr lang="ko-KR" sz="28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182880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First</a:t>
            </a:r>
            <a:endParaRPr lang="ko-KR" sz="3200" dirty="0"/>
          </a:p>
        </p:txBody>
      </p:sp>
      <p:sp>
        <p:nvSpPr>
          <p:cNvPr id="5" name="S01-word2"/>
          <p:cNvSpPr txBox="1"/>
          <p:nvPr/>
        </p:nvSpPr>
        <p:spPr>
          <a:xfrm>
            <a:off x="9784080" y="640080"/>
            <a:ext cx="182880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Then</a:t>
            </a:r>
            <a:endParaRPr lang="ko-KR" sz="3200" dirty="0"/>
          </a:p>
        </p:txBody>
      </p:sp>
      <p:sp>
        <p:nvSpPr>
          <p:cNvPr id="6" name="S01-word3"/>
          <p:cNvSpPr txBox="1"/>
          <p:nvPr/>
        </p:nvSpPr>
        <p:spPr>
          <a:xfrm>
            <a:off x="7680960" y="2240280"/>
            <a:ext cx="182880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</a:t>
            </a:r>
            <a:endParaRPr lang="ko-KR" sz="3200" dirty="0"/>
          </a:p>
        </p:txBody>
      </p:sp>
      <p:sp>
        <p:nvSpPr>
          <p:cNvPr id="7" name="S01-word4"/>
          <p:cNvSpPr txBox="1"/>
          <p:nvPr/>
        </p:nvSpPr>
        <p:spPr>
          <a:xfrm>
            <a:off x="9784080" y="2240280"/>
            <a:ext cx="182880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Finally</a:t>
            </a:r>
            <a:endParaRPr lang="ko-KR" sz="3200" dirty="0"/>
          </a:p>
        </p:txBody>
      </p:sp>
      <p:sp>
        <p:nvSpPr>
          <p:cNvPr id="8" name="S01-card5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순서를 알려 주는 말을 찾아 글의 순서를 정해요.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이야기를 듣고 순서대로 다시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정보 떠올리기</a:t>
            </a:r>
            <a:endParaRPr lang="ko-KR" sz="40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③을 먼저 답하고, ①②는 대화를 듣고 답해요.</a:t>
            </a:r>
            <a:endParaRPr lang="ko-KR" sz="28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9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만나나요?</a:t>
            </a:r>
            <a:endParaRPr lang="ko-KR" sz="2800" dirty="0"/>
          </a:p>
        </p:txBody>
      </p:sp>
      <p:sp>
        <p:nvSpPr>
          <p:cNvPr id="6" name="S02-chip1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11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 만나나요?</a:t>
            </a:r>
            <a:endParaRPr lang="ko-KR" sz="2800" dirty="0"/>
          </a:p>
        </p:txBody>
      </p:sp>
      <p:sp>
        <p:nvSpPr>
          <p:cNvPr id="8" name="S02-chip1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1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정보를 찾을 때 먼저 할 일은?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알려 주는 말</a:t>
            </a:r>
            <a:endParaRPr lang="ko-KR" sz="4000" dirty="0"/>
          </a:p>
        </p:txBody>
      </p:sp>
      <p:sp>
        <p:nvSpPr>
          <p:cNvPr id="3" name="S03-card14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5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Then과 Next는 둘 다 ‘그다음에’예요. 둘 다 있으면 내용을 보고 정해요.</a:t>
            </a:r>
            <a:endParaRPr lang="ko-KR" sz="2800" dirty="0"/>
          </a:p>
        </p:txBody>
      </p:sp>
      <p:sp>
        <p:nvSpPr>
          <p:cNvPr id="5" name="S03-step16"/>
          <p:cNvSpPr txBox="1"/>
          <p:nvPr/>
        </p:nvSpPr>
        <p:spPr>
          <a:xfrm>
            <a:off x="548640" y="2281936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First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</a:t>
            </a:r>
            <a:endParaRPr lang="ko-KR" sz="2600" dirty="0"/>
          </a:p>
        </p:txBody>
      </p:sp>
      <p:sp>
        <p:nvSpPr>
          <p:cNvPr id="6" name="S03-line17"/>
          <p:cNvSpPr/>
          <p:nvPr/>
        </p:nvSpPr>
        <p:spPr>
          <a:xfrm>
            <a:off x="3067812" y="3059176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" name="S03-step18"/>
          <p:cNvSpPr txBox="1"/>
          <p:nvPr/>
        </p:nvSpPr>
        <p:spPr>
          <a:xfrm>
            <a:off x="3424428" y="2281936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Then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그다음에</a:t>
            </a:r>
            <a:endParaRPr lang="ko-KR" sz="2600" dirty="0"/>
          </a:p>
        </p:txBody>
      </p:sp>
      <p:sp>
        <p:nvSpPr>
          <p:cNvPr id="8" name="S03-line19"/>
          <p:cNvSpPr/>
          <p:nvPr/>
        </p:nvSpPr>
        <p:spPr>
          <a:xfrm>
            <a:off x="5943600" y="3059176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9" name="S03-step20"/>
          <p:cNvSpPr txBox="1"/>
          <p:nvPr/>
        </p:nvSpPr>
        <p:spPr>
          <a:xfrm>
            <a:off x="6300216" y="2281936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그다음에</a:t>
            </a:r>
            <a:endParaRPr lang="ko-KR" sz="2600" dirty="0"/>
          </a:p>
        </p:txBody>
      </p:sp>
      <p:sp>
        <p:nvSpPr>
          <p:cNvPr id="10" name="S03-line21"/>
          <p:cNvSpPr/>
          <p:nvPr/>
        </p:nvSpPr>
        <p:spPr>
          <a:xfrm>
            <a:off x="8819388" y="3059176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1" name="S03-step22"/>
          <p:cNvSpPr txBox="1"/>
          <p:nvPr/>
        </p:nvSpPr>
        <p:spPr>
          <a:xfrm>
            <a:off x="9176004" y="2281936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Finally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마지막으로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Mina's Morning</a:t>
            </a:r>
            <a:endParaRPr lang="ko-KR" sz="4000" dirty="0"/>
          </a:p>
        </p:txBody>
      </p:sp>
      <p:sp>
        <p:nvSpPr>
          <p:cNvPr id="3" name="S04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알려 주는 말을 찾으며 읽어요.</a:t>
            </a:r>
            <a:endParaRPr lang="ko-KR" sz="2800" dirty="0"/>
          </a:p>
        </p:txBody>
      </p:sp>
      <p:sp>
        <p:nvSpPr>
          <p:cNvPr id="4" name="S04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미나가 먼저 한 일과 마지막에 한 일은 무엇인가요?</a:t>
            </a:r>
            <a:endParaRPr lang="ko-KR" sz="2800" dirty="0"/>
          </a:p>
        </p:txBody>
      </p:sp>
      <p:sp>
        <p:nvSpPr>
          <p:cNvPr id="6" name="S04-passagebox26"/>
          <p:cNvSpPr/>
          <p:nvPr/>
        </p:nvSpPr>
        <p:spPr>
          <a:xfrm>
            <a:off x="548640" y="2011680"/>
            <a:ext cx="11091672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7" name="S04-passage27"/>
          <p:cNvSpPr txBox="1"/>
          <p:nvPr/>
        </p:nvSpPr>
        <p:spPr>
          <a:xfrm>
            <a:off x="822960" y="2194560"/>
            <a:ext cx="1054303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Mina's Morning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First, Mina washes her face.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Then, she eats breakfast.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Next, she brushes her teeth.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Finally, she goes to school.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순서 채우기</a:t>
            </a:r>
            <a:endParaRPr lang="ko-KR" sz="4000" dirty="0"/>
          </a:p>
        </p:txBody>
      </p:sp>
      <p:sp>
        <p:nvSpPr>
          <p:cNvPr id="3" name="S05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물음표(?)에 들어갈 일을 말해요.</a:t>
            </a:r>
            <a:endParaRPr lang="ko-KR" sz="2800" dirty="0"/>
          </a:p>
        </p:txBody>
      </p:sp>
      <p:sp>
        <p:nvSpPr>
          <p:cNvPr id="4" name="S05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신호어를 따라가면 일이 일어난 순서가 보여요.</a:t>
            </a:r>
            <a:endParaRPr lang="ko-KR" sz="2800" dirty="0"/>
          </a:p>
        </p:txBody>
      </p:sp>
      <p:sp>
        <p:nvSpPr>
          <p:cNvPr id="6" name="S05-step31"/>
          <p:cNvSpPr txBox="1"/>
          <p:nvPr/>
        </p:nvSpPr>
        <p:spPr>
          <a:xfrm>
            <a:off x="548640" y="288036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First</a:t>
            </a:r>
            <a:endParaRPr lang="ko-KR" sz="2200" dirty="0"/>
          </a:p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washes her face</a:t>
            </a:r>
            <a:endParaRPr lang="ko-KR" sz="2200" dirty="0"/>
          </a:p>
        </p:txBody>
      </p:sp>
      <p:sp>
        <p:nvSpPr>
          <p:cNvPr id="7" name="S05-line32"/>
          <p:cNvSpPr/>
          <p:nvPr/>
        </p:nvSpPr>
        <p:spPr>
          <a:xfrm>
            <a:off x="3067812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5-step33"/>
          <p:cNvSpPr txBox="1"/>
          <p:nvPr/>
        </p:nvSpPr>
        <p:spPr>
          <a:xfrm>
            <a:off x="3424428" y="288036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Then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200" dirty="0"/>
          </a:p>
        </p:txBody>
      </p:sp>
      <p:sp>
        <p:nvSpPr>
          <p:cNvPr id="9" name="S05-line34"/>
          <p:cNvSpPr/>
          <p:nvPr/>
        </p:nvSpPr>
        <p:spPr>
          <a:xfrm>
            <a:off x="594360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5-step35"/>
          <p:cNvSpPr txBox="1"/>
          <p:nvPr/>
        </p:nvSpPr>
        <p:spPr>
          <a:xfrm>
            <a:off x="6300216" y="288036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</a:t>
            </a:r>
            <a:endParaRPr lang="ko-KR" sz="2200" dirty="0"/>
          </a:p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brushes her teeth</a:t>
            </a:r>
            <a:endParaRPr lang="ko-KR" sz="2200" dirty="0"/>
          </a:p>
        </p:txBody>
      </p:sp>
      <p:sp>
        <p:nvSpPr>
          <p:cNvPr id="11" name="S05-line36"/>
          <p:cNvSpPr/>
          <p:nvPr/>
        </p:nvSpPr>
        <p:spPr>
          <a:xfrm>
            <a:off x="8819388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5-step37"/>
          <p:cNvSpPr txBox="1"/>
          <p:nvPr/>
        </p:nvSpPr>
        <p:spPr>
          <a:xfrm>
            <a:off x="9176004" y="288036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Finally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샌드위치 만드는 순서</a:t>
            </a:r>
            <a:endParaRPr lang="ko-KR" sz="4000" dirty="0"/>
          </a:p>
        </p:txBody>
      </p:sp>
      <p:sp>
        <p:nvSpPr>
          <p:cNvPr id="3" name="S06-text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문장이 섞였어요. 일이 일어난 순서대로 가~라를 말해요.</a:t>
            </a:r>
            <a:endParaRPr lang="ko-KR" sz="2800" dirty="0"/>
          </a:p>
        </p:txBody>
      </p:sp>
      <p:sp>
        <p:nvSpPr>
          <p:cNvPr id="4" name="S06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First → (Then, Next: 내용을 보고) → Finally</a:t>
            </a:r>
            <a:endParaRPr lang="ko-KR" sz="2800" dirty="0"/>
          </a:p>
        </p:txBody>
      </p:sp>
      <p:sp>
        <p:nvSpPr>
          <p:cNvPr id="6" name="S06-chip4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7" name="S06-text4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Next, put the other piece on top.</a:t>
            </a:r>
            <a:endParaRPr lang="ko-KR" sz="2800" dirty="0"/>
          </a:p>
        </p:txBody>
      </p:sp>
      <p:sp>
        <p:nvSpPr>
          <p:cNvPr id="8" name="S06-chip4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9" name="S06-text44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Finally, cut it in half.</a:t>
            </a:r>
            <a:endParaRPr lang="ko-KR" sz="2800" dirty="0"/>
          </a:p>
        </p:txBody>
      </p:sp>
      <p:sp>
        <p:nvSpPr>
          <p:cNvPr id="10" name="S06-chip45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11" name="S06-text46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First, take two pieces of bread.</a:t>
            </a:r>
            <a:endParaRPr lang="ko-KR" sz="2800" dirty="0"/>
          </a:p>
        </p:txBody>
      </p:sp>
      <p:sp>
        <p:nvSpPr>
          <p:cNvPr id="12" name="S06-chip47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200" dirty="0"/>
          </a:p>
        </p:txBody>
      </p:sp>
      <p:sp>
        <p:nvSpPr>
          <p:cNvPr id="13" name="S06-text48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Then, put jam on one piece.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적힌 차례가 순서일까요?</a:t>
            </a:r>
            <a:endParaRPr lang="ko-KR" sz="4000" dirty="0"/>
          </a:p>
        </p:txBody>
      </p:sp>
      <p:sp>
        <p:nvSpPr>
          <p:cNvPr id="3" name="S07-card49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50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카드가 Finally, First, Then 차례로 놓여 있었어요. 친구는 놓인 차례대로 순서를 정했어요.</a:t>
            </a:r>
            <a:endParaRPr lang="ko-KR" sz="2800" dirty="0"/>
          </a:p>
        </p:txBody>
      </p:sp>
      <p:sp>
        <p:nvSpPr>
          <p:cNvPr id="5" name="S07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맞을까요? 순서는 무엇을 보고 정해야 하나요?</a:t>
            </a:r>
            <a:endParaRPr lang="ko-KR" sz="2800" dirty="0"/>
          </a:p>
        </p:txBody>
      </p:sp>
      <p:sp>
        <p:nvSpPr>
          <p:cNvPr id="7" name="S07-chip53"/>
          <p:cNvSpPr txBox="1"/>
          <p:nvPr/>
        </p:nvSpPr>
        <p:spPr>
          <a:xfrm>
            <a:off x="548640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놓인 차례대로</a:t>
            </a:r>
            <a:endParaRPr lang="ko-KR" sz="2200" dirty="0"/>
          </a:p>
        </p:txBody>
      </p:sp>
      <p:sp>
        <p:nvSpPr>
          <p:cNvPr id="8" name="S07-text54"/>
          <p:cNvSpPr txBox="1"/>
          <p:nvPr/>
        </p:nvSpPr>
        <p:spPr>
          <a:xfrm>
            <a:off x="548640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Finally, I go to bed.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First, I eat dinner.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Then, I take a shower.</a:t>
            </a:r>
            <a:endParaRPr lang="ko-KR" sz="2800" dirty="0"/>
          </a:p>
        </p:txBody>
      </p:sp>
      <p:sp>
        <p:nvSpPr>
          <p:cNvPr id="9" name="S07-chip55"/>
          <p:cNvSpPr txBox="1"/>
          <p:nvPr/>
        </p:nvSpPr>
        <p:spPr>
          <a:xfrm>
            <a:off x="6277356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신호어를 보고</a:t>
            </a:r>
            <a:endParaRPr lang="ko-KR" sz="2200" dirty="0"/>
          </a:p>
        </p:txBody>
      </p:sp>
      <p:sp>
        <p:nvSpPr>
          <p:cNvPr id="10" name="S07-text56"/>
          <p:cNvSpPr txBox="1"/>
          <p:nvPr/>
        </p:nvSpPr>
        <p:spPr>
          <a:xfrm>
            <a:off x="6277356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First, I eat dinner.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Then, I take a shower.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Finally, I go to bed.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순서 정하기</a:t>
            </a:r>
            <a:endParaRPr lang="ko-KR" sz="4000" dirty="0"/>
          </a:p>
        </p:txBody>
      </p:sp>
      <p:sp>
        <p:nvSpPr>
          <p:cNvPr id="3" name="S08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듣고 일어난 순서대로 가~라를 말해요.</a:t>
            </a:r>
            <a:endParaRPr lang="ko-KR" sz="2800" dirty="0"/>
          </a:p>
        </p:txBody>
      </p:sp>
      <p:sp>
        <p:nvSpPr>
          <p:cNvPr id="5" name="S08-chip59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08-card60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61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takes a bath</a:t>
            </a:r>
            <a:endParaRPr lang="ko-KR" sz="2800" dirty="0"/>
          </a:p>
        </p:txBody>
      </p:sp>
      <p:sp>
        <p:nvSpPr>
          <p:cNvPr id="8" name="S08-chip62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08-card63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8-cardtext64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cleans his room</a:t>
            </a:r>
            <a:endParaRPr lang="ko-KR" sz="2800" dirty="0"/>
          </a:p>
        </p:txBody>
      </p:sp>
      <p:sp>
        <p:nvSpPr>
          <p:cNvPr id="11" name="S08-chip65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08-card66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8-cardtext67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plays soccer</a:t>
            </a:r>
            <a:endParaRPr lang="ko-KR" sz="2800" dirty="0"/>
          </a:p>
        </p:txBody>
      </p:sp>
      <p:sp>
        <p:nvSpPr>
          <p:cNvPr id="14" name="S08-chip68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5" name="S08-card69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08-cardtext70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reads a book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 카드 놀이</a:t>
            </a:r>
            <a:endParaRPr lang="ko-KR" sz="4000" dirty="0"/>
          </a:p>
        </p:txBody>
      </p:sp>
      <p:sp>
        <p:nvSpPr>
          <p:cNvPr id="3" name="S09-card71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72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신호어를 보고 순서를 정했어요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순서대로 소리 내어 읽었어요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왜 그 순서인지 말했어요</a:t>
            </a:r>
            <a:endParaRPr lang="ko-KR" sz="2800" dirty="0"/>
          </a:p>
        </p:txBody>
      </p:sp>
      <p:sp>
        <p:nvSpPr>
          <p:cNvPr id="5" name="S09-stepno73"/>
          <p:cNvSpPr txBox="1"/>
          <p:nvPr/>
        </p:nvSpPr>
        <p:spPr>
          <a:xfrm>
            <a:off x="548640" y="215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9-text74"/>
          <p:cNvSpPr txBox="1"/>
          <p:nvPr/>
        </p:nvSpPr>
        <p:spPr>
          <a:xfrm>
            <a:off x="1325880" y="2108708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부모님이 종이 띠 4장에 순서 문장을 써요.</a:t>
            </a:r>
            <a:endParaRPr lang="ko-KR" sz="2800" dirty="0"/>
          </a:p>
        </p:txBody>
      </p:sp>
      <p:sp>
        <p:nvSpPr>
          <p:cNvPr id="7" name="S09-stepno75"/>
          <p:cNvSpPr txBox="1"/>
          <p:nvPr/>
        </p:nvSpPr>
        <p:spPr>
          <a:xfrm>
            <a:off x="548640" y="31866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9-text76"/>
          <p:cNvSpPr txBox="1"/>
          <p:nvPr/>
        </p:nvSpPr>
        <p:spPr>
          <a:xfrm>
            <a:off x="1325880" y="3140964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띠를 섞고 아이가 순서대로 놓아요.</a:t>
            </a:r>
            <a:endParaRPr lang="ko-KR" sz="2800" dirty="0"/>
          </a:p>
        </p:txBody>
      </p:sp>
      <p:sp>
        <p:nvSpPr>
          <p:cNvPr id="9" name="S09-stepno77"/>
          <p:cNvSpPr txBox="1"/>
          <p:nvPr/>
        </p:nvSpPr>
        <p:spPr>
          <a:xfrm>
            <a:off x="548640" y="41732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9-text78"/>
          <p:cNvSpPr txBox="1"/>
          <p:nvPr/>
        </p:nvSpPr>
        <p:spPr>
          <a:xfrm>
            <a:off x="1325880" y="41732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순서대로 소리 내어 읽어요.</a:t>
            </a:r>
            <a:endParaRPr lang="ko-KR" sz="2800" dirty="0"/>
          </a:p>
        </p:txBody>
      </p:sp>
      <p:sp>
        <p:nvSpPr>
          <p:cNvPr id="11" name="S09-stepno79"/>
          <p:cNvSpPr txBox="1"/>
          <p:nvPr/>
        </p:nvSpPr>
        <p:spPr>
          <a:xfrm>
            <a:off x="548640" y="48864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09-text80"/>
          <p:cNvSpPr txBox="1"/>
          <p:nvPr/>
        </p:nvSpPr>
        <p:spPr>
          <a:xfrm>
            <a:off x="1325880" y="48864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역할을 바꿔서 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읽고 일어난 순서대로 가~라를 말해요.</a:t>
            </a:r>
            <a:endParaRPr lang="ko-KR" sz="2800" dirty="0"/>
          </a:p>
        </p:txBody>
      </p:sp>
      <p:sp>
        <p:nvSpPr>
          <p:cNvPr id="4" name="S10-chip8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5" name="S10-text8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Next, give it some water.</a:t>
            </a:r>
            <a:endParaRPr lang="ko-KR" sz="2800" dirty="0"/>
          </a:p>
        </p:txBody>
      </p:sp>
      <p:sp>
        <p:nvSpPr>
          <p:cNvPr id="6" name="S10-chip8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7" name="S10-text8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Finally, put the cup by the window.</a:t>
            </a:r>
            <a:endParaRPr lang="ko-KR" sz="2800" dirty="0"/>
          </a:p>
        </p:txBody>
      </p:sp>
      <p:sp>
        <p:nvSpPr>
          <p:cNvPr id="8" name="S10-chip8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9" name="S10-text87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First, put some soil in a cup.</a:t>
            </a:r>
            <a:endParaRPr lang="ko-KR" sz="2800" dirty="0"/>
          </a:p>
        </p:txBody>
      </p:sp>
      <p:sp>
        <p:nvSpPr>
          <p:cNvPr id="10" name="S10-chip88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200" dirty="0"/>
          </a:p>
        </p:txBody>
      </p:sp>
      <p:sp>
        <p:nvSpPr>
          <p:cNvPr id="11" name="S10-text89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Then, put a seed in the soil.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다시 말하기</a:t>
            </a:r>
            <a:endParaRPr lang="ko-KR" sz="4000" dirty="0"/>
          </a:p>
        </p:txBody>
      </p:sp>
      <p:sp>
        <p:nvSpPr>
          <p:cNvPr id="3" name="S12-card90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91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순서대로 가~라를 말한 뒤, First~Finally를 넣어 다시 말해요.</a:t>
            </a:r>
            <a:endParaRPr lang="ko-KR" sz="2800" dirty="0"/>
          </a:p>
        </p:txBody>
      </p:sp>
      <p:sp>
        <p:nvSpPr>
          <p:cNvPr id="5" name="S12-chip92"/>
          <p:cNvSpPr txBox="1"/>
          <p:nvPr/>
        </p:nvSpPr>
        <p:spPr>
          <a:xfrm>
            <a:off x="548640" y="184048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2-card93"/>
          <p:cNvSpPr/>
          <p:nvPr/>
        </p:nvSpPr>
        <p:spPr>
          <a:xfrm>
            <a:off x="1344168" y="1325880"/>
            <a:ext cx="4567428" cy="1596136"/>
          </a:xfrm>
          <a:prstGeom prst="roundRect">
            <a:avLst>
              <a:gd name="adj" fmla="val 6875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2-cardtext94"/>
          <p:cNvSpPr txBox="1"/>
          <p:nvPr/>
        </p:nvSpPr>
        <p:spPr>
          <a:xfrm>
            <a:off x="1618488" y="1463040"/>
            <a:ext cx="4018788" cy="1321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eat ice cream</a:t>
            </a:r>
            <a:endParaRPr lang="ko-KR" sz="2800" dirty="0"/>
          </a:p>
        </p:txBody>
      </p:sp>
      <p:sp>
        <p:nvSpPr>
          <p:cNvPr id="8" name="S12-chip95"/>
          <p:cNvSpPr txBox="1"/>
          <p:nvPr/>
        </p:nvSpPr>
        <p:spPr>
          <a:xfrm>
            <a:off x="6277356" y="184048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2-card96"/>
          <p:cNvSpPr/>
          <p:nvPr/>
        </p:nvSpPr>
        <p:spPr>
          <a:xfrm>
            <a:off x="7072884" y="1325880"/>
            <a:ext cx="4567428" cy="1596136"/>
          </a:xfrm>
          <a:prstGeom prst="roundRect">
            <a:avLst>
              <a:gd name="adj" fmla="val 6875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2-cardtext97"/>
          <p:cNvSpPr txBox="1"/>
          <p:nvPr/>
        </p:nvSpPr>
        <p:spPr>
          <a:xfrm>
            <a:off x="7347204" y="1463040"/>
            <a:ext cx="4018788" cy="1321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home</a:t>
            </a:r>
            <a:endParaRPr lang="ko-KR" sz="2800" dirty="0"/>
          </a:p>
        </p:txBody>
      </p:sp>
      <p:sp>
        <p:nvSpPr>
          <p:cNvPr id="11" name="S12-chip98"/>
          <p:cNvSpPr txBox="1"/>
          <p:nvPr/>
        </p:nvSpPr>
        <p:spPr>
          <a:xfrm>
            <a:off x="548640" y="371094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2-card99"/>
          <p:cNvSpPr/>
          <p:nvPr/>
        </p:nvSpPr>
        <p:spPr>
          <a:xfrm>
            <a:off x="1344168" y="3196336"/>
            <a:ext cx="4567428" cy="1596136"/>
          </a:xfrm>
          <a:prstGeom prst="roundRect">
            <a:avLst>
              <a:gd name="adj" fmla="val 6875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2-cardtext100"/>
          <p:cNvSpPr txBox="1"/>
          <p:nvPr/>
        </p:nvSpPr>
        <p:spPr>
          <a:xfrm>
            <a:off x="1618488" y="3333496"/>
            <a:ext cx="4018788" cy="1321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meet at the park</a:t>
            </a:r>
            <a:endParaRPr lang="ko-KR" sz="2800" dirty="0"/>
          </a:p>
        </p:txBody>
      </p:sp>
      <p:sp>
        <p:nvSpPr>
          <p:cNvPr id="14" name="S12-chip101"/>
          <p:cNvSpPr txBox="1"/>
          <p:nvPr/>
        </p:nvSpPr>
        <p:spPr>
          <a:xfrm>
            <a:off x="6277356" y="371094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5" name="S12-card102"/>
          <p:cNvSpPr/>
          <p:nvPr/>
        </p:nvSpPr>
        <p:spPr>
          <a:xfrm>
            <a:off x="7072884" y="3196336"/>
            <a:ext cx="4567428" cy="1596136"/>
          </a:xfrm>
          <a:prstGeom prst="roundRect">
            <a:avLst>
              <a:gd name="adj" fmla="val 6875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2-cardtext103"/>
          <p:cNvSpPr txBox="1"/>
          <p:nvPr/>
        </p:nvSpPr>
        <p:spPr>
          <a:xfrm>
            <a:off x="7347204" y="3333496"/>
            <a:ext cx="4018788" cy="1321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ride bikes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04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05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First → Then / Next → Finally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신호어로 처음과 끝을 찾고, 가운데는 내용을 보고 정해요.</a:t>
            </a:r>
            <a:endParaRPr lang="ko-KR" sz="2800" dirty="0"/>
          </a:p>
        </p:txBody>
      </p:sp>
      <p:sp>
        <p:nvSpPr>
          <p:cNvPr id="5" name="S13-chip106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신호어와 내용 보기</a:t>
            </a:r>
            <a:endParaRPr lang="ko-KR" sz="2200" dirty="0"/>
          </a:p>
        </p:txBody>
      </p:sp>
      <p:sp>
        <p:nvSpPr>
          <p:cNvPr id="6" name="S13-chip107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적힌 차례대로 순서 정하기</a:t>
            </a:r>
            <a:endParaRPr lang="ko-KR" sz="2200" dirty="0"/>
          </a:p>
        </p:txBody>
      </p:sp>
      <p:sp>
        <p:nvSpPr>
          <p:cNvPr id="7" name="S13-text108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09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Finally의 뜻은?</a:t>
            </a:r>
            <a:endParaRPr lang="ko-KR" sz="2200" dirty="0"/>
          </a:p>
        </p:txBody>
      </p:sp>
      <p:sp>
        <p:nvSpPr>
          <p:cNvPr id="9" name="S13-text110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아침에 하는 일을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First, Then, Finally로</a:t>
            </a:r>
            <a:endParaRPr lang="ko-KR" sz="2200" dirty="0"/>
          </a:p>
        </p:txBody>
      </p:sp>
      <p:sp>
        <p:nvSpPr>
          <p:cNvPr id="10" name="S13-text111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Then과 Next의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뜻은?</a:t>
            </a:r>
            <a:endParaRPr lang="ko-KR" sz="2200" dirty="0"/>
          </a:p>
        </p:txBody>
      </p:sp>
      <p:sp>
        <p:nvSpPr>
          <p:cNvPr id="11" name="S13-text11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계획 말하기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핵심 정보와 일과 낱말</a:t>
            </a:r>
            <a:endParaRPr lang="ko-KR" sz="4000" dirty="0"/>
          </a:p>
        </p:txBody>
      </p:sp>
      <p:sp>
        <p:nvSpPr>
          <p:cNvPr id="3" name="S14-card1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먼저 → When? 요일·시각, Where? 장소</a:t>
            </a:r>
            <a:endParaRPr lang="ko-KR" sz="2800" dirty="0"/>
          </a:p>
        </p:txBody>
      </p:sp>
      <p:sp>
        <p:nvSpPr>
          <p:cNvPr id="5" name="S14-word115"/>
          <p:cNvSpPr txBox="1"/>
          <p:nvPr/>
        </p:nvSpPr>
        <p:spPr>
          <a:xfrm>
            <a:off x="548640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wash my face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세수하다</a:t>
            </a:r>
            <a:endParaRPr lang="ko-KR" sz="3200" dirty="0"/>
          </a:p>
        </p:txBody>
      </p:sp>
      <p:sp>
        <p:nvSpPr>
          <p:cNvPr id="6" name="S14-word116"/>
          <p:cNvSpPr txBox="1"/>
          <p:nvPr/>
        </p:nvSpPr>
        <p:spPr>
          <a:xfrm>
            <a:off x="6231636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eat breakfast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아침을 먹다</a:t>
            </a:r>
            <a:endParaRPr lang="ko-KR" sz="3200" dirty="0"/>
          </a:p>
        </p:txBody>
      </p:sp>
      <p:sp>
        <p:nvSpPr>
          <p:cNvPr id="7" name="S14-word117"/>
          <p:cNvSpPr txBox="1"/>
          <p:nvPr/>
        </p:nvSpPr>
        <p:spPr>
          <a:xfrm>
            <a:off x="548640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brush my teeth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이를 닦다</a:t>
            </a:r>
            <a:endParaRPr lang="ko-KR" sz="3200" dirty="0"/>
          </a:p>
        </p:txBody>
      </p:sp>
      <p:sp>
        <p:nvSpPr>
          <p:cNvPr id="8" name="S14-word118"/>
          <p:cNvSpPr txBox="1"/>
          <p:nvPr/>
        </p:nvSpPr>
        <p:spPr>
          <a:xfrm>
            <a:off x="6231636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to school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 가다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영어 사건 순서 파악</dc:title>
  <dc:subject>KR22-G06-ENG-SEQUENCE-L01</dc:subject>
  <dc:creator>education-ppt</dc:creator>
  <cp:lastModifiedBy>education-ppt</cp:lastModifiedBy>
  <cp:revision>1</cp:revision>
  <dcterms:created xsi:type="dcterms:W3CDTF">2026-10-26T09:33:42Z</dcterms:created>
  <dcterms:modified xsi:type="dcterms:W3CDTF">2026-10-26T09:33:42Z</dcterms:modified>
</cp:coreProperties>
</file>