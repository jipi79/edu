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d6d6528-dc38-f8d7-198e-a8fb90812e43}">
          <p14:sldIdLst>
            <p14:sldId id="256"/>
            <p14:sldId id="257"/>
          </p14:sldIdLst>
        </p14:section>
        <p14:section name="개념" id="{2ebbe843-a2c3-2abb-7bef-d75c64dbe777}">
          <p14:sldIdLst>
            <p14:sldId id="258"/>
            <p14:sldId id="259"/>
          </p14:sldIdLst>
        </p14:section>
        <p14:section name="연습" id="{9b229449-3e99-8647-f638-581fd88918da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7c05a958-5281-d6b3-085c-69f79b4f4957}">
          <p14:sldIdLst>
            <p14:sldId id="265"/>
            <p14:sldId id="266"/>
          </p14:sldIdLst>
        </p14:section>
        <p14:section name="정리" id="{8e4aaa9e-415b-ec45-3d38-8be4dc2f2309}">
          <p14:sldIdLst>
            <p14:sldId id="267"/>
          </p14:sldIdLst>
        </p14:section>
        <p14:section name="보충" id="{84fa1945-efd1-b8af-c4d7-2cdc9733bb8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듣기와읽기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사건 순서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사건 순서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사건 순서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순서 파악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순서를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 수 있을까요?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9784080" y="6400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</a:t>
            </a:r>
            <a:endParaRPr lang="ko-KR" sz="32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2402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ko-KR" sz="3200" dirty="0"/>
          </a:p>
        </p:txBody>
      </p:sp>
      <p:sp>
        <p:nvSpPr>
          <p:cNvPr id="7" name="S01-word4"/>
          <p:cNvSpPr txBox="1"/>
          <p:nvPr/>
        </p:nvSpPr>
        <p:spPr>
          <a:xfrm>
            <a:off x="9784080" y="22402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Finally</a:t>
            </a:r>
            <a:endParaRPr lang="ko-KR" sz="3200" dirty="0"/>
          </a:p>
        </p:txBody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순서를 알려 주는 말을 찾아 글의 순서를 정해요.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이야기를 듣고 순서대로 다시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먼저 답하고, ①②는 대화를 듣고 답해요.</a:t>
            </a:r>
            <a:endParaRPr lang="ko-KR" sz="28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6" name="S02-chip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8" name="S02-chip1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정보를 찾을 때 먼저 할 일은?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알려 주는 말</a:t>
            </a:r>
            <a:endParaRPr lang="ko-KR" sz="4000" dirty="0"/>
          </a:p>
        </p:txBody>
      </p:sp>
      <p:sp>
        <p:nvSpPr>
          <p:cNvPr id="3" name="S03-card1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Then과 Next는 둘 다 ‘그다음에’예요. 둘 다 있으면 내용을 보고 정해요.</a:t>
            </a:r>
            <a:endParaRPr lang="ko-KR" sz="2800" dirty="0"/>
          </a:p>
        </p:txBody>
      </p:sp>
      <p:sp>
        <p:nvSpPr>
          <p:cNvPr id="5" name="S03-step16"/>
          <p:cNvSpPr txBox="1"/>
          <p:nvPr/>
        </p:nvSpPr>
        <p:spPr>
          <a:xfrm>
            <a:off x="548640" y="2373376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200" dirty="0"/>
          </a:p>
        </p:txBody>
      </p:sp>
      <p:sp>
        <p:nvSpPr>
          <p:cNvPr id="6" name="S03-line17"/>
          <p:cNvSpPr/>
          <p:nvPr/>
        </p:nvSpPr>
        <p:spPr>
          <a:xfrm>
            <a:off x="3067812" y="3059176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3-step18"/>
          <p:cNvSpPr txBox="1"/>
          <p:nvPr/>
        </p:nvSpPr>
        <p:spPr>
          <a:xfrm>
            <a:off x="3424428" y="2373376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</a:t>
            </a:r>
            <a:endParaRPr lang="ko-KR" sz="2200" dirty="0"/>
          </a:p>
        </p:txBody>
      </p:sp>
      <p:sp>
        <p:nvSpPr>
          <p:cNvPr id="8" name="S03-line19"/>
          <p:cNvSpPr/>
          <p:nvPr/>
        </p:nvSpPr>
        <p:spPr>
          <a:xfrm>
            <a:off x="5943600" y="3059176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3-step20"/>
          <p:cNvSpPr txBox="1"/>
          <p:nvPr/>
        </p:nvSpPr>
        <p:spPr>
          <a:xfrm>
            <a:off x="6300216" y="2373376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</a:t>
            </a:r>
            <a:endParaRPr lang="ko-KR" sz="2200" dirty="0"/>
          </a:p>
        </p:txBody>
      </p:sp>
      <p:sp>
        <p:nvSpPr>
          <p:cNvPr id="10" name="S03-line21"/>
          <p:cNvSpPr/>
          <p:nvPr/>
        </p:nvSpPr>
        <p:spPr>
          <a:xfrm>
            <a:off x="8819388" y="3059176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3-step22"/>
          <p:cNvSpPr txBox="1"/>
          <p:nvPr/>
        </p:nvSpPr>
        <p:spPr>
          <a:xfrm>
            <a:off x="9176004" y="2373376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Finally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Mina's Morning</a:t>
            </a:r>
            <a:endParaRPr lang="ko-KR" sz="40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알려 주는 말을 찾으며 읽어요.</a:t>
            </a:r>
            <a:endParaRPr lang="ko-KR" sz="2800" dirty="0"/>
          </a:p>
        </p:txBody>
      </p:sp>
      <p:sp>
        <p:nvSpPr>
          <p:cNvPr id="4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미나가 먼저 한 일과 마지막에 한 일은 무엇인가요?</a:t>
            </a:r>
            <a:endParaRPr lang="ko-KR" sz="2800" dirty="0"/>
          </a:p>
        </p:txBody>
      </p:sp>
      <p:sp>
        <p:nvSpPr>
          <p:cNvPr id="6" name="S04-passagebox26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4-passage27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Mina's Morning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First, Mina washes her face.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Then, she eats breakfast.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Next, she brushes her teeth.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Finally, she goes to school.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순서 채우기</a:t>
            </a:r>
            <a:endParaRPr lang="ko-KR" sz="40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물음표(?)에 들어갈 일을 말해요.</a:t>
            </a:r>
            <a:endParaRPr lang="ko-KR" sz="2800" dirty="0"/>
          </a:p>
        </p:txBody>
      </p:sp>
      <p:sp>
        <p:nvSpPr>
          <p:cNvPr id="4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신호어를 따라가면 일이 일어난 순서가 보여요.</a:t>
            </a:r>
            <a:endParaRPr lang="ko-KR" sz="2800" dirty="0"/>
          </a:p>
        </p:txBody>
      </p:sp>
      <p:sp>
        <p:nvSpPr>
          <p:cNvPr id="6" name="S05-step31"/>
          <p:cNvSpPr txBox="1"/>
          <p:nvPr/>
        </p:nvSpPr>
        <p:spPr>
          <a:xfrm>
            <a:off x="548640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</a:t>
            </a:r>
            <a:endParaRPr lang="ko-KR" sz="2200" dirty="0"/>
          </a:p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washes her face</a:t>
            </a:r>
            <a:endParaRPr lang="ko-KR" sz="2200" dirty="0"/>
          </a:p>
        </p:txBody>
      </p:sp>
      <p:sp>
        <p:nvSpPr>
          <p:cNvPr id="7" name="S05-line3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33"/>
          <p:cNvSpPr txBox="1"/>
          <p:nvPr/>
        </p:nvSpPr>
        <p:spPr>
          <a:xfrm>
            <a:off x="3424428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200" dirty="0"/>
          </a:p>
        </p:txBody>
      </p:sp>
      <p:sp>
        <p:nvSpPr>
          <p:cNvPr id="9" name="S05-line3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35"/>
          <p:cNvSpPr txBox="1"/>
          <p:nvPr/>
        </p:nvSpPr>
        <p:spPr>
          <a:xfrm>
            <a:off x="6300216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ko-KR" sz="2200" dirty="0"/>
          </a:p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brushes her teeth</a:t>
            </a:r>
            <a:endParaRPr lang="ko-KR" sz="2200" dirty="0"/>
          </a:p>
        </p:txBody>
      </p:sp>
      <p:sp>
        <p:nvSpPr>
          <p:cNvPr id="11" name="S05-line3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5-step37"/>
          <p:cNvSpPr txBox="1"/>
          <p:nvPr/>
        </p:nvSpPr>
        <p:spPr>
          <a:xfrm>
            <a:off x="9176004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Finally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샌드위치 만드는 순서</a:t>
            </a:r>
            <a:endParaRPr lang="ko-KR" sz="40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섞였어요. 일이 일어난 순서대로 가~라를 말해요.</a:t>
            </a:r>
            <a:endParaRPr lang="ko-KR" sz="2800" dirty="0"/>
          </a:p>
        </p:txBody>
      </p:sp>
      <p:sp>
        <p:nvSpPr>
          <p:cNvPr id="4" name="S06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 → (Then, Next: 내용을 보고) → Finally</a:t>
            </a:r>
            <a:endParaRPr lang="ko-KR" sz="2800" dirty="0"/>
          </a:p>
        </p:txBody>
      </p:sp>
      <p:sp>
        <p:nvSpPr>
          <p:cNvPr id="6" name="S06-chip4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7" name="S06-text4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Next, put the other piece on top.</a:t>
            </a:r>
            <a:endParaRPr lang="ko-KR" sz="2800" dirty="0"/>
          </a:p>
        </p:txBody>
      </p:sp>
      <p:sp>
        <p:nvSpPr>
          <p:cNvPr id="8" name="S06-chip4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9" name="S06-text4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Finally, cut it in half.</a:t>
            </a:r>
            <a:endParaRPr lang="ko-KR" sz="2800" dirty="0"/>
          </a:p>
        </p:txBody>
      </p:sp>
      <p:sp>
        <p:nvSpPr>
          <p:cNvPr id="10" name="S06-chip4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1" name="S06-text4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First, take two pieces of bread.</a:t>
            </a:r>
            <a:endParaRPr lang="ko-KR" sz="2800" dirty="0"/>
          </a:p>
        </p:txBody>
      </p:sp>
      <p:sp>
        <p:nvSpPr>
          <p:cNvPr id="12" name="S06-chip4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13" name="S06-text4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Then, put jam on one piece.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적힌 차례가 순서일까요?</a:t>
            </a:r>
            <a:endParaRPr lang="ko-KR" sz="40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카드가 Finally, First, Then 차례로 놓여 있었어요. 친구는 놓인 차례대로 순서를 정했어요.</a:t>
            </a:r>
            <a:endParaRPr lang="ko-KR" sz="2800" dirty="0"/>
          </a:p>
        </p:txBody>
      </p:sp>
      <p:sp>
        <p:nvSpPr>
          <p:cNvPr id="5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맞을까요? 순서는 무엇을 보고 정해야 하나요?</a:t>
            </a:r>
            <a:endParaRPr lang="ko-KR" sz="2800" dirty="0"/>
          </a:p>
        </p:txBody>
      </p:sp>
      <p:sp>
        <p:nvSpPr>
          <p:cNvPr id="7" name="S07-chip53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놓인 차례대로</a:t>
            </a:r>
            <a:endParaRPr lang="ko-KR" sz="2200" dirty="0"/>
          </a:p>
        </p:txBody>
      </p:sp>
      <p:sp>
        <p:nvSpPr>
          <p:cNvPr id="8" name="S07-text54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Finally, I go to bed.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First, I eat dinner.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Then, I take a shower.</a:t>
            </a:r>
            <a:endParaRPr lang="ko-KR" sz="2800" dirty="0"/>
          </a:p>
        </p:txBody>
      </p:sp>
      <p:sp>
        <p:nvSpPr>
          <p:cNvPr id="9" name="S07-chip55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신호어를 보고</a:t>
            </a:r>
            <a:endParaRPr lang="ko-KR" sz="2200" dirty="0"/>
          </a:p>
        </p:txBody>
      </p:sp>
      <p:sp>
        <p:nvSpPr>
          <p:cNvPr id="10" name="S07-text56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First, I eat dinner.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Then, I take a shower.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Finally, I go to bed.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순서 정하기</a:t>
            </a:r>
            <a:endParaRPr lang="ko-KR" sz="4000" dirty="0"/>
          </a:p>
        </p:txBody>
      </p:sp>
      <p:sp>
        <p:nvSpPr>
          <p:cNvPr id="3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듣고 일어난 순서대로 가~라를 말해요.</a:t>
            </a:r>
            <a:endParaRPr lang="ko-KR" sz="2800" dirty="0"/>
          </a:p>
        </p:txBody>
      </p:sp>
      <p:sp>
        <p:nvSpPr>
          <p:cNvPr id="5" name="S08-chip5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8-card60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61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takes a bath</a:t>
            </a:r>
            <a:endParaRPr lang="ko-KR" sz="2800" dirty="0"/>
          </a:p>
        </p:txBody>
      </p:sp>
      <p:sp>
        <p:nvSpPr>
          <p:cNvPr id="8" name="S08-chip6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08-card63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4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cleans his room</a:t>
            </a:r>
            <a:endParaRPr lang="ko-KR" sz="2800" dirty="0"/>
          </a:p>
        </p:txBody>
      </p:sp>
      <p:sp>
        <p:nvSpPr>
          <p:cNvPr id="11" name="S08-chip6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08-card66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8-cardtext67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plays soccer</a:t>
            </a:r>
            <a:endParaRPr lang="ko-KR" sz="2800" dirty="0"/>
          </a:p>
        </p:txBody>
      </p:sp>
      <p:sp>
        <p:nvSpPr>
          <p:cNvPr id="14" name="S08-chip6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08-card69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8-cardtext70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reads a book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카드 놀이</a:t>
            </a:r>
            <a:endParaRPr lang="ko-KR" sz="4000" dirty="0"/>
          </a:p>
        </p:txBody>
      </p:sp>
      <p:sp>
        <p:nvSpPr>
          <p:cNvPr id="3" name="S09-card71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2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신호어를 보고 순서를 정했어요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순서대로 소리 내어 읽었어요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왜 그 순서인지 말했어요</a:t>
            </a:r>
            <a:endParaRPr lang="ko-KR" sz="2800" dirty="0"/>
          </a:p>
        </p:txBody>
      </p:sp>
      <p:sp>
        <p:nvSpPr>
          <p:cNvPr id="5" name="S09-stepno73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74"/>
          <p:cNvSpPr txBox="1"/>
          <p:nvPr/>
        </p:nvSpPr>
        <p:spPr>
          <a:xfrm>
            <a:off x="1325880" y="210870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부모님이 종이 띠 4장에 순서 문장을 써요.</a:t>
            </a:r>
            <a:endParaRPr lang="ko-KR" sz="2800" dirty="0"/>
          </a:p>
        </p:txBody>
      </p:sp>
      <p:sp>
        <p:nvSpPr>
          <p:cNvPr id="7" name="S09-stepno75"/>
          <p:cNvSpPr txBox="1"/>
          <p:nvPr/>
        </p:nvSpPr>
        <p:spPr>
          <a:xfrm>
            <a:off x="548640" y="3186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76"/>
          <p:cNvSpPr txBox="1"/>
          <p:nvPr/>
        </p:nvSpPr>
        <p:spPr>
          <a:xfrm>
            <a:off x="1325880" y="314096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띠를 섞고 아이가 순서대로 놓아요.</a:t>
            </a:r>
            <a:endParaRPr lang="ko-KR" sz="2800" dirty="0"/>
          </a:p>
        </p:txBody>
      </p:sp>
      <p:sp>
        <p:nvSpPr>
          <p:cNvPr id="9" name="S09-stepno77"/>
          <p:cNvSpPr txBox="1"/>
          <p:nvPr/>
        </p:nvSpPr>
        <p:spPr>
          <a:xfrm>
            <a:off x="548640" y="4173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78"/>
          <p:cNvSpPr txBox="1"/>
          <p:nvPr/>
        </p:nvSpPr>
        <p:spPr>
          <a:xfrm>
            <a:off x="1325880" y="41732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소리 내어 읽어요.</a:t>
            </a:r>
            <a:endParaRPr lang="ko-KR" sz="2800" dirty="0"/>
          </a:p>
        </p:txBody>
      </p:sp>
      <p:sp>
        <p:nvSpPr>
          <p:cNvPr id="11" name="S09-stepno79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80"/>
          <p:cNvSpPr txBox="1"/>
          <p:nvPr/>
        </p:nvSpPr>
        <p:spPr>
          <a:xfrm>
            <a:off x="1325880" y="48864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바꿔서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읽고 일어난 순서대로 가~라를 말해요.</a:t>
            </a:r>
            <a:endParaRPr lang="ko-KR" sz="2800" dirty="0"/>
          </a:p>
        </p:txBody>
      </p:sp>
      <p:sp>
        <p:nvSpPr>
          <p:cNvPr id="4" name="S10-chip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5" name="S10-text8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Next, give it some water.</a:t>
            </a:r>
            <a:endParaRPr lang="ko-KR" sz="2800" dirty="0"/>
          </a:p>
        </p:txBody>
      </p:sp>
      <p:sp>
        <p:nvSpPr>
          <p:cNvPr id="6" name="S10-chip8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7" name="S10-text8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Finally, put the cup by the window.</a:t>
            </a:r>
            <a:endParaRPr lang="ko-KR" sz="2800" dirty="0"/>
          </a:p>
        </p:txBody>
      </p:sp>
      <p:sp>
        <p:nvSpPr>
          <p:cNvPr id="8" name="S10-chip8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9" name="S10-text8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First, put some soil in a cup.</a:t>
            </a:r>
            <a:endParaRPr lang="ko-KR" sz="2800" dirty="0"/>
          </a:p>
        </p:txBody>
      </p:sp>
      <p:sp>
        <p:nvSpPr>
          <p:cNvPr id="10" name="S10-chip8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11" name="S10-text8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Then, put a seed in the soil.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다시 말하기</a:t>
            </a:r>
            <a:endParaRPr lang="ko-KR" sz="4000" dirty="0"/>
          </a:p>
        </p:txBody>
      </p:sp>
      <p:sp>
        <p:nvSpPr>
          <p:cNvPr id="3" name="S12-card9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순서대로 가~라를 말한 뒤, First~Finally를 넣어 다시 말해요.</a:t>
            </a:r>
            <a:endParaRPr lang="ko-KR" sz="2800" dirty="0"/>
          </a:p>
        </p:txBody>
      </p:sp>
      <p:sp>
        <p:nvSpPr>
          <p:cNvPr id="5" name="S12-chip92"/>
          <p:cNvSpPr txBox="1"/>
          <p:nvPr/>
        </p:nvSpPr>
        <p:spPr>
          <a:xfrm>
            <a:off x="548640" y="18404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93"/>
          <p:cNvSpPr/>
          <p:nvPr/>
        </p:nvSpPr>
        <p:spPr>
          <a:xfrm>
            <a:off x="1344168" y="1325880"/>
            <a:ext cx="4567428" cy="1596136"/>
          </a:xfrm>
          <a:prstGeom prst="roundRect">
            <a:avLst>
              <a:gd name="adj" fmla="val 687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94"/>
          <p:cNvSpPr txBox="1"/>
          <p:nvPr/>
        </p:nvSpPr>
        <p:spPr>
          <a:xfrm>
            <a:off x="1618488" y="1463040"/>
            <a:ext cx="4018788" cy="132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ice cream</a:t>
            </a:r>
            <a:endParaRPr lang="ko-KR" sz="2800" dirty="0"/>
          </a:p>
        </p:txBody>
      </p:sp>
      <p:sp>
        <p:nvSpPr>
          <p:cNvPr id="8" name="S12-chip95"/>
          <p:cNvSpPr txBox="1"/>
          <p:nvPr/>
        </p:nvSpPr>
        <p:spPr>
          <a:xfrm>
            <a:off x="6277356" y="18404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96"/>
          <p:cNvSpPr/>
          <p:nvPr/>
        </p:nvSpPr>
        <p:spPr>
          <a:xfrm>
            <a:off x="7072884" y="1325880"/>
            <a:ext cx="4567428" cy="1596136"/>
          </a:xfrm>
          <a:prstGeom prst="roundRect">
            <a:avLst>
              <a:gd name="adj" fmla="val 687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97"/>
          <p:cNvSpPr txBox="1"/>
          <p:nvPr/>
        </p:nvSpPr>
        <p:spPr>
          <a:xfrm>
            <a:off x="7347204" y="1463040"/>
            <a:ext cx="4018788" cy="132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2800" dirty="0"/>
          </a:p>
        </p:txBody>
      </p:sp>
      <p:sp>
        <p:nvSpPr>
          <p:cNvPr id="11" name="S12-chip98"/>
          <p:cNvSpPr txBox="1"/>
          <p:nvPr/>
        </p:nvSpPr>
        <p:spPr>
          <a:xfrm>
            <a:off x="548640" y="37109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99"/>
          <p:cNvSpPr/>
          <p:nvPr/>
        </p:nvSpPr>
        <p:spPr>
          <a:xfrm>
            <a:off x="1344168" y="3196336"/>
            <a:ext cx="4567428" cy="1596136"/>
          </a:xfrm>
          <a:prstGeom prst="roundRect">
            <a:avLst>
              <a:gd name="adj" fmla="val 687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100"/>
          <p:cNvSpPr txBox="1"/>
          <p:nvPr/>
        </p:nvSpPr>
        <p:spPr>
          <a:xfrm>
            <a:off x="1618488" y="3333496"/>
            <a:ext cx="4018788" cy="132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meet at the park</a:t>
            </a:r>
            <a:endParaRPr lang="ko-KR" sz="2800" dirty="0"/>
          </a:p>
        </p:txBody>
      </p:sp>
      <p:sp>
        <p:nvSpPr>
          <p:cNvPr id="14" name="S12-chip101"/>
          <p:cNvSpPr txBox="1"/>
          <p:nvPr/>
        </p:nvSpPr>
        <p:spPr>
          <a:xfrm>
            <a:off x="6277356" y="37109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102"/>
          <p:cNvSpPr/>
          <p:nvPr/>
        </p:nvSpPr>
        <p:spPr>
          <a:xfrm>
            <a:off x="7072884" y="3196336"/>
            <a:ext cx="4567428" cy="1596136"/>
          </a:xfrm>
          <a:prstGeom prst="roundRect">
            <a:avLst>
              <a:gd name="adj" fmla="val 687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103"/>
          <p:cNvSpPr txBox="1"/>
          <p:nvPr/>
        </p:nvSpPr>
        <p:spPr>
          <a:xfrm>
            <a:off x="7347204" y="3333496"/>
            <a:ext cx="4018788" cy="132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 bikes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 → Then / Next → Finally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신호어로 처음과 끝을 찾고, 가운데는 내용을 보고 정해요.</a:t>
            </a:r>
            <a:endParaRPr lang="ko-KR" sz="2800" dirty="0"/>
          </a:p>
        </p:txBody>
      </p:sp>
      <p:sp>
        <p:nvSpPr>
          <p:cNvPr id="5" name="S13-chip10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신호어와 내용 보기</a:t>
            </a:r>
            <a:endParaRPr lang="ko-KR" sz="2200" dirty="0"/>
          </a:p>
        </p:txBody>
      </p:sp>
      <p:sp>
        <p:nvSpPr>
          <p:cNvPr id="6" name="S13-chip10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적힌 차례대로 순서 정하기</a:t>
            </a:r>
            <a:endParaRPr lang="ko-KR" sz="2200" dirty="0"/>
          </a:p>
        </p:txBody>
      </p:sp>
      <p:sp>
        <p:nvSpPr>
          <p:cNvPr id="7" name="S13-text10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Finally의 뜻은?</a:t>
            </a:r>
            <a:endParaRPr lang="ko-KR" sz="2200" dirty="0"/>
          </a:p>
        </p:txBody>
      </p:sp>
      <p:sp>
        <p:nvSpPr>
          <p:cNvPr id="9" name="S13-text11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아침에 하는 일을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First, Then, Finally로</a:t>
            </a:r>
            <a:endParaRPr lang="ko-KR" sz="2200" dirty="0"/>
          </a:p>
        </p:txBody>
      </p:sp>
      <p:sp>
        <p:nvSpPr>
          <p:cNvPr id="10" name="S13-text11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Then과 Next의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11" name="S13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계획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핵심 정보와 일과 낱말</a:t>
            </a:r>
            <a:endParaRPr lang="ko-KR" sz="4000" dirty="0"/>
          </a:p>
        </p:txBody>
      </p:sp>
      <p:sp>
        <p:nvSpPr>
          <p:cNvPr id="3" name="S14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먼저 → When? 요일·시각, Where? 장소</a:t>
            </a:r>
            <a:endParaRPr lang="ko-KR" sz="2800" dirty="0"/>
          </a:p>
        </p:txBody>
      </p:sp>
      <p:sp>
        <p:nvSpPr>
          <p:cNvPr id="5" name="S14-word115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wash my face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세수하다</a:t>
            </a:r>
            <a:endParaRPr lang="ko-KR" sz="3200" dirty="0"/>
          </a:p>
        </p:txBody>
      </p:sp>
      <p:sp>
        <p:nvSpPr>
          <p:cNvPr id="6" name="S14-word116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breakfast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먹다</a:t>
            </a:r>
            <a:endParaRPr lang="ko-KR" sz="3200" dirty="0"/>
          </a:p>
        </p:txBody>
      </p:sp>
      <p:sp>
        <p:nvSpPr>
          <p:cNvPr id="7" name="S14-word117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brush my teeth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닦다</a:t>
            </a:r>
            <a:endParaRPr lang="ko-KR" sz="3200" dirty="0"/>
          </a:p>
        </p:txBody>
      </p:sp>
      <p:sp>
        <p:nvSpPr>
          <p:cNvPr id="8" name="S14-word118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school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사건 순서 파악</dc:title>
  <dc:subject>KR22-G06-ENG-SEQUENCE-L01</dc:subject>
  <dc:creator>education-ppt</dc:creator>
  <cp:lastModifiedBy>education-ppt</cp:lastModifiedBy>
  <cp:revision>1</cp:revision>
  <dcterms:created xsi:type="dcterms:W3CDTF">2026-10-26T09:28:02Z</dcterms:created>
  <dcterms:modified xsi:type="dcterms:W3CDTF">2026-10-26T09:28:02Z</dcterms:modified>
</cp:coreProperties>
</file>