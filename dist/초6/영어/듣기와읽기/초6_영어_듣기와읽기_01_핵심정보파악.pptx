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67f0146-a6a8-ec92-945c-a5125f0d762f}">
          <p14:sldIdLst>
            <p14:sldId id="256"/>
            <p14:sldId id="257"/>
          </p14:sldIdLst>
        </p14:section>
        <p14:section name="개념" id="{d8b671c6-b518-33db-45e1-29dd0a2bb954}">
          <p14:sldIdLst>
            <p14:sldId id="258"/>
            <p14:sldId id="259"/>
          </p14:sldIdLst>
        </p14:section>
        <p14:section name="연습" id="{f69088fc-ff66-92c7-f8e3-241e980cbe2d}">
          <p14:sldIdLst>
            <p14:sldId id="260"/>
            <p14:sldId id="261"/>
            <p14:sldId id="262"/>
            <p14:sldId id="263"/>
            <p14:sldId id="264"/>
          </p14:sldIdLst>
        </p14:section>
        <p14:section name="확인" id="{fbcd3d0c-84e3-e805-282c-0da0abf47003}">
          <p14:sldIdLst>
            <p14:sldId id="265"/>
            <p14:sldId id="266"/>
            <p14:sldId id="267"/>
          </p14:sldIdLst>
        </p14:section>
        <p14:section name="정리" id="{e3d8b278-3e03-d6e1-5f26-c103ccf75fc5}">
          <p14:sldIdLst>
            <p14:sldId id="268"/>
          </p14:sldIdLst>
        </p14:section>
        <p14:section name="보충" id="{31cc5488-f599-8c6b-03aa-22f1fac72ce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대화나 글에서 ‘꼭 알아야 할 정보’가 무엇인지 관심을 갖게 합니다.
시간: 약 2분
이렇게 말해 보세요
- “친구가 ‘토요일 10시에 공원에서 배드민턴 치자’라고 했어. 약속에 가려면 꼭 기억해야 할 것은 뭘까?”
- “오늘은 영어 대화를 듣거나 글을 읽고, 무엇을, 언제, 어디서 하는지처럼 꼭 필요한 정보를 찾는 연습을 할 거야.”
예상 답
- “토요일, 10시, 공원이요.” “배드민턴이요.”
주의
- 수업 전에 교과서 디지털 자료나 사전 앱의 발음 듣기로 오늘 낱말과 문장(What? When? Where? Saturday, Sunday, Friday, o'clock, park, library, swimming pool)을 미리 들어 두세요. 부모님 발음이 완벽하지 않아도 괜찮습니다.
- 소리 자료 없이 진행하면 바른 소리를 확인하기 어렵습니다. 헷갈리는 표현은 기록해 두었다가 소리 자료로 나중에 확인합니다.
- 이 차시의 듣기 대본은 부모님이 노트(또는 부모용 안내)를 보고 읽어 줍니다. 아이가 대본을 미리 보지 않도록 화면은 슬라이드 쇼로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확인(세부 정보 찾기)]
목적: 5학년 ‘세부 정보 찾기’에서 익힌 묻는 낱말(Who, What, When, Where)의 뜻을 알고, 짧은 문장에서 그 답을 찾는지 확인합니다.
시간: 약 3분
이렇게 말해 보세요
- “①, Who, What, When, Where는 각각 무슨 뜻이야?”
- “②를 읽어 볼래? Who? 누가 해? What? 무엇을 해? Where? 어디서? When? 언제?”
정답
- ① Who 누가, What 무엇을, When 언제, Where 어디서
- ② Who: Mina / What: plays soccer(축구) / Where: at the park(공원에서) / When: on Sunday(일요일에)
막히면
- ②는 부모가 한 번 읽어 준 뒤 낱말마다 손가락으로 짚으며 찾게 합니다.
- ①의 뜻을 두 개 이상 모르거나 ②에서 두 개 이상 찾지 못하면 S14(보충)를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핵심 정보를 찾는 순서]
목적: 핵심 정보는 ‘질문에 답하는 데 꼭 필요한 정보’라는 것과, 찾는 순서(질문 먼저 → 찾을 것 정하기 → 그 낱말 잡기 → 끝까지 확인)를 압니다.
시간: 약 3분
이렇게 말해 보세요
- “핵심 정보는 질문에 답하는 데 꼭 필요한 정보야. 다 알아듣지 못해도 괜찮아. 필요한 것만 잡으면 돼.”
- “먼저 질문을 읽고, 무엇을 찾을지 정해. ‘언제?’를 물으면 요일이나 시각을 찾는 거야.”
- “마지막이 중요해. 약속이 중간에 바뀔 수도 있으니까 끝까지 들어야 해.”
예상 답
- “질문을 먼저 봐요.” “언제를 물으면 요일이나 시각을 들어요.”
막히면
- S01의 예(토요일 10시 공원 배드민턴)로 다시 설명합니다. ‘언제?’ → 토요일 10시, ‘어디서?’ → 공원.
주의
- 모든 낱말을 알아들어야 한다고 생각하면 듣기가 어렵게 느껴집니다. 모르는 낱말이 있어도 괜찮다고 말해 주세요(M2).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What·When·Where의 답이 되는 낱말]
목적: 질문마다 어떤 낱말이 답이 되는지(When → 요일·시각, Where → 장소) 미리 알고 들으면 핵심 정보를 잡기 쉽다는 것을 압니다(M3).
시간: 약 3분
이렇게 말해 보세요
- “What?을 물으면 하는 일, 예를 들어 play badminton을 찾아.”
- “When?을 물으면 요일이나 시각이야. on Saturday, at ten o'clock. 소리를 듣고 따라 해 봐.”
- “Where?를 물으면 장소야. at the park, at the library. 장소 앞에는 at, in 같은 말이 자주 와.”
예상 답
- “When은 요일이나 시각이요.” “Where는 장소요.”
막히면
- 요일 낱말이 어려우면 S14(보충)의 요일 카드로 먼저 연습합니다.
주의
- When을 물었는데 장소로 답하거나 Where를 물었는데 시각으로 답하는 실수가 흔합니다(M3).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대화 듣고 핵심 정보 찾기(함께)]
목적: 질문을 먼저 읽고, 부모가 읽어 주는 대화를 들으며 무엇을·언제·어디서를 찾습니다. 처음이므로 함께 합니다.
시간: 약 4분
이렇게 말해 보세요
- “먼저 질문 세 개를 같이 읽자. 무엇을? 언제? 어디서? 이제 엄마(아빠)가 대화를 두 번 읽어 줄게. 잘 들어 봐.”
- 부모가 읽을 대본: Mina: Jiho, let's play badminton this Saturday. / Jiho: Sounds good. What time? / Mina: At ten o'clock. / Jiho: Where? / Mina: At the park near my house. / Jiho: Okay. See you then.
- “두 사람은 무엇을 하기로 했어? 언제 만나? 어디에서 만나? 어떤 낱말을 듣고 알았어?”
정답
- ① 배드민턴 치기(play badminton) ② 토요일 10시(this Saturday, at ten o'clock) ③ 미나네 집 근처 공원(at the park)
막히면
- 한 번 더 읽어 주되, 답이 들어 있는 문장에서 조금 천천히 읽습니다.
- 그래도 어려우면 질문 하나씩만 생각하며 듣게 합니다(첫 번째는 ‘언제?’만).
주의
- 대본은 부모님만 봅니다. 두 사람의 목소리를 조금 다르게 하여 보통 빠르기로 두 번 읽어 주세요. 대본이 화면에 나오는 것은 듣기가 끝난 다음 장(S06)뿐입니다.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들은 대화를 읽으며 핵심 낱말 짚기]
목적: 듣기가 끝난 뒤 대본을 보며, 답이 된 낱말(핵심 정보)이 어디에 있었는지 확인합니다. 글에서 핵심 낱말을 찾는 방법도 함께 익힙니다.
시간: 약 3분
이렇게 말해 보세요
- “방금 들은 대화야. 같이 읽어 볼까? 엄마(아빠)는 미나, 너는 지호.”
- “무엇을, 언제, 어디서에 해당하는 낱말을 손가락으로 짚어 볼래?”
- “Sounds good.이나 See you then.은 핵심 정보일까?”
예상 답
- badminton, this Saturday, at ten o'clock, at the park를 짚습니다.
- “Sounds good.은 좋다는 말이라 약속 내용은 아니에요.”
막히면
- 질문 하나(언제?)를 다시 말해 주고 그 답이 있는 줄만 찾게 합니다.
주의
- Sounds good.(좋아), See you then.(그때 봐)처럼 대화를 이어 주는 말은 핵심 정보가 아닙니다(M2).
- 여기까지가 배우는 부분입니다. 아이가 지치면 여기서 나누어 다음 날 S07부터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비교(먼저 들은 정보 고르기)]
목적: 대화 중간에 약속이 바뀌면 처음 들은 정보가 아니라 마지막에 정한 정보가 핵심이라는 것을 압니다(M1).
시간: 약 3분
이렇게 말해 보세요
- “이번에는 ‘언제 만나는지’만 찾을 거야. 엄마(아빠)가 대화를 두 번 읽어 줄게.”
- 부모가 읽을 대본: Mina: Can you come to my house on Friday? / Jiho: Sorry, I can't. I have a piano lesson on Friday. / Mina: How about Saturday? / Jiho: Saturday is fine.
- “친구는 가(Friday)라고 답했대. 맞을까? 왜 틀렸을까?”
정답
- 나(Saturday). 미나가 처음에 금요일을 말했지만 지호가 피아노 수업이 있어서 안 된다고 했고, 토요일로 바꾸었습니다. Friday를 먼저, 두 번 들어서 고르기 쉽지만 마지막에 정한 날이 핵심 정보입니다.
막히면
- 대본의 Sorry, I can't.(미안, 못 가)와 How about ~?(~는 어때?)에서 약속이 바뀐다는 것을 알려 주고 다시 듣게 합니다.
주의
- 대본은 부모님만 봅니다. 두 사람의 목소리를 조금 다르게 하여 보통 빠르기로 두 번 읽어 주세요. 이 장의 대본은 화면에 나오지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안내문에서 핵심 정보 찾기]
목적: 안내문을 읽고 언제, 어디서, 무엇을 가져가는지 찾습니다. 안내문은 질문의 답이 항목별로 나뉘어 있다는 것을 압니다.
시간: 약 4분
이렇게 말해 보세요
- “학교 안내문이야. 같이 읽어 볼까? 위에 있는 낱말 뜻을 보면서 읽어. Bring은 ‘가져오세요’라는 뜻이야.”
- “①, 언제 해? ②, 어디에서 해? ③, 무엇을 가져가야 해?”
- “어디를 보고 찾았어? When, Where, Bring이 질문과 짝이 되지?”
정답
- ① 6월 7일 금요일 2시(Friday, June 7, at two o'clock) ② 학교 체육관(the school gym) ③ 가위와 딱풀(scissors and a glue stick)
막히면
- When:, Where:, Bring: 앞부분만 먼저 손가락으로 짚게 한 뒤, 그 뒤에 오는 말을 읽게 합니다.
- June은 6월입니다. 달 이름이 어려우면 부모가 알려 줍니다.
주의
- Let's make paper rockets!는 무엇을 하는지 알려 주는 문장입니다. 오늘 질문(언제, 어디서, 가져갈 것)의 답은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메시지에서 필요한 정보와 필요 없는 정보 가리기]
목적: 메시지를 읽고, 파티에 가는 데 꼭 필요한 문장과 없어도 되는 문장을 가립니다(M2).
시간: 약 3분
이렇게 말해 보세요
- “미나가 준에게 보낸 메시지야. 한 문장씩 읽어 볼까?”
- “준이 파티에 가려면 꼭 알아야 할 문장은 몇 번이야? 없어도 되는 문장은?”
- “왜 그렇게 생각해?”
정답
- 꼭 필요한 문장: ① 일요일(on Sunday) ② 1시(at one o'clock) ③ 미나네 집(at my house)
- 없어도 되는 문장: ④ My cat Coco loves parties!(고양이 이야기는 파티에 가는 데 필요한 정보가 아닙니다.)
막히면
- “파티에 가려면 무엇을 알아야 할까? 언제? 어디서?”라고 질문을 먼저 정해 주고 다시 읽게 합니다.
주의
- ④처럼 재미있지만 질문과 관계없는 정보도 있습니다. 재미있는 문장을 지우라는 것이 아니라, 핵심 정보와 구별하는 연습입니다.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대화 듣고 핵심 정보 찾기]
목적: 도움 없이 대화를 듣고 무엇을·언제·어디서를 찾고, 중간에 바뀐 약속에 속지 않는지 확인합니다.
시간: 약 4분
이렇게 말해 보세요
- “이번에는 혼자 해 볼래? 먼저 질문을 읽어. 엄마(아빠)가 대화를 두 번 읽어 줄게.”
- 부모가 읽을 대본: Jiho: Let's go swimming this Saturday. / Mina: Sorry, I can't. I have a soccer game on Saturday. / Jiho: How about Sunday? / Mina: Okay. What time? / Jiho: At two o'clock. Let's meet at the swimming pool. / Mina: Great. See you then.
- “무엇을 하기로 했어? 언제 만나? 어디에서 만나?”
정답
- ① 수영하러 가기(go swimming) ② 일요일 2시(Sunday, at two o'clock) ③ 수영장(at the swimming pool)
- 기준: 세 가지 모두 맞으면 통과입니다. ②에서 Saturday라고 하면 바뀐 약속을 놓친 것입니다. 우리말로 답해도 됩니다.
막히면
- 바로 알려 주지 말고 한 번 더 읽어 줍니다(모두 세 번까지).
- 도움을 받아 해결했다면 기록표에 ‘도움’으로 표시합니다.
주의
- 대본은 부모님만 봅니다. 두 사람의 목소리를 조금 다르게 하여 보통 빠르기로 두 번 읽어 주세요. 이 장의 대본은 화면에 나오지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대답을 확인하고 흔한 실수와 비교합니다.
시간: 약 2분
이렇게 말해 보세요
- “네가 말한 것과 왼쪽을 비교해 보자.”
- “오른쪽처럼 답하면 무엇을 놓친 걸까?”
예상 답
- “토요일은 안 된다고 해서 일요일로 바꿨어요.” “Where를 물었으니 장소로 답해요.”
주의
- 이 장은 학생용 파일에서 빠집니다. 원하면 S10의 대본을 이 장에서 아이와 함께 소리 내어 읽어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확인(안내문 읽고 핵심 정보 찾기)]
목적: 처음 보는 안내문에서 도움 없이 핵심 정보를 찾는지 확인합니다.
시간: 약 3분
이렇게 말해 보세요
- “이번 안내문은 혼자 읽고 답해 볼래? ①, 언제 해? ②, 어디에서 해? ③, 책 한 권은 얼마야?”
- “어디를 보고 찾았어?”
정답
- ① 5월 15일 수요일 3시(Wednesday, May 15, at three o'clock) ② 학교 도서관(the school library) ③ 500원(five hundred won)
- 기준: 세 가지 가운데 두 가지 이상을 스스로 찾으면 통과입니다.
막히면
- S08처럼 When:, Where: 앞부분을 먼저 찾게 합니다. each는 ‘한 개마다’라는 뜻입니다.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풀 복습을 알려 줍니다.
시간: 약 2분
이렇게 말해 보세요
- “핵심 정보를 찾을 때 무엇을 먼저 해?”
- “약속이 중간에 바뀌면 어떤 정보를 기억해야 해?”
예상 답
- “질문을 먼저 읽어요.” “마지막에 정한 것이요.”
정답
- ① 질문을 먼저 읽고 무엇을 찾을지 정해요.
- ② 요일이나 시각
- ③ 처음 말한 것이 아니라 마지막에 정한 것
주의
- 가족끼리 약속을 정할 때 “언제? 어디서?”를 영어로 물어보며 놀이처럼 복습해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보충(묻는 낱말, 요일)]
목적: S02에서 묻는 낱말이나 세부 정보 찾기가 흔들리면, 핵심 정보를 찾기 전에 먼저 다집니다.
시간: 약 5분
이렇게 말해 보세요
- “묻는 낱말을 소리를 듣고 따라 말해 보자. Who? What? When? Where?” (교과서 디지털 자료나 사전 앱의 소리를 함께 듣습니다.)
- “요일도 읽어 볼까? Monday, Tuesday … Sunday. 오늘은 무슨 요일이야?”
- “Mina plays soccer on Sunday. When? 언제야?”
정답
- Who 누가, What 무엇을, When 언제, Where 어디서 / Monday 월요일 … Sunday 일요일 / When? → on Sunday(일요일에)
막히면
- 달력의 요일 칸을 함께 짚으며 요일 낱말을 읽습니다.
주의
- 보충 뒤에도 Who·What·When·Where의 답을 짧은 문장에서 찾지 못하면 5학년 ‘세부 정보 찾기’ 차시를 먼저 다시 하고 이 차시를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듣기와읽기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핵심 정보 파악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핵심 정보 파악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영어 · 핵심 정보 파악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정보 파악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대화를 듣고 꼭 알아야 할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정보를 어떻게 찾을까요?</a:t>
            </a:r>
            <a:endParaRPr lang="ko-KR" sz="28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792480"/>
          </a:xfrm>
          <a:prstGeom prst="roundRect">
            <a:avLst>
              <a:gd name="adj" fmla="val 1615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</a:t>
            </a:r>
            <a:endParaRPr lang="ko-KR" sz="28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1706880"/>
            <a:ext cx="3931920" cy="792480"/>
          </a:xfrm>
          <a:prstGeom prst="roundRect">
            <a:avLst>
              <a:gd name="adj" fmla="val 1615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</a:t>
            </a:r>
            <a:endParaRPr lang="ko-KR" sz="2800" dirty="0"/>
          </a:p>
        </p:txBody>
      </p:sp>
      <p:sp>
        <p:nvSpPr>
          <p:cNvPr id="6" name="S01-word3"/>
          <p:cNvSpPr txBox="1"/>
          <p:nvPr/>
        </p:nvSpPr>
        <p:spPr>
          <a:xfrm>
            <a:off x="7680960" y="2773680"/>
            <a:ext cx="3931920" cy="792480"/>
          </a:xfrm>
          <a:prstGeom prst="roundRect">
            <a:avLst>
              <a:gd name="adj" fmla="val 1615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</a:t>
            </a:r>
            <a:endParaRPr lang="ko-KR" sz="2800" dirty="0"/>
          </a:p>
        </p:txBody>
      </p:sp>
      <p:sp>
        <p:nvSpPr>
          <p:cNvPr id="7" name="S01-card4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" name="S01-cardtext5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대화를 듣고 무엇을, 언제, 어디서 하는지 찾아요.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안내문과 메시지를 읽고 중요한 정보를 찾아요.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정보 떠올리기</a:t>
            </a:r>
            <a:endParaRPr lang="ko-KR" sz="4000" dirty="0"/>
          </a:p>
        </p:txBody>
      </p:sp>
      <p:sp>
        <p:nvSpPr>
          <p:cNvPr id="3" name="S02-text6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뜻을 말하고, ②는 읽고 Who? What? Where? When?에 답해요.</a:t>
            </a:r>
            <a:endParaRPr lang="ko-KR" sz="2800" dirty="0"/>
          </a:p>
        </p:txBody>
      </p:sp>
      <p:sp>
        <p:nvSpPr>
          <p:cNvPr id="4" name="S02-chip7"/>
          <p:cNvSpPr txBox="1"/>
          <p:nvPr/>
        </p:nvSpPr>
        <p:spPr>
          <a:xfrm>
            <a:off x="548640" y="28244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8"/>
          <p:cNvSpPr txBox="1"/>
          <p:nvPr/>
        </p:nvSpPr>
        <p:spPr>
          <a:xfrm>
            <a:off x="1344168" y="2376424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　·　What　·　When　·　Where</a:t>
            </a:r>
            <a:endParaRPr lang="ko-KR" sz="2800" dirty="0"/>
          </a:p>
        </p:txBody>
      </p:sp>
      <p:sp>
        <p:nvSpPr>
          <p:cNvPr id="6" name="S02-chip9"/>
          <p:cNvSpPr txBox="1"/>
          <p:nvPr/>
        </p:nvSpPr>
        <p:spPr>
          <a:xfrm>
            <a:off x="548640" y="483666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10"/>
          <p:cNvSpPr txBox="1"/>
          <p:nvPr/>
        </p:nvSpPr>
        <p:spPr>
          <a:xfrm>
            <a:off x="1344168" y="4388612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 plays soccer at the park on Sunday.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정보 찾는 방법</a:t>
            </a:r>
            <a:endParaRPr lang="ko-KR" sz="4000" dirty="0"/>
          </a:p>
        </p:txBody>
      </p:sp>
      <p:sp>
        <p:nvSpPr>
          <p:cNvPr id="3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정보: 질문에 답하는 데 꼭 필요한 정보</a:t>
            </a:r>
            <a:endParaRPr lang="ko-KR" sz="2800" dirty="0"/>
          </a:p>
        </p:txBody>
      </p:sp>
      <p:sp>
        <p:nvSpPr>
          <p:cNvPr id="5" name="S03-stepno13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3-text14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먼저 읽어요.</a:t>
            </a:r>
            <a:endParaRPr lang="ko-KR" sz="2800" dirty="0"/>
          </a:p>
        </p:txBody>
      </p:sp>
      <p:sp>
        <p:nvSpPr>
          <p:cNvPr id="7" name="S03-stepno15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3-text16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찾을지 정해요. (언제? 어디서?)</a:t>
            </a:r>
            <a:endParaRPr lang="ko-KR" sz="2800" dirty="0"/>
          </a:p>
        </p:txBody>
      </p:sp>
      <p:sp>
        <p:nvSpPr>
          <p:cNvPr id="9" name="S03-stepno17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3-text18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듣거나 읽으면서 그 낱말을 잡아요.</a:t>
            </a:r>
            <a:endParaRPr lang="ko-KR" sz="2800" dirty="0"/>
          </a:p>
        </p:txBody>
      </p:sp>
      <p:sp>
        <p:nvSpPr>
          <p:cNvPr id="11" name="S03-stepno19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3-text20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바뀐 말이 없는지 끝까지 확인해요.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낱말을 잡을까요?</a:t>
            </a:r>
            <a:endParaRPr lang="ko-KR" sz="4000" dirty="0"/>
          </a:p>
        </p:txBody>
      </p:sp>
      <p:sp>
        <p:nvSpPr>
          <p:cNvPr id="3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What? → 하는 일　　When? → 요일·시각　　Where? → 장소</a:t>
            </a:r>
            <a:endParaRPr lang="ko-KR" sz="2800" dirty="0"/>
          </a:p>
        </p:txBody>
      </p:sp>
      <p:sp>
        <p:nvSpPr>
          <p:cNvPr id="5" name="S04-word23"/>
          <p:cNvSpPr txBox="1"/>
          <p:nvPr/>
        </p:nvSpPr>
        <p:spPr>
          <a:xfrm>
            <a:off x="548640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What?</a:t>
            </a:r>
            <a:endParaRPr lang="ko-KR" sz="3200" dirty="0"/>
          </a:p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play badminton</a:t>
            </a:r>
            <a:endParaRPr lang="ko-KR" sz="3200" dirty="0"/>
          </a:p>
        </p:txBody>
      </p:sp>
      <p:sp>
        <p:nvSpPr>
          <p:cNvPr id="6" name="S04-word24"/>
          <p:cNvSpPr txBox="1"/>
          <p:nvPr/>
        </p:nvSpPr>
        <p:spPr>
          <a:xfrm>
            <a:off x="4337304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When?</a:t>
            </a:r>
            <a:endParaRPr lang="ko-KR" sz="3200" dirty="0"/>
          </a:p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Saturday, at ten o'clock</a:t>
            </a:r>
            <a:endParaRPr lang="ko-KR" sz="3200" dirty="0"/>
          </a:p>
        </p:txBody>
      </p:sp>
      <p:sp>
        <p:nvSpPr>
          <p:cNvPr id="7" name="S04-word25"/>
          <p:cNvSpPr txBox="1"/>
          <p:nvPr/>
        </p:nvSpPr>
        <p:spPr>
          <a:xfrm>
            <a:off x="8125968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Where?</a:t>
            </a:r>
            <a:endParaRPr lang="ko-KR" sz="3200" dirty="0"/>
          </a:p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 the park, at the library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찾기 ①</a:t>
            </a:r>
            <a:endParaRPr lang="ko-KR" sz="4000" dirty="0"/>
          </a:p>
        </p:txBody>
      </p:sp>
      <p:sp>
        <p:nvSpPr>
          <p:cNvPr id="3" name="S05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먼저 읽어요. 그다음 대화를 듣고 답해요.</a:t>
            </a:r>
            <a:endParaRPr lang="ko-KR" sz="2800" dirty="0"/>
          </a:p>
        </p:txBody>
      </p:sp>
      <p:sp>
        <p:nvSpPr>
          <p:cNvPr id="4" name="S05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들을 때 요일·시각·장소 낱말을 잡아요.</a:t>
            </a:r>
            <a:endParaRPr lang="ko-KR" sz="2800" dirty="0"/>
          </a:p>
        </p:txBody>
      </p:sp>
      <p:sp>
        <p:nvSpPr>
          <p:cNvPr id="6" name="S05-chip2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text3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사람은 무엇을 하기로 했나요?</a:t>
            </a:r>
            <a:endParaRPr lang="ko-KR" sz="2800" dirty="0"/>
          </a:p>
        </p:txBody>
      </p:sp>
      <p:sp>
        <p:nvSpPr>
          <p:cNvPr id="8" name="S05-chip3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text3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만나나요?</a:t>
            </a:r>
            <a:endParaRPr lang="ko-KR" sz="2800" dirty="0"/>
          </a:p>
        </p:txBody>
      </p:sp>
      <p:sp>
        <p:nvSpPr>
          <p:cNvPr id="10" name="S05-chip3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text3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만나나요?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방금 들은 대화</a:t>
            </a:r>
            <a:endParaRPr lang="ko-KR" sz="4000" dirty="0"/>
          </a:p>
        </p:txBody>
      </p:sp>
      <p:sp>
        <p:nvSpPr>
          <p:cNvPr id="3" name="S06-text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무엇을, 언제, 어디서에 해당하는 낱말을 짚어요.</a:t>
            </a:r>
            <a:endParaRPr lang="ko-KR" sz="2800" dirty="0"/>
          </a:p>
        </p:txBody>
      </p:sp>
      <p:sp>
        <p:nvSpPr>
          <p:cNvPr id="4" name="S06-passagebox36"/>
          <p:cNvSpPr/>
          <p:nvPr/>
        </p:nvSpPr>
        <p:spPr>
          <a:xfrm>
            <a:off x="548640" y="2011680"/>
            <a:ext cx="11091672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5" name="S06-passage37"/>
          <p:cNvSpPr txBox="1"/>
          <p:nvPr/>
        </p:nvSpPr>
        <p:spPr>
          <a:xfrm>
            <a:off x="822960" y="2194560"/>
            <a:ext cx="10543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Mina: Jiho, let's play badminton this Saturday.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Jiho: Sounds good. What time?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Mina: At ten o'clock.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Jiho: Where?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Mina: At the park near my house.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Jiho: Okay. See you then.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만날까요?</a:t>
            </a:r>
            <a:endParaRPr lang="ko-KR" sz="4000" dirty="0"/>
          </a:p>
        </p:txBody>
      </p:sp>
      <p:sp>
        <p:nvSpPr>
          <p:cNvPr id="3" name="S07-card38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9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대화를 듣고 두 사람이 언제 만나는지 찾아요. 친구는 가라고 답했어요.</a:t>
            </a:r>
            <a:endParaRPr lang="ko-KR" sz="2800" dirty="0"/>
          </a:p>
        </p:txBody>
      </p:sp>
      <p:sp>
        <p:nvSpPr>
          <p:cNvPr id="5" name="S07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만나나요? 친구는 왜 틀렸을까요?</a:t>
            </a:r>
            <a:endParaRPr lang="ko-KR" sz="2800" dirty="0"/>
          </a:p>
        </p:txBody>
      </p:sp>
      <p:sp>
        <p:nvSpPr>
          <p:cNvPr id="7" name="S07-chip42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7-text43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Friday</a:t>
            </a:r>
            <a:endParaRPr lang="ko-KR" sz="2800" dirty="0"/>
          </a:p>
        </p:txBody>
      </p:sp>
      <p:sp>
        <p:nvSpPr>
          <p:cNvPr id="9" name="S07-chip44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7-text45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Saturday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안내문 읽기</a:t>
            </a:r>
            <a:endParaRPr lang="ko-KR" sz="4000" dirty="0"/>
          </a:p>
        </p:txBody>
      </p:sp>
      <p:sp>
        <p:nvSpPr>
          <p:cNvPr id="3" name="S08-text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gym 체육관　·　scissors 가위　·　glue stick 딱풀</a:t>
            </a:r>
            <a:endParaRPr lang="ko-KR" sz="2800" dirty="0"/>
          </a:p>
        </p:txBody>
      </p:sp>
      <p:sp>
        <p:nvSpPr>
          <p:cNvPr id="4" name="S08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언제 하나요?　② 어디에서 하나요?　③ 무엇을 가져가나요?</a:t>
            </a:r>
            <a:endParaRPr lang="ko-KR" sz="2800" dirty="0"/>
          </a:p>
        </p:txBody>
      </p:sp>
      <p:sp>
        <p:nvSpPr>
          <p:cNvPr id="6" name="S08-passagebox49"/>
          <p:cNvSpPr/>
          <p:nvPr/>
        </p:nvSpPr>
        <p:spPr>
          <a:xfrm>
            <a:off x="548640" y="2011680"/>
            <a:ext cx="1109167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08-passage50"/>
          <p:cNvSpPr txBox="1"/>
          <p:nvPr/>
        </p:nvSpPr>
        <p:spPr>
          <a:xfrm>
            <a:off x="822960" y="2194560"/>
            <a:ext cx="105430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Science Day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Let's make paper rockets!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When: Friday, June 7, at two o'clock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Where: the school gym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Bring: scissors and a glue stick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문장 고르기</a:t>
            </a:r>
            <a:endParaRPr lang="ko-KR" sz="4000" dirty="0"/>
          </a:p>
        </p:txBody>
      </p:sp>
      <p:sp>
        <p:nvSpPr>
          <p:cNvPr id="3" name="S09-text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파티에 가려면 꼭 알아야 할 문장은? 없어도 되는 문장은?</a:t>
            </a:r>
            <a:endParaRPr lang="ko-KR" sz="2800" dirty="0"/>
          </a:p>
        </p:txBody>
      </p:sp>
      <p:sp>
        <p:nvSpPr>
          <p:cNvPr id="4" name="S09-passagebox52"/>
          <p:cNvSpPr/>
          <p:nvPr/>
        </p:nvSpPr>
        <p:spPr>
          <a:xfrm>
            <a:off x="548640" y="2011680"/>
            <a:ext cx="11091672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5" name="S09-passage53"/>
          <p:cNvSpPr txBox="1"/>
          <p:nvPr/>
        </p:nvSpPr>
        <p:spPr>
          <a:xfrm>
            <a:off x="822960" y="2194560"/>
            <a:ext cx="10543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Mina's message to Jun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My birthday party is on Sunday.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It starts at one o'clock.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It's at my house.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My cat Coco loves parties!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먼저 읽고, 대화를 들은 뒤 답해요.</a:t>
            </a:r>
            <a:endParaRPr lang="ko-KR" sz="2800" dirty="0"/>
          </a:p>
        </p:txBody>
      </p:sp>
      <p:sp>
        <p:nvSpPr>
          <p:cNvPr id="4" name="S10-chip5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0-text5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사람은 무엇을 하기로 했나요?</a:t>
            </a:r>
            <a:endParaRPr lang="ko-KR" sz="2800" dirty="0"/>
          </a:p>
        </p:txBody>
      </p:sp>
      <p:sp>
        <p:nvSpPr>
          <p:cNvPr id="6" name="S10-chip5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0-text5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만나나요?</a:t>
            </a:r>
            <a:endParaRPr lang="ko-KR" sz="2800" dirty="0"/>
          </a:p>
        </p:txBody>
      </p:sp>
      <p:sp>
        <p:nvSpPr>
          <p:cNvPr id="8" name="S10-chip5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0-text6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만나나요?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1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약속이 바뀌면 마지막에 정한 것이 핵심 정보예요.</a:t>
            </a:r>
            <a:endParaRPr lang="ko-KR" sz="2800" dirty="0"/>
          </a:p>
        </p:txBody>
      </p:sp>
      <p:sp>
        <p:nvSpPr>
          <p:cNvPr id="5" name="S11-chip6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1-text64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go swimming</a:t>
            </a:r>
            <a:endParaRPr lang="ko-KR" sz="2800" dirty="0"/>
          </a:p>
        </p:txBody>
      </p:sp>
      <p:sp>
        <p:nvSpPr>
          <p:cNvPr id="7" name="S11-text65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Sunday, two o'clock</a:t>
            </a:r>
            <a:endParaRPr lang="ko-KR" sz="2800" dirty="0"/>
          </a:p>
        </p:txBody>
      </p:sp>
      <p:sp>
        <p:nvSpPr>
          <p:cNvPr id="8" name="S11-text66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the swimming pool</a:t>
            </a:r>
            <a:endParaRPr lang="ko-KR" sz="2800" dirty="0"/>
          </a:p>
        </p:txBody>
      </p:sp>
      <p:sp>
        <p:nvSpPr>
          <p:cNvPr id="9" name="S11-chip6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0" name="S11-text68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Saturday</a:t>
            </a:r>
            <a:endParaRPr lang="ko-KR" sz="2800" dirty="0"/>
          </a:p>
        </p:txBody>
      </p:sp>
      <p:sp>
        <p:nvSpPr>
          <p:cNvPr id="11" name="S11-text69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바뀐 약속을 놓침</a:t>
            </a:r>
            <a:endParaRPr lang="ko-KR" sz="2200" dirty="0"/>
          </a:p>
        </p:txBody>
      </p:sp>
      <p:sp>
        <p:nvSpPr>
          <p:cNvPr id="12" name="S11-text70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two o'clock</a:t>
            </a:r>
            <a:endParaRPr lang="ko-KR" sz="2800" dirty="0"/>
          </a:p>
        </p:txBody>
      </p:sp>
      <p:sp>
        <p:nvSpPr>
          <p:cNvPr id="13" name="S11-text71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Where에 시각으로 답함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안내문 읽기</a:t>
            </a:r>
            <a:endParaRPr lang="ko-KR" sz="4000" dirty="0"/>
          </a:p>
        </p:txBody>
      </p:sp>
      <p:sp>
        <p:nvSpPr>
          <p:cNvPr id="3" name="S12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안내문을 혼자 읽고 답해요. (each 하나마다)</a:t>
            </a:r>
            <a:endParaRPr lang="ko-KR" sz="2800" dirty="0"/>
          </a:p>
        </p:txBody>
      </p:sp>
      <p:sp>
        <p:nvSpPr>
          <p:cNvPr id="4" name="S12-card73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74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언제 하나요?　② 어디에서 하나요?　③ 책 한 권은 얼마인가요?</a:t>
            </a:r>
            <a:endParaRPr lang="ko-KR" sz="2800" dirty="0"/>
          </a:p>
        </p:txBody>
      </p:sp>
      <p:sp>
        <p:nvSpPr>
          <p:cNvPr id="6" name="S12-passagebox75"/>
          <p:cNvSpPr/>
          <p:nvPr/>
        </p:nvSpPr>
        <p:spPr>
          <a:xfrm>
            <a:off x="548640" y="2011680"/>
            <a:ext cx="11091672" cy="2780792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12-passage76"/>
          <p:cNvSpPr txBox="1"/>
          <p:nvPr/>
        </p:nvSpPr>
        <p:spPr>
          <a:xfrm>
            <a:off x="822960" y="2194560"/>
            <a:ext cx="10543032" cy="241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Book Sale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When: Wednesday, May 15, at three o'clock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Where: the school library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Each book is 500 won.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77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78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먼저 읽고, 무엇을·언제·어디서를 잡아요.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약속이 바뀌면 마지막에 정한 것이 핵심 정보예요.</a:t>
            </a:r>
            <a:endParaRPr lang="ko-KR" sz="2800" dirty="0"/>
          </a:p>
        </p:txBody>
      </p:sp>
      <p:sp>
        <p:nvSpPr>
          <p:cNvPr id="5" name="S13-chip79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질문 먼저 읽기</a:t>
            </a:r>
            <a:endParaRPr lang="ko-KR" sz="2200" dirty="0"/>
          </a:p>
        </p:txBody>
      </p:sp>
      <p:sp>
        <p:nvSpPr>
          <p:cNvPr id="6" name="S13-chip80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처음 들은 말만 기억하기</a:t>
            </a:r>
            <a:endParaRPr lang="ko-KR" sz="2200" dirty="0"/>
          </a:p>
        </p:txBody>
      </p:sp>
      <p:sp>
        <p:nvSpPr>
          <p:cNvPr id="7" name="S13-text81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82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핵심 정보를 찾을 때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할 일은?</a:t>
            </a:r>
            <a:endParaRPr lang="ko-KR" sz="2200" dirty="0"/>
          </a:p>
        </p:txBody>
      </p:sp>
      <p:sp>
        <p:nvSpPr>
          <p:cNvPr id="9" name="S13-text83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When?의 답이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되는 낱말은?</a:t>
            </a:r>
            <a:endParaRPr lang="ko-KR" sz="2200" dirty="0"/>
          </a:p>
        </p:txBody>
      </p:sp>
      <p:sp>
        <p:nvSpPr>
          <p:cNvPr id="10" name="S13-text84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약속이 바뀌면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기억해요?</a:t>
            </a:r>
            <a:endParaRPr lang="ko-KR" sz="2200" dirty="0"/>
          </a:p>
        </p:txBody>
      </p:sp>
      <p:sp>
        <p:nvSpPr>
          <p:cNvPr id="11" name="S13-text8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사건 순서 파악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묻는 낱말과 요일</a:t>
            </a:r>
            <a:endParaRPr lang="ko-KR" sz="4000" dirty="0"/>
          </a:p>
        </p:txBody>
      </p:sp>
      <p:sp>
        <p:nvSpPr>
          <p:cNvPr id="3" name="S14-card86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87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Monday　Tuesday　Wednesday　Thursday　Friday　Saturday　Sunday</a:t>
            </a:r>
            <a:endParaRPr lang="ko-KR" sz="2800" dirty="0"/>
          </a:p>
        </p:txBody>
      </p:sp>
      <p:sp>
        <p:nvSpPr>
          <p:cNvPr id="5" name="S14-word88"/>
          <p:cNvSpPr txBox="1"/>
          <p:nvPr/>
        </p:nvSpPr>
        <p:spPr>
          <a:xfrm>
            <a:off x="548640" y="2190496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</a:t>
            </a:r>
            <a:endParaRPr lang="ko-KR" sz="3200" dirty="0"/>
          </a:p>
        </p:txBody>
      </p:sp>
      <p:sp>
        <p:nvSpPr>
          <p:cNvPr id="6" name="S14-word89"/>
          <p:cNvSpPr txBox="1"/>
          <p:nvPr/>
        </p:nvSpPr>
        <p:spPr>
          <a:xfrm>
            <a:off x="3390138" y="2190496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</a:t>
            </a:r>
            <a:endParaRPr lang="ko-KR" sz="3200" dirty="0"/>
          </a:p>
        </p:txBody>
      </p:sp>
      <p:sp>
        <p:nvSpPr>
          <p:cNvPr id="7" name="S14-word90"/>
          <p:cNvSpPr txBox="1"/>
          <p:nvPr/>
        </p:nvSpPr>
        <p:spPr>
          <a:xfrm>
            <a:off x="6231636" y="2190496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</a:t>
            </a:r>
            <a:endParaRPr lang="ko-KR" sz="3200" dirty="0"/>
          </a:p>
        </p:txBody>
      </p:sp>
      <p:sp>
        <p:nvSpPr>
          <p:cNvPr id="8" name="S14-word91"/>
          <p:cNvSpPr txBox="1"/>
          <p:nvPr/>
        </p:nvSpPr>
        <p:spPr>
          <a:xfrm>
            <a:off x="9073134" y="2190496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영어 핵심 정보 파악</dc:title>
  <dc:subject>KR22-G06-ENG-KEYINFO-L01</dc:subject>
  <dc:creator>education-ppt</dc:creator>
  <cp:lastModifiedBy>education-ppt</cp:lastModifiedBy>
  <cp:revision>1</cp:revision>
  <dcterms:created xsi:type="dcterms:W3CDTF">2026-10-26T09:33:39Z</dcterms:created>
  <dcterms:modified xsi:type="dcterms:W3CDTF">2026-10-26T09:33:39Z</dcterms:modified>
</cp:coreProperties>
</file>