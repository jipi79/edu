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e83c816-702e-1917-7fb6-4b25a49c7173}">
          <p14:sldIdLst>
            <p14:sldId id="256"/>
            <p14:sldId id="257"/>
          </p14:sldIdLst>
        </p14:section>
        <p14:section name="개념" id="{759bd155-e85e-399a-b501-1e9fad6277f9}">
          <p14:sldIdLst>
            <p14:sldId id="258"/>
            <p14:sldId id="259"/>
          </p14:sldIdLst>
        </p14:section>
        <p14:section name="연습" id="{2570ae83-87a0-cbdb-6272-deedbc1187bf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05e6b362-ea26-2b57-15d7-3b7ebe945731}">
          <p14:sldIdLst>
            <p14:sldId id="265"/>
            <p14:sldId id="266"/>
          </p14:sldIdLst>
        </p14:section>
        <p14:section name="정리" id="{efc0751f-7c1e-9c1c-5d06-bd42434f20a4}">
          <p14:sldIdLst>
            <p14:sldId id="267"/>
          </p14:sldIdLst>
        </p14:section>
        <p14:section name="보충" id="{39adc8d2-c995-9f07-c12b-bbe5b9813a1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듣기와읽기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핵심 정보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핵심 정보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핵심 정보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 파악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듣고 꼭 알아야 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어떻게 찾을까요?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ko-KR" sz="28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17068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28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7736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2800" dirty="0"/>
          </a:p>
        </p:txBody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대화를 듣고 무엇을, 언제, 어디서 하는지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안내문과 메시지를 읽고 중요한 정보를 찾아요.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정보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뜻을 말하고, ②는 읽고 Who? What? Where? When?에 답해요.</a:t>
            </a:r>
            <a:endParaRPr lang="ko-KR" sz="28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8244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8"/>
          <p:cNvSpPr txBox="1"/>
          <p:nvPr/>
        </p:nvSpPr>
        <p:spPr>
          <a:xfrm>
            <a:off x="1344168" y="2376424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　·　What　·　When　·　Where</a:t>
            </a:r>
            <a:endParaRPr lang="ko-KR" sz="2800" dirty="0"/>
          </a:p>
        </p:txBody>
      </p:sp>
      <p:sp>
        <p:nvSpPr>
          <p:cNvPr id="6" name="S02-chip9"/>
          <p:cNvSpPr txBox="1"/>
          <p:nvPr/>
        </p:nvSpPr>
        <p:spPr>
          <a:xfrm>
            <a:off x="548640" y="48366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0"/>
          <p:cNvSpPr txBox="1"/>
          <p:nvPr/>
        </p:nvSpPr>
        <p:spPr>
          <a:xfrm>
            <a:off x="1344168" y="4388612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 plays soccer at the park on Sunday.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 찾는 방법</a:t>
            </a:r>
            <a:endParaRPr lang="ko-KR" sz="40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정보: 질문에 답하는 데 꼭 필요한 정보</a:t>
            </a:r>
            <a:endParaRPr lang="ko-KR" sz="2800" dirty="0"/>
          </a:p>
        </p:txBody>
      </p:sp>
      <p:sp>
        <p:nvSpPr>
          <p:cNvPr id="5" name="S03-stepno13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3-text14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읽어요.</a:t>
            </a:r>
            <a:endParaRPr lang="ko-KR" sz="2800" dirty="0"/>
          </a:p>
        </p:txBody>
      </p:sp>
      <p:sp>
        <p:nvSpPr>
          <p:cNvPr id="7" name="S03-stepno15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3-text16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찾을지 정해요. (언제? 어디서?)</a:t>
            </a:r>
            <a:endParaRPr lang="ko-KR" sz="2800" dirty="0"/>
          </a:p>
        </p:txBody>
      </p:sp>
      <p:sp>
        <p:nvSpPr>
          <p:cNvPr id="9" name="S03-stepno17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3-text18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듣거나 읽으면서 그 낱말을 잡아요.</a:t>
            </a:r>
            <a:endParaRPr lang="ko-KR" sz="2800" dirty="0"/>
          </a:p>
        </p:txBody>
      </p:sp>
      <p:sp>
        <p:nvSpPr>
          <p:cNvPr id="11" name="S03-stepno19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3-text20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말이 없는지 끝까지 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낱말을 잡을까요?</a:t>
            </a:r>
            <a:endParaRPr lang="ko-KR" sz="40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 → 하는 일　　When? → 요일·시각　　Where? → 장소</a:t>
            </a:r>
            <a:endParaRPr lang="ko-KR" sz="2800" dirty="0"/>
          </a:p>
        </p:txBody>
      </p:sp>
      <p:sp>
        <p:nvSpPr>
          <p:cNvPr id="5" name="S04-word23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3200" dirty="0"/>
          </a:p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badminton</a:t>
            </a:r>
            <a:endParaRPr lang="ko-KR" sz="3200" dirty="0"/>
          </a:p>
        </p:txBody>
      </p:sp>
      <p:sp>
        <p:nvSpPr>
          <p:cNvPr id="6" name="S04-word24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3200" dirty="0"/>
          </a:p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Saturday, at ten o'clock</a:t>
            </a:r>
            <a:endParaRPr lang="ko-KR" sz="3200" dirty="0"/>
          </a:p>
        </p:txBody>
      </p:sp>
      <p:sp>
        <p:nvSpPr>
          <p:cNvPr id="7" name="S04-word25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3200" dirty="0"/>
          </a:p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the park, at the library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찾기 ①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읽어요. 그다음 대화를 듣고 답해요.</a:t>
            </a:r>
            <a:endParaRPr lang="ko-KR" sz="28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들을 때 요일·시각·장소 낱말을 잡아요.</a:t>
            </a:r>
            <a:endParaRPr lang="ko-KR" sz="2800" dirty="0"/>
          </a:p>
        </p:txBody>
      </p:sp>
      <p:sp>
        <p:nvSpPr>
          <p:cNvPr id="6" name="S05-chip2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무엇을 하기로 했나요?</a:t>
            </a:r>
            <a:endParaRPr lang="ko-KR" sz="2800" dirty="0"/>
          </a:p>
        </p:txBody>
      </p:sp>
      <p:sp>
        <p:nvSpPr>
          <p:cNvPr id="8" name="S05-chip3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3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</a:t>
            </a:r>
            <a:endParaRPr lang="ko-KR" sz="2800" dirty="0"/>
          </a:p>
        </p:txBody>
      </p:sp>
      <p:sp>
        <p:nvSpPr>
          <p:cNvPr id="10" name="S05-chip3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방금 들은 대화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언제, 어디서에 해당하는 낱말을 짚어요.</a:t>
            </a:r>
            <a:endParaRPr lang="ko-KR" sz="2800" dirty="0"/>
          </a:p>
        </p:txBody>
      </p:sp>
      <p:sp>
        <p:nvSpPr>
          <p:cNvPr id="4" name="S06-passagebox36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6-passage37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Jiho, let's play badminton this Saturday.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Jiho: Sounds good. What time?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At ten o'clock.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Jiho: Where?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At the park near my house.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Jiho: Okay. See you then.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만날까요?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듣고 두 사람이 언제 만나는지 찾아요. 친구는 가라고 답했어요.</a:t>
            </a:r>
            <a:endParaRPr lang="ko-KR" sz="2800" dirty="0"/>
          </a:p>
        </p:txBody>
      </p:sp>
      <p:sp>
        <p:nvSpPr>
          <p:cNvPr id="5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 친구는 왜 틀렸을까요?</a:t>
            </a:r>
            <a:endParaRPr lang="ko-KR" sz="2800" dirty="0"/>
          </a:p>
        </p:txBody>
      </p:sp>
      <p:sp>
        <p:nvSpPr>
          <p:cNvPr id="7" name="S07-chip42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43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Friday</a:t>
            </a:r>
            <a:endParaRPr lang="ko-KR" sz="2800" dirty="0"/>
          </a:p>
        </p:txBody>
      </p:sp>
      <p:sp>
        <p:nvSpPr>
          <p:cNvPr id="9" name="S07-chip44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45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Saturday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 읽기</a:t>
            </a:r>
            <a:endParaRPr lang="ko-KR" sz="40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gym 체육관　·　scissors 가위　·　glue stick 딱풀</a:t>
            </a:r>
            <a:endParaRPr lang="ko-KR" sz="2800" dirty="0"/>
          </a:p>
        </p:txBody>
      </p:sp>
      <p:sp>
        <p:nvSpPr>
          <p:cNvPr id="4" name="S08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 하나요?　② 어디에서 하나요?　③ 무엇을 가져가나요?</a:t>
            </a:r>
            <a:endParaRPr lang="ko-KR" sz="2800" dirty="0"/>
          </a:p>
        </p:txBody>
      </p:sp>
      <p:sp>
        <p:nvSpPr>
          <p:cNvPr id="6" name="S08-passagebox49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8-passage50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Science 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make paper rockets!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When: Friday, June 7, at two o'clock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Where: the school gym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Bring: scissors and a glue stick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문장 고르기</a:t>
            </a:r>
            <a:endParaRPr lang="ko-KR" sz="4000" dirty="0"/>
          </a:p>
        </p:txBody>
      </p:sp>
      <p:sp>
        <p:nvSpPr>
          <p:cNvPr id="3" name="S09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파티에 가려면 꼭 알아야 할 문장은? 없어도 되는 문장은?</a:t>
            </a:r>
            <a:endParaRPr lang="ko-KR" sz="2800" dirty="0"/>
          </a:p>
        </p:txBody>
      </p:sp>
      <p:sp>
        <p:nvSpPr>
          <p:cNvPr id="4" name="S09-passagebox52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9-passage53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Mina's message to Jun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My birthday party is on Sunday.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starts at one o'clock.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It's at my house.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My cat Coco loves parties!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읽고, 대화를 들은 뒤 답해요.</a:t>
            </a:r>
            <a:endParaRPr lang="ko-KR" sz="2800" dirty="0"/>
          </a:p>
        </p:txBody>
      </p:sp>
      <p:sp>
        <p:nvSpPr>
          <p:cNvPr id="4" name="S10-chip5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5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무엇을 하기로 했나요?</a:t>
            </a:r>
            <a:endParaRPr lang="ko-KR" sz="2800" dirty="0"/>
          </a:p>
        </p:txBody>
      </p:sp>
      <p:sp>
        <p:nvSpPr>
          <p:cNvPr id="6" name="S10-chip5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5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</a:t>
            </a:r>
            <a:endParaRPr lang="ko-KR" sz="2800" dirty="0"/>
          </a:p>
        </p:txBody>
      </p:sp>
      <p:sp>
        <p:nvSpPr>
          <p:cNvPr id="8" name="S10-chip5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6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안내문 읽기</a:t>
            </a:r>
            <a:endParaRPr lang="ko-KR" sz="4000" dirty="0"/>
          </a:p>
        </p:txBody>
      </p:sp>
      <p:sp>
        <p:nvSpPr>
          <p:cNvPr id="3" name="S12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안내문을 혼자 읽고 답해요. (each 하나마다)</a:t>
            </a:r>
            <a:endParaRPr lang="ko-KR" sz="2800" dirty="0"/>
          </a:p>
        </p:txBody>
      </p:sp>
      <p:sp>
        <p:nvSpPr>
          <p:cNvPr id="4" name="S12-card6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6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 하나요?　② 어디에서 하나요?　③ 책 한 권은 얼마인가요?</a:t>
            </a:r>
            <a:endParaRPr lang="ko-KR" sz="2800" dirty="0"/>
          </a:p>
        </p:txBody>
      </p:sp>
      <p:sp>
        <p:nvSpPr>
          <p:cNvPr id="6" name="S12-passagebox64"/>
          <p:cNvSpPr/>
          <p:nvPr/>
        </p:nvSpPr>
        <p:spPr>
          <a:xfrm>
            <a:off x="548640" y="2011680"/>
            <a:ext cx="11091672" cy="2780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12-passage65"/>
          <p:cNvSpPr txBox="1"/>
          <p:nvPr/>
        </p:nvSpPr>
        <p:spPr>
          <a:xfrm>
            <a:off x="822960" y="2194560"/>
            <a:ext cx="10543032" cy="241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Book Sale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When: Wednesday, May 15, at three o'clock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Where: the school library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Each book is 500 won.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읽고, 무엇을·언제·어디서를 잡아요.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약속이 바뀌면 마지막에 정한 것이 핵심 정보예요.</a:t>
            </a:r>
            <a:endParaRPr lang="ko-KR" sz="2800" dirty="0"/>
          </a:p>
        </p:txBody>
      </p:sp>
      <p:sp>
        <p:nvSpPr>
          <p:cNvPr id="5" name="S13-chip6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질문 먼저 읽기</a:t>
            </a:r>
            <a:endParaRPr lang="ko-KR" sz="2200" dirty="0"/>
          </a:p>
        </p:txBody>
      </p:sp>
      <p:sp>
        <p:nvSpPr>
          <p:cNvPr id="6" name="S13-chip6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처음 들은 말만 기억하기</a:t>
            </a:r>
            <a:endParaRPr lang="ko-KR" sz="2200" dirty="0"/>
          </a:p>
        </p:txBody>
      </p:sp>
      <p:sp>
        <p:nvSpPr>
          <p:cNvPr id="7" name="S13-text7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71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핵심 정보를 찾을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할 일은?</a:t>
            </a:r>
            <a:endParaRPr lang="ko-KR" sz="2200" dirty="0"/>
          </a:p>
        </p:txBody>
      </p:sp>
      <p:sp>
        <p:nvSpPr>
          <p:cNvPr id="9" name="S13-text7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When?의 답이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 낱말은?</a:t>
            </a:r>
            <a:endParaRPr lang="ko-KR" sz="2200" dirty="0"/>
          </a:p>
        </p:txBody>
      </p:sp>
      <p:sp>
        <p:nvSpPr>
          <p:cNvPr id="10" name="S13-text7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약속이 바뀌면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기억해요?</a:t>
            </a:r>
            <a:endParaRPr lang="ko-KR" sz="2200" dirty="0"/>
          </a:p>
        </p:txBody>
      </p:sp>
      <p:sp>
        <p:nvSpPr>
          <p:cNvPr id="11" name="S13-text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사건 순서 파악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묻는 낱말과 요일</a:t>
            </a:r>
            <a:endParaRPr lang="ko-KR" sz="4000" dirty="0"/>
          </a:p>
        </p:txBody>
      </p:sp>
      <p:sp>
        <p:nvSpPr>
          <p:cNvPr id="3" name="S14-card75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76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Monday　Tuesday　Wednesday　Thursday　Friday　Saturday　Sunday</a:t>
            </a:r>
            <a:endParaRPr lang="ko-KR" sz="2800" dirty="0"/>
          </a:p>
        </p:txBody>
      </p:sp>
      <p:sp>
        <p:nvSpPr>
          <p:cNvPr id="5" name="S14-word77"/>
          <p:cNvSpPr txBox="1"/>
          <p:nvPr/>
        </p:nvSpPr>
        <p:spPr>
          <a:xfrm>
            <a:off x="548640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200" dirty="0"/>
          </a:p>
        </p:txBody>
      </p:sp>
      <p:sp>
        <p:nvSpPr>
          <p:cNvPr id="6" name="S14-word78"/>
          <p:cNvSpPr txBox="1"/>
          <p:nvPr/>
        </p:nvSpPr>
        <p:spPr>
          <a:xfrm>
            <a:off x="3390138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ko-KR" sz="3200" dirty="0"/>
          </a:p>
        </p:txBody>
      </p:sp>
      <p:sp>
        <p:nvSpPr>
          <p:cNvPr id="7" name="S14-word79"/>
          <p:cNvSpPr txBox="1"/>
          <p:nvPr/>
        </p:nvSpPr>
        <p:spPr>
          <a:xfrm>
            <a:off x="6231636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3200" dirty="0"/>
          </a:p>
        </p:txBody>
      </p:sp>
      <p:sp>
        <p:nvSpPr>
          <p:cNvPr id="8" name="S14-word80"/>
          <p:cNvSpPr txBox="1"/>
          <p:nvPr/>
        </p:nvSpPr>
        <p:spPr>
          <a:xfrm>
            <a:off x="9073134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핵심 정보 파악</dc:title>
  <dc:subject>KR22-G06-ENG-KEYINFO-L01</dc:subject>
  <dc:creator>education-ppt</dc:creator>
  <cp:lastModifiedBy>education-ppt</cp:lastModifiedBy>
  <cp:revision>1</cp:revision>
  <dcterms:created xsi:type="dcterms:W3CDTF">2026-10-26T09:33:39Z</dcterms:created>
  <dcterms:modified xsi:type="dcterms:W3CDTF">2026-10-26T09:33:39Z</dcterms:modified>
</cp:coreProperties>
</file>