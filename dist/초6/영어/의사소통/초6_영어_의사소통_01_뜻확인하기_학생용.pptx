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ded783-dbd3-a3a3-0b7a-9dd979b66215}">
          <p14:sldIdLst>
            <p14:sldId id="256"/>
            <p14:sldId id="257"/>
          </p14:sldIdLst>
        </p14:section>
        <p14:section name="개념" id="{b2448b76-d77d-b340-fc5d-2e116ebce31f}">
          <p14:sldIdLst>
            <p14:sldId id="258"/>
            <p14:sldId id="259"/>
            <p14:sldId id="260"/>
            <p14:sldId id="261"/>
          </p14:sldIdLst>
        </p14:section>
        <p14:section name="연습" id="{9a992bbe-3c7a-41e9-cd7f-b3d8428a93de}">
          <p14:sldIdLst>
            <p14:sldId id="262"/>
            <p14:sldId id="263"/>
            <p14:sldId id="264"/>
            <p14:sldId id="265"/>
          </p14:sldIdLst>
        </p14:section>
        <p14:section name="확인" id="{76bea648-9e53-d3f5-a0e7-98f4e7822a14}">
          <p14:sldIdLst>
            <p14:sldId id="266"/>
            <p14:sldId id="267"/>
          </p14:sldIdLst>
        </p14:section>
        <p14:section name="정리" id="{1d10a048-4241-7a34-6254-f8db78192cd0}">
          <p14:sldIdLst>
            <p14:sldId id="268"/>
          </p14:sldIdLst>
        </p14:section>
        <p14:section name="보충" id="{57621d57-c267-b8fc-59f9-e40e9e3d504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의사소통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뜻 확인하기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 확인하기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들었거나 모르는 낱말이 나오면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물어볼까요?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~ mean?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Pardon?, What does ~ mean?으로 다시 묻거나 뜻을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How do you spell ~?으로 철자를 묻고 답해요.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이름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철자를 말하고, ②는 듣고 낱말을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desk의 철자를 알파벳 이름으로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철자를 듣고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낱말인지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들었을 때는 끝을 올려 물어요.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뭐라고요? (다시 말해 주세요.)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 you say that again?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말해 줄 수 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~ mean?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읽어요.</a:t>
            </a:r>
            <a:endParaRPr lang="ko-KR" sz="28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does와 mean 사이에 넣어 물어요.</a:t>
            </a:r>
            <a:endParaRPr lang="ko-KR" sz="2800" dirty="0"/>
          </a:p>
        </p:txBody>
      </p:sp>
      <p:sp>
        <p:nvSpPr>
          <p:cNvPr id="6" name="S04-passagebox1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4-passage1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My dog is huge.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What does "huge" mean?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It means very big.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Oh, I see.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~?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철자는 글자의 소리가 아니라 알파벳 이름으로 말해요.</a:t>
            </a:r>
            <a:endParaRPr lang="ko-KR" sz="2800" dirty="0"/>
          </a:p>
        </p:txBody>
      </p:sp>
      <p:sp>
        <p:nvSpPr>
          <p:cNvPr id="5" name="S05-word21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"huge"?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huge의 철자가 뭐예요?</a:t>
            </a:r>
            <a:endParaRPr lang="ko-KR" sz="3200" dirty="0"/>
          </a:p>
        </p:txBody>
      </p:sp>
      <p:sp>
        <p:nvSpPr>
          <p:cNvPr id="6" name="S05-word22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H-U-G-E.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이름으로 한 글자씩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이어 가요</a:t>
            </a:r>
            <a:endParaRPr lang="ko-KR" sz="4000" dirty="0"/>
          </a:p>
        </p:txBody>
      </p:sp>
      <p:sp>
        <p:nvSpPr>
          <p:cNvPr id="3" name="S06-passagebox23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6-passage24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Look! My cat is tiny.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Pardon?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My cat is tiny.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What does "tiny" mean?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It means very small.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How do you spell "tiny"?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T-I-N-Y.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Thank you!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뭐라고 할까요?</a:t>
            </a:r>
            <a:endParaRPr lang="ko-KR" sz="4000" dirty="0"/>
          </a:p>
        </p:txBody>
      </p:sp>
      <p:sp>
        <p:nvSpPr>
          <p:cNvPr id="3" name="S07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알맞은 영어 표현을 말해요.</a:t>
            </a:r>
            <a:endParaRPr lang="ko-KR" sz="2800" dirty="0"/>
          </a:p>
        </p:txBody>
      </p:sp>
      <p:sp>
        <p:nvSpPr>
          <p:cNvPr id="4" name="S07-chip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text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말이 너무 작아서 못 들었어요.</a:t>
            </a:r>
            <a:endParaRPr lang="ko-KR" sz="2800" dirty="0"/>
          </a:p>
        </p:txBody>
      </p:sp>
      <p:sp>
        <p:nvSpPr>
          <p:cNvPr id="6" name="S07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7-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It's a giant tree.라고 했는데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giant의 뜻을 몰라요.</a:t>
            </a:r>
            <a:endParaRPr lang="ko-KR" sz="2800" dirty="0"/>
          </a:p>
        </p:txBody>
      </p:sp>
      <p:sp>
        <p:nvSpPr>
          <p:cNvPr id="8" name="S07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7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tiger를 쓰고 싶은데 철자를 몰라요.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000" dirty="0"/>
          </a:p>
        </p:txBody>
      </p:sp>
      <p:sp>
        <p:nvSpPr>
          <p:cNvPr id="3" name="S08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tiny의 뜻을 몰라서 두 친구가 이렇게 물었어요.</a:t>
            </a:r>
            <a:endParaRPr lang="ko-KR" sz="2800" dirty="0"/>
          </a:p>
        </p:txBody>
      </p:sp>
      <p:sp>
        <p:nvSpPr>
          <p:cNvPr id="5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물은 쪽은? 무엇이 다른가요?</a:t>
            </a:r>
            <a:endParaRPr lang="ko-KR" sz="2800" dirty="0"/>
          </a:p>
        </p:txBody>
      </p:sp>
      <p:sp>
        <p:nvSpPr>
          <p:cNvPr id="7" name="S08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37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"tiny" mean?</a:t>
            </a:r>
            <a:endParaRPr lang="ko-KR" sz="3200" dirty="0"/>
          </a:p>
        </p:txBody>
      </p:sp>
      <p:sp>
        <p:nvSpPr>
          <p:cNvPr id="9" name="S08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39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"tiny" mean?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주고받기 놀이</a:t>
            </a:r>
            <a:endParaRPr lang="ko-KR" sz="4000" dirty="0"/>
          </a:p>
        </p:txBody>
      </p:sp>
      <p:sp>
        <p:nvSpPr>
          <p:cNvPr id="3" name="S09-card40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1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철자를 영어로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철자대로 바르게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알파벳 이름으로 철자를 말했어요</a:t>
            </a:r>
            <a:endParaRPr lang="ko-KR" sz="2800" dirty="0"/>
          </a:p>
        </p:txBody>
      </p:sp>
      <p:sp>
        <p:nvSpPr>
          <p:cNvPr id="5" name="S09-stepno42"/>
          <p:cNvSpPr txBox="1"/>
          <p:nvPr/>
        </p:nvSpPr>
        <p:spPr>
          <a:xfrm>
            <a:off x="548640" y="1911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43"/>
          <p:cNvSpPr txBox="1"/>
          <p:nvPr/>
        </p:nvSpPr>
        <p:spPr>
          <a:xfrm>
            <a:off x="1325880" y="19116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낱말을 말해요.</a:t>
            </a:r>
            <a:endParaRPr lang="ko-KR" sz="2800" dirty="0"/>
          </a:p>
        </p:txBody>
      </p:sp>
      <p:sp>
        <p:nvSpPr>
          <p:cNvPr id="7" name="S09-stepno44"/>
          <p:cNvSpPr txBox="1"/>
          <p:nvPr/>
        </p:nvSpPr>
        <p:spPr>
          <a:xfrm>
            <a:off x="548640" y="2670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45"/>
          <p:cNvSpPr txBox="1"/>
          <p:nvPr/>
        </p:nvSpPr>
        <p:spPr>
          <a:xfrm>
            <a:off x="1325880" y="262483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~?으로 물어요.</a:t>
            </a:r>
            <a:endParaRPr lang="ko-KR" sz="2800" dirty="0"/>
          </a:p>
        </p:txBody>
      </p:sp>
      <p:sp>
        <p:nvSpPr>
          <p:cNvPr id="9" name="S09-stepno46"/>
          <p:cNvSpPr txBox="1"/>
          <p:nvPr/>
        </p:nvSpPr>
        <p:spPr>
          <a:xfrm>
            <a:off x="548640" y="365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47"/>
          <p:cNvSpPr txBox="1"/>
          <p:nvPr/>
        </p:nvSpPr>
        <p:spPr>
          <a:xfrm>
            <a:off x="1325880" y="3657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들으며 공책에 써요.</a:t>
            </a:r>
            <a:endParaRPr lang="ko-KR" sz="2800" dirty="0"/>
          </a:p>
        </p:txBody>
      </p:sp>
      <p:sp>
        <p:nvSpPr>
          <p:cNvPr id="11" name="S09-stepno48"/>
          <p:cNvSpPr txBox="1"/>
          <p:nvPr/>
        </p:nvSpPr>
        <p:spPr>
          <a:xfrm>
            <a:off x="548640" y="4370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49"/>
          <p:cNvSpPr txBox="1"/>
          <p:nvPr/>
        </p:nvSpPr>
        <p:spPr>
          <a:xfrm>
            <a:off x="1325880" y="4370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낱말을 읽어요.</a:t>
            </a:r>
            <a:endParaRPr lang="ko-KR" sz="2800" dirty="0"/>
          </a:p>
        </p:txBody>
      </p:sp>
      <p:sp>
        <p:nvSpPr>
          <p:cNvPr id="13" name="S09-stepno50"/>
          <p:cNvSpPr txBox="1"/>
          <p:nvPr/>
        </p:nvSpPr>
        <p:spPr>
          <a:xfrm>
            <a:off x="548640" y="5083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9-text51"/>
          <p:cNvSpPr txBox="1"/>
          <p:nvPr/>
        </p:nvSpPr>
        <p:spPr>
          <a:xfrm>
            <a:off x="1325880" y="5083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3번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넣어 B의 말을 해요.</a:t>
            </a:r>
            <a:endParaRPr lang="ko-KR" sz="2800" dirty="0"/>
          </a:p>
        </p:txBody>
      </p:sp>
      <p:sp>
        <p:nvSpPr>
          <p:cNvPr id="4" name="S10-chip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5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 have a puppy.　B: ______?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 have a puppy.</a:t>
            </a:r>
            <a:endParaRPr lang="ko-KR" sz="28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What ______ "puppy" ______?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It means a baby dog.</a:t>
            </a:r>
            <a:endParaRPr lang="ko-KR" sz="28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How do you ______ "puppy"?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P-U-P-P-Y.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대화를 이어 가요. 필요할 때 영어로 물어요.</a:t>
            </a:r>
            <a:endParaRPr lang="ko-KR" sz="2800" dirty="0"/>
          </a:p>
        </p:txBody>
      </p:sp>
      <p:sp>
        <p:nvSpPr>
          <p:cNvPr id="4" name="S11-chip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못 들었어요.</a:t>
            </a:r>
            <a:endParaRPr lang="ko-KR" sz="2800" dirty="0"/>
          </a:p>
        </p:txBody>
      </p:sp>
      <p:sp>
        <p:nvSpPr>
          <p:cNvPr id="6" name="S11-chip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나왔어요.</a:t>
            </a:r>
            <a:endParaRPr lang="ko-KR" sz="2800" dirty="0"/>
          </a:p>
        </p:txBody>
      </p:sp>
      <p:sp>
        <p:nvSpPr>
          <p:cNvPr id="8" name="S11-chip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알고 싶어요.</a:t>
            </a:r>
            <a:endParaRPr lang="ko-KR" sz="2800" dirty="0"/>
          </a:p>
        </p:txBody>
      </p:sp>
      <p:sp>
        <p:nvSpPr>
          <p:cNvPr id="10" name="S11-chip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철자대로 공책에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상황에 알맞은 말은? 어떻게 알았나요?</a:t>
            </a:r>
            <a:endParaRPr lang="ko-KR" sz="2800" dirty="0"/>
          </a:p>
        </p:txBody>
      </p:sp>
      <p:sp>
        <p:nvSpPr>
          <p:cNvPr id="5" name="S13-chip7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7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Pardon?</a:t>
            </a:r>
            <a:endParaRPr lang="ko-KR" sz="2800" dirty="0"/>
          </a:p>
        </p:txBody>
      </p:sp>
      <p:sp>
        <p:nvSpPr>
          <p:cNvPr id="8" name="S13-chip7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7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does "huge" mean?</a:t>
            </a:r>
            <a:endParaRPr lang="ko-KR" sz="2800" dirty="0"/>
          </a:p>
        </p:txBody>
      </p:sp>
      <p:sp>
        <p:nvSpPr>
          <p:cNvPr id="11" name="S13-chip7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7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do you spell "huge"?</a:t>
            </a:r>
            <a:endParaRPr lang="ko-KR" sz="2800" dirty="0"/>
          </a:p>
        </p:txBody>
      </p:sp>
      <p:sp>
        <p:nvSpPr>
          <p:cNvPr id="14" name="S13-chip7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8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8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들으면 Pardon?, 뜻을 모르면 What does ~ mean?,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모르면 How do you spell ~?으로 물어요.</a:t>
            </a:r>
            <a:endParaRPr lang="ko-KR" sz="2800" dirty="0"/>
          </a:p>
        </p:txBody>
      </p:sp>
      <p:sp>
        <p:nvSpPr>
          <p:cNvPr id="5" name="S14-chip8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모르면 영어로 묻기</a:t>
            </a:r>
            <a:endParaRPr lang="ko-KR" sz="2200" dirty="0"/>
          </a:p>
        </p:txBody>
      </p:sp>
      <p:sp>
        <p:nvSpPr>
          <p:cNvPr id="6" name="S14-chip8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What? / What is ~ mean?</a:t>
            </a:r>
            <a:endParaRPr lang="ko-KR" sz="2200" dirty="0"/>
          </a:p>
        </p:txBody>
      </p:sp>
      <p:sp>
        <p:nvSpPr>
          <p:cNvPr id="7" name="S14-text8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못 들었을 때 하는 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200" dirty="0"/>
          </a:p>
        </p:txBody>
      </p:sp>
      <p:sp>
        <p:nvSpPr>
          <p:cNvPr id="9" name="S14-text8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giant의 뜻을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0" name="S14-text8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T-I-N-Y를 듣고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말하기</a:t>
            </a:r>
            <a:endParaRPr lang="ko-KR" sz="2200" dirty="0"/>
          </a:p>
        </p:txBody>
      </p:sp>
      <p:sp>
        <p:nvSpPr>
          <p:cNvPr id="11" name="S14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제안하고 답하기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알파벳 이름 다시 보기</a:t>
            </a:r>
            <a:endParaRPr lang="ko-KR" sz="4000" dirty="0"/>
          </a:p>
        </p:txBody>
      </p:sp>
      <p:sp>
        <p:nvSpPr>
          <p:cNvPr id="3" name="S15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철자를 말할 때는 알파벳 이름으로 말해요.　cat → C-A-T</a:t>
            </a:r>
            <a:endParaRPr lang="ko-KR" sz="2800" dirty="0"/>
          </a:p>
        </p:txBody>
      </p:sp>
      <p:sp>
        <p:nvSpPr>
          <p:cNvPr id="5" name="S15-tile93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6" name="S15-tile94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7" name="S15-tile95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8" name="S15-tile96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9" name="S15-tile97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0" name="S15-tile98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1" name="S15-tile99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2" name="S15-tile100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3" name="S15-tile101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4" name="S15-tile102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5" name="S15-tile103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6" name="S15-tile104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7" name="S15-tile105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8" name="S15-tile106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19" name="S15-tile107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0" name="S15-tile108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1" name="S15-tile109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2" name="S15-tile110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3" name="S15-tile111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4" name="S15-tile112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5" name="S15-tile113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6" name="S15-tile114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7" name="S15-tile115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8" name="S15-tile116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29" name="S15-tile117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0" name="S15-tile118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뜻 확인하기</dc:title>
  <dc:subject>KR22-G06-ENG-CLARIFY-L01</dc:subject>
  <dc:creator>education-ppt</dc:creator>
  <cp:lastModifiedBy>education-ppt</cp:lastModifiedBy>
  <cp:revision>1</cp:revision>
  <dcterms:created xsi:type="dcterms:W3CDTF">2026-10-26T13:19:20Z</dcterms:created>
  <dcterms:modified xsi:type="dcterms:W3CDTF">2026-10-26T13:19:20Z</dcterms:modified>
</cp:coreProperties>
</file>