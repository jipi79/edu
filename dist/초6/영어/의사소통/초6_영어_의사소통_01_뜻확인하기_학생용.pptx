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e7820e7-d2b2-e0c2-5ea5-b0ef32eab77d}">
          <p14:sldIdLst>
            <p14:sldId id="256"/>
            <p14:sldId id="257"/>
          </p14:sldIdLst>
        </p14:section>
        <p14:section name="개념" id="{42f68dec-d521-796f-482e-0f0b6c2efdf3}">
          <p14:sldIdLst>
            <p14:sldId id="258"/>
            <p14:sldId id="259"/>
            <p14:sldId id="260"/>
            <p14:sldId id="261"/>
          </p14:sldIdLst>
        </p14:section>
        <p14:section name="연습" id="{cbe65748-d8a8-8e86-67f3-b4d9e4d140ef}">
          <p14:sldIdLst>
            <p14:sldId id="262"/>
            <p14:sldId id="263"/>
            <p14:sldId id="264"/>
            <p14:sldId id="265"/>
          </p14:sldIdLst>
        </p14:section>
        <p14:section name="확인" id="{87ebaeb8-7a66-44f1-8e2c-faee8faabca2}">
          <p14:sldIdLst>
            <p14:sldId id="266"/>
            <p14:sldId id="267"/>
          </p14:sldIdLst>
        </p14:section>
        <p14:section name="정리" id="{b23a84d2-c910-a0c1-d589-6804c260e053}">
          <p14:sldIdLst>
            <p14:sldId id="268"/>
          </p14:sldIdLst>
        </p14:section>
        <p14:section name="보충" id="{4f05066a-a413-f041-6b7f-73edb0c5e4d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의사소통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뜻 확인하기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뜻 확인하기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뜻 확인하기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 확인하기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못 들었거나 모르는 낱말이 나오면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물어볼까요?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Pardon?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does ~ mean?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Pardon?, What does ~ mean?으로 다시 묻거나 뜻을 물어요.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How do you spell ~?으로 철자를 묻고 답해요.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알파벳 이름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철자를 말하고, ②는 듣고 낱말을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desk의 철자를 알파벳 이름으로 말해요.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철자를 듣고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낱말인지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Pardon?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못 들었을 때는 끝을 올려 물어요.</a:t>
            </a:r>
            <a:endParaRPr lang="ko-KR" sz="2800" dirty="0"/>
          </a:p>
        </p:txBody>
      </p:sp>
      <p:sp>
        <p:nvSpPr>
          <p:cNvPr id="5" name="S03-word12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Pardon?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뭐라고요? (다시 말해 주세요.)</a:t>
            </a:r>
            <a:endParaRPr lang="ko-KR" sz="3200" dirty="0"/>
          </a:p>
        </p:txBody>
      </p:sp>
      <p:sp>
        <p:nvSpPr>
          <p:cNvPr id="6" name="S03-word13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 you say that again?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말해 줄 수 있어요?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does ~ mean?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읽어요.</a:t>
            </a:r>
            <a:endParaRPr lang="ko-KR" sz="28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낱말은 does와 mean 사이에 넣어 물어요.</a:t>
            </a:r>
            <a:endParaRPr lang="ko-KR" sz="2800" dirty="0"/>
          </a:p>
        </p:txBody>
      </p:sp>
      <p:sp>
        <p:nvSpPr>
          <p:cNvPr id="6" name="S04-passagebox17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4-passage18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My dog is huge.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What does "huge" mean?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It means very big.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Oh, I see.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do you spell ~?</a:t>
            </a:r>
            <a:endParaRPr lang="ko-KR" sz="4000" dirty="0"/>
          </a:p>
        </p:txBody>
      </p:sp>
      <p:sp>
        <p:nvSpPr>
          <p:cNvPr id="3" name="S05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철자는 글자의 소리가 아니라 알파벳 이름으로 말해요.</a:t>
            </a:r>
            <a:endParaRPr lang="ko-KR" sz="2800" dirty="0"/>
          </a:p>
        </p:txBody>
      </p:sp>
      <p:sp>
        <p:nvSpPr>
          <p:cNvPr id="5" name="S05-word21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do you spell "huge"?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huge의 철자가 뭐예요?</a:t>
            </a:r>
            <a:endParaRPr lang="ko-KR" sz="3200" dirty="0"/>
          </a:p>
        </p:txBody>
      </p:sp>
      <p:sp>
        <p:nvSpPr>
          <p:cNvPr id="6" name="S05-word22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H-U-G-E.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알파벳 이름으로 한 글자씩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이어 가요</a:t>
            </a:r>
            <a:endParaRPr lang="ko-KR" sz="4000" dirty="0"/>
          </a:p>
        </p:txBody>
      </p:sp>
      <p:sp>
        <p:nvSpPr>
          <p:cNvPr id="3" name="S06-passagebox23"/>
          <p:cNvSpPr/>
          <p:nvPr/>
        </p:nvSpPr>
        <p:spPr>
          <a:xfrm>
            <a:off x="548640" y="1325880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4" name="S06-passage24"/>
          <p:cNvSpPr txBox="1"/>
          <p:nvPr/>
        </p:nvSpPr>
        <p:spPr>
          <a:xfrm>
            <a:off x="822960" y="1508760"/>
            <a:ext cx="105430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Look! My cat is tiny.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Pardon?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My cat is tiny.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What does "tiny" mean?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It means very small.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How do you spell "tiny"?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T-I-N-Y.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Thank you!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뭐라고 할까요?</a:t>
            </a:r>
            <a:endParaRPr lang="ko-KR" sz="4000" dirty="0"/>
          </a:p>
        </p:txBody>
      </p:sp>
      <p:sp>
        <p:nvSpPr>
          <p:cNvPr id="3" name="S07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상황에 알맞은 영어 표현을 말해요.</a:t>
            </a:r>
            <a:endParaRPr lang="ko-KR" sz="2800" dirty="0"/>
          </a:p>
        </p:txBody>
      </p:sp>
      <p:sp>
        <p:nvSpPr>
          <p:cNvPr id="4" name="S07-chip2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7-text2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말이 너무 작아서 못 들었어요.</a:t>
            </a:r>
            <a:endParaRPr lang="ko-KR" sz="2800" dirty="0"/>
          </a:p>
        </p:txBody>
      </p:sp>
      <p:sp>
        <p:nvSpPr>
          <p:cNvPr id="6" name="S07-chip2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7-text2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It's a giant tree.라고 했는데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giant의 뜻을 몰라요.</a:t>
            </a:r>
            <a:endParaRPr lang="ko-KR" sz="2800" dirty="0"/>
          </a:p>
        </p:txBody>
      </p:sp>
      <p:sp>
        <p:nvSpPr>
          <p:cNvPr id="8" name="S07-chip3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7-text3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tiger를 쓰고 싶은데 철자를 몰라요.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바를까요?</a:t>
            </a:r>
            <a:endParaRPr lang="ko-KR" sz="4000" dirty="0"/>
          </a:p>
        </p:txBody>
      </p:sp>
      <p:sp>
        <p:nvSpPr>
          <p:cNvPr id="3" name="S08-card3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tiny의 뜻을 몰라서 두 친구가 이렇게 물었어요.</a:t>
            </a:r>
            <a:endParaRPr lang="ko-KR" sz="2800" dirty="0"/>
          </a:p>
        </p:txBody>
      </p:sp>
      <p:sp>
        <p:nvSpPr>
          <p:cNvPr id="5" name="S08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물은 쪽은? 무엇이 다른가요?</a:t>
            </a:r>
            <a:endParaRPr lang="ko-KR" sz="2800" dirty="0"/>
          </a:p>
        </p:txBody>
      </p:sp>
      <p:sp>
        <p:nvSpPr>
          <p:cNvPr id="7" name="S08-chip3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word37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"tiny" mean?</a:t>
            </a:r>
            <a:endParaRPr lang="ko-KR" sz="3200" dirty="0"/>
          </a:p>
        </p:txBody>
      </p:sp>
      <p:sp>
        <p:nvSpPr>
          <p:cNvPr id="9" name="S08-chip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word39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does "tiny" mean?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철자 주고받기 놀이</a:t>
            </a:r>
            <a:endParaRPr lang="ko-KR" sz="4000" dirty="0"/>
          </a:p>
        </p:txBody>
      </p:sp>
      <p:sp>
        <p:nvSpPr>
          <p:cNvPr id="3" name="S09-card40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1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철자를 영어로 물었어요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철자대로 바르게 썼어요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알파벳 이름으로 철자를 말했어요</a:t>
            </a:r>
            <a:endParaRPr lang="ko-KR" sz="2800" dirty="0"/>
          </a:p>
        </p:txBody>
      </p:sp>
      <p:sp>
        <p:nvSpPr>
          <p:cNvPr id="5" name="S09-stepno42"/>
          <p:cNvSpPr txBox="1"/>
          <p:nvPr/>
        </p:nvSpPr>
        <p:spPr>
          <a:xfrm>
            <a:off x="548640" y="1911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43"/>
          <p:cNvSpPr txBox="1"/>
          <p:nvPr/>
        </p:nvSpPr>
        <p:spPr>
          <a:xfrm>
            <a:off x="1325880" y="19116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낱말을 말해요.</a:t>
            </a:r>
            <a:endParaRPr lang="ko-KR" sz="2800" dirty="0"/>
          </a:p>
        </p:txBody>
      </p:sp>
      <p:sp>
        <p:nvSpPr>
          <p:cNvPr id="7" name="S09-stepno44"/>
          <p:cNvSpPr txBox="1"/>
          <p:nvPr/>
        </p:nvSpPr>
        <p:spPr>
          <a:xfrm>
            <a:off x="548640" y="2670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45"/>
          <p:cNvSpPr txBox="1"/>
          <p:nvPr/>
        </p:nvSpPr>
        <p:spPr>
          <a:xfrm>
            <a:off x="1325880" y="262483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do you spell ~?으로 물어요.</a:t>
            </a:r>
            <a:endParaRPr lang="ko-KR" sz="2800" dirty="0"/>
          </a:p>
        </p:txBody>
      </p:sp>
      <p:sp>
        <p:nvSpPr>
          <p:cNvPr id="9" name="S09-stepno46"/>
          <p:cNvSpPr txBox="1"/>
          <p:nvPr/>
        </p:nvSpPr>
        <p:spPr>
          <a:xfrm>
            <a:off x="548640" y="3657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47"/>
          <p:cNvSpPr txBox="1"/>
          <p:nvPr/>
        </p:nvSpPr>
        <p:spPr>
          <a:xfrm>
            <a:off x="1325880" y="3657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철자를 들으며 공책에 써요.</a:t>
            </a:r>
            <a:endParaRPr lang="ko-KR" sz="2800" dirty="0"/>
          </a:p>
        </p:txBody>
      </p:sp>
      <p:sp>
        <p:nvSpPr>
          <p:cNvPr id="11" name="S09-stepno48"/>
          <p:cNvSpPr txBox="1"/>
          <p:nvPr/>
        </p:nvSpPr>
        <p:spPr>
          <a:xfrm>
            <a:off x="548640" y="4370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49"/>
          <p:cNvSpPr txBox="1"/>
          <p:nvPr/>
        </p:nvSpPr>
        <p:spPr>
          <a:xfrm>
            <a:off x="1325880" y="4370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낱말을 읽어요.</a:t>
            </a:r>
            <a:endParaRPr lang="ko-KR" sz="2800" dirty="0"/>
          </a:p>
        </p:txBody>
      </p:sp>
      <p:sp>
        <p:nvSpPr>
          <p:cNvPr id="13" name="S09-stepno50"/>
          <p:cNvSpPr txBox="1"/>
          <p:nvPr/>
        </p:nvSpPr>
        <p:spPr>
          <a:xfrm>
            <a:off x="548640" y="5083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4" name="S09-text51"/>
          <p:cNvSpPr txBox="1"/>
          <p:nvPr/>
        </p:nvSpPr>
        <p:spPr>
          <a:xfrm>
            <a:off x="1325880" y="5083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바꿔 3번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</a:t>
            </a:r>
            <a:endParaRPr lang="ko-KR" sz="4000" dirty="0"/>
          </a:p>
        </p:txBody>
      </p:sp>
      <p:sp>
        <p:nvSpPr>
          <p:cNvPr id="3" name="S10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말을 넣어 B의 말을 해요.</a:t>
            </a:r>
            <a:endParaRPr lang="ko-KR" sz="2800" dirty="0"/>
          </a:p>
        </p:txBody>
      </p:sp>
      <p:sp>
        <p:nvSpPr>
          <p:cNvPr id="4" name="S10-chip5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54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I have a puppy.　B: ______?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I have a puppy.</a:t>
            </a:r>
            <a:endParaRPr lang="ko-KR" sz="2800" dirty="0"/>
          </a:p>
        </p:txBody>
      </p:sp>
      <p:sp>
        <p:nvSpPr>
          <p:cNvPr id="6" name="S10-chip5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56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What ______ "puppy" ______?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It means a baby dog.</a:t>
            </a:r>
            <a:endParaRPr lang="ko-KR" sz="2800" dirty="0"/>
          </a:p>
        </p:txBody>
      </p:sp>
      <p:sp>
        <p:nvSpPr>
          <p:cNvPr id="8" name="S10-chip5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5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How do you ______ "puppy"?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P-U-P-P-Y.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대화를 이어 가요. 필요할 때 영어로 물어요.</a:t>
            </a:r>
            <a:endParaRPr lang="ko-KR" sz="2800" dirty="0"/>
          </a:p>
        </p:txBody>
      </p:sp>
      <p:sp>
        <p:nvSpPr>
          <p:cNvPr id="4" name="S11-chip6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6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못 들었어요.</a:t>
            </a:r>
            <a:endParaRPr lang="ko-KR" sz="2800" dirty="0"/>
          </a:p>
        </p:txBody>
      </p:sp>
      <p:sp>
        <p:nvSpPr>
          <p:cNvPr id="6" name="S11-chip6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6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낱말이 나왔어요.</a:t>
            </a:r>
            <a:endParaRPr lang="ko-KR" sz="2800" dirty="0"/>
          </a:p>
        </p:txBody>
      </p:sp>
      <p:sp>
        <p:nvSpPr>
          <p:cNvPr id="8" name="S11-chip6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6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철자를 알고 싶어요.</a:t>
            </a:r>
            <a:endParaRPr lang="ko-KR" sz="2800" dirty="0"/>
          </a:p>
        </p:txBody>
      </p:sp>
      <p:sp>
        <p:nvSpPr>
          <p:cNvPr id="10" name="S11-chip6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1-text6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철자대로 공책에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말을 골라요</a:t>
            </a:r>
            <a:endParaRPr lang="ko-KR" sz="4000" dirty="0"/>
          </a:p>
        </p:txBody>
      </p:sp>
      <p:sp>
        <p:nvSpPr>
          <p:cNvPr id="3" name="S13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상황에 알맞은 말은? 어떻게 알았나요?</a:t>
            </a:r>
            <a:endParaRPr lang="ko-KR" sz="2800" dirty="0"/>
          </a:p>
        </p:txBody>
      </p:sp>
      <p:sp>
        <p:nvSpPr>
          <p:cNvPr id="5" name="S13-chip70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71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72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Pardon?</a:t>
            </a:r>
            <a:endParaRPr lang="ko-KR" sz="2800" dirty="0"/>
          </a:p>
        </p:txBody>
      </p:sp>
      <p:sp>
        <p:nvSpPr>
          <p:cNvPr id="8" name="S13-chip73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74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75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does "huge" mean?</a:t>
            </a:r>
            <a:endParaRPr lang="ko-KR" sz="2800" dirty="0"/>
          </a:p>
        </p:txBody>
      </p:sp>
      <p:sp>
        <p:nvSpPr>
          <p:cNvPr id="11" name="S13-chip76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77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78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do you spell "huge"?</a:t>
            </a:r>
            <a:endParaRPr lang="ko-KR" sz="2800" dirty="0"/>
          </a:p>
        </p:txBody>
      </p:sp>
      <p:sp>
        <p:nvSpPr>
          <p:cNvPr id="14" name="S13-chip7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80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81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들으면 Pardon?, 뜻을 모르면 What does ~ mean?,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철자를 모르면 How do you spell ~?으로 물어요.</a:t>
            </a:r>
            <a:endParaRPr lang="ko-KR" sz="2800" dirty="0"/>
          </a:p>
        </p:txBody>
      </p:sp>
      <p:sp>
        <p:nvSpPr>
          <p:cNvPr id="5" name="S14-chip8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모르면 영어로 묻기</a:t>
            </a:r>
            <a:endParaRPr lang="ko-KR" sz="2200" dirty="0"/>
          </a:p>
        </p:txBody>
      </p:sp>
      <p:sp>
        <p:nvSpPr>
          <p:cNvPr id="6" name="S14-chip8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What? / What is ~ mean?</a:t>
            </a:r>
            <a:endParaRPr lang="ko-KR" sz="2200" dirty="0"/>
          </a:p>
        </p:txBody>
      </p:sp>
      <p:sp>
        <p:nvSpPr>
          <p:cNvPr id="7" name="S14-text8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8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못 들었을 때 하는 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200" dirty="0"/>
          </a:p>
        </p:txBody>
      </p:sp>
      <p:sp>
        <p:nvSpPr>
          <p:cNvPr id="9" name="S14-text8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giant의 뜻을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묻기</a:t>
            </a:r>
            <a:endParaRPr lang="ko-KR" sz="2200" dirty="0"/>
          </a:p>
        </p:txBody>
      </p:sp>
      <p:sp>
        <p:nvSpPr>
          <p:cNvPr id="10" name="S14-text8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T-I-N-Y를 듣고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말하기</a:t>
            </a:r>
            <a:endParaRPr lang="ko-KR" sz="2200" dirty="0"/>
          </a:p>
        </p:txBody>
      </p:sp>
      <p:sp>
        <p:nvSpPr>
          <p:cNvPr id="11" name="S14-text9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제안하고 답하기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알파벳 이름 다시 보기</a:t>
            </a:r>
            <a:endParaRPr lang="ko-KR" sz="4000" dirty="0"/>
          </a:p>
        </p:txBody>
      </p:sp>
      <p:sp>
        <p:nvSpPr>
          <p:cNvPr id="3" name="S15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철자를 말할 때는 알파벳 이름으로 말해요.　cat → C-A-T</a:t>
            </a:r>
            <a:endParaRPr lang="ko-KR" sz="2800" dirty="0"/>
          </a:p>
        </p:txBody>
      </p:sp>
      <p:sp>
        <p:nvSpPr>
          <p:cNvPr id="5" name="S15-tile93"/>
          <p:cNvSpPr txBox="1"/>
          <p:nvPr/>
        </p:nvSpPr>
        <p:spPr>
          <a:xfrm>
            <a:off x="5486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2900" dirty="0"/>
          </a:p>
        </p:txBody>
      </p:sp>
      <p:sp>
        <p:nvSpPr>
          <p:cNvPr id="6" name="S15-tile94"/>
          <p:cNvSpPr txBox="1"/>
          <p:nvPr/>
        </p:nvSpPr>
        <p:spPr>
          <a:xfrm>
            <a:off x="14173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2900" dirty="0"/>
          </a:p>
        </p:txBody>
      </p:sp>
      <p:sp>
        <p:nvSpPr>
          <p:cNvPr id="7" name="S15-tile95"/>
          <p:cNvSpPr txBox="1"/>
          <p:nvPr/>
        </p:nvSpPr>
        <p:spPr>
          <a:xfrm>
            <a:off x="22860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2900" dirty="0"/>
          </a:p>
        </p:txBody>
      </p:sp>
      <p:sp>
        <p:nvSpPr>
          <p:cNvPr id="8" name="S15-tile96"/>
          <p:cNvSpPr txBox="1"/>
          <p:nvPr/>
        </p:nvSpPr>
        <p:spPr>
          <a:xfrm>
            <a:off x="315468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2900" dirty="0"/>
          </a:p>
        </p:txBody>
      </p:sp>
      <p:sp>
        <p:nvSpPr>
          <p:cNvPr id="9" name="S15-tile97"/>
          <p:cNvSpPr txBox="1"/>
          <p:nvPr/>
        </p:nvSpPr>
        <p:spPr>
          <a:xfrm>
            <a:off x="402336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2900" dirty="0"/>
          </a:p>
        </p:txBody>
      </p:sp>
      <p:sp>
        <p:nvSpPr>
          <p:cNvPr id="10" name="S15-tile98"/>
          <p:cNvSpPr txBox="1"/>
          <p:nvPr/>
        </p:nvSpPr>
        <p:spPr>
          <a:xfrm>
            <a:off x="48920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2900" dirty="0"/>
          </a:p>
        </p:txBody>
      </p:sp>
      <p:sp>
        <p:nvSpPr>
          <p:cNvPr id="11" name="S15-tile99"/>
          <p:cNvSpPr txBox="1"/>
          <p:nvPr/>
        </p:nvSpPr>
        <p:spPr>
          <a:xfrm>
            <a:off x="57607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2900" dirty="0"/>
          </a:p>
        </p:txBody>
      </p:sp>
      <p:sp>
        <p:nvSpPr>
          <p:cNvPr id="12" name="S15-tile100"/>
          <p:cNvSpPr txBox="1"/>
          <p:nvPr/>
        </p:nvSpPr>
        <p:spPr>
          <a:xfrm>
            <a:off x="66294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2900" dirty="0"/>
          </a:p>
        </p:txBody>
      </p:sp>
      <p:sp>
        <p:nvSpPr>
          <p:cNvPr id="13" name="S15-tile101"/>
          <p:cNvSpPr txBox="1"/>
          <p:nvPr/>
        </p:nvSpPr>
        <p:spPr>
          <a:xfrm>
            <a:off x="749808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2900" dirty="0"/>
          </a:p>
        </p:txBody>
      </p:sp>
      <p:sp>
        <p:nvSpPr>
          <p:cNvPr id="14" name="S15-tile102"/>
          <p:cNvSpPr txBox="1"/>
          <p:nvPr/>
        </p:nvSpPr>
        <p:spPr>
          <a:xfrm>
            <a:off x="836676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2900" dirty="0"/>
          </a:p>
        </p:txBody>
      </p:sp>
      <p:sp>
        <p:nvSpPr>
          <p:cNvPr id="15" name="S15-tile103"/>
          <p:cNvSpPr txBox="1"/>
          <p:nvPr/>
        </p:nvSpPr>
        <p:spPr>
          <a:xfrm>
            <a:off x="92354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2900" dirty="0"/>
          </a:p>
        </p:txBody>
      </p:sp>
      <p:sp>
        <p:nvSpPr>
          <p:cNvPr id="16" name="S15-tile104"/>
          <p:cNvSpPr txBox="1"/>
          <p:nvPr/>
        </p:nvSpPr>
        <p:spPr>
          <a:xfrm>
            <a:off x="101041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2900" dirty="0"/>
          </a:p>
        </p:txBody>
      </p:sp>
      <p:sp>
        <p:nvSpPr>
          <p:cNvPr id="17" name="S15-tile105"/>
          <p:cNvSpPr txBox="1"/>
          <p:nvPr/>
        </p:nvSpPr>
        <p:spPr>
          <a:xfrm>
            <a:off x="109728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2900" dirty="0"/>
          </a:p>
        </p:txBody>
      </p:sp>
      <p:sp>
        <p:nvSpPr>
          <p:cNvPr id="18" name="S15-tile106"/>
          <p:cNvSpPr txBox="1"/>
          <p:nvPr/>
        </p:nvSpPr>
        <p:spPr>
          <a:xfrm>
            <a:off x="5486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900" dirty="0"/>
          </a:p>
        </p:txBody>
      </p:sp>
      <p:sp>
        <p:nvSpPr>
          <p:cNvPr id="19" name="S15-tile107"/>
          <p:cNvSpPr txBox="1"/>
          <p:nvPr/>
        </p:nvSpPr>
        <p:spPr>
          <a:xfrm>
            <a:off x="14173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2900" dirty="0"/>
          </a:p>
        </p:txBody>
      </p:sp>
      <p:sp>
        <p:nvSpPr>
          <p:cNvPr id="20" name="S15-tile108"/>
          <p:cNvSpPr txBox="1"/>
          <p:nvPr/>
        </p:nvSpPr>
        <p:spPr>
          <a:xfrm>
            <a:off x="22860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2900" dirty="0"/>
          </a:p>
        </p:txBody>
      </p:sp>
      <p:sp>
        <p:nvSpPr>
          <p:cNvPr id="21" name="S15-tile109"/>
          <p:cNvSpPr txBox="1"/>
          <p:nvPr/>
        </p:nvSpPr>
        <p:spPr>
          <a:xfrm>
            <a:off x="315468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2900" dirty="0"/>
          </a:p>
        </p:txBody>
      </p:sp>
      <p:sp>
        <p:nvSpPr>
          <p:cNvPr id="22" name="S15-tile110"/>
          <p:cNvSpPr txBox="1"/>
          <p:nvPr/>
        </p:nvSpPr>
        <p:spPr>
          <a:xfrm>
            <a:off x="402336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2900" dirty="0"/>
          </a:p>
        </p:txBody>
      </p:sp>
      <p:sp>
        <p:nvSpPr>
          <p:cNvPr id="23" name="S15-tile111"/>
          <p:cNvSpPr txBox="1"/>
          <p:nvPr/>
        </p:nvSpPr>
        <p:spPr>
          <a:xfrm>
            <a:off x="48920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900" dirty="0"/>
          </a:p>
        </p:txBody>
      </p:sp>
      <p:sp>
        <p:nvSpPr>
          <p:cNvPr id="24" name="S15-tile112"/>
          <p:cNvSpPr txBox="1"/>
          <p:nvPr/>
        </p:nvSpPr>
        <p:spPr>
          <a:xfrm>
            <a:off x="57607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2900" dirty="0"/>
          </a:p>
        </p:txBody>
      </p:sp>
      <p:sp>
        <p:nvSpPr>
          <p:cNvPr id="25" name="S15-tile113"/>
          <p:cNvSpPr txBox="1"/>
          <p:nvPr/>
        </p:nvSpPr>
        <p:spPr>
          <a:xfrm>
            <a:off x="66294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2900" dirty="0"/>
          </a:p>
        </p:txBody>
      </p:sp>
      <p:sp>
        <p:nvSpPr>
          <p:cNvPr id="26" name="S15-tile114"/>
          <p:cNvSpPr txBox="1"/>
          <p:nvPr/>
        </p:nvSpPr>
        <p:spPr>
          <a:xfrm>
            <a:off x="749808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2900" dirty="0"/>
          </a:p>
        </p:txBody>
      </p:sp>
      <p:sp>
        <p:nvSpPr>
          <p:cNvPr id="27" name="S15-tile115"/>
          <p:cNvSpPr txBox="1"/>
          <p:nvPr/>
        </p:nvSpPr>
        <p:spPr>
          <a:xfrm>
            <a:off x="836676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2900" dirty="0"/>
          </a:p>
        </p:txBody>
      </p:sp>
      <p:sp>
        <p:nvSpPr>
          <p:cNvPr id="28" name="S15-tile116"/>
          <p:cNvSpPr txBox="1"/>
          <p:nvPr/>
        </p:nvSpPr>
        <p:spPr>
          <a:xfrm>
            <a:off x="92354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2900" dirty="0"/>
          </a:p>
        </p:txBody>
      </p:sp>
      <p:sp>
        <p:nvSpPr>
          <p:cNvPr id="29" name="S15-tile117"/>
          <p:cNvSpPr txBox="1"/>
          <p:nvPr/>
        </p:nvSpPr>
        <p:spPr>
          <a:xfrm>
            <a:off x="101041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2900" dirty="0"/>
          </a:p>
        </p:txBody>
      </p:sp>
      <p:sp>
        <p:nvSpPr>
          <p:cNvPr id="30" name="S15-tile118"/>
          <p:cNvSpPr txBox="1"/>
          <p:nvPr/>
        </p:nvSpPr>
        <p:spPr>
          <a:xfrm>
            <a:off x="109728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뜻 확인하기</dc:title>
  <dc:subject>KR22-G06-ENG-CLARIFY-L01</dc:subject>
  <dc:creator>education-ppt</dc:creator>
  <cp:lastModifiedBy>education-ppt</cp:lastModifiedBy>
  <cp:revision>1</cp:revision>
  <dcterms:created xsi:type="dcterms:W3CDTF">2026-10-26T09:29:53Z</dcterms:created>
  <dcterms:modified xsi:type="dcterms:W3CDTF">2026-10-26T09:29:53Z</dcterms:modified>
</cp:coreProperties>
</file>