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e52072c-e688-17b2-6314-c1aa4c725f03}">
          <p14:sldIdLst>
            <p14:sldId id="256"/>
            <p14:sldId id="257"/>
          </p14:sldIdLst>
        </p14:section>
        <p14:section name="개념" id="{af63382b-860c-4f0c-14ba-081fb70ef0be}">
          <p14:sldIdLst>
            <p14:sldId id="258"/>
            <p14:sldId id="259"/>
            <p14:sldId id="260"/>
            <p14:sldId id="261"/>
          </p14:sldIdLst>
        </p14:section>
        <p14:section name="연습" id="{e82719c2-d3e6-9f4e-daa8-427c2dadba79}">
          <p14:sldIdLst>
            <p14:sldId id="262"/>
            <p14:sldId id="263"/>
            <p14:sldId id="264"/>
            <p14:sldId id="265"/>
          </p14:sldIdLst>
        </p14:section>
        <p14:section name="확인" id="{2ba328da-91dd-1f9b-6631-f1bff0bdcb8c}">
          <p14:sldIdLst>
            <p14:sldId id="266"/>
            <p14:sldId id="267"/>
          </p14:sldIdLst>
        </p14:section>
        <p14:section name="정리" id="{d0c5a8d7-8676-04bd-27f0-0ecc0906c927}">
          <p14:sldIdLst>
            <p14:sldId id="268"/>
          </p14:sldIdLst>
        </p14:section>
        <p14:section name="보충" id="{582371d6-8992-57a3-c69c-4d9af0ccdfb5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의사소통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제안하고 답하기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제안하고 답하기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영어 · 제안하고 답하기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제안하고 답하기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친구와 함께 무엇을 하자고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어떻게 말할까요?</a:t>
            </a:r>
            <a:endParaRPr lang="ko-KR" sz="28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Let's play soccer.</a:t>
            </a:r>
            <a:endParaRPr lang="ko-KR" sz="32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Sounds good.</a:t>
            </a:r>
            <a:endParaRPr lang="ko-KR" sz="3200" dirty="0"/>
          </a:p>
        </p:txBody>
      </p:sp>
      <p:sp>
        <p:nvSpPr>
          <p:cNvPr id="6" name="S01-card3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Let's ~.와 Why don't we ~?로 함께 할 일을 제안해요.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Sounds good.이나 Sorry, I can't.로 대답해요.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표현 떠올리기</a:t>
            </a:r>
            <a:endParaRPr lang="ko-KR" sz="40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영어로 대답하고, ②는 읽고 뜻을 말해요.</a:t>
            </a:r>
            <a:endParaRPr lang="ko-KR" sz="28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엄마(아빠)의 말을 잘 못 들었어요.</a:t>
            </a:r>
            <a:endParaRPr lang="ko-KR" sz="2800" dirty="0"/>
          </a:p>
        </p:txBody>
      </p:sp>
      <p:sp>
        <p:nvSpPr>
          <p:cNvPr id="6" name="S02-chip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9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play soccer　go to the park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watch a movie　ride bikes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Let's ~로 제안해요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Let's 다음에 할 일(play, go, watch…)을 바로 말해요.</a:t>
            </a:r>
            <a:endParaRPr lang="ko-KR" sz="2800" dirty="0"/>
          </a:p>
        </p:txBody>
      </p:sp>
      <p:sp>
        <p:nvSpPr>
          <p:cNvPr id="5" name="S03-word12"/>
          <p:cNvSpPr txBox="1"/>
          <p:nvPr/>
        </p:nvSpPr>
        <p:spPr>
          <a:xfrm>
            <a:off x="548640" y="134874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Let's play soccer.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축구하자.</a:t>
            </a:r>
            <a:endParaRPr lang="ko-KR" sz="3200" dirty="0"/>
          </a:p>
        </p:txBody>
      </p:sp>
      <p:sp>
        <p:nvSpPr>
          <p:cNvPr id="6" name="S03-word13"/>
          <p:cNvSpPr txBox="1"/>
          <p:nvPr/>
        </p:nvSpPr>
        <p:spPr>
          <a:xfrm>
            <a:off x="548640" y="336042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Let's go to the park.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공원에 가자.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don't we ~?</a:t>
            </a:r>
            <a:endParaRPr lang="ko-KR" sz="4000" dirty="0"/>
          </a:p>
        </p:txBody>
      </p:sp>
      <p:sp>
        <p:nvSpPr>
          <p:cNvPr id="3" name="S04-card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don't we ~?는 ‘~하는 게 어때?’라는 제안이에요.</a:t>
            </a:r>
            <a:endParaRPr lang="ko-KR" sz="2800" dirty="0"/>
          </a:p>
        </p:txBody>
      </p:sp>
      <p:sp>
        <p:nvSpPr>
          <p:cNvPr id="5" name="S04-word16"/>
          <p:cNvSpPr txBox="1"/>
          <p:nvPr/>
        </p:nvSpPr>
        <p:spPr>
          <a:xfrm>
            <a:off x="548640" y="134874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don't we watch a movie?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영화 보는 게 어때?</a:t>
            </a:r>
            <a:endParaRPr lang="ko-KR" sz="3200" dirty="0"/>
          </a:p>
        </p:txBody>
      </p:sp>
      <p:sp>
        <p:nvSpPr>
          <p:cNvPr id="6" name="S04-word17"/>
          <p:cNvSpPr txBox="1"/>
          <p:nvPr/>
        </p:nvSpPr>
        <p:spPr>
          <a:xfrm>
            <a:off x="548640" y="336042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don't we go to the park?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공원에 가는 게 어때?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좋아, 미안해</a:t>
            </a:r>
            <a:endParaRPr lang="ko-KR" sz="4000" dirty="0"/>
          </a:p>
        </p:txBody>
      </p:sp>
      <p:sp>
        <p:nvSpPr>
          <p:cNvPr id="3" name="S05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거절할 때는 I have homework.처럼 까닭을 덧붙여요.</a:t>
            </a:r>
            <a:endParaRPr lang="ko-KR" sz="2800" dirty="0"/>
          </a:p>
        </p:txBody>
      </p:sp>
      <p:sp>
        <p:nvSpPr>
          <p:cNvPr id="5" name="S05-card20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1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Sounds good.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좋아. (받아들일 때)</a:t>
            </a:r>
            <a:endParaRPr lang="ko-KR" sz="2800" dirty="0"/>
          </a:p>
        </p:txBody>
      </p:sp>
      <p:sp>
        <p:nvSpPr>
          <p:cNvPr id="7" name="S05-card22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23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Sorry, I can't.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미안, 못 해. (거절할 때)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친구의 대화</a:t>
            </a:r>
            <a:endParaRPr lang="ko-KR" sz="4000" dirty="0"/>
          </a:p>
        </p:txBody>
      </p:sp>
      <p:sp>
        <p:nvSpPr>
          <p:cNvPr id="3" name="S06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역할을 나누어 읽어요.</a:t>
            </a:r>
            <a:endParaRPr lang="ko-KR" sz="2800" dirty="0"/>
          </a:p>
        </p:txBody>
      </p:sp>
      <p:sp>
        <p:nvSpPr>
          <p:cNvPr id="4" name="S06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Amy는 처음에 왜 거절했나요? Jun은 어떻게 했나요?</a:t>
            </a:r>
            <a:endParaRPr lang="ko-KR" sz="2800" dirty="0"/>
          </a:p>
        </p:txBody>
      </p:sp>
      <p:sp>
        <p:nvSpPr>
          <p:cNvPr id="6" name="S06-passagebox27"/>
          <p:cNvSpPr/>
          <p:nvPr/>
        </p:nvSpPr>
        <p:spPr>
          <a:xfrm>
            <a:off x="548640" y="2011680"/>
            <a:ext cx="1109167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06-passage28"/>
          <p:cNvSpPr txBox="1"/>
          <p:nvPr/>
        </p:nvSpPr>
        <p:spPr>
          <a:xfrm>
            <a:off x="822960" y="2194560"/>
            <a:ext cx="105430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Jun: Let's play soccer.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Amy: Sorry, I can't. I have homework.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Jun: Why don't we play tomorrow?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Amy: Sounds good.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제안하는 문장 만들기</a:t>
            </a:r>
            <a:endParaRPr lang="ko-KR" sz="4000" dirty="0"/>
          </a:p>
        </p:txBody>
      </p:sp>
      <p:sp>
        <p:nvSpPr>
          <p:cNvPr id="3" name="S07-text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주어진 말로 제안하는 문장을 만들어 말해요.</a:t>
            </a:r>
            <a:endParaRPr lang="ko-KR" sz="2800" dirty="0"/>
          </a:p>
        </p:txBody>
      </p:sp>
      <p:sp>
        <p:nvSpPr>
          <p:cNvPr id="4" name="S07-chip30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7-text31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ride bikes　→　Let's</a:t>
            </a:r>
            <a:endParaRPr lang="ko-KR" sz="2800" dirty="0"/>
          </a:p>
        </p:txBody>
      </p:sp>
      <p:sp>
        <p:nvSpPr>
          <p:cNvPr id="6" name="S07-chip32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7-text33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watch a movie　→　Why don't we</a:t>
            </a:r>
            <a:endParaRPr lang="ko-KR" sz="2800" dirty="0"/>
          </a:p>
        </p:txBody>
      </p:sp>
      <p:sp>
        <p:nvSpPr>
          <p:cNvPr id="8" name="S07-chip34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7-text35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make cookies　→　Let's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대답은?</a:t>
            </a:r>
            <a:endParaRPr lang="ko-KR" sz="4000" dirty="0"/>
          </a:p>
        </p:txBody>
      </p:sp>
      <p:sp>
        <p:nvSpPr>
          <p:cNvPr id="3" name="S08-card3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3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Why don't we go to the park?라고 했어요.</a:t>
            </a:r>
            <a:endParaRPr lang="ko-KR" sz="2800" dirty="0"/>
          </a:p>
        </p:txBody>
      </p:sp>
      <p:sp>
        <p:nvSpPr>
          <p:cNvPr id="5" name="S08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대답은? 왜 그렇게 생각해요?</a:t>
            </a:r>
            <a:endParaRPr lang="ko-KR" sz="2800" dirty="0"/>
          </a:p>
        </p:txBody>
      </p:sp>
      <p:sp>
        <p:nvSpPr>
          <p:cNvPr id="7" name="S08-chip4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word41"/>
          <p:cNvSpPr txBox="1"/>
          <p:nvPr/>
        </p:nvSpPr>
        <p:spPr>
          <a:xfrm>
            <a:off x="548640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it's sunny.</a:t>
            </a:r>
            <a:endParaRPr lang="ko-KR" sz="3200" dirty="0"/>
          </a:p>
        </p:txBody>
      </p:sp>
      <p:sp>
        <p:nvSpPr>
          <p:cNvPr id="9" name="S08-chip4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word43"/>
          <p:cNvSpPr txBox="1"/>
          <p:nvPr/>
        </p:nvSpPr>
        <p:spPr>
          <a:xfrm>
            <a:off x="6277356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Sounds good.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들어갈 말</a:t>
            </a:r>
            <a:endParaRPr lang="ko-KR" sz="4000" dirty="0"/>
          </a:p>
        </p:txBody>
      </p:sp>
      <p:sp>
        <p:nvSpPr>
          <p:cNvPr id="3" name="S09-text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보기에서 골라 빈칸을 채워 말해요.</a:t>
            </a:r>
            <a:endParaRPr lang="ko-KR" sz="2800" dirty="0"/>
          </a:p>
        </p:txBody>
      </p:sp>
      <p:sp>
        <p:nvSpPr>
          <p:cNvPr id="4" name="S09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보기:　Let's　·　don't　·　Sorry</a:t>
            </a:r>
            <a:endParaRPr lang="ko-KR" sz="2800" dirty="0"/>
          </a:p>
        </p:txBody>
      </p:sp>
      <p:sp>
        <p:nvSpPr>
          <p:cNvPr id="6" name="S09-chip4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4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______ play badminton.　B: Sounds good.</a:t>
            </a:r>
            <a:endParaRPr lang="ko-KR" sz="2800" dirty="0"/>
          </a:p>
        </p:txBody>
      </p:sp>
      <p:sp>
        <p:nvSpPr>
          <p:cNvPr id="8" name="S09-chip4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5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Why ______ we go swimming?　B: Sounds good.</a:t>
            </a:r>
            <a:endParaRPr lang="ko-KR" sz="2800" dirty="0"/>
          </a:p>
        </p:txBody>
      </p:sp>
      <p:sp>
        <p:nvSpPr>
          <p:cNvPr id="10" name="S09-chip5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5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Let's watch a movie.　B: ______, I can't. I'm busy.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주말에 할 일 정하기</a:t>
            </a:r>
            <a:endParaRPr lang="ko-KR" sz="4000" dirty="0"/>
          </a:p>
        </p:txBody>
      </p:sp>
      <p:sp>
        <p:nvSpPr>
          <p:cNvPr id="3" name="S10-card53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54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Let's와 Why don't we를 썼어요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할 일을 바로 붙여 말했어요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상황에 맞게 대답했어요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거절할 때 까닭을 말했어요</a:t>
            </a:r>
            <a:endParaRPr lang="ko-KR" sz="2800" dirty="0"/>
          </a:p>
        </p:txBody>
      </p:sp>
      <p:sp>
        <p:nvSpPr>
          <p:cNvPr id="5" name="S10-stepno55"/>
          <p:cNvSpPr txBox="1"/>
          <p:nvPr/>
        </p:nvSpPr>
        <p:spPr>
          <a:xfrm>
            <a:off x="548640" y="22682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10-text56"/>
          <p:cNvSpPr txBox="1"/>
          <p:nvPr/>
        </p:nvSpPr>
        <p:spPr>
          <a:xfrm>
            <a:off x="1325880" y="22682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Let's ~.로 할 일을 제안해요.</a:t>
            </a:r>
            <a:endParaRPr lang="ko-KR" sz="2800" dirty="0"/>
          </a:p>
        </p:txBody>
      </p:sp>
      <p:sp>
        <p:nvSpPr>
          <p:cNvPr id="7" name="S10-stepno57"/>
          <p:cNvSpPr txBox="1"/>
          <p:nvPr/>
        </p:nvSpPr>
        <p:spPr>
          <a:xfrm>
            <a:off x="548640" y="3027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10-text58"/>
          <p:cNvSpPr txBox="1"/>
          <p:nvPr/>
        </p:nvSpPr>
        <p:spPr>
          <a:xfrm>
            <a:off x="1325880" y="298145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거절하면 Why don't we ~?로 다시 제안해요.</a:t>
            </a:r>
            <a:endParaRPr lang="ko-KR" sz="2800" dirty="0"/>
          </a:p>
        </p:txBody>
      </p:sp>
      <p:sp>
        <p:nvSpPr>
          <p:cNvPr id="9" name="S10-stepno59"/>
          <p:cNvSpPr txBox="1"/>
          <p:nvPr/>
        </p:nvSpPr>
        <p:spPr>
          <a:xfrm>
            <a:off x="548640" y="4013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10-text60"/>
          <p:cNvSpPr txBox="1"/>
          <p:nvPr/>
        </p:nvSpPr>
        <p:spPr>
          <a:xfrm>
            <a:off x="1325880" y="401370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엄마(아빠)의 제안에 대답해요.</a:t>
            </a:r>
            <a:endParaRPr lang="ko-KR" sz="2800" dirty="0"/>
          </a:p>
        </p:txBody>
      </p:sp>
      <p:sp>
        <p:nvSpPr>
          <p:cNvPr id="11" name="S10-stepno61"/>
          <p:cNvSpPr txBox="1"/>
          <p:nvPr/>
        </p:nvSpPr>
        <p:spPr>
          <a:xfrm>
            <a:off x="548640" y="4726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10-text62"/>
          <p:cNvSpPr txBox="1"/>
          <p:nvPr/>
        </p:nvSpPr>
        <p:spPr>
          <a:xfrm>
            <a:off x="1325880" y="472694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정한 일을 달력에 적어요.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영어로 말해 보세요.</a:t>
            </a:r>
            <a:endParaRPr lang="ko-KR" sz="2800" dirty="0"/>
          </a:p>
        </p:txBody>
      </p:sp>
      <p:sp>
        <p:nvSpPr>
          <p:cNvPr id="4" name="S11-chip6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text65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swimming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Let's로 제안해요.</a:t>
            </a:r>
            <a:endParaRPr lang="ko-KR" sz="2800" dirty="0"/>
          </a:p>
        </p:txBody>
      </p:sp>
      <p:sp>
        <p:nvSpPr>
          <p:cNvPr id="6" name="S11-chip6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1-text6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play badminton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don't we로 제안해요.</a:t>
            </a:r>
            <a:endParaRPr lang="ko-KR" sz="2800" dirty="0"/>
          </a:p>
        </p:txBody>
      </p:sp>
      <p:sp>
        <p:nvSpPr>
          <p:cNvPr id="8" name="S11-chip6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1-text69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엄마(아빠)의 제안에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좋다고 대답해요.</a:t>
            </a:r>
            <a:endParaRPr lang="ko-KR" sz="2800" dirty="0"/>
          </a:p>
        </p:txBody>
      </p:sp>
      <p:sp>
        <p:nvSpPr>
          <p:cNvPr id="10" name="S11-chip70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1-text71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엄마(아빠)의 제안을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거절하고 까닭을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대답을 골라요</a:t>
            </a:r>
            <a:endParaRPr lang="ko-KR" sz="4000" dirty="0"/>
          </a:p>
        </p:txBody>
      </p:sp>
      <p:sp>
        <p:nvSpPr>
          <p:cNvPr id="3" name="S13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엄마(아빠)의 제안에 알맞은 대답은? 어떻게 알았나요?</a:t>
            </a:r>
            <a:endParaRPr lang="ko-KR" sz="2800" dirty="0"/>
          </a:p>
        </p:txBody>
      </p:sp>
      <p:sp>
        <p:nvSpPr>
          <p:cNvPr id="5" name="S13-chip74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3-card75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76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Sounds good.</a:t>
            </a:r>
            <a:endParaRPr lang="ko-KR" sz="2800" dirty="0"/>
          </a:p>
        </p:txBody>
      </p:sp>
      <p:sp>
        <p:nvSpPr>
          <p:cNvPr id="8" name="S13-chip77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3-card78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79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I like bikes.</a:t>
            </a:r>
            <a:endParaRPr lang="ko-KR" sz="2800" dirty="0"/>
          </a:p>
        </p:txBody>
      </p:sp>
      <p:sp>
        <p:nvSpPr>
          <p:cNvPr id="11" name="S13-chip80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3-card81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82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Sorry, I can't. I have homework.</a:t>
            </a:r>
            <a:endParaRPr lang="ko-KR" sz="2800" dirty="0"/>
          </a:p>
        </p:txBody>
      </p:sp>
      <p:sp>
        <p:nvSpPr>
          <p:cNvPr id="14" name="S13-chip83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3-card84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3-cardtext85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fine, thank you.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86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7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Let's ~. / Why don't we ~?로 제안하고,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Sounds good. / Sorry, I can't.로 대답해요.</a:t>
            </a:r>
            <a:endParaRPr lang="ko-KR" sz="2800" dirty="0"/>
          </a:p>
        </p:txBody>
      </p:sp>
      <p:sp>
        <p:nvSpPr>
          <p:cNvPr id="5" name="S14-chip88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거절할 때 까닭도 말하기</a:t>
            </a:r>
            <a:endParaRPr lang="ko-KR" sz="2200" dirty="0"/>
          </a:p>
        </p:txBody>
      </p:sp>
      <p:sp>
        <p:nvSpPr>
          <p:cNvPr id="6" name="S14-chip89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Let's going / Because로 대답</a:t>
            </a:r>
            <a:endParaRPr lang="ko-KR" sz="2200" dirty="0"/>
          </a:p>
        </p:txBody>
      </p:sp>
      <p:sp>
        <p:nvSpPr>
          <p:cNvPr id="7" name="S14-text90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91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축구하자고 두 가지로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제안하기</a:t>
            </a:r>
            <a:endParaRPr lang="ko-KR" sz="2200" dirty="0"/>
          </a:p>
        </p:txBody>
      </p:sp>
      <p:sp>
        <p:nvSpPr>
          <p:cNvPr id="9" name="S14-text92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Why don't we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watch a movie?에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좋다고 대답하기</a:t>
            </a:r>
            <a:endParaRPr lang="ko-KR" sz="2200" dirty="0"/>
          </a:p>
        </p:txBody>
      </p:sp>
      <p:sp>
        <p:nvSpPr>
          <p:cNvPr id="10" name="S14-text93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Let's go to the park.를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거절하고 까닭 말하기</a:t>
            </a:r>
            <a:endParaRPr lang="ko-KR" sz="2200" dirty="0"/>
          </a:p>
        </p:txBody>
      </p:sp>
      <p:sp>
        <p:nvSpPr>
          <p:cNvPr id="11" name="S14-text9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세계 문화 존중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할 일 낱말 다시 보기</a:t>
            </a:r>
            <a:endParaRPr lang="ko-KR" sz="4000" dirty="0"/>
          </a:p>
        </p:txBody>
      </p:sp>
      <p:sp>
        <p:nvSpPr>
          <p:cNvPr id="3" name="S15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몸짓을 하며 소리 내어 말해요.</a:t>
            </a:r>
            <a:endParaRPr lang="ko-KR" sz="2800" dirty="0"/>
          </a:p>
        </p:txBody>
      </p:sp>
      <p:sp>
        <p:nvSpPr>
          <p:cNvPr id="5" name="S15-word97"/>
          <p:cNvSpPr txBox="1"/>
          <p:nvPr/>
        </p:nvSpPr>
        <p:spPr>
          <a:xfrm>
            <a:off x="548640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play soccer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축구하다</a:t>
            </a:r>
            <a:endParaRPr lang="ko-KR" sz="3200" dirty="0"/>
          </a:p>
        </p:txBody>
      </p:sp>
      <p:sp>
        <p:nvSpPr>
          <p:cNvPr id="6" name="S15-word98"/>
          <p:cNvSpPr txBox="1"/>
          <p:nvPr/>
        </p:nvSpPr>
        <p:spPr>
          <a:xfrm>
            <a:off x="4337304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play badminton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배드민턴을 치다</a:t>
            </a:r>
            <a:endParaRPr lang="ko-KR" sz="3200" dirty="0"/>
          </a:p>
        </p:txBody>
      </p:sp>
      <p:sp>
        <p:nvSpPr>
          <p:cNvPr id="7" name="S15-word99"/>
          <p:cNvSpPr txBox="1"/>
          <p:nvPr/>
        </p:nvSpPr>
        <p:spPr>
          <a:xfrm>
            <a:off x="8125968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to the park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공원에 가다</a:t>
            </a:r>
            <a:endParaRPr lang="ko-KR" sz="3200" dirty="0"/>
          </a:p>
        </p:txBody>
      </p:sp>
      <p:sp>
        <p:nvSpPr>
          <p:cNvPr id="8" name="S15-word100"/>
          <p:cNvSpPr txBox="1"/>
          <p:nvPr/>
        </p:nvSpPr>
        <p:spPr>
          <a:xfrm>
            <a:off x="548640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swimming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수영하러 가다</a:t>
            </a:r>
            <a:endParaRPr lang="ko-KR" sz="3200" dirty="0"/>
          </a:p>
        </p:txBody>
      </p:sp>
      <p:sp>
        <p:nvSpPr>
          <p:cNvPr id="9" name="S15-word101"/>
          <p:cNvSpPr txBox="1"/>
          <p:nvPr/>
        </p:nvSpPr>
        <p:spPr>
          <a:xfrm>
            <a:off x="4337304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watch a movie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영화를 보다</a:t>
            </a:r>
            <a:endParaRPr lang="ko-KR" sz="3200" dirty="0"/>
          </a:p>
        </p:txBody>
      </p:sp>
      <p:sp>
        <p:nvSpPr>
          <p:cNvPr id="10" name="S15-word102"/>
          <p:cNvSpPr txBox="1"/>
          <p:nvPr/>
        </p:nvSpPr>
        <p:spPr>
          <a:xfrm>
            <a:off x="8125968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ride bikes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자전거를 타다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영어 제안하고 답하기</dc:title>
  <dc:subject>KR22-G06-ENG-SUGGEST-L01</dc:subject>
  <dc:creator>education-ppt</dc:creator>
  <cp:lastModifiedBy>education-ppt</cp:lastModifiedBy>
  <cp:revision>1</cp:revision>
  <dcterms:created xsi:type="dcterms:W3CDTF">2026-10-26T09:28:15Z</dcterms:created>
  <dcterms:modified xsi:type="dcterms:W3CDTF">2026-10-26T09:28:15Z</dcterms:modified>
</cp:coreProperties>
</file>