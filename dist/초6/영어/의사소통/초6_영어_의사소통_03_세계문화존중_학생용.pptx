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2b7afa1-c623-1462-11d1-a35905271d97}">
          <p14:sldIdLst>
            <p14:sldId id="256"/>
            <p14:sldId id="257"/>
          </p14:sldIdLst>
        </p14:section>
        <p14:section name="개념" id="{2f6929f7-9803-1d9b-d000-0a90b4e60f8a}">
          <p14:sldIdLst>
            <p14:sldId id="258"/>
            <p14:sldId id="259"/>
            <p14:sldId id="260"/>
            <p14:sldId id="261"/>
          </p14:sldIdLst>
        </p14:section>
        <p14:section name="연습" id="{afa91b9f-c80d-c618-7bfb-23351b63eddd}">
          <p14:sldIdLst>
            <p14:sldId id="262"/>
            <p14:sldId id="263"/>
            <p14:sldId id="264"/>
            <p14:sldId id="265"/>
          </p14:sldIdLst>
        </p14:section>
        <p14:section name="확인" id="{6c2bf2b9-78a7-cba0-c765-a28077ee3494}">
          <p14:sldIdLst>
            <p14:sldId id="266"/>
            <p14:sldId id="267"/>
          </p14:sldIdLst>
        </p14:section>
        <p14:section name="정리" id="{38f1c416-6cd1-4d96-6590-410a3a84dd36}">
          <p14:sldIdLst>
            <p14:sldId id="268"/>
          </p14:sldIdLst>
        </p14:section>
        <p14:section name="보충" id="{a2cc5167-2d01-a132-ccec-6700a422cf8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의사소통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세계 문화 존중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세계 문화 존중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세계 문화 존중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문화 존중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나라를 조사해서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소개해 볼까요?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 me tell you about ~.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That's interesting!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나라의 수도·말·음식을 조사해 영어로 소개해요.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문화를 존중하는 말로 듣고 반응해요.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표현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영어로 대답하고, ②는 읽고 뜻을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look at a world map.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좋다고 대답해요.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　Japan　Italy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Vietnam　Canada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소개해요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→ 수도 → 많은 사람이 쓰는 말 → 널리 알려진 음식</a:t>
            </a:r>
            <a:endParaRPr lang="ko-KR" sz="2800" dirty="0"/>
          </a:p>
        </p:txBody>
      </p:sp>
      <p:sp>
        <p:nvSpPr>
          <p:cNvPr id="5" name="S03-word12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 me tell you about Korea.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한국을 소개할게요.</a:t>
            </a:r>
            <a:endParaRPr lang="ko-KR" sz="2800" dirty="0"/>
          </a:p>
        </p:txBody>
      </p:sp>
      <p:sp>
        <p:nvSpPr>
          <p:cNvPr id="6" name="S03-word13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capital is Seoul.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수도는 서울이에요.</a:t>
            </a:r>
            <a:endParaRPr lang="ko-KR" sz="3200" dirty="0"/>
          </a:p>
        </p:txBody>
      </p:sp>
      <p:sp>
        <p:nvSpPr>
          <p:cNvPr id="7" name="S03-word14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Many people speak Korean.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사람이 한국어를 써요.</a:t>
            </a:r>
            <a:endParaRPr lang="ko-KR" sz="2800" dirty="0"/>
          </a:p>
        </p:txBody>
      </p:sp>
      <p:sp>
        <p:nvSpPr>
          <p:cNvPr id="8" name="S03-word15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Bibimbap is a famous food.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비빔밥은 널리 알려진 음식이에요.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나라 조사표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수도는 가장 큰 도시가 아닐 수도 있어요. 꼭 확인해요.</a:t>
            </a:r>
            <a:endParaRPr lang="ko-KR" sz="2800" dirty="0"/>
          </a:p>
        </p:txBody>
      </p:sp>
      <p:graphicFrame>
        <p:nvGraphicFramePr>
          <p:cNvPr id="5" name="S04-table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337564"/>
          <a:ext cx="1051560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1892808"/>
                <a:gridCol w="2944368"/>
                <a:gridCol w="2944368"/>
              </a:tblGrid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많은 사람이 쓰는 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널리 알려진 음식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Japan(일본)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Tokyo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Japanese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sushi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Italy(이탈리아)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Rome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Italian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pizza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Vietnam(베트남)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Hanoi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Vietnamese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pho(쌀국수)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Canada(캐나다)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Ottawa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English, French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maple syrup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사람이 똑같을까요?</a:t>
            </a:r>
            <a:endParaRPr lang="ko-KR" sz="4000" dirty="0"/>
          </a:p>
        </p:txBody>
      </p:sp>
      <p:sp>
        <p:nvSpPr>
          <p:cNvPr id="3" name="S05-card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이탈리아의 음식을 두 친구가 이렇게 소개했어요.</a:t>
            </a:r>
            <a:endParaRPr lang="ko-KR" sz="2800" dirty="0"/>
          </a:p>
        </p:txBody>
      </p:sp>
      <p:sp>
        <p:nvSpPr>
          <p:cNvPr id="5" name="S05-card2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 사람들도 저마다 달라요. Many people, famous로 말해요.</a:t>
            </a:r>
            <a:endParaRPr lang="ko-KR" sz="2800" dirty="0"/>
          </a:p>
        </p:txBody>
      </p:sp>
      <p:sp>
        <p:nvSpPr>
          <p:cNvPr id="7" name="S05-chip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</a:t>
            </a:r>
            <a:endParaRPr lang="ko-KR" sz="2200" dirty="0"/>
          </a:p>
        </p:txBody>
      </p:sp>
      <p:sp>
        <p:nvSpPr>
          <p:cNvPr id="8" name="S05-word24"/>
          <p:cNvSpPr txBox="1"/>
          <p:nvPr/>
        </p:nvSpPr>
        <p:spPr>
          <a:xfrm>
            <a:off x="548640" y="3154680"/>
            <a:ext cx="5362956" cy="1205484"/>
          </a:xfrm>
          <a:prstGeom prst="roundRect">
            <a:avLst>
              <a:gd name="adj" fmla="val 1061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 people in Italy eat pizza every day.</a:t>
            </a:r>
            <a:endParaRPr lang="ko-KR" sz="3200" dirty="0"/>
          </a:p>
        </p:txBody>
      </p:sp>
      <p:sp>
        <p:nvSpPr>
          <p:cNvPr id="9" name="S05-text25"/>
          <p:cNvSpPr txBox="1"/>
          <p:nvPr/>
        </p:nvSpPr>
        <p:spPr>
          <a:xfrm>
            <a:off x="548640" y="4360164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사람이 날마다? 사실이 아니에요.</a:t>
            </a:r>
            <a:endParaRPr lang="ko-KR" sz="2200" dirty="0"/>
          </a:p>
        </p:txBody>
      </p:sp>
      <p:sp>
        <p:nvSpPr>
          <p:cNvPr id="10" name="S05-chip2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200" dirty="0"/>
          </a:p>
        </p:txBody>
      </p:sp>
      <p:sp>
        <p:nvSpPr>
          <p:cNvPr id="11" name="S05-word27"/>
          <p:cNvSpPr txBox="1"/>
          <p:nvPr/>
        </p:nvSpPr>
        <p:spPr>
          <a:xfrm>
            <a:off x="6277356" y="3154680"/>
            <a:ext cx="5362956" cy="1205484"/>
          </a:xfrm>
          <a:prstGeom prst="roundRect">
            <a:avLst>
              <a:gd name="adj" fmla="val 1061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Pizza is a famous food in Italy.</a:t>
            </a:r>
            <a:endParaRPr lang="ko-KR" sz="3200" dirty="0"/>
          </a:p>
        </p:txBody>
      </p:sp>
      <p:sp>
        <p:nvSpPr>
          <p:cNvPr id="12" name="S05-text28"/>
          <p:cNvSpPr txBox="1"/>
          <p:nvPr/>
        </p:nvSpPr>
        <p:spPr>
          <a:xfrm>
            <a:off x="6277356" y="4360164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널리 알려진 음식이라고 말해요.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존중하며 들어요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것은 틀린 것이 아니에요. 궁금하면 물어봐요.</a:t>
            </a:r>
            <a:endParaRPr lang="ko-KR" sz="2800" dirty="0"/>
          </a:p>
        </p:txBody>
      </p:sp>
      <p:sp>
        <p:nvSpPr>
          <p:cNvPr id="5" name="S06-word31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That's interesting!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흥미롭다! 재미있다!</a:t>
            </a:r>
            <a:endParaRPr lang="ko-KR" sz="3200" dirty="0"/>
          </a:p>
        </p:txBody>
      </p:sp>
      <p:sp>
        <p:nvSpPr>
          <p:cNvPr id="6" name="S06-word32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want to try pho.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쌀국수를 먹어 보고 싶어요.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조사표 보고 말해요</a:t>
            </a:r>
            <a:endParaRPr lang="ko-KR" sz="4000" dirty="0"/>
          </a:p>
        </p:txBody>
      </p:sp>
      <p:sp>
        <p:nvSpPr>
          <p:cNvPr id="3" name="S07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S04의 조사표를 보고 빈칸에 알맞은 말을 넣어 말해요.</a:t>
            </a:r>
            <a:endParaRPr lang="ko-KR" sz="2800" dirty="0"/>
          </a:p>
        </p:txBody>
      </p:sp>
      <p:sp>
        <p:nvSpPr>
          <p:cNvPr id="4" name="S07-chip3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7-text3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capital of Italy is ______.</a:t>
            </a:r>
            <a:endParaRPr lang="ko-KR" sz="2800" dirty="0"/>
          </a:p>
        </p:txBody>
      </p:sp>
      <p:sp>
        <p:nvSpPr>
          <p:cNvPr id="6" name="S07-chip3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7-text3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Many people in Vietnam speak ______.</a:t>
            </a:r>
            <a:endParaRPr lang="ko-KR" sz="2800" dirty="0"/>
          </a:p>
        </p:txBody>
      </p:sp>
      <p:sp>
        <p:nvSpPr>
          <p:cNvPr id="8" name="S07-chip3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7-text3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______ is a famous food in Japan.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반응할까요?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Many people in Canada speak English or French.라고 소개했어요.</a:t>
            </a:r>
            <a:endParaRPr lang="ko-KR" sz="2800" dirty="0"/>
          </a:p>
        </p:txBody>
      </p:sp>
      <p:sp>
        <p:nvSpPr>
          <p:cNvPr id="5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반응은? 왜 그렇게 생각해요?</a:t>
            </a:r>
            <a:endParaRPr lang="ko-KR" sz="2800" dirty="0"/>
          </a:p>
        </p:txBody>
      </p:sp>
      <p:sp>
        <p:nvSpPr>
          <p:cNvPr id="7" name="S08-chip44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word45"/>
          <p:cNvSpPr txBox="1"/>
          <p:nvPr/>
        </p:nvSpPr>
        <p:spPr>
          <a:xfrm>
            <a:off x="548640" y="3482848"/>
            <a:ext cx="5362956" cy="1637792"/>
          </a:xfrm>
          <a:prstGeom prst="roundRect">
            <a:avLst>
              <a:gd name="adj" fmla="val 7816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That's weird.</a:t>
            </a:r>
            <a:endParaRPr lang="ko-KR" sz="3200" dirty="0"/>
          </a:p>
        </p:txBody>
      </p:sp>
      <p:sp>
        <p:nvSpPr>
          <p:cNvPr id="9" name="S08-chip46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word47"/>
          <p:cNvSpPr txBox="1"/>
          <p:nvPr/>
        </p:nvSpPr>
        <p:spPr>
          <a:xfrm>
            <a:off x="6277356" y="3482848"/>
            <a:ext cx="5362956" cy="1637792"/>
          </a:xfrm>
          <a:prstGeom prst="roundRect">
            <a:avLst>
              <a:gd name="adj" fmla="val 7816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That's interesting!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 조사하기</a:t>
            </a:r>
            <a:endParaRPr lang="ko-KR" sz="4000" dirty="0"/>
          </a:p>
        </p:txBody>
      </p:sp>
      <p:sp>
        <p:nvSpPr>
          <p:cNvPr id="3" name="S09-card48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9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점검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믿을 만한 자료에서 찾았어요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곳에서 확인했어요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찾은 자료 이름을 적었어요</a:t>
            </a:r>
            <a:endParaRPr lang="ko-KR" sz="2800" dirty="0"/>
          </a:p>
        </p:txBody>
      </p:sp>
      <p:sp>
        <p:nvSpPr>
          <p:cNvPr id="5" name="S09-stepno50"/>
          <p:cNvSpPr txBox="1"/>
          <p:nvPr/>
        </p:nvSpPr>
        <p:spPr>
          <a:xfrm>
            <a:off x="548640" y="2108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51"/>
          <p:cNvSpPr txBox="1"/>
          <p:nvPr/>
        </p:nvSpPr>
        <p:spPr>
          <a:xfrm>
            <a:off x="1325880" y="2108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소개할 나라를 하나 골라요.</a:t>
            </a:r>
            <a:endParaRPr lang="ko-KR" sz="2800" dirty="0"/>
          </a:p>
        </p:txBody>
      </p:sp>
      <p:sp>
        <p:nvSpPr>
          <p:cNvPr id="7" name="S09-stepno52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53"/>
          <p:cNvSpPr txBox="1"/>
          <p:nvPr/>
        </p:nvSpPr>
        <p:spPr>
          <a:xfrm>
            <a:off x="1325880" y="2821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사회과부도나 백과사전에서 수도, 말, 음식을 찾아요.</a:t>
            </a:r>
            <a:endParaRPr lang="ko-KR" sz="2800" dirty="0"/>
          </a:p>
        </p:txBody>
      </p:sp>
      <p:sp>
        <p:nvSpPr>
          <p:cNvPr id="9" name="S09-stepno54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55"/>
          <p:cNvSpPr txBox="1"/>
          <p:nvPr/>
        </p:nvSpPr>
        <p:spPr>
          <a:xfrm>
            <a:off x="1325880" y="3854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자료 하나로 한 번 더 확인해요.</a:t>
            </a:r>
            <a:endParaRPr lang="ko-KR" sz="2800" dirty="0"/>
          </a:p>
        </p:txBody>
      </p:sp>
      <p:sp>
        <p:nvSpPr>
          <p:cNvPr id="11" name="S09-stepno56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57"/>
          <p:cNvSpPr txBox="1"/>
          <p:nvPr/>
        </p:nvSpPr>
        <p:spPr>
          <a:xfrm>
            <a:off x="1325880" y="48864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1의 조사표에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연습하기</a:t>
            </a:r>
            <a:endParaRPr lang="ko-KR" sz="4000" dirty="0"/>
          </a:p>
        </p:txBody>
      </p:sp>
      <p:sp>
        <p:nvSpPr>
          <p:cNvPr id="3" name="S10-card58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9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점검표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나라 이름으로 시작했어요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가지를 문장으로 말했어요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모든 사람이라고 하지 않았어요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또박또박 말했어요</a:t>
            </a:r>
            <a:endParaRPr lang="ko-KR" sz="2800" dirty="0"/>
          </a:p>
        </p:txBody>
      </p:sp>
      <p:sp>
        <p:nvSpPr>
          <p:cNvPr id="5" name="S10-stepno60"/>
          <p:cNvSpPr txBox="1"/>
          <p:nvPr/>
        </p:nvSpPr>
        <p:spPr>
          <a:xfrm>
            <a:off x="548640" y="16184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0-text61"/>
          <p:cNvSpPr txBox="1"/>
          <p:nvPr/>
        </p:nvSpPr>
        <p:spPr>
          <a:xfrm>
            <a:off x="1325880" y="15727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 me tell you about ~.로 시작해요.</a:t>
            </a:r>
            <a:endParaRPr lang="ko-KR" sz="2800" dirty="0"/>
          </a:p>
        </p:txBody>
      </p:sp>
      <p:sp>
        <p:nvSpPr>
          <p:cNvPr id="7" name="S10-stepno62"/>
          <p:cNvSpPr txBox="1"/>
          <p:nvPr/>
        </p:nvSpPr>
        <p:spPr>
          <a:xfrm>
            <a:off x="548640" y="26507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0-text63"/>
          <p:cNvSpPr txBox="1"/>
          <p:nvPr/>
        </p:nvSpPr>
        <p:spPr>
          <a:xfrm>
            <a:off x="1325880" y="260502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수도, 말, 음식을 한 문장씩 말해요.</a:t>
            </a:r>
            <a:endParaRPr lang="ko-KR" sz="2800" dirty="0"/>
          </a:p>
        </p:txBody>
      </p:sp>
      <p:sp>
        <p:nvSpPr>
          <p:cNvPr id="9" name="S10-stepno64"/>
          <p:cNvSpPr txBox="1"/>
          <p:nvPr/>
        </p:nvSpPr>
        <p:spPr>
          <a:xfrm>
            <a:off x="548640" y="36830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0-text65"/>
          <p:cNvSpPr txBox="1"/>
          <p:nvPr/>
        </p:nvSpPr>
        <p:spPr>
          <a:xfrm>
            <a:off x="1325880" y="363728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want to visit(try) ~.로 마무리해요.</a:t>
            </a:r>
            <a:endParaRPr lang="ko-KR" sz="2800" dirty="0"/>
          </a:p>
        </p:txBody>
      </p:sp>
      <p:sp>
        <p:nvSpPr>
          <p:cNvPr id="11" name="S10-stepno66"/>
          <p:cNvSpPr txBox="1"/>
          <p:nvPr/>
        </p:nvSpPr>
        <p:spPr>
          <a:xfrm>
            <a:off x="548640" y="47152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0-text67"/>
          <p:cNvSpPr txBox="1"/>
          <p:nvPr/>
        </p:nvSpPr>
        <p:spPr>
          <a:xfrm>
            <a:off x="1325880" y="4669536"/>
            <a:ext cx="5122012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That's interesting!으로 반응하고 질문해요.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영어로 말해 보세요.</a:t>
            </a:r>
            <a:endParaRPr lang="ko-KR" sz="2800" dirty="0"/>
          </a:p>
        </p:txBody>
      </p:sp>
      <p:sp>
        <p:nvSpPr>
          <p:cNvPr id="4" name="S11-chip6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7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나라를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문장 이상으로 소개해요.</a:t>
            </a:r>
            <a:endParaRPr lang="ko-KR" sz="2800" dirty="0"/>
          </a:p>
        </p:txBody>
      </p:sp>
      <p:sp>
        <p:nvSpPr>
          <p:cNvPr id="6" name="S11-chip7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7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발표를 듣고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말로 반응해요.</a:t>
            </a:r>
            <a:endParaRPr lang="ko-KR" sz="2800" dirty="0"/>
          </a:p>
        </p:txBody>
      </p:sp>
      <p:sp>
        <p:nvSpPr>
          <p:cNvPr id="8" name="S11-chip7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7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말해요: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 people in Japan eat sushi.</a:t>
            </a:r>
            <a:endParaRPr lang="ko-KR" sz="2800" dirty="0"/>
          </a:p>
        </p:txBody>
      </p:sp>
      <p:sp>
        <p:nvSpPr>
          <p:cNvPr id="10" name="S11-chip7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1-text7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캐나다의 수도를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문장으로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것은?</a:t>
            </a:r>
            <a:endParaRPr lang="ko-KR" sz="4000" dirty="0"/>
          </a:p>
        </p:txBody>
      </p:sp>
      <p:sp>
        <p:nvSpPr>
          <p:cNvPr id="3" name="S13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존중하면서 바르게 말한 것 두 개는? 왜 그렇게 생각해요?</a:t>
            </a:r>
            <a:endParaRPr lang="ko-KR" sz="2800" dirty="0"/>
          </a:p>
        </p:txBody>
      </p:sp>
      <p:sp>
        <p:nvSpPr>
          <p:cNvPr id="5" name="S13-chip79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80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81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That's weird.</a:t>
            </a:r>
            <a:endParaRPr lang="ko-KR" sz="2800" dirty="0"/>
          </a:p>
        </p:txBody>
      </p:sp>
      <p:sp>
        <p:nvSpPr>
          <p:cNvPr id="8" name="S13-chip82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83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84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That's interesting!</a:t>
            </a:r>
            <a:endParaRPr lang="ko-KR" sz="2800" dirty="0"/>
          </a:p>
        </p:txBody>
      </p:sp>
      <p:sp>
        <p:nvSpPr>
          <p:cNvPr id="11" name="S13-chip85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86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87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 people in Italy eat pizza every day.</a:t>
            </a:r>
            <a:endParaRPr lang="ko-KR" sz="2800" dirty="0"/>
          </a:p>
        </p:txBody>
      </p:sp>
      <p:sp>
        <p:nvSpPr>
          <p:cNvPr id="14" name="S13-chip88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89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90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Pizza is a famous food in Italy.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사실로 나라를 소개하고,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문화는 That's interesting!처럼 존중하며 들어요.</a:t>
            </a:r>
            <a:endParaRPr lang="ko-KR" sz="2800" dirty="0"/>
          </a:p>
        </p:txBody>
      </p:sp>
      <p:sp>
        <p:nvSpPr>
          <p:cNvPr id="5" name="S14-chip9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‘많은 사람들이’로 말하기</a:t>
            </a:r>
            <a:endParaRPr lang="ko-KR" sz="2200" dirty="0"/>
          </a:p>
        </p:txBody>
      </p:sp>
      <p:sp>
        <p:nvSpPr>
          <p:cNvPr id="6" name="S14-chip9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All people ~ / That's weird.</a:t>
            </a:r>
            <a:endParaRPr lang="ko-KR" sz="2200" dirty="0"/>
          </a:p>
        </p:txBody>
      </p:sp>
      <p:sp>
        <p:nvSpPr>
          <p:cNvPr id="7" name="S14-text9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6"/>
          <p:cNvSpPr txBox="1"/>
          <p:nvPr/>
        </p:nvSpPr>
        <p:spPr>
          <a:xfrm>
            <a:off x="548640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캐나다의 수도를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문장으로</a:t>
            </a:r>
            <a:endParaRPr lang="ko-KR" sz="2200" dirty="0"/>
          </a:p>
        </p:txBody>
      </p:sp>
      <p:sp>
        <p:nvSpPr>
          <p:cNvPr id="9" name="S14-text97"/>
          <p:cNvSpPr txBox="1"/>
          <p:nvPr/>
        </p:nvSpPr>
        <p:spPr>
          <a:xfrm>
            <a:off x="4322064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나라 소개를 듣고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 하기</a:t>
            </a:r>
            <a:endParaRPr lang="ko-KR" sz="2200" dirty="0"/>
          </a:p>
        </p:txBody>
      </p:sp>
      <p:sp>
        <p:nvSpPr>
          <p:cNvPr id="10" name="S14-text98"/>
          <p:cNvSpPr txBox="1"/>
          <p:nvPr/>
        </p:nvSpPr>
        <p:spPr>
          <a:xfrm>
            <a:off x="8095488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All people in Japan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eat sushi.를 고쳐 말하기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나라 이름 다시 보기</a:t>
            </a:r>
            <a:endParaRPr lang="ko-KR" sz="4000" dirty="0"/>
          </a:p>
        </p:txBody>
      </p:sp>
      <p:sp>
        <p:nvSpPr>
          <p:cNvPr id="3" name="S15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이름은 대문자로 시작해요.</a:t>
            </a:r>
            <a:endParaRPr lang="ko-KR" sz="2800" dirty="0"/>
          </a:p>
        </p:txBody>
      </p:sp>
      <p:sp>
        <p:nvSpPr>
          <p:cNvPr id="5" name="S15-word101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</a:t>
            </a:r>
            <a:endParaRPr lang="ko-KR" sz="3200" dirty="0"/>
          </a:p>
        </p:txBody>
      </p:sp>
      <p:sp>
        <p:nvSpPr>
          <p:cNvPr id="6" name="S15-word102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Japan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ko-KR" sz="3200" dirty="0"/>
          </a:p>
        </p:txBody>
      </p:sp>
      <p:sp>
        <p:nvSpPr>
          <p:cNvPr id="7" name="S15-word103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China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</a:t>
            </a:r>
            <a:endParaRPr lang="ko-KR" sz="3200" dirty="0"/>
          </a:p>
        </p:txBody>
      </p:sp>
      <p:sp>
        <p:nvSpPr>
          <p:cNvPr id="8" name="S15-word104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Italy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이탈리아</a:t>
            </a:r>
            <a:endParaRPr lang="ko-KR" sz="3200" dirty="0"/>
          </a:p>
        </p:txBody>
      </p:sp>
      <p:sp>
        <p:nvSpPr>
          <p:cNvPr id="9" name="S15-word105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Vietnam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베트남</a:t>
            </a:r>
            <a:endParaRPr lang="ko-KR" sz="3200" dirty="0"/>
          </a:p>
        </p:txBody>
      </p:sp>
      <p:sp>
        <p:nvSpPr>
          <p:cNvPr id="10" name="S15-word106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Canada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캐나다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세계 문화 존중</dc:title>
  <dc:subject>KR22-G06-ENG-WORLD-L01</dc:subject>
  <dc:creator>education-ppt</dc:creator>
  <cp:lastModifiedBy>education-ppt</cp:lastModifiedBy>
  <cp:revision>1</cp:revision>
  <dcterms:created xsi:type="dcterms:W3CDTF">2026-10-26T09:29:58Z</dcterms:created>
  <dcterms:modified xsi:type="dcterms:W3CDTF">2026-10-26T09:29:58Z</dcterms:modified>
</cp:coreProperties>
</file>