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5621c0a-9681-3669-c38f-f41b4b85b4bf}">
          <p14:sldIdLst>
            <p14:sldId id="256"/>
            <p14:sldId id="257"/>
          </p14:sldIdLst>
        </p14:section>
        <p14:section name="개념" id="{2f16adab-9bfa-2ca0-ec93-b3464fac9a1b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e4fd8d63-95ee-c4ab-e5d7-9e91cb85d87a}">
          <p14:sldIdLst>
            <p14:sldId id="263"/>
            <p14:sldId id="264"/>
            <p14:sldId id="265"/>
          </p14:sldIdLst>
        </p14:section>
        <p14:section name="확인" id="{7b8bd1f3-8a61-bace-e589-593dbeb9515d}">
          <p14:sldIdLst>
            <p14:sldId id="266"/>
            <p14:sldId id="267"/>
          </p14:sldIdLst>
        </p14:section>
        <p14:section name="정리" id="{55043fbf-9970-7773-245a-d98d589873d3}">
          <p14:sldIdLst>
            <p14:sldId id="268"/>
          </p14:sldIdLst>
        </p14:section>
        <p14:section name="보충" id="{1541f00e-e548-9c1e-d4f0-f6edc025e0ee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토론과글쓰기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독자를 생각하며 고쳐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독자를 생각하며 고쳐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국어 · 독자를 생각하며 고쳐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독자를 생각하며 고쳐 쓰기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읽을 글인지 생각하면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달라질까?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독자에게 맞지 않는 낱말과 문장을 찾아 고칠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목적에 맞게 문단을 빼거나 더해 고칠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빠졌을까요?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논설문의 짜임을 떠올리며 빠진 것을 찾아요.</a:t>
            </a:r>
            <a:endParaRPr lang="ko-KR" sz="28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서론에는 무엇과 무엇? 근거 뒤에는 무엇?</a:t>
            </a:r>
            <a:endParaRPr lang="ko-KR" sz="28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서론: 우리는 계단에서 오른쪽으로 다녀야 합니다.</a:t>
            </a:r>
            <a:endParaRPr lang="ko-KR" sz="28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본론: 첫째, 오른쪽으로 다니면 부딪히지 않습니다.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고쳐 쓰기 전에 물어요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독자의 눈으로 다시 읽으면 고칠 곳이 보여요.</a:t>
            </a:r>
            <a:endParaRPr lang="ko-KR" sz="2800" dirty="0"/>
          </a:p>
        </p:txBody>
      </p:sp>
      <p:sp>
        <p:nvSpPr>
          <p:cNvPr id="5" name="S03-card12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읽나요?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나이는? 무엇을 알고 있나요?</a:t>
            </a:r>
            <a:endParaRPr lang="ko-KR" sz="2800" dirty="0"/>
          </a:p>
        </p:txBody>
      </p:sp>
      <p:sp>
        <p:nvSpPr>
          <p:cNvPr id="7" name="S03-card14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5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쓰나요?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알리기? 설득하기? 마음 전하기?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고칠 곳은 세 수준</a:t>
            </a:r>
            <a:endParaRPr lang="ko-KR" sz="4000" dirty="0"/>
          </a:p>
        </p:txBody>
      </p:sp>
      <p:sp>
        <p:nvSpPr>
          <p:cNvPr id="3" name="S04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맞춤법만 고치는 것이 고쳐 쓰기의 전부가 아니에요.</a:t>
            </a:r>
            <a:endParaRPr lang="ko-KR" sz="2800" dirty="0"/>
          </a:p>
        </p:txBody>
      </p:sp>
      <p:sp>
        <p:nvSpPr>
          <p:cNvPr id="5" name="S04-card18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19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어려운 말, 줄임말,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높임 표현</a:t>
            </a:r>
            <a:endParaRPr lang="ko-KR" sz="2800" dirty="0"/>
          </a:p>
        </p:txBody>
      </p:sp>
      <p:sp>
        <p:nvSpPr>
          <p:cNvPr id="7" name="S04-card20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21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너무 긴 문장,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어색한 문장</a:t>
            </a:r>
            <a:endParaRPr lang="ko-KR" sz="2800" dirty="0"/>
          </a:p>
        </p:txBody>
      </p:sp>
      <p:sp>
        <p:nvSpPr>
          <p:cNvPr id="9" name="S04-card22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4-cardtext23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관계없는 내용 빼기,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내용 더하기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수아의 초고 ①</a:t>
            </a:r>
            <a:endParaRPr lang="ko-KR" sz="4000" dirty="0"/>
          </a:p>
        </p:txBody>
      </p:sp>
      <p:sp>
        <p:nvSpPr>
          <p:cNvPr id="3" name="S05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독자: 1학년 동생들 · 목적: 도서관 이용 방법 알리기</a:t>
            </a:r>
            <a:endParaRPr lang="ko-KR" sz="2800" dirty="0"/>
          </a:p>
        </p:txBody>
      </p:sp>
      <p:sp>
        <p:nvSpPr>
          <p:cNvPr id="4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【가】 문장을 1학년이 한 번에 알아들을까요?</a:t>
            </a:r>
            <a:endParaRPr lang="ko-KR" sz="2800" dirty="0"/>
          </a:p>
        </p:txBody>
      </p:sp>
      <p:sp>
        <p:nvSpPr>
          <p:cNvPr id="6" name="S05-passagebox27"/>
          <p:cNvSpPr/>
          <p:nvPr/>
        </p:nvSpPr>
        <p:spPr>
          <a:xfrm>
            <a:off x="548640" y="2011680"/>
            <a:ext cx="11091672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7" name="S05-passage28"/>
          <p:cNvSpPr txBox="1"/>
          <p:nvPr/>
        </p:nvSpPr>
        <p:spPr>
          <a:xfrm>
            <a:off x="822960" y="2194560"/>
            <a:ext cx="105430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1학년 동생들에게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안녕? 나는 6학년 수아야. 오늘은 우리 학교 도서관을 이용하는 방법을 알려 줄게.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책을 빌리려면 【가】 읽고 싶은 책을 찾아서 사서 선생님께 가져가고 이름을 말하면 선생님이 컴퓨터에 적어 주시고 그러면 책을 가져갈 수 있어.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수아의 초고 ②</a:t>
            </a:r>
            <a:endParaRPr lang="ko-KR" sz="4000" dirty="0"/>
          </a:p>
        </p:txBody>
      </p:sp>
      <p:sp>
        <p:nvSpPr>
          <p:cNvPr id="3" name="S06-text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독자: 1학년 동생들 · 목적: 도서관 이용 방법 알리기</a:t>
            </a:r>
            <a:endParaRPr lang="ko-KR" sz="2800" dirty="0"/>
          </a:p>
        </p:txBody>
      </p:sp>
      <p:sp>
        <p:nvSpPr>
          <p:cNvPr id="4" name="S06-card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【나】~【라】는 낱말·문장·문단 가운데 무엇이 문제일까요?</a:t>
            </a:r>
            <a:endParaRPr lang="ko-KR" sz="2800" dirty="0"/>
          </a:p>
        </p:txBody>
      </p:sp>
      <p:sp>
        <p:nvSpPr>
          <p:cNvPr id="6" name="S06-passagebox32"/>
          <p:cNvSpPr/>
          <p:nvPr/>
        </p:nvSpPr>
        <p:spPr>
          <a:xfrm>
            <a:off x="548640" y="2011680"/>
            <a:ext cx="11091672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7" name="S06-passage33"/>
          <p:cNvSpPr txBox="1"/>
          <p:nvPr/>
        </p:nvSpPr>
        <p:spPr>
          <a:xfrm>
            <a:off x="822960" y="2194560"/>
            <a:ext cx="105430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1학년 동생들에게(이어서)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【나】 나는 공룡 책을 제일 좋아해. 지난 방학에는 공룡 책을 스무 권이나 읽었어. 날개 달린 공룡이 나오는 책이 제일 재미있었어.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빌린 책은 【다】 반납 기한을 엄수해야 해. 늦게 돌려주면 【라】 ㄹㅇ 곤란함.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고쳤어요</a:t>
            </a:r>
            <a:endParaRPr lang="ko-KR" sz="4000" dirty="0"/>
          </a:p>
        </p:txBody>
      </p:sp>
      <p:sp>
        <p:nvSpPr>
          <p:cNvPr id="3" name="S07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독자가 아는 말로, 한 번에 알아듣게 써요.</a:t>
            </a:r>
            <a:endParaRPr lang="ko-KR" sz="2800" dirty="0"/>
          </a:p>
        </p:txBody>
      </p:sp>
      <p:graphicFrame>
        <p:nvGraphicFramePr>
          <p:cNvPr id="8" name="S07-table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376932"/>
          <a:ext cx="10972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62656"/>
                <a:gridCol w="6912864"/>
              </a:tblGrid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표시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고쳐 쓴 글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79146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【가】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문장이 너무 길어요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먼저 책을 찾아. 도서관 선생님께 가져가서 이름을 말해.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【다】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1학년에게 어려운 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돌려주기로 한 날을 꼭 지켜야 해.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독자에 맞게 고쳐 봐요</a:t>
            </a:r>
            <a:endParaRPr lang="ko-KR" sz="4000" dirty="0"/>
          </a:p>
        </p:txBody>
      </p:sp>
      <p:sp>
        <p:nvSpPr>
          <p:cNvPr id="3" name="S08-text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독자를 보고, 알맞은 말로 고쳐 써요.</a:t>
            </a:r>
            <a:endParaRPr lang="ko-KR" sz="2800" dirty="0"/>
          </a:p>
        </p:txBody>
      </p:sp>
      <p:sp>
        <p:nvSpPr>
          <p:cNvPr id="4" name="S08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어린 독자에게는 쉬운 말, 어른에게는 높임 표현!</a:t>
            </a:r>
            <a:endParaRPr lang="ko-KR" sz="2800" dirty="0"/>
          </a:p>
        </p:txBody>
      </p:sp>
      <p:sp>
        <p:nvSpPr>
          <p:cNvPr id="6" name="S08-chip4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8-text4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1학년 동생에게: 늦게 돌려주면 ㄹㅇ 곤란함.</a:t>
            </a:r>
            <a:endParaRPr lang="ko-KR" sz="2800" dirty="0"/>
          </a:p>
        </p:txBody>
      </p:sp>
      <p:sp>
        <p:nvSpPr>
          <p:cNvPr id="8" name="S08-chip4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8-text4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할머니께: 할머니, 생신 ㅊㅋㅊㅋ! 이따 같이 밥 먹자.</a:t>
            </a:r>
            <a:endParaRPr lang="ko-KR" sz="2800" dirty="0"/>
          </a:p>
        </p:txBody>
      </p:sp>
      <p:sp>
        <p:nvSpPr>
          <p:cNvPr id="10" name="S08-chip4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8-text4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1학년 동생에게: 열람실에서는 정숙해야 해.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문단을 고치는 세 방법</a:t>
            </a:r>
            <a:endParaRPr lang="ko-KR" sz="4000" dirty="0"/>
          </a:p>
        </p:txBody>
      </p:sp>
      <p:sp>
        <p:nvSpPr>
          <p:cNvPr id="3" name="S09-card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문단마다 ‘목적에 필요한가?’를 물어요.</a:t>
            </a:r>
            <a:endParaRPr lang="ko-KR" sz="2800" dirty="0"/>
          </a:p>
        </p:txBody>
      </p:sp>
      <p:sp>
        <p:nvSpPr>
          <p:cNvPr id="5" name="S09-card48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9-cardtext49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빼기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관계없는 내용</a:t>
            </a:r>
            <a:endParaRPr lang="ko-KR" sz="2800" dirty="0"/>
          </a:p>
        </p:txBody>
      </p:sp>
      <p:sp>
        <p:nvSpPr>
          <p:cNvPr id="7" name="S09-card50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9-cardtext51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더하기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독자가 꼭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알아야 할 내용</a:t>
            </a:r>
            <a:endParaRPr lang="ko-KR" sz="2800" dirty="0"/>
          </a:p>
        </p:txBody>
      </p:sp>
      <p:sp>
        <p:nvSpPr>
          <p:cNvPr id="9" name="S09-card52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9-cardtext53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옮기기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어색한 내용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문단을 고쳐 봐요</a:t>
            </a:r>
            <a:endParaRPr lang="ko-KR" sz="4000" dirty="0"/>
          </a:p>
        </p:txBody>
      </p:sp>
      <p:sp>
        <p:nvSpPr>
          <p:cNvPr id="3" name="S10-text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수아의 글을 문단 수준에서 고쳐요.</a:t>
            </a:r>
            <a:endParaRPr lang="ko-KR" sz="2800" dirty="0"/>
          </a:p>
        </p:txBody>
      </p:sp>
      <p:sp>
        <p:nvSpPr>
          <p:cNvPr id="4" name="S10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1학년 동생이 혼자 도서관에 갈 수 있을까요?</a:t>
            </a:r>
            <a:endParaRPr lang="ko-KR" sz="2800" dirty="0"/>
          </a:p>
        </p:txBody>
      </p:sp>
      <p:sp>
        <p:nvSpPr>
          <p:cNvPr id="6" name="S10-chip5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0-text58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【나】 문단을 빼는 까닭은 무엇인가요?</a:t>
            </a:r>
            <a:endParaRPr lang="ko-KR" sz="2800" dirty="0"/>
          </a:p>
        </p:txBody>
      </p:sp>
      <p:sp>
        <p:nvSpPr>
          <p:cNvPr id="8" name="S10-chip5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0-text60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1학년이 꼭 알아야 하는데 빠진 내용은?</a:t>
            </a:r>
            <a:endParaRPr lang="ko-KR" sz="2800" dirty="0"/>
          </a:p>
        </p:txBody>
      </p:sp>
      <p:sp>
        <p:nvSpPr>
          <p:cNvPr id="10" name="S10-chip6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0-text62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내용을 한두 문장으로 써 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고쳐 쓰기</a:t>
            </a:r>
            <a:endParaRPr lang="ko-KR" sz="4000" dirty="0"/>
          </a:p>
        </p:txBody>
      </p:sp>
      <p:sp>
        <p:nvSpPr>
          <p:cNvPr id="3" name="S11-card6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6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독자와 목적을 쓰고, 【가】~【라】를 고쳐 다시 써요.</a:t>
            </a:r>
            <a:endParaRPr lang="ko-KR" sz="2800" dirty="0"/>
          </a:p>
        </p:txBody>
      </p:sp>
      <p:sp>
        <p:nvSpPr>
          <p:cNvPr id="5" name="S11-passagebox6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1-passage6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교장 선생님께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【가】 교장 쌤, 안녕하세요? 저는 6학년 2반 민호입니다.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【나】 운동장에 그늘막 좀 만들어 줘요. 【다】 여름에 체육 하면 완전 덥고 힘듦 ㅠㅠ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【라】 어제 저녁에 먹은 수박이 정말 달았습니다.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그럼 안녕히 계세요.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독자가 바뀌면?</a:t>
            </a:r>
            <a:endParaRPr lang="ko-KR" sz="4000" dirty="0"/>
          </a:p>
        </p:txBody>
      </p:sp>
      <p:sp>
        <p:nvSpPr>
          <p:cNvPr id="3" name="S13-text6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뜻을 새 독자에게 맞게 고쳐 써요.</a:t>
            </a:r>
            <a:endParaRPr lang="ko-KR" sz="2800" dirty="0"/>
          </a:p>
        </p:txBody>
      </p:sp>
      <p:sp>
        <p:nvSpPr>
          <p:cNvPr id="4" name="S13-chip6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3-text69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친구에게 보낸 ‘내일 3시 ㄱㄱ’를 선생님께 보낼 말로</a:t>
            </a:r>
            <a:endParaRPr lang="ko-KR" sz="2800" dirty="0"/>
          </a:p>
        </p:txBody>
      </p:sp>
      <p:sp>
        <p:nvSpPr>
          <p:cNvPr id="6" name="S13-chip70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3-text71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어른용 안내 ‘우천 시 실내 체육’을 1학년 동생에게 할 말로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72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73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고쳐 쓰기 전에 독자와 목적을 물어요.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 · 문장 · 문단 세 수준에서 독자에게 맞게 고쳐요.</a:t>
            </a:r>
            <a:endParaRPr lang="ko-KR" sz="2800" dirty="0"/>
          </a:p>
        </p:txBody>
      </p:sp>
      <p:sp>
        <p:nvSpPr>
          <p:cNvPr id="5" name="S14-chip74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독자의 눈으로 다시 읽기</a:t>
            </a:r>
            <a:endParaRPr lang="ko-KR" sz="2200" dirty="0"/>
          </a:p>
        </p:txBody>
      </p:sp>
      <p:sp>
        <p:nvSpPr>
          <p:cNvPr id="6" name="S14-chip75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맞춤법만 고치기</a:t>
            </a:r>
            <a:endParaRPr lang="ko-KR" sz="2200" dirty="0"/>
          </a:p>
        </p:txBody>
      </p:sp>
      <p:sp>
        <p:nvSpPr>
          <p:cNvPr id="7" name="S14-text76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77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고쳐 쓰기 전에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묻는 두 가지는?</a:t>
            </a:r>
            <a:endParaRPr lang="ko-KR" sz="2200" dirty="0"/>
          </a:p>
        </p:txBody>
      </p:sp>
      <p:sp>
        <p:nvSpPr>
          <p:cNvPr id="9" name="S14-text78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고칠 곳의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수준은?</a:t>
            </a:r>
            <a:endParaRPr lang="ko-KR" sz="2200" dirty="0"/>
          </a:p>
        </p:txBody>
      </p:sp>
      <p:sp>
        <p:nvSpPr>
          <p:cNvPr id="10" name="S14-text79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‘반납 기한 엄수’를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1학년에게 맞게?</a:t>
            </a:r>
            <a:endParaRPr lang="ko-KR" sz="2200" dirty="0"/>
          </a:p>
        </p:txBody>
      </p:sp>
      <p:sp>
        <p:nvSpPr>
          <p:cNvPr id="11" name="S14-text8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작품 해석 나누기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논설문의 짜임</a:t>
            </a:r>
            <a:endParaRPr lang="ko-KR" sz="4000" dirty="0"/>
          </a:p>
        </p:txBody>
      </p:sp>
      <p:sp>
        <p:nvSpPr>
          <p:cNvPr id="3" name="S15-text8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부분에 무엇이 들어가는지 확인해요.</a:t>
            </a:r>
            <a:endParaRPr lang="ko-KR" sz="2800" dirty="0"/>
          </a:p>
        </p:txBody>
      </p:sp>
      <p:sp>
        <p:nvSpPr>
          <p:cNvPr id="4" name="S15-card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칸이 있으면 그 칸을 채워 고쳐 써요.</a:t>
            </a:r>
            <a:endParaRPr lang="ko-KR" sz="2800" dirty="0"/>
          </a:p>
        </p:txBody>
      </p:sp>
      <p:sp>
        <p:nvSpPr>
          <p:cNvPr id="6" name="S15-word84"/>
          <p:cNvSpPr txBox="1"/>
          <p:nvPr/>
        </p:nvSpPr>
        <p:spPr>
          <a:xfrm>
            <a:off x="548640" y="201168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서론: 문제 상황 + 주장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문제인가요? 어떻게 하자는 건가요?</a:t>
            </a:r>
            <a:endParaRPr lang="ko-KR" sz="2800" dirty="0"/>
          </a:p>
        </p:txBody>
      </p:sp>
      <p:sp>
        <p:nvSpPr>
          <p:cNvPr id="7" name="S15-word85"/>
          <p:cNvSpPr txBox="1"/>
          <p:nvPr/>
        </p:nvSpPr>
        <p:spPr>
          <a:xfrm>
            <a:off x="548640" y="313944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본론: 근거 + 뒷받침 내용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그래야 하나요? 어떻게 알 수 있나요?</a:t>
            </a:r>
            <a:endParaRPr lang="ko-KR" sz="2800" dirty="0"/>
          </a:p>
        </p:txBody>
      </p:sp>
      <p:sp>
        <p:nvSpPr>
          <p:cNvPr id="8" name="S15-word86"/>
          <p:cNvSpPr txBox="1"/>
          <p:nvPr/>
        </p:nvSpPr>
        <p:spPr>
          <a:xfrm>
            <a:off x="548640" y="426720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결론: 주장 강조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그러므로 꼭 이렇게 해요!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국어 독자를 생각하며 고쳐 쓰기</dc:title>
  <dc:subject>KR22-G06-KOR-REVISE-L01</dc:subject>
  <dc:creator>education-ppt</dc:creator>
  <cp:lastModifiedBy>education-ppt</cp:lastModifiedBy>
  <cp:revision>1</cp:revision>
  <dcterms:created xsi:type="dcterms:W3CDTF">2026-10-26T08:57:43Z</dcterms:created>
  <dcterms:modified xsi:type="dcterms:W3CDTF">2026-10-26T08:57:43Z</dcterms:modified>
</cp:coreProperties>
</file>