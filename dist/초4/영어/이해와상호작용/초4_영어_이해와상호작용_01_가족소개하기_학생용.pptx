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78989ba-a2d9-6d08-9cd8-0ed54068a35c}">
          <p14:sldIdLst>
            <p14:sldId id="256"/>
            <p14:sldId id="257"/>
          </p14:sldIdLst>
        </p14:section>
        <p14:section name="개념" id="{027c615b-ae35-e95a-b832-4d7a19260ab0}">
          <p14:sldIdLst>
            <p14:sldId id="258"/>
            <p14:sldId id="259"/>
            <p14:sldId id="261"/>
            <p14:sldId id="262"/>
          </p14:sldIdLst>
        </p14:section>
        <p14:section name="연습" id="{8308436e-d76a-562a-3093-8a1b5bbf9fbf}">
          <p14:sldIdLst>
            <p14:sldId id="260"/>
            <p14:sldId id="263"/>
            <p14:sldId id="264"/>
            <p14:sldId id="265"/>
          </p14:sldIdLst>
        </p14:section>
        <p14:section name="개념" id="{ec3e22e1-aae2-1349-dc8a-2f6cde3ec637}">
          <p14:sldIdLst/>
        </p14:section>
        <p14:section name="연습" id="{ca497fd5-b9e7-2380-b7b1-5e606abc6824}">
          <p14:sldIdLst/>
        </p14:section>
        <p14:section name="확인" id="{1b89707d-b182-e00a-79df-3bd8a17767e1}">
          <p14:sldIdLst>
            <p14:sldId id="266"/>
            <p14:sldId id="267"/>
          </p14:sldIdLst>
        </p14:section>
        <p14:section name="정리" id="{b4a0e952-8228-a5ec-8de4-3b1fadf8029e}">
          <p14:sldIdLst>
            <p14:sldId id="268"/>
          </p14:sldIdLst>
        </p14:section>
        <p14:section name="보충" id="{e83b965a-45dd-ff82-bbb5-38a8b3ae6ca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이해와상호작용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가족 소개하기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가족 소개하기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가족 소개하기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소개하기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가족을 영어로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소개할까요?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mom.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 is kind.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This is my ~.로 가족을 소개해요.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He is ~. / She is ~.로 한 가지 더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소개하는 말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대답하고, ②는 읽고 뜻을 말해요.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What's your name?이라고 물어요.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dog.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낱말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brother는 남자 형제, sister는 여자 형제예요.</a:t>
            </a:r>
            <a:endParaRPr lang="ko-KR" sz="30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mom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</a:t>
            </a:r>
            <a:endParaRPr lang="ko-KR" sz="3400" dirty="0"/>
          </a:p>
        </p:txBody>
      </p:sp>
      <p:sp>
        <p:nvSpPr>
          <p:cNvPr id="6" name="S03-word13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dad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</a:t>
            </a:r>
            <a:endParaRPr lang="ko-KR" sz="3400" dirty="0"/>
          </a:p>
        </p:txBody>
      </p:sp>
      <p:sp>
        <p:nvSpPr>
          <p:cNvPr id="7" name="S03-word14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grandma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</a:t>
            </a:r>
            <a:endParaRPr lang="ko-KR" sz="3400" dirty="0"/>
          </a:p>
        </p:txBody>
      </p:sp>
      <p:sp>
        <p:nvSpPr>
          <p:cNvPr id="8" name="S03-word15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grandpa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</a:t>
            </a:r>
            <a:endParaRPr lang="ko-KR" sz="3400" dirty="0"/>
          </a:p>
        </p:txBody>
      </p:sp>
      <p:sp>
        <p:nvSpPr>
          <p:cNvPr id="9" name="S03-word16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brother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형, 오빠, 남동생</a:t>
            </a:r>
            <a:endParaRPr lang="ko-KR" sz="3400" dirty="0"/>
          </a:p>
        </p:txBody>
      </p:sp>
      <p:sp>
        <p:nvSpPr>
          <p:cNvPr id="10" name="S03-word17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sister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누나, 언니, 여동생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~.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가족을 가리키며 This is my 다음에 가족 낱말을 말해요.</a:t>
            </a:r>
            <a:endParaRPr lang="ko-KR" sz="3000" dirty="0"/>
          </a:p>
        </p:txBody>
      </p:sp>
      <p:sp>
        <p:nvSpPr>
          <p:cNvPr id="5" name="S04-word20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mom.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사람은 우리 엄마예요.</a:t>
            </a:r>
            <a:endParaRPr lang="ko-KR" sz="3400" dirty="0"/>
          </a:p>
        </p:txBody>
      </p:sp>
      <p:sp>
        <p:nvSpPr>
          <p:cNvPr id="6" name="S04-word21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brother.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사람은 우리 형(오빠, 남동생)이에요.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누구일까요?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가족을 소개한다면? This is my ~.로 말해요.</a:t>
            </a:r>
            <a:endParaRPr lang="ko-KR" sz="3000" dirty="0"/>
          </a:p>
        </p:txBody>
      </p:sp>
      <p:sp>
        <p:nvSpPr>
          <p:cNvPr id="4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mom　dad　brother　sister　grandma　grandpa</a:t>
            </a:r>
            <a:endParaRPr lang="ko-KR" sz="3000" dirty="0"/>
          </a:p>
        </p:txBody>
      </p:sp>
      <p:sp>
        <p:nvSpPr>
          <p:cNvPr id="6" name="S05-chip2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</a:t>
            </a:r>
            <a:endParaRPr lang="ko-KR" sz="3000" dirty="0"/>
          </a:p>
        </p:txBody>
      </p:sp>
      <p:sp>
        <p:nvSpPr>
          <p:cNvPr id="8" name="S05-chip2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</a:t>
            </a:r>
            <a:endParaRPr lang="ko-KR" sz="3000" dirty="0"/>
          </a:p>
        </p:txBody>
      </p:sp>
      <p:sp>
        <p:nvSpPr>
          <p:cNvPr id="10" name="S05-chip2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여동생</a:t>
            </a:r>
            <a:endParaRPr lang="ko-KR" sz="3000" dirty="0"/>
          </a:p>
        </p:txBody>
      </p:sp>
      <p:sp>
        <p:nvSpPr>
          <p:cNvPr id="12" name="S05-chip3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text3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He와 She</a:t>
            </a:r>
            <a:endParaRPr lang="ko-KR" sz="4000" dirty="0"/>
          </a:p>
        </p:txBody>
      </p:sp>
      <p:sp>
        <p:nvSpPr>
          <p:cNvPr id="3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 가족은 He, 여자 가족은 She로 말해요.</a:t>
            </a:r>
            <a:endParaRPr lang="ko-KR" sz="3000" dirty="0"/>
          </a:p>
        </p:txBody>
      </p:sp>
      <p:graphicFrame>
        <p:nvGraphicFramePr>
          <p:cNvPr id="7" name="S06-table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94076" y="196342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He (남자)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She (여자)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dad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mom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grandpa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grandma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brother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sister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 is ~. / She is ~.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 is my dad. He is tall.처럼 이어 말해요.</a:t>
            </a:r>
            <a:endParaRPr lang="ko-KR" sz="3000" dirty="0"/>
          </a:p>
        </p:txBody>
      </p:sp>
      <p:sp>
        <p:nvSpPr>
          <p:cNvPr id="5" name="S07-word38"/>
          <p:cNvSpPr txBox="1"/>
          <p:nvPr/>
        </p:nvSpPr>
        <p:spPr>
          <a:xfrm>
            <a:off x="548640" y="1325880"/>
            <a:ext cx="11091672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 is tall.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그는 키가 커요.</a:t>
            </a:r>
            <a:endParaRPr lang="ko-KR" sz="3400" dirty="0"/>
          </a:p>
        </p:txBody>
      </p:sp>
      <p:sp>
        <p:nvSpPr>
          <p:cNvPr id="6" name="S07-word39"/>
          <p:cNvSpPr txBox="1"/>
          <p:nvPr/>
        </p:nvSpPr>
        <p:spPr>
          <a:xfrm>
            <a:off x="548640" y="2682240"/>
            <a:ext cx="11091672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 is kind.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그녀는 친절해요.</a:t>
            </a:r>
            <a:endParaRPr lang="ko-KR" sz="3400" dirty="0"/>
          </a:p>
        </p:txBody>
      </p:sp>
      <p:sp>
        <p:nvSpPr>
          <p:cNvPr id="7" name="S07-word40"/>
          <p:cNvSpPr txBox="1"/>
          <p:nvPr/>
        </p:nvSpPr>
        <p:spPr>
          <a:xfrm>
            <a:off x="548640" y="4038600"/>
            <a:ext cx="11091672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 is funny.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그는 재미있어요.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He일까요, She일까요?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엄마를 이렇게 소개했어요.</a:t>
            </a:r>
            <a:endParaRPr lang="ko-KR" sz="3000" dirty="0"/>
          </a:p>
        </p:txBody>
      </p:sp>
      <p:sp>
        <p:nvSpPr>
          <p:cNvPr id="5" name="S08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알맞게 말한 쪽은 어디일까요? 왜 그렇게 생각해요?</a:t>
            </a:r>
            <a:endParaRPr lang="ko-KR" sz="3000" dirty="0"/>
          </a:p>
        </p:txBody>
      </p:sp>
      <p:sp>
        <p:nvSpPr>
          <p:cNvPr id="7" name="S08-chip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mom.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 is kind.</a:t>
            </a:r>
            <a:endParaRPr lang="ko-KR" sz="3000" dirty="0"/>
          </a:p>
        </p:txBody>
      </p:sp>
      <p:sp>
        <p:nvSpPr>
          <p:cNvPr id="9" name="S08-chip4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4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mom.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 is kind.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He와 She를 넣어 말해요</a:t>
            </a:r>
            <a:endParaRPr lang="ko-KR" sz="4000" dirty="0"/>
          </a:p>
        </p:txBody>
      </p:sp>
      <p:sp>
        <p:nvSpPr>
          <p:cNvPr id="3" name="S09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He나 She를 넣어 말해요.</a:t>
            </a:r>
            <a:endParaRPr lang="ko-KR" sz="3000" dirty="0"/>
          </a:p>
        </p:txBody>
      </p:sp>
      <p:sp>
        <p:nvSpPr>
          <p:cNvPr id="4" name="S09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 가족은 He, 여자 가족은 She</a:t>
            </a:r>
            <a:endParaRPr lang="ko-KR" sz="3000" dirty="0"/>
          </a:p>
        </p:txBody>
      </p:sp>
      <p:sp>
        <p:nvSpPr>
          <p:cNvPr id="6" name="S09-chip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dad. ______ is tall.</a:t>
            </a:r>
            <a:endParaRPr lang="ko-KR" sz="3000" dirty="0"/>
          </a:p>
        </p:txBody>
      </p:sp>
      <p:sp>
        <p:nvSpPr>
          <p:cNvPr id="8" name="S09-chip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sister. ______ is funny.</a:t>
            </a:r>
            <a:endParaRPr lang="ko-KR" sz="3000" dirty="0"/>
          </a:p>
        </p:txBody>
      </p:sp>
      <p:sp>
        <p:nvSpPr>
          <p:cNvPr id="10" name="S09-chip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5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grandma. ______ is kind.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가족을 소개해요</a:t>
            </a:r>
            <a:endParaRPr lang="ko-KR" sz="4000" dirty="0"/>
          </a:p>
        </p:txBody>
      </p:sp>
      <p:sp>
        <p:nvSpPr>
          <p:cNvPr id="3" name="S10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가족사진(그림)을 가리키며 두 문장으로 소개해요.</a:t>
            </a:r>
            <a:endParaRPr lang="ko-KR" sz="3000" dirty="0"/>
          </a:p>
        </p:txBody>
      </p:sp>
      <p:sp>
        <p:nvSpPr>
          <p:cNvPr id="4" name="S10-card5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mom  dad  brother  sister  grandma  grandpa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tall  kind  funny</a:t>
            </a:r>
            <a:endParaRPr lang="ko-KR" sz="3000" dirty="0"/>
          </a:p>
        </p:txBody>
      </p:sp>
      <p:sp>
        <p:nvSpPr>
          <p:cNvPr id="6" name="S10-chip61"/>
          <p:cNvSpPr txBox="1"/>
          <p:nvPr/>
        </p:nvSpPr>
        <p:spPr>
          <a:xfrm>
            <a:off x="548640" y="23622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62"/>
          <p:cNvSpPr txBox="1"/>
          <p:nvPr/>
        </p:nvSpPr>
        <p:spPr>
          <a:xfrm>
            <a:off x="1344168" y="2011680"/>
            <a:ext cx="10296144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______.</a:t>
            </a:r>
            <a:endParaRPr lang="ko-KR" sz="3000" dirty="0"/>
          </a:p>
        </p:txBody>
      </p:sp>
      <p:sp>
        <p:nvSpPr>
          <p:cNvPr id="8" name="S10-chip63"/>
          <p:cNvSpPr txBox="1"/>
          <p:nvPr/>
        </p:nvSpPr>
        <p:spPr>
          <a:xfrm>
            <a:off x="548640" y="3813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64"/>
          <p:cNvSpPr txBox="1"/>
          <p:nvPr/>
        </p:nvSpPr>
        <p:spPr>
          <a:xfrm>
            <a:off x="1344168" y="3462528"/>
            <a:ext cx="10296144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______ is ______.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두 문장으로 소개해 보세요.</a:t>
            </a:r>
            <a:endParaRPr lang="ko-KR" sz="3000" dirty="0"/>
          </a:p>
        </p:txBody>
      </p:sp>
      <p:sp>
        <p:nvSpPr>
          <p:cNvPr id="4" name="S11-chip6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6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엄마를 소개하고, 친절하다고 말해요.</a:t>
            </a:r>
            <a:endParaRPr lang="ko-KR" sz="3000" dirty="0"/>
          </a:p>
        </p:txBody>
      </p:sp>
      <p:sp>
        <p:nvSpPr>
          <p:cNvPr id="6" name="S11-chip6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6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할아버지를 소개하고, 키가 크다고 말해요.</a:t>
            </a:r>
            <a:endParaRPr lang="ko-KR" sz="3000" dirty="0"/>
          </a:p>
        </p:txBody>
      </p:sp>
      <p:sp>
        <p:nvSpPr>
          <p:cNvPr id="8" name="S11-chip7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7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 형제를 소개하고, 재미있다고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말할 문장은?</a:t>
            </a:r>
            <a:endParaRPr lang="ko-KR" sz="4000" dirty="0"/>
          </a:p>
        </p:txBody>
      </p:sp>
      <p:sp>
        <p:nvSpPr>
          <p:cNvPr id="3" name="S13-card7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7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 is my grandpa. 다음에 이어 말할 문장은? 어떻게 알았나요?</a:t>
            </a:r>
            <a:endParaRPr lang="ko-KR" sz="3000" dirty="0"/>
          </a:p>
        </p:txBody>
      </p:sp>
      <p:sp>
        <p:nvSpPr>
          <p:cNvPr id="5" name="S13-chip7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75"/>
          <p:cNvSpPr/>
          <p:nvPr/>
        </p:nvSpPr>
        <p:spPr>
          <a:xfrm>
            <a:off x="548640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76"/>
          <p:cNvSpPr txBox="1"/>
          <p:nvPr/>
        </p:nvSpPr>
        <p:spPr>
          <a:xfrm>
            <a:off x="822960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 is kind.</a:t>
            </a:r>
            <a:endParaRPr lang="ko-KR" sz="3000" dirty="0"/>
          </a:p>
        </p:txBody>
      </p:sp>
      <p:sp>
        <p:nvSpPr>
          <p:cNvPr id="8" name="S13-chip77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78"/>
          <p:cNvSpPr/>
          <p:nvPr/>
        </p:nvSpPr>
        <p:spPr>
          <a:xfrm>
            <a:off x="4367784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79"/>
          <p:cNvSpPr txBox="1"/>
          <p:nvPr/>
        </p:nvSpPr>
        <p:spPr>
          <a:xfrm>
            <a:off x="4642104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 is kind.</a:t>
            </a:r>
            <a:endParaRPr lang="ko-KR" sz="3000" dirty="0"/>
          </a:p>
        </p:txBody>
      </p:sp>
      <p:sp>
        <p:nvSpPr>
          <p:cNvPr id="11" name="S13-chip8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81"/>
          <p:cNvSpPr/>
          <p:nvPr/>
        </p:nvSpPr>
        <p:spPr>
          <a:xfrm>
            <a:off x="8186928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82"/>
          <p:cNvSpPr txBox="1"/>
          <p:nvPr/>
        </p:nvSpPr>
        <p:spPr>
          <a:xfrm>
            <a:off x="8461248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kind.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 is my ~.로 가족을 소개해요.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 가족은 He is ~., 여자 가족은 She is ~.로 더 말해요.</a:t>
            </a:r>
            <a:endParaRPr lang="ko-KR" sz="3000" dirty="0"/>
          </a:p>
        </p:txBody>
      </p:sp>
      <p:sp>
        <p:nvSpPr>
          <p:cNvPr id="5" name="S14-chip8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남자는 He, 여자는 She</a:t>
            </a:r>
            <a:endParaRPr lang="ko-KR" sz="2400" dirty="0"/>
          </a:p>
        </p:txBody>
      </p:sp>
      <p:sp>
        <p:nvSpPr>
          <p:cNvPr id="6" name="S14-chip8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엄마를 He라고 말하기</a:t>
            </a:r>
            <a:endParaRPr lang="ko-KR" sz="2400" dirty="0"/>
          </a:p>
        </p:txBody>
      </p:sp>
      <p:sp>
        <p:nvSpPr>
          <p:cNvPr id="7" name="S14-text8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할머니, 남동생을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영어로?</a:t>
            </a:r>
            <a:endParaRPr lang="ko-KR" sz="2400" dirty="0"/>
          </a:p>
        </p:txBody>
      </p:sp>
      <p:sp>
        <p:nvSpPr>
          <p:cNvPr id="9" name="S14-text8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This is my dad.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다음엔 He? She?</a:t>
            </a:r>
            <a:endParaRPr lang="ko-KR" sz="2400" dirty="0"/>
          </a:p>
        </p:txBody>
      </p:sp>
      <p:sp>
        <p:nvSpPr>
          <p:cNvPr id="10" name="S14-text9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가족 한 명을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문장으로 소개</a:t>
            </a:r>
            <a:endParaRPr lang="ko-KR" sz="2400" dirty="0"/>
          </a:p>
        </p:txBody>
      </p:sp>
      <p:sp>
        <p:nvSpPr>
          <p:cNvPr id="11" name="S14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물건 위치 묻고 답하기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나를 소개하는 말</a:t>
            </a:r>
            <a:endParaRPr lang="ko-KR" sz="4000" dirty="0"/>
          </a:p>
        </p:txBody>
      </p:sp>
      <p:sp>
        <p:nvSpPr>
          <p:cNvPr id="3" name="S15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 자리에 내 이름을 넣어 말해요.</a:t>
            </a:r>
            <a:endParaRPr lang="ko-KR" sz="3000" dirty="0"/>
          </a:p>
        </p:txBody>
      </p:sp>
      <p:sp>
        <p:nvSpPr>
          <p:cNvPr id="5" name="S15-word94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Mina.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Mina야.</a:t>
            </a:r>
            <a:endParaRPr lang="ko-KR" sz="3400" dirty="0"/>
          </a:p>
        </p:txBody>
      </p:sp>
      <p:sp>
        <p:nvSpPr>
          <p:cNvPr id="6" name="S15-word95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name is Mina.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이름은 Mina야.</a:t>
            </a:r>
            <a:endParaRPr lang="ko-KR" sz="3400" dirty="0"/>
          </a:p>
        </p:txBody>
      </p:sp>
      <p:sp>
        <p:nvSpPr>
          <p:cNvPr id="7" name="S15-word96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dog.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개가 있어요.</a:t>
            </a:r>
            <a:endParaRPr lang="ko-KR" sz="3400" dirty="0"/>
          </a:p>
        </p:txBody>
      </p:sp>
      <p:sp>
        <p:nvSpPr>
          <p:cNvPr id="8" name="S15-word97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잼을 좋아해요.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가족 소개하기</dc:title>
  <dc:subject>KR22-G04-ENG-FAMILY-L01</dc:subject>
  <dc:creator>education-ppt</dc:creator>
  <cp:lastModifiedBy>education-ppt</cp:lastModifiedBy>
  <cp:revision>1</cp:revision>
  <dcterms:created xsi:type="dcterms:W3CDTF">2026-10-26T13:19:05Z</dcterms:created>
  <dcterms:modified xsi:type="dcterms:W3CDTF">2026-10-26T13:19:05Z</dcterms:modified>
</cp:coreProperties>
</file>