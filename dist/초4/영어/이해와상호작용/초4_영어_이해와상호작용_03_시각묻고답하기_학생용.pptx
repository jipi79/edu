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5b3fd42-c44a-12fd-06b7-8e127eaebeee}">
          <p14:sldIdLst>
            <p14:sldId id="256"/>
            <p14:sldId id="257"/>
          </p14:sldIdLst>
        </p14:section>
        <p14:section name="개념" id="{a64cb6af-4d13-86a3-55b0-7c87cdd08f5c}">
          <p14:sldIdLst>
            <p14:sldId id="258"/>
            <p14:sldId id="259"/>
            <p14:sldId id="260"/>
          </p14:sldIdLst>
        </p14:section>
        <p14:section name="연습" id="{d6ef8994-cfcb-33f5-29bd-bdb04dae0c6c}">
          <p14:sldIdLst>
            <p14:sldId id="261"/>
            <p14:sldId id="262"/>
            <p14:sldId id="263"/>
            <p14:sldId id="264"/>
          </p14:sldIdLst>
        </p14:section>
        <p14:section name="확인" id="{aca8b776-73ee-13c4-e5f3-55b49be5211d}">
          <p14:sldIdLst>
            <p14:sldId id="265"/>
            <p14:sldId id="266"/>
          </p14:sldIdLst>
        </p14:section>
        <p14:section name="정리" id="{112300ea-15d6-a75d-b6a6-1d56683c860c}">
          <p14:sldIdLst>
            <p14:sldId id="267"/>
          </p14:sldIdLst>
        </p14:section>
        <p14:section name="보충" id="{be0a8f8e-caeb-8236-ab52-107b7f46431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이해와상호작용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시각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시각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시각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묻고 답하기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몇 시인지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물을까요?</a:t>
            </a:r>
            <a:endParaRPr lang="ko-KR" sz="3000" dirty="0"/>
          </a:p>
        </p:txBody>
      </p:sp>
      <p:sp>
        <p:nvSpPr>
          <p:cNvPr id="4" name="S01-figure1" descr="7시를 가리키는 시계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 flipH="1">
            <a:off x="9325051" y="2103120"/>
            <a:ext cx="321869" cy="55749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166774"/>
            <a:ext cx="0" cy="9363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What time is it?으로 시각을 물어요.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It's ~ o'clock.으로 시각을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영어로 말하고, ③은 읽고 뜻을 말해요.</a:t>
            </a:r>
            <a:endParaRPr lang="ko-KR" sz="3000" dirty="0"/>
          </a:p>
        </p:txBody>
      </p:sp>
      <p:sp>
        <p:nvSpPr>
          <p:cNvPr id="4" name="S02-chip8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8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 있는지 물어요.</a:t>
            </a:r>
            <a:endParaRPr lang="ko-KR" sz="3000" dirty="0"/>
          </a:p>
        </p:txBody>
      </p:sp>
      <p:sp>
        <p:nvSpPr>
          <p:cNvPr id="6" name="S02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상자 안에 있어요.</a:t>
            </a:r>
            <a:endParaRPr lang="ko-KR" sz="3000" dirty="0"/>
          </a:p>
        </p:txBody>
      </p:sp>
      <p:sp>
        <p:nvSpPr>
          <p:cNvPr id="8" name="S02-chip8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8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　seven　ten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one부터 twelve까지</a:t>
            </a:r>
            <a:endParaRPr lang="ko-KR" sz="4000" dirty="0"/>
          </a:p>
        </p:txBody>
      </p:sp>
      <p:sp>
        <p:nvSpPr>
          <p:cNvPr id="3" name="S03-card8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eleven(11), twelve(12)는 새로 배우는 낱말이에요.</a:t>
            </a:r>
            <a:endParaRPr lang="ko-KR" sz="3000" dirty="0"/>
          </a:p>
        </p:txBody>
      </p:sp>
      <p:sp>
        <p:nvSpPr>
          <p:cNvPr id="5" name="S03-word88"/>
          <p:cNvSpPr txBox="1"/>
          <p:nvPr/>
        </p:nvSpPr>
        <p:spPr>
          <a:xfrm>
            <a:off x="548640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6" name="S03-word89"/>
          <p:cNvSpPr txBox="1"/>
          <p:nvPr/>
        </p:nvSpPr>
        <p:spPr>
          <a:xfrm>
            <a:off x="2442972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7" name="S03-word90"/>
          <p:cNvSpPr txBox="1"/>
          <p:nvPr/>
        </p:nvSpPr>
        <p:spPr>
          <a:xfrm>
            <a:off x="4337304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8" name="S03-word91"/>
          <p:cNvSpPr txBox="1"/>
          <p:nvPr/>
        </p:nvSpPr>
        <p:spPr>
          <a:xfrm>
            <a:off x="6231636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9" name="S03-word92"/>
          <p:cNvSpPr txBox="1"/>
          <p:nvPr/>
        </p:nvSpPr>
        <p:spPr>
          <a:xfrm>
            <a:off x="8125968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0" name="S03-word93"/>
          <p:cNvSpPr txBox="1"/>
          <p:nvPr/>
        </p:nvSpPr>
        <p:spPr>
          <a:xfrm>
            <a:off x="10020300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1" name="S03-word94"/>
          <p:cNvSpPr txBox="1"/>
          <p:nvPr/>
        </p:nvSpPr>
        <p:spPr>
          <a:xfrm>
            <a:off x="548640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2" name="S03-word95"/>
          <p:cNvSpPr txBox="1"/>
          <p:nvPr/>
        </p:nvSpPr>
        <p:spPr>
          <a:xfrm>
            <a:off x="2442972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3" name="S03-word96"/>
          <p:cNvSpPr txBox="1"/>
          <p:nvPr/>
        </p:nvSpPr>
        <p:spPr>
          <a:xfrm>
            <a:off x="4337304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4" name="S03-word97"/>
          <p:cNvSpPr txBox="1"/>
          <p:nvPr/>
        </p:nvSpPr>
        <p:spPr>
          <a:xfrm>
            <a:off x="6231636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5" name="S03-word98"/>
          <p:cNvSpPr txBox="1"/>
          <p:nvPr/>
        </p:nvSpPr>
        <p:spPr>
          <a:xfrm>
            <a:off x="8125968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eleven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000" dirty="0"/>
          </a:p>
        </p:txBody>
      </p:sp>
      <p:sp>
        <p:nvSpPr>
          <p:cNvPr id="16" name="S03-word99"/>
          <p:cNvSpPr txBox="1"/>
          <p:nvPr/>
        </p:nvSpPr>
        <p:spPr>
          <a:xfrm>
            <a:off x="10020300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~ o'clock.</a:t>
            </a:r>
            <a:endParaRPr lang="ko-KR" sz="4000" dirty="0"/>
          </a:p>
        </p:txBody>
      </p:sp>
      <p:sp>
        <p:nvSpPr>
          <p:cNvPr id="3" name="S04-figure100" descr="3시를 가리키는 시계"/>
          <p:cNvSpPr/>
          <p:nvPr/>
        </p:nvSpPr>
        <p:spPr>
          <a:xfrm>
            <a:off x="1675638" y="221742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4" name="S04-line101"/>
          <p:cNvSpPr/>
          <p:nvPr/>
        </p:nvSpPr>
        <p:spPr>
          <a:xfrm>
            <a:off x="3230118" y="225399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4-line102"/>
          <p:cNvSpPr/>
          <p:nvPr/>
        </p:nvSpPr>
        <p:spPr>
          <a:xfrm flipH="1">
            <a:off x="3380658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4-line103"/>
          <p:cNvSpPr/>
          <p:nvPr/>
        </p:nvSpPr>
        <p:spPr>
          <a:xfrm flipH="1">
            <a:off x="352954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104"/>
          <p:cNvSpPr/>
          <p:nvPr/>
        </p:nvSpPr>
        <p:spPr>
          <a:xfrm flipH="1">
            <a:off x="3675158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105"/>
          <p:cNvSpPr/>
          <p:nvPr/>
        </p:nvSpPr>
        <p:spPr>
          <a:xfrm flipH="1">
            <a:off x="3815892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106"/>
          <p:cNvSpPr/>
          <p:nvPr/>
        </p:nvSpPr>
        <p:spPr>
          <a:xfrm flipH="1">
            <a:off x="3903574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line107"/>
          <p:cNvSpPr/>
          <p:nvPr/>
        </p:nvSpPr>
        <p:spPr>
          <a:xfrm flipH="1">
            <a:off x="4076635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108"/>
          <p:cNvSpPr/>
          <p:nvPr/>
        </p:nvSpPr>
        <p:spPr>
          <a:xfrm flipH="1">
            <a:off x="4193787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109"/>
          <p:cNvSpPr/>
          <p:nvPr/>
        </p:nvSpPr>
        <p:spPr>
          <a:xfrm flipH="1">
            <a:off x="4300380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110"/>
          <p:cNvSpPr/>
          <p:nvPr/>
        </p:nvSpPr>
        <p:spPr>
          <a:xfrm flipH="1">
            <a:off x="439524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111"/>
          <p:cNvSpPr/>
          <p:nvPr/>
        </p:nvSpPr>
        <p:spPr>
          <a:xfrm flipH="1">
            <a:off x="4396577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4-line112"/>
          <p:cNvSpPr/>
          <p:nvPr/>
        </p:nvSpPr>
        <p:spPr>
          <a:xfrm flipH="1">
            <a:off x="4545788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line113"/>
          <p:cNvSpPr/>
          <p:nvPr/>
        </p:nvSpPr>
        <p:spPr>
          <a:xfrm flipH="1">
            <a:off x="4599811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114"/>
          <p:cNvSpPr/>
          <p:nvPr/>
        </p:nvSpPr>
        <p:spPr>
          <a:xfrm flipH="1">
            <a:off x="4638827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115"/>
          <p:cNvSpPr/>
          <p:nvPr/>
        </p:nvSpPr>
        <p:spPr>
          <a:xfrm flipH="1">
            <a:off x="466240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116"/>
          <p:cNvSpPr/>
          <p:nvPr/>
        </p:nvSpPr>
        <p:spPr>
          <a:xfrm flipH="1">
            <a:off x="4577029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4-line117"/>
          <p:cNvSpPr/>
          <p:nvPr/>
        </p:nvSpPr>
        <p:spPr>
          <a:xfrm flipH="1" flipV="1">
            <a:off x="466240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18"/>
          <p:cNvSpPr/>
          <p:nvPr/>
        </p:nvSpPr>
        <p:spPr>
          <a:xfrm flipH="1" flipV="1">
            <a:off x="4638827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19"/>
          <p:cNvSpPr/>
          <p:nvPr/>
        </p:nvSpPr>
        <p:spPr>
          <a:xfrm flipH="1" flipV="1">
            <a:off x="4599811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20"/>
          <p:cNvSpPr/>
          <p:nvPr/>
        </p:nvSpPr>
        <p:spPr>
          <a:xfrm flipH="1" flipV="1">
            <a:off x="4545788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21"/>
          <p:cNvSpPr/>
          <p:nvPr/>
        </p:nvSpPr>
        <p:spPr>
          <a:xfrm flipH="1" flipV="1">
            <a:off x="4396577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4-line122"/>
          <p:cNvSpPr/>
          <p:nvPr/>
        </p:nvSpPr>
        <p:spPr>
          <a:xfrm flipH="1" flipV="1">
            <a:off x="439524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line123"/>
          <p:cNvSpPr/>
          <p:nvPr/>
        </p:nvSpPr>
        <p:spPr>
          <a:xfrm flipH="1" flipV="1">
            <a:off x="4300380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line124"/>
          <p:cNvSpPr/>
          <p:nvPr/>
        </p:nvSpPr>
        <p:spPr>
          <a:xfrm flipH="1" flipV="1">
            <a:off x="4193787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25"/>
          <p:cNvSpPr/>
          <p:nvPr/>
        </p:nvSpPr>
        <p:spPr>
          <a:xfrm flipH="1" flipV="1">
            <a:off x="4076635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26"/>
          <p:cNvSpPr/>
          <p:nvPr/>
        </p:nvSpPr>
        <p:spPr>
          <a:xfrm flipH="1" flipV="1">
            <a:off x="3903574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4-line127"/>
          <p:cNvSpPr/>
          <p:nvPr/>
        </p:nvSpPr>
        <p:spPr>
          <a:xfrm flipH="1" flipV="1">
            <a:off x="3815892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28"/>
          <p:cNvSpPr/>
          <p:nvPr/>
        </p:nvSpPr>
        <p:spPr>
          <a:xfrm flipH="1" flipV="1">
            <a:off x="3675158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29"/>
          <p:cNvSpPr/>
          <p:nvPr/>
        </p:nvSpPr>
        <p:spPr>
          <a:xfrm flipH="1" flipV="1">
            <a:off x="352954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30"/>
          <p:cNvSpPr/>
          <p:nvPr/>
        </p:nvSpPr>
        <p:spPr>
          <a:xfrm flipH="1" flipV="1">
            <a:off x="3380658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31"/>
          <p:cNvSpPr/>
          <p:nvPr/>
        </p:nvSpPr>
        <p:spPr>
          <a:xfrm flipV="1">
            <a:off x="3230118" y="511881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4-line132"/>
          <p:cNvSpPr/>
          <p:nvPr/>
        </p:nvSpPr>
        <p:spPr>
          <a:xfrm flipV="1">
            <a:off x="3071454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33"/>
          <p:cNvSpPr/>
          <p:nvPr/>
        </p:nvSpPr>
        <p:spPr>
          <a:xfrm flipV="1">
            <a:off x="291452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34"/>
          <p:cNvSpPr/>
          <p:nvPr/>
        </p:nvSpPr>
        <p:spPr>
          <a:xfrm flipV="1">
            <a:off x="2761060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35"/>
          <p:cNvSpPr/>
          <p:nvPr/>
        </p:nvSpPr>
        <p:spPr>
          <a:xfrm flipV="1">
            <a:off x="2612731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36"/>
          <p:cNvSpPr/>
          <p:nvPr/>
        </p:nvSpPr>
        <p:spPr>
          <a:xfrm flipV="1">
            <a:off x="2471166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4-line137"/>
          <p:cNvSpPr/>
          <p:nvPr/>
        </p:nvSpPr>
        <p:spPr>
          <a:xfrm flipV="1">
            <a:off x="2337916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38"/>
          <p:cNvSpPr/>
          <p:nvPr/>
        </p:nvSpPr>
        <p:spPr>
          <a:xfrm flipV="1">
            <a:off x="2214442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39"/>
          <p:cNvSpPr/>
          <p:nvPr/>
        </p:nvSpPr>
        <p:spPr>
          <a:xfrm flipV="1">
            <a:off x="2102095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40"/>
          <p:cNvSpPr/>
          <p:nvPr/>
        </p:nvSpPr>
        <p:spPr>
          <a:xfrm flipV="1">
            <a:off x="200210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41"/>
          <p:cNvSpPr/>
          <p:nvPr/>
        </p:nvSpPr>
        <p:spPr>
          <a:xfrm flipV="1">
            <a:off x="1915575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4-line142"/>
          <p:cNvSpPr/>
          <p:nvPr/>
        </p:nvSpPr>
        <p:spPr>
          <a:xfrm flipV="1">
            <a:off x="1843444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143"/>
          <p:cNvSpPr/>
          <p:nvPr/>
        </p:nvSpPr>
        <p:spPr>
          <a:xfrm flipV="1">
            <a:off x="1786506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144"/>
          <p:cNvSpPr/>
          <p:nvPr/>
        </p:nvSpPr>
        <p:spPr>
          <a:xfrm flipV="1">
            <a:off x="1745384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45"/>
          <p:cNvSpPr/>
          <p:nvPr/>
        </p:nvSpPr>
        <p:spPr>
          <a:xfrm flipV="1">
            <a:off x="172052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46"/>
          <p:cNvSpPr/>
          <p:nvPr/>
        </p:nvSpPr>
        <p:spPr>
          <a:xfrm>
            <a:off x="1712214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4-line147"/>
          <p:cNvSpPr/>
          <p:nvPr/>
        </p:nvSpPr>
        <p:spPr>
          <a:xfrm>
            <a:off x="172052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48"/>
          <p:cNvSpPr/>
          <p:nvPr/>
        </p:nvSpPr>
        <p:spPr>
          <a:xfrm>
            <a:off x="1745384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49"/>
          <p:cNvSpPr/>
          <p:nvPr/>
        </p:nvSpPr>
        <p:spPr>
          <a:xfrm>
            <a:off x="1786506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50"/>
          <p:cNvSpPr/>
          <p:nvPr/>
        </p:nvSpPr>
        <p:spPr>
          <a:xfrm>
            <a:off x="1843444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151"/>
          <p:cNvSpPr/>
          <p:nvPr/>
        </p:nvSpPr>
        <p:spPr>
          <a:xfrm>
            <a:off x="1915575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04-line152"/>
          <p:cNvSpPr/>
          <p:nvPr/>
        </p:nvSpPr>
        <p:spPr>
          <a:xfrm>
            <a:off x="200210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line153"/>
          <p:cNvSpPr/>
          <p:nvPr/>
        </p:nvSpPr>
        <p:spPr>
          <a:xfrm>
            <a:off x="2102095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4-line154"/>
          <p:cNvSpPr/>
          <p:nvPr/>
        </p:nvSpPr>
        <p:spPr>
          <a:xfrm>
            <a:off x="2214442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155"/>
          <p:cNvSpPr/>
          <p:nvPr/>
        </p:nvSpPr>
        <p:spPr>
          <a:xfrm>
            <a:off x="2337916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156"/>
          <p:cNvSpPr/>
          <p:nvPr/>
        </p:nvSpPr>
        <p:spPr>
          <a:xfrm>
            <a:off x="2471166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04-line157"/>
          <p:cNvSpPr/>
          <p:nvPr/>
        </p:nvSpPr>
        <p:spPr>
          <a:xfrm>
            <a:off x="2612731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158"/>
          <p:cNvSpPr/>
          <p:nvPr/>
        </p:nvSpPr>
        <p:spPr>
          <a:xfrm>
            <a:off x="2761060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59"/>
          <p:cNvSpPr/>
          <p:nvPr/>
        </p:nvSpPr>
        <p:spPr>
          <a:xfrm>
            <a:off x="291452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60"/>
          <p:cNvSpPr/>
          <p:nvPr/>
        </p:nvSpPr>
        <p:spPr>
          <a:xfrm>
            <a:off x="3071454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abel161"/>
          <p:cNvSpPr txBox="1"/>
          <p:nvPr/>
        </p:nvSpPr>
        <p:spPr>
          <a:xfrm>
            <a:off x="356981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5" name="S04-label162"/>
          <p:cNvSpPr txBox="1"/>
          <p:nvPr/>
        </p:nvSpPr>
        <p:spPr>
          <a:xfrm>
            <a:off x="4019311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6" name="S04-label163"/>
          <p:cNvSpPr txBox="1"/>
          <p:nvPr/>
        </p:nvSpPr>
        <p:spPr>
          <a:xfrm>
            <a:off x="4183837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7" name="S04-label164"/>
          <p:cNvSpPr txBox="1"/>
          <p:nvPr/>
        </p:nvSpPr>
        <p:spPr>
          <a:xfrm>
            <a:off x="4019311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8" name="S04-label165"/>
          <p:cNvSpPr txBox="1"/>
          <p:nvPr/>
        </p:nvSpPr>
        <p:spPr>
          <a:xfrm>
            <a:off x="356981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69" name="S04-label166"/>
          <p:cNvSpPr txBox="1"/>
          <p:nvPr/>
        </p:nvSpPr>
        <p:spPr>
          <a:xfrm>
            <a:off x="2955798" y="48170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0" name="S04-label167"/>
          <p:cNvSpPr txBox="1"/>
          <p:nvPr/>
        </p:nvSpPr>
        <p:spPr>
          <a:xfrm>
            <a:off x="234177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1" name="S04-label168"/>
          <p:cNvSpPr txBox="1"/>
          <p:nvPr/>
        </p:nvSpPr>
        <p:spPr>
          <a:xfrm>
            <a:off x="1892285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2" name="S04-label169"/>
          <p:cNvSpPr txBox="1"/>
          <p:nvPr/>
        </p:nvSpPr>
        <p:spPr>
          <a:xfrm>
            <a:off x="1727759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3" name="S04-label170"/>
          <p:cNvSpPr txBox="1"/>
          <p:nvPr/>
        </p:nvSpPr>
        <p:spPr>
          <a:xfrm>
            <a:off x="1892285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4" name="S04-label171"/>
          <p:cNvSpPr txBox="1"/>
          <p:nvPr/>
        </p:nvSpPr>
        <p:spPr>
          <a:xfrm>
            <a:off x="234177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5" name="S04-label172"/>
          <p:cNvSpPr txBox="1"/>
          <p:nvPr/>
        </p:nvSpPr>
        <p:spPr>
          <a:xfrm>
            <a:off x="2955798" y="23609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6" name="S04-line173"/>
          <p:cNvSpPr/>
          <p:nvPr/>
        </p:nvSpPr>
        <p:spPr>
          <a:xfrm>
            <a:off x="3230118" y="3771900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7" name="S04-line174"/>
          <p:cNvSpPr/>
          <p:nvPr/>
        </p:nvSpPr>
        <p:spPr>
          <a:xfrm flipV="1">
            <a:off x="3230118" y="277703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8" name="S04-pin175"/>
          <p:cNvSpPr/>
          <p:nvPr/>
        </p:nvSpPr>
        <p:spPr>
          <a:xfrm>
            <a:off x="3175254" y="37170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9" name="S04-card176"/>
          <p:cNvSpPr/>
          <p:nvPr/>
        </p:nvSpPr>
        <p:spPr>
          <a:xfrm>
            <a:off x="6277356" y="1663446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0" name="S04-cardtext177"/>
          <p:cNvSpPr txBox="1"/>
          <p:nvPr/>
        </p:nvSpPr>
        <p:spPr>
          <a:xfrm>
            <a:off x="6551676" y="1800606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three o'clock.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3시예요.</a:t>
            </a:r>
            <a:endParaRPr lang="ko-KR" sz="3000" dirty="0"/>
          </a:p>
        </p:txBody>
      </p:sp>
      <p:sp>
        <p:nvSpPr>
          <p:cNvPr id="81" name="S04-card178"/>
          <p:cNvSpPr/>
          <p:nvPr/>
        </p:nvSpPr>
        <p:spPr>
          <a:xfrm>
            <a:off x="6277356" y="313410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04-cardtext179"/>
          <p:cNvSpPr txBox="1"/>
          <p:nvPr/>
        </p:nvSpPr>
        <p:spPr>
          <a:xfrm>
            <a:off x="6551676" y="327126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가리키는 숫자가 ‘몇 시’예요.</a:t>
            </a:r>
            <a:endParaRPr lang="ko-KR" sz="3000" dirty="0"/>
          </a:p>
        </p:txBody>
      </p:sp>
      <p:sp>
        <p:nvSpPr>
          <p:cNvPr id="83" name="S04-card180"/>
          <p:cNvSpPr/>
          <p:nvPr/>
        </p:nvSpPr>
        <p:spPr>
          <a:xfrm>
            <a:off x="6277356" y="4621530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4" name="S04-cardtext181"/>
          <p:cNvSpPr txBox="1"/>
          <p:nvPr/>
        </p:nvSpPr>
        <p:spPr>
          <a:xfrm>
            <a:off x="6551676" y="4758690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다음에 숫자, 끝에 o'clock을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time is it?</a:t>
            </a:r>
            <a:endParaRPr lang="ko-KR" sz="4000" dirty="0"/>
          </a:p>
        </p:txBody>
      </p:sp>
      <p:sp>
        <p:nvSpPr>
          <p:cNvPr id="3" name="S05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3000" dirty="0"/>
          </a:p>
        </p:txBody>
      </p:sp>
      <p:sp>
        <p:nvSpPr>
          <p:cNvPr id="4" name="S05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it?은 ‘몇 시예요?’라는 뜻이에요.</a:t>
            </a:r>
            <a:endParaRPr lang="ko-KR" sz="3000" dirty="0"/>
          </a:p>
        </p:txBody>
      </p:sp>
      <p:sp>
        <p:nvSpPr>
          <p:cNvPr id="6" name="S05-figure185" descr="7시를 가리키는 시계"/>
          <p:cNvSpPr/>
          <p:nvPr/>
        </p:nvSpPr>
        <p:spPr>
          <a:xfrm>
            <a:off x="8047909" y="20116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5-line186"/>
          <p:cNvSpPr/>
          <p:nvPr/>
        </p:nvSpPr>
        <p:spPr>
          <a:xfrm>
            <a:off x="9602389" y="20482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5-line187"/>
          <p:cNvSpPr/>
          <p:nvPr/>
        </p:nvSpPr>
        <p:spPr>
          <a:xfrm flipH="1">
            <a:off x="9752929" y="20565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188"/>
          <p:cNvSpPr/>
          <p:nvPr/>
        </p:nvSpPr>
        <p:spPr>
          <a:xfrm flipH="1">
            <a:off x="9901819" y="20814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189"/>
          <p:cNvSpPr/>
          <p:nvPr/>
        </p:nvSpPr>
        <p:spPr>
          <a:xfrm flipH="1">
            <a:off x="10047429" y="21225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90"/>
          <p:cNvSpPr/>
          <p:nvPr/>
        </p:nvSpPr>
        <p:spPr>
          <a:xfrm flipH="1">
            <a:off x="10188163" y="21794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191"/>
          <p:cNvSpPr/>
          <p:nvPr/>
        </p:nvSpPr>
        <p:spPr>
          <a:xfrm flipH="1">
            <a:off x="10275844" y="22516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5-line192"/>
          <p:cNvSpPr/>
          <p:nvPr/>
        </p:nvSpPr>
        <p:spPr>
          <a:xfrm flipH="1">
            <a:off x="10448905" y="23381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93"/>
          <p:cNvSpPr/>
          <p:nvPr/>
        </p:nvSpPr>
        <p:spPr>
          <a:xfrm flipH="1">
            <a:off x="10566057" y="24381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94"/>
          <p:cNvSpPr/>
          <p:nvPr/>
        </p:nvSpPr>
        <p:spPr>
          <a:xfrm flipH="1">
            <a:off x="10672651" y="25504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195"/>
          <p:cNvSpPr/>
          <p:nvPr/>
        </p:nvSpPr>
        <p:spPr>
          <a:xfrm flipH="1">
            <a:off x="10767519" y="26739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196"/>
          <p:cNvSpPr/>
          <p:nvPr/>
        </p:nvSpPr>
        <p:spPr>
          <a:xfrm flipH="1">
            <a:off x="10768848" y="28072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5-line197"/>
          <p:cNvSpPr/>
          <p:nvPr/>
        </p:nvSpPr>
        <p:spPr>
          <a:xfrm flipH="1">
            <a:off x="10918059" y="29487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198"/>
          <p:cNvSpPr/>
          <p:nvPr/>
        </p:nvSpPr>
        <p:spPr>
          <a:xfrm flipH="1">
            <a:off x="10972081" y="30971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199"/>
          <p:cNvSpPr/>
          <p:nvPr/>
        </p:nvSpPr>
        <p:spPr>
          <a:xfrm flipH="1">
            <a:off x="11011097" y="32505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200"/>
          <p:cNvSpPr/>
          <p:nvPr/>
        </p:nvSpPr>
        <p:spPr>
          <a:xfrm flipH="1">
            <a:off x="11034679" y="34074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201"/>
          <p:cNvSpPr/>
          <p:nvPr/>
        </p:nvSpPr>
        <p:spPr>
          <a:xfrm flipH="1">
            <a:off x="10949300" y="35661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5-line202"/>
          <p:cNvSpPr/>
          <p:nvPr/>
        </p:nvSpPr>
        <p:spPr>
          <a:xfrm flipH="1" flipV="1">
            <a:off x="11034679" y="37167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203"/>
          <p:cNvSpPr/>
          <p:nvPr/>
        </p:nvSpPr>
        <p:spPr>
          <a:xfrm flipH="1" flipV="1">
            <a:off x="11011097" y="38655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204"/>
          <p:cNvSpPr/>
          <p:nvPr/>
        </p:nvSpPr>
        <p:spPr>
          <a:xfrm flipH="1" flipV="1">
            <a:off x="10972081" y="40112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205"/>
          <p:cNvSpPr/>
          <p:nvPr/>
        </p:nvSpPr>
        <p:spPr>
          <a:xfrm flipH="1" flipV="1">
            <a:off x="10918059" y="41519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206"/>
          <p:cNvSpPr/>
          <p:nvPr/>
        </p:nvSpPr>
        <p:spPr>
          <a:xfrm flipH="1" flipV="1">
            <a:off x="10768848" y="42396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5-line207"/>
          <p:cNvSpPr/>
          <p:nvPr/>
        </p:nvSpPr>
        <p:spPr>
          <a:xfrm flipH="1" flipV="1">
            <a:off x="10767519" y="44126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208"/>
          <p:cNvSpPr/>
          <p:nvPr/>
        </p:nvSpPr>
        <p:spPr>
          <a:xfrm flipH="1" flipV="1">
            <a:off x="10672651" y="45298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209"/>
          <p:cNvSpPr/>
          <p:nvPr/>
        </p:nvSpPr>
        <p:spPr>
          <a:xfrm flipH="1" flipV="1">
            <a:off x="10566057" y="46364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210"/>
          <p:cNvSpPr/>
          <p:nvPr/>
        </p:nvSpPr>
        <p:spPr>
          <a:xfrm flipH="1" flipV="1">
            <a:off x="10448905" y="47312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211"/>
          <p:cNvSpPr/>
          <p:nvPr/>
        </p:nvSpPr>
        <p:spPr>
          <a:xfrm flipH="1" flipV="1">
            <a:off x="10275844" y="47326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5-line212"/>
          <p:cNvSpPr/>
          <p:nvPr/>
        </p:nvSpPr>
        <p:spPr>
          <a:xfrm flipH="1" flipV="1">
            <a:off x="10188163" y="48818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213"/>
          <p:cNvSpPr/>
          <p:nvPr/>
        </p:nvSpPr>
        <p:spPr>
          <a:xfrm flipH="1" flipV="1">
            <a:off x="10047429" y="49358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214"/>
          <p:cNvSpPr/>
          <p:nvPr/>
        </p:nvSpPr>
        <p:spPr>
          <a:xfrm flipH="1" flipV="1">
            <a:off x="9901819" y="49748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215"/>
          <p:cNvSpPr/>
          <p:nvPr/>
        </p:nvSpPr>
        <p:spPr>
          <a:xfrm flipH="1" flipV="1">
            <a:off x="9752929" y="49984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216"/>
          <p:cNvSpPr/>
          <p:nvPr/>
        </p:nvSpPr>
        <p:spPr>
          <a:xfrm flipV="1">
            <a:off x="9602389" y="49130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5-line217"/>
          <p:cNvSpPr/>
          <p:nvPr/>
        </p:nvSpPr>
        <p:spPr>
          <a:xfrm flipV="1">
            <a:off x="9443725" y="49984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218"/>
          <p:cNvSpPr/>
          <p:nvPr/>
        </p:nvSpPr>
        <p:spPr>
          <a:xfrm flipV="1">
            <a:off x="9286799" y="49748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219"/>
          <p:cNvSpPr/>
          <p:nvPr/>
        </p:nvSpPr>
        <p:spPr>
          <a:xfrm flipV="1">
            <a:off x="9133331" y="49358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220"/>
          <p:cNvSpPr/>
          <p:nvPr/>
        </p:nvSpPr>
        <p:spPr>
          <a:xfrm flipV="1">
            <a:off x="8985002" y="48818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221"/>
          <p:cNvSpPr/>
          <p:nvPr/>
        </p:nvSpPr>
        <p:spPr>
          <a:xfrm flipV="1">
            <a:off x="8843437" y="47326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5-line222"/>
          <p:cNvSpPr/>
          <p:nvPr/>
        </p:nvSpPr>
        <p:spPr>
          <a:xfrm flipV="1">
            <a:off x="8710187" y="47312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223"/>
          <p:cNvSpPr/>
          <p:nvPr/>
        </p:nvSpPr>
        <p:spPr>
          <a:xfrm flipV="1">
            <a:off x="8586713" y="46364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224"/>
          <p:cNvSpPr/>
          <p:nvPr/>
        </p:nvSpPr>
        <p:spPr>
          <a:xfrm flipV="1">
            <a:off x="8474366" y="45298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225"/>
          <p:cNvSpPr/>
          <p:nvPr/>
        </p:nvSpPr>
        <p:spPr>
          <a:xfrm flipV="1">
            <a:off x="8374379" y="44126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226"/>
          <p:cNvSpPr/>
          <p:nvPr/>
        </p:nvSpPr>
        <p:spPr>
          <a:xfrm flipV="1">
            <a:off x="8287845" y="42396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5-line227"/>
          <p:cNvSpPr/>
          <p:nvPr/>
        </p:nvSpPr>
        <p:spPr>
          <a:xfrm flipV="1">
            <a:off x="8215714" y="41519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228"/>
          <p:cNvSpPr/>
          <p:nvPr/>
        </p:nvSpPr>
        <p:spPr>
          <a:xfrm flipV="1">
            <a:off x="8158776" y="40112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229"/>
          <p:cNvSpPr/>
          <p:nvPr/>
        </p:nvSpPr>
        <p:spPr>
          <a:xfrm flipV="1">
            <a:off x="8117655" y="38655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230"/>
          <p:cNvSpPr/>
          <p:nvPr/>
        </p:nvSpPr>
        <p:spPr>
          <a:xfrm flipV="1">
            <a:off x="8092800" y="37167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231"/>
          <p:cNvSpPr/>
          <p:nvPr/>
        </p:nvSpPr>
        <p:spPr>
          <a:xfrm>
            <a:off x="8084485" y="35661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5-line232"/>
          <p:cNvSpPr/>
          <p:nvPr/>
        </p:nvSpPr>
        <p:spPr>
          <a:xfrm>
            <a:off x="8092800" y="34074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233"/>
          <p:cNvSpPr/>
          <p:nvPr/>
        </p:nvSpPr>
        <p:spPr>
          <a:xfrm>
            <a:off x="8117655" y="32505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234"/>
          <p:cNvSpPr/>
          <p:nvPr/>
        </p:nvSpPr>
        <p:spPr>
          <a:xfrm>
            <a:off x="8158776" y="30971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235"/>
          <p:cNvSpPr/>
          <p:nvPr/>
        </p:nvSpPr>
        <p:spPr>
          <a:xfrm>
            <a:off x="8215714" y="29487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236"/>
          <p:cNvSpPr/>
          <p:nvPr/>
        </p:nvSpPr>
        <p:spPr>
          <a:xfrm>
            <a:off x="8287845" y="28072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5-line237"/>
          <p:cNvSpPr/>
          <p:nvPr/>
        </p:nvSpPr>
        <p:spPr>
          <a:xfrm>
            <a:off x="8374379" y="26739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238"/>
          <p:cNvSpPr/>
          <p:nvPr/>
        </p:nvSpPr>
        <p:spPr>
          <a:xfrm>
            <a:off x="8474366" y="25504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239"/>
          <p:cNvSpPr/>
          <p:nvPr/>
        </p:nvSpPr>
        <p:spPr>
          <a:xfrm>
            <a:off x="8586713" y="24381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240"/>
          <p:cNvSpPr/>
          <p:nvPr/>
        </p:nvSpPr>
        <p:spPr>
          <a:xfrm>
            <a:off x="8710187" y="23381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241"/>
          <p:cNvSpPr/>
          <p:nvPr/>
        </p:nvSpPr>
        <p:spPr>
          <a:xfrm>
            <a:off x="8843437" y="22516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5-line242"/>
          <p:cNvSpPr/>
          <p:nvPr/>
        </p:nvSpPr>
        <p:spPr>
          <a:xfrm>
            <a:off x="8985002" y="21794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243"/>
          <p:cNvSpPr/>
          <p:nvPr/>
        </p:nvSpPr>
        <p:spPr>
          <a:xfrm>
            <a:off x="9133331" y="21225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244"/>
          <p:cNvSpPr/>
          <p:nvPr/>
        </p:nvSpPr>
        <p:spPr>
          <a:xfrm>
            <a:off x="9286799" y="20814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245"/>
          <p:cNvSpPr/>
          <p:nvPr/>
        </p:nvSpPr>
        <p:spPr>
          <a:xfrm>
            <a:off x="9443725" y="20565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abel246"/>
          <p:cNvSpPr txBox="1"/>
          <p:nvPr/>
        </p:nvSpPr>
        <p:spPr>
          <a:xfrm>
            <a:off x="9942088" y="23197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68" name="S05-label247"/>
          <p:cNvSpPr txBox="1"/>
          <p:nvPr/>
        </p:nvSpPr>
        <p:spPr>
          <a:xfrm>
            <a:off x="10391582" y="2769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69" name="S05-label248"/>
          <p:cNvSpPr txBox="1"/>
          <p:nvPr/>
        </p:nvSpPr>
        <p:spPr>
          <a:xfrm>
            <a:off x="10556108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70" name="S05-label249"/>
          <p:cNvSpPr txBox="1"/>
          <p:nvPr/>
        </p:nvSpPr>
        <p:spPr>
          <a:xfrm>
            <a:off x="10391582" y="39973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71" name="S05-label250"/>
          <p:cNvSpPr txBox="1"/>
          <p:nvPr/>
        </p:nvSpPr>
        <p:spPr>
          <a:xfrm>
            <a:off x="9942088" y="44467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72" name="S05-label251"/>
          <p:cNvSpPr txBox="1"/>
          <p:nvPr/>
        </p:nvSpPr>
        <p:spPr>
          <a:xfrm>
            <a:off x="9328069" y="46113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73" name="S05-label252"/>
          <p:cNvSpPr txBox="1"/>
          <p:nvPr/>
        </p:nvSpPr>
        <p:spPr>
          <a:xfrm>
            <a:off x="8714049" y="44467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74" name="S05-label253"/>
          <p:cNvSpPr txBox="1"/>
          <p:nvPr/>
        </p:nvSpPr>
        <p:spPr>
          <a:xfrm>
            <a:off x="8264556" y="39973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75" name="S05-label254"/>
          <p:cNvSpPr txBox="1"/>
          <p:nvPr/>
        </p:nvSpPr>
        <p:spPr>
          <a:xfrm>
            <a:off x="810003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76" name="S05-label255"/>
          <p:cNvSpPr txBox="1"/>
          <p:nvPr/>
        </p:nvSpPr>
        <p:spPr>
          <a:xfrm>
            <a:off x="8264556" y="2769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77" name="S05-label256"/>
          <p:cNvSpPr txBox="1"/>
          <p:nvPr/>
        </p:nvSpPr>
        <p:spPr>
          <a:xfrm>
            <a:off x="8714049" y="23197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78" name="S05-label257"/>
          <p:cNvSpPr txBox="1"/>
          <p:nvPr/>
        </p:nvSpPr>
        <p:spPr>
          <a:xfrm>
            <a:off x="9328069" y="2155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79" name="S05-line258"/>
          <p:cNvSpPr/>
          <p:nvPr/>
        </p:nvSpPr>
        <p:spPr>
          <a:xfrm flipH="1">
            <a:off x="9260403" y="3566160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5-line259"/>
          <p:cNvSpPr/>
          <p:nvPr/>
        </p:nvSpPr>
        <p:spPr>
          <a:xfrm flipV="1">
            <a:off x="9602389" y="257129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5-pin260"/>
          <p:cNvSpPr/>
          <p:nvPr/>
        </p:nvSpPr>
        <p:spPr>
          <a:xfrm>
            <a:off x="9547525" y="35112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5-passagebox261"/>
          <p:cNvSpPr/>
          <p:nvPr/>
        </p:nvSpPr>
        <p:spPr>
          <a:xfrm>
            <a:off x="548640" y="2011680"/>
            <a:ext cx="665006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3" name="S05-passage262"/>
          <p:cNvSpPr txBox="1"/>
          <p:nvPr/>
        </p:nvSpPr>
        <p:spPr>
          <a:xfrm>
            <a:off x="822960" y="2194560"/>
            <a:ext cx="61014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time is it?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seven o'clock.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시예요?</a:t>
            </a:r>
            <a:endParaRPr lang="ko-KR" sz="4000" dirty="0"/>
          </a:p>
        </p:txBody>
      </p:sp>
      <p:sp>
        <p:nvSpPr>
          <p:cNvPr id="3" name="S06-text2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What time is it?이라고 물으면 대답해요.</a:t>
            </a:r>
            <a:endParaRPr lang="ko-KR" sz="3000" dirty="0"/>
          </a:p>
        </p:txBody>
      </p:sp>
      <p:sp>
        <p:nvSpPr>
          <p:cNvPr id="4" name="S06-figure264" descr="9시를 가리키는 시계"/>
          <p:cNvSpPr/>
          <p:nvPr/>
        </p:nvSpPr>
        <p:spPr>
          <a:xfrm>
            <a:off x="736092" y="2318004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6-line265"/>
          <p:cNvSpPr/>
          <p:nvPr/>
        </p:nvSpPr>
        <p:spPr>
          <a:xfrm>
            <a:off x="2290572" y="235458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6-line266"/>
          <p:cNvSpPr/>
          <p:nvPr/>
        </p:nvSpPr>
        <p:spPr>
          <a:xfrm flipH="1">
            <a:off x="2441112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6-line267"/>
          <p:cNvSpPr/>
          <p:nvPr/>
        </p:nvSpPr>
        <p:spPr>
          <a:xfrm flipH="1">
            <a:off x="2590002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268"/>
          <p:cNvSpPr/>
          <p:nvPr/>
        </p:nvSpPr>
        <p:spPr>
          <a:xfrm flipH="1">
            <a:off x="2735612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269"/>
          <p:cNvSpPr/>
          <p:nvPr/>
        </p:nvSpPr>
        <p:spPr>
          <a:xfrm flipH="1">
            <a:off x="2876346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270"/>
          <p:cNvSpPr/>
          <p:nvPr/>
        </p:nvSpPr>
        <p:spPr>
          <a:xfrm flipH="1">
            <a:off x="2964028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6-line271"/>
          <p:cNvSpPr/>
          <p:nvPr/>
        </p:nvSpPr>
        <p:spPr>
          <a:xfrm flipH="1">
            <a:off x="3137089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6-line272"/>
          <p:cNvSpPr/>
          <p:nvPr/>
        </p:nvSpPr>
        <p:spPr>
          <a:xfrm flipH="1">
            <a:off x="3254241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273"/>
          <p:cNvSpPr/>
          <p:nvPr/>
        </p:nvSpPr>
        <p:spPr>
          <a:xfrm flipH="1">
            <a:off x="3360834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274"/>
          <p:cNvSpPr/>
          <p:nvPr/>
        </p:nvSpPr>
        <p:spPr>
          <a:xfrm flipH="1">
            <a:off x="3455702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275"/>
          <p:cNvSpPr/>
          <p:nvPr/>
        </p:nvSpPr>
        <p:spPr>
          <a:xfrm flipH="1">
            <a:off x="3457031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6-line276"/>
          <p:cNvSpPr/>
          <p:nvPr/>
        </p:nvSpPr>
        <p:spPr>
          <a:xfrm flipH="1">
            <a:off x="3606242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6-line277"/>
          <p:cNvSpPr/>
          <p:nvPr/>
        </p:nvSpPr>
        <p:spPr>
          <a:xfrm flipH="1">
            <a:off x="3660265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278"/>
          <p:cNvSpPr/>
          <p:nvPr/>
        </p:nvSpPr>
        <p:spPr>
          <a:xfrm flipH="1">
            <a:off x="3699281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279"/>
          <p:cNvSpPr/>
          <p:nvPr/>
        </p:nvSpPr>
        <p:spPr>
          <a:xfrm flipH="1">
            <a:off x="3722863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280"/>
          <p:cNvSpPr/>
          <p:nvPr/>
        </p:nvSpPr>
        <p:spPr>
          <a:xfrm flipH="1">
            <a:off x="3637483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6-line281"/>
          <p:cNvSpPr/>
          <p:nvPr/>
        </p:nvSpPr>
        <p:spPr>
          <a:xfrm flipH="1" flipV="1">
            <a:off x="3722863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6-line282"/>
          <p:cNvSpPr/>
          <p:nvPr/>
        </p:nvSpPr>
        <p:spPr>
          <a:xfrm flipH="1" flipV="1">
            <a:off x="3699281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283"/>
          <p:cNvSpPr/>
          <p:nvPr/>
        </p:nvSpPr>
        <p:spPr>
          <a:xfrm flipH="1" flipV="1">
            <a:off x="3660265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284"/>
          <p:cNvSpPr/>
          <p:nvPr/>
        </p:nvSpPr>
        <p:spPr>
          <a:xfrm flipH="1" flipV="1">
            <a:off x="3606242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285"/>
          <p:cNvSpPr/>
          <p:nvPr/>
        </p:nvSpPr>
        <p:spPr>
          <a:xfrm flipH="1" flipV="1">
            <a:off x="3457031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6-line286"/>
          <p:cNvSpPr/>
          <p:nvPr/>
        </p:nvSpPr>
        <p:spPr>
          <a:xfrm flipH="1" flipV="1">
            <a:off x="3455702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6-line287"/>
          <p:cNvSpPr/>
          <p:nvPr/>
        </p:nvSpPr>
        <p:spPr>
          <a:xfrm flipH="1" flipV="1">
            <a:off x="3360834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288"/>
          <p:cNvSpPr/>
          <p:nvPr/>
        </p:nvSpPr>
        <p:spPr>
          <a:xfrm flipH="1" flipV="1">
            <a:off x="3254241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289"/>
          <p:cNvSpPr/>
          <p:nvPr/>
        </p:nvSpPr>
        <p:spPr>
          <a:xfrm flipH="1" flipV="1">
            <a:off x="3137089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290"/>
          <p:cNvSpPr/>
          <p:nvPr/>
        </p:nvSpPr>
        <p:spPr>
          <a:xfrm flipH="1" flipV="1">
            <a:off x="2964028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6-line291"/>
          <p:cNvSpPr/>
          <p:nvPr/>
        </p:nvSpPr>
        <p:spPr>
          <a:xfrm flipH="1" flipV="1">
            <a:off x="2876346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6-line292"/>
          <p:cNvSpPr/>
          <p:nvPr/>
        </p:nvSpPr>
        <p:spPr>
          <a:xfrm flipH="1" flipV="1">
            <a:off x="2735612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293"/>
          <p:cNvSpPr/>
          <p:nvPr/>
        </p:nvSpPr>
        <p:spPr>
          <a:xfrm flipH="1" flipV="1">
            <a:off x="2590002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294"/>
          <p:cNvSpPr/>
          <p:nvPr/>
        </p:nvSpPr>
        <p:spPr>
          <a:xfrm flipH="1" flipV="1">
            <a:off x="2441112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295"/>
          <p:cNvSpPr/>
          <p:nvPr/>
        </p:nvSpPr>
        <p:spPr>
          <a:xfrm flipV="1">
            <a:off x="2290572" y="52193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6-line296"/>
          <p:cNvSpPr/>
          <p:nvPr/>
        </p:nvSpPr>
        <p:spPr>
          <a:xfrm flipV="1">
            <a:off x="2131908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6-line297"/>
          <p:cNvSpPr/>
          <p:nvPr/>
        </p:nvSpPr>
        <p:spPr>
          <a:xfrm flipV="1">
            <a:off x="1974982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298"/>
          <p:cNvSpPr/>
          <p:nvPr/>
        </p:nvSpPr>
        <p:spPr>
          <a:xfrm flipV="1">
            <a:off x="1821514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299"/>
          <p:cNvSpPr/>
          <p:nvPr/>
        </p:nvSpPr>
        <p:spPr>
          <a:xfrm flipV="1">
            <a:off x="1673185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300"/>
          <p:cNvSpPr/>
          <p:nvPr/>
        </p:nvSpPr>
        <p:spPr>
          <a:xfrm flipV="1">
            <a:off x="1531620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6-line301"/>
          <p:cNvSpPr/>
          <p:nvPr/>
        </p:nvSpPr>
        <p:spPr>
          <a:xfrm flipV="1">
            <a:off x="1398370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6-line302"/>
          <p:cNvSpPr/>
          <p:nvPr/>
        </p:nvSpPr>
        <p:spPr>
          <a:xfrm flipV="1">
            <a:off x="1274896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303"/>
          <p:cNvSpPr/>
          <p:nvPr/>
        </p:nvSpPr>
        <p:spPr>
          <a:xfrm flipV="1">
            <a:off x="1162549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304"/>
          <p:cNvSpPr/>
          <p:nvPr/>
        </p:nvSpPr>
        <p:spPr>
          <a:xfrm flipV="1">
            <a:off x="1062562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305"/>
          <p:cNvSpPr/>
          <p:nvPr/>
        </p:nvSpPr>
        <p:spPr>
          <a:xfrm flipV="1">
            <a:off x="976029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6-line306"/>
          <p:cNvSpPr/>
          <p:nvPr/>
        </p:nvSpPr>
        <p:spPr>
          <a:xfrm flipV="1">
            <a:off x="903898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6-line307"/>
          <p:cNvSpPr/>
          <p:nvPr/>
        </p:nvSpPr>
        <p:spPr>
          <a:xfrm flipV="1">
            <a:off x="846960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308"/>
          <p:cNvSpPr/>
          <p:nvPr/>
        </p:nvSpPr>
        <p:spPr>
          <a:xfrm flipV="1">
            <a:off x="805838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309"/>
          <p:cNvSpPr/>
          <p:nvPr/>
        </p:nvSpPr>
        <p:spPr>
          <a:xfrm flipV="1">
            <a:off x="780983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310"/>
          <p:cNvSpPr/>
          <p:nvPr/>
        </p:nvSpPr>
        <p:spPr>
          <a:xfrm>
            <a:off x="772668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6-line311"/>
          <p:cNvSpPr/>
          <p:nvPr/>
        </p:nvSpPr>
        <p:spPr>
          <a:xfrm>
            <a:off x="780983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6-line312"/>
          <p:cNvSpPr/>
          <p:nvPr/>
        </p:nvSpPr>
        <p:spPr>
          <a:xfrm>
            <a:off x="805838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313"/>
          <p:cNvSpPr/>
          <p:nvPr/>
        </p:nvSpPr>
        <p:spPr>
          <a:xfrm>
            <a:off x="846960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314"/>
          <p:cNvSpPr/>
          <p:nvPr/>
        </p:nvSpPr>
        <p:spPr>
          <a:xfrm>
            <a:off x="903898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315"/>
          <p:cNvSpPr/>
          <p:nvPr/>
        </p:nvSpPr>
        <p:spPr>
          <a:xfrm>
            <a:off x="976029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6-line316"/>
          <p:cNvSpPr/>
          <p:nvPr/>
        </p:nvSpPr>
        <p:spPr>
          <a:xfrm>
            <a:off x="1062562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6-line317"/>
          <p:cNvSpPr/>
          <p:nvPr/>
        </p:nvSpPr>
        <p:spPr>
          <a:xfrm>
            <a:off x="1162549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318"/>
          <p:cNvSpPr/>
          <p:nvPr/>
        </p:nvSpPr>
        <p:spPr>
          <a:xfrm>
            <a:off x="1274896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319"/>
          <p:cNvSpPr/>
          <p:nvPr/>
        </p:nvSpPr>
        <p:spPr>
          <a:xfrm>
            <a:off x="1398370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320"/>
          <p:cNvSpPr/>
          <p:nvPr/>
        </p:nvSpPr>
        <p:spPr>
          <a:xfrm>
            <a:off x="1531620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6-line321"/>
          <p:cNvSpPr/>
          <p:nvPr/>
        </p:nvSpPr>
        <p:spPr>
          <a:xfrm>
            <a:off x="1673185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6-line322"/>
          <p:cNvSpPr/>
          <p:nvPr/>
        </p:nvSpPr>
        <p:spPr>
          <a:xfrm>
            <a:off x="1821514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323"/>
          <p:cNvSpPr/>
          <p:nvPr/>
        </p:nvSpPr>
        <p:spPr>
          <a:xfrm>
            <a:off x="1974982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324"/>
          <p:cNvSpPr/>
          <p:nvPr/>
        </p:nvSpPr>
        <p:spPr>
          <a:xfrm>
            <a:off x="2131908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abel325"/>
          <p:cNvSpPr txBox="1"/>
          <p:nvPr/>
        </p:nvSpPr>
        <p:spPr>
          <a:xfrm>
            <a:off x="2630272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6-label326"/>
          <p:cNvSpPr txBox="1"/>
          <p:nvPr/>
        </p:nvSpPr>
        <p:spPr>
          <a:xfrm>
            <a:off x="3079765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6-label327"/>
          <p:cNvSpPr txBox="1"/>
          <p:nvPr/>
        </p:nvSpPr>
        <p:spPr>
          <a:xfrm>
            <a:off x="324429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6-label328"/>
          <p:cNvSpPr txBox="1"/>
          <p:nvPr/>
        </p:nvSpPr>
        <p:spPr>
          <a:xfrm>
            <a:off x="3079765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6-label329"/>
          <p:cNvSpPr txBox="1"/>
          <p:nvPr/>
        </p:nvSpPr>
        <p:spPr>
          <a:xfrm>
            <a:off x="2630272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6-label330"/>
          <p:cNvSpPr txBox="1"/>
          <p:nvPr/>
        </p:nvSpPr>
        <p:spPr>
          <a:xfrm>
            <a:off x="2016252" y="49176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6-label331"/>
          <p:cNvSpPr txBox="1"/>
          <p:nvPr/>
        </p:nvSpPr>
        <p:spPr>
          <a:xfrm>
            <a:off x="1402232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6-label332"/>
          <p:cNvSpPr txBox="1"/>
          <p:nvPr/>
        </p:nvSpPr>
        <p:spPr>
          <a:xfrm>
            <a:off x="952739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6-label333"/>
          <p:cNvSpPr txBox="1"/>
          <p:nvPr/>
        </p:nvSpPr>
        <p:spPr>
          <a:xfrm>
            <a:off x="788213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6-label334"/>
          <p:cNvSpPr txBox="1"/>
          <p:nvPr/>
        </p:nvSpPr>
        <p:spPr>
          <a:xfrm>
            <a:off x="952739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6-label335"/>
          <p:cNvSpPr txBox="1"/>
          <p:nvPr/>
        </p:nvSpPr>
        <p:spPr>
          <a:xfrm>
            <a:off x="1402232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6-label336"/>
          <p:cNvSpPr txBox="1"/>
          <p:nvPr/>
        </p:nvSpPr>
        <p:spPr>
          <a:xfrm>
            <a:off x="2016252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6-line337"/>
          <p:cNvSpPr/>
          <p:nvPr/>
        </p:nvSpPr>
        <p:spPr>
          <a:xfrm flipH="1">
            <a:off x="1606601" y="3872484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6-line338"/>
          <p:cNvSpPr/>
          <p:nvPr/>
        </p:nvSpPr>
        <p:spPr>
          <a:xfrm flipV="1">
            <a:off x="2290572" y="2877617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6-pin339"/>
          <p:cNvSpPr/>
          <p:nvPr/>
        </p:nvSpPr>
        <p:spPr>
          <a:xfrm>
            <a:off x="2235708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6-label340"/>
          <p:cNvSpPr txBox="1"/>
          <p:nvPr/>
        </p:nvSpPr>
        <p:spPr>
          <a:xfrm>
            <a:off x="548640" y="580644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1" name="S06-figure341" descr="12시를 가리키는 시계"/>
          <p:cNvSpPr/>
          <p:nvPr/>
        </p:nvSpPr>
        <p:spPr>
          <a:xfrm>
            <a:off x="4539996" y="2318004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6-line342"/>
          <p:cNvSpPr/>
          <p:nvPr/>
        </p:nvSpPr>
        <p:spPr>
          <a:xfrm>
            <a:off x="6094476" y="235458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6-line343"/>
          <p:cNvSpPr/>
          <p:nvPr/>
        </p:nvSpPr>
        <p:spPr>
          <a:xfrm flipH="1">
            <a:off x="6245016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6-line344"/>
          <p:cNvSpPr/>
          <p:nvPr/>
        </p:nvSpPr>
        <p:spPr>
          <a:xfrm flipH="1">
            <a:off x="6393906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345"/>
          <p:cNvSpPr/>
          <p:nvPr/>
        </p:nvSpPr>
        <p:spPr>
          <a:xfrm flipH="1">
            <a:off x="6539516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346"/>
          <p:cNvSpPr/>
          <p:nvPr/>
        </p:nvSpPr>
        <p:spPr>
          <a:xfrm flipH="1">
            <a:off x="6680250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347"/>
          <p:cNvSpPr/>
          <p:nvPr/>
        </p:nvSpPr>
        <p:spPr>
          <a:xfrm flipH="1">
            <a:off x="6767932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6-line348"/>
          <p:cNvSpPr/>
          <p:nvPr/>
        </p:nvSpPr>
        <p:spPr>
          <a:xfrm flipH="1">
            <a:off x="6940993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6-line349"/>
          <p:cNvSpPr/>
          <p:nvPr/>
        </p:nvSpPr>
        <p:spPr>
          <a:xfrm flipH="1">
            <a:off x="7058145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350"/>
          <p:cNvSpPr/>
          <p:nvPr/>
        </p:nvSpPr>
        <p:spPr>
          <a:xfrm flipH="1">
            <a:off x="7164738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line351"/>
          <p:cNvSpPr/>
          <p:nvPr/>
        </p:nvSpPr>
        <p:spPr>
          <a:xfrm flipH="1">
            <a:off x="7259606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352"/>
          <p:cNvSpPr/>
          <p:nvPr/>
        </p:nvSpPr>
        <p:spPr>
          <a:xfrm flipH="1">
            <a:off x="7260935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6-line353"/>
          <p:cNvSpPr/>
          <p:nvPr/>
        </p:nvSpPr>
        <p:spPr>
          <a:xfrm flipH="1">
            <a:off x="7410146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6-line354"/>
          <p:cNvSpPr/>
          <p:nvPr/>
        </p:nvSpPr>
        <p:spPr>
          <a:xfrm flipH="1">
            <a:off x="7464169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355"/>
          <p:cNvSpPr/>
          <p:nvPr/>
        </p:nvSpPr>
        <p:spPr>
          <a:xfrm flipH="1">
            <a:off x="7503185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356"/>
          <p:cNvSpPr/>
          <p:nvPr/>
        </p:nvSpPr>
        <p:spPr>
          <a:xfrm flipH="1">
            <a:off x="7526767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357"/>
          <p:cNvSpPr/>
          <p:nvPr/>
        </p:nvSpPr>
        <p:spPr>
          <a:xfrm flipH="1">
            <a:off x="7441387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6-line358"/>
          <p:cNvSpPr/>
          <p:nvPr/>
        </p:nvSpPr>
        <p:spPr>
          <a:xfrm flipH="1" flipV="1">
            <a:off x="7526767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6-line359"/>
          <p:cNvSpPr/>
          <p:nvPr/>
        </p:nvSpPr>
        <p:spPr>
          <a:xfrm flipH="1" flipV="1">
            <a:off x="7503185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360"/>
          <p:cNvSpPr/>
          <p:nvPr/>
        </p:nvSpPr>
        <p:spPr>
          <a:xfrm flipH="1" flipV="1">
            <a:off x="7464169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line361"/>
          <p:cNvSpPr/>
          <p:nvPr/>
        </p:nvSpPr>
        <p:spPr>
          <a:xfrm flipH="1" flipV="1">
            <a:off x="7410146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362"/>
          <p:cNvSpPr/>
          <p:nvPr/>
        </p:nvSpPr>
        <p:spPr>
          <a:xfrm flipH="1" flipV="1">
            <a:off x="7260935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6-line363"/>
          <p:cNvSpPr/>
          <p:nvPr/>
        </p:nvSpPr>
        <p:spPr>
          <a:xfrm flipH="1" flipV="1">
            <a:off x="7259606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6-line364"/>
          <p:cNvSpPr/>
          <p:nvPr/>
        </p:nvSpPr>
        <p:spPr>
          <a:xfrm flipH="1" flipV="1">
            <a:off x="7164738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365"/>
          <p:cNvSpPr/>
          <p:nvPr/>
        </p:nvSpPr>
        <p:spPr>
          <a:xfrm flipH="1" flipV="1">
            <a:off x="7058145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366"/>
          <p:cNvSpPr/>
          <p:nvPr/>
        </p:nvSpPr>
        <p:spPr>
          <a:xfrm flipH="1" flipV="1">
            <a:off x="6940993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367"/>
          <p:cNvSpPr/>
          <p:nvPr/>
        </p:nvSpPr>
        <p:spPr>
          <a:xfrm flipH="1" flipV="1">
            <a:off x="6767932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6-line368"/>
          <p:cNvSpPr/>
          <p:nvPr/>
        </p:nvSpPr>
        <p:spPr>
          <a:xfrm flipH="1" flipV="1">
            <a:off x="6680250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6-line369"/>
          <p:cNvSpPr/>
          <p:nvPr/>
        </p:nvSpPr>
        <p:spPr>
          <a:xfrm flipH="1" flipV="1">
            <a:off x="6539516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370"/>
          <p:cNvSpPr/>
          <p:nvPr/>
        </p:nvSpPr>
        <p:spPr>
          <a:xfrm flipH="1" flipV="1">
            <a:off x="6393906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line371"/>
          <p:cNvSpPr/>
          <p:nvPr/>
        </p:nvSpPr>
        <p:spPr>
          <a:xfrm flipH="1" flipV="1">
            <a:off x="6245016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372"/>
          <p:cNvSpPr/>
          <p:nvPr/>
        </p:nvSpPr>
        <p:spPr>
          <a:xfrm flipV="1">
            <a:off x="6094476" y="52193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6-line373"/>
          <p:cNvSpPr/>
          <p:nvPr/>
        </p:nvSpPr>
        <p:spPr>
          <a:xfrm flipV="1">
            <a:off x="5935812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6-line374"/>
          <p:cNvSpPr/>
          <p:nvPr/>
        </p:nvSpPr>
        <p:spPr>
          <a:xfrm flipV="1">
            <a:off x="5778886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375"/>
          <p:cNvSpPr/>
          <p:nvPr/>
        </p:nvSpPr>
        <p:spPr>
          <a:xfrm flipV="1">
            <a:off x="5625418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376"/>
          <p:cNvSpPr/>
          <p:nvPr/>
        </p:nvSpPr>
        <p:spPr>
          <a:xfrm flipV="1">
            <a:off x="5477089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377"/>
          <p:cNvSpPr/>
          <p:nvPr/>
        </p:nvSpPr>
        <p:spPr>
          <a:xfrm flipV="1">
            <a:off x="5335524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6-line378"/>
          <p:cNvSpPr/>
          <p:nvPr/>
        </p:nvSpPr>
        <p:spPr>
          <a:xfrm flipV="1">
            <a:off x="5202274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6-line379"/>
          <p:cNvSpPr/>
          <p:nvPr/>
        </p:nvSpPr>
        <p:spPr>
          <a:xfrm flipV="1">
            <a:off x="5078800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380"/>
          <p:cNvSpPr/>
          <p:nvPr/>
        </p:nvSpPr>
        <p:spPr>
          <a:xfrm flipV="1">
            <a:off x="4966453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line381"/>
          <p:cNvSpPr/>
          <p:nvPr/>
        </p:nvSpPr>
        <p:spPr>
          <a:xfrm flipV="1">
            <a:off x="4866466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382"/>
          <p:cNvSpPr/>
          <p:nvPr/>
        </p:nvSpPr>
        <p:spPr>
          <a:xfrm flipV="1">
            <a:off x="4779933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6-line383"/>
          <p:cNvSpPr/>
          <p:nvPr/>
        </p:nvSpPr>
        <p:spPr>
          <a:xfrm flipV="1">
            <a:off x="4707802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6-line384"/>
          <p:cNvSpPr/>
          <p:nvPr/>
        </p:nvSpPr>
        <p:spPr>
          <a:xfrm flipV="1">
            <a:off x="4650864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385"/>
          <p:cNvSpPr/>
          <p:nvPr/>
        </p:nvSpPr>
        <p:spPr>
          <a:xfrm flipV="1">
            <a:off x="4609742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6-line386"/>
          <p:cNvSpPr/>
          <p:nvPr/>
        </p:nvSpPr>
        <p:spPr>
          <a:xfrm flipV="1">
            <a:off x="4584887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387"/>
          <p:cNvSpPr/>
          <p:nvPr/>
        </p:nvSpPr>
        <p:spPr>
          <a:xfrm>
            <a:off x="4576572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6-line388"/>
          <p:cNvSpPr/>
          <p:nvPr/>
        </p:nvSpPr>
        <p:spPr>
          <a:xfrm>
            <a:off x="4584887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6-line389"/>
          <p:cNvSpPr/>
          <p:nvPr/>
        </p:nvSpPr>
        <p:spPr>
          <a:xfrm>
            <a:off x="4609742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390"/>
          <p:cNvSpPr/>
          <p:nvPr/>
        </p:nvSpPr>
        <p:spPr>
          <a:xfrm>
            <a:off x="4650864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6-line391"/>
          <p:cNvSpPr/>
          <p:nvPr/>
        </p:nvSpPr>
        <p:spPr>
          <a:xfrm>
            <a:off x="4707802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392"/>
          <p:cNvSpPr/>
          <p:nvPr/>
        </p:nvSpPr>
        <p:spPr>
          <a:xfrm>
            <a:off x="4779933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6-line393"/>
          <p:cNvSpPr/>
          <p:nvPr/>
        </p:nvSpPr>
        <p:spPr>
          <a:xfrm>
            <a:off x="4866466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6-line394"/>
          <p:cNvSpPr/>
          <p:nvPr/>
        </p:nvSpPr>
        <p:spPr>
          <a:xfrm>
            <a:off x="4966453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395"/>
          <p:cNvSpPr/>
          <p:nvPr/>
        </p:nvSpPr>
        <p:spPr>
          <a:xfrm>
            <a:off x="5078800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6-line396"/>
          <p:cNvSpPr/>
          <p:nvPr/>
        </p:nvSpPr>
        <p:spPr>
          <a:xfrm>
            <a:off x="5202274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397"/>
          <p:cNvSpPr/>
          <p:nvPr/>
        </p:nvSpPr>
        <p:spPr>
          <a:xfrm>
            <a:off x="5335524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6-line398"/>
          <p:cNvSpPr/>
          <p:nvPr/>
        </p:nvSpPr>
        <p:spPr>
          <a:xfrm>
            <a:off x="5477089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6-line399"/>
          <p:cNvSpPr/>
          <p:nvPr/>
        </p:nvSpPr>
        <p:spPr>
          <a:xfrm>
            <a:off x="5625418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400"/>
          <p:cNvSpPr/>
          <p:nvPr/>
        </p:nvSpPr>
        <p:spPr>
          <a:xfrm>
            <a:off x="5778886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6-line401"/>
          <p:cNvSpPr/>
          <p:nvPr/>
        </p:nvSpPr>
        <p:spPr>
          <a:xfrm>
            <a:off x="5935812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abel402"/>
          <p:cNvSpPr txBox="1"/>
          <p:nvPr/>
        </p:nvSpPr>
        <p:spPr>
          <a:xfrm>
            <a:off x="6434176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3" name="S06-label403"/>
          <p:cNvSpPr txBox="1"/>
          <p:nvPr/>
        </p:nvSpPr>
        <p:spPr>
          <a:xfrm>
            <a:off x="6883669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4" name="S06-label404"/>
          <p:cNvSpPr txBox="1"/>
          <p:nvPr/>
        </p:nvSpPr>
        <p:spPr>
          <a:xfrm>
            <a:off x="7048195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5" name="S06-label405"/>
          <p:cNvSpPr txBox="1"/>
          <p:nvPr/>
        </p:nvSpPr>
        <p:spPr>
          <a:xfrm>
            <a:off x="6883669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6" name="S06-label406"/>
          <p:cNvSpPr txBox="1"/>
          <p:nvPr/>
        </p:nvSpPr>
        <p:spPr>
          <a:xfrm>
            <a:off x="6434176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7" name="S06-label407"/>
          <p:cNvSpPr txBox="1"/>
          <p:nvPr/>
        </p:nvSpPr>
        <p:spPr>
          <a:xfrm>
            <a:off x="5820156" y="49176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8" name="S06-label408"/>
          <p:cNvSpPr txBox="1"/>
          <p:nvPr/>
        </p:nvSpPr>
        <p:spPr>
          <a:xfrm>
            <a:off x="5206136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49" name="S06-label409"/>
          <p:cNvSpPr txBox="1"/>
          <p:nvPr/>
        </p:nvSpPr>
        <p:spPr>
          <a:xfrm>
            <a:off x="4756643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0" name="S06-label410"/>
          <p:cNvSpPr txBox="1"/>
          <p:nvPr/>
        </p:nvSpPr>
        <p:spPr>
          <a:xfrm>
            <a:off x="4592117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1" name="S06-label411"/>
          <p:cNvSpPr txBox="1"/>
          <p:nvPr/>
        </p:nvSpPr>
        <p:spPr>
          <a:xfrm>
            <a:off x="4756643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2" name="S06-label412"/>
          <p:cNvSpPr txBox="1"/>
          <p:nvPr/>
        </p:nvSpPr>
        <p:spPr>
          <a:xfrm>
            <a:off x="5206136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3" name="S06-label413"/>
          <p:cNvSpPr txBox="1"/>
          <p:nvPr/>
        </p:nvSpPr>
        <p:spPr>
          <a:xfrm>
            <a:off x="5820156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4" name="S06-line414"/>
          <p:cNvSpPr/>
          <p:nvPr/>
        </p:nvSpPr>
        <p:spPr>
          <a:xfrm flipV="1">
            <a:off x="6094476" y="3188513"/>
            <a:ext cx="0" cy="68397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6-line415"/>
          <p:cNvSpPr/>
          <p:nvPr/>
        </p:nvSpPr>
        <p:spPr>
          <a:xfrm flipV="1">
            <a:off x="6094476" y="2877617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6-pin416"/>
          <p:cNvSpPr/>
          <p:nvPr/>
        </p:nvSpPr>
        <p:spPr>
          <a:xfrm>
            <a:off x="6039612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6-label417"/>
          <p:cNvSpPr txBox="1"/>
          <p:nvPr/>
        </p:nvSpPr>
        <p:spPr>
          <a:xfrm>
            <a:off x="4352544" y="580644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8" name="S06-figure418" descr="4시를 가리키는 시계"/>
          <p:cNvSpPr/>
          <p:nvPr/>
        </p:nvSpPr>
        <p:spPr>
          <a:xfrm>
            <a:off x="8343900" y="2318004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59" name="S06-line419"/>
          <p:cNvSpPr/>
          <p:nvPr/>
        </p:nvSpPr>
        <p:spPr>
          <a:xfrm>
            <a:off x="9898380" y="235458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0" name="S06-line420"/>
          <p:cNvSpPr/>
          <p:nvPr/>
        </p:nvSpPr>
        <p:spPr>
          <a:xfrm flipH="1">
            <a:off x="10048920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6-line421"/>
          <p:cNvSpPr/>
          <p:nvPr/>
        </p:nvSpPr>
        <p:spPr>
          <a:xfrm flipH="1">
            <a:off x="10197810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6-line422"/>
          <p:cNvSpPr/>
          <p:nvPr/>
        </p:nvSpPr>
        <p:spPr>
          <a:xfrm flipH="1">
            <a:off x="10343420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6-line423"/>
          <p:cNvSpPr/>
          <p:nvPr/>
        </p:nvSpPr>
        <p:spPr>
          <a:xfrm flipH="1">
            <a:off x="10484154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6-line424"/>
          <p:cNvSpPr/>
          <p:nvPr/>
        </p:nvSpPr>
        <p:spPr>
          <a:xfrm flipH="1">
            <a:off x="10571836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5" name="S06-line425"/>
          <p:cNvSpPr/>
          <p:nvPr/>
        </p:nvSpPr>
        <p:spPr>
          <a:xfrm flipH="1">
            <a:off x="10744897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6-line426"/>
          <p:cNvSpPr/>
          <p:nvPr/>
        </p:nvSpPr>
        <p:spPr>
          <a:xfrm flipH="1">
            <a:off x="10862049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6-line427"/>
          <p:cNvSpPr/>
          <p:nvPr/>
        </p:nvSpPr>
        <p:spPr>
          <a:xfrm flipH="1">
            <a:off x="10968642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6-line428"/>
          <p:cNvSpPr/>
          <p:nvPr/>
        </p:nvSpPr>
        <p:spPr>
          <a:xfrm flipH="1">
            <a:off x="11063510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6-line429"/>
          <p:cNvSpPr/>
          <p:nvPr/>
        </p:nvSpPr>
        <p:spPr>
          <a:xfrm flipH="1">
            <a:off x="11064839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0" name="S06-line430"/>
          <p:cNvSpPr/>
          <p:nvPr/>
        </p:nvSpPr>
        <p:spPr>
          <a:xfrm flipH="1">
            <a:off x="11214050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6-line431"/>
          <p:cNvSpPr/>
          <p:nvPr/>
        </p:nvSpPr>
        <p:spPr>
          <a:xfrm flipH="1">
            <a:off x="11268073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6-line432"/>
          <p:cNvSpPr/>
          <p:nvPr/>
        </p:nvSpPr>
        <p:spPr>
          <a:xfrm flipH="1">
            <a:off x="11307089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6-line433"/>
          <p:cNvSpPr/>
          <p:nvPr/>
        </p:nvSpPr>
        <p:spPr>
          <a:xfrm flipH="1">
            <a:off x="11330671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6-line434"/>
          <p:cNvSpPr/>
          <p:nvPr/>
        </p:nvSpPr>
        <p:spPr>
          <a:xfrm flipH="1">
            <a:off x="11245291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5" name="S06-line435"/>
          <p:cNvSpPr/>
          <p:nvPr/>
        </p:nvSpPr>
        <p:spPr>
          <a:xfrm flipH="1" flipV="1">
            <a:off x="11330671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6-line436"/>
          <p:cNvSpPr/>
          <p:nvPr/>
        </p:nvSpPr>
        <p:spPr>
          <a:xfrm flipH="1" flipV="1">
            <a:off x="11307089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6-line437"/>
          <p:cNvSpPr/>
          <p:nvPr/>
        </p:nvSpPr>
        <p:spPr>
          <a:xfrm flipH="1" flipV="1">
            <a:off x="11268073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6-line438"/>
          <p:cNvSpPr/>
          <p:nvPr/>
        </p:nvSpPr>
        <p:spPr>
          <a:xfrm flipH="1" flipV="1">
            <a:off x="11214050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6-line439"/>
          <p:cNvSpPr/>
          <p:nvPr/>
        </p:nvSpPr>
        <p:spPr>
          <a:xfrm flipH="1" flipV="1">
            <a:off x="11064839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0" name="S06-line440"/>
          <p:cNvSpPr/>
          <p:nvPr/>
        </p:nvSpPr>
        <p:spPr>
          <a:xfrm flipH="1" flipV="1">
            <a:off x="11063510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6-line441"/>
          <p:cNvSpPr/>
          <p:nvPr/>
        </p:nvSpPr>
        <p:spPr>
          <a:xfrm flipH="1" flipV="1">
            <a:off x="10968642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6-line442"/>
          <p:cNvSpPr/>
          <p:nvPr/>
        </p:nvSpPr>
        <p:spPr>
          <a:xfrm flipH="1" flipV="1">
            <a:off x="10862049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6-line443"/>
          <p:cNvSpPr/>
          <p:nvPr/>
        </p:nvSpPr>
        <p:spPr>
          <a:xfrm flipH="1" flipV="1">
            <a:off x="10744897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6-line444"/>
          <p:cNvSpPr/>
          <p:nvPr/>
        </p:nvSpPr>
        <p:spPr>
          <a:xfrm flipH="1" flipV="1">
            <a:off x="10571836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5" name="S06-line445"/>
          <p:cNvSpPr/>
          <p:nvPr/>
        </p:nvSpPr>
        <p:spPr>
          <a:xfrm flipH="1" flipV="1">
            <a:off x="10484154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6-line446"/>
          <p:cNvSpPr/>
          <p:nvPr/>
        </p:nvSpPr>
        <p:spPr>
          <a:xfrm flipH="1" flipV="1">
            <a:off x="10343420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6-line447"/>
          <p:cNvSpPr/>
          <p:nvPr/>
        </p:nvSpPr>
        <p:spPr>
          <a:xfrm flipH="1" flipV="1">
            <a:off x="10197810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6-line448"/>
          <p:cNvSpPr/>
          <p:nvPr/>
        </p:nvSpPr>
        <p:spPr>
          <a:xfrm flipH="1" flipV="1">
            <a:off x="10048920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6-line449"/>
          <p:cNvSpPr/>
          <p:nvPr/>
        </p:nvSpPr>
        <p:spPr>
          <a:xfrm flipV="1">
            <a:off x="9898380" y="52193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0" name="S06-line450"/>
          <p:cNvSpPr/>
          <p:nvPr/>
        </p:nvSpPr>
        <p:spPr>
          <a:xfrm flipV="1">
            <a:off x="9739716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6-line451"/>
          <p:cNvSpPr/>
          <p:nvPr/>
        </p:nvSpPr>
        <p:spPr>
          <a:xfrm flipV="1">
            <a:off x="9582790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6-line452"/>
          <p:cNvSpPr/>
          <p:nvPr/>
        </p:nvSpPr>
        <p:spPr>
          <a:xfrm flipV="1">
            <a:off x="9429322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6-line453"/>
          <p:cNvSpPr/>
          <p:nvPr/>
        </p:nvSpPr>
        <p:spPr>
          <a:xfrm flipV="1">
            <a:off x="9280993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6-line454"/>
          <p:cNvSpPr/>
          <p:nvPr/>
        </p:nvSpPr>
        <p:spPr>
          <a:xfrm flipV="1">
            <a:off x="9139428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5" name="S06-line455"/>
          <p:cNvSpPr/>
          <p:nvPr/>
        </p:nvSpPr>
        <p:spPr>
          <a:xfrm flipV="1">
            <a:off x="9006178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6-line456"/>
          <p:cNvSpPr/>
          <p:nvPr/>
        </p:nvSpPr>
        <p:spPr>
          <a:xfrm flipV="1">
            <a:off x="8882704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6-line457"/>
          <p:cNvSpPr/>
          <p:nvPr/>
        </p:nvSpPr>
        <p:spPr>
          <a:xfrm flipV="1">
            <a:off x="8770357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6-line458"/>
          <p:cNvSpPr/>
          <p:nvPr/>
        </p:nvSpPr>
        <p:spPr>
          <a:xfrm flipV="1">
            <a:off x="8670370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6-line459"/>
          <p:cNvSpPr/>
          <p:nvPr/>
        </p:nvSpPr>
        <p:spPr>
          <a:xfrm flipV="1">
            <a:off x="8583837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0" name="S06-line460"/>
          <p:cNvSpPr/>
          <p:nvPr/>
        </p:nvSpPr>
        <p:spPr>
          <a:xfrm flipV="1">
            <a:off x="8511706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06-line461"/>
          <p:cNvSpPr/>
          <p:nvPr/>
        </p:nvSpPr>
        <p:spPr>
          <a:xfrm flipV="1">
            <a:off x="8454768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6-line462"/>
          <p:cNvSpPr/>
          <p:nvPr/>
        </p:nvSpPr>
        <p:spPr>
          <a:xfrm flipV="1">
            <a:off x="8413646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6-line463"/>
          <p:cNvSpPr/>
          <p:nvPr/>
        </p:nvSpPr>
        <p:spPr>
          <a:xfrm flipV="1">
            <a:off x="8388791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6-line464"/>
          <p:cNvSpPr/>
          <p:nvPr/>
        </p:nvSpPr>
        <p:spPr>
          <a:xfrm>
            <a:off x="8380476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5" name="S06-line465"/>
          <p:cNvSpPr/>
          <p:nvPr/>
        </p:nvSpPr>
        <p:spPr>
          <a:xfrm>
            <a:off x="8388791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06-line466"/>
          <p:cNvSpPr/>
          <p:nvPr/>
        </p:nvSpPr>
        <p:spPr>
          <a:xfrm>
            <a:off x="8413646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6-line467"/>
          <p:cNvSpPr/>
          <p:nvPr/>
        </p:nvSpPr>
        <p:spPr>
          <a:xfrm>
            <a:off x="8454768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6-line468"/>
          <p:cNvSpPr/>
          <p:nvPr/>
        </p:nvSpPr>
        <p:spPr>
          <a:xfrm>
            <a:off x="8511706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6-line469"/>
          <p:cNvSpPr/>
          <p:nvPr/>
        </p:nvSpPr>
        <p:spPr>
          <a:xfrm>
            <a:off x="8583837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0" name="S06-line470"/>
          <p:cNvSpPr/>
          <p:nvPr/>
        </p:nvSpPr>
        <p:spPr>
          <a:xfrm>
            <a:off x="8670370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06-line471"/>
          <p:cNvSpPr/>
          <p:nvPr/>
        </p:nvSpPr>
        <p:spPr>
          <a:xfrm>
            <a:off x="8770357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6-line472"/>
          <p:cNvSpPr/>
          <p:nvPr/>
        </p:nvSpPr>
        <p:spPr>
          <a:xfrm>
            <a:off x="8882704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6-line473"/>
          <p:cNvSpPr/>
          <p:nvPr/>
        </p:nvSpPr>
        <p:spPr>
          <a:xfrm>
            <a:off x="9006178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6-line474"/>
          <p:cNvSpPr/>
          <p:nvPr/>
        </p:nvSpPr>
        <p:spPr>
          <a:xfrm>
            <a:off x="9139428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5" name="S06-line475"/>
          <p:cNvSpPr/>
          <p:nvPr/>
        </p:nvSpPr>
        <p:spPr>
          <a:xfrm>
            <a:off x="9280993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06-line476"/>
          <p:cNvSpPr/>
          <p:nvPr/>
        </p:nvSpPr>
        <p:spPr>
          <a:xfrm>
            <a:off x="9429322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6-line477"/>
          <p:cNvSpPr/>
          <p:nvPr/>
        </p:nvSpPr>
        <p:spPr>
          <a:xfrm>
            <a:off x="9582790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6-line478"/>
          <p:cNvSpPr/>
          <p:nvPr/>
        </p:nvSpPr>
        <p:spPr>
          <a:xfrm>
            <a:off x="9739716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6-label479"/>
          <p:cNvSpPr txBox="1"/>
          <p:nvPr/>
        </p:nvSpPr>
        <p:spPr>
          <a:xfrm>
            <a:off x="10238080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0" name="S06-label480"/>
          <p:cNvSpPr txBox="1"/>
          <p:nvPr/>
        </p:nvSpPr>
        <p:spPr>
          <a:xfrm>
            <a:off x="10687573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1" name="S06-label481"/>
          <p:cNvSpPr txBox="1"/>
          <p:nvPr/>
        </p:nvSpPr>
        <p:spPr>
          <a:xfrm>
            <a:off x="10852099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2" name="S06-label482"/>
          <p:cNvSpPr txBox="1"/>
          <p:nvPr/>
        </p:nvSpPr>
        <p:spPr>
          <a:xfrm>
            <a:off x="10687573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3" name="S06-label483"/>
          <p:cNvSpPr txBox="1"/>
          <p:nvPr/>
        </p:nvSpPr>
        <p:spPr>
          <a:xfrm>
            <a:off x="10238080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4" name="S06-label484"/>
          <p:cNvSpPr txBox="1"/>
          <p:nvPr/>
        </p:nvSpPr>
        <p:spPr>
          <a:xfrm>
            <a:off x="9624060" y="49176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5" name="S06-label485"/>
          <p:cNvSpPr txBox="1"/>
          <p:nvPr/>
        </p:nvSpPr>
        <p:spPr>
          <a:xfrm>
            <a:off x="9010040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6" name="S06-label486"/>
          <p:cNvSpPr txBox="1"/>
          <p:nvPr/>
        </p:nvSpPr>
        <p:spPr>
          <a:xfrm>
            <a:off x="8560547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7" name="S06-label487"/>
          <p:cNvSpPr txBox="1"/>
          <p:nvPr/>
        </p:nvSpPr>
        <p:spPr>
          <a:xfrm>
            <a:off x="839602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8" name="S06-label488"/>
          <p:cNvSpPr txBox="1"/>
          <p:nvPr/>
        </p:nvSpPr>
        <p:spPr>
          <a:xfrm>
            <a:off x="8560547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29" name="S06-label489"/>
          <p:cNvSpPr txBox="1"/>
          <p:nvPr/>
        </p:nvSpPr>
        <p:spPr>
          <a:xfrm>
            <a:off x="9010040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0" name="S06-label490"/>
          <p:cNvSpPr txBox="1"/>
          <p:nvPr/>
        </p:nvSpPr>
        <p:spPr>
          <a:xfrm>
            <a:off x="9624060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1" name="S06-line491"/>
          <p:cNvSpPr/>
          <p:nvPr/>
        </p:nvSpPr>
        <p:spPr>
          <a:xfrm>
            <a:off x="9898380" y="3872484"/>
            <a:ext cx="592336" cy="3419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2" name="S06-line492"/>
          <p:cNvSpPr/>
          <p:nvPr/>
        </p:nvSpPr>
        <p:spPr>
          <a:xfrm flipV="1">
            <a:off x="9898380" y="2877617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3" name="S06-pin493"/>
          <p:cNvSpPr/>
          <p:nvPr/>
        </p:nvSpPr>
        <p:spPr>
          <a:xfrm>
            <a:off x="9843516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4" name="S06-label494"/>
          <p:cNvSpPr txBox="1"/>
          <p:nvPr/>
        </p:nvSpPr>
        <p:spPr>
          <a:xfrm>
            <a:off x="8156448" y="580644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 o'clock일까요?</a:t>
            </a:r>
            <a:endParaRPr lang="ko-KR" sz="4000" dirty="0"/>
          </a:p>
        </p:txBody>
      </p:sp>
      <p:sp>
        <p:nvSpPr>
          <p:cNvPr id="3" name="S07-card49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9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가 시계를 보고 It's twelve o'clock.이라고 말했어요.</a:t>
            </a:r>
            <a:endParaRPr lang="ko-KR" sz="3000" dirty="0"/>
          </a:p>
        </p:txBody>
      </p:sp>
      <p:sp>
        <p:nvSpPr>
          <p:cNvPr id="5" name="S07-card4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짧은바늘을 보고 고쳐 말해요.</a:t>
            </a:r>
            <a:endParaRPr lang="ko-KR" sz="3000" dirty="0"/>
          </a:p>
        </p:txBody>
      </p:sp>
      <p:sp>
        <p:nvSpPr>
          <p:cNvPr id="7" name="S07-chip499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figure500" descr="3시를 가리키는 시계"/>
          <p:cNvSpPr/>
          <p:nvPr/>
        </p:nvSpPr>
        <p:spPr>
          <a:xfrm>
            <a:off x="2442210" y="3544824"/>
            <a:ext cx="1575816" cy="15758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9" name="S07-line501"/>
          <p:cNvSpPr/>
          <p:nvPr/>
        </p:nvSpPr>
        <p:spPr>
          <a:xfrm>
            <a:off x="3230118" y="3581400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7-line502"/>
          <p:cNvSpPr/>
          <p:nvPr/>
        </p:nvSpPr>
        <p:spPr>
          <a:xfrm flipH="1">
            <a:off x="3304536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503"/>
          <p:cNvSpPr/>
          <p:nvPr/>
        </p:nvSpPr>
        <p:spPr>
          <a:xfrm flipH="1">
            <a:off x="3378138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504"/>
          <p:cNvSpPr/>
          <p:nvPr/>
        </p:nvSpPr>
        <p:spPr>
          <a:xfrm flipH="1">
            <a:off x="3450119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505"/>
          <p:cNvSpPr/>
          <p:nvPr/>
        </p:nvSpPr>
        <p:spPr>
          <a:xfrm flipH="1">
            <a:off x="3519689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506"/>
          <p:cNvSpPr/>
          <p:nvPr/>
        </p:nvSpPr>
        <p:spPr>
          <a:xfrm flipH="1">
            <a:off x="3562449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7-line507"/>
          <p:cNvSpPr/>
          <p:nvPr/>
        </p:nvSpPr>
        <p:spPr>
          <a:xfrm flipH="1">
            <a:off x="3648584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508"/>
          <p:cNvSpPr/>
          <p:nvPr/>
        </p:nvSpPr>
        <p:spPr>
          <a:xfrm flipH="1">
            <a:off x="3706497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509"/>
          <p:cNvSpPr/>
          <p:nvPr/>
        </p:nvSpPr>
        <p:spPr>
          <a:xfrm flipH="1">
            <a:off x="3759190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510"/>
          <p:cNvSpPr/>
          <p:nvPr/>
        </p:nvSpPr>
        <p:spPr>
          <a:xfrm flipH="1">
            <a:off x="3806087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511"/>
          <p:cNvSpPr/>
          <p:nvPr/>
        </p:nvSpPr>
        <p:spPr>
          <a:xfrm flipH="1">
            <a:off x="3805732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7-line512"/>
          <p:cNvSpPr/>
          <p:nvPr/>
        </p:nvSpPr>
        <p:spPr>
          <a:xfrm flipH="1">
            <a:off x="3880504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513"/>
          <p:cNvSpPr/>
          <p:nvPr/>
        </p:nvSpPr>
        <p:spPr>
          <a:xfrm flipH="1">
            <a:off x="3907210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514"/>
          <p:cNvSpPr/>
          <p:nvPr/>
        </p:nvSpPr>
        <p:spPr>
          <a:xfrm flipH="1">
            <a:off x="3926497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515"/>
          <p:cNvSpPr/>
          <p:nvPr/>
        </p:nvSpPr>
        <p:spPr>
          <a:xfrm flipH="1">
            <a:off x="3938155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516"/>
          <p:cNvSpPr/>
          <p:nvPr/>
        </p:nvSpPr>
        <p:spPr>
          <a:xfrm flipH="1">
            <a:off x="3894780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7-line517"/>
          <p:cNvSpPr/>
          <p:nvPr/>
        </p:nvSpPr>
        <p:spPr>
          <a:xfrm flipH="1" flipV="1">
            <a:off x="3938155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518"/>
          <p:cNvSpPr/>
          <p:nvPr/>
        </p:nvSpPr>
        <p:spPr>
          <a:xfrm flipH="1" flipV="1">
            <a:off x="3926497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519"/>
          <p:cNvSpPr/>
          <p:nvPr/>
        </p:nvSpPr>
        <p:spPr>
          <a:xfrm flipH="1" flipV="1">
            <a:off x="3907210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520"/>
          <p:cNvSpPr/>
          <p:nvPr/>
        </p:nvSpPr>
        <p:spPr>
          <a:xfrm flipH="1" flipV="1">
            <a:off x="3880504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521"/>
          <p:cNvSpPr/>
          <p:nvPr/>
        </p:nvSpPr>
        <p:spPr>
          <a:xfrm flipH="1" flipV="1">
            <a:off x="3805732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7-line522"/>
          <p:cNvSpPr/>
          <p:nvPr/>
        </p:nvSpPr>
        <p:spPr>
          <a:xfrm flipH="1" flipV="1">
            <a:off x="3806087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523"/>
          <p:cNvSpPr/>
          <p:nvPr/>
        </p:nvSpPr>
        <p:spPr>
          <a:xfrm flipH="1" flipV="1">
            <a:off x="3759190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524"/>
          <p:cNvSpPr/>
          <p:nvPr/>
        </p:nvSpPr>
        <p:spPr>
          <a:xfrm flipH="1" flipV="1">
            <a:off x="3706497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525"/>
          <p:cNvSpPr/>
          <p:nvPr/>
        </p:nvSpPr>
        <p:spPr>
          <a:xfrm flipH="1" flipV="1">
            <a:off x="3648584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526"/>
          <p:cNvSpPr/>
          <p:nvPr/>
        </p:nvSpPr>
        <p:spPr>
          <a:xfrm flipH="1" flipV="1">
            <a:off x="3562449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7-line527"/>
          <p:cNvSpPr/>
          <p:nvPr/>
        </p:nvSpPr>
        <p:spPr>
          <a:xfrm flipH="1" flipV="1">
            <a:off x="3519689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528"/>
          <p:cNvSpPr/>
          <p:nvPr/>
        </p:nvSpPr>
        <p:spPr>
          <a:xfrm flipH="1" flipV="1">
            <a:off x="3450119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529"/>
          <p:cNvSpPr/>
          <p:nvPr/>
        </p:nvSpPr>
        <p:spPr>
          <a:xfrm flipH="1" flipV="1">
            <a:off x="3378138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530"/>
          <p:cNvSpPr/>
          <p:nvPr/>
        </p:nvSpPr>
        <p:spPr>
          <a:xfrm flipH="1" flipV="1">
            <a:off x="3304536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531"/>
          <p:cNvSpPr/>
          <p:nvPr/>
        </p:nvSpPr>
        <p:spPr>
          <a:xfrm flipV="1">
            <a:off x="3230118" y="4997394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7-line532"/>
          <p:cNvSpPr/>
          <p:nvPr/>
        </p:nvSpPr>
        <p:spPr>
          <a:xfrm flipV="1">
            <a:off x="3151582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533"/>
          <p:cNvSpPr/>
          <p:nvPr/>
        </p:nvSpPr>
        <p:spPr>
          <a:xfrm flipV="1">
            <a:off x="3073907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534"/>
          <p:cNvSpPr/>
          <p:nvPr/>
        </p:nvSpPr>
        <p:spPr>
          <a:xfrm flipV="1">
            <a:off x="2997944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535"/>
          <p:cNvSpPr/>
          <p:nvPr/>
        </p:nvSpPr>
        <p:spPr>
          <a:xfrm flipV="1">
            <a:off x="2924524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536"/>
          <p:cNvSpPr/>
          <p:nvPr/>
        </p:nvSpPr>
        <p:spPr>
          <a:xfrm flipV="1">
            <a:off x="2854452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7-line537"/>
          <p:cNvSpPr/>
          <p:nvPr/>
        </p:nvSpPr>
        <p:spPr>
          <a:xfrm flipV="1">
            <a:off x="2788496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538"/>
          <p:cNvSpPr/>
          <p:nvPr/>
        </p:nvSpPr>
        <p:spPr>
          <a:xfrm flipV="1">
            <a:off x="2727379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539"/>
          <p:cNvSpPr/>
          <p:nvPr/>
        </p:nvSpPr>
        <p:spPr>
          <a:xfrm flipV="1">
            <a:off x="2671770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540"/>
          <p:cNvSpPr/>
          <p:nvPr/>
        </p:nvSpPr>
        <p:spPr>
          <a:xfrm flipV="1">
            <a:off x="2622278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541"/>
          <p:cNvSpPr/>
          <p:nvPr/>
        </p:nvSpPr>
        <p:spPr>
          <a:xfrm flipV="1">
            <a:off x="2579445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7-line542"/>
          <p:cNvSpPr/>
          <p:nvPr/>
        </p:nvSpPr>
        <p:spPr>
          <a:xfrm flipV="1">
            <a:off x="2543742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543"/>
          <p:cNvSpPr/>
          <p:nvPr/>
        </p:nvSpPr>
        <p:spPr>
          <a:xfrm flipV="1">
            <a:off x="2515559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544"/>
          <p:cNvSpPr/>
          <p:nvPr/>
        </p:nvSpPr>
        <p:spPr>
          <a:xfrm flipV="1">
            <a:off x="2495204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545"/>
          <p:cNvSpPr/>
          <p:nvPr/>
        </p:nvSpPr>
        <p:spPr>
          <a:xfrm flipV="1">
            <a:off x="2482902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546"/>
          <p:cNvSpPr/>
          <p:nvPr/>
        </p:nvSpPr>
        <p:spPr>
          <a:xfrm>
            <a:off x="2478786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07-line547"/>
          <p:cNvSpPr/>
          <p:nvPr/>
        </p:nvSpPr>
        <p:spPr>
          <a:xfrm>
            <a:off x="2482902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548"/>
          <p:cNvSpPr/>
          <p:nvPr/>
        </p:nvSpPr>
        <p:spPr>
          <a:xfrm>
            <a:off x="2495204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549"/>
          <p:cNvSpPr/>
          <p:nvPr/>
        </p:nvSpPr>
        <p:spPr>
          <a:xfrm>
            <a:off x="2515559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550"/>
          <p:cNvSpPr/>
          <p:nvPr/>
        </p:nvSpPr>
        <p:spPr>
          <a:xfrm>
            <a:off x="2543742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551"/>
          <p:cNvSpPr/>
          <p:nvPr/>
        </p:nvSpPr>
        <p:spPr>
          <a:xfrm>
            <a:off x="2579445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07-line552"/>
          <p:cNvSpPr/>
          <p:nvPr/>
        </p:nvSpPr>
        <p:spPr>
          <a:xfrm>
            <a:off x="2622278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553"/>
          <p:cNvSpPr/>
          <p:nvPr/>
        </p:nvSpPr>
        <p:spPr>
          <a:xfrm>
            <a:off x="2671770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554"/>
          <p:cNvSpPr/>
          <p:nvPr/>
        </p:nvSpPr>
        <p:spPr>
          <a:xfrm>
            <a:off x="2727379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555"/>
          <p:cNvSpPr/>
          <p:nvPr/>
        </p:nvSpPr>
        <p:spPr>
          <a:xfrm>
            <a:off x="2788496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556"/>
          <p:cNvSpPr/>
          <p:nvPr/>
        </p:nvSpPr>
        <p:spPr>
          <a:xfrm>
            <a:off x="2854452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5" name="S07-line557"/>
          <p:cNvSpPr/>
          <p:nvPr/>
        </p:nvSpPr>
        <p:spPr>
          <a:xfrm>
            <a:off x="2924524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ine558"/>
          <p:cNvSpPr/>
          <p:nvPr/>
        </p:nvSpPr>
        <p:spPr>
          <a:xfrm>
            <a:off x="2997944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ine559"/>
          <p:cNvSpPr/>
          <p:nvPr/>
        </p:nvSpPr>
        <p:spPr>
          <a:xfrm>
            <a:off x="3073907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7-line560"/>
          <p:cNvSpPr/>
          <p:nvPr/>
        </p:nvSpPr>
        <p:spPr>
          <a:xfrm>
            <a:off x="3151582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7-label561"/>
          <p:cNvSpPr txBox="1"/>
          <p:nvPr/>
        </p:nvSpPr>
        <p:spPr>
          <a:xfrm>
            <a:off x="3267022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70" name="S07-label562"/>
          <p:cNvSpPr txBox="1"/>
          <p:nvPr/>
        </p:nvSpPr>
        <p:spPr>
          <a:xfrm>
            <a:off x="3494853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71" name="S07-label563"/>
          <p:cNvSpPr txBox="1"/>
          <p:nvPr/>
        </p:nvSpPr>
        <p:spPr>
          <a:xfrm>
            <a:off x="3578245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72" name="S07-label564"/>
          <p:cNvSpPr txBox="1"/>
          <p:nvPr/>
        </p:nvSpPr>
        <p:spPr>
          <a:xfrm>
            <a:off x="3494853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73" name="S07-label565"/>
          <p:cNvSpPr txBox="1"/>
          <p:nvPr/>
        </p:nvSpPr>
        <p:spPr>
          <a:xfrm>
            <a:off x="3267022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74" name="S07-label566"/>
          <p:cNvSpPr txBox="1"/>
          <p:nvPr/>
        </p:nvSpPr>
        <p:spPr>
          <a:xfrm>
            <a:off x="2955798" y="47722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75" name="S07-label567"/>
          <p:cNvSpPr txBox="1"/>
          <p:nvPr/>
        </p:nvSpPr>
        <p:spPr>
          <a:xfrm>
            <a:off x="2644574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76" name="S07-label568"/>
          <p:cNvSpPr txBox="1"/>
          <p:nvPr/>
        </p:nvSpPr>
        <p:spPr>
          <a:xfrm>
            <a:off x="2416743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77" name="S07-label569"/>
          <p:cNvSpPr txBox="1"/>
          <p:nvPr/>
        </p:nvSpPr>
        <p:spPr>
          <a:xfrm>
            <a:off x="2333351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78" name="S07-label570"/>
          <p:cNvSpPr txBox="1"/>
          <p:nvPr/>
        </p:nvSpPr>
        <p:spPr>
          <a:xfrm>
            <a:off x="2416743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79" name="S07-label571"/>
          <p:cNvSpPr txBox="1"/>
          <p:nvPr/>
        </p:nvSpPr>
        <p:spPr>
          <a:xfrm>
            <a:off x="2644574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80" name="S07-label572"/>
          <p:cNvSpPr txBox="1"/>
          <p:nvPr/>
        </p:nvSpPr>
        <p:spPr>
          <a:xfrm>
            <a:off x="2955798" y="35274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81" name="S07-line573"/>
          <p:cNvSpPr/>
          <p:nvPr/>
        </p:nvSpPr>
        <p:spPr>
          <a:xfrm>
            <a:off x="3230118" y="4332732"/>
            <a:ext cx="346680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2" name="S07-line574"/>
          <p:cNvSpPr/>
          <p:nvPr/>
        </p:nvSpPr>
        <p:spPr>
          <a:xfrm flipV="1">
            <a:off x="3230118" y="3828471"/>
            <a:ext cx="0" cy="504261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3" name="S07-pin575"/>
          <p:cNvSpPr/>
          <p:nvPr/>
        </p:nvSpPr>
        <p:spPr>
          <a:xfrm>
            <a:off x="3175254" y="427786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4" name="S07-chip576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85" name="S07-figure577" descr="12시를 가리키는 시계"/>
          <p:cNvSpPr/>
          <p:nvPr/>
        </p:nvSpPr>
        <p:spPr>
          <a:xfrm>
            <a:off x="8170926" y="3544824"/>
            <a:ext cx="1575816" cy="15758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6" name="S07-line578"/>
          <p:cNvSpPr/>
          <p:nvPr/>
        </p:nvSpPr>
        <p:spPr>
          <a:xfrm>
            <a:off x="8958834" y="3581400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7" name="S07-line579"/>
          <p:cNvSpPr/>
          <p:nvPr/>
        </p:nvSpPr>
        <p:spPr>
          <a:xfrm flipH="1">
            <a:off x="9033252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580"/>
          <p:cNvSpPr/>
          <p:nvPr/>
        </p:nvSpPr>
        <p:spPr>
          <a:xfrm flipH="1">
            <a:off x="9106854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581"/>
          <p:cNvSpPr/>
          <p:nvPr/>
        </p:nvSpPr>
        <p:spPr>
          <a:xfrm flipH="1">
            <a:off x="9178835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line582"/>
          <p:cNvSpPr/>
          <p:nvPr/>
        </p:nvSpPr>
        <p:spPr>
          <a:xfrm flipH="1">
            <a:off x="9248405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7-line583"/>
          <p:cNvSpPr/>
          <p:nvPr/>
        </p:nvSpPr>
        <p:spPr>
          <a:xfrm flipH="1">
            <a:off x="9291165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2" name="S07-line584"/>
          <p:cNvSpPr/>
          <p:nvPr/>
        </p:nvSpPr>
        <p:spPr>
          <a:xfrm flipH="1">
            <a:off x="9377300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585"/>
          <p:cNvSpPr/>
          <p:nvPr/>
        </p:nvSpPr>
        <p:spPr>
          <a:xfrm flipH="1">
            <a:off x="9435213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586"/>
          <p:cNvSpPr/>
          <p:nvPr/>
        </p:nvSpPr>
        <p:spPr>
          <a:xfrm flipH="1">
            <a:off x="9487906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587"/>
          <p:cNvSpPr/>
          <p:nvPr/>
        </p:nvSpPr>
        <p:spPr>
          <a:xfrm flipH="1">
            <a:off x="9534803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7-line588"/>
          <p:cNvSpPr/>
          <p:nvPr/>
        </p:nvSpPr>
        <p:spPr>
          <a:xfrm flipH="1">
            <a:off x="9534448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7" name="S07-line589"/>
          <p:cNvSpPr/>
          <p:nvPr/>
        </p:nvSpPr>
        <p:spPr>
          <a:xfrm flipH="1">
            <a:off x="9609220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590"/>
          <p:cNvSpPr/>
          <p:nvPr/>
        </p:nvSpPr>
        <p:spPr>
          <a:xfrm flipH="1">
            <a:off x="9635926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591"/>
          <p:cNvSpPr/>
          <p:nvPr/>
        </p:nvSpPr>
        <p:spPr>
          <a:xfrm flipH="1">
            <a:off x="9655213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line592"/>
          <p:cNvSpPr/>
          <p:nvPr/>
        </p:nvSpPr>
        <p:spPr>
          <a:xfrm flipH="1">
            <a:off x="9666871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7-line593"/>
          <p:cNvSpPr/>
          <p:nvPr/>
        </p:nvSpPr>
        <p:spPr>
          <a:xfrm flipH="1">
            <a:off x="9623496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2" name="S07-line594"/>
          <p:cNvSpPr/>
          <p:nvPr/>
        </p:nvSpPr>
        <p:spPr>
          <a:xfrm flipH="1" flipV="1">
            <a:off x="9666871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595"/>
          <p:cNvSpPr/>
          <p:nvPr/>
        </p:nvSpPr>
        <p:spPr>
          <a:xfrm flipH="1" flipV="1">
            <a:off x="9655213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596"/>
          <p:cNvSpPr/>
          <p:nvPr/>
        </p:nvSpPr>
        <p:spPr>
          <a:xfrm flipH="1" flipV="1">
            <a:off x="9635926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597"/>
          <p:cNvSpPr/>
          <p:nvPr/>
        </p:nvSpPr>
        <p:spPr>
          <a:xfrm flipH="1" flipV="1">
            <a:off x="9609220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7-line598"/>
          <p:cNvSpPr/>
          <p:nvPr/>
        </p:nvSpPr>
        <p:spPr>
          <a:xfrm flipH="1" flipV="1">
            <a:off x="9534448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7" name="S07-line599"/>
          <p:cNvSpPr/>
          <p:nvPr/>
        </p:nvSpPr>
        <p:spPr>
          <a:xfrm flipH="1" flipV="1">
            <a:off x="9534803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600"/>
          <p:cNvSpPr/>
          <p:nvPr/>
        </p:nvSpPr>
        <p:spPr>
          <a:xfrm flipH="1" flipV="1">
            <a:off x="9487906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601"/>
          <p:cNvSpPr/>
          <p:nvPr/>
        </p:nvSpPr>
        <p:spPr>
          <a:xfrm flipH="1" flipV="1">
            <a:off x="9435213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line602"/>
          <p:cNvSpPr/>
          <p:nvPr/>
        </p:nvSpPr>
        <p:spPr>
          <a:xfrm flipH="1" flipV="1">
            <a:off x="9377300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7-line603"/>
          <p:cNvSpPr/>
          <p:nvPr/>
        </p:nvSpPr>
        <p:spPr>
          <a:xfrm flipH="1" flipV="1">
            <a:off x="9291165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2" name="S07-line604"/>
          <p:cNvSpPr/>
          <p:nvPr/>
        </p:nvSpPr>
        <p:spPr>
          <a:xfrm flipH="1" flipV="1">
            <a:off x="9248405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605"/>
          <p:cNvSpPr/>
          <p:nvPr/>
        </p:nvSpPr>
        <p:spPr>
          <a:xfrm flipH="1" flipV="1">
            <a:off x="9178835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606"/>
          <p:cNvSpPr/>
          <p:nvPr/>
        </p:nvSpPr>
        <p:spPr>
          <a:xfrm flipH="1" flipV="1">
            <a:off x="9106854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607"/>
          <p:cNvSpPr/>
          <p:nvPr/>
        </p:nvSpPr>
        <p:spPr>
          <a:xfrm flipH="1" flipV="1">
            <a:off x="9033252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7-line608"/>
          <p:cNvSpPr/>
          <p:nvPr/>
        </p:nvSpPr>
        <p:spPr>
          <a:xfrm flipV="1">
            <a:off x="8958834" y="4997394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7" name="S07-line609"/>
          <p:cNvSpPr/>
          <p:nvPr/>
        </p:nvSpPr>
        <p:spPr>
          <a:xfrm flipV="1">
            <a:off x="8880298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610"/>
          <p:cNvSpPr/>
          <p:nvPr/>
        </p:nvSpPr>
        <p:spPr>
          <a:xfrm flipV="1">
            <a:off x="8802623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611"/>
          <p:cNvSpPr/>
          <p:nvPr/>
        </p:nvSpPr>
        <p:spPr>
          <a:xfrm flipV="1">
            <a:off x="8726660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line612"/>
          <p:cNvSpPr/>
          <p:nvPr/>
        </p:nvSpPr>
        <p:spPr>
          <a:xfrm flipV="1">
            <a:off x="8653240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7-line613"/>
          <p:cNvSpPr/>
          <p:nvPr/>
        </p:nvSpPr>
        <p:spPr>
          <a:xfrm flipV="1">
            <a:off x="8583168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2" name="S07-line614"/>
          <p:cNvSpPr/>
          <p:nvPr/>
        </p:nvSpPr>
        <p:spPr>
          <a:xfrm flipV="1">
            <a:off x="8517212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615"/>
          <p:cNvSpPr/>
          <p:nvPr/>
        </p:nvSpPr>
        <p:spPr>
          <a:xfrm flipV="1">
            <a:off x="8456095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616"/>
          <p:cNvSpPr/>
          <p:nvPr/>
        </p:nvSpPr>
        <p:spPr>
          <a:xfrm flipV="1">
            <a:off x="8400486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617"/>
          <p:cNvSpPr/>
          <p:nvPr/>
        </p:nvSpPr>
        <p:spPr>
          <a:xfrm flipV="1">
            <a:off x="8350994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7-line618"/>
          <p:cNvSpPr/>
          <p:nvPr/>
        </p:nvSpPr>
        <p:spPr>
          <a:xfrm flipV="1">
            <a:off x="8308161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7" name="S07-line619"/>
          <p:cNvSpPr/>
          <p:nvPr/>
        </p:nvSpPr>
        <p:spPr>
          <a:xfrm flipV="1">
            <a:off x="8272458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620"/>
          <p:cNvSpPr/>
          <p:nvPr/>
        </p:nvSpPr>
        <p:spPr>
          <a:xfrm flipV="1">
            <a:off x="8244275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621"/>
          <p:cNvSpPr/>
          <p:nvPr/>
        </p:nvSpPr>
        <p:spPr>
          <a:xfrm flipV="1">
            <a:off x="8223920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line622"/>
          <p:cNvSpPr/>
          <p:nvPr/>
        </p:nvSpPr>
        <p:spPr>
          <a:xfrm flipV="1">
            <a:off x="8211618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7-line623"/>
          <p:cNvSpPr/>
          <p:nvPr/>
        </p:nvSpPr>
        <p:spPr>
          <a:xfrm>
            <a:off x="8207502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2" name="S07-line624"/>
          <p:cNvSpPr/>
          <p:nvPr/>
        </p:nvSpPr>
        <p:spPr>
          <a:xfrm>
            <a:off x="8211618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625"/>
          <p:cNvSpPr/>
          <p:nvPr/>
        </p:nvSpPr>
        <p:spPr>
          <a:xfrm>
            <a:off x="8223920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626"/>
          <p:cNvSpPr/>
          <p:nvPr/>
        </p:nvSpPr>
        <p:spPr>
          <a:xfrm>
            <a:off x="8244275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627"/>
          <p:cNvSpPr/>
          <p:nvPr/>
        </p:nvSpPr>
        <p:spPr>
          <a:xfrm>
            <a:off x="8272458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7-line628"/>
          <p:cNvSpPr/>
          <p:nvPr/>
        </p:nvSpPr>
        <p:spPr>
          <a:xfrm>
            <a:off x="8308161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7" name="S07-line629"/>
          <p:cNvSpPr/>
          <p:nvPr/>
        </p:nvSpPr>
        <p:spPr>
          <a:xfrm>
            <a:off x="8350994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630"/>
          <p:cNvSpPr/>
          <p:nvPr/>
        </p:nvSpPr>
        <p:spPr>
          <a:xfrm>
            <a:off x="8400486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631"/>
          <p:cNvSpPr/>
          <p:nvPr/>
        </p:nvSpPr>
        <p:spPr>
          <a:xfrm>
            <a:off x="8456095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line632"/>
          <p:cNvSpPr/>
          <p:nvPr/>
        </p:nvSpPr>
        <p:spPr>
          <a:xfrm>
            <a:off x="8517212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7-line633"/>
          <p:cNvSpPr/>
          <p:nvPr/>
        </p:nvSpPr>
        <p:spPr>
          <a:xfrm>
            <a:off x="8583168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2" name="S07-line634"/>
          <p:cNvSpPr/>
          <p:nvPr/>
        </p:nvSpPr>
        <p:spPr>
          <a:xfrm>
            <a:off x="8653240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635"/>
          <p:cNvSpPr/>
          <p:nvPr/>
        </p:nvSpPr>
        <p:spPr>
          <a:xfrm>
            <a:off x="8726660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636"/>
          <p:cNvSpPr/>
          <p:nvPr/>
        </p:nvSpPr>
        <p:spPr>
          <a:xfrm>
            <a:off x="8802623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ine637"/>
          <p:cNvSpPr/>
          <p:nvPr/>
        </p:nvSpPr>
        <p:spPr>
          <a:xfrm>
            <a:off x="8880298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7-label638"/>
          <p:cNvSpPr txBox="1"/>
          <p:nvPr/>
        </p:nvSpPr>
        <p:spPr>
          <a:xfrm>
            <a:off x="8995738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147" name="S07-label639"/>
          <p:cNvSpPr txBox="1"/>
          <p:nvPr/>
        </p:nvSpPr>
        <p:spPr>
          <a:xfrm>
            <a:off x="9223569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148" name="S07-label640"/>
          <p:cNvSpPr txBox="1"/>
          <p:nvPr/>
        </p:nvSpPr>
        <p:spPr>
          <a:xfrm>
            <a:off x="9306961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149" name="S07-label641"/>
          <p:cNvSpPr txBox="1"/>
          <p:nvPr/>
        </p:nvSpPr>
        <p:spPr>
          <a:xfrm>
            <a:off x="9223569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150" name="S07-label642"/>
          <p:cNvSpPr txBox="1"/>
          <p:nvPr/>
        </p:nvSpPr>
        <p:spPr>
          <a:xfrm>
            <a:off x="8995738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151" name="S07-label643"/>
          <p:cNvSpPr txBox="1"/>
          <p:nvPr/>
        </p:nvSpPr>
        <p:spPr>
          <a:xfrm>
            <a:off x="8684514" y="47722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152" name="S07-label644"/>
          <p:cNvSpPr txBox="1"/>
          <p:nvPr/>
        </p:nvSpPr>
        <p:spPr>
          <a:xfrm>
            <a:off x="8373290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153" name="S07-label645"/>
          <p:cNvSpPr txBox="1"/>
          <p:nvPr/>
        </p:nvSpPr>
        <p:spPr>
          <a:xfrm>
            <a:off x="8145459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154" name="S07-label646"/>
          <p:cNvSpPr txBox="1"/>
          <p:nvPr/>
        </p:nvSpPr>
        <p:spPr>
          <a:xfrm>
            <a:off x="8062067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155" name="S07-label647"/>
          <p:cNvSpPr txBox="1"/>
          <p:nvPr/>
        </p:nvSpPr>
        <p:spPr>
          <a:xfrm>
            <a:off x="8145459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156" name="S07-label648"/>
          <p:cNvSpPr txBox="1"/>
          <p:nvPr/>
        </p:nvSpPr>
        <p:spPr>
          <a:xfrm>
            <a:off x="8373290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157" name="S07-label649"/>
          <p:cNvSpPr txBox="1"/>
          <p:nvPr/>
        </p:nvSpPr>
        <p:spPr>
          <a:xfrm>
            <a:off x="8684514" y="35274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158" name="S07-line650"/>
          <p:cNvSpPr/>
          <p:nvPr/>
        </p:nvSpPr>
        <p:spPr>
          <a:xfrm flipV="1">
            <a:off x="8958834" y="3986052"/>
            <a:ext cx="0" cy="3466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9" name="S07-line651"/>
          <p:cNvSpPr/>
          <p:nvPr/>
        </p:nvSpPr>
        <p:spPr>
          <a:xfrm flipV="1">
            <a:off x="8958834" y="3828471"/>
            <a:ext cx="0" cy="504261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60" name="S07-pin652"/>
          <p:cNvSpPr/>
          <p:nvPr/>
        </p:nvSpPr>
        <p:spPr>
          <a:xfrm>
            <a:off x="8903970" y="427786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시계를 골라요</a:t>
            </a:r>
            <a:endParaRPr lang="ko-KR" sz="4000" dirty="0"/>
          </a:p>
        </p:txBody>
      </p:sp>
      <p:sp>
        <p:nvSpPr>
          <p:cNvPr id="3" name="S08-text6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시각의 시계를 짚어요.</a:t>
            </a:r>
            <a:endParaRPr lang="ko-KR" sz="3000" dirty="0"/>
          </a:p>
        </p:txBody>
      </p:sp>
      <p:sp>
        <p:nvSpPr>
          <p:cNvPr id="4" name="S08-figure654" descr="11시를 가리키는 시계"/>
          <p:cNvSpPr/>
          <p:nvPr/>
        </p:nvSpPr>
        <p:spPr>
          <a:xfrm>
            <a:off x="548640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8-line655"/>
          <p:cNvSpPr/>
          <p:nvPr/>
        </p:nvSpPr>
        <p:spPr>
          <a:xfrm>
            <a:off x="1815084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8-line656"/>
          <p:cNvSpPr/>
          <p:nvPr/>
        </p:nvSpPr>
        <p:spPr>
          <a:xfrm flipH="1">
            <a:off x="1937021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8-line657"/>
          <p:cNvSpPr/>
          <p:nvPr/>
        </p:nvSpPr>
        <p:spPr>
          <a:xfrm flipH="1">
            <a:off x="2057623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8-line658"/>
          <p:cNvSpPr/>
          <p:nvPr/>
        </p:nvSpPr>
        <p:spPr>
          <a:xfrm flipH="1">
            <a:off x="2175566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659"/>
          <p:cNvSpPr/>
          <p:nvPr/>
        </p:nvSpPr>
        <p:spPr>
          <a:xfrm flipH="1">
            <a:off x="2289561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660"/>
          <p:cNvSpPr/>
          <p:nvPr/>
        </p:nvSpPr>
        <p:spPr>
          <a:xfrm flipH="1">
            <a:off x="2360364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8-line661"/>
          <p:cNvSpPr/>
          <p:nvPr/>
        </p:nvSpPr>
        <p:spPr>
          <a:xfrm flipH="1">
            <a:off x="2500762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8-line662"/>
          <p:cNvSpPr/>
          <p:nvPr/>
        </p:nvSpPr>
        <p:spPr>
          <a:xfrm flipH="1">
            <a:off x="2595655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8-line663"/>
          <p:cNvSpPr/>
          <p:nvPr/>
        </p:nvSpPr>
        <p:spPr>
          <a:xfrm flipH="1">
            <a:off x="2681996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664"/>
          <p:cNvSpPr/>
          <p:nvPr/>
        </p:nvSpPr>
        <p:spPr>
          <a:xfrm flipH="1">
            <a:off x="2758839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665"/>
          <p:cNvSpPr/>
          <p:nvPr/>
        </p:nvSpPr>
        <p:spPr>
          <a:xfrm flipH="1">
            <a:off x="2759536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8-line666"/>
          <p:cNvSpPr/>
          <p:nvPr/>
        </p:nvSpPr>
        <p:spPr>
          <a:xfrm flipH="1">
            <a:off x="2880777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8-line667"/>
          <p:cNvSpPr/>
          <p:nvPr/>
        </p:nvSpPr>
        <p:spPr>
          <a:xfrm flipH="1">
            <a:off x="2924535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line668"/>
          <p:cNvSpPr/>
          <p:nvPr/>
        </p:nvSpPr>
        <p:spPr>
          <a:xfrm flipH="1">
            <a:off x="2956138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669"/>
          <p:cNvSpPr/>
          <p:nvPr/>
        </p:nvSpPr>
        <p:spPr>
          <a:xfrm flipH="1">
            <a:off x="2975239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670"/>
          <p:cNvSpPr/>
          <p:nvPr/>
        </p:nvSpPr>
        <p:spPr>
          <a:xfrm flipH="1">
            <a:off x="2905643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8-line671"/>
          <p:cNvSpPr/>
          <p:nvPr/>
        </p:nvSpPr>
        <p:spPr>
          <a:xfrm flipH="1" flipV="1">
            <a:off x="2975239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8-line672"/>
          <p:cNvSpPr/>
          <p:nvPr/>
        </p:nvSpPr>
        <p:spPr>
          <a:xfrm flipH="1" flipV="1">
            <a:off x="2956138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8-line673"/>
          <p:cNvSpPr/>
          <p:nvPr/>
        </p:nvSpPr>
        <p:spPr>
          <a:xfrm flipH="1" flipV="1">
            <a:off x="2924535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674"/>
          <p:cNvSpPr/>
          <p:nvPr/>
        </p:nvSpPr>
        <p:spPr>
          <a:xfrm flipH="1" flipV="1">
            <a:off x="2880777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675"/>
          <p:cNvSpPr/>
          <p:nvPr/>
        </p:nvSpPr>
        <p:spPr>
          <a:xfrm flipH="1" flipV="1">
            <a:off x="2759536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8-line676"/>
          <p:cNvSpPr/>
          <p:nvPr/>
        </p:nvSpPr>
        <p:spPr>
          <a:xfrm flipH="1" flipV="1">
            <a:off x="2758839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8-line677"/>
          <p:cNvSpPr/>
          <p:nvPr/>
        </p:nvSpPr>
        <p:spPr>
          <a:xfrm flipH="1" flipV="1">
            <a:off x="2681996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8-line678"/>
          <p:cNvSpPr/>
          <p:nvPr/>
        </p:nvSpPr>
        <p:spPr>
          <a:xfrm flipH="1" flipV="1">
            <a:off x="2595655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679"/>
          <p:cNvSpPr/>
          <p:nvPr/>
        </p:nvSpPr>
        <p:spPr>
          <a:xfrm flipH="1" flipV="1">
            <a:off x="2500762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680"/>
          <p:cNvSpPr/>
          <p:nvPr/>
        </p:nvSpPr>
        <p:spPr>
          <a:xfrm flipH="1" flipV="1">
            <a:off x="2360364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8-line681"/>
          <p:cNvSpPr/>
          <p:nvPr/>
        </p:nvSpPr>
        <p:spPr>
          <a:xfrm flipH="1" flipV="1">
            <a:off x="2289561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8-line682"/>
          <p:cNvSpPr/>
          <p:nvPr/>
        </p:nvSpPr>
        <p:spPr>
          <a:xfrm flipH="1" flipV="1">
            <a:off x="2175566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8-line683"/>
          <p:cNvSpPr/>
          <p:nvPr/>
        </p:nvSpPr>
        <p:spPr>
          <a:xfrm flipH="1" flipV="1">
            <a:off x="2057623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684"/>
          <p:cNvSpPr/>
          <p:nvPr/>
        </p:nvSpPr>
        <p:spPr>
          <a:xfrm flipH="1" flipV="1">
            <a:off x="1937021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685"/>
          <p:cNvSpPr/>
          <p:nvPr/>
        </p:nvSpPr>
        <p:spPr>
          <a:xfrm flipV="1">
            <a:off x="1815084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8-line686"/>
          <p:cNvSpPr/>
          <p:nvPr/>
        </p:nvSpPr>
        <p:spPr>
          <a:xfrm flipV="1">
            <a:off x="1686528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8-line687"/>
          <p:cNvSpPr/>
          <p:nvPr/>
        </p:nvSpPr>
        <p:spPr>
          <a:xfrm flipV="1">
            <a:off x="1559380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line688"/>
          <p:cNvSpPr/>
          <p:nvPr/>
        </p:nvSpPr>
        <p:spPr>
          <a:xfrm flipV="1">
            <a:off x="1435034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689"/>
          <p:cNvSpPr/>
          <p:nvPr/>
        </p:nvSpPr>
        <p:spPr>
          <a:xfrm flipV="1">
            <a:off x="1314852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690"/>
          <p:cNvSpPr/>
          <p:nvPr/>
        </p:nvSpPr>
        <p:spPr>
          <a:xfrm flipV="1">
            <a:off x="1200150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8-line691"/>
          <p:cNvSpPr/>
          <p:nvPr/>
        </p:nvSpPr>
        <p:spPr>
          <a:xfrm flipV="1">
            <a:off x="1092186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8-line692"/>
          <p:cNvSpPr/>
          <p:nvPr/>
        </p:nvSpPr>
        <p:spPr>
          <a:xfrm flipV="1">
            <a:off x="992142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8-line693"/>
          <p:cNvSpPr/>
          <p:nvPr/>
        </p:nvSpPr>
        <p:spPr>
          <a:xfrm flipV="1">
            <a:off x="901114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694"/>
          <p:cNvSpPr/>
          <p:nvPr/>
        </p:nvSpPr>
        <p:spPr>
          <a:xfrm flipV="1">
            <a:off x="820100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695"/>
          <p:cNvSpPr/>
          <p:nvPr/>
        </p:nvSpPr>
        <p:spPr>
          <a:xfrm flipV="1">
            <a:off x="749987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8-line696"/>
          <p:cNvSpPr/>
          <p:nvPr/>
        </p:nvSpPr>
        <p:spPr>
          <a:xfrm flipV="1">
            <a:off x="691544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line697"/>
          <p:cNvSpPr/>
          <p:nvPr/>
        </p:nvSpPr>
        <p:spPr>
          <a:xfrm flipV="1">
            <a:off x="645410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698"/>
          <p:cNvSpPr/>
          <p:nvPr/>
        </p:nvSpPr>
        <p:spPr>
          <a:xfrm flipV="1">
            <a:off x="612092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699"/>
          <p:cNvSpPr/>
          <p:nvPr/>
        </p:nvSpPr>
        <p:spPr>
          <a:xfrm flipV="1">
            <a:off x="591953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700"/>
          <p:cNvSpPr/>
          <p:nvPr/>
        </p:nvSpPr>
        <p:spPr>
          <a:xfrm>
            <a:off x="585216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8-line701"/>
          <p:cNvSpPr/>
          <p:nvPr/>
        </p:nvSpPr>
        <p:spPr>
          <a:xfrm>
            <a:off x="591953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8-line702"/>
          <p:cNvSpPr/>
          <p:nvPr/>
        </p:nvSpPr>
        <p:spPr>
          <a:xfrm>
            <a:off x="612092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703"/>
          <p:cNvSpPr/>
          <p:nvPr/>
        </p:nvSpPr>
        <p:spPr>
          <a:xfrm>
            <a:off x="645410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704"/>
          <p:cNvSpPr/>
          <p:nvPr/>
        </p:nvSpPr>
        <p:spPr>
          <a:xfrm>
            <a:off x="691544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705"/>
          <p:cNvSpPr/>
          <p:nvPr/>
        </p:nvSpPr>
        <p:spPr>
          <a:xfrm>
            <a:off x="749987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8-line706"/>
          <p:cNvSpPr/>
          <p:nvPr/>
        </p:nvSpPr>
        <p:spPr>
          <a:xfrm>
            <a:off x="820100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8-line707"/>
          <p:cNvSpPr/>
          <p:nvPr/>
        </p:nvSpPr>
        <p:spPr>
          <a:xfrm>
            <a:off x="901114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708"/>
          <p:cNvSpPr/>
          <p:nvPr/>
        </p:nvSpPr>
        <p:spPr>
          <a:xfrm>
            <a:off x="992142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709"/>
          <p:cNvSpPr/>
          <p:nvPr/>
        </p:nvSpPr>
        <p:spPr>
          <a:xfrm>
            <a:off x="1092186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710"/>
          <p:cNvSpPr/>
          <p:nvPr/>
        </p:nvSpPr>
        <p:spPr>
          <a:xfrm>
            <a:off x="1200150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8-line711"/>
          <p:cNvSpPr/>
          <p:nvPr/>
        </p:nvSpPr>
        <p:spPr>
          <a:xfrm>
            <a:off x="1314852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8-line712"/>
          <p:cNvSpPr/>
          <p:nvPr/>
        </p:nvSpPr>
        <p:spPr>
          <a:xfrm>
            <a:off x="1435034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713"/>
          <p:cNvSpPr/>
          <p:nvPr/>
        </p:nvSpPr>
        <p:spPr>
          <a:xfrm>
            <a:off x="1559380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714"/>
          <p:cNvSpPr/>
          <p:nvPr/>
        </p:nvSpPr>
        <p:spPr>
          <a:xfrm>
            <a:off x="1686528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abel715"/>
          <p:cNvSpPr txBox="1"/>
          <p:nvPr/>
        </p:nvSpPr>
        <p:spPr>
          <a:xfrm>
            <a:off x="2041009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66" name="S08-label716"/>
          <p:cNvSpPr txBox="1"/>
          <p:nvPr/>
        </p:nvSpPr>
        <p:spPr>
          <a:xfrm>
            <a:off x="2407214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67" name="S08-label717"/>
          <p:cNvSpPr txBox="1"/>
          <p:nvPr/>
        </p:nvSpPr>
        <p:spPr>
          <a:xfrm>
            <a:off x="2541255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68" name="S08-label718"/>
          <p:cNvSpPr txBox="1"/>
          <p:nvPr/>
        </p:nvSpPr>
        <p:spPr>
          <a:xfrm>
            <a:off x="2407214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69" name="S08-label719"/>
          <p:cNvSpPr txBox="1"/>
          <p:nvPr/>
        </p:nvSpPr>
        <p:spPr>
          <a:xfrm>
            <a:off x="2041009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70" name="S08-label720"/>
          <p:cNvSpPr txBox="1"/>
          <p:nvPr/>
        </p:nvSpPr>
        <p:spPr>
          <a:xfrm>
            <a:off x="1540764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71" name="S08-label721"/>
          <p:cNvSpPr txBox="1"/>
          <p:nvPr/>
        </p:nvSpPr>
        <p:spPr>
          <a:xfrm>
            <a:off x="1040519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72" name="S08-label722"/>
          <p:cNvSpPr txBox="1"/>
          <p:nvPr/>
        </p:nvSpPr>
        <p:spPr>
          <a:xfrm>
            <a:off x="674314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73" name="S08-label723"/>
          <p:cNvSpPr txBox="1"/>
          <p:nvPr/>
        </p:nvSpPr>
        <p:spPr>
          <a:xfrm>
            <a:off x="540273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74" name="S08-label724"/>
          <p:cNvSpPr txBox="1"/>
          <p:nvPr/>
        </p:nvSpPr>
        <p:spPr>
          <a:xfrm>
            <a:off x="674314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75" name="S08-label725"/>
          <p:cNvSpPr txBox="1"/>
          <p:nvPr/>
        </p:nvSpPr>
        <p:spPr>
          <a:xfrm>
            <a:off x="1040519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76" name="S08-label726"/>
          <p:cNvSpPr txBox="1"/>
          <p:nvPr/>
        </p:nvSpPr>
        <p:spPr>
          <a:xfrm>
            <a:off x="1540764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7" name="S08-line727"/>
          <p:cNvSpPr/>
          <p:nvPr/>
        </p:nvSpPr>
        <p:spPr>
          <a:xfrm flipH="1" flipV="1">
            <a:off x="1536466" y="3389904"/>
            <a:ext cx="278618" cy="4825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8-line728"/>
          <p:cNvSpPr/>
          <p:nvPr/>
        </p:nvSpPr>
        <p:spPr>
          <a:xfrm flipV="1">
            <a:off x="1815084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8-pin729"/>
          <p:cNvSpPr/>
          <p:nvPr/>
        </p:nvSpPr>
        <p:spPr>
          <a:xfrm>
            <a:off x="1760220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8-label730"/>
          <p:cNvSpPr txBox="1"/>
          <p:nvPr/>
        </p:nvSpPr>
        <p:spPr>
          <a:xfrm>
            <a:off x="548640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1" name="S08-figure731" descr="7시를 가리키는 시계"/>
          <p:cNvSpPr/>
          <p:nvPr/>
        </p:nvSpPr>
        <p:spPr>
          <a:xfrm>
            <a:off x="3401568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8-line732"/>
          <p:cNvSpPr/>
          <p:nvPr/>
        </p:nvSpPr>
        <p:spPr>
          <a:xfrm>
            <a:off x="4668012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8-line733"/>
          <p:cNvSpPr/>
          <p:nvPr/>
        </p:nvSpPr>
        <p:spPr>
          <a:xfrm flipH="1">
            <a:off x="4789949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8-line734"/>
          <p:cNvSpPr/>
          <p:nvPr/>
        </p:nvSpPr>
        <p:spPr>
          <a:xfrm flipH="1">
            <a:off x="4910551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735"/>
          <p:cNvSpPr/>
          <p:nvPr/>
        </p:nvSpPr>
        <p:spPr>
          <a:xfrm flipH="1">
            <a:off x="5028494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736"/>
          <p:cNvSpPr/>
          <p:nvPr/>
        </p:nvSpPr>
        <p:spPr>
          <a:xfrm flipH="1">
            <a:off x="5142489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737"/>
          <p:cNvSpPr/>
          <p:nvPr/>
        </p:nvSpPr>
        <p:spPr>
          <a:xfrm flipH="1">
            <a:off x="5213292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8-line738"/>
          <p:cNvSpPr/>
          <p:nvPr/>
        </p:nvSpPr>
        <p:spPr>
          <a:xfrm flipH="1">
            <a:off x="5353690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8-line739"/>
          <p:cNvSpPr/>
          <p:nvPr/>
        </p:nvSpPr>
        <p:spPr>
          <a:xfrm flipH="1">
            <a:off x="5448583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740"/>
          <p:cNvSpPr/>
          <p:nvPr/>
        </p:nvSpPr>
        <p:spPr>
          <a:xfrm flipH="1">
            <a:off x="5534924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741"/>
          <p:cNvSpPr/>
          <p:nvPr/>
        </p:nvSpPr>
        <p:spPr>
          <a:xfrm flipH="1">
            <a:off x="5611767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742"/>
          <p:cNvSpPr/>
          <p:nvPr/>
        </p:nvSpPr>
        <p:spPr>
          <a:xfrm flipH="1">
            <a:off x="5612464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8-line743"/>
          <p:cNvSpPr/>
          <p:nvPr/>
        </p:nvSpPr>
        <p:spPr>
          <a:xfrm flipH="1">
            <a:off x="5733705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8-line744"/>
          <p:cNvSpPr/>
          <p:nvPr/>
        </p:nvSpPr>
        <p:spPr>
          <a:xfrm flipH="1">
            <a:off x="5777463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745"/>
          <p:cNvSpPr/>
          <p:nvPr/>
        </p:nvSpPr>
        <p:spPr>
          <a:xfrm flipH="1">
            <a:off x="5809066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746"/>
          <p:cNvSpPr/>
          <p:nvPr/>
        </p:nvSpPr>
        <p:spPr>
          <a:xfrm flipH="1">
            <a:off x="5828167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747"/>
          <p:cNvSpPr/>
          <p:nvPr/>
        </p:nvSpPr>
        <p:spPr>
          <a:xfrm flipH="1">
            <a:off x="5758571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8-line748"/>
          <p:cNvSpPr/>
          <p:nvPr/>
        </p:nvSpPr>
        <p:spPr>
          <a:xfrm flipH="1" flipV="1">
            <a:off x="5828167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8-line749"/>
          <p:cNvSpPr/>
          <p:nvPr/>
        </p:nvSpPr>
        <p:spPr>
          <a:xfrm flipH="1" flipV="1">
            <a:off x="5809066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750"/>
          <p:cNvSpPr/>
          <p:nvPr/>
        </p:nvSpPr>
        <p:spPr>
          <a:xfrm flipH="1" flipV="1">
            <a:off x="5777463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751"/>
          <p:cNvSpPr/>
          <p:nvPr/>
        </p:nvSpPr>
        <p:spPr>
          <a:xfrm flipH="1" flipV="1">
            <a:off x="5733705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752"/>
          <p:cNvSpPr/>
          <p:nvPr/>
        </p:nvSpPr>
        <p:spPr>
          <a:xfrm flipH="1" flipV="1">
            <a:off x="5612464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8-line753"/>
          <p:cNvSpPr/>
          <p:nvPr/>
        </p:nvSpPr>
        <p:spPr>
          <a:xfrm flipH="1" flipV="1">
            <a:off x="5611767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8-line754"/>
          <p:cNvSpPr/>
          <p:nvPr/>
        </p:nvSpPr>
        <p:spPr>
          <a:xfrm flipH="1" flipV="1">
            <a:off x="5534924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755"/>
          <p:cNvSpPr/>
          <p:nvPr/>
        </p:nvSpPr>
        <p:spPr>
          <a:xfrm flipH="1" flipV="1">
            <a:off x="5448583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756"/>
          <p:cNvSpPr/>
          <p:nvPr/>
        </p:nvSpPr>
        <p:spPr>
          <a:xfrm flipH="1" flipV="1">
            <a:off x="5353690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757"/>
          <p:cNvSpPr/>
          <p:nvPr/>
        </p:nvSpPr>
        <p:spPr>
          <a:xfrm flipH="1" flipV="1">
            <a:off x="5213292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8-line758"/>
          <p:cNvSpPr/>
          <p:nvPr/>
        </p:nvSpPr>
        <p:spPr>
          <a:xfrm flipH="1" flipV="1">
            <a:off x="5142489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8-line759"/>
          <p:cNvSpPr/>
          <p:nvPr/>
        </p:nvSpPr>
        <p:spPr>
          <a:xfrm flipH="1" flipV="1">
            <a:off x="5028494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760"/>
          <p:cNvSpPr/>
          <p:nvPr/>
        </p:nvSpPr>
        <p:spPr>
          <a:xfrm flipH="1" flipV="1">
            <a:off x="4910551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761"/>
          <p:cNvSpPr/>
          <p:nvPr/>
        </p:nvSpPr>
        <p:spPr>
          <a:xfrm flipH="1" flipV="1">
            <a:off x="4789949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762"/>
          <p:cNvSpPr/>
          <p:nvPr/>
        </p:nvSpPr>
        <p:spPr>
          <a:xfrm flipV="1">
            <a:off x="4668012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8-line763"/>
          <p:cNvSpPr/>
          <p:nvPr/>
        </p:nvSpPr>
        <p:spPr>
          <a:xfrm flipV="1">
            <a:off x="4539456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8-line764"/>
          <p:cNvSpPr/>
          <p:nvPr/>
        </p:nvSpPr>
        <p:spPr>
          <a:xfrm flipV="1">
            <a:off x="4412308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8-line765"/>
          <p:cNvSpPr/>
          <p:nvPr/>
        </p:nvSpPr>
        <p:spPr>
          <a:xfrm flipV="1">
            <a:off x="4287962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766"/>
          <p:cNvSpPr/>
          <p:nvPr/>
        </p:nvSpPr>
        <p:spPr>
          <a:xfrm flipV="1">
            <a:off x="4167780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767"/>
          <p:cNvSpPr/>
          <p:nvPr/>
        </p:nvSpPr>
        <p:spPr>
          <a:xfrm flipV="1">
            <a:off x="4053078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8-line768"/>
          <p:cNvSpPr/>
          <p:nvPr/>
        </p:nvSpPr>
        <p:spPr>
          <a:xfrm flipV="1">
            <a:off x="3945114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8-line769"/>
          <p:cNvSpPr/>
          <p:nvPr/>
        </p:nvSpPr>
        <p:spPr>
          <a:xfrm flipV="1">
            <a:off x="3845070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8-line770"/>
          <p:cNvSpPr/>
          <p:nvPr/>
        </p:nvSpPr>
        <p:spPr>
          <a:xfrm flipV="1">
            <a:off x="3754042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771"/>
          <p:cNvSpPr/>
          <p:nvPr/>
        </p:nvSpPr>
        <p:spPr>
          <a:xfrm flipV="1">
            <a:off x="3673028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772"/>
          <p:cNvSpPr/>
          <p:nvPr/>
        </p:nvSpPr>
        <p:spPr>
          <a:xfrm flipV="1">
            <a:off x="3602915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8-line773"/>
          <p:cNvSpPr/>
          <p:nvPr/>
        </p:nvSpPr>
        <p:spPr>
          <a:xfrm flipV="1">
            <a:off x="3544472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8-line774"/>
          <p:cNvSpPr/>
          <p:nvPr/>
        </p:nvSpPr>
        <p:spPr>
          <a:xfrm flipV="1">
            <a:off x="3498338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8-line775"/>
          <p:cNvSpPr/>
          <p:nvPr/>
        </p:nvSpPr>
        <p:spPr>
          <a:xfrm flipV="1">
            <a:off x="3465020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776"/>
          <p:cNvSpPr/>
          <p:nvPr/>
        </p:nvSpPr>
        <p:spPr>
          <a:xfrm flipV="1">
            <a:off x="3444881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777"/>
          <p:cNvSpPr/>
          <p:nvPr/>
        </p:nvSpPr>
        <p:spPr>
          <a:xfrm>
            <a:off x="3438144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8-line778"/>
          <p:cNvSpPr/>
          <p:nvPr/>
        </p:nvSpPr>
        <p:spPr>
          <a:xfrm>
            <a:off x="3444881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8-line779"/>
          <p:cNvSpPr/>
          <p:nvPr/>
        </p:nvSpPr>
        <p:spPr>
          <a:xfrm>
            <a:off x="3465020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8-line780"/>
          <p:cNvSpPr/>
          <p:nvPr/>
        </p:nvSpPr>
        <p:spPr>
          <a:xfrm>
            <a:off x="3498338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781"/>
          <p:cNvSpPr/>
          <p:nvPr/>
        </p:nvSpPr>
        <p:spPr>
          <a:xfrm>
            <a:off x="3544472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782"/>
          <p:cNvSpPr/>
          <p:nvPr/>
        </p:nvSpPr>
        <p:spPr>
          <a:xfrm>
            <a:off x="3602915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8-line783"/>
          <p:cNvSpPr/>
          <p:nvPr/>
        </p:nvSpPr>
        <p:spPr>
          <a:xfrm>
            <a:off x="3673028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8-line784"/>
          <p:cNvSpPr/>
          <p:nvPr/>
        </p:nvSpPr>
        <p:spPr>
          <a:xfrm>
            <a:off x="3754042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8-line785"/>
          <p:cNvSpPr/>
          <p:nvPr/>
        </p:nvSpPr>
        <p:spPr>
          <a:xfrm>
            <a:off x="3845070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786"/>
          <p:cNvSpPr/>
          <p:nvPr/>
        </p:nvSpPr>
        <p:spPr>
          <a:xfrm>
            <a:off x="3945114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787"/>
          <p:cNvSpPr/>
          <p:nvPr/>
        </p:nvSpPr>
        <p:spPr>
          <a:xfrm>
            <a:off x="4053078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8-line788"/>
          <p:cNvSpPr/>
          <p:nvPr/>
        </p:nvSpPr>
        <p:spPr>
          <a:xfrm>
            <a:off x="4167780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8-line789"/>
          <p:cNvSpPr/>
          <p:nvPr/>
        </p:nvSpPr>
        <p:spPr>
          <a:xfrm>
            <a:off x="4287962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8-line790"/>
          <p:cNvSpPr/>
          <p:nvPr/>
        </p:nvSpPr>
        <p:spPr>
          <a:xfrm>
            <a:off x="4412308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791"/>
          <p:cNvSpPr/>
          <p:nvPr/>
        </p:nvSpPr>
        <p:spPr>
          <a:xfrm>
            <a:off x="4539456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abel792"/>
          <p:cNvSpPr txBox="1"/>
          <p:nvPr/>
        </p:nvSpPr>
        <p:spPr>
          <a:xfrm>
            <a:off x="4893937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43" name="S08-label793"/>
          <p:cNvSpPr txBox="1"/>
          <p:nvPr/>
        </p:nvSpPr>
        <p:spPr>
          <a:xfrm>
            <a:off x="5260142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144" name="S08-label794"/>
          <p:cNvSpPr txBox="1"/>
          <p:nvPr/>
        </p:nvSpPr>
        <p:spPr>
          <a:xfrm>
            <a:off x="5394183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45" name="S08-label795"/>
          <p:cNvSpPr txBox="1"/>
          <p:nvPr/>
        </p:nvSpPr>
        <p:spPr>
          <a:xfrm>
            <a:off x="5260142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146" name="S08-label796"/>
          <p:cNvSpPr txBox="1"/>
          <p:nvPr/>
        </p:nvSpPr>
        <p:spPr>
          <a:xfrm>
            <a:off x="4893937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147" name="S08-label797"/>
          <p:cNvSpPr txBox="1"/>
          <p:nvPr/>
        </p:nvSpPr>
        <p:spPr>
          <a:xfrm>
            <a:off x="4393692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148" name="S08-label798"/>
          <p:cNvSpPr txBox="1"/>
          <p:nvPr/>
        </p:nvSpPr>
        <p:spPr>
          <a:xfrm>
            <a:off x="3893447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149" name="S08-label799"/>
          <p:cNvSpPr txBox="1"/>
          <p:nvPr/>
        </p:nvSpPr>
        <p:spPr>
          <a:xfrm>
            <a:off x="3527242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150" name="S08-label800"/>
          <p:cNvSpPr txBox="1"/>
          <p:nvPr/>
        </p:nvSpPr>
        <p:spPr>
          <a:xfrm>
            <a:off x="339320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151" name="S08-label801"/>
          <p:cNvSpPr txBox="1"/>
          <p:nvPr/>
        </p:nvSpPr>
        <p:spPr>
          <a:xfrm>
            <a:off x="3527242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152" name="S08-label802"/>
          <p:cNvSpPr txBox="1"/>
          <p:nvPr/>
        </p:nvSpPr>
        <p:spPr>
          <a:xfrm>
            <a:off x="3893447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153" name="S08-label803"/>
          <p:cNvSpPr txBox="1"/>
          <p:nvPr/>
        </p:nvSpPr>
        <p:spPr>
          <a:xfrm>
            <a:off x="4393692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154" name="S08-line804"/>
          <p:cNvSpPr/>
          <p:nvPr/>
        </p:nvSpPr>
        <p:spPr>
          <a:xfrm flipH="1">
            <a:off x="4389394" y="3872484"/>
            <a:ext cx="278618" cy="4825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8-line805"/>
          <p:cNvSpPr/>
          <p:nvPr/>
        </p:nvSpPr>
        <p:spPr>
          <a:xfrm flipV="1">
            <a:off x="4668012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8-pin806"/>
          <p:cNvSpPr/>
          <p:nvPr/>
        </p:nvSpPr>
        <p:spPr>
          <a:xfrm>
            <a:off x="4613148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8-label807"/>
          <p:cNvSpPr txBox="1"/>
          <p:nvPr/>
        </p:nvSpPr>
        <p:spPr>
          <a:xfrm>
            <a:off x="3401568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58" name="S08-figure808" descr="2시를 가리키는 시계"/>
          <p:cNvSpPr/>
          <p:nvPr/>
        </p:nvSpPr>
        <p:spPr>
          <a:xfrm>
            <a:off x="6254496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59" name="S08-line809"/>
          <p:cNvSpPr/>
          <p:nvPr/>
        </p:nvSpPr>
        <p:spPr>
          <a:xfrm>
            <a:off x="7520940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0" name="S08-line810"/>
          <p:cNvSpPr/>
          <p:nvPr/>
        </p:nvSpPr>
        <p:spPr>
          <a:xfrm flipH="1">
            <a:off x="7642877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8-line811"/>
          <p:cNvSpPr/>
          <p:nvPr/>
        </p:nvSpPr>
        <p:spPr>
          <a:xfrm flipH="1">
            <a:off x="7763479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8-line812"/>
          <p:cNvSpPr/>
          <p:nvPr/>
        </p:nvSpPr>
        <p:spPr>
          <a:xfrm flipH="1">
            <a:off x="7881422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8-line813"/>
          <p:cNvSpPr/>
          <p:nvPr/>
        </p:nvSpPr>
        <p:spPr>
          <a:xfrm flipH="1">
            <a:off x="7995417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8-line814"/>
          <p:cNvSpPr/>
          <p:nvPr/>
        </p:nvSpPr>
        <p:spPr>
          <a:xfrm flipH="1">
            <a:off x="8066220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5" name="S08-line815"/>
          <p:cNvSpPr/>
          <p:nvPr/>
        </p:nvSpPr>
        <p:spPr>
          <a:xfrm flipH="1">
            <a:off x="8206618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8-line816"/>
          <p:cNvSpPr/>
          <p:nvPr/>
        </p:nvSpPr>
        <p:spPr>
          <a:xfrm flipH="1">
            <a:off x="8301511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8-line817"/>
          <p:cNvSpPr/>
          <p:nvPr/>
        </p:nvSpPr>
        <p:spPr>
          <a:xfrm flipH="1">
            <a:off x="8387852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8-line818"/>
          <p:cNvSpPr/>
          <p:nvPr/>
        </p:nvSpPr>
        <p:spPr>
          <a:xfrm flipH="1">
            <a:off x="8464695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8-line819"/>
          <p:cNvSpPr/>
          <p:nvPr/>
        </p:nvSpPr>
        <p:spPr>
          <a:xfrm flipH="1">
            <a:off x="8465392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0" name="S08-line820"/>
          <p:cNvSpPr/>
          <p:nvPr/>
        </p:nvSpPr>
        <p:spPr>
          <a:xfrm flipH="1">
            <a:off x="8586633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8-line821"/>
          <p:cNvSpPr/>
          <p:nvPr/>
        </p:nvSpPr>
        <p:spPr>
          <a:xfrm flipH="1">
            <a:off x="8630391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8-line822"/>
          <p:cNvSpPr/>
          <p:nvPr/>
        </p:nvSpPr>
        <p:spPr>
          <a:xfrm flipH="1">
            <a:off x="8661994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8-line823"/>
          <p:cNvSpPr/>
          <p:nvPr/>
        </p:nvSpPr>
        <p:spPr>
          <a:xfrm flipH="1">
            <a:off x="8681095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8-line824"/>
          <p:cNvSpPr/>
          <p:nvPr/>
        </p:nvSpPr>
        <p:spPr>
          <a:xfrm flipH="1">
            <a:off x="8611499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5" name="S08-line825"/>
          <p:cNvSpPr/>
          <p:nvPr/>
        </p:nvSpPr>
        <p:spPr>
          <a:xfrm flipH="1" flipV="1">
            <a:off x="8681095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8-line826"/>
          <p:cNvSpPr/>
          <p:nvPr/>
        </p:nvSpPr>
        <p:spPr>
          <a:xfrm flipH="1" flipV="1">
            <a:off x="8661994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8-line827"/>
          <p:cNvSpPr/>
          <p:nvPr/>
        </p:nvSpPr>
        <p:spPr>
          <a:xfrm flipH="1" flipV="1">
            <a:off x="8630391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8-line828"/>
          <p:cNvSpPr/>
          <p:nvPr/>
        </p:nvSpPr>
        <p:spPr>
          <a:xfrm flipH="1" flipV="1">
            <a:off x="8586633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8-line829"/>
          <p:cNvSpPr/>
          <p:nvPr/>
        </p:nvSpPr>
        <p:spPr>
          <a:xfrm flipH="1" flipV="1">
            <a:off x="8465392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0" name="S08-line830"/>
          <p:cNvSpPr/>
          <p:nvPr/>
        </p:nvSpPr>
        <p:spPr>
          <a:xfrm flipH="1" flipV="1">
            <a:off x="8464695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8-line831"/>
          <p:cNvSpPr/>
          <p:nvPr/>
        </p:nvSpPr>
        <p:spPr>
          <a:xfrm flipH="1" flipV="1">
            <a:off x="8387852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8-line832"/>
          <p:cNvSpPr/>
          <p:nvPr/>
        </p:nvSpPr>
        <p:spPr>
          <a:xfrm flipH="1" flipV="1">
            <a:off x="8301511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8-line833"/>
          <p:cNvSpPr/>
          <p:nvPr/>
        </p:nvSpPr>
        <p:spPr>
          <a:xfrm flipH="1" flipV="1">
            <a:off x="8206618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8-line834"/>
          <p:cNvSpPr/>
          <p:nvPr/>
        </p:nvSpPr>
        <p:spPr>
          <a:xfrm flipH="1" flipV="1">
            <a:off x="8066220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5" name="S08-line835"/>
          <p:cNvSpPr/>
          <p:nvPr/>
        </p:nvSpPr>
        <p:spPr>
          <a:xfrm flipH="1" flipV="1">
            <a:off x="7995417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8-line836"/>
          <p:cNvSpPr/>
          <p:nvPr/>
        </p:nvSpPr>
        <p:spPr>
          <a:xfrm flipH="1" flipV="1">
            <a:off x="7881422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8-line837"/>
          <p:cNvSpPr/>
          <p:nvPr/>
        </p:nvSpPr>
        <p:spPr>
          <a:xfrm flipH="1" flipV="1">
            <a:off x="7763479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8-line838"/>
          <p:cNvSpPr/>
          <p:nvPr/>
        </p:nvSpPr>
        <p:spPr>
          <a:xfrm flipH="1" flipV="1">
            <a:off x="7642877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8-line839"/>
          <p:cNvSpPr/>
          <p:nvPr/>
        </p:nvSpPr>
        <p:spPr>
          <a:xfrm flipV="1">
            <a:off x="7520940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0" name="S08-line840"/>
          <p:cNvSpPr/>
          <p:nvPr/>
        </p:nvSpPr>
        <p:spPr>
          <a:xfrm flipV="1">
            <a:off x="7392384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8-line841"/>
          <p:cNvSpPr/>
          <p:nvPr/>
        </p:nvSpPr>
        <p:spPr>
          <a:xfrm flipV="1">
            <a:off x="7265236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8-line842"/>
          <p:cNvSpPr/>
          <p:nvPr/>
        </p:nvSpPr>
        <p:spPr>
          <a:xfrm flipV="1">
            <a:off x="7140890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8-line843"/>
          <p:cNvSpPr/>
          <p:nvPr/>
        </p:nvSpPr>
        <p:spPr>
          <a:xfrm flipV="1">
            <a:off x="7020708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8-line844"/>
          <p:cNvSpPr/>
          <p:nvPr/>
        </p:nvSpPr>
        <p:spPr>
          <a:xfrm flipV="1">
            <a:off x="6906006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5" name="S08-line845"/>
          <p:cNvSpPr/>
          <p:nvPr/>
        </p:nvSpPr>
        <p:spPr>
          <a:xfrm flipV="1">
            <a:off x="6798042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8-line846"/>
          <p:cNvSpPr/>
          <p:nvPr/>
        </p:nvSpPr>
        <p:spPr>
          <a:xfrm flipV="1">
            <a:off x="6697998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8-line847"/>
          <p:cNvSpPr/>
          <p:nvPr/>
        </p:nvSpPr>
        <p:spPr>
          <a:xfrm flipV="1">
            <a:off x="6606970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8-line848"/>
          <p:cNvSpPr/>
          <p:nvPr/>
        </p:nvSpPr>
        <p:spPr>
          <a:xfrm flipV="1">
            <a:off x="6525956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8-line849"/>
          <p:cNvSpPr/>
          <p:nvPr/>
        </p:nvSpPr>
        <p:spPr>
          <a:xfrm flipV="1">
            <a:off x="6455843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0" name="S08-line850"/>
          <p:cNvSpPr/>
          <p:nvPr/>
        </p:nvSpPr>
        <p:spPr>
          <a:xfrm flipV="1">
            <a:off x="6397400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08-line851"/>
          <p:cNvSpPr/>
          <p:nvPr/>
        </p:nvSpPr>
        <p:spPr>
          <a:xfrm flipV="1">
            <a:off x="6351266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8-line852"/>
          <p:cNvSpPr/>
          <p:nvPr/>
        </p:nvSpPr>
        <p:spPr>
          <a:xfrm flipV="1">
            <a:off x="6317948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8-line853"/>
          <p:cNvSpPr/>
          <p:nvPr/>
        </p:nvSpPr>
        <p:spPr>
          <a:xfrm flipV="1">
            <a:off x="6297809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8-line854"/>
          <p:cNvSpPr/>
          <p:nvPr/>
        </p:nvSpPr>
        <p:spPr>
          <a:xfrm>
            <a:off x="6291072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5" name="S08-line855"/>
          <p:cNvSpPr/>
          <p:nvPr/>
        </p:nvSpPr>
        <p:spPr>
          <a:xfrm>
            <a:off x="6297809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08-line856"/>
          <p:cNvSpPr/>
          <p:nvPr/>
        </p:nvSpPr>
        <p:spPr>
          <a:xfrm>
            <a:off x="6317948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8-line857"/>
          <p:cNvSpPr/>
          <p:nvPr/>
        </p:nvSpPr>
        <p:spPr>
          <a:xfrm>
            <a:off x="6351266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8-line858"/>
          <p:cNvSpPr/>
          <p:nvPr/>
        </p:nvSpPr>
        <p:spPr>
          <a:xfrm>
            <a:off x="6397400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8-line859"/>
          <p:cNvSpPr/>
          <p:nvPr/>
        </p:nvSpPr>
        <p:spPr>
          <a:xfrm>
            <a:off x="6455843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0" name="S08-line860"/>
          <p:cNvSpPr/>
          <p:nvPr/>
        </p:nvSpPr>
        <p:spPr>
          <a:xfrm>
            <a:off x="6525956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08-line861"/>
          <p:cNvSpPr/>
          <p:nvPr/>
        </p:nvSpPr>
        <p:spPr>
          <a:xfrm>
            <a:off x="6606970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8-line862"/>
          <p:cNvSpPr/>
          <p:nvPr/>
        </p:nvSpPr>
        <p:spPr>
          <a:xfrm>
            <a:off x="6697998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8-line863"/>
          <p:cNvSpPr/>
          <p:nvPr/>
        </p:nvSpPr>
        <p:spPr>
          <a:xfrm>
            <a:off x="6798042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8-line864"/>
          <p:cNvSpPr/>
          <p:nvPr/>
        </p:nvSpPr>
        <p:spPr>
          <a:xfrm>
            <a:off x="6906006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5" name="S08-line865"/>
          <p:cNvSpPr/>
          <p:nvPr/>
        </p:nvSpPr>
        <p:spPr>
          <a:xfrm>
            <a:off x="7020708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08-line866"/>
          <p:cNvSpPr/>
          <p:nvPr/>
        </p:nvSpPr>
        <p:spPr>
          <a:xfrm>
            <a:off x="7140890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8-line867"/>
          <p:cNvSpPr/>
          <p:nvPr/>
        </p:nvSpPr>
        <p:spPr>
          <a:xfrm>
            <a:off x="7265236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8-line868"/>
          <p:cNvSpPr/>
          <p:nvPr/>
        </p:nvSpPr>
        <p:spPr>
          <a:xfrm>
            <a:off x="7392384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8-label869"/>
          <p:cNvSpPr txBox="1"/>
          <p:nvPr/>
        </p:nvSpPr>
        <p:spPr>
          <a:xfrm>
            <a:off x="7746865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20" name="S08-label870"/>
          <p:cNvSpPr txBox="1"/>
          <p:nvPr/>
        </p:nvSpPr>
        <p:spPr>
          <a:xfrm>
            <a:off x="8113070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221" name="S08-label871"/>
          <p:cNvSpPr txBox="1"/>
          <p:nvPr/>
        </p:nvSpPr>
        <p:spPr>
          <a:xfrm>
            <a:off x="824711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222" name="S08-label872"/>
          <p:cNvSpPr txBox="1"/>
          <p:nvPr/>
        </p:nvSpPr>
        <p:spPr>
          <a:xfrm>
            <a:off x="8113070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223" name="S08-label873"/>
          <p:cNvSpPr txBox="1"/>
          <p:nvPr/>
        </p:nvSpPr>
        <p:spPr>
          <a:xfrm>
            <a:off x="7746865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224" name="S08-label874"/>
          <p:cNvSpPr txBox="1"/>
          <p:nvPr/>
        </p:nvSpPr>
        <p:spPr>
          <a:xfrm>
            <a:off x="7246620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225" name="S08-label875"/>
          <p:cNvSpPr txBox="1"/>
          <p:nvPr/>
        </p:nvSpPr>
        <p:spPr>
          <a:xfrm>
            <a:off x="6746375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226" name="S08-label876"/>
          <p:cNvSpPr txBox="1"/>
          <p:nvPr/>
        </p:nvSpPr>
        <p:spPr>
          <a:xfrm>
            <a:off x="6380170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227" name="S08-label877"/>
          <p:cNvSpPr txBox="1"/>
          <p:nvPr/>
        </p:nvSpPr>
        <p:spPr>
          <a:xfrm>
            <a:off x="6246129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228" name="S08-label878"/>
          <p:cNvSpPr txBox="1"/>
          <p:nvPr/>
        </p:nvSpPr>
        <p:spPr>
          <a:xfrm>
            <a:off x="6380170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229" name="S08-label879"/>
          <p:cNvSpPr txBox="1"/>
          <p:nvPr/>
        </p:nvSpPr>
        <p:spPr>
          <a:xfrm>
            <a:off x="6746375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230" name="S08-label880"/>
          <p:cNvSpPr txBox="1"/>
          <p:nvPr/>
        </p:nvSpPr>
        <p:spPr>
          <a:xfrm>
            <a:off x="7246620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231" name="S08-line881"/>
          <p:cNvSpPr/>
          <p:nvPr/>
        </p:nvSpPr>
        <p:spPr>
          <a:xfrm flipV="1">
            <a:off x="7520940" y="3593866"/>
            <a:ext cx="482580" cy="27861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2" name="S08-line882"/>
          <p:cNvSpPr/>
          <p:nvPr/>
        </p:nvSpPr>
        <p:spPr>
          <a:xfrm flipV="1">
            <a:off x="7520940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3" name="S08-pin883"/>
          <p:cNvSpPr/>
          <p:nvPr/>
        </p:nvSpPr>
        <p:spPr>
          <a:xfrm>
            <a:off x="7466076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4" name="S08-label884"/>
          <p:cNvSpPr txBox="1"/>
          <p:nvPr/>
        </p:nvSpPr>
        <p:spPr>
          <a:xfrm>
            <a:off x="6254496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235" name="S08-figure885" descr="12시를 가리키는 시계"/>
          <p:cNvSpPr/>
          <p:nvPr/>
        </p:nvSpPr>
        <p:spPr>
          <a:xfrm>
            <a:off x="9107424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36" name="S08-line886"/>
          <p:cNvSpPr/>
          <p:nvPr/>
        </p:nvSpPr>
        <p:spPr>
          <a:xfrm>
            <a:off x="10373868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7" name="S08-line887"/>
          <p:cNvSpPr/>
          <p:nvPr/>
        </p:nvSpPr>
        <p:spPr>
          <a:xfrm flipH="1">
            <a:off x="10495805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8" name="S08-line888"/>
          <p:cNvSpPr/>
          <p:nvPr/>
        </p:nvSpPr>
        <p:spPr>
          <a:xfrm flipH="1">
            <a:off x="10616407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9" name="S08-line889"/>
          <p:cNvSpPr/>
          <p:nvPr/>
        </p:nvSpPr>
        <p:spPr>
          <a:xfrm flipH="1">
            <a:off x="10734350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08-line890"/>
          <p:cNvSpPr/>
          <p:nvPr/>
        </p:nvSpPr>
        <p:spPr>
          <a:xfrm flipH="1">
            <a:off x="10848345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08-line891"/>
          <p:cNvSpPr/>
          <p:nvPr/>
        </p:nvSpPr>
        <p:spPr>
          <a:xfrm flipH="1">
            <a:off x="10919148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2" name="S08-line892"/>
          <p:cNvSpPr/>
          <p:nvPr/>
        </p:nvSpPr>
        <p:spPr>
          <a:xfrm flipH="1">
            <a:off x="11059546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08-line893"/>
          <p:cNvSpPr/>
          <p:nvPr/>
        </p:nvSpPr>
        <p:spPr>
          <a:xfrm flipH="1">
            <a:off x="11154439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4" name="S08-line894"/>
          <p:cNvSpPr/>
          <p:nvPr/>
        </p:nvSpPr>
        <p:spPr>
          <a:xfrm flipH="1">
            <a:off x="11240780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08-line895"/>
          <p:cNvSpPr/>
          <p:nvPr/>
        </p:nvSpPr>
        <p:spPr>
          <a:xfrm flipH="1">
            <a:off x="11317623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08-line896"/>
          <p:cNvSpPr/>
          <p:nvPr/>
        </p:nvSpPr>
        <p:spPr>
          <a:xfrm flipH="1">
            <a:off x="11318320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7" name="S08-line897"/>
          <p:cNvSpPr/>
          <p:nvPr/>
        </p:nvSpPr>
        <p:spPr>
          <a:xfrm flipH="1">
            <a:off x="11439561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08-line898"/>
          <p:cNvSpPr/>
          <p:nvPr/>
        </p:nvSpPr>
        <p:spPr>
          <a:xfrm flipH="1">
            <a:off x="11483319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9" name="S08-line899"/>
          <p:cNvSpPr/>
          <p:nvPr/>
        </p:nvSpPr>
        <p:spPr>
          <a:xfrm flipH="1">
            <a:off x="11514922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08-line900"/>
          <p:cNvSpPr/>
          <p:nvPr/>
        </p:nvSpPr>
        <p:spPr>
          <a:xfrm flipH="1">
            <a:off x="11534023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08-line901"/>
          <p:cNvSpPr/>
          <p:nvPr/>
        </p:nvSpPr>
        <p:spPr>
          <a:xfrm flipH="1">
            <a:off x="11464427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2" name="S08-line902"/>
          <p:cNvSpPr/>
          <p:nvPr/>
        </p:nvSpPr>
        <p:spPr>
          <a:xfrm flipH="1" flipV="1">
            <a:off x="11534023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08-line903"/>
          <p:cNvSpPr/>
          <p:nvPr/>
        </p:nvSpPr>
        <p:spPr>
          <a:xfrm flipH="1" flipV="1">
            <a:off x="11514922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4" name="S08-line904"/>
          <p:cNvSpPr/>
          <p:nvPr/>
        </p:nvSpPr>
        <p:spPr>
          <a:xfrm flipH="1" flipV="1">
            <a:off x="11483319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08-line905"/>
          <p:cNvSpPr/>
          <p:nvPr/>
        </p:nvSpPr>
        <p:spPr>
          <a:xfrm flipH="1" flipV="1">
            <a:off x="11439561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08-line906"/>
          <p:cNvSpPr/>
          <p:nvPr/>
        </p:nvSpPr>
        <p:spPr>
          <a:xfrm flipH="1" flipV="1">
            <a:off x="11318320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7" name="S08-line907"/>
          <p:cNvSpPr/>
          <p:nvPr/>
        </p:nvSpPr>
        <p:spPr>
          <a:xfrm flipH="1" flipV="1">
            <a:off x="11317623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08-line908"/>
          <p:cNvSpPr/>
          <p:nvPr/>
        </p:nvSpPr>
        <p:spPr>
          <a:xfrm flipH="1" flipV="1">
            <a:off x="11240780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9" name="S08-line909"/>
          <p:cNvSpPr/>
          <p:nvPr/>
        </p:nvSpPr>
        <p:spPr>
          <a:xfrm flipH="1" flipV="1">
            <a:off x="11154439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08-line910"/>
          <p:cNvSpPr/>
          <p:nvPr/>
        </p:nvSpPr>
        <p:spPr>
          <a:xfrm flipH="1" flipV="1">
            <a:off x="11059546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08-line911"/>
          <p:cNvSpPr/>
          <p:nvPr/>
        </p:nvSpPr>
        <p:spPr>
          <a:xfrm flipH="1" flipV="1">
            <a:off x="10919148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2" name="S08-line912"/>
          <p:cNvSpPr/>
          <p:nvPr/>
        </p:nvSpPr>
        <p:spPr>
          <a:xfrm flipH="1" flipV="1">
            <a:off x="10848345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08-line913"/>
          <p:cNvSpPr/>
          <p:nvPr/>
        </p:nvSpPr>
        <p:spPr>
          <a:xfrm flipH="1" flipV="1">
            <a:off x="10734350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4" name="S08-line914"/>
          <p:cNvSpPr/>
          <p:nvPr/>
        </p:nvSpPr>
        <p:spPr>
          <a:xfrm flipH="1" flipV="1">
            <a:off x="10616407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08-line915"/>
          <p:cNvSpPr/>
          <p:nvPr/>
        </p:nvSpPr>
        <p:spPr>
          <a:xfrm flipH="1" flipV="1">
            <a:off x="10495805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08-line916"/>
          <p:cNvSpPr/>
          <p:nvPr/>
        </p:nvSpPr>
        <p:spPr>
          <a:xfrm flipV="1">
            <a:off x="10373868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7" name="S08-line917"/>
          <p:cNvSpPr/>
          <p:nvPr/>
        </p:nvSpPr>
        <p:spPr>
          <a:xfrm flipV="1">
            <a:off x="10245312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08-line918"/>
          <p:cNvSpPr/>
          <p:nvPr/>
        </p:nvSpPr>
        <p:spPr>
          <a:xfrm flipV="1">
            <a:off x="10118164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9" name="S08-line919"/>
          <p:cNvSpPr/>
          <p:nvPr/>
        </p:nvSpPr>
        <p:spPr>
          <a:xfrm flipV="1">
            <a:off x="9993818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08-line920"/>
          <p:cNvSpPr/>
          <p:nvPr/>
        </p:nvSpPr>
        <p:spPr>
          <a:xfrm flipV="1">
            <a:off x="9873636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08-line921"/>
          <p:cNvSpPr/>
          <p:nvPr/>
        </p:nvSpPr>
        <p:spPr>
          <a:xfrm flipV="1">
            <a:off x="9758934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2" name="S08-line922"/>
          <p:cNvSpPr/>
          <p:nvPr/>
        </p:nvSpPr>
        <p:spPr>
          <a:xfrm flipV="1">
            <a:off x="9650970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08-line923"/>
          <p:cNvSpPr/>
          <p:nvPr/>
        </p:nvSpPr>
        <p:spPr>
          <a:xfrm flipV="1">
            <a:off x="9550926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4" name="S08-line924"/>
          <p:cNvSpPr/>
          <p:nvPr/>
        </p:nvSpPr>
        <p:spPr>
          <a:xfrm flipV="1">
            <a:off x="9459898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08-line925"/>
          <p:cNvSpPr/>
          <p:nvPr/>
        </p:nvSpPr>
        <p:spPr>
          <a:xfrm flipV="1">
            <a:off x="9378884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08-line926"/>
          <p:cNvSpPr/>
          <p:nvPr/>
        </p:nvSpPr>
        <p:spPr>
          <a:xfrm flipV="1">
            <a:off x="9308771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7" name="S08-line927"/>
          <p:cNvSpPr/>
          <p:nvPr/>
        </p:nvSpPr>
        <p:spPr>
          <a:xfrm flipV="1">
            <a:off x="9250328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08-line928"/>
          <p:cNvSpPr/>
          <p:nvPr/>
        </p:nvSpPr>
        <p:spPr>
          <a:xfrm flipV="1">
            <a:off x="9204194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9" name="S08-line929"/>
          <p:cNvSpPr/>
          <p:nvPr/>
        </p:nvSpPr>
        <p:spPr>
          <a:xfrm flipV="1">
            <a:off x="9170876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08-line930"/>
          <p:cNvSpPr/>
          <p:nvPr/>
        </p:nvSpPr>
        <p:spPr>
          <a:xfrm flipV="1">
            <a:off x="9150737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08-line931"/>
          <p:cNvSpPr/>
          <p:nvPr/>
        </p:nvSpPr>
        <p:spPr>
          <a:xfrm>
            <a:off x="9144000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2" name="S08-line932"/>
          <p:cNvSpPr/>
          <p:nvPr/>
        </p:nvSpPr>
        <p:spPr>
          <a:xfrm>
            <a:off x="9150737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08-line933"/>
          <p:cNvSpPr/>
          <p:nvPr/>
        </p:nvSpPr>
        <p:spPr>
          <a:xfrm>
            <a:off x="9170876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4" name="S08-line934"/>
          <p:cNvSpPr/>
          <p:nvPr/>
        </p:nvSpPr>
        <p:spPr>
          <a:xfrm>
            <a:off x="9204194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08-line935"/>
          <p:cNvSpPr/>
          <p:nvPr/>
        </p:nvSpPr>
        <p:spPr>
          <a:xfrm>
            <a:off x="9250328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08-line936"/>
          <p:cNvSpPr/>
          <p:nvPr/>
        </p:nvSpPr>
        <p:spPr>
          <a:xfrm>
            <a:off x="9308771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7" name="S08-line937"/>
          <p:cNvSpPr/>
          <p:nvPr/>
        </p:nvSpPr>
        <p:spPr>
          <a:xfrm>
            <a:off x="9378884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08-line938"/>
          <p:cNvSpPr/>
          <p:nvPr/>
        </p:nvSpPr>
        <p:spPr>
          <a:xfrm>
            <a:off x="9459898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9" name="S08-line939"/>
          <p:cNvSpPr/>
          <p:nvPr/>
        </p:nvSpPr>
        <p:spPr>
          <a:xfrm>
            <a:off x="9550926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08-line940"/>
          <p:cNvSpPr/>
          <p:nvPr/>
        </p:nvSpPr>
        <p:spPr>
          <a:xfrm>
            <a:off x="9650970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08-line941"/>
          <p:cNvSpPr/>
          <p:nvPr/>
        </p:nvSpPr>
        <p:spPr>
          <a:xfrm>
            <a:off x="9758934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2" name="S08-line942"/>
          <p:cNvSpPr/>
          <p:nvPr/>
        </p:nvSpPr>
        <p:spPr>
          <a:xfrm>
            <a:off x="9873636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08-line943"/>
          <p:cNvSpPr/>
          <p:nvPr/>
        </p:nvSpPr>
        <p:spPr>
          <a:xfrm>
            <a:off x="9993818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4" name="S08-line944"/>
          <p:cNvSpPr/>
          <p:nvPr/>
        </p:nvSpPr>
        <p:spPr>
          <a:xfrm>
            <a:off x="10118164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08-line945"/>
          <p:cNvSpPr/>
          <p:nvPr/>
        </p:nvSpPr>
        <p:spPr>
          <a:xfrm>
            <a:off x="10245312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08-label946"/>
          <p:cNvSpPr txBox="1"/>
          <p:nvPr/>
        </p:nvSpPr>
        <p:spPr>
          <a:xfrm>
            <a:off x="10599793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97" name="S08-label947"/>
          <p:cNvSpPr txBox="1"/>
          <p:nvPr/>
        </p:nvSpPr>
        <p:spPr>
          <a:xfrm>
            <a:off x="10965998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298" name="S08-label948"/>
          <p:cNvSpPr txBox="1"/>
          <p:nvPr/>
        </p:nvSpPr>
        <p:spPr>
          <a:xfrm>
            <a:off x="11100039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299" name="S08-label949"/>
          <p:cNvSpPr txBox="1"/>
          <p:nvPr/>
        </p:nvSpPr>
        <p:spPr>
          <a:xfrm>
            <a:off x="10965998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300" name="S08-label950"/>
          <p:cNvSpPr txBox="1"/>
          <p:nvPr/>
        </p:nvSpPr>
        <p:spPr>
          <a:xfrm>
            <a:off x="10599793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301" name="S08-label951"/>
          <p:cNvSpPr txBox="1"/>
          <p:nvPr/>
        </p:nvSpPr>
        <p:spPr>
          <a:xfrm>
            <a:off x="10099548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302" name="S08-label952"/>
          <p:cNvSpPr txBox="1"/>
          <p:nvPr/>
        </p:nvSpPr>
        <p:spPr>
          <a:xfrm>
            <a:off x="9599303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303" name="S08-label953"/>
          <p:cNvSpPr txBox="1"/>
          <p:nvPr/>
        </p:nvSpPr>
        <p:spPr>
          <a:xfrm>
            <a:off x="9233098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304" name="S08-label954"/>
          <p:cNvSpPr txBox="1"/>
          <p:nvPr/>
        </p:nvSpPr>
        <p:spPr>
          <a:xfrm>
            <a:off x="9099057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305" name="S08-label955"/>
          <p:cNvSpPr txBox="1"/>
          <p:nvPr/>
        </p:nvSpPr>
        <p:spPr>
          <a:xfrm>
            <a:off x="9233098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306" name="S08-label956"/>
          <p:cNvSpPr txBox="1"/>
          <p:nvPr/>
        </p:nvSpPr>
        <p:spPr>
          <a:xfrm>
            <a:off x="9599303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307" name="S08-label957"/>
          <p:cNvSpPr txBox="1"/>
          <p:nvPr/>
        </p:nvSpPr>
        <p:spPr>
          <a:xfrm>
            <a:off x="10099548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308" name="S08-line958"/>
          <p:cNvSpPr/>
          <p:nvPr/>
        </p:nvSpPr>
        <p:spPr>
          <a:xfrm flipV="1">
            <a:off x="10373868" y="3315249"/>
            <a:ext cx="0" cy="55723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09" name="S08-line959"/>
          <p:cNvSpPr/>
          <p:nvPr/>
        </p:nvSpPr>
        <p:spPr>
          <a:xfrm flipV="1">
            <a:off x="10373868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0" name="S08-pin960"/>
          <p:cNvSpPr/>
          <p:nvPr/>
        </p:nvSpPr>
        <p:spPr>
          <a:xfrm>
            <a:off x="10319004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1" name="S08-label961"/>
          <p:cNvSpPr txBox="1"/>
          <p:nvPr/>
        </p:nvSpPr>
        <p:spPr>
          <a:xfrm>
            <a:off x="9107424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놀이</a:t>
            </a:r>
            <a:endParaRPr lang="ko-KR" sz="4000" dirty="0"/>
          </a:p>
        </p:txBody>
      </p:sp>
      <p:sp>
        <p:nvSpPr>
          <p:cNvPr id="3" name="S09-card96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96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What time is it?을 물었어요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짧은바늘을 보고 시각을 읽었어요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It's ~ o'clock.으로 대답했어요</a:t>
            </a:r>
            <a:endParaRPr lang="ko-KR" sz="3000" dirty="0"/>
          </a:p>
        </p:txBody>
      </p:sp>
      <p:sp>
        <p:nvSpPr>
          <p:cNvPr id="5" name="S09-stepno964"/>
          <p:cNvSpPr txBox="1"/>
          <p:nvPr/>
        </p:nvSpPr>
        <p:spPr>
          <a:xfrm>
            <a:off x="548640" y="1901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965"/>
          <p:cNvSpPr txBox="1"/>
          <p:nvPr/>
        </p:nvSpPr>
        <p:spPr>
          <a:xfrm>
            <a:off x="1325880" y="18562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시곗바늘을 정각에 맞춰요.</a:t>
            </a:r>
            <a:endParaRPr lang="ko-KR" sz="3000" dirty="0"/>
          </a:p>
        </p:txBody>
      </p:sp>
      <p:sp>
        <p:nvSpPr>
          <p:cNvPr id="7" name="S09-stepno966"/>
          <p:cNvSpPr txBox="1"/>
          <p:nvPr/>
        </p:nvSpPr>
        <p:spPr>
          <a:xfrm>
            <a:off x="548640" y="2996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967"/>
          <p:cNvSpPr txBox="1"/>
          <p:nvPr/>
        </p:nvSpPr>
        <p:spPr>
          <a:xfrm>
            <a:off x="1325880" y="29504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it?이라고 물어요.</a:t>
            </a:r>
            <a:endParaRPr lang="ko-KR" sz="3000" dirty="0"/>
          </a:p>
        </p:txBody>
      </p:sp>
      <p:sp>
        <p:nvSpPr>
          <p:cNvPr id="9" name="S09-stepno968"/>
          <p:cNvSpPr txBox="1"/>
          <p:nvPr/>
        </p:nvSpPr>
        <p:spPr>
          <a:xfrm>
            <a:off x="548640" y="40904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969"/>
          <p:cNvSpPr txBox="1"/>
          <p:nvPr/>
        </p:nvSpPr>
        <p:spPr>
          <a:xfrm>
            <a:off x="1325880" y="404469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~ o'clock.으로 대답해요.</a:t>
            </a:r>
            <a:endParaRPr lang="ko-KR" sz="3000" dirty="0"/>
          </a:p>
        </p:txBody>
      </p:sp>
      <p:sp>
        <p:nvSpPr>
          <p:cNvPr id="11" name="S09-stepno970"/>
          <p:cNvSpPr txBox="1"/>
          <p:nvPr/>
        </p:nvSpPr>
        <p:spPr>
          <a:xfrm>
            <a:off x="548640" y="5138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971"/>
          <p:cNvSpPr txBox="1"/>
          <p:nvPr/>
        </p:nvSpPr>
        <p:spPr>
          <a:xfrm>
            <a:off x="1325880" y="51389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바꿔서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9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몇 시인지 영어로 말해요.</a:t>
            </a:r>
            <a:endParaRPr lang="ko-KR" sz="3000" dirty="0"/>
          </a:p>
        </p:txBody>
      </p:sp>
      <p:sp>
        <p:nvSpPr>
          <p:cNvPr id="4" name="S10-card9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지금 몇 시인지 영어로 물어봐요.</a:t>
            </a:r>
            <a:endParaRPr lang="ko-KR" sz="3000" dirty="0"/>
          </a:p>
        </p:txBody>
      </p:sp>
      <p:sp>
        <p:nvSpPr>
          <p:cNvPr id="6" name="S10-figure975" descr="5시를 가리키는 시계"/>
          <p:cNvSpPr/>
          <p:nvPr/>
        </p:nvSpPr>
        <p:spPr>
          <a:xfrm>
            <a:off x="978408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0-line976"/>
          <p:cNvSpPr/>
          <p:nvPr/>
        </p:nvSpPr>
        <p:spPr>
          <a:xfrm>
            <a:off x="2290572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0-line977"/>
          <p:cNvSpPr/>
          <p:nvPr/>
        </p:nvSpPr>
        <p:spPr>
          <a:xfrm flipH="1">
            <a:off x="2417049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0-line978"/>
          <p:cNvSpPr/>
          <p:nvPr/>
        </p:nvSpPr>
        <p:spPr>
          <a:xfrm flipH="1">
            <a:off x="2542141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0-line979"/>
          <p:cNvSpPr/>
          <p:nvPr/>
        </p:nvSpPr>
        <p:spPr>
          <a:xfrm flipH="1">
            <a:off x="2664476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0-line980"/>
          <p:cNvSpPr/>
          <p:nvPr/>
        </p:nvSpPr>
        <p:spPr>
          <a:xfrm flipH="1">
            <a:off x="2782715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0-line981"/>
          <p:cNvSpPr/>
          <p:nvPr/>
        </p:nvSpPr>
        <p:spPr>
          <a:xfrm flipH="1">
            <a:off x="2856197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0-line982"/>
          <p:cNvSpPr/>
          <p:nvPr/>
        </p:nvSpPr>
        <p:spPr>
          <a:xfrm flipH="1">
            <a:off x="3001780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0-line983"/>
          <p:cNvSpPr/>
          <p:nvPr/>
        </p:nvSpPr>
        <p:spPr>
          <a:xfrm flipH="1">
            <a:off x="3100207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0-line984"/>
          <p:cNvSpPr/>
          <p:nvPr/>
        </p:nvSpPr>
        <p:spPr>
          <a:xfrm flipH="1">
            <a:off x="3189762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0-line985"/>
          <p:cNvSpPr/>
          <p:nvPr/>
        </p:nvSpPr>
        <p:spPr>
          <a:xfrm flipH="1">
            <a:off x="3269466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0-line986"/>
          <p:cNvSpPr/>
          <p:nvPr/>
        </p:nvSpPr>
        <p:spPr>
          <a:xfrm flipH="1">
            <a:off x="3270263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0-line987"/>
          <p:cNvSpPr/>
          <p:nvPr/>
        </p:nvSpPr>
        <p:spPr>
          <a:xfrm flipH="1">
            <a:off x="3395944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0-line988"/>
          <p:cNvSpPr/>
          <p:nvPr/>
        </p:nvSpPr>
        <p:spPr>
          <a:xfrm flipH="1">
            <a:off x="3441331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0-line989"/>
          <p:cNvSpPr/>
          <p:nvPr/>
        </p:nvSpPr>
        <p:spPr>
          <a:xfrm flipH="1">
            <a:off x="3474111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0-line990"/>
          <p:cNvSpPr/>
          <p:nvPr/>
        </p:nvSpPr>
        <p:spPr>
          <a:xfrm flipH="1">
            <a:off x="3493923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0-line991"/>
          <p:cNvSpPr/>
          <p:nvPr/>
        </p:nvSpPr>
        <p:spPr>
          <a:xfrm flipH="1">
            <a:off x="3421822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0-line992"/>
          <p:cNvSpPr/>
          <p:nvPr/>
        </p:nvSpPr>
        <p:spPr>
          <a:xfrm flipH="1" flipV="1">
            <a:off x="3493923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0-line993"/>
          <p:cNvSpPr/>
          <p:nvPr/>
        </p:nvSpPr>
        <p:spPr>
          <a:xfrm flipH="1" flipV="1">
            <a:off x="3474111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0-line994"/>
          <p:cNvSpPr/>
          <p:nvPr/>
        </p:nvSpPr>
        <p:spPr>
          <a:xfrm flipH="1" flipV="1">
            <a:off x="3441331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0-line995"/>
          <p:cNvSpPr/>
          <p:nvPr/>
        </p:nvSpPr>
        <p:spPr>
          <a:xfrm flipH="1" flipV="1">
            <a:off x="3395944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0-line996"/>
          <p:cNvSpPr/>
          <p:nvPr/>
        </p:nvSpPr>
        <p:spPr>
          <a:xfrm flipH="1" flipV="1">
            <a:off x="3270263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0-line997"/>
          <p:cNvSpPr/>
          <p:nvPr/>
        </p:nvSpPr>
        <p:spPr>
          <a:xfrm flipH="1" flipV="1">
            <a:off x="3269466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0-line998"/>
          <p:cNvSpPr/>
          <p:nvPr/>
        </p:nvSpPr>
        <p:spPr>
          <a:xfrm flipH="1" flipV="1">
            <a:off x="3189762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0-line999"/>
          <p:cNvSpPr/>
          <p:nvPr/>
        </p:nvSpPr>
        <p:spPr>
          <a:xfrm flipH="1" flipV="1">
            <a:off x="3100207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0-line1000"/>
          <p:cNvSpPr/>
          <p:nvPr/>
        </p:nvSpPr>
        <p:spPr>
          <a:xfrm flipH="1" flipV="1">
            <a:off x="3001780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0-line1001"/>
          <p:cNvSpPr/>
          <p:nvPr/>
        </p:nvSpPr>
        <p:spPr>
          <a:xfrm flipH="1" flipV="1">
            <a:off x="2856197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0-line1002"/>
          <p:cNvSpPr/>
          <p:nvPr/>
        </p:nvSpPr>
        <p:spPr>
          <a:xfrm flipH="1" flipV="1">
            <a:off x="2782715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0-line1003"/>
          <p:cNvSpPr/>
          <p:nvPr/>
        </p:nvSpPr>
        <p:spPr>
          <a:xfrm flipH="1" flipV="1">
            <a:off x="2664476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0-line1004"/>
          <p:cNvSpPr/>
          <p:nvPr/>
        </p:nvSpPr>
        <p:spPr>
          <a:xfrm flipH="1" flipV="1">
            <a:off x="2542141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0-line1005"/>
          <p:cNvSpPr/>
          <p:nvPr/>
        </p:nvSpPr>
        <p:spPr>
          <a:xfrm flipH="1" flipV="1">
            <a:off x="2417049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0-line1006"/>
          <p:cNvSpPr/>
          <p:nvPr/>
        </p:nvSpPr>
        <p:spPr>
          <a:xfrm flipV="1">
            <a:off x="2290572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0-line1007"/>
          <p:cNvSpPr/>
          <p:nvPr/>
        </p:nvSpPr>
        <p:spPr>
          <a:xfrm flipV="1">
            <a:off x="2157237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0-line1008"/>
          <p:cNvSpPr/>
          <p:nvPr/>
        </p:nvSpPr>
        <p:spPr>
          <a:xfrm flipV="1">
            <a:off x="2025362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0-line1009"/>
          <p:cNvSpPr/>
          <p:nvPr/>
        </p:nvSpPr>
        <p:spPr>
          <a:xfrm flipV="1">
            <a:off x="1896394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0-line1010"/>
          <p:cNvSpPr/>
          <p:nvPr/>
        </p:nvSpPr>
        <p:spPr>
          <a:xfrm flipV="1">
            <a:off x="1771744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0-line1011"/>
          <p:cNvSpPr/>
          <p:nvPr/>
        </p:nvSpPr>
        <p:spPr>
          <a:xfrm flipV="1">
            <a:off x="1652778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0-line1012"/>
          <p:cNvSpPr/>
          <p:nvPr/>
        </p:nvSpPr>
        <p:spPr>
          <a:xfrm flipV="1">
            <a:off x="1540800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0-line1013"/>
          <p:cNvSpPr/>
          <p:nvPr/>
        </p:nvSpPr>
        <p:spPr>
          <a:xfrm flipV="1">
            <a:off x="1437037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0-line1014"/>
          <p:cNvSpPr/>
          <p:nvPr/>
        </p:nvSpPr>
        <p:spPr>
          <a:xfrm flipV="1">
            <a:off x="1342625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0-line1015"/>
          <p:cNvSpPr/>
          <p:nvPr/>
        </p:nvSpPr>
        <p:spPr>
          <a:xfrm flipV="1">
            <a:off x="1258600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0-line1016"/>
          <p:cNvSpPr/>
          <p:nvPr/>
        </p:nvSpPr>
        <p:spPr>
          <a:xfrm flipV="1">
            <a:off x="1185880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0-line1017"/>
          <p:cNvSpPr/>
          <p:nvPr/>
        </p:nvSpPr>
        <p:spPr>
          <a:xfrm flipV="1">
            <a:off x="1125264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0-line1018"/>
          <p:cNvSpPr/>
          <p:nvPr/>
        </p:nvSpPr>
        <p:spPr>
          <a:xfrm flipV="1">
            <a:off x="1077416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0-line1019"/>
          <p:cNvSpPr/>
          <p:nvPr/>
        </p:nvSpPr>
        <p:spPr>
          <a:xfrm flipV="1">
            <a:off x="1042859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0-line1020"/>
          <p:cNvSpPr/>
          <p:nvPr/>
        </p:nvSpPr>
        <p:spPr>
          <a:xfrm flipV="1">
            <a:off x="1021972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0-line1021"/>
          <p:cNvSpPr/>
          <p:nvPr/>
        </p:nvSpPr>
        <p:spPr>
          <a:xfrm>
            <a:off x="1014984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0-line1022"/>
          <p:cNvSpPr/>
          <p:nvPr/>
        </p:nvSpPr>
        <p:spPr>
          <a:xfrm>
            <a:off x="1021972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0-line1023"/>
          <p:cNvSpPr/>
          <p:nvPr/>
        </p:nvSpPr>
        <p:spPr>
          <a:xfrm>
            <a:off x="1042859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0-line1024"/>
          <p:cNvSpPr/>
          <p:nvPr/>
        </p:nvSpPr>
        <p:spPr>
          <a:xfrm>
            <a:off x="1077416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0-line1025"/>
          <p:cNvSpPr/>
          <p:nvPr/>
        </p:nvSpPr>
        <p:spPr>
          <a:xfrm>
            <a:off x="1125264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0-line1026"/>
          <p:cNvSpPr/>
          <p:nvPr/>
        </p:nvSpPr>
        <p:spPr>
          <a:xfrm>
            <a:off x="1185880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0-line1027"/>
          <p:cNvSpPr/>
          <p:nvPr/>
        </p:nvSpPr>
        <p:spPr>
          <a:xfrm>
            <a:off x="1258600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0-line1028"/>
          <p:cNvSpPr/>
          <p:nvPr/>
        </p:nvSpPr>
        <p:spPr>
          <a:xfrm>
            <a:off x="1342625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0-line1029"/>
          <p:cNvSpPr/>
          <p:nvPr/>
        </p:nvSpPr>
        <p:spPr>
          <a:xfrm>
            <a:off x="1437037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0-line1030"/>
          <p:cNvSpPr/>
          <p:nvPr/>
        </p:nvSpPr>
        <p:spPr>
          <a:xfrm>
            <a:off x="1540800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0-line1031"/>
          <p:cNvSpPr/>
          <p:nvPr/>
        </p:nvSpPr>
        <p:spPr>
          <a:xfrm>
            <a:off x="1652778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0-line1032"/>
          <p:cNvSpPr/>
          <p:nvPr/>
        </p:nvSpPr>
        <p:spPr>
          <a:xfrm>
            <a:off x="1771744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0-line1033"/>
          <p:cNvSpPr/>
          <p:nvPr/>
        </p:nvSpPr>
        <p:spPr>
          <a:xfrm>
            <a:off x="1896394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0-line1034"/>
          <p:cNvSpPr/>
          <p:nvPr/>
        </p:nvSpPr>
        <p:spPr>
          <a:xfrm>
            <a:off x="2025362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0-line1035"/>
          <p:cNvSpPr/>
          <p:nvPr/>
        </p:nvSpPr>
        <p:spPr>
          <a:xfrm>
            <a:off x="2157237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0-label1036"/>
          <p:cNvSpPr txBox="1"/>
          <p:nvPr/>
        </p:nvSpPr>
        <p:spPr>
          <a:xfrm>
            <a:off x="2534557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8" name="S10-label1037"/>
          <p:cNvSpPr txBox="1"/>
          <p:nvPr/>
        </p:nvSpPr>
        <p:spPr>
          <a:xfrm>
            <a:off x="2913982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9" name="S10-label1038"/>
          <p:cNvSpPr txBox="1"/>
          <p:nvPr/>
        </p:nvSpPr>
        <p:spPr>
          <a:xfrm>
            <a:off x="3052862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70" name="S10-label1039"/>
          <p:cNvSpPr txBox="1"/>
          <p:nvPr/>
        </p:nvSpPr>
        <p:spPr>
          <a:xfrm>
            <a:off x="2913982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71" name="S10-label1040"/>
          <p:cNvSpPr txBox="1"/>
          <p:nvPr/>
        </p:nvSpPr>
        <p:spPr>
          <a:xfrm>
            <a:off x="2534557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72" name="S10-label1041"/>
          <p:cNvSpPr txBox="1"/>
          <p:nvPr/>
        </p:nvSpPr>
        <p:spPr>
          <a:xfrm>
            <a:off x="2016252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73" name="S10-label1042"/>
          <p:cNvSpPr txBox="1"/>
          <p:nvPr/>
        </p:nvSpPr>
        <p:spPr>
          <a:xfrm>
            <a:off x="1497947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74" name="S10-label1043"/>
          <p:cNvSpPr txBox="1"/>
          <p:nvPr/>
        </p:nvSpPr>
        <p:spPr>
          <a:xfrm>
            <a:off x="1118522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75" name="S10-label1044"/>
          <p:cNvSpPr txBox="1"/>
          <p:nvPr/>
        </p:nvSpPr>
        <p:spPr>
          <a:xfrm>
            <a:off x="979642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76" name="S10-label1045"/>
          <p:cNvSpPr txBox="1"/>
          <p:nvPr/>
        </p:nvSpPr>
        <p:spPr>
          <a:xfrm>
            <a:off x="1118522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77" name="S10-label1046"/>
          <p:cNvSpPr txBox="1"/>
          <p:nvPr/>
        </p:nvSpPr>
        <p:spPr>
          <a:xfrm>
            <a:off x="1497947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78" name="S10-label1047"/>
          <p:cNvSpPr txBox="1"/>
          <p:nvPr/>
        </p:nvSpPr>
        <p:spPr>
          <a:xfrm>
            <a:off x="2016252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79" name="S10-line1048"/>
          <p:cNvSpPr/>
          <p:nvPr/>
        </p:nvSpPr>
        <p:spPr>
          <a:xfrm>
            <a:off x="2290572" y="3323844"/>
            <a:ext cx="288676" cy="50000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0-line1049"/>
          <p:cNvSpPr/>
          <p:nvPr/>
        </p:nvSpPr>
        <p:spPr>
          <a:xfrm flipV="1">
            <a:off x="2290572" y="2484059"/>
            <a:ext cx="0" cy="83978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0-pin1050"/>
          <p:cNvSpPr/>
          <p:nvPr/>
        </p:nvSpPr>
        <p:spPr>
          <a:xfrm>
            <a:off x="2235708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0-label1051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3" name="S10-figure1052" descr="8시를 가리키는 시계"/>
          <p:cNvSpPr/>
          <p:nvPr/>
        </p:nvSpPr>
        <p:spPr>
          <a:xfrm>
            <a:off x="4782312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0-line1053"/>
          <p:cNvSpPr/>
          <p:nvPr/>
        </p:nvSpPr>
        <p:spPr>
          <a:xfrm>
            <a:off x="6094476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0-line1054"/>
          <p:cNvSpPr/>
          <p:nvPr/>
        </p:nvSpPr>
        <p:spPr>
          <a:xfrm flipH="1">
            <a:off x="6220953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0-line1055"/>
          <p:cNvSpPr/>
          <p:nvPr/>
        </p:nvSpPr>
        <p:spPr>
          <a:xfrm flipH="1">
            <a:off x="6346045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0-line1056"/>
          <p:cNvSpPr/>
          <p:nvPr/>
        </p:nvSpPr>
        <p:spPr>
          <a:xfrm flipH="1">
            <a:off x="6468380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0-line1057"/>
          <p:cNvSpPr/>
          <p:nvPr/>
        </p:nvSpPr>
        <p:spPr>
          <a:xfrm flipH="1">
            <a:off x="6586619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0-line1058"/>
          <p:cNvSpPr/>
          <p:nvPr/>
        </p:nvSpPr>
        <p:spPr>
          <a:xfrm flipH="1">
            <a:off x="6660101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0-line1059"/>
          <p:cNvSpPr/>
          <p:nvPr/>
        </p:nvSpPr>
        <p:spPr>
          <a:xfrm flipH="1">
            <a:off x="6805684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0-line1060"/>
          <p:cNvSpPr/>
          <p:nvPr/>
        </p:nvSpPr>
        <p:spPr>
          <a:xfrm flipH="1">
            <a:off x="6904111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0-line1061"/>
          <p:cNvSpPr/>
          <p:nvPr/>
        </p:nvSpPr>
        <p:spPr>
          <a:xfrm flipH="1">
            <a:off x="6993666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0-line1062"/>
          <p:cNvSpPr/>
          <p:nvPr/>
        </p:nvSpPr>
        <p:spPr>
          <a:xfrm flipH="1">
            <a:off x="7073370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0-line1063"/>
          <p:cNvSpPr/>
          <p:nvPr/>
        </p:nvSpPr>
        <p:spPr>
          <a:xfrm flipH="1">
            <a:off x="7074167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0-line1064"/>
          <p:cNvSpPr/>
          <p:nvPr/>
        </p:nvSpPr>
        <p:spPr>
          <a:xfrm flipH="1">
            <a:off x="7199848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0-line1065"/>
          <p:cNvSpPr/>
          <p:nvPr/>
        </p:nvSpPr>
        <p:spPr>
          <a:xfrm flipH="1">
            <a:off x="7245235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0-line1066"/>
          <p:cNvSpPr/>
          <p:nvPr/>
        </p:nvSpPr>
        <p:spPr>
          <a:xfrm flipH="1">
            <a:off x="7278015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0-line1067"/>
          <p:cNvSpPr/>
          <p:nvPr/>
        </p:nvSpPr>
        <p:spPr>
          <a:xfrm flipH="1">
            <a:off x="7297827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0-line1068"/>
          <p:cNvSpPr/>
          <p:nvPr/>
        </p:nvSpPr>
        <p:spPr>
          <a:xfrm flipH="1">
            <a:off x="7225726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0-line1069"/>
          <p:cNvSpPr/>
          <p:nvPr/>
        </p:nvSpPr>
        <p:spPr>
          <a:xfrm flipH="1" flipV="1">
            <a:off x="7297827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0-line1070"/>
          <p:cNvSpPr/>
          <p:nvPr/>
        </p:nvSpPr>
        <p:spPr>
          <a:xfrm flipH="1" flipV="1">
            <a:off x="7278015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0-line1071"/>
          <p:cNvSpPr/>
          <p:nvPr/>
        </p:nvSpPr>
        <p:spPr>
          <a:xfrm flipH="1" flipV="1">
            <a:off x="7245235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0-line1072"/>
          <p:cNvSpPr/>
          <p:nvPr/>
        </p:nvSpPr>
        <p:spPr>
          <a:xfrm flipH="1" flipV="1">
            <a:off x="7199848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0-line1073"/>
          <p:cNvSpPr/>
          <p:nvPr/>
        </p:nvSpPr>
        <p:spPr>
          <a:xfrm flipH="1" flipV="1">
            <a:off x="7074167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0-line1074"/>
          <p:cNvSpPr/>
          <p:nvPr/>
        </p:nvSpPr>
        <p:spPr>
          <a:xfrm flipH="1" flipV="1">
            <a:off x="7073370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0-line1075"/>
          <p:cNvSpPr/>
          <p:nvPr/>
        </p:nvSpPr>
        <p:spPr>
          <a:xfrm flipH="1" flipV="1">
            <a:off x="6993666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0-line1076"/>
          <p:cNvSpPr/>
          <p:nvPr/>
        </p:nvSpPr>
        <p:spPr>
          <a:xfrm flipH="1" flipV="1">
            <a:off x="6904111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0-line1077"/>
          <p:cNvSpPr/>
          <p:nvPr/>
        </p:nvSpPr>
        <p:spPr>
          <a:xfrm flipH="1" flipV="1">
            <a:off x="6805684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0-line1078"/>
          <p:cNvSpPr/>
          <p:nvPr/>
        </p:nvSpPr>
        <p:spPr>
          <a:xfrm flipH="1" flipV="1">
            <a:off x="6660101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0-line1079"/>
          <p:cNvSpPr/>
          <p:nvPr/>
        </p:nvSpPr>
        <p:spPr>
          <a:xfrm flipH="1" flipV="1">
            <a:off x="6586619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0-line1080"/>
          <p:cNvSpPr/>
          <p:nvPr/>
        </p:nvSpPr>
        <p:spPr>
          <a:xfrm flipH="1" flipV="1">
            <a:off x="6468380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0-line1081"/>
          <p:cNvSpPr/>
          <p:nvPr/>
        </p:nvSpPr>
        <p:spPr>
          <a:xfrm flipH="1" flipV="1">
            <a:off x="6346045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0-line1082"/>
          <p:cNvSpPr/>
          <p:nvPr/>
        </p:nvSpPr>
        <p:spPr>
          <a:xfrm flipH="1" flipV="1">
            <a:off x="6220953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0-line1083"/>
          <p:cNvSpPr/>
          <p:nvPr/>
        </p:nvSpPr>
        <p:spPr>
          <a:xfrm flipV="1">
            <a:off x="6094476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0-line1084"/>
          <p:cNvSpPr/>
          <p:nvPr/>
        </p:nvSpPr>
        <p:spPr>
          <a:xfrm flipV="1">
            <a:off x="5961141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0-line1085"/>
          <p:cNvSpPr/>
          <p:nvPr/>
        </p:nvSpPr>
        <p:spPr>
          <a:xfrm flipV="1">
            <a:off x="5829266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0-line1086"/>
          <p:cNvSpPr/>
          <p:nvPr/>
        </p:nvSpPr>
        <p:spPr>
          <a:xfrm flipV="1">
            <a:off x="5700298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0-line1087"/>
          <p:cNvSpPr/>
          <p:nvPr/>
        </p:nvSpPr>
        <p:spPr>
          <a:xfrm flipV="1">
            <a:off x="5575648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0-line1088"/>
          <p:cNvSpPr/>
          <p:nvPr/>
        </p:nvSpPr>
        <p:spPr>
          <a:xfrm flipV="1">
            <a:off x="5456682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0-line1089"/>
          <p:cNvSpPr/>
          <p:nvPr/>
        </p:nvSpPr>
        <p:spPr>
          <a:xfrm flipV="1">
            <a:off x="5344704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0-line1090"/>
          <p:cNvSpPr/>
          <p:nvPr/>
        </p:nvSpPr>
        <p:spPr>
          <a:xfrm flipV="1">
            <a:off x="5240941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0-line1091"/>
          <p:cNvSpPr/>
          <p:nvPr/>
        </p:nvSpPr>
        <p:spPr>
          <a:xfrm flipV="1">
            <a:off x="5146529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0-line1092"/>
          <p:cNvSpPr/>
          <p:nvPr/>
        </p:nvSpPr>
        <p:spPr>
          <a:xfrm flipV="1">
            <a:off x="5062504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0-line1093"/>
          <p:cNvSpPr/>
          <p:nvPr/>
        </p:nvSpPr>
        <p:spPr>
          <a:xfrm flipV="1">
            <a:off x="4989784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0-line1094"/>
          <p:cNvSpPr/>
          <p:nvPr/>
        </p:nvSpPr>
        <p:spPr>
          <a:xfrm flipV="1">
            <a:off x="4929168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0-line1095"/>
          <p:cNvSpPr/>
          <p:nvPr/>
        </p:nvSpPr>
        <p:spPr>
          <a:xfrm flipV="1">
            <a:off x="4881320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0-line1096"/>
          <p:cNvSpPr/>
          <p:nvPr/>
        </p:nvSpPr>
        <p:spPr>
          <a:xfrm flipV="1">
            <a:off x="4846763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0-line1097"/>
          <p:cNvSpPr/>
          <p:nvPr/>
        </p:nvSpPr>
        <p:spPr>
          <a:xfrm flipV="1">
            <a:off x="4825876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0-line1098"/>
          <p:cNvSpPr/>
          <p:nvPr/>
        </p:nvSpPr>
        <p:spPr>
          <a:xfrm>
            <a:off x="4818888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0-line1099"/>
          <p:cNvSpPr/>
          <p:nvPr/>
        </p:nvSpPr>
        <p:spPr>
          <a:xfrm>
            <a:off x="4825876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0-line1100"/>
          <p:cNvSpPr/>
          <p:nvPr/>
        </p:nvSpPr>
        <p:spPr>
          <a:xfrm>
            <a:off x="4846763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0-line1101"/>
          <p:cNvSpPr/>
          <p:nvPr/>
        </p:nvSpPr>
        <p:spPr>
          <a:xfrm>
            <a:off x="4881320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0-line1102"/>
          <p:cNvSpPr/>
          <p:nvPr/>
        </p:nvSpPr>
        <p:spPr>
          <a:xfrm>
            <a:off x="4929168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0-line1103"/>
          <p:cNvSpPr/>
          <p:nvPr/>
        </p:nvSpPr>
        <p:spPr>
          <a:xfrm>
            <a:off x="4989784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0-line1104"/>
          <p:cNvSpPr/>
          <p:nvPr/>
        </p:nvSpPr>
        <p:spPr>
          <a:xfrm>
            <a:off x="5062504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0-line1105"/>
          <p:cNvSpPr/>
          <p:nvPr/>
        </p:nvSpPr>
        <p:spPr>
          <a:xfrm>
            <a:off x="5146529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0-line1106"/>
          <p:cNvSpPr/>
          <p:nvPr/>
        </p:nvSpPr>
        <p:spPr>
          <a:xfrm>
            <a:off x="5240941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0-line1107"/>
          <p:cNvSpPr/>
          <p:nvPr/>
        </p:nvSpPr>
        <p:spPr>
          <a:xfrm>
            <a:off x="5344704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0-line1108"/>
          <p:cNvSpPr/>
          <p:nvPr/>
        </p:nvSpPr>
        <p:spPr>
          <a:xfrm>
            <a:off x="5456682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0-line1109"/>
          <p:cNvSpPr/>
          <p:nvPr/>
        </p:nvSpPr>
        <p:spPr>
          <a:xfrm>
            <a:off x="5575648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0-line1110"/>
          <p:cNvSpPr/>
          <p:nvPr/>
        </p:nvSpPr>
        <p:spPr>
          <a:xfrm>
            <a:off x="5700298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0-line1111"/>
          <p:cNvSpPr/>
          <p:nvPr/>
        </p:nvSpPr>
        <p:spPr>
          <a:xfrm>
            <a:off x="5829266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0-line1112"/>
          <p:cNvSpPr/>
          <p:nvPr/>
        </p:nvSpPr>
        <p:spPr>
          <a:xfrm>
            <a:off x="5961141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0-label1113"/>
          <p:cNvSpPr txBox="1"/>
          <p:nvPr/>
        </p:nvSpPr>
        <p:spPr>
          <a:xfrm>
            <a:off x="6338461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5" name="S10-label1114"/>
          <p:cNvSpPr txBox="1"/>
          <p:nvPr/>
        </p:nvSpPr>
        <p:spPr>
          <a:xfrm>
            <a:off x="6717886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6" name="S10-label1115"/>
          <p:cNvSpPr txBox="1"/>
          <p:nvPr/>
        </p:nvSpPr>
        <p:spPr>
          <a:xfrm>
            <a:off x="6856766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47" name="S10-label1116"/>
          <p:cNvSpPr txBox="1"/>
          <p:nvPr/>
        </p:nvSpPr>
        <p:spPr>
          <a:xfrm>
            <a:off x="6717886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8" name="S10-label1117"/>
          <p:cNvSpPr txBox="1"/>
          <p:nvPr/>
        </p:nvSpPr>
        <p:spPr>
          <a:xfrm>
            <a:off x="6338461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9" name="S10-label1118"/>
          <p:cNvSpPr txBox="1"/>
          <p:nvPr/>
        </p:nvSpPr>
        <p:spPr>
          <a:xfrm>
            <a:off x="5820156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50" name="S10-label1119"/>
          <p:cNvSpPr txBox="1"/>
          <p:nvPr/>
        </p:nvSpPr>
        <p:spPr>
          <a:xfrm>
            <a:off x="5301851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151" name="S10-label1120"/>
          <p:cNvSpPr txBox="1"/>
          <p:nvPr/>
        </p:nvSpPr>
        <p:spPr>
          <a:xfrm>
            <a:off x="4922426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152" name="S10-label1121"/>
          <p:cNvSpPr txBox="1"/>
          <p:nvPr/>
        </p:nvSpPr>
        <p:spPr>
          <a:xfrm>
            <a:off x="4783546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153" name="S10-label1122"/>
          <p:cNvSpPr txBox="1"/>
          <p:nvPr/>
        </p:nvSpPr>
        <p:spPr>
          <a:xfrm>
            <a:off x="4922426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54" name="S10-label1123"/>
          <p:cNvSpPr txBox="1"/>
          <p:nvPr/>
        </p:nvSpPr>
        <p:spPr>
          <a:xfrm>
            <a:off x="5301851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155" name="S10-label1124"/>
          <p:cNvSpPr txBox="1"/>
          <p:nvPr/>
        </p:nvSpPr>
        <p:spPr>
          <a:xfrm>
            <a:off x="5820156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156" name="S10-line1125"/>
          <p:cNvSpPr/>
          <p:nvPr/>
        </p:nvSpPr>
        <p:spPr>
          <a:xfrm flipH="1">
            <a:off x="5594474" y="3323844"/>
            <a:ext cx="500002" cy="28867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0-line1126"/>
          <p:cNvSpPr/>
          <p:nvPr/>
        </p:nvSpPr>
        <p:spPr>
          <a:xfrm flipV="1">
            <a:off x="6094476" y="2484059"/>
            <a:ext cx="0" cy="83978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0-pin1127"/>
          <p:cNvSpPr/>
          <p:nvPr/>
        </p:nvSpPr>
        <p:spPr>
          <a:xfrm>
            <a:off x="6039612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0-label1128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0" name="S10-figure1129" descr="11시를 가리키는 시계"/>
          <p:cNvSpPr/>
          <p:nvPr/>
        </p:nvSpPr>
        <p:spPr>
          <a:xfrm>
            <a:off x="8586216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0-line1130"/>
          <p:cNvSpPr/>
          <p:nvPr/>
        </p:nvSpPr>
        <p:spPr>
          <a:xfrm>
            <a:off x="9898380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0-line1131"/>
          <p:cNvSpPr/>
          <p:nvPr/>
        </p:nvSpPr>
        <p:spPr>
          <a:xfrm flipH="1">
            <a:off x="10024857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0-line1132"/>
          <p:cNvSpPr/>
          <p:nvPr/>
        </p:nvSpPr>
        <p:spPr>
          <a:xfrm flipH="1">
            <a:off x="10149949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0-line1133"/>
          <p:cNvSpPr/>
          <p:nvPr/>
        </p:nvSpPr>
        <p:spPr>
          <a:xfrm flipH="1">
            <a:off x="10272284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0-line1134"/>
          <p:cNvSpPr/>
          <p:nvPr/>
        </p:nvSpPr>
        <p:spPr>
          <a:xfrm flipH="1">
            <a:off x="10390523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0-line1135"/>
          <p:cNvSpPr/>
          <p:nvPr/>
        </p:nvSpPr>
        <p:spPr>
          <a:xfrm flipH="1">
            <a:off x="10464005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0-line1136"/>
          <p:cNvSpPr/>
          <p:nvPr/>
        </p:nvSpPr>
        <p:spPr>
          <a:xfrm flipH="1">
            <a:off x="10609588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0-line1137"/>
          <p:cNvSpPr/>
          <p:nvPr/>
        </p:nvSpPr>
        <p:spPr>
          <a:xfrm flipH="1">
            <a:off x="10708015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0-line1138"/>
          <p:cNvSpPr/>
          <p:nvPr/>
        </p:nvSpPr>
        <p:spPr>
          <a:xfrm flipH="1">
            <a:off x="10797570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0-line1139"/>
          <p:cNvSpPr/>
          <p:nvPr/>
        </p:nvSpPr>
        <p:spPr>
          <a:xfrm flipH="1">
            <a:off x="10877274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0-line1140"/>
          <p:cNvSpPr/>
          <p:nvPr/>
        </p:nvSpPr>
        <p:spPr>
          <a:xfrm flipH="1">
            <a:off x="10878071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0-line1141"/>
          <p:cNvSpPr/>
          <p:nvPr/>
        </p:nvSpPr>
        <p:spPr>
          <a:xfrm flipH="1">
            <a:off x="11003752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0-line1142"/>
          <p:cNvSpPr/>
          <p:nvPr/>
        </p:nvSpPr>
        <p:spPr>
          <a:xfrm flipH="1">
            <a:off x="11049139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0-line1143"/>
          <p:cNvSpPr/>
          <p:nvPr/>
        </p:nvSpPr>
        <p:spPr>
          <a:xfrm flipH="1">
            <a:off x="11081919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0-line1144"/>
          <p:cNvSpPr/>
          <p:nvPr/>
        </p:nvSpPr>
        <p:spPr>
          <a:xfrm flipH="1">
            <a:off x="11101731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0-line1145"/>
          <p:cNvSpPr/>
          <p:nvPr/>
        </p:nvSpPr>
        <p:spPr>
          <a:xfrm flipH="1">
            <a:off x="11029630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0-line1146"/>
          <p:cNvSpPr/>
          <p:nvPr/>
        </p:nvSpPr>
        <p:spPr>
          <a:xfrm flipH="1" flipV="1">
            <a:off x="11101731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0-line1147"/>
          <p:cNvSpPr/>
          <p:nvPr/>
        </p:nvSpPr>
        <p:spPr>
          <a:xfrm flipH="1" flipV="1">
            <a:off x="11081919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0-line1148"/>
          <p:cNvSpPr/>
          <p:nvPr/>
        </p:nvSpPr>
        <p:spPr>
          <a:xfrm flipH="1" flipV="1">
            <a:off x="11049139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0-line1149"/>
          <p:cNvSpPr/>
          <p:nvPr/>
        </p:nvSpPr>
        <p:spPr>
          <a:xfrm flipH="1" flipV="1">
            <a:off x="11003752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0-line1150"/>
          <p:cNvSpPr/>
          <p:nvPr/>
        </p:nvSpPr>
        <p:spPr>
          <a:xfrm flipH="1" flipV="1">
            <a:off x="10878071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0-line1151"/>
          <p:cNvSpPr/>
          <p:nvPr/>
        </p:nvSpPr>
        <p:spPr>
          <a:xfrm flipH="1" flipV="1">
            <a:off x="10877274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0-line1152"/>
          <p:cNvSpPr/>
          <p:nvPr/>
        </p:nvSpPr>
        <p:spPr>
          <a:xfrm flipH="1" flipV="1">
            <a:off x="10797570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0-line1153"/>
          <p:cNvSpPr/>
          <p:nvPr/>
        </p:nvSpPr>
        <p:spPr>
          <a:xfrm flipH="1" flipV="1">
            <a:off x="10708015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0-line1154"/>
          <p:cNvSpPr/>
          <p:nvPr/>
        </p:nvSpPr>
        <p:spPr>
          <a:xfrm flipH="1" flipV="1">
            <a:off x="10609588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0-line1155"/>
          <p:cNvSpPr/>
          <p:nvPr/>
        </p:nvSpPr>
        <p:spPr>
          <a:xfrm flipH="1" flipV="1">
            <a:off x="10464005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0-line1156"/>
          <p:cNvSpPr/>
          <p:nvPr/>
        </p:nvSpPr>
        <p:spPr>
          <a:xfrm flipH="1" flipV="1">
            <a:off x="10390523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0-line1157"/>
          <p:cNvSpPr/>
          <p:nvPr/>
        </p:nvSpPr>
        <p:spPr>
          <a:xfrm flipH="1" flipV="1">
            <a:off x="10272284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0-line1158"/>
          <p:cNvSpPr/>
          <p:nvPr/>
        </p:nvSpPr>
        <p:spPr>
          <a:xfrm flipH="1" flipV="1">
            <a:off x="10149949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0-line1159"/>
          <p:cNvSpPr/>
          <p:nvPr/>
        </p:nvSpPr>
        <p:spPr>
          <a:xfrm flipH="1" flipV="1">
            <a:off x="10024857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0-line1160"/>
          <p:cNvSpPr/>
          <p:nvPr/>
        </p:nvSpPr>
        <p:spPr>
          <a:xfrm flipV="1">
            <a:off x="9898380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0-line1161"/>
          <p:cNvSpPr/>
          <p:nvPr/>
        </p:nvSpPr>
        <p:spPr>
          <a:xfrm flipV="1">
            <a:off x="9765045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0-line1162"/>
          <p:cNvSpPr/>
          <p:nvPr/>
        </p:nvSpPr>
        <p:spPr>
          <a:xfrm flipV="1">
            <a:off x="9633170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0-line1163"/>
          <p:cNvSpPr/>
          <p:nvPr/>
        </p:nvSpPr>
        <p:spPr>
          <a:xfrm flipV="1">
            <a:off x="9504202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0-line1164"/>
          <p:cNvSpPr/>
          <p:nvPr/>
        </p:nvSpPr>
        <p:spPr>
          <a:xfrm flipV="1">
            <a:off x="9379552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0-line1165"/>
          <p:cNvSpPr/>
          <p:nvPr/>
        </p:nvSpPr>
        <p:spPr>
          <a:xfrm flipV="1">
            <a:off x="9260586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0-line1166"/>
          <p:cNvSpPr/>
          <p:nvPr/>
        </p:nvSpPr>
        <p:spPr>
          <a:xfrm flipV="1">
            <a:off x="9148608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0-line1167"/>
          <p:cNvSpPr/>
          <p:nvPr/>
        </p:nvSpPr>
        <p:spPr>
          <a:xfrm flipV="1">
            <a:off x="9044845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0-line1168"/>
          <p:cNvSpPr/>
          <p:nvPr/>
        </p:nvSpPr>
        <p:spPr>
          <a:xfrm flipV="1">
            <a:off x="8950433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0-line1169"/>
          <p:cNvSpPr/>
          <p:nvPr/>
        </p:nvSpPr>
        <p:spPr>
          <a:xfrm flipV="1">
            <a:off x="8866408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0-line1170"/>
          <p:cNvSpPr/>
          <p:nvPr/>
        </p:nvSpPr>
        <p:spPr>
          <a:xfrm flipV="1">
            <a:off x="8793688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0-line1171"/>
          <p:cNvSpPr/>
          <p:nvPr/>
        </p:nvSpPr>
        <p:spPr>
          <a:xfrm flipV="1">
            <a:off x="8733072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0-line1172"/>
          <p:cNvSpPr/>
          <p:nvPr/>
        </p:nvSpPr>
        <p:spPr>
          <a:xfrm flipV="1">
            <a:off x="8685224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0-line1173"/>
          <p:cNvSpPr/>
          <p:nvPr/>
        </p:nvSpPr>
        <p:spPr>
          <a:xfrm flipV="1">
            <a:off x="8650667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0-line1174"/>
          <p:cNvSpPr/>
          <p:nvPr/>
        </p:nvSpPr>
        <p:spPr>
          <a:xfrm flipV="1">
            <a:off x="8629780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0-line1175"/>
          <p:cNvSpPr/>
          <p:nvPr/>
        </p:nvSpPr>
        <p:spPr>
          <a:xfrm>
            <a:off x="8622792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0-line1176"/>
          <p:cNvSpPr/>
          <p:nvPr/>
        </p:nvSpPr>
        <p:spPr>
          <a:xfrm>
            <a:off x="8629780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0-line1177"/>
          <p:cNvSpPr/>
          <p:nvPr/>
        </p:nvSpPr>
        <p:spPr>
          <a:xfrm>
            <a:off x="8650667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0-line1178"/>
          <p:cNvSpPr/>
          <p:nvPr/>
        </p:nvSpPr>
        <p:spPr>
          <a:xfrm>
            <a:off x="8685224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0-line1179"/>
          <p:cNvSpPr/>
          <p:nvPr/>
        </p:nvSpPr>
        <p:spPr>
          <a:xfrm>
            <a:off x="8733072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0-line1180"/>
          <p:cNvSpPr/>
          <p:nvPr/>
        </p:nvSpPr>
        <p:spPr>
          <a:xfrm>
            <a:off x="8793688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0-line1181"/>
          <p:cNvSpPr/>
          <p:nvPr/>
        </p:nvSpPr>
        <p:spPr>
          <a:xfrm>
            <a:off x="8866408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0-line1182"/>
          <p:cNvSpPr/>
          <p:nvPr/>
        </p:nvSpPr>
        <p:spPr>
          <a:xfrm>
            <a:off x="8950433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0-line1183"/>
          <p:cNvSpPr/>
          <p:nvPr/>
        </p:nvSpPr>
        <p:spPr>
          <a:xfrm>
            <a:off x="9044845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0-line1184"/>
          <p:cNvSpPr/>
          <p:nvPr/>
        </p:nvSpPr>
        <p:spPr>
          <a:xfrm>
            <a:off x="9148608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0-line1185"/>
          <p:cNvSpPr/>
          <p:nvPr/>
        </p:nvSpPr>
        <p:spPr>
          <a:xfrm>
            <a:off x="9260586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0-line1186"/>
          <p:cNvSpPr/>
          <p:nvPr/>
        </p:nvSpPr>
        <p:spPr>
          <a:xfrm>
            <a:off x="9379552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0-line1187"/>
          <p:cNvSpPr/>
          <p:nvPr/>
        </p:nvSpPr>
        <p:spPr>
          <a:xfrm>
            <a:off x="9504202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0-line1188"/>
          <p:cNvSpPr/>
          <p:nvPr/>
        </p:nvSpPr>
        <p:spPr>
          <a:xfrm>
            <a:off x="9633170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0-line1189"/>
          <p:cNvSpPr/>
          <p:nvPr/>
        </p:nvSpPr>
        <p:spPr>
          <a:xfrm>
            <a:off x="9765045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0-label1190"/>
          <p:cNvSpPr txBox="1"/>
          <p:nvPr/>
        </p:nvSpPr>
        <p:spPr>
          <a:xfrm>
            <a:off x="10142365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22" name="S10-label1191"/>
          <p:cNvSpPr txBox="1"/>
          <p:nvPr/>
        </p:nvSpPr>
        <p:spPr>
          <a:xfrm>
            <a:off x="10521790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3" name="S10-label1192"/>
          <p:cNvSpPr txBox="1"/>
          <p:nvPr/>
        </p:nvSpPr>
        <p:spPr>
          <a:xfrm>
            <a:off x="10660670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24" name="S10-label1193"/>
          <p:cNvSpPr txBox="1"/>
          <p:nvPr/>
        </p:nvSpPr>
        <p:spPr>
          <a:xfrm>
            <a:off x="10521790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5" name="S10-label1194"/>
          <p:cNvSpPr txBox="1"/>
          <p:nvPr/>
        </p:nvSpPr>
        <p:spPr>
          <a:xfrm>
            <a:off x="10142365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6" name="S10-label1195"/>
          <p:cNvSpPr txBox="1"/>
          <p:nvPr/>
        </p:nvSpPr>
        <p:spPr>
          <a:xfrm>
            <a:off x="9624060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27" name="S10-label1196"/>
          <p:cNvSpPr txBox="1"/>
          <p:nvPr/>
        </p:nvSpPr>
        <p:spPr>
          <a:xfrm>
            <a:off x="9105755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28" name="S10-label1197"/>
          <p:cNvSpPr txBox="1"/>
          <p:nvPr/>
        </p:nvSpPr>
        <p:spPr>
          <a:xfrm>
            <a:off x="8726330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29" name="S10-label1198"/>
          <p:cNvSpPr txBox="1"/>
          <p:nvPr/>
        </p:nvSpPr>
        <p:spPr>
          <a:xfrm>
            <a:off x="8587450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230" name="S10-label1199"/>
          <p:cNvSpPr txBox="1"/>
          <p:nvPr/>
        </p:nvSpPr>
        <p:spPr>
          <a:xfrm>
            <a:off x="8726330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31" name="S10-label1200"/>
          <p:cNvSpPr txBox="1"/>
          <p:nvPr/>
        </p:nvSpPr>
        <p:spPr>
          <a:xfrm>
            <a:off x="9105755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232" name="S10-label1201"/>
          <p:cNvSpPr txBox="1"/>
          <p:nvPr/>
        </p:nvSpPr>
        <p:spPr>
          <a:xfrm>
            <a:off x="9624060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233" name="S10-line1202"/>
          <p:cNvSpPr/>
          <p:nvPr/>
        </p:nvSpPr>
        <p:spPr>
          <a:xfrm flipH="1" flipV="1">
            <a:off x="9609704" y="2823842"/>
            <a:ext cx="288676" cy="50000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0-line1203"/>
          <p:cNvSpPr/>
          <p:nvPr/>
        </p:nvSpPr>
        <p:spPr>
          <a:xfrm flipV="1">
            <a:off x="9898380" y="2484059"/>
            <a:ext cx="0" cy="83978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0-pin1204"/>
          <p:cNvSpPr/>
          <p:nvPr/>
        </p:nvSpPr>
        <p:spPr>
          <a:xfrm>
            <a:off x="9843516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6" name="S10-label1205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시계를 골라요</a:t>
            </a:r>
            <a:endParaRPr lang="ko-KR" sz="4000" dirty="0"/>
          </a:p>
        </p:txBody>
      </p:sp>
      <p:sp>
        <p:nvSpPr>
          <p:cNvPr id="3" name="S12-card12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시각의 시계는? 어떻게 알았나요?</a:t>
            </a:r>
            <a:endParaRPr lang="ko-KR" sz="3000" dirty="0"/>
          </a:p>
        </p:txBody>
      </p:sp>
      <p:sp>
        <p:nvSpPr>
          <p:cNvPr id="5" name="S12-chip1208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figure1209" descr="10시를 가리키는 시계"/>
          <p:cNvSpPr/>
          <p:nvPr/>
        </p:nvSpPr>
        <p:spPr>
          <a:xfrm>
            <a:off x="2747772" y="132588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2-line1210"/>
          <p:cNvSpPr/>
          <p:nvPr/>
        </p:nvSpPr>
        <p:spPr>
          <a:xfrm>
            <a:off x="3627882" y="136245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2-line1211"/>
          <p:cNvSpPr/>
          <p:nvPr/>
        </p:nvSpPr>
        <p:spPr>
          <a:xfrm flipH="1">
            <a:off x="3711455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1212"/>
          <p:cNvSpPr/>
          <p:nvPr/>
        </p:nvSpPr>
        <p:spPr>
          <a:xfrm flipH="1">
            <a:off x="3794113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1213"/>
          <p:cNvSpPr/>
          <p:nvPr/>
        </p:nvSpPr>
        <p:spPr>
          <a:xfrm flipH="1">
            <a:off x="3874950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1214"/>
          <p:cNvSpPr/>
          <p:nvPr/>
        </p:nvSpPr>
        <p:spPr>
          <a:xfrm flipH="1">
            <a:off x="3953080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1215"/>
          <p:cNvSpPr/>
          <p:nvPr/>
        </p:nvSpPr>
        <p:spPr>
          <a:xfrm flipH="1">
            <a:off x="4001243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2-line1216"/>
          <p:cNvSpPr/>
          <p:nvPr/>
        </p:nvSpPr>
        <p:spPr>
          <a:xfrm flipH="1">
            <a:off x="4097833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1217"/>
          <p:cNvSpPr/>
          <p:nvPr/>
        </p:nvSpPr>
        <p:spPr>
          <a:xfrm flipH="1">
            <a:off x="4162871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1218"/>
          <p:cNvSpPr/>
          <p:nvPr/>
        </p:nvSpPr>
        <p:spPr>
          <a:xfrm flipH="1">
            <a:off x="4222047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1219"/>
          <p:cNvSpPr/>
          <p:nvPr/>
        </p:nvSpPr>
        <p:spPr>
          <a:xfrm flipH="1">
            <a:off x="4274714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line1220"/>
          <p:cNvSpPr/>
          <p:nvPr/>
        </p:nvSpPr>
        <p:spPr>
          <a:xfrm flipH="1">
            <a:off x="4274562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2-line1221"/>
          <p:cNvSpPr/>
          <p:nvPr/>
        </p:nvSpPr>
        <p:spPr>
          <a:xfrm flipH="1">
            <a:off x="4358288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1222"/>
          <p:cNvSpPr/>
          <p:nvPr/>
        </p:nvSpPr>
        <p:spPr>
          <a:xfrm flipH="1">
            <a:off x="4388279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1223"/>
          <p:cNvSpPr/>
          <p:nvPr/>
        </p:nvSpPr>
        <p:spPr>
          <a:xfrm flipH="1">
            <a:off x="4409939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1224"/>
          <p:cNvSpPr/>
          <p:nvPr/>
        </p:nvSpPr>
        <p:spPr>
          <a:xfrm flipH="1">
            <a:off x="4423031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1225"/>
          <p:cNvSpPr/>
          <p:nvPr/>
        </p:nvSpPr>
        <p:spPr>
          <a:xfrm flipH="1">
            <a:off x="4374604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2-line1226"/>
          <p:cNvSpPr/>
          <p:nvPr/>
        </p:nvSpPr>
        <p:spPr>
          <a:xfrm flipH="1" flipV="1">
            <a:off x="4423031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1227"/>
          <p:cNvSpPr/>
          <p:nvPr/>
        </p:nvSpPr>
        <p:spPr>
          <a:xfrm flipH="1" flipV="1">
            <a:off x="4409939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1228"/>
          <p:cNvSpPr/>
          <p:nvPr/>
        </p:nvSpPr>
        <p:spPr>
          <a:xfrm flipH="1" flipV="1">
            <a:off x="4388279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1229"/>
          <p:cNvSpPr/>
          <p:nvPr/>
        </p:nvSpPr>
        <p:spPr>
          <a:xfrm flipH="1" flipV="1">
            <a:off x="4358288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line1230"/>
          <p:cNvSpPr/>
          <p:nvPr/>
        </p:nvSpPr>
        <p:spPr>
          <a:xfrm flipH="1" flipV="1">
            <a:off x="4274562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2-line1231"/>
          <p:cNvSpPr/>
          <p:nvPr/>
        </p:nvSpPr>
        <p:spPr>
          <a:xfrm flipH="1" flipV="1">
            <a:off x="4274714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1232"/>
          <p:cNvSpPr/>
          <p:nvPr/>
        </p:nvSpPr>
        <p:spPr>
          <a:xfrm flipH="1" flipV="1">
            <a:off x="4222047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1233"/>
          <p:cNvSpPr/>
          <p:nvPr/>
        </p:nvSpPr>
        <p:spPr>
          <a:xfrm flipH="1" flipV="1">
            <a:off x="4162871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1234"/>
          <p:cNvSpPr/>
          <p:nvPr/>
        </p:nvSpPr>
        <p:spPr>
          <a:xfrm flipH="1" flipV="1">
            <a:off x="4097833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1235"/>
          <p:cNvSpPr/>
          <p:nvPr/>
        </p:nvSpPr>
        <p:spPr>
          <a:xfrm flipH="1" flipV="1">
            <a:off x="4001243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2-line1236"/>
          <p:cNvSpPr/>
          <p:nvPr/>
        </p:nvSpPr>
        <p:spPr>
          <a:xfrm flipH="1" flipV="1">
            <a:off x="3953080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1237"/>
          <p:cNvSpPr/>
          <p:nvPr/>
        </p:nvSpPr>
        <p:spPr>
          <a:xfrm flipH="1" flipV="1">
            <a:off x="3874950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1238"/>
          <p:cNvSpPr/>
          <p:nvPr/>
        </p:nvSpPr>
        <p:spPr>
          <a:xfrm flipH="1" flipV="1">
            <a:off x="3794113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1239"/>
          <p:cNvSpPr/>
          <p:nvPr/>
        </p:nvSpPr>
        <p:spPr>
          <a:xfrm flipH="1" flipV="1">
            <a:off x="3711455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line1240"/>
          <p:cNvSpPr/>
          <p:nvPr/>
        </p:nvSpPr>
        <p:spPr>
          <a:xfrm flipV="1">
            <a:off x="3627882" y="295271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2-line1241"/>
          <p:cNvSpPr/>
          <p:nvPr/>
        </p:nvSpPr>
        <p:spPr>
          <a:xfrm flipV="1">
            <a:off x="3539709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1242"/>
          <p:cNvSpPr/>
          <p:nvPr/>
        </p:nvSpPr>
        <p:spPr>
          <a:xfrm flipV="1">
            <a:off x="3452501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1243"/>
          <p:cNvSpPr/>
          <p:nvPr/>
        </p:nvSpPr>
        <p:spPr>
          <a:xfrm flipV="1">
            <a:off x="3367216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1244"/>
          <p:cNvSpPr/>
          <p:nvPr/>
        </p:nvSpPr>
        <p:spPr>
          <a:xfrm flipV="1">
            <a:off x="3284786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1245"/>
          <p:cNvSpPr/>
          <p:nvPr/>
        </p:nvSpPr>
        <p:spPr>
          <a:xfrm flipV="1">
            <a:off x="3206115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2-line1246"/>
          <p:cNvSpPr/>
          <p:nvPr/>
        </p:nvSpPr>
        <p:spPr>
          <a:xfrm flipV="1">
            <a:off x="3132065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1247"/>
          <p:cNvSpPr/>
          <p:nvPr/>
        </p:nvSpPr>
        <p:spPr>
          <a:xfrm flipV="1">
            <a:off x="3063448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1248"/>
          <p:cNvSpPr/>
          <p:nvPr/>
        </p:nvSpPr>
        <p:spPr>
          <a:xfrm flipV="1">
            <a:off x="3001014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1249"/>
          <p:cNvSpPr/>
          <p:nvPr/>
        </p:nvSpPr>
        <p:spPr>
          <a:xfrm flipV="1">
            <a:off x="2945449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line1250"/>
          <p:cNvSpPr/>
          <p:nvPr/>
        </p:nvSpPr>
        <p:spPr>
          <a:xfrm flipV="1">
            <a:off x="2897360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2-line1251"/>
          <p:cNvSpPr/>
          <p:nvPr/>
        </p:nvSpPr>
        <p:spPr>
          <a:xfrm flipV="1">
            <a:off x="2857275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1252"/>
          <p:cNvSpPr/>
          <p:nvPr/>
        </p:nvSpPr>
        <p:spPr>
          <a:xfrm flipV="1">
            <a:off x="2825633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1253"/>
          <p:cNvSpPr/>
          <p:nvPr/>
        </p:nvSpPr>
        <p:spPr>
          <a:xfrm flipV="1">
            <a:off x="2802781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1254"/>
          <p:cNvSpPr/>
          <p:nvPr/>
        </p:nvSpPr>
        <p:spPr>
          <a:xfrm flipV="1">
            <a:off x="2788969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1255"/>
          <p:cNvSpPr/>
          <p:nvPr/>
        </p:nvSpPr>
        <p:spPr>
          <a:xfrm>
            <a:off x="2784348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2-line1256"/>
          <p:cNvSpPr/>
          <p:nvPr/>
        </p:nvSpPr>
        <p:spPr>
          <a:xfrm>
            <a:off x="2788969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1257"/>
          <p:cNvSpPr/>
          <p:nvPr/>
        </p:nvSpPr>
        <p:spPr>
          <a:xfrm>
            <a:off x="2802781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1258"/>
          <p:cNvSpPr/>
          <p:nvPr/>
        </p:nvSpPr>
        <p:spPr>
          <a:xfrm>
            <a:off x="2825633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1259"/>
          <p:cNvSpPr/>
          <p:nvPr/>
        </p:nvSpPr>
        <p:spPr>
          <a:xfrm>
            <a:off x="2857275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line1260"/>
          <p:cNvSpPr/>
          <p:nvPr/>
        </p:nvSpPr>
        <p:spPr>
          <a:xfrm>
            <a:off x="2897360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2-line1261"/>
          <p:cNvSpPr/>
          <p:nvPr/>
        </p:nvSpPr>
        <p:spPr>
          <a:xfrm>
            <a:off x="2945449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1262"/>
          <p:cNvSpPr/>
          <p:nvPr/>
        </p:nvSpPr>
        <p:spPr>
          <a:xfrm>
            <a:off x="3001014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1263"/>
          <p:cNvSpPr/>
          <p:nvPr/>
        </p:nvSpPr>
        <p:spPr>
          <a:xfrm>
            <a:off x="3063448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1264"/>
          <p:cNvSpPr/>
          <p:nvPr/>
        </p:nvSpPr>
        <p:spPr>
          <a:xfrm>
            <a:off x="3132065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2-line1265"/>
          <p:cNvSpPr/>
          <p:nvPr/>
        </p:nvSpPr>
        <p:spPr>
          <a:xfrm>
            <a:off x="3206115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2-line1266"/>
          <p:cNvSpPr/>
          <p:nvPr/>
        </p:nvSpPr>
        <p:spPr>
          <a:xfrm>
            <a:off x="3284786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1267"/>
          <p:cNvSpPr/>
          <p:nvPr/>
        </p:nvSpPr>
        <p:spPr>
          <a:xfrm>
            <a:off x="3367216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1268"/>
          <p:cNvSpPr/>
          <p:nvPr/>
        </p:nvSpPr>
        <p:spPr>
          <a:xfrm>
            <a:off x="3452501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ine1269"/>
          <p:cNvSpPr/>
          <p:nvPr/>
        </p:nvSpPr>
        <p:spPr>
          <a:xfrm>
            <a:off x="3539709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2-label1270"/>
          <p:cNvSpPr txBox="1"/>
          <p:nvPr/>
        </p:nvSpPr>
        <p:spPr>
          <a:xfrm>
            <a:off x="3701205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68" name="S12-label1271"/>
          <p:cNvSpPr txBox="1"/>
          <p:nvPr/>
        </p:nvSpPr>
        <p:spPr>
          <a:xfrm>
            <a:off x="3955698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69" name="S12-label1272"/>
          <p:cNvSpPr txBox="1"/>
          <p:nvPr/>
        </p:nvSpPr>
        <p:spPr>
          <a:xfrm>
            <a:off x="4048849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70" name="S12-label1273"/>
          <p:cNvSpPr txBox="1"/>
          <p:nvPr/>
        </p:nvSpPr>
        <p:spPr>
          <a:xfrm>
            <a:off x="3955698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71" name="S12-label1274"/>
          <p:cNvSpPr txBox="1"/>
          <p:nvPr/>
        </p:nvSpPr>
        <p:spPr>
          <a:xfrm>
            <a:off x="3701205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72" name="S12-label1275"/>
          <p:cNvSpPr txBox="1"/>
          <p:nvPr/>
        </p:nvSpPr>
        <p:spPr>
          <a:xfrm>
            <a:off x="3353562" y="27183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73" name="S12-label1276"/>
          <p:cNvSpPr txBox="1"/>
          <p:nvPr/>
        </p:nvSpPr>
        <p:spPr>
          <a:xfrm>
            <a:off x="3005919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74" name="S12-label1277"/>
          <p:cNvSpPr txBox="1"/>
          <p:nvPr/>
        </p:nvSpPr>
        <p:spPr>
          <a:xfrm>
            <a:off x="2751426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75" name="S12-label1278"/>
          <p:cNvSpPr txBox="1"/>
          <p:nvPr/>
        </p:nvSpPr>
        <p:spPr>
          <a:xfrm>
            <a:off x="2658275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76" name="S12-label1279"/>
          <p:cNvSpPr txBox="1"/>
          <p:nvPr/>
        </p:nvSpPr>
        <p:spPr>
          <a:xfrm>
            <a:off x="2751426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77" name="S12-label1280"/>
          <p:cNvSpPr txBox="1"/>
          <p:nvPr/>
        </p:nvSpPr>
        <p:spPr>
          <a:xfrm>
            <a:off x="3005919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78" name="S12-label1281"/>
          <p:cNvSpPr txBox="1"/>
          <p:nvPr/>
        </p:nvSpPr>
        <p:spPr>
          <a:xfrm>
            <a:off x="3353562" y="13278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79" name="S12-line1282"/>
          <p:cNvSpPr/>
          <p:nvPr/>
        </p:nvSpPr>
        <p:spPr>
          <a:xfrm flipH="1" flipV="1">
            <a:off x="3292515" y="2012366"/>
            <a:ext cx="335367" cy="19362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2-line1283"/>
          <p:cNvSpPr/>
          <p:nvPr/>
        </p:nvSpPr>
        <p:spPr>
          <a:xfrm flipV="1">
            <a:off x="3627882" y="164272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2-pin1284"/>
          <p:cNvSpPr/>
          <p:nvPr/>
        </p:nvSpPr>
        <p:spPr>
          <a:xfrm>
            <a:off x="3573018" y="215112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2-chip128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3" name="S12-figure1286" descr="12시를 가리키는 시계"/>
          <p:cNvSpPr/>
          <p:nvPr/>
        </p:nvSpPr>
        <p:spPr>
          <a:xfrm>
            <a:off x="8476488" y="132588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2-line1287"/>
          <p:cNvSpPr/>
          <p:nvPr/>
        </p:nvSpPr>
        <p:spPr>
          <a:xfrm>
            <a:off x="9356598" y="136245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2-line1288"/>
          <p:cNvSpPr/>
          <p:nvPr/>
        </p:nvSpPr>
        <p:spPr>
          <a:xfrm flipH="1">
            <a:off x="9440171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1289"/>
          <p:cNvSpPr/>
          <p:nvPr/>
        </p:nvSpPr>
        <p:spPr>
          <a:xfrm flipH="1">
            <a:off x="9522829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1290"/>
          <p:cNvSpPr/>
          <p:nvPr/>
        </p:nvSpPr>
        <p:spPr>
          <a:xfrm flipH="1">
            <a:off x="9603666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1291"/>
          <p:cNvSpPr/>
          <p:nvPr/>
        </p:nvSpPr>
        <p:spPr>
          <a:xfrm flipH="1">
            <a:off x="9681796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2-line1292"/>
          <p:cNvSpPr/>
          <p:nvPr/>
        </p:nvSpPr>
        <p:spPr>
          <a:xfrm flipH="1">
            <a:off x="9729959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2-line1293"/>
          <p:cNvSpPr/>
          <p:nvPr/>
        </p:nvSpPr>
        <p:spPr>
          <a:xfrm flipH="1">
            <a:off x="9826549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2-line1294"/>
          <p:cNvSpPr/>
          <p:nvPr/>
        </p:nvSpPr>
        <p:spPr>
          <a:xfrm flipH="1">
            <a:off x="9891587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1295"/>
          <p:cNvSpPr/>
          <p:nvPr/>
        </p:nvSpPr>
        <p:spPr>
          <a:xfrm flipH="1">
            <a:off x="9950763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1296"/>
          <p:cNvSpPr/>
          <p:nvPr/>
        </p:nvSpPr>
        <p:spPr>
          <a:xfrm flipH="1">
            <a:off x="10003430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1297"/>
          <p:cNvSpPr/>
          <p:nvPr/>
        </p:nvSpPr>
        <p:spPr>
          <a:xfrm flipH="1">
            <a:off x="10003278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2-line1298"/>
          <p:cNvSpPr/>
          <p:nvPr/>
        </p:nvSpPr>
        <p:spPr>
          <a:xfrm flipH="1">
            <a:off x="10087004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1299"/>
          <p:cNvSpPr/>
          <p:nvPr/>
        </p:nvSpPr>
        <p:spPr>
          <a:xfrm flipH="1">
            <a:off x="10116995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1300"/>
          <p:cNvSpPr/>
          <p:nvPr/>
        </p:nvSpPr>
        <p:spPr>
          <a:xfrm flipH="1">
            <a:off x="10138655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1301"/>
          <p:cNvSpPr/>
          <p:nvPr/>
        </p:nvSpPr>
        <p:spPr>
          <a:xfrm flipH="1">
            <a:off x="10151747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1302"/>
          <p:cNvSpPr/>
          <p:nvPr/>
        </p:nvSpPr>
        <p:spPr>
          <a:xfrm flipH="1">
            <a:off x="10103320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2-line1303"/>
          <p:cNvSpPr/>
          <p:nvPr/>
        </p:nvSpPr>
        <p:spPr>
          <a:xfrm flipH="1" flipV="1">
            <a:off x="10151747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1304"/>
          <p:cNvSpPr/>
          <p:nvPr/>
        </p:nvSpPr>
        <p:spPr>
          <a:xfrm flipH="1" flipV="1">
            <a:off x="10138655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1305"/>
          <p:cNvSpPr/>
          <p:nvPr/>
        </p:nvSpPr>
        <p:spPr>
          <a:xfrm flipH="1" flipV="1">
            <a:off x="10116995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1306"/>
          <p:cNvSpPr/>
          <p:nvPr/>
        </p:nvSpPr>
        <p:spPr>
          <a:xfrm flipH="1" flipV="1">
            <a:off x="10087004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1307"/>
          <p:cNvSpPr/>
          <p:nvPr/>
        </p:nvSpPr>
        <p:spPr>
          <a:xfrm flipH="1" flipV="1">
            <a:off x="10003278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2-line1308"/>
          <p:cNvSpPr/>
          <p:nvPr/>
        </p:nvSpPr>
        <p:spPr>
          <a:xfrm flipH="1" flipV="1">
            <a:off x="10003430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1309"/>
          <p:cNvSpPr/>
          <p:nvPr/>
        </p:nvSpPr>
        <p:spPr>
          <a:xfrm flipH="1" flipV="1">
            <a:off x="9950763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1310"/>
          <p:cNvSpPr/>
          <p:nvPr/>
        </p:nvSpPr>
        <p:spPr>
          <a:xfrm flipH="1" flipV="1">
            <a:off x="9891587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1311"/>
          <p:cNvSpPr/>
          <p:nvPr/>
        </p:nvSpPr>
        <p:spPr>
          <a:xfrm flipH="1" flipV="1">
            <a:off x="9826549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1312"/>
          <p:cNvSpPr/>
          <p:nvPr/>
        </p:nvSpPr>
        <p:spPr>
          <a:xfrm flipH="1" flipV="1">
            <a:off x="9729959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2-line1313"/>
          <p:cNvSpPr/>
          <p:nvPr/>
        </p:nvSpPr>
        <p:spPr>
          <a:xfrm flipH="1" flipV="1">
            <a:off x="9681796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1314"/>
          <p:cNvSpPr/>
          <p:nvPr/>
        </p:nvSpPr>
        <p:spPr>
          <a:xfrm flipH="1" flipV="1">
            <a:off x="9603666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1315"/>
          <p:cNvSpPr/>
          <p:nvPr/>
        </p:nvSpPr>
        <p:spPr>
          <a:xfrm flipH="1" flipV="1">
            <a:off x="9522829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1316"/>
          <p:cNvSpPr/>
          <p:nvPr/>
        </p:nvSpPr>
        <p:spPr>
          <a:xfrm flipH="1" flipV="1">
            <a:off x="9440171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1317"/>
          <p:cNvSpPr/>
          <p:nvPr/>
        </p:nvSpPr>
        <p:spPr>
          <a:xfrm flipV="1">
            <a:off x="9356598" y="295271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2-line1318"/>
          <p:cNvSpPr/>
          <p:nvPr/>
        </p:nvSpPr>
        <p:spPr>
          <a:xfrm flipV="1">
            <a:off x="9268425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1319"/>
          <p:cNvSpPr/>
          <p:nvPr/>
        </p:nvSpPr>
        <p:spPr>
          <a:xfrm flipV="1">
            <a:off x="9181217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1320"/>
          <p:cNvSpPr/>
          <p:nvPr/>
        </p:nvSpPr>
        <p:spPr>
          <a:xfrm flipV="1">
            <a:off x="9095932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1321"/>
          <p:cNvSpPr/>
          <p:nvPr/>
        </p:nvSpPr>
        <p:spPr>
          <a:xfrm flipV="1">
            <a:off x="9013502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1322"/>
          <p:cNvSpPr/>
          <p:nvPr/>
        </p:nvSpPr>
        <p:spPr>
          <a:xfrm flipV="1">
            <a:off x="8934831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2-line1323"/>
          <p:cNvSpPr/>
          <p:nvPr/>
        </p:nvSpPr>
        <p:spPr>
          <a:xfrm flipV="1">
            <a:off x="8860781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1324"/>
          <p:cNvSpPr/>
          <p:nvPr/>
        </p:nvSpPr>
        <p:spPr>
          <a:xfrm flipV="1">
            <a:off x="8792164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1325"/>
          <p:cNvSpPr/>
          <p:nvPr/>
        </p:nvSpPr>
        <p:spPr>
          <a:xfrm flipV="1">
            <a:off x="8729730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1326"/>
          <p:cNvSpPr/>
          <p:nvPr/>
        </p:nvSpPr>
        <p:spPr>
          <a:xfrm flipV="1">
            <a:off x="8674165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1327"/>
          <p:cNvSpPr/>
          <p:nvPr/>
        </p:nvSpPr>
        <p:spPr>
          <a:xfrm flipV="1">
            <a:off x="8626076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2-line1328"/>
          <p:cNvSpPr/>
          <p:nvPr/>
        </p:nvSpPr>
        <p:spPr>
          <a:xfrm flipV="1">
            <a:off x="8585991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1329"/>
          <p:cNvSpPr/>
          <p:nvPr/>
        </p:nvSpPr>
        <p:spPr>
          <a:xfrm flipV="1">
            <a:off x="8554349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1330"/>
          <p:cNvSpPr/>
          <p:nvPr/>
        </p:nvSpPr>
        <p:spPr>
          <a:xfrm flipV="1">
            <a:off x="8531497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1331"/>
          <p:cNvSpPr/>
          <p:nvPr/>
        </p:nvSpPr>
        <p:spPr>
          <a:xfrm flipV="1">
            <a:off x="8517685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1332"/>
          <p:cNvSpPr/>
          <p:nvPr/>
        </p:nvSpPr>
        <p:spPr>
          <a:xfrm>
            <a:off x="8513064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2-line1333"/>
          <p:cNvSpPr/>
          <p:nvPr/>
        </p:nvSpPr>
        <p:spPr>
          <a:xfrm>
            <a:off x="8517685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1334"/>
          <p:cNvSpPr/>
          <p:nvPr/>
        </p:nvSpPr>
        <p:spPr>
          <a:xfrm>
            <a:off x="8531497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line1335"/>
          <p:cNvSpPr/>
          <p:nvPr/>
        </p:nvSpPr>
        <p:spPr>
          <a:xfrm>
            <a:off x="8554349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2-line1336"/>
          <p:cNvSpPr/>
          <p:nvPr/>
        </p:nvSpPr>
        <p:spPr>
          <a:xfrm>
            <a:off x="8585991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2-line1337"/>
          <p:cNvSpPr/>
          <p:nvPr/>
        </p:nvSpPr>
        <p:spPr>
          <a:xfrm>
            <a:off x="8626076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2-line1338"/>
          <p:cNvSpPr/>
          <p:nvPr/>
        </p:nvSpPr>
        <p:spPr>
          <a:xfrm>
            <a:off x="8674165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1339"/>
          <p:cNvSpPr/>
          <p:nvPr/>
        </p:nvSpPr>
        <p:spPr>
          <a:xfrm>
            <a:off x="8729730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1340"/>
          <p:cNvSpPr/>
          <p:nvPr/>
        </p:nvSpPr>
        <p:spPr>
          <a:xfrm>
            <a:off x="8792164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1341"/>
          <p:cNvSpPr/>
          <p:nvPr/>
        </p:nvSpPr>
        <p:spPr>
          <a:xfrm>
            <a:off x="8860781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2-line1342"/>
          <p:cNvSpPr/>
          <p:nvPr/>
        </p:nvSpPr>
        <p:spPr>
          <a:xfrm>
            <a:off x="8934831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2-line1343"/>
          <p:cNvSpPr/>
          <p:nvPr/>
        </p:nvSpPr>
        <p:spPr>
          <a:xfrm>
            <a:off x="9013502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1344"/>
          <p:cNvSpPr/>
          <p:nvPr/>
        </p:nvSpPr>
        <p:spPr>
          <a:xfrm>
            <a:off x="9095932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line1345"/>
          <p:cNvSpPr/>
          <p:nvPr/>
        </p:nvSpPr>
        <p:spPr>
          <a:xfrm>
            <a:off x="9181217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2-line1346"/>
          <p:cNvSpPr/>
          <p:nvPr/>
        </p:nvSpPr>
        <p:spPr>
          <a:xfrm>
            <a:off x="9268425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2-label1347"/>
          <p:cNvSpPr txBox="1"/>
          <p:nvPr/>
        </p:nvSpPr>
        <p:spPr>
          <a:xfrm>
            <a:off x="9429921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145" name="S12-label1348"/>
          <p:cNvSpPr txBox="1"/>
          <p:nvPr/>
        </p:nvSpPr>
        <p:spPr>
          <a:xfrm>
            <a:off x="9684414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146" name="S12-label1349"/>
          <p:cNvSpPr txBox="1"/>
          <p:nvPr/>
        </p:nvSpPr>
        <p:spPr>
          <a:xfrm>
            <a:off x="9777565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147" name="S12-label1350"/>
          <p:cNvSpPr txBox="1"/>
          <p:nvPr/>
        </p:nvSpPr>
        <p:spPr>
          <a:xfrm>
            <a:off x="9684414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148" name="S12-label1351"/>
          <p:cNvSpPr txBox="1"/>
          <p:nvPr/>
        </p:nvSpPr>
        <p:spPr>
          <a:xfrm>
            <a:off x="9429921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149" name="S12-label1352"/>
          <p:cNvSpPr txBox="1"/>
          <p:nvPr/>
        </p:nvSpPr>
        <p:spPr>
          <a:xfrm>
            <a:off x="9082278" y="27183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150" name="S12-label1353"/>
          <p:cNvSpPr txBox="1"/>
          <p:nvPr/>
        </p:nvSpPr>
        <p:spPr>
          <a:xfrm>
            <a:off x="8734635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151" name="S12-label1354"/>
          <p:cNvSpPr txBox="1"/>
          <p:nvPr/>
        </p:nvSpPr>
        <p:spPr>
          <a:xfrm>
            <a:off x="8480142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152" name="S12-label1355"/>
          <p:cNvSpPr txBox="1"/>
          <p:nvPr/>
        </p:nvSpPr>
        <p:spPr>
          <a:xfrm>
            <a:off x="8386991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153" name="S12-label1356"/>
          <p:cNvSpPr txBox="1"/>
          <p:nvPr/>
        </p:nvSpPr>
        <p:spPr>
          <a:xfrm>
            <a:off x="8480142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154" name="S12-label1357"/>
          <p:cNvSpPr txBox="1"/>
          <p:nvPr/>
        </p:nvSpPr>
        <p:spPr>
          <a:xfrm>
            <a:off x="8734635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155" name="S12-label1358"/>
          <p:cNvSpPr txBox="1"/>
          <p:nvPr/>
        </p:nvSpPr>
        <p:spPr>
          <a:xfrm>
            <a:off x="9082278" y="13278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156" name="S12-line1359"/>
          <p:cNvSpPr/>
          <p:nvPr/>
        </p:nvSpPr>
        <p:spPr>
          <a:xfrm flipV="1">
            <a:off x="9356598" y="1818742"/>
            <a:ext cx="0" cy="38724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2-line1360"/>
          <p:cNvSpPr/>
          <p:nvPr/>
        </p:nvSpPr>
        <p:spPr>
          <a:xfrm flipV="1">
            <a:off x="9356598" y="164272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2-pin1361"/>
          <p:cNvSpPr/>
          <p:nvPr/>
        </p:nvSpPr>
        <p:spPr>
          <a:xfrm>
            <a:off x="9301734" y="215112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2-chip136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60" name="S12-figure1363" descr="2시를 가리키는 시계"/>
          <p:cNvSpPr/>
          <p:nvPr/>
        </p:nvSpPr>
        <p:spPr>
          <a:xfrm>
            <a:off x="2747772" y="336042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2-line1364"/>
          <p:cNvSpPr/>
          <p:nvPr/>
        </p:nvSpPr>
        <p:spPr>
          <a:xfrm>
            <a:off x="3627882" y="339699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2-line1365"/>
          <p:cNvSpPr/>
          <p:nvPr/>
        </p:nvSpPr>
        <p:spPr>
          <a:xfrm flipH="1">
            <a:off x="3711455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2-line1366"/>
          <p:cNvSpPr/>
          <p:nvPr/>
        </p:nvSpPr>
        <p:spPr>
          <a:xfrm flipH="1">
            <a:off x="3794113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2-line1367"/>
          <p:cNvSpPr/>
          <p:nvPr/>
        </p:nvSpPr>
        <p:spPr>
          <a:xfrm flipH="1">
            <a:off x="3874950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2-line1368"/>
          <p:cNvSpPr/>
          <p:nvPr/>
        </p:nvSpPr>
        <p:spPr>
          <a:xfrm flipH="1">
            <a:off x="3953080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2-line1369"/>
          <p:cNvSpPr/>
          <p:nvPr/>
        </p:nvSpPr>
        <p:spPr>
          <a:xfrm flipH="1">
            <a:off x="4001243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2-line1370"/>
          <p:cNvSpPr/>
          <p:nvPr/>
        </p:nvSpPr>
        <p:spPr>
          <a:xfrm flipH="1">
            <a:off x="4097833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2-line1371"/>
          <p:cNvSpPr/>
          <p:nvPr/>
        </p:nvSpPr>
        <p:spPr>
          <a:xfrm flipH="1">
            <a:off x="4162871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2-line1372"/>
          <p:cNvSpPr/>
          <p:nvPr/>
        </p:nvSpPr>
        <p:spPr>
          <a:xfrm flipH="1">
            <a:off x="4222047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2-line1373"/>
          <p:cNvSpPr/>
          <p:nvPr/>
        </p:nvSpPr>
        <p:spPr>
          <a:xfrm flipH="1">
            <a:off x="4274714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2-line1374"/>
          <p:cNvSpPr/>
          <p:nvPr/>
        </p:nvSpPr>
        <p:spPr>
          <a:xfrm flipH="1">
            <a:off x="4274562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2-line1375"/>
          <p:cNvSpPr/>
          <p:nvPr/>
        </p:nvSpPr>
        <p:spPr>
          <a:xfrm flipH="1">
            <a:off x="4358288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2-line1376"/>
          <p:cNvSpPr/>
          <p:nvPr/>
        </p:nvSpPr>
        <p:spPr>
          <a:xfrm flipH="1">
            <a:off x="4388279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2-line1377"/>
          <p:cNvSpPr/>
          <p:nvPr/>
        </p:nvSpPr>
        <p:spPr>
          <a:xfrm flipH="1">
            <a:off x="4409939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2-line1378"/>
          <p:cNvSpPr/>
          <p:nvPr/>
        </p:nvSpPr>
        <p:spPr>
          <a:xfrm flipH="1">
            <a:off x="4423031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2-line1379"/>
          <p:cNvSpPr/>
          <p:nvPr/>
        </p:nvSpPr>
        <p:spPr>
          <a:xfrm flipH="1">
            <a:off x="4374604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2-line1380"/>
          <p:cNvSpPr/>
          <p:nvPr/>
        </p:nvSpPr>
        <p:spPr>
          <a:xfrm flipH="1" flipV="1">
            <a:off x="4423031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2-line1381"/>
          <p:cNvSpPr/>
          <p:nvPr/>
        </p:nvSpPr>
        <p:spPr>
          <a:xfrm flipH="1" flipV="1">
            <a:off x="4409939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2-line1382"/>
          <p:cNvSpPr/>
          <p:nvPr/>
        </p:nvSpPr>
        <p:spPr>
          <a:xfrm flipH="1" flipV="1">
            <a:off x="4388279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2-line1383"/>
          <p:cNvSpPr/>
          <p:nvPr/>
        </p:nvSpPr>
        <p:spPr>
          <a:xfrm flipH="1" flipV="1">
            <a:off x="4358288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2-line1384"/>
          <p:cNvSpPr/>
          <p:nvPr/>
        </p:nvSpPr>
        <p:spPr>
          <a:xfrm flipH="1" flipV="1">
            <a:off x="4274562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2-line1385"/>
          <p:cNvSpPr/>
          <p:nvPr/>
        </p:nvSpPr>
        <p:spPr>
          <a:xfrm flipH="1" flipV="1">
            <a:off x="4274714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2-line1386"/>
          <p:cNvSpPr/>
          <p:nvPr/>
        </p:nvSpPr>
        <p:spPr>
          <a:xfrm flipH="1" flipV="1">
            <a:off x="4222047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2-line1387"/>
          <p:cNvSpPr/>
          <p:nvPr/>
        </p:nvSpPr>
        <p:spPr>
          <a:xfrm flipH="1" flipV="1">
            <a:off x="4162871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2-line1388"/>
          <p:cNvSpPr/>
          <p:nvPr/>
        </p:nvSpPr>
        <p:spPr>
          <a:xfrm flipH="1" flipV="1">
            <a:off x="4097833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2-line1389"/>
          <p:cNvSpPr/>
          <p:nvPr/>
        </p:nvSpPr>
        <p:spPr>
          <a:xfrm flipH="1" flipV="1">
            <a:off x="4001243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2-line1390"/>
          <p:cNvSpPr/>
          <p:nvPr/>
        </p:nvSpPr>
        <p:spPr>
          <a:xfrm flipH="1" flipV="1">
            <a:off x="3953080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2-line1391"/>
          <p:cNvSpPr/>
          <p:nvPr/>
        </p:nvSpPr>
        <p:spPr>
          <a:xfrm flipH="1" flipV="1">
            <a:off x="3874950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2-line1392"/>
          <p:cNvSpPr/>
          <p:nvPr/>
        </p:nvSpPr>
        <p:spPr>
          <a:xfrm flipH="1" flipV="1">
            <a:off x="3794113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2-line1393"/>
          <p:cNvSpPr/>
          <p:nvPr/>
        </p:nvSpPr>
        <p:spPr>
          <a:xfrm flipH="1" flipV="1">
            <a:off x="3711455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2-line1394"/>
          <p:cNvSpPr/>
          <p:nvPr/>
        </p:nvSpPr>
        <p:spPr>
          <a:xfrm flipV="1">
            <a:off x="3627882" y="498725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2-line1395"/>
          <p:cNvSpPr/>
          <p:nvPr/>
        </p:nvSpPr>
        <p:spPr>
          <a:xfrm flipV="1">
            <a:off x="3539709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2-line1396"/>
          <p:cNvSpPr/>
          <p:nvPr/>
        </p:nvSpPr>
        <p:spPr>
          <a:xfrm flipV="1">
            <a:off x="3452501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2-line1397"/>
          <p:cNvSpPr/>
          <p:nvPr/>
        </p:nvSpPr>
        <p:spPr>
          <a:xfrm flipV="1">
            <a:off x="3367216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2-line1398"/>
          <p:cNvSpPr/>
          <p:nvPr/>
        </p:nvSpPr>
        <p:spPr>
          <a:xfrm flipV="1">
            <a:off x="3284786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2-line1399"/>
          <p:cNvSpPr/>
          <p:nvPr/>
        </p:nvSpPr>
        <p:spPr>
          <a:xfrm flipV="1">
            <a:off x="3206115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2-line1400"/>
          <p:cNvSpPr/>
          <p:nvPr/>
        </p:nvSpPr>
        <p:spPr>
          <a:xfrm flipV="1">
            <a:off x="3132065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2-line1401"/>
          <p:cNvSpPr/>
          <p:nvPr/>
        </p:nvSpPr>
        <p:spPr>
          <a:xfrm flipV="1">
            <a:off x="3063448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2-line1402"/>
          <p:cNvSpPr/>
          <p:nvPr/>
        </p:nvSpPr>
        <p:spPr>
          <a:xfrm flipV="1">
            <a:off x="3001014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2-line1403"/>
          <p:cNvSpPr/>
          <p:nvPr/>
        </p:nvSpPr>
        <p:spPr>
          <a:xfrm flipV="1">
            <a:off x="2945449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2-line1404"/>
          <p:cNvSpPr/>
          <p:nvPr/>
        </p:nvSpPr>
        <p:spPr>
          <a:xfrm flipV="1">
            <a:off x="2897360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2-line1405"/>
          <p:cNvSpPr/>
          <p:nvPr/>
        </p:nvSpPr>
        <p:spPr>
          <a:xfrm flipV="1">
            <a:off x="2857275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2-line1406"/>
          <p:cNvSpPr/>
          <p:nvPr/>
        </p:nvSpPr>
        <p:spPr>
          <a:xfrm flipV="1">
            <a:off x="2825633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2-line1407"/>
          <p:cNvSpPr/>
          <p:nvPr/>
        </p:nvSpPr>
        <p:spPr>
          <a:xfrm flipV="1">
            <a:off x="2802781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2-line1408"/>
          <p:cNvSpPr/>
          <p:nvPr/>
        </p:nvSpPr>
        <p:spPr>
          <a:xfrm flipV="1">
            <a:off x="2788969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2-line1409"/>
          <p:cNvSpPr/>
          <p:nvPr/>
        </p:nvSpPr>
        <p:spPr>
          <a:xfrm>
            <a:off x="2784348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2-line1410"/>
          <p:cNvSpPr/>
          <p:nvPr/>
        </p:nvSpPr>
        <p:spPr>
          <a:xfrm>
            <a:off x="2788969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2-line1411"/>
          <p:cNvSpPr/>
          <p:nvPr/>
        </p:nvSpPr>
        <p:spPr>
          <a:xfrm>
            <a:off x="2802781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2-line1412"/>
          <p:cNvSpPr/>
          <p:nvPr/>
        </p:nvSpPr>
        <p:spPr>
          <a:xfrm>
            <a:off x="2825633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2-line1413"/>
          <p:cNvSpPr/>
          <p:nvPr/>
        </p:nvSpPr>
        <p:spPr>
          <a:xfrm>
            <a:off x="2857275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2-line1414"/>
          <p:cNvSpPr/>
          <p:nvPr/>
        </p:nvSpPr>
        <p:spPr>
          <a:xfrm>
            <a:off x="2897360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2-line1415"/>
          <p:cNvSpPr/>
          <p:nvPr/>
        </p:nvSpPr>
        <p:spPr>
          <a:xfrm>
            <a:off x="2945449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2-line1416"/>
          <p:cNvSpPr/>
          <p:nvPr/>
        </p:nvSpPr>
        <p:spPr>
          <a:xfrm>
            <a:off x="3001014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2-line1417"/>
          <p:cNvSpPr/>
          <p:nvPr/>
        </p:nvSpPr>
        <p:spPr>
          <a:xfrm>
            <a:off x="3063448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2-line1418"/>
          <p:cNvSpPr/>
          <p:nvPr/>
        </p:nvSpPr>
        <p:spPr>
          <a:xfrm>
            <a:off x="3132065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2-line1419"/>
          <p:cNvSpPr/>
          <p:nvPr/>
        </p:nvSpPr>
        <p:spPr>
          <a:xfrm>
            <a:off x="3206115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2-line1420"/>
          <p:cNvSpPr/>
          <p:nvPr/>
        </p:nvSpPr>
        <p:spPr>
          <a:xfrm>
            <a:off x="3284786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2-line1421"/>
          <p:cNvSpPr/>
          <p:nvPr/>
        </p:nvSpPr>
        <p:spPr>
          <a:xfrm>
            <a:off x="3367216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2-line1422"/>
          <p:cNvSpPr/>
          <p:nvPr/>
        </p:nvSpPr>
        <p:spPr>
          <a:xfrm>
            <a:off x="3452501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2-line1423"/>
          <p:cNvSpPr/>
          <p:nvPr/>
        </p:nvSpPr>
        <p:spPr>
          <a:xfrm>
            <a:off x="3539709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2-label1424"/>
          <p:cNvSpPr txBox="1"/>
          <p:nvPr/>
        </p:nvSpPr>
        <p:spPr>
          <a:xfrm>
            <a:off x="3701205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222" name="S12-label1425"/>
          <p:cNvSpPr txBox="1"/>
          <p:nvPr/>
        </p:nvSpPr>
        <p:spPr>
          <a:xfrm>
            <a:off x="3955698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223" name="S12-label1426"/>
          <p:cNvSpPr txBox="1"/>
          <p:nvPr/>
        </p:nvSpPr>
        <p:spPr>
          <a:xfrm>
            <a:off x="4048849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224" name="S12-label1427"/>
          <p:cNvSpPr txBox="1"/>
          <p:nvPr/>
        </p:nvSpPr>
        <p:spPr>
          <a:xfrm>
            <a:off x="3955698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225" name="S12-label1428"/>
          <p:cNvSpPr txBox="1"/>
          <p:nvPr/>
        </p:nvSpPr>
        <p:spPr>
          <a:xfrm>
            <a:off x="3701205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226" name="S12-label1429"/>
          <p:cNvSpPr txBox="1"/>
          <p:nvPr/>
        </p:nvSpPr>
        <p:spPr>
          <a:xfrm>
            <a:off x="3353562" y="475293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227" name="S12-label1430"/>
          <p:cNvSpPr txBox="1"/>
          <p:nvPr/>
        </p:nvSpPr>
        <p:spPr>
          <a:xfrm>
            <a:off x="3005919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228" name="S12-label1431"/>
          <p:cNvSpPr txBox="1"/>
          <p:nvPr/>
        </p:nvSpPr>
        <p:spPr>
          <a:xfrm>
            <a:off x="2751426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229" name="S12-label1432"/>
          <p:cNvSpPr txBox="1"/>
          <p:nvPr/>
        </p:nvSpPr>
        <p:spPr>
          <a:xfrm>
            <a:off x="2658275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230" name="S12-label1433"/>
          <p:cNvSpPr txBox="1"/>
          <p:nvPr/>
        </p:nvSpPr>
        <p:spPr>
          <a:xfrm>
            <a:off x="2751426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231" name="S12-label1434"/>
          <p:cNvSpPr txBox="1"/>
          <p:nvPr/>
        </p:nvSpPr>
        <p:spPr>
          <a:xfrm>
            <a:off x="3005919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232" name="S12-label1435"/>
          <p:cNvSpPr txBox="1"/>
          <p:nvPr/>
        </p:nvSpPr>
        <p:spPr>
          <a:xfrm>
            <a:off x="3353562" y="336236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233" name="S12-line1436"/>
          <p:cNvSpPr/>
          <p:nvPr/>
        </p:nvSpPr>
        <p:spPr>
          <a:xfrm flipV="1">
            <a:off x="3627882" y="4046906"/>
            <a:ext cx="335367" cy="19362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2-line1437"/>
          <p:cNvSpPr/>
          <p:nvPr/>
        </p:nvSpPr>
        <p:spPr>
          <a:xfrm flipV="1">
            <a:off x="3627882" y="367726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2-pin1438"/>
          <p:cNvSpPr/>
          <p:nvPr/>
        </p:nvSpPr>
        <p:spPr>
          <a:xfrm>
            <a:off x="3573018" y="418566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6" name="S12-chip143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37" name="S12-figure1440" descr="6시를 가리키는 시계"/>
          <p:cNvSpPr/>
          <p:nvPr/>
        </p:nvSpPr>
        <p:spPr>
          <a:xfrm>
            <a:off x="8476488" y="336042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38" name="S12-line1441"/>
          <p:cNvSpPr/>
          <p:nvPr/>
        </p:nvSpPr>
        <p:spPr>
          <a:xfrm>
            <a:off x="9356598" y="339699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9" name="S12-line1442"/>
          <p:cNvSpPr/>
          <p:nvPr/>
        </p:nvSpPr>
        <p:spPr>
          <a:xfrm flipH="1">
            <a:off x="9440171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12-line1443"/>
          <p:cNvSpPr/>
          <p:nvPr/>
        </p:nvSpPr>
        <p:spPr>
          <a:xfrm flipH="1">
            <a:off x="9522829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12-line1444"/>
          <p:cNvSpPr/>
          <p:nvPr/>
        </p:nvSpPr>
        <p:spPr>
          <a:xfrm flipH="1">
            <a:off x="9603666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2" name="S12-line1445"/>
          <p:cNvSpPr/>
          <p:nvPr/>
        </p:nvSpPr>
        <p:spPr>
          <a:xfrm flipH="1">
            <a:off x="9681796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12-line1446"/>
          <p:cNvSpPr/>
          <p:nvPr/>
        </p:nvSpPr>
        <p:spPr>
          <a:xfrm flipH="1">
            <a:off x="9729959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4" name="S12-line1447"/>
          <p:cNvSpPr/>
          <p:nvPr/>
        </p:nvSpPr>
        <p:spPr>
          <a:xfrm flipH="1">
            <a:off x="9826549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12-line1448"/>
          <p:cNvSpPr/>
          <p:nvPr/>
        </p:nvSpPr>
        <p:spPr>
          <a:xfrm flipH="1">
            <a:off x="9891587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12-line1449"/>
          <p:cNvSpPr/>
          <p:nvPr/>
        </p:nvSpPr>
        <p:spPr>
          <a:xfrm flipH="1">
            <a:off x="9950763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7" name="S12-line1450"/>
          <p:cNvSpPr/>
          <p:nvPr/>
        </p:nvSpPr>
        <p:spPr>
          <a:xfrm flipH="1">
            <a:off x="10003430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12-line1451"/>
          <p:cNvSpPr/>
          <p:nvPr/>
        </p:nvSpPr>
        <p:spPr>
          <a:xfrm flipH="1">
            <a:off x="10003278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9" name="S12-line1452"/>
          <p:cNvSpPr/>
          <p:nvPr/>
        </p:nvSpPr>
        <p:spPr>
          <a:xfrm flipH="1">
            <a:off x="10087004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12-line1453"/>
          <p:cNvSpPr/>
          <p:nvPr/>
        </p:nvSpPr>
        <p:spPr>
          <a:xfrm flipH="1">
            <a:off x="10116995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12-line1454"/>
          <p:cNvSpPr/>
          <p:nvPr/>
        </p:nvSpPr>
        <p:spPr>
          <a:xfrm flipH="1">
            <a:off x="10138655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2" name="S12-line1455"/>
          <p:cNvSpPr/>
          <p:nvPr/>
        </p:nvSpPr>
        <p:spPr>
          <a:xfrm flipH="1">
            <a:off x="10151747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12-line1456"/>
          <p:cNvSpPr/>
          <p:nvPr/>
        </p:nvSpPr>
        <p:spPr>
          <a:xfrm flipH="1">
            <a:off x="10103320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4" name="S12-line1457"/>
          <p:cNvSpPr/>
          <p:nvPr/>
        </p:nvSpPr>
        <p:spPr>
          <a:xfrm flipH="1" flipV="1">
            <a:off x="10151747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12-line1458"/>
          <p:cNvSpPr/>
          <p:nvPr/>
        </p:nvSpPr>
        <p:spPr>
          <a:xfrm flipH="1" flipV="1">
            <a:off x="10138655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12-line1459"/>
          <p:cNvSpPr/>
          <p:nvPr/>
        </p:nvSpPr>
        <p:spPr>
          <a:xfrm flipH="1" flipV="1">
            <a:off x="10116995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7" name="S12-line1460"/>
          <p:cNvSpPr/>
          <p:nvPr/>
        </p:nvSpPr>
        <p:spPr>
          <a:xfrm flipH="1" flipV="1">
            <a:off x="10087004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12-line1461"/>
          <p:cNvSpPr/>
          <p:nvPr/>
        </p:nvSpPr>
        <p:spPr>
          <a:xfrm flipH="1" flipV="1">
            <a:off x="10003278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9" name="S12-line1462"/>
          <p:cNvSpPr/>
          <p:nvPr/>
        </p:nvSpPr>
        <p:spPr>
          <a:xfrm flipH="1" flipV="1">
            <a:off x="10003430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12-line1463"/>
          <p:cNvSpPr/>
          <p:nvPr/>
        </p:nvSpPr>
        <p:spPr>
          <a:xfrm flipH="1" flipV="1">
            <a:off x="9950763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12-line1464"/>
          <p:cNvSpPr/>
          <p:nvPr/>
        </p:nvSpPr>
        <p:spPr>
          <a:xfrm flipH="1" flipV="1">
            <a:off x="9891587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2" name="S12-line1465"/>
          <p:cNvSpPr/>
          <p:nvPr/>
        </p:nvSpPr>
        <p:spPr>
          <a:xfrm flipH="1" flipV="1">
            <a:off x="9826549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12-line1466"/>
          <p:cNvSpPr/>
          <p:nvPr/>
        </p:nvSpPr>
        <p:spPr>
          <a:xfrm flipH="1" flipV="1">
            <a:off x="9729959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4" name="S12-line1467"/>
          <p:cNvSpPr/>
          <p:nvPr/>
        </p:nvSpPr>
        <p:spPr>
          <a:xfrm flipH="1" flipV="1">
            <a:off x="9681796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12-line1468"/>
          <p:cNvSpPr/>
          <p:nvPr/>
        </p:nvSpPr>
        <p:spPr>
          <a:xfrm flipH="1" flipV="1">
            <a:off x="9603666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12-line1469"/>
          <p:cNvSpPr/>
          <p:nvPr/>
        </p:nvSpPr>
        <p:spPr>
          <a:xfrm flipH="1" flipV="1">
            <a:off x="9522829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7" name="S12-line1470"/>
          <p:cNvSpPr/>
          <p:nvPr/>
        </p:nvSpPr>
        <p:spPr>
          <a:xfrm flipH="1" flipV="1">
            <a:off x="9440171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12-line1471"/>
          <p:cNvSpPr/>
          <p:nvPr/>
        </p:nvSpPr>
        <p:spPr>
          <a:xfrm flipV="1">
            <a:off x="9356598" y="498725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9" name="S12-line1472"/>
          <p:cNvSpPr/>
          <p:nvPr/>
        </p:nvSpPr>
        <p:spPr>
          <a:xfrm flipV="1">
            <a:off x="9268425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12-line1473"/>
          <p:cNvSpPr/>
          <p:nvPr/>
        </p:nvSpPr>
        <p:spPr>
          <a:xfrm flipV="1">
            <a:off x="9181217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12-line1474"/>
          <p:cNvSpPr/>
          <p:nvPr/>
        </p:nvSpPr>
        <p:spPr>
          <a:xfrm flipV="1">
            <a:off x="9095932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2" name="S12-line1475"/>
          <p:cNvSpPr/>
          <p:nvPr/>
        </p:nvSpPr>
        <p:spPr>
          <a:xfrm flipV="1">
            <a:off x="9013502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12-line1476"/>
          <p:cNvSpPr/>
          <p:nvPr/>
        </p:nvSpPr>
        <p:spPr>
          <a:xfrm flipV="1">
            <a:off x="8934831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4" name="S12-line1477"/>
          <p:cNvSpPr/>
          <p:nvPr/>
        </p:nvSpPr>
        <p:spPr>
          <a:xfrm flipV="1">
            <a:off x="8860781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12-line1478"/>
          <p:cNvSpPr/>
          <p:nvPr/>
        </p:nvSpPr>
        <p:spPr>
          <a:xfrm flipV="1">
            <a:off x="8792164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12-line1479"/>
          <p:cNvSpPr/>
          <p:nvPr/>
        </p:nvSpPr>
        <p:spPr>
          <a:xfrm flipV="1">
            <a:off x="8729730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7" name="S12-line1480"/>
          <p:cNvSpPr/>
          <p:nvPr/>
        </p:nvSpPr>
        <p:spPr>
          <a:xfrm flipV="1">
            <a:off x="8674165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12-line1481"/>
          <p:cNvSpPr/>
          <p:nvPr/>
        </p:nvSpPr>
        <p:spPr>
          <a:xfrm flipV="1">
            <a:off x="8626076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9" name="S12-line1482"/>
          <p:cNvSpPr/>
          <p:nvPr/>
        </p:nvSpPr>
        <p:spPr>
          <a:xfrm flipV="1">
            <a:off x="8585991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12-line1483"/>
          <p:cNvSpPr/>
          <p:nvPr/>
        </p:nvSpPr>
        <p:spPr>
          <a:xfrm flipV="1">
            <a:off x="8554349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12-line1484"/>
          <p:cNvSpPr/>
          <p:nvPr/>
        </p:nvSpPr>
        <p:spPr>
          <a:xfrm flipV="1">
            <a:off x="8531497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2" name="S12-line1485"/>
          <p:cNvSpPr/>
          <p:nvPr/>
        </p:nvSpPr>
        <p:spPr>
          <a:xfrm flipV="1">
            <a:off x="8517685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12-line1486"/>
          <p:cNvSpPr/>
          <p:nvPr/>
        </p:nvSpPr>
        <p:spPr>
          <a:xfrm>
            <a:off x="8513064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4" name="S12-line1487"/>
          <p:cNvSpPr/>
          <p:nvPr/>
        </p:nvSpPr>
        <p:spPr>
          <a:xfrm>
            <a:off x="8517685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12-line1488"/>
          <p:cNvSpPr/>
          <p:nvPr/>
        </p:nvSpPr>
        <p:spPr>
          <a:xfrm>
            <a:off x="8531497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12-line1489"/>
          <p:cNvSpPr/>
          <p:nvPr/>
        </p:nvSpPr>
        <p:spPr>
          <a:xfrm>
            <a:off x="8554349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7" name="S12-line1490"/>
          <p:cNvSpPr/>
          <p:nvPr/>
        </p:nvSpPr>
        <p:spPr>
          <a:xfrm>
            <a:off x="8585991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12-line1491"/>
          <p:cNvSpPr/>
          <p:nvPr/>
        </p:nvSpPr>
        <p:spPr>
          <a:xfrm>
            <a:off x="8626076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9" name="S12-line1492"/>
          <p:cNvSpPr/>
          <p:nvPr/>
        </p:nvSpPr>
        <p:spPr>
          <a:xfrm>
            <a:off x="8674165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12-line1493"/>
          <p:cNvSpPr/>
          <p:nvPr/>
        </p:nvSpPr>
        <p:spPr>
          <a:xfrm>
            <a:off x="8729730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12-line1494"/>
          <p:cNvSpPr/>
          <p:nvPr/>
        </p:nvSpPr>
        <p:spPr>
          <a:xfrm>
            <a:off x="8792164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2" name="S12-line1495"/>
          <p:cNvSpPr/>
          <p:nvPr/>
        </p:nvSpPr>
        <p:spPr>
          <a:xfrm>
            <a:off x="8860781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12-line1496"/>
          <p:cNvSpPr/>
          <p:nvPr/>
        </p:nvSpPr>
        <p:spPr>
          <a:xfrm>
            <a:off x="8934831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4" name="S12-line1497"/>
          <p:cNvSpPr/>
          <p:nvPr/>
        </p:nvSpPr>
        <p:spPr>
          <a:xfrm>
            <a:off x="9013502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12-line1498"/>
          <p:cNvSpPr/>
          <p:nvPr/>
        </p:nvSpPr>
        <p:spPr>
          <a:xfrm>
            <a:off x="9095932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12-line1499"/>
          <p:cNvSpPr/>
          <p:nvPr/>
        </p:nvSpPr>
        <p:spPr>
          <a:xfrm>
            <a:off x="9181217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7" name="S12-line1500"/>
          <p:cNvSpPr/>
          <p:nvPr/>
        </p:nvSpPr>
        <p:spPr>
          <a:xfrm>
            <a:off x="9268425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8" name="S12-label1501"/>
          <p:cNvSpPr txBox="1"/>
          <p:nvPr/>
        </p:nvSpPr>
        <p:spPr>
          <a:xfrm>
            <a:off x="9429921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299" name="S12-label1502"/>
          <p:cNvSpPr txBox="1"/>
          <p:nvPr/>
        </p:nvSpPr>
        <p:spPr>
          <a:xfrm>
            <a:off x="9684414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300" name="S12-label1503"/>
          <p:cNvSpPr txBox="1"/>
          <p:nvPr/>
        </p:nvSpPr>
        <p:spPr>
          <a:xfrm>
            <a:off x="9777565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301" name="S12-label1504"/>
          <p:cNvSpPr txBox="1"/>
          <p:nvPr/>
        </p:nvSpPr>
        <p:spPr>
          <a:xfrm>
            <a:off x="9684414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302" name="S12-label1505"/>
          <p:cNvSpPr txBox="1"/>
          <p:nvPr/>
        </p:nvSpPr>
        <p:spPr>
          <a:xfrm>
            <a:off x="9429921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303" name="S12-label1506"/>
          <p:cNvSpPr txBox="1"/>
          <p:nvPr/>
        </p:nvSpPr>
        <p:spPr>
          <a:xfrm>
            <a:off x="9082278" y="475293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304" name="S12-label1507"/>
          <p:cNvSpPr txBox="1"/>
          <p:nvPr/>
        </p:nvSpPr>
        <p:spPr>
          <a:xfrm>
            <a:off x="8734635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305" name="S12-label1508"/>
          <p:cNvSpPr txBox="1"/>
          <p:nvPr/>
        </p:nvSpPr>
        <p:spPr>
          <a:xfrm>
            <a:off x="8480142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306" name="S12-label1509"/>
          <p:cNvSpPr txBox="1"/>
          <p:nvPr/>
        </p:nvSpPr>
        <p:spPr>
          <a:xfrm>
            <a:off x="8386991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307" name="S12-label1510"/>
          <p:cNvSpPr txBox="1"/>
          <p:nvPr/>
        </p:nvSpPr>
        <p:spPr>
          <a:xfrm>
            <a:off x="8480142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308" name="S12-label1511"/>
          <p:cNvSpPr txBox="1"/>
          <p:nvPr/>
        </p:nvSpPr>
        <p:spPr>
          <a:xfrm>
            <a:off x="8734635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309" name="S12-label1512"/>
          <p:cNvSpPr txBox="1"/>
          <p:nvPr/>
        </p:nvSpPr>
        <p:spPr>
          <a:xfrm>
            <a:off x="9082278" y="336236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310" name="S12-line1513"/>
          <p:cNvSpPr/>
          <p:nvPr/>
        </p:nvSpPr>
        <p:spPr>
          <a:xfrm>
            <a:off x="9356598" y="4240530"/>
            <a:ext cx="0" cy="38724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11" name="S12-line1514"/>
          <p:cNvSpPr/>
          <p:nvPr/>
        </p:nvSpPr>
        <p:spPr>
          <a:xfrm flipV="1">
            <a:off x="9356598" y="367726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2" name="S12-pin1515"/>
          <p:cNvSpPr/>
          <p:nvPr/>
        </p:nvSpPr>
        <p:spPr>
          <a:xfrm>
            <a:off x="9301734" y="418566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51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1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it?으로 몇 시인지 묻고,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짧은바늘을 보고 It's ~ o'clock.으로 대답해요.</a:t>
            </a:r>
            <a:endParaRPr lang="ko-KR" sz="3000" dirty="0"/>
          </a:p>
        </p:txBody>
      </p:sp>
      <p:sp>
        <p:nvSpPr>
          <p:cNvPr id="5" name="S13-chip151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짧은바늘 보고 읽기</a:t>
            </a:r>
            <a:endParaRPr lang="ko-KR" sz="2400" dirty="0"/>
          </a:p>
        </p:txBody>
      </p:sp>
      <p:sp>
        <p:nvSpPr>
          <p:cNvPr id="6" name="S13-chip151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긴바늘의 12를 시로 읽기</a:t>
            </a:r>
            <a:endParaRPr lang="ko-KR" sz="2400" dirty="0"/>
          </a:p>
        </p:txBody>
      </p:sp>
      <p:sp>
        <p:nvSpPr>
          <p:cNvPr id="7" name="S13-text152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52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11과 12를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영어로?</a:t>
            </a:r>
            <a:endParaRPr lang="ko-KR" sz="2400" dirty="0"/>
          </a:p>
        </p:txBody>
      </p:sp>
      <p:sp>
        <p:nvSpPr>
          <p:cNvPr id="9" name="S13-text152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몇 시인지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400" dirty="0"/>
          </a:p>
        </p:txBody>
      </p:sp>
      <p:sp>
        <p:nvSpPr>
          <p:cNvPr id="10" name="S13-text152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5시를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400" dirty="0"/>
          </a:p>
        </p:txBody>
      </p:sp>
      <p:sp>
        <p:nvSpPr>
          <p:cNvPr id="11" name="S13-text152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사물 묘사하기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숫자 낱말과 묻는 말</a:t>
            </a:r>
            <a:endParaRPr lang="ko-KR" sz="4000" dirty="0"/>
          </a:p>
        </p:txBody>
      </p:sp>
      <p:sp>
        <p:nvSpPr>
          <p:cNvPr id="3" name="S14-card15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5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ball? → It's in the box.</a:t>
            </a:r>
            <a:endParaRPr lang="ko-KR" sz="3000" dirty="0"/>
          </a:p>
        </p:txBody>
      </p:sp>
      <p:sp>
        <p:nvSpPr>
          <p:cNvPr id="5" name="S14-word1527"/>
          <p:cNvSpPr txBox="1"/>
          <p:nvPr/>
        </p:nvSpPr>
        <p:spPr>
          <a:xfrm>
            <a:off x="548640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6" name="S14-word1528"/>
          <p:cNvSpPr txBox="1"/>
          <p:nvPr/>
        </p:nvSpPr>
        <p:spPr>
          <a:xfrm>
            <a:off x="2821838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7" name="S14-word1529"/>
          <p:cNvSpPr txBox="1"/>
          <p:nvPr/>
        </p:nvSpPr>
        <p:spPr>
          <a:xfrm>
            <a:off x="5095037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8" name="S14-word1530"/>
          <p:cNvSpPr txBox="1"/>
          <p:nvPr/>
        </p:nvSpPr>
        <p:spPr>
          <a:xfrm>
            <a:off x="7368235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9" name="S14-word1531"/>
          <p:cNvSpPr txBox="1"/>
          <p:nvPr/>
        </p:nvSpPr>
        <p:spPr>
          <a:xfrm>
            <a:off x="9641434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0" name="S14-word1532"/>
          <p:cNvSpPr txBox="1"/>
          <p:nvPr/>
        </p:nvSpPr>
        <p:spPr>
          <a:xfrm>
            <a:off x="548640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1" name="S14-word1533"/>
          <p:cNvSpPr txBox="1"/>
          <p:nvPr/>
        </p:nvSpPr>
        <p:spPr>
          <a:xfrm>
            <a:off x="2821838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2" name="S14-word1534"/>
          <p:cNvSpPr txBox="1"/>
          <p:nvPr/>
        </p:nvSpPr>
        <p:spPr>
          <a:xfrm>
            <a:off x="5095037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3" name="S14-word1535"/>
          <p:cNvSpPr txBox="1"/>
          <p:nvPr/>
        </p:nvSpPr>
        <p:spPr>
          <a:xfrm>
            <a:off x="7368235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4" name="S14-word1536"/>
          <p:cNvSpPr txBox="1"/>
          <p:nvPr/>
        </p:nvSpPr>
        <p:spPr>
          <a:xfrm>
            <a:off x="9641434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시각 묻고 답하기</dc:title>
  <dc:subject>KR22-G04-ENG-WHATTIME-L01</dc:subject>
  <dc:creator>education-ppt</dc:creator>
  <cp:lastModifiedBy>education-ppt</cp:lastModifiedBy>
  <cp:revision>1</cp:revision>
  <dcterms:created xsi:type="dcterms:W3CDTF">2026-10-26T08:55:46Z</dcterms:created>
  <dcterms:modified xsi:type="dcterms:W3CDTF">2026-10-26T08:55:46Z</dcterms:modified>
</cp:coreProperties>
</file>