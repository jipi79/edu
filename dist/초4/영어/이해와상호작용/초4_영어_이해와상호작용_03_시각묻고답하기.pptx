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34df5bd-70b1-f74f-1974-51365db73a8c}">
          <p14:sldIdLst>
            <p14:sldId id="256"/>
            <p14:sldId id="257"/>
          </p14:sldIdLst>
        </p14:section>
        <p14:section name="개념" id="{17bfe81c-4bac-4db6-806c-89904618aea5}">
          <p14:sldIdLst>
            <p14:sldId id="258"/>
            <p14:sldId id="259"/>
            <p14:sldId id="260"/>
          </p14:sldIdLst>
        </p14:section>
        <p14:section name="연습" id="{5e18cb8e-ab3a-baa2-d20a-69bd671b65bc}">
          <p14:sldIdLst>
            <p14:sldId id="261"/>
            <p14:sldId id="262"/>
            <p14:sldId id="263"/>
            <p14:sldId id="264"/>
          </p14:sldIdLst>
        </p14:section>
        <p14:section name="확인" id="{38551df3-a06a-e195-a729-13736be66ee3}">
          <p14:sldIdLst>
            <p14:sldId id="265"/>
            <p14:sldId id="266"/>
            <p14:sldId id="267"/>
          </p14:sldIdLst>
        </p14:section>
        <p14:section name="정리" id="{85bf3575-a90d-5fde-73e8-ff9c11a78356}">
          <p14:sldIdLst>
            <p14:sldId id="268"/>
          </p14:sldIdLst>
        </p14:section>
        <p14:section name="보충" id="{57d0d9ff-c3c7-1074-0b8b-52e0304836a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시각을 영어로 묻고 답하는 상황에 관심을 갖게 합니다.
시간: 약 2분
이렇게 말해 보세요
- “오른쪽 시계는 몇 시를 가리켜? 우리말로 말해 볼래?”
- “오늘은 몇 시인지 영어로 묻고, 영어로 대답해 볼 거야.”
예상 답
- “7시요.”
주의
- 수업 전에 교과서 디지털 자료나 사전 앱의 발음 듣기로 오늘 낱말과 문장(one~twelve, o'clock, What time is it? It's seven o'clock.)을 미리 들어 두세요. 부모님 발음이 완벽하지 않아도 괜찮습니다.
- 소리 자료 없이 진행하면 바른 소리를 확인하기 어렵습니다. 헷갈리는 표현은 기록해 두었다가 소리 자료로 나중에 확인합니다.
- 바늘이 있는 시계를 준비해 두면 좋습니다. 아이가 시계 보고 ‘몇 시’를 읽기 어려워하면 수학 1학년의 시계 읽기를 먼저 복습합니다.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확인(위치 묻고 답하기, 숫자 낱말)]
목적: 지난 차시(물건 위치 묻고 답하기)의 묻고 답하는 말과, 3학년에 배운 숫자 낱말을 기억하는지 확인합니다. 오늘은 숫자 낱말로 시각을 말하므로 꼭 필요합니다.
시간: 약 3분
이렇게 말해 보세요
- “①, 공이 어디 있는지 영어로 물어봐 줄래?”
- “②, 공이 상자 안에 있어. 영어로 말해 봐.”
- “③의 낱말을 읽고 무슨 숫자인지 말해 줘.”
정답
- ① Where is the ball? ② It's in the box.
- ③ three 3, seven 7, ten 10
막히면
- 부모가 Where is를 먼저 말해 주고 이어 말하게 합니다.
- ①②를 스스로 하지 못하거나 ③의 낱말을 2개 이상 읽지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숫자 낱말 one~twelve]
목적: 시계에 있는 숫자 1부터 12까지를 영어로 말합니다. eleven, twelve는 새로 익힙니다(M2).
시간: 약 4분
이렇게 말해 보세요
- “3학년 때 one부터 ten까지 배웠지? 소리를 듣고 따라 읽어 보자. one, two, three … ten.”
- “시계에는 11과 12도 있어. 11은 eleven, 12는 twelve야. 따라 해 봐. eleven, twelve.”
- “엄마(아빠)가 숫자를 짚으면 영어로 말해 줘.” (차례를 섞어 짚습니다. 특히 7과 11, 2와 12를 번갈아 짚습니다.)
예상 답
- “eleven.” “twelve.” “seven.”
막히면
- eleven은 e-lev-en처럼 세 부분으로 나누어 천천히 따라 하게 합니다.
- twelve와 two는 첫 글자가 같습니다. 끝까지 들으며 구별하게 합니다(M2).
주의
- 숫자 낱말의 철자를 외워 쓰는 것은 오늘의 목표가 아닙니다. 듣고 말하기가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It's ~ o'clock.으로 시각 말하기]
목적: 정각을 It's ~ o'clock.으로 말하고, 짧은바늘로 몇 시인지 읽습니다(M1, M3).
시간: 약 3분
이렇게 말해 보세요
- “시계를 봐. 짧은바늘은 어디를 가리켜? 3이지? 긴바늘은 12에 있어. 그래서 3시야.”
- “3시는 영어로 It's three o'clock. 소리를 듣고 따라 해 봐.”
- “o'clock은 ‘정각, ~시’라는 뜻이야. It's, 숫자, o'clock. 손가락 세 개로 차례를 짚으며 말해 보자.”
- “엄마(아빠)가 시계 바늘을 돌려 볼게. 몇 시인지 영어로 말해 줘.” (5시, 9시, 12시로 맞춥니다.)
예상 답
- “It's five o'clock.” “It's nine o'clock.” “It's twelve o'clock.”
막히면
- 짧은바늘을 손가락으로 따라가 숫자를 먼저 우리말로 읽게 한 뒤 영어 숫자로 바꾸게 합니다(M1).
- o'clock이 어려우면 소리 자료로 여러 번 듣고 따라 합니다.
주의
- o'clock의 o 다음에는 아포스트로피(')가 있습니다. 쓸 때 빠뜨리지 않게 합니다(M3).
- It's three.처럼 o'clock을 빼고 말해도 영어에서 뜻은 통하지만, 오늘은 o'clock까지 말하는 연습을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What time is it?으로 묻기]
목적: What time is it?으로 시각을 묻고 It's ~ o'clock.으로 대답하는 대화를 익힙니다.
시간: 약 3분
이렇게 말해 보세요
- “A가 What time is it?이라고 물었어. ‘몇 시예요?’라는 뜻이야. 따라 해 봐. What time is it?”
- “B는 시계를 보고 대답했어. It's seven o'clock.”
- “이번에는 네가 A, 엄마(아빠)가 B야. 물어봐 줄래?” (그다음 역할을 바꿉니다.)
예상 답
- “What time is it?” “It's seven o'clock.”
막히면
- 뒤에서부터 붙여 말합니다. it? … is it? … time is it? … What time is it?
주의
- 지난 시간의 Where is ~?는 ‘어디’, 오늘의 What time is it?은 ‘몇 시’를 묻습니다. 묻는 말을 잘 듣고 대답을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시계를 보고 시각 말하기]
목적: 정각 시계를 보고 It's ~ o'clock.으로 대답합니다.
시간: 약 3분
이렇게 말해 보세요
- “①을 가리키며 물어볼게. What time is it?”
- “②, What time is it?” “③, What time is it?”
- “어떻게 알았어? 짧은바늘이 어디를 가리켜?”
정답
- ① It's nine o'clock. ② It's twelve o'clock. ③ It's four o'clock.
막히면
- 짧은바늘이 가리키는 숫자를 먼저 우리말로 말하게 하고, S03의 숫자 낱말을 보고 영어로 바꾸게 합니다.
- ②는 두 바늘이 모두 12를 가리킵니다. 짧은바늘도 12에 있으니 12시라고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비교(긴바늘을 시로 읽기)]
목적: 긴바늘이 가리키는 12를 시각으로 읽지 않고, 짧은바늘로 몇 시인지 읽습니다(M1).
시간: 약 2분
이렇게 말해 보세요
- “친구가 가 시계를 보고 It's twelve o'clock.이라고 했대. 가 시계의 짧은바늘은 어디를 가리켜?”
- “twelve o'clock(12시)인 시계는 어느 쪽이야? 두 시계의 바늘을 비교해 봐.”
- “그러면 가 시계는 어떻게 말해야 할까?”
정답
- 바르게 말하지 않았습니다. 가 시계는 짧은바늘이 3을 가리키므로 It's three o'clock.입니다. 친구는 긴바늘이 가리키는 12를 읽었습니다. 12시는 짧은바늘과 긴바늘이 모두 12를 가리키는 나 시계입니다.
막히면
- 실제 시계로 짧은바늘만 손가락으로 따라가 숫자를 읽게 합니다.
주의
- 여기까지가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시각을 듣고 시계 고르기]
목적: 들은 시각에 맞는 시계를 고르며, 헷갈리는 숫자 낱말(seven·eleven, two·twelve)을 구별합니다(M2).
시간: 약 3분
이렇게 말해 보세요
- “엄마(아빠)가 말하는 시각의 시계를 짚어 봐. It's eleven o'clock.”
- 부모가 말할 차례: It's eleven o'clock. → It's two o'clock. → It's seven o'clock. → It's twelve o'clock.
- “어떻게 알았어?”
정답
- eleven → 가(11시), two → 다(2시), seven → 나(7시), twelve → 라(12시)
막히면
- eleven과 seven, two와 twelve를 소리 자료로 번갈아 들려주고 다시 고르게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시계 놀이(묻고 답하기)]
목적: 실제 시계로 시각을 묻고 답하며, 듣고 바늘을 맞춥니다.
시간: 약 5분
이렇게 말해 보세요
- “엄마(아빠)가 시계 바늘을 맞출게. 나에게 영어로 물어봐.” (아이: What time is it?) → 아이가 시계를 보고 대답하게 합니다.
- “이번에는 네가 바늘을 맞춰. 엄마(아빠)가 물어볼게. What time is it?”
- “엄마(아빠)가 시각을 말하면 그 시각에 바늘을 맞춰 봐. It's ten o'clock.”
예상 답
- 아이: “What time is it?” “It's ten o'clock.” 들은 시각에 맞게 짧은바늘과 긴바늘을 맞춥니다.
막히면
- 바늘을 맞추기 어려우면 긴바늘은 12에 두고 짧은바늘만 움직이게 합니다.
- 바늘 시계가 없으면 활동지 3의 빈 시계에 바늘을 그리며 합니다.
주의
- 3번 이상 주고받습니다. 정각만 씁니다. 긴바늘은 늘 12에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시각 말하기와 묻기]
목적: 도움 없이 정각 시계를 보고 시각을 말하고, What time is it?으로 묻는지 확인합니다.
시간: 약 4분
이렇게 말해 보세요
- “이번에는 혼자 해 볼래? ①을 가리킬게. What time is it?” (②, ③도 같은 방법으로)
- “④, 이번에는 네가 엄마(아빠)에게 몇 시인지 물어봐.” (부모는 집 시계를 보고 대답합니다.)
정답
- ① It's five o'clock. ② It's eight o'clock. ③ It's eleven o'clock.
- ④ What time is it?
- 기준: 짧은바늘의 숫자를 영어로 바르게 말하고 It's와 o'clock을 넣으면 맞습니다. 소리가 조금 서툴러도 알맞은 표현을 골라 말했으면 맞은 것으로 봅니다.
막히면
- 바로 알려 주지 말고 “짧은바늘은 어디를 가리켜?”라고만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대답을 확인하고 흔한 실수와 비교합니다.
시간: 약 2분
이렇게 말해 보세요
- “네가 말한 것과 왼쪽을 비교해 보자.”
- “오른쪽처럼 말하면 왜 틀렸을까?”
예상 답
- “짧은바늘을 봐야 해요.” “11은 eleven이에요.”
주의
- 이 장은 학생용 파일에서 빠집니다. 잘한 점을 먼저 말해 준 뒤 고칠 점을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보는 형식에서 시각을 듣고 알맞은 시계를 고르는지 확인합니다.
시간: 약 2분
이렇게 말해 보세요
- “엄마(아빠)가 물어보고 대답할게. What time is it? It's ten o'clock. 가, 나, 다, 라 중에서 어느 시계일까? 어떻게 알았어?”
- “What time is it? It's twelve o'clock.”
정답
- It's ten o'clock. → 가(10시)
- It's twelve o'clock. → 나(12시). 다(2시)는 two, 라(6시)는 six입니다.
막히면
- 시계마다 짧은바늘의 숫자를 먼저 우리말로 읽게 한 뒤 다시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“몇 시인지 물을 때는 어떻게 말하지?”
- “시계에서 어느 바늘을 보고 몇 시인지 읽어?”
예상 답
- “What time is it?” “짧은바늘이요.”
정답
- ① eleven, twelve ② What time is it? ③ It's five o'clock.
주의
- 집 시계가 정각을 가리킬 때마다 What time is it?으로 묻고 답해 보세요. 30분 표현(It's seven thirty.)은 교과서에 나올 때 정각을 확실히 익힌 뒤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보충(숫자 낱말, 위치 묻고 답하기)]
목적: S02에서 숫자 낱말이나 위치 묻고 답하기가 흔들리면, 시각을 배우기 전에 먼저 다집니다.
시간: 약 5분
이렇게 말해 보세요
- “숫자 낱말을 소리를 듣고 따라 읽어 보자.” (교과서 디지털 자료나 사전 앱의 소리를 함께 듣습니다.)
- “엄마(아빠)가 숫자를 짚으면 영어로 말해 줘.” (차례를 섞어 짚습니다.)
- “아래 대화를 엄마(아빠)와 나누어 말해 보자. Where is the ball?”
정답
- one 1, two 2, three 3, four 4, five 5, six 6, seven 7, eight 8, nine 9, ten 10 / It's in the box.
막히면
- 바둑돌을 숫자만큼 놓으며 숫자 낱말을 함께 말합니다.
주의
- 보충 뒤에도 위치를 묻고 답하지 못하면 앞 차시 ‘물건 위치 묻고 답하기’(KR22-G04-ENG-WHERE-L01)를, 숫자 낱말을 절반 넘게 말하지 못하면 3학년 ‘그림 보고 낱말 읽기’(KR22-G03-ENG-PICWORDS-L01)를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이해와상호작용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영어 · 시각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묻고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몇 시인지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물을까요?</a:t>
            </a:r>
            <a:endParaRPr lang="ko-KR" sz="3000" dirty="0"/>
          </a:p>
        </p:txBody>
      </p:sp>
      <p:sp>
        <p:nvSpPr>
          <p:cNvPr id="4" name="S01-figure1" descr="7시를 가리키는 시계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9325051" y="2103120"/>
            <a:ext cx="321869" cy="55749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What time is it?으로 시각을 물어요.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 ~ o'clock.으로 시각을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영어로 말하고, ③은 읽고 뜻을 말해요.</a:t>
            </a:r>
            <a:endParaRPr lang="ko-KR" sz="30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8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어디 있는지 물어요.</a:t>
            </a:r>
            <a:endParaRPr lang="ko-KR" sz="3000" dirty="0"/>
          </a:p>
        </p:txBody>
      </p:sp>
      <p:sp>
        <p:nvSpPr>
          <p:cNvPr id="6" name="S02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상자 안에 있어요.</a:t>
            </a:r>
            <a:endParaRPr lang="ko-KR" sz="3000" dirty="0"/>
          </a:p>
        </p:txBody>
      </p:sp>
      <p:sp>
        <p:nvSpPr>
          <p:cNvPr id="8" name="S02-chip8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8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　seven　ten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one부터 twelve까지</a:t>
            </a:r>
            <a:endParaRPr lang="ko-KR" sz="4000" dirty="0"/>
          </a:p>
        </p:txBody>
      </p:sp>
      <p:sp>
        <p:nvSpPr>
          <p:cNvPr id="3" name="S03-card8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eleven(11), twelve(12)는 새로 배우는 낱말이에요.</a:t>
            </a:r>
            <a:endParaRPr lang="ko-KR" sz="3000" dirty="0"/>
          </a:p>
        </p:txBody>
      </p:sp>
      <p:sp>
        <p:nvSpPr>
          <p:cNvPr id="5" name="S03-word88"/>
          <p:cNvSpPr txBox="1"/>
          <p:nvPr/>
        </p:nvSpPr>
        <p:spPr>
          <a:xfrm>
            <a:off x="548640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03-word89"/>
          <p:cNvSpPr txBox="1"/>
          <p:nvPr/>
        </p:nvSpPr>
        <p:spPr>
          <a:xfrm>
            <a:off x="2442972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03-word90"/>
          <p:cNvSpPr txBox="1"/>
          <p:nvPr/>
        </p:nvSpPr>
        <p:spPr>
          <a:xfrm>
            <a:off x="4337304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03-word91"/>
          <p:cNvSpPr txBox="1"/>
          <p:nvPr/>
        </p:nvSpPr>
        <p:spPr>
          <a:xfrm>
            <a:off x="6231636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03-word92"/>
          <p:cNvSpPr txBox="1"/>
          <p:nvPr/>
        </p:nvSpPr>
        <p:spPr>
          <a:xfrm>
            <a:off x="8125968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0" name="S03-word93"/>
          <p:cNvSpPr txBox="1"/>
          <p:nvPr/>
        </p:nvSpPr>
        <p:spPr>
          <a:xfrm>
            <a:off x="10020300" y="1325880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1" name="S03-word94"/>
          <p:cNvSpPr txBox="1"/>
          <p:nvPr/>
        </p:nvSpPr>
        <p:spPr>
          <a:xfrm>
            <a:off x="548640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03-word95"/>
          <p:cNvSpPr txBox="1"/>
          <p:nvPr/>
        </p:nvSpPr>
        <p:spPr>
          <a:xfrm>
            <a:off x="2442972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3" name="S03-word96"/>
          <p:cNvSpPr txBox="1"/>
          <p:nvPr/>
        </p:nvSpPr>
        <p:spPr>
          <a:xfrm>
            <a:off x="4337304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4" name="S03-word97"/>
          <p:cNvSpPr txBox="1"/>
          <p:nvPr/>
        </p:nvSpPr>
        <p:spPr>
          <a:xfrm>
            <a:off x="6231636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15" name="S03-word98"/>
          <p:cNvSpPr txBox="1"/>
          <p:nvPr/>
        </p:nvSpPr>
        <p:spPr>
          <a:xfrm>
            <a:off x="8125968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eleven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000" dirty="0"/>
          </a:p>
        </p:txBody>
      </p:sp>
      <p:sp>
        <p:nvSpPr>
          <p:cNvPr id="16" name="S03-word99"/>
          <p:cNvSpPr txBox="1"/>
          <p:nvPr/>
        </p:nvSpPr>
        <p:spPr>
          <a:xfrm>
            <a:off x="10020300" y="3165348"/>
            <a:ext cx="1620012" cy="1565148"/>
          </a:xfrm>
          <a:prstGeom prst="roundRect">
            <a:avLst>
              <a:gd name="adj" fmla="val 8179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~ o'clock.</a:t>
            </a:r>
            <a:endParaRPr lang="ko-KR" sz="4000" dirty="0"/>
          </a:p>
        </p:txBody>
      </p:sp>
      <p:sp>
        <p:nvSpPr>
          <p:cNvPr id="3" name="S04-figure100" descr="3시를 가리키는 시계"/>
          <p:cNvSpPr/>
          <p:nvPr/>
        </p:nvSpPr>
        <p:spPr>
          <a:xfrm>
            <a:off x="1675638" y="221742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4" name="S04-line101"/>
          <p:cNvSpPr/>
          <p:nvPr/>
        </p:nvSpPr>
        <p:spPr>
          <a:xfrm>
            <a:off x="3230118" y="225399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4-line102"/>
          <p:cNvSpPr/>
          <p:nvPr/>
        </p:nvSpPr>
        <p:spPr>
          <a:xfrm flipH="1">
            <a:off x="3380658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4-line103"/>
          <p:cNvSpPr/>
          <p:nvPr/>
        </p:nvSpPr>
        <p:spPr>
          <a:xfrm flipH="1">
            <a:off x="352954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104"/>
          <p:cNvSpPr/>
          <p:nvPr/>
        </p:nvSpPr>
        <p:spPr>
          <a:xfrm flipH="1">
            <a:off x="3675158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105"/>
          <p:cNvSpPr/>
          <p:nvPr/>
        </p:nvSpPr>
        <p:spPr>
          <a:xfrm flipH="1">
            <a:off x="3815892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106"/>
          <p:cNvSpPr/>
          <p:nvPr/>
        </p:nvSpPr>
        <p:spPr>
          <a:xfrm flipH="1">
            <a:off x="3903574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line107"/>
          <p:cNvSpPr/>
          <p:nvPr/>
        </p:nvSpPr>
        <p:spPr>
          <a:xfrm flipH="1">
            <a:off x="4076635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108"/>
          <p:cNvSpPr/>
          <p:nvPr/>
        </p:nvSpPr>
        <p:spPr>
          <a:xfrm flipH="1">
            <a:off x="4193787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109"/>
          <p:cNvSpPr/>
          <p:nvPr/>
        </p:nvSpPr>
        <p:spPr>
          <a:xfrm flipH="1">
            <a:off x="4300380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110"/>
          <p:cNvSpPr/>
          <p:nvPr/>
        </p:nvSpPr>
        <p:spPr>
          <a:xfrm flipH="1">
            <a:off x="439524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111"/>
          <p:cNvSpPr/>
          <p:nvPr/>
        </p:nvSpPr>
        <p:spPr>
          <a:xfrm flipH="1">
            <a:off x="4396577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4-line112"/>
          <p:cNvSpPr/>
          <p:nvPr/>
        </p:nvSpPr>
        <p:spPr>
          <a:xfrm flipH="1">
            <a:off x="4545788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113"/>
          <p:cNvSpPr/>
          <p:nvPr/>
        </p:nvSpPr>
        <p:spPr>
          <a:xfrm flipH="1">
            <a:off x="4599811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114"/>
          <p:cNvSpPr/>
          <p:nvPr/>
        </p:nvSpPr>
        <p:spPr>
          <a:xfrm flipH="1">
            <a:off x="4638827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115"/>
          <p:cNvSpPr/>
          <p:nvPr/>
        </p:nvSpPr>
        <p:spPr>
          <a:xfrm flipH="1">
            <a:off x="466240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116"/>
          <p:cNvSpPr/>
          <p:nvPr/>
        </p:nvSpPr>
        <p:spPr>
          <a:xfrm flipH="1">
            <a:off x="4577029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4-line117"/>
          <p:cNvSpPr/>
          <p:nvPr/>
        </p:nvSpPr>
        <p:spPr>
          <a:xfrm flipH="1" flipV="1">
            <a:off x="466240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18"/>
          <p:cNvSpPr/>
          <p:nvPr/>
        </p:nvSpPr>
        <p:spPr>
          <a:xfrm flipH="1" flipV="1">
            <a:off x="4638827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19"/>
          <p:cNvSpPr/>
          <p:nvPr/>
        </p:nvSpPr>
        <p:spPr>
          <a:xfrm flipH="1" flipV="1">
            <a:off x="4599811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20"/>
          <p:cNvSpPr/>
          <p:nvPr/>
        </p:nvSpPr>
        <p:spPr>
          <a:xfrm flipH="1" flipV="1">
            <a:off x="4545788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21"/>
          <p:cNvSpPr/>
          <p:nvPr/>
        </p:nvSpPr>
        <p:spPr>
          <a:xfrm flipH="1" flipV="1">
            <a:off x="4396577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4-line122"/>
          <p:cNvSpPr/>
          <p:nvPr/>
        </p:nvSpPr>
        <p:spPr>
          <a:xfrm flipH="1" flipV="1">
            <a:off x="439524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123"/>
          <p:cNvSpPr/>
          <p:nvPr/>
        </p:nvSpPr>
        <p:spPr>
          <a:xfrm flipH="1" flipV="1">
            <a:off x="4300380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124"/>
          <p:cNvSpPr/>
          <p:nvPr/>
        </p:nvSpPr>
        <p:spPr>
          <a:xfrm flipH="1" flipV="1">
            <a:off x="4193787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25"/>
          <p:cNvSpPr/>
          <p:nvPr/>
        </p:nvSpPr>
        <p:spPr>
          <a:xfrm flipH="1" flipV="1">
            <a:off x="4076635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26"/>
          <p:cNvSpPr/>
          <p:nvPr/>
        </p:nvSpPr>
        <p:spPr>
          <a:xfrm flipH="1" flipV="1">
            <a:off x="3903574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4-line127"/>
          <p:cNvSpPr/>
          <p:nvPr/>
        </p:nvSpPr>
        <p:spPr>
          <a:xfrm flipH="1" flipV="1">
            <a:off x="3815892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28"/>
          <p:cNvSpPr/>
          <p:nvPr/>
        </p:nvSpPr>
        <p:spPr>
          <a:xfrm flipH="1" flipV="1">
            <a:off x="3675158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29"/>
          <p:cNvSpPr/>
          <p:nvPr/>
        </p:nvSpPr>
        <p:spPr>
          <a:xfrm flipH="1" flipV="1">
            <a:off x="352954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30"/>
          <p:cNvSpPr/>
          <p:nvPr/>
        </p:nvSpPr>
        <p:spPr>
          <a:xfrm flipH="1" flipV="1">
            <a:off x="3380658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31"/>
          <p:cNvSpPr/>
          <p:nvPr/>
        </p:nvSpPr>
        <p:spPr>
          <a:xfrm flipV="1">
            <a:off x="3230118" y="511881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4-line132"/>
          <p:cNvSpPr/>
          <p:nvPr/>
        </p:nvSpPr>
        <p:spPr>
          <a:xfrm flipV="1">
            <a:off x="3071454" y="520419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133"/>
          <p:cNvSpPr/>
          <p:nvPr/>
        </p:nvSpPr>
        <p:spPr>
          <a:xfrm flipV="1">
            <a:off x="2914528" y="518060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34"/>
          <p:cNvSpPr/>
          <p:nvPr/>
        </p:nvSpPr>
        <p:spPr>
          <a:xfrm flipV="1">
            <a:off x="2761060" y="514159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35"/>
          <p:cNvSpPr/>
          <p:nvPr/>
        </p:nvSpPr>
        <p:spPr>
          <a:xfrm flipV="1">
            <a:off x="2612731" y="508757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36"/>
          <p:cNvSpPr/>
          <p:nvPr/>
        </p:nvSpPr>
        <p:spPr>
          <a:xfrm flipV="1">
            <a:off x="2471166" y="493835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4-line137"/>
          <p:cNvSpPr/>
          <p:nvPr/>
        </p:nvSpPr>
        <p:spPr>
          <a:xfrm flipV="1">
            <a:off x="2337916" y="493703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38"/>
          <p:cNvSpPr/>
          <p:nvPr/>
        </p:nvSpPr>
        <p:spPr>
          <a:xfrm flipV="1">
            <a:off x="2214442" y="484216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39"/>
          <p:cNvSpPr/>
          <p:nvPr/>
        </p:nvSpPr>
        <p:spPr>
          <a:xfrm flipV="1">
            <a:off x="2102095" y="473556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40"/>
          <p:cNvSpPr/>
          <p:nvPr/>
        </p:nvSpPr>
        <p:spPr>
          <a:xfrm flipV="1">
            <a:off x="2002108" y="461841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41"/>
          <p:cNvSpPr/>
          <p:nvPr/>
        </p:nvSpPr>
        <p:spPr>
          <a:xfrm flipV="1">
            <a:off x="1915575" y="444535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4-line142"/>
          <p:cNvSpPr/>
          <p:nvPr/>
        </p:nvSpPr>
        <p:spPr>
          <a:xfrm flipV="1">
            <a:off x="1843444" y="435767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143"/>
          <p:cNvSpPr/>
          <p:nvPr/>
        </p:nvSpPr>
        <p:spPr>
          <a:xfrm flipV="1">
            <a:off x="1786506" y="421694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44"/>
          <p:cNvSpPr/>
          <p:nvPr/>
        </p:nvSpPr>
        <p:spPr>
          <a:xfrm flipV="1">
            <a:off x="1745384" y="407133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45"/>
          <p:cNvSpPr/>
          <p:nvPr/>
        </p:nvSpPr>
        <p:spPr>
          <a:xfrm flipV="1">
            <a:off x="1720529" y="392244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46"/>
          <p:cNvSpPr/>
          <p:nvPr/>
        </p:nvSpPr>
        <p:spPr>
          <a:xfrm>
            <a:off x="1712214" y="377190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4-line147"/>
          <p:cNvSpPr/>
          <p:nvPr/>
        </p:nvSpPr>
        <p:spPr>
          <a:xfrm>
            <a:off x="1720529" y="361323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48"/>
          <p:cNvSpPr/>
          <p:nvPr/>
        </p:nvSpPr>
        <p:spPr>
          <a:xfrm>
            <a:off x="1745384" y="345631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49"/>
          <p:cNvSpPr/>
          <p:nvPr/>
        </p:nvSpPr>
        <p:spPr>
          <a:xfrm>
            <a:off x="1786506" y="330284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50"/>
          <p:cNvSpPr/>
          <p:nvPr/>
        </p:nvSpPr>
        <p:spPr>
          <a:xfrm>
            <a:off x="1843444" y="315451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51"/>
          <p:cNvSpPr/>
          <p:nvPr/>
        </p:nvSpPr>
        <p:spPr>
          <a:xfrm>
            <a:off x="1915575" y="301294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4-line152"/>
          <p:cNvSpPr/>
          <p:nvPr/>
        </p:nvSpPr>
        <p:spPr>
          <a:xfrm>
            <a:off x="2002108" y="287969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153"/>
          <p:cNvSpPr/>
          <p:nvPr/>
        </p:nvSpPr>
        <p:spPr>
          <a:xfrm>
            <a:off x="2102095" y="275622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154"/>
          <p:cNvSpPr/>
          <p:nvPr/>
        </p:nvSpPr>
        <p:spPr>
          <a:xfrm>
            <a:off x="2214442" y="264387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55"/>
          <p:cNvSpPr/>
          <p:nvPr/>
        </p:nvSpPr>
        <p:spPr>
          <a:xfrm>
            <a:off x="2337916" y="25438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56"/>
          <p:cNvSpPr/>
          <p:nvPr/>
        </p:nvSpPr>
        <p:spPr>
          <a:xfrm>
            <a:off x="2471166" y="245735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4-line157"/>
          <p:cNvSpPr/>
          <p:nvPr/>
        </p:nvSpPr>
        <p:spPr>
          <a:xfrm>
            <a:off x="2612731" y="238522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58"/>
          <p:cNvSpPr/>
          <p:nvPr/>
        </p:nvSpPr>
        <p:spPr>
          <a:xfrm>
            <a:off x="2761060" y="232828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59"/>
          <p:cNvSpPr/>
          <p:nvPr/>
        </p:nvSpPr>
        <p:spPr>
          <a:xfrm>
            <a:off x="2914528" y="228716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60"/>
          <p:cNvSpPr/>
          <p:nvPr/>
        </p:nvSpPr>
        <p:spPr>
          <a:xfrm>
            <a:off x="3071454" y="226231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abel161"/>
          <p:cNvSpPr txBox="1"/>
          <p:nvPr/>
        </p:nvSpPr>
        <p:spPr>
          <a:xfrm>
            <a:off x="356981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5" name="S04-label162"/>
          <p:cNvSpPr txBox="1"/>
          <p:nvPr/>
        </p:nvSpPr>
        <p:spPr>
          <a:xfrm>
            <a:off x="4019311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6" name="S04-label163"/>
          <p:cNvSpPr txBox="1"/>
          <p:nvPr/>
        </p:nvSpPr>
        <p:spPr>
          <a:xfrm>
            <a:off x="4183837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7" name="S04-label164"/>
          <p:cNvSpPr txBox="1"/>
          <p:nvPr/>
        </p:nvSpPr>
        <p:spPr>
          <a:xfrm>
            <a:off x="4019311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8" name="S04-label165"/>
          <p:cNvSpPr txBox="1"/>
          <p:nvPr/>
        </p:nvSpPr>
        <p:spPr>
          <a:xfrm>
            <a:off x="356981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69" name="S04-label166"/>
          <p:cNvSpPr txBox="1"/>
          <p:nvPr/>
        </p:nvSpPr>
        <p:spPr>
          <a:xfrm>
            <a:off x="2955798" y="48170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0" name="S04-label167"/>
          <p:cNvSpPr txBox="1"/>
          <p:nvPr/>
        </p:nvSpPr>
        <p:spPr>
          <a:xfrm>
            <a:off x="2341778" y="46525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1" name="S04-label168"/>
          <p:cNvSpPr txBox="1"/>
          <p:nvPr/>
        </p:nvSpPr>
        <p:spPr>
          <a:xfrm>
            <a:off x="1892285" y="420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2" name="S04-label169"/>
          <p:cNvSpPr txBox="1"/>
          <p:nvPr/>
        </p:nvSpPr>
        <p:spPr>
          <a:xfrm>
            <a:off x="1727759" y="35890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3" name="S04-label170"/>
          <p:cNvSpPr txBox="1"/>
          <p:nvPr/>
        </p:nvSpPr>
        <p:spPr>
          <a:xfrm>
            <a:off x="1892285" y="2975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4" name="S04-label171"/>
          <p:cNvSpPr txBox="1"/>
          <p:nvPr/>
        </p:nvSpPr>
        <p:spPr>
          <a:xfrm>
            <a:off x="2341778" y="2525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5" name="S04-label172"/>
          <p:cNvSpPr txBox="1"/>
          <p:nvPr/>
        </p:nvSpPr>
        <p:spPr>
          <a:xfrm>
            <a:off x="2955798" y="236098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6" name="S04-line173"/>
          <p:cNvSpPr/>
          <p:nvPr/>
        </p:nvSpPr>
        <p:spPr>
          <a:xfrm>
            <a:off x="3230118" y="3771900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7" name="S04-line174"/>
          <p:cNvSpPr/>
          <p:nvPr/>
        </p:nvSpPr>
        <p:spPr>
          <a:xfrm flipV="1">
            <a:off x="3230118" y="277703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8" name="S04-pin175"/>
          <p:cNvSpPr/>
          <p:nvPr/>
        </p:nvSpPr>
        <p:spPr>
          <a:xfrm>
            <a:off x="3175254" y="371703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4-card176"/>
          <p:cNvSpPr/>
          <p:nvPr/>
        </p:nvSpPr>
        <p:spPr>
          <a:xfrm>
            <a:off x="6277356" y="1663446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0" name="S04-cardtext177"/>
          <p:cNvSpPr txBox="1"/>
          <p:nvPr/>
        </p:nvSpPr>
        <p:spPr>
          <a:xfrm>
            <a:off x="6551676" y="1800606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three o'clock.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3시예요.</a:t>
            </a:r>
            <a:endParaRPr lang="ko-KR" sz="3000" dirty="0"/>
          </a:p>
        </p:txBody>
      </p:sp>
      <p:sp>
        <p:nvSpPr>
          <p:cNvPr id="81" name="S04-card178"/>
          <p:cNvSpPr/>
          <p:nvPr/>
        </p:nvSpPr>
        <p:spPr>
          <a:xfrm>
            <a:off x="6277356" y="313410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2" name="S04-cardtext179"/>
          <p:cNvSpPr txBox="1"/>
          <p:nvPr/>
        </p:nvSpPr>
        <p:spPr>
          <a:xfrm>
            <a:off x="6551676" y="327126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가리키는 숫자가 ‘몇 시’예요.</a:t>
            </a:r>
            <a:endParaRPr lang="ko-KR" sz="3000" dirty="0"/>
          </a:p>
        </p:txBody>
      </p:sp>
      <p:sp>
        <p:nvSpPr>
          <p:cNvPr id="83" name="S04-card180"/>
          <p:cNvSpPr/>
          <p:nvPr/>
        </p:nvSpPr>
        <p:spPr>
          <a:xfrm>
            <a:off x="6277356" y="4621530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4" name="S04-cardtext181"/>
          <p:cNvSpPr txBox="1"/>
          <p:nvPr/>
        </p:nvSpPr>
        <p:spPr>
          <a:xfrm>
            <a:off x="6551676" y="4758690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 다음에 숫자, 끝에 o'clock을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time is it?</a:t>
            </a:r>
            <a:endParaRPr lang="ko-KR" sz="4000" dirty="0"/>
          </a:p>
        </p:txBody>
      </p:sp>
      <p:sp>
        <p:nvSpPr>
          <p:cNvPr id="3" name="S05-text1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5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it?은 ‘몇 시예요?’라는 뜻이에요.</a:t>
            </a:r>
            <a:endParaRPr lang="ko-KR" sz="3000" dirty="0"/>
          </a:p>
        </p:txBody>
      </p:sp>
      <p:sp>
        <p:nvSpPr>
          <p:cNvPr id="6" name="S05-figure185" descr="7시를 가리키는 시계"/>
          <p:cNvSpPr/>
          <p:nvPr/>
        </p:nvSpPr>
        <p:spPr>
          <a:xfrm>
            <a:off x="8047909" y="20116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5-line186"/>
          <p:cNvSpPr/>
          <p:nvPr/>
        </p:nvSpPr>
        <p:spPr>
          <a:xfrm>
            <a:off x="9602389" y="20482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5-line187"/>
          <p:cNvSpPr/>
          <p:nvPr/>
        </p:nvSpPr>
        <p:spPr>
          <a:xfrm flipH="1">
            <a:off x="9752929" y="20565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88"/>
          <p:cNvSpPr/>
          <p:nvPr/>
        </p:nvSpPr>
        <p:spPr>
          <a:xfrm flipH="1">
            <a:off x="9901819" y="20814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89"/>
          <p:cNvSpPr/>
          <p:nvPr/>
        </p:nvSpPr>
        <p:spPr>
          <a:xfrm flipH="1">
            <a:off x="10047429" y="21225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90"/>
          <p:cNvSpPr/>
          <p:nvPr/>
        </p:nvSpPr>
        <p:spPr>
          <a:xfrm flipH="1">
            <a:off x="10188163" y="21794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91"/>
          <p:cNvSpPr/>
          <p:nvPr/>
        </p:nvSpPr>
        <p:spPr>
          <a:xfrm flipH="1">
            <a:off x="10275844" y="22516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5-line192"/>
          <p:cNvSpPr/>
          <p:nvPr/>
        </p:nvSpPr>
        <p:spPr>
          <a:xfrm flipH="1">
            <a:off x="10448905" y="23381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93"/>
          <p:cNvSpPr/>
          <p:nvPr/>
        </p:nvSpPr>
        <p:spPr>
          <a:xfrm flipH="1">
            <a:off x="10566057" y="24381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94"/>
          <p:cNvSpPr/>
          <p:nvPr/>
        </p:nvSpPr>
        <p:spPr>
          <a:xfrm flipH="1">
            <a:off x="10672651" y="25504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95"/>
          <p:cNvSpPr/>
          <p:nvPr/>
        </p:nvSpPr>
        <p:spPr>
          <a:xfrm flipH="1">
            <a:off x="10767519" y="26739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196"/>
          <p:cNvSpPr/>
          <p:nvPr/>
        </p:nvSpPr>
        <p:spPr>
          <a:xfrm flipH="1">
            <a:off x="10768848" y="28072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5-line197"/>
          <p:cNvSpPr/>
          <p:nvPr/>
        </p:nvSpPr>
        <p:spPr>
          <a:xfrm flipH="1">
            <a:off x="10918059" y="29487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98"/>
          <p:cNvSpPr/>
          <p:nvPr/>
        </p:nvSpPr>
        <p:spPr>
          <a:xfrm flipH="1">
            <a:off x="10972081" y="30971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99"/>
          <p:cNvSpPr/>
          <p:nvPr/>
        </p:nvSpPr>
        <p:spPr>
          <a:xfrm flipH="1">
            <a:off x="11011097" y="32505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200"/>
          <p:cNvSpPr/>
          <p:nvPr/>
        </p:nvSpPr>
        <p:spPr>
          <a:xfrm flipH="1">
            <a:off x="11034679" y="34074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201"/>
          <p:cNvSpPr/>
          <p:nvPr/>
        </p:nvSpPr>
        <p:spPr>
          <a:xfrm flipH="1">
            <a:off x="10949300" y="35661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5-line202"/>
          <p:cNvSpPr/>
          <p:nvPr/>
        </p:nvSpPr>
        <p:spPr>
          <a:xfrm flipH="1" flipV="1">
            <a:off x="11034679" y="37167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203"/>
          <p:cNvSpPr/>
          <p:nvPr/>
        </p:nvSpPr>
        <p:spPr>
          <a:xfrm flipH="1" flipV="1">
            <a:off x="11011097" y="38655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204"/>
          <p:cNvSpPr/>
          <p:nvPr/>
        </p:nvSpPr>
        <p:spPr>
          <a:xfrm flipH="1" flipV="1">
            <a:off x="10972081" y="40112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205"/>
          <p:cNvSpPr/>
          <p:nvPr/>
        </p:nvSpPr>
        <p:spPr>
          <a:xfrm flipH="1" flipV="1">
            <a:off x="10918059" y="41519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206"/>
          <p:cNvSpPr/>
          <p:nvPr/>
        </p:nvSpPr>
        <p:spPr>
          <a:xfrm flipH="1" flipV="1">
            <a:off x="10768848" y="42396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5-line207"/>
          <p:cNvSpPr/>
          <p:nvPr/>
        </p:nvSpPr>
        <p:spPr>
          <a:xfrm flipH="1" flipV="1">
            <a:off x="10767519" y="44126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208"/>
          <p:cNvSpPr/>
          <p:nvPr/>
        </p:nvSpPr>
        <p:spPr>
          <a:xfrm flipH="1" flipV="1">
            <a:off x="10672651" y="45298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209"/>
          <p:cNvSpPr/>
          <p:nvPr/>
        </p:nvSpPr>
        <p:spPr>
          <a:xfrm flipH="1" flipV="1">
            <a:off x="10566057" y="46364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210"/>
          <p:cNvSpPr/>
          <p:nvPr/>
        </p:nvSpPr>
        <p:spPr>
          <a:xfrm flipH="1" flipV="1">
            <a:off x="10448905" y="47312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211"/>
          <p:cNvSpPr/>
          <p:nvPr/>
        </p:nvSpPr>
        <p:spPr>
          <a:xfrm flipH="1" flipV="1">
            <a:off x="10275844" y="47326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5-line212"/>
          <p:cNvSpPr/>
          <p:nvPr/>
        </p:nvSpPr>
        <p:spPr>
          <a:xfrm flipH="1" flipV="1">
            <a:off x="10188163" y="48818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213"/>
          <p:cNvSpPr/>
          <p:nvPr/>
        </p:nvSpPr>
        <p:spPr>
          <a:xfrm flipH="1" flipV="1">
            <a:off x="10047429" y="49358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214"/>
          <p:cNvSpPr/>
          <p:nvPr/>
        </p:nvSpPr>
        <p:spPr>
          <a:xfrm flipH="1" flipV="1">
            <a:off x="9901819" y="49748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215"/>
          <p:cNvSpPr/>
          <p:nvPr/>
        </p:nvSpPr>
        <p:spPr>
          <a:xfrm flipH="1" flipV="1">
            <a:off x="9752929" y="49984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216"/>
          <p:cNvSpPr/>
          <p:nvPr/>
        </p:nvSpPr>
        <p:spPr>
          <a:xfrm flipV="1">
            <a:off x="9602389" y="49130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5-line217"/>
          <p:cNvSpPr/>
          <p:nvPr/>
        </p:nvSpPr>
        <p:spPr>
          <a:xfrm flipV="1">
            <a:off x="9443725" y="49984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218"/>
          <p:cNvSpPr/>
          <p:nvPr/>
        </p:nvSpPr>
        <p:spPr>
          <a:xfrm flipV="1">
            <a:off x="9286799" y="49748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219"/>
          <p:cNvSpPr/>
          <p:nvPr/>
        </p:nvSpPr>
        <p:spPr>
          <a:xfrm flipV="1">
            <a:off x="9133331" y="49358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220"/>
          <p:cNvSpPr/>
          <p:nvPr/>
        </p:nvSpPr>
        <p:spPr>
          <a:xfrm flipV="1">
            <a:off x="8985002" y="48818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221"/>
          <p:cNvSpPr/>
          <p:nvPr/>
        </p:nvSpPr>
        <p:spPr>
          <a:xfrm flipV="1">
            <a:off x="8843437" y="47326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5-line222"/>
          <p:cNvSpPr/>
          <p:nvPr/>
        </p:nvSpPr>
        <p:spPr>
          <a:xfrm flipV="1">
            <a:off x="8710187" y="47312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223"/>
          <p:cNvSpPr/>
          <p:nvPr/>
        </p:nvSpPr>
        <p:spPr>
          <a:xfrm flipV="1">
            <a:off x="8586713" y="46364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224"/>
          <p:cNvSpPr/>
          <p:nvPr/>
        </p:nvSpPr>
        <p:spPr>
          <a:xfrm flipV="1">
            <a:off x="8474366" y="45298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225"/>
          <p:cNvSpPr/>
          <p:nvPr/>
        </p:nvSpPr>
        <p:spPr>
          <a:xfrm flipV="1">
            <a:off x="8374379" y="44126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226"/>
          <p:cNvSpPr/>
          <p:nvPr/>
        </p:nvSpPr>
        <p:spPr>
          <a:xfrm flipV="1">
            <a:off x="8287845" y="42396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5-line227"/>
          <p:cNvSpPr/>
          <p:nvPr/>
        </p:nvSpPr>
        <p:spPr>
          <a:xfrm flipV="1">
            <a:off x="8215714" y="41519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228"/>
          <p:cNvSpPr/>
          <p:nvPr/>
        </p:nvSpPr>
        <p:spPr>
          <a:xfrm flipV="1">
            <a:off x="8158776" y="40112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229"/>
          <p:cNvSpPr/>
          <p:nvPr/>
        </p:nvSpPr>
        <p:spPr>
          <a:xfrm flipV="1">
            <a:off x="8117655" y="38655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30"/>
          <p:cNvSpPr/>
          <p:nvPr/>
        </p:nvSpPr>
        <p:spPr>
          <a:xfrm flipV="1">
            <a:off x="8092800" y="37167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31"/>
          <p:cNvSpPr/>
          <p:nvPr/>
        </p:nvSpPr>
        <p:spPr>
          <a:xfrm>
            <a:off x="8084485" y="35661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5-line232"/>
          <p:cNvSpPr/>
          <p:nvPr/>
        </p:nvSpPr>
        <p:spPr>
          <a:xfrm>
            <a:off x="8092800" y="34074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233"/>
          <p:cNvSpPr/>
          <p:nvPr/>
        </p:nvSpPr>
        <p:spPr>
          <a:xfrm>
            <a:off x="8117655" y="32505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34"/>
          <p:cNvSpPr/>
          <p:nvPr/>
        </p:nvSpPr>
        <p:spPr>
          <a:xfrm>
            <a:off x="8158776" y="30971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35"/>
          <p:cNvSpPr/>
          <p:nvPr/>
        </p:nvSpPr>
        <p:spPr>
          <a:xfrm>
            <a:off x="8215714" y="29487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36"/>
          <p:cNvSpPr/>
          <p:nvPr/>
        </p:nvSpPr>
        <p:spPr>
          <a:xfrm>
            <a:off x="8287845" y="28072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5-line237"/>
          <p:cNvSpPr/>
          <p:nvPr/>
        </p:nvSpPr>
        <p:spPr>
          <a:xfrm>
            <a:off x="8374379" y="26739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238"/>
          <p:cNvSpPr/>
          <p:nvPr/>
        </p:nvSpPr>
        <p:spPr>
          <a:xfrm>
            <a:off x="8474366" y="25504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239"/>
          <p:cNvSpPr/>
          <p:nvPr/>
        </p:nvSpPr>
        <p:spPr>
          <a:xfrm>
            <a:off x="8586713" y="24381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40"/>
          <p:cNvSpPr/>
          <p:nvPr/>
        </p:nvSpPr>
        <p:spPr>
          <a:xfrm>
            <a:off x="8710187" y="23381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41"/>
          <p:cNvSpPr/>
          <p:nvPr/>
        </p:nvSpPr>
        <p:spPr>
          <a:xfrm>
            <a:off x="8843437" y="22516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5-line242"/>
          <p:cNvSpPr/>
          <p:nvPr/>
        </p:nvSpPr>
        <p:spPr>
          <a:xfrm>
            <a:off x="8985002" y="21794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243"/>
          <p:cNvSpPr/>
          <p:nvPr/>
        </p:nvSpPr>
        <p:spPr>
          <a:xfrm>
            <a:off x="9133331" y="21225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44"/>
          <p:cNvSpPr/>
          <p:nvPr/>
        </p:nvSpPr>
        <p:spPr>
          <a:xfrm>
            <a:off x="9286799" y="20814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45"/>
          <p:cNvSpPr/>
          <p:nvPr/>
        </p:nvSpPr>
        <p:spPr>
          <a:xfrm>
            <a:off x="9443725" y="20565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abel246"/>
          <p:cNvSpPr txBox="1"/>
          <p:nvPr/>
        </p:nvSpPr>
        <p:spPr>
          <a:xfrm>
            <a:off x="9942088" y="23197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68" name="S05-label247"/>
          <p:cNvSpPr txBox="1"/>
          <p:nvPr/>
        </p:nvSpPr>
        <p:spPr>
          <a:xfrm>
            <a:off x="10391582" y="2769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69" name="S05-label248"/>
          <p:cNvSpPr txBox="1"/>
          <p:nvPr/>
        </p:nvSpPr>
        <p:spPr>
          <a:xfrm>
            <a:off x="10556108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70" name="S05-label249"/>
          <p:cNvSpPr txBox="1"/>
          <p:nvPr/>
        </p:nvSpPr>
        <p:spPr>
          <a:xfrm>
            <a:off x="10391582" y="39973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500" dirty="0"/>
          </a:p>
        </p:txBody>
      </p:sp>
      <p:sp>
        <p:nvSpPr>
          <p:cNvPr id="71" name="S05-label250"/>
          <p:cNvSpPr txBox="1"/>
          <p:nvPr/>
        </p:nvSpPr>
        <p:spPr>
          <a:xfrm>
            <a:off x="9942088" y="44467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72" name="S05-label251"/>
          <p:cNvSpPr txBox="1"/>
          <p:nvPr/>
        </p:nvSpPr>
        <p:spPr>
          <a:xfrm>
            <a:off x="9328069" y="46113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73" name="S05-label252"/>
          <p:cNvSpPr txBox="1"/>
          <p:nvPr/>
        </p:nvSpPr>
        <p:spPr>
          <a:xfrm>
            <a:off x="8714049" y="44467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500" dirty="0"/>
          </a:p>
        </p:txBody>
      </p:sp>
      <p:sp>
        <p:nvSpPr>
          <p:cNvPr id="74" name="S05-label253"/>
          <p:cNvSpPr txBox="1"/>
          <p:nvPr/>
        </p:nvSpPr>
        <p:spPr>
          <a:xfrm>
            <a:off x="8264556" y="39973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5" name="S05-label254"/>
          <p:cNvSpPr txBox="1"/>
          <p:nvPr/>
        </p:nvSpPr>
        <p:spPr>
          <a:xfrm>
            <a:off x="810003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500" dirty="0"/>
          </a:p>
        </p:txBody>
      </p:sp>
      <p:sp>
        <p:nvSpPr>
          <p:cNvPr id="76" name="S05-label255"/>
          <p:cNvSpPr txBox="1"/>
          <p:nvPr/>
        </p:nvSpPr>
        <p:spPr>
          <a:xfrm>
            <a:off x="8264556" y="27692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77" name="S05-label256"/>
          <p:cNvSpPr txBox="1"/>
          <p:nvPr/>
        </p:nvSpPr>
        <p:spPr>
          <a:xfrm>
            <a:off x="8714049" y="23197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500" dirty="0"/>
          </a:p>
        </p:txBody>
      </p:sp>
      <p:sp>
        <p:nvSpPr>
          <p:cNvPr id="78" name="S05-label257"/>
          <p:cNvSpPr txBox="1"/>
          <p:nvPr/>
        </p:nvSpPr>
        <p:spPr>
          <a:xfrm>
            <a:off x="9328069" y="21552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79" name="S05-line258"/>
          <p:cNvSpPr/>
          <p:nvPr/>
        </p:nvSpPr>
        <p:spPr>
          <a:xfrm flipH="1">
            <a:off x="9260403" y="356616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5-line259"/>
          <p:cNvSpPr/>
          <p:nvPr/>
        </p:nvSpPr>
        <p:spPr>
          <a:xfrm flipV="1">
            <a:off x="9602389" y="257129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5-pin260"/>
          <p:cNvSpPr/>
          <p:nvPr/>
        </p:nvSpPr>
        <p:spPr>
          <a:xfrm>
            <a:off x="9547525" y="35112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5-passagebox261"/>
          <p:cNvSpPr/>
          <p:nvPr/>
        </p:nvSpPr>
        <p:spPr>
          <a:xfrm>
            <a:off x="548640" y="2011680"/>
            <a:ext cx="665006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3" name="S05-passage262"/>
          <p:cNvSpPr txBox="1"/>
          <p:nvPr/>
        </p:nvSpPr>
        <p:spPr>
          <a:xfrm>
            <a:off x="822960" y="2194560"/>
            <a:ext cx="610142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time is it?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seven o'clock.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시예요?</a:t>
            </a:r>
            <a:endParaRPr lang="ko-KR" sz="4000" dirty="0"/>
          </a:p>
        </p:txBody>
      </p:sp>
      <p:sp>
        <p:nvSpPr>
          <p:cNvPr id="3" name="S06-text2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What time is it?이라고 물으면 대답해요.</a:t>
            </a:r>
            <a:endParaRPr lang="ko-KR" sz="3000" dirty="0"/>
          </a:p>
        </p:txBody>
      </p:sp>
      <p:sp>
        <p:nvSpPr>
          <p:cNvPr id="4" name="S06-figure264" descr="9시를 가리키는 시계"/>
          <p:cNvSpPr/>
          <p:nvPr/>
        </p:nvSpPr>
        <p:spPr>
          <a:xfrm>
            <a:off x="736092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6-line265"/>
          <p:cNvSpPr/>
          <p:nvPr/>
        </p:nvSpPr>
        <p:spPr>
          <a:xfrm>
            <a:off x="2290572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6-line266"/>
          <p:cNvSpPr/>
          <p:nvPr/>
        </p:nvSpPr>
        <p:spPr>
          <a:xfrm flipH="1">
            <a:off x="2441112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6-line267"/>
          <p:cNvSpPr/>
          <p:nvPr/>
        </p:nvSpPr>
        <p:spPr>
          <a:xfrm flipH="1">
            <a:off x="2590002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268"/>
          <p:cNvSpPr/>
          <p:nvPr/>
        </p:nvSpPr>
        <p:spPr>
          <a:xfrm flipH="1">
            <a:off x="2735612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269"/>
          <p:cNvSpPr/>
          <p:nvPr/>
        </p:nvSpPr>
        <p:spPr>
          <a:xfrm flipH="1">
            <a:off x="2876346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270"/>
          <p:cNvSpPr/>
          <p:nvPr/>
        </p:nvSpPr>
        <p:spPr>
          <a:xfrm flipH="1">
            <a:off x="2964028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6-line271"/>
          <p:cNvSpPr/>
          <p:nvPr/>
        </p:nvSpPr>
        <p:spPr>
          <a:xfrm flipH="1">
            <a:off x="3137089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272"/>
          <p:cNvSpPr/>
          <p:nvPr/>
        </p:nvSpPr>
        <p:spPr>
          <a:xfrm flipH="1">
            <a:off x="3254241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273"/>
          <p:cNvSpPr/>
          <p:nvPr/>
        </p:nvSpPr>
        <p:spPr>
          <a:xfrm flipH="1">
            <a:off x="3360834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274"/>
          <p:cNvSpPr/>
          <p:nvPr/>
        </p:nvSpPr>
        <p:spPr>
          <a:xfrm flipH="1">
            <a:off x="3455702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275"/>
          <p:cNvSpPr/>
          <p:nvPr/>
        </p:nvSpPr>
        <p:spPr>
          <a:xfrm flipH="1">
            <a:off x="3457031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6-line276"/>
          <p:cNvSpPr/>
          <p:nvPr/>
        </p:nvSpPr>
        <p:spPr>
          <a:xfrm flipH="1">
            <a:off x="3606242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277"/>
          <p:cNvSpPr/>
          <p:nvPr/>
        </p:nvSpPr>
        <p:spPr>
          <a:xfrm flipH="1">
            <a:off x="3660265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278"/>
          <p:cNvSpPr/>
          <p:nvPr/>
        </p:nvSpPr>
        <p:spPr>
          <a:xfrm flipH="1">
            <a:off x="3699281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279"/>
          <p:cNvSpPr/>
          <p:nvPr/>
        </p:nvSpPr>
        <p:spPr>
          <a:xfrm flipH="1">
            <a:off x="3722863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280"/>
          <p:cNvSpPr/>
          <p:nvPr/>
        </p:nvSpPr>
        <p:spPr>
          <a:xfrm flipH="1">
            <a:off x="3637483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6-line281"/>
          <p:cNvSpPr/>
          <p:nvPr/>
        </p:nvSpPr>
        <p:spPr>
          <a:xfrm flipH="1" flipV="1">
            <a:off x="3722863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282"/>
          <p:cNvSpPr/>
          <p:nvPr/>
        </p:nvSpPr>
        <p:spPr>
          <a:xfrm flipH="1" flipV="1">
            <a:off x="3699281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283"/>
          <p:cNvSpPr/>
          <p:nvPr/>
        </p:nvSpPr>
        <p:spPr>
          <a:xfrm flipH="1" flipV="1">
            <a:off x="3660265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284"/>
          <p:cNvSpPr/>
          <p:nvPr/>
        </p:nvSpPr>
        <p:spPr>
          <a:xfrm flipH="1" flipV="1">
            <a:off x="3606242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285"/>
          <p:cNvSpPr/>
          <p:nvPr/>
        </p:nvSpPr>
        <p:spPr>
          <a:xfrm flipH="1" flipV="1">
            <a:off x="3457031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6-line286"/>
          <p:cNvSpPr/>
          <p:nvPr/>
        </p:nvSpPr>
        <p:spPr>
          <a:xfrm flipH="1" flipV="1">
            <a:off x="3455702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287"/>
          <p:cNvSpPr/>
          <p:nvPr/>
        </p:nvSpPr>
        <p:spPr>
          <a:xfrm flipH="1" flipV="1">
            <a:off x="3360834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288"/>
          <p:cNvSpPr/>
          <p:nvPr/>
        </p:nvSpPr>
        <p:spPr>
          <a:xfrm flipH="1" flipV="1">
            <a:off x="3254241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289"/>
          <p:cNvSpPr/>
          <p:nvPr/>
        </p:nvSpPr>
        <p:spPr>
          <a:xfrm flipH="1" flipV="1">
            <a:off x="3137089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290"/>
          <p:cNvSpPr/>
          <p:nvPr/>
        </p:nvSpPr>
        <p:spPr>
          <a:xfrm flipH="1" flipV="1">
            <a:off x="2964028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6-line291"/>
          <p:cNvSpPr/>
          <p:nvPr/>
        </p:nvSpPr>
        <p:spPr>
          <a:xfrm flipH="1" flipV="1">
            <a:off x="2876346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292"/>
          <p:cNvSpPr/>
          <p:nvPr/>
        </p:nvSpPr>
        <p:spPr>
          <a:xfrm flipH="1" flipV="1">
            <a:off x="2735612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293"/>
          <p:cNvSpPr/>
          <p:nvPr/>
        </p:nvSpPr>
        <p:spPr>
          <a:xfrm flipH="1" flipV="1">
            <a:off x="2590002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294"/>
          <p:cNvSpPr/>
          <p:nvPr/>
        </p:nvSpPr>
        <p:spPr>
          <a:xfrm flipH="1" flipV="1">
            <a:off x="2441112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295"/>
          <p:cNvSpPr/>
          <p:nvPr/>
        </p:nvSpPr>
        <p:spPr>
          <a:xfrm flipV="1">
            <a:off x="2290572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6-line296"/>
          <p:cNvSpPr/>
          <p:nvPr/>
        </p:nvSpPr>
        <p:spPr>
          <a:xfrm flipV="1">
            <a:off x="2131908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297"/>
          <p:cNvSpPr/>
          <p:nvPr/>
        </p:nvSpPr>
        <p:spPr>
          <a:xfrm flipV="1">
            <a:off x="1974982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298"/>
          <p:cNvSpPr/>
          <p:nvPr/>
        </p:nvSpPr>
        <p:spPr>
          <a:xfrm flipV="1">
            <a:off x="1821514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299"/>
          <p:cNvSpPr/>
          <p:nvPr/>
        </p:nvSpPr>
        <p:spPr>
          <a:xfrm flipV="1">
            <a:off x="1673185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300"/>
          <p:cNvSpPr/>
          <p:nvPr/>
        </p:nvSpPr>
        <p:spPr>
          <a:xfrm flipV="1">
            <a:off x="1531620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6-line301"/>
          <p:cNvSpPr/>
          <p:nvPr/>
        </p:nvSpPr>
        <p:spPr>
          <a:xfrm flipV="1">
            <a:off x="1398370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302"/>
          <p:cNvSpPr/>
          <p:nvPr/>
        </p:nvSpPr>
        <p:spPr>
          <a:xfrm flipV="1">
            <a:off x="1274896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303"/>
          <p:cNvSpPr/>
          <p:nvPr/>
        </p:nvSpPr>
        <p:spPr>
          <a:xfrm flipV="1">
            <a:off x="1162549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304"/>
          <p:cNvSpPr/>
          <p:nvPr/>
        </p:nvSpPr>
        <p:spPr>
          <a:xfrm flipV="1">
            <a:off x="1062562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305"/>
          <p:cNvSpPr/>
          <p:nvPr/>
        </p:nvSpPr>
        <p:spPr>
          <a:xfrm flipV="1">
            <a:off x="976029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6-line306"/>
          <p:cNvSpPr/>
          <p:nvPr/>
        </p:nvSpPr>
        <p:spPr>
          <a:xfrm flipV="1">
            <a:off x="903898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307"/>
          <p:cNvSpPr/>
          <p:nvPr/>
        </p:nvSpPr>
        <p:spPr>
          <a:xfrm flipV="1">
            <a:off x="846960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308"/>
          <p:cNvSpPr/>
          <p:nvPr/>
        </p:nvSpPr>
        <p:spPr>
          <a:xfrm flipV="1">
            <a:off x="805838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309"/>
          <p:cNvSpPr/>
          <p:nvPr/>
        </p:nvSpPr>
        <p:spPr>
          <a:xfrm flipV="1">
            <a:off x="780983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310"/>
          <p:cNvSpPr/>
          <p:nvPr/>
        </p:nvSpPr>
        <p:spPr>
          <a:xfrm>
            <a:off x="772668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6-line311"/>
          <p:cNvSpPr/>
          <p:nvPr/>
        </p:nvSpPr>
        <p:spPr>
          <a:xfrm>
            <a:off x="780983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312"/>
          <p:cNvSpPr/>
          <p:nvPr/>
        </p:nvSpPr>
        <p:spPr>
          <a:xfrm>
            <a:off x="805838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313"/>
          <p:cNvSpPr/>
          <p:nvPr/>
        </p:nvSpPr>
        <p:spPr>
          <a:xfrm>
            <a:off x="846960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314"/>
          <p:cNvSpPr/>
          <p:nvPr/>
        </p:nvSpPr>
        <p:spPr>
          <a:xfrm>
            <a:off x="903898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315"/>
          <p:cNvSpPr/>
          <p:nvPr/>
        </p:nvSpPr>
        <p:spPr>
          <a:xfrm>
            <a:off x="976029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6-line316"/>
          <p:cNvSpPr/>
          <p:nvPr/>
        </p:nvSpPr>
        <p:spPr>
          <a:xfrm>
            <a:off x="1062562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317"/>
          <p:cNvSpPr/>
          <p:nvPr/>
        </p:nvSpPr>
        <p:spPr>
          <a:xfrm>
            <a:off x="1162549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318"/>
          <p:cNvSpPr/>
          <p:nvPr/>
        </p:nvSpPr>
        <p:spPr>
          <a:xfrm>
            <a:off x="1274896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319"/>
          <p:cNvSpPr/>
          <p:nvPr/>
        </p:nvSpPr>
        <p:spPr>
          <a:xfrm>
            <a:off x="1398370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320"/>
          <p:cNvSpPr/>
          <p:nvPr/>
        </p:nvSpPr>
        <p:spPr>
          <a:xfrm>
            <a:off x="1531620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6-line321"/>
          <p:cNvSpPr/>
          <p:nvPr/>
        </p:nvSpPr>
        <p:spPr>
          <a:xfrm>
            <a:off x="1673185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322"/>
          <p:cNvSpPr/>
          <p:nvPr/>
        </p:nvSpPr>
        <p:spPr>
          <a:xfrm>
            <a:off x="1821514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323"/>
          <p:cNvSpPr/>
          <p:nvPr/>
        </p:nvSpPr>
        <p:spPr>
          <a:xfrm>
            <a:off x="1974982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324"/>
          <p:cNvSpPr/>
          <p:nvPr/>
        </p:nvSpPr>
        <p:spPr>
          <a:xfrm>
            <a:off x="2131908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abel325"/>
          <p:cNvSpPr txBox="1"/>
          <p:nvPr/>
        </p:nvSpPr>
        <p:spPr>
          <a:xfrm>
            <a:off x="2630272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6" name="S06-label326"/>
          <p:cNvSpPr txBox="1"/>
          <p:nvPr/>
        </p:nvSpPr>
        <p:spPr>
          <a:xfrm>
            <a:off x="3079765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7" name="S06-label327"/>
          <p:cNvSpPr txBox="1"/>
          <p:nvPr/>
        </p:nvSpPr>
        <p:spPr>
          <a:xfrm>
            <a:off x="324429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8" name="S06-label328"/>
          <p:cNvSpPr txBox="1"/>
          <p:nvPr/>
        </p:nvSpPr>
        <p:spPr>
          <a:xfrm>
            <a:off x="3079765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69" name="S06-label329"/>
          <p:cNvSpPr txBox="1"/>
          <p:nvPr/>
        </p:nvSpPr>
        <p:spPr>
          <a:xfrm>
            <a:off x="2630272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0" name="S06-label330"/>
          <p:cNvSpPr txBox="1"/>
          <p:nvPr/>
        </p:nvSpPr>
        <p:spPr>
          <a:xfrm>
            <a:off x="2016252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1" name="S06-label331"/>
          <p:cNvSpPr txBox="1"/>
          <p:nvPr/>
        </p:nvSpPr>
        <p:spPr>
          <a:xfrm>
            <a:off x="1402232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2" name="S06-label332"/>
          <p:cNvSpPr txBox="1"/>
          <p:nvPr/>
        </p:nvSpPr>
        <p:spPr>
          <a:xfrm>
            <a:off x="952739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3" name="S06-label333"/>
          <p:cNvSpPr txBox="1"/>
          <p:nvPr/>
        </p:nvSpPr>
        <p:spPr>
          <a:xfrm>
            <a:off x="78821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4" name="S06-label334"/>
          <p:cNvSpPr txBox="1"/>
          <p:nvPr/>
        </p:nvSpPr>
        <p:spPr>
          <a:xfrm>
            <a:off x="952739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5" name="S06-label335"/>
          <p:cNvSpPr txBox="1"/>
          <p:nvPr/>
        </p:nvSpPr>
        <p:spPr>
          <a:xfrm>
            <a:off x="1402232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6" name="S06-label336"/>
          <p:cNvSpPr txBox="1"/>
          <p:nvPr/>
        </p:nvSpPr>
        <p:spPr>
          <a:xfrm>
            <a:off x="2016252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7" name="S06-line337"/>
          <p:cNvSpPr/>
          <p:nvPr/>
        </p:nvSpPr>
        <p:spPr>
          <a:xfrm flipH="1">
            <a:off x="1606601" y="3872484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6-line338"/>
          <p:cNvSpPr/>
          <p:nvPr/>
        </p:nvSpPr>
        <p:spPr>
          <a:xfrm flipV="1">
            <a:off x="2290572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6-pin339"/>
          <p:cNvSpPr/>
          <p:nvPr/>
        </p:nvSpPr>
        <p:spPr>
          <a:xfrm>
            <a:off x="2235708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6-label340"/>
          <p:cNvSpPr txBox="1"/>
          <p:nvPr/>
        </p:nvSpPr>
        <p:spPr>
          <a:xfrm>
            <a:off x="548640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1" name="S06-figure341" descr="12시를 가리키는 시계"/>
          <p:cNvSpPr/>
          <p:nvPr/>
        </p:nvSpPr>
        <p:spPr>
          <a:xfrm>
            <a:off x="4539996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6-line342"/>
          <p:cNvSpPr/>
          <p:nvPr/>
        </p:nvSpPr>
        <p:spPr>
          <a:xfrm>
            <a:off x="6094476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6-line343"/>
          <p:cNvSpPr/>
          <p:nvPr/>
        </p:nvSpPr>
        <p:spPr>
          <a:xfrm flipH="1">
            <a:off x="6245016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6-line344"/>
          <p:cNvSpPr/>
          <p:nvPr/>
        </p:nvSpPr>
        <p:spPr>
          <a:xfrm flipH="1">
            <a:off x="6393906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345"/>
          <p:cNvSpPr/>
          <p:nvPr/>
        </p:nvSpPr>
        <p:spPr>
          <a:xfrm flipH="1">
            <a:off x="6539516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346"/>
          <p:cNvSpPr/>
          <p:nvPr/>
        </p:nvSpPr>
        <p:spPr>
          <a:xfrm flipH="1">
            <a:off x="6680250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347"/>
          <p:cNvSpPr/>
          <p:nvPr/>
        </p:nvSpPr>
        <p:spPr>
          <a:xfrm flipH="1">
            <a:off x="6767932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6-line348"/>
          <p:cNvSpPr/>
          <p:nvPr/>
        </p:nvSpPr>
        <p:spPr>
          <a:xfrm flipH="1">
            <a:off x="6940993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349"/>
          <p:cNvSpPr/>
          <p:nvPr/>
        </p:nvSpPr>
        <p:spPr>
          <a:xfrm flipH="1">
            <a:off x="7058145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350"/>
          <p:cNvSpPr/>
          <p:nvPr/>
        </p:nvSpPr>
        <p:spPr>
          <a:xfrm flipH="1">
            <a:off x="7164738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line351"/>
          <p:cNvSpPr/>
          <p:nvPr/>
        </p:nvSpPr>
        <p:spPr>
          <a:xfrm flipH="1">
            <a:off x="7259606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352"/>
          <p:cNvSpPr/>
          <p:nvPr/>
        </p:nvSpPr>
        <p:spPr>
          <a:xfrm flipH="1">
            <a:off x="7260935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6-line353"/>
          <p:cNvSpPr/>
          <p:nvPr/>
        </p:nvSpPr>
        <p:spPr>
          <a:xfrm flipH="1">
            <a:off x="7410146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354"/>
          <p:cNvSpPr/>
          <p:nvPr/>
        </p:nvSpPr>
        <p:spPr>
          <a:xfrm flipH="1">
            <a:off x="7464169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355"/>
          <p:cNvSpPr/>
          <p:nvPr/>
        </p:nvSpPr>
        <p:spPr>
          <a:xfrm flipH="1">
            <a:off x="7503185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356"/>
          <p:cNvSpPr/>
          <p:nvPr/>
        </p:nvSpPr>
        <p:spPr>
          <a:xfrm flipH="1">
            <a:off x="7526767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357"/>
          <p:cNvSpPr/>
          <p:nvPr/>
        </p:nvSpPr>
        <p:spPr>
          <a:xfrm flipH="1">
            <a:off x="7441387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6-line358"/>
          <p:cNvSpPr/>
          <p:nvPr/>
        </p:nvSpPr>
        <p:spPr>
          <a:xfrm flipH="1" flipV="1">
            <a:off x="7526767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359"/>
          <p:cNvSpPr/>
          <p:nvPr/>
        </p:nvSpPr>
        <p:spPr>
          <a:xfrm flipH="1" flipV="1">
            <a:off x="7503185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360"/>
          <p:cNvSpPr/>
          <p:nvPr/>
        </p:nvSpPr>
        <p:spPr>
          <a:xfrm flipH="1" flipV="1">
            <a:off x="7464169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line361"/>
          <p:cNvSpPr/>
          <p:nvPr/>
        </p:nvSpPr>
        <p:spPr>
          <a:xfrm flipH="1" flipV="1">
            <a:off x="7410146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362"/>
          <p:cNvSpPr/>
          <p:nvPr/>
        </p:nvSpPr>
        <p:spPr>
          <a:xfrm flipH="1" flipV="1">
            <a:off x="7260935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6-line363"/>
          <p:cNvSpPr/>
          <p:nvPr/>
        </p:nvSpPr>
        <p:spPr>
          <a:xfrm flipH="1" flipV="1">
            <a:off x="7259606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364"/>
          <p:cNvSpPr/>
          <p:nvPr/>
        </p:nvSpPr>
        <p:spPr>
          <a:xfrm flipH="1" flipV="1">
            <a:off x="7164738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365"/>
          <p:cNvSpPr/>
          <p:nvPr/>
        </p:nvSpPr>
        <p:spPr>
          <a:xfrm flipH="1" flipV="1">
            <a:off x="7058145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366"/>
          <p:cNvSpPr/>
          <p:nvPr/>
        </p:nvSpPr>
        <p:spPr>
          <a:xfrm flipH="1" flipV="1">
            <a:off x="6940993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367"/>
          <p:cNvSpPr/>
          <p:nvPr/>
        </p:nvSpPr>
        <p:spPr>
          <a:xfrm flipH="1" flipV="1">
            <a:off x="6767932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6-line368"/>
          <p:cNvSpPr/>
          <p:nvPr/>
        </p:nvSpPr>
        <p:spPr>
          <a:xfrm flipH="1" flipV="1">
            <a:off x="6680250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369"/>
          <p:cNvSpPr/>
          <p:nvPr/>
        </p:nvSpPr>
        <p:spPr>
          <a:xfrm flipH="1" flipV="1">
            <a:off x="6539516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370"/>
          <p:cNvSpPr/>
          <p:nvPr/>
        </p:nvSpPr>
        <p:spPr>
          <a:xfrm flipH="1" flipV="1">
            <a:off x="6393906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line371"/>
          <p:cNvSpPr/>
          <p:nvPr/>
        </p:nvSpPr>
        <p:spPr>
          <a:xfrm flipH="1" flipV="1">
            <a:off x="6245016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372"/>
          <p:cNvSpPr/>
          <p:nvPr/>
        </p:nvSpPr>
        <p:spPr>
          <a:xfrm flipV="1">
            <a:off x="6094476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6-line373"/>
          <p:cNvSpPr/>
          <p:nvPr/>
        </p:nvSpPr>
        <p:spPr>
          <a:xfrm flipV="1">
            <a:off x="5935812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374"/>
          <p:cNvSpPr/>
          <p:nvPr/>
        </p:nvSpPr>
        <p:spPr>
          <a:xfrm flipV="1">
            <a:off x="5778886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375"/>
          <p:cNvSpPr/>
          <p:nvPr/>
        </p:nvSpPr>
        <p:spPr>
          <a:xfrm flipV="1">
            <a:off x="5625418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376"/>
          <p:cNvSpPr/>
          <p:nvPr/>
        </p:nvSpPr>
        <p:spPr>
          <a:xfrm flipV="1">
            <a:off x="5477089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377"/>
          <p:cNvSpPr/>
          <p:nvPr/>
        </p:nvSpPr>
        <p:spPr>
          <a:xfrm flipV="1">
            <a:off x="5335524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6-line378"/>
          <p:cNvSpPr/>
          <p:nvPr/>
        </p:nvSpPr>
        <p:spPr>
          <a:xfrm flipV="1">
            <a:off x="5202274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379"/>
          <p:cNvSpPr/>
          <p:nvPr/>
        </p:nvSpPr>
        <p:spPr>
          <a:xfrm flipV="1">
            <a:off x="5078800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380"/>
          <p:cNvSpPr/>
          <p:nvPr/>
        </p:nvSpPr>
        <p:spPr>
          <a:xfrm flipV="1">
            <a:off x="4966453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line381"/>
          <p:cNvSpPr/>
          <p:nvPr/>
        </p:nvSpPr>
        <p:spPr>
          <a:xfrm flipV="1">
            <a:off x="4866466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382"/>
          <p:cNvSpPr/>
          <p:nvPr/>
        </p:nvSpPr>
        <p:spPr>
          <a:xfrm flipV="1">
            <a:off x="4779933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6-line383"/>
          <p:cNvSpPr/>
          <p:nvPr/>
        </p:nvSpPr>
        <p:spPr>
          <a:xfrm flipV="1">
            <a:off x="4707802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6-line384"/>
          <p:cNvSpPr/>
          <p:nvPr/>
        </p:nvSpPr>
        <p:spPr>
          <a:xfrm flipV="1">
            <a:off x="4650864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385"/>
          <p:cNvSpPr/>
          <p:nvPr/>
        </p:nvSpPr>
        <p:spPr>
          <a:xfrm flipV="1">
            <a:off x="4609742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6-line386"/>
          <p:cNvSpPr/>
          <p:nvPr/>
        </p:nvSpPr>
        <p:spPr>
          <a:xfrm flipV="1">
            <a:off x="4584887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387"/>
          <p:cNvSpPr/>
          <p:nvPr/>
        </p:nvSpPr>
        <p:spPr>
          <a:xfrm>
            <a:off x="4576572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6-line388"/>
          <p:cNvSpPr/>
          <p:nvPr/>
        </p:nvSpPr>
        <p:spPr>
          <a:xfrm>
            <a:off x="4584887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6-line389"/>
          <p:cNvSpPr/>
          <p:nvPr/>
        </p:nvSpPr>
        <p:spPr>
          <a:xfrm>
            <a:off x="4609742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390"/>
          <p:cNvSpPr/>
          <p:nvPr/>
        </p:nvSpPr>
        <p:spPr>
          <a:xfrm>
            <a:off x="4650864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6-line391"/>
          <p:cNvSpPr/>
          <p:nvPr/>
        </p:nvSpPr>
        <p:spPr>
          <a:xfrm>
            <a:off x="4707802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392"/>
          <p:cNvSpPr/>
          <p:nvPr/>
        </p:nvSpPr>
        <p:spPr>
          <a:xfrm>
            <a:off x="4779933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6-line393"/>
          <p:cNvSpPr/>
          <p:nvPr/>
        </p:nvSpPr>
        <p:spPr>
          <a:xfrm>
            <a:off x="4866466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6-line394"/>
          <p:cNvSpPr/>
          <p:nvPr/>
        </p:nvSpPr>
        <p:spPr>
          <a:xfrm>
            <a:off x="4966453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395"/>
          <p:cNvSpPr/>
          <p:nvPr/>
        </p:nvSpPr>
        <p:spPr>
          <a:xfrm>
            <a:off x="5078800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6-line396"/>
          <p:cNvSpPr/>
          <p:nvPr/>
        </p:nvSpPr>
        <p:spPr>
          <a:xfrm>
            <a:off x="5202274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397"/>
          <p:cNvSpPr/>
          <p:nvPr/>
        </p:nvSpPr>
        <p:spPr>
          <a:xfrm>
            <a:off x="5335524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6-line398"/>
          <p:cNvSpPr/>
          <p:nvPr/>
        </p:nvSpPr>
        <p:spPr>
          <a:xfrm>
            <a:off x="5477089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6-line399"/>
          <p:cNvSpPr/>
          <p:nvPr/>
        </p:nvSpPr>
        <p:spPr>
          <a:xfrm>
            <a:off x="5625418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400"/>
          <p:cNvSpPr/>
          <p:nvPr/>
        </p:nvSpPr>
        <p:spPr>
          <a:xfrm>
            <a:off x="5778886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6-line401"/>
          <p:cNvSpPr/>
          <p:nvPr/>
        </p:nvSpPr>
        <p:spPr>
          <a:xfrm>
            <a:off x="5935812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abel402"/>
          <p:cNvSpPr txBox="1"/>
          <p:nvPr/>
        </p:nvSpPr>
        <p:spPr>
          <a:xfrm>
            <a:off x="6434176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3" name="S06-label403"/>
          <p:cNvSpPr txBox="1"/>
          <p:nvPr/>
        </p:nvSpPr>
        <p:spPr>
          <a:xfrm>
            <a:off x="6883669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4" name="S06-label404"/>
          <p:cNvSpPr txBox="1"/>
          <p:nvPr/>
        </p:nvSpPr>
        <p:spPr>
          <a:xfrm>
            <a:off x="7048195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5" name="S06-label405"/>
          <p:cNvSpPr txBox="1"/>
          <p:nvPr/>
        </p:nvSpPr>
        <p:spPr>
          <a:xfrm>
            <a:off x="6883669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6" name="S06-label406"/>
          <p:cNvSpPr txBox="1"/>
          <p:nvPr/>
        </p:nvSpPr>
        <p:spPr>
          <a:xfrm>
            <a:off x="6434176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7" name="S06-label407"/>
          <p:cNvSpPr txBox="1"/>
          <p:nvPr/>
        </p:nvSpPr>
        <p:spPr>
          <a:xfrm>
            <a:off x="5820156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8" name="S06-label408"/>
          <p:cNvSpPr txBox="1"/>
          <p:nvPr/>
        </p:nvSpPr>
        <p:spPr>
          <a:xfrm>
            <a:off x="5206136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49" name="S06-label409"/>
          <p:cNvSpPr txBox="1"/>
          <p:nvPr/>
        </p:nvSpPr>
        <p:spPr>
          <a:xfrm>
            <a:off x="4756643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0" name="S06-label410"/>
          <p:cNvSpPr txBox="1"/>
          <p:nvPr/>
        </p:nvSpPr>
        <p:spPr>
          <a:xfrm>
            <a:off x="4592117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1" name="S06-label411"/>
          <p:cNvSpPr txBox="1"/>
          <p:nvPr/>
        </p:nvSpPr>
        <p:spPr>
          <a:xfrm>
            <a:off x="4756643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2" name="S06-label412"/>
          <p:cNvSpPr txBox="1"/>
          <p:nvPr/>
        </p:nvSpPr>
        <p:spPr>
          <a:xfrm>
            <a:off x="5206136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3" name="S06-label413"/>
          <p:cNvSpPr txBox="1"/>
          <p:nvPr/>
        </p:nvSpPr>
        <p:spPr>
          <a:xfrm>
            <a:off x="5820156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4" name="S06-line414"/>
          <p:cNvSpPr/>
          <p:nvPr/>
        </p:nvSpPr>
        <p:spPr>
          <a:xfrm flipV="1">
            <a:off x="6094476" y="3188513"/>
            <a:ext cx="0" cy="68397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6-line415"/>
          <p:cNvSpPr/>
          <p:nvPr/>
        </p:nvSpPr>
        <p:spPr>
          <a:xfrm flipV="1">
            <a:off x="6094476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6-pin416"/>
          <p:cNvSpPr/>
          <p:nvPr/>
        </p:nvSpPr>
        <p:spPr>
          <a:xfrm>
            <a:off x="6039612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6-label417"/>
          <p:cNvSpPr txBox="1"/>
          <p:nvPr/>
        </p:nvSpPr>
        <p:spPr>
          <a:xfrm>
            <a:off x="4352544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8" name="S06-figure418" descr="4시를 가리키는 시계"/>
          <p:cNvSpPr/>
          <p:nvPr/>
        </p:nvSpPr>
        <p:spPr>
          <a:xfrm>
            <a:off x="8343900" y="2318004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59" name="S06-line419"/>
          <p:cNvSpPr/>
          <p:nvPr/>
        </p:nvSpPr>
        <p:spPr>
          <a:xfrm>
            <a:off x="9898380" y="235458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0" name="S06-line420"/>
          <p:cNvSpPr/>
          <p:nvPr/>
        </p:nvSpPr>
        <p:spPr>
          <a:xfrm flipH="1">
            <a:off x="10048920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6-line421"/>
          <p:cNvSpPr/>
          <p:nvPr/>
        </p:nvSpPr>
        <p:spPr>
          <a:xfrm flipH="1">
            <a:off x="10197810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6-line422"/>
          <p:cNvSpPr/>
          <p:nvPr/>
        </p:nvSpPr>
        <p:spPr>
          <a:xfrm flipH="1">
            <a:off x="10343420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6-line423"/>
          <p:cNvSpPr/>
          <p:nvPr/>
        </p:nvSpPr>
        <p:spPr>
          <a:xfrm flipH="1">
            <a:off x="10484154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6-line424"/>
          <p:cNvSpPr/>
          <p:nvPr/>
        </p:nvSpPr>
        <p:spPr>
          <a:xfrm flipH="1">
            <a:off x="10571836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5" name="S06-line425"/>
          <p:cNvSpPr/>
          <p:nvPr/>
        </p:nvSpPr>
        <p:spPr>
          <a:xfrm flipH="1">
            <a:off x="10744897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6-line426"/>
          <p:cNvSpPr/>
          <p:nvPr/>
        </p:nvSpPr>
        <p:spPr>
          <a:xfrm flipH="1">
            <a:off x="10862049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6-line427"/>
          <p:cNvSpPr/>
          <p:nvPr/>
        </p:nvSpPr>
        <p:spPr>
          <a:xfrm flipH="1">
            <a:off x="10968642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6-line428"/>
          <p:cNvSpPr/>
          <p:nvPr/>
        </p:nvSpPr>
        <p:spPr>
          <a:xfrm flipH="1">
            <a:off x="11063510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6-line429"/>
          <p:cNvSpPr/>
          <p:nvPr/>
        </p:nvSpPr>
        <p:spPr>
          <a:xfrm flipH="1">
            <a:off x="11064839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0" name="S06-line430"/>
          <p:cNvSpPr/>
          <p:nvPr/>
        </p:nvSpPr>
        <p:spPr>
          <a:xfrm flipH="1">
            <a:off x="11214050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6-line431"/>
          <p:cNvSpPr/>
          <p:nvPr/>
        </p:nvSpPr>
        <p:spPr>
          <a:xfrm flipH="1">
            <a:off x="11268073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6-line432"/>
          <p:cNvSpPr/>
          <p:nvPr/>
        </p:nvSpPr>
        <p:spPr>
          <a:xfrm flipH="1">
            <a:off x="11307089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6-line433"/>
          <p:cNvSpPr/>
          <p:nvPr/>
        </p:nvSpPr>
        <p:spPr>
          <a:xfrm flipH="1">
            <a:off x="11330671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6-line434"/>
          <p:cNvSpPr/>
          <p:nvPr/>
        </p:nvSpPr>
        <p:spPr>
          <a:xfrm flipH="1">
            <a:off x="11245291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5" name="S06-line435"/>
          <p:cNvSpPr/>
          <p:nvPr/>
        </p:nvSpPr>
        <p:spPr>
          <a:xfrm flipH="1" flipV="1">
            <a:off x="11330671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6-line436"/>
          <p:cNvSpPr/>
          <p:nvPr/>
        </p:nvSpPr>
        <p:spPr>
          <a:xfrm flipH="1" flipV="1">
            <a:off x="11307089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6-line437"/>
          <p:cNvSpPr/>
          <p:nvPr/>
        </p:nvSpPr>
        <p:spPr>
          <a:xfrm flipH="1" flipV="1">
            <a:off x="11268073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6-line438"/>
          <p:cNvSpPr/>
          <p:nvPr/>
        </p:nvSpPr>
        <p:spPr>
          <a:xfrm flipH="1" flipV="1">
            <a:off x="11214050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6-line439"/>
          <p:cNvSpPr/>
          <p:nvPr/>
        </p:nvSpPr>
        <p:spPr>
          <a:xfrm flipH="1" flipV="1">
            <a:off x="11064839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0" name="S06-line440"/>
          <p:cNvSpPr/>
          <p:nvPr/>
        </p:nvSpPr>
        <p:spPr>
          <a:xfrm flipH="1" flipV="1">
            <a:off x="11063510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6-line441"/>
          <p:cNvSpPr/>
          <p:nvPr/>
        </p:nvSpPr>
        <p:spPr>
          <a:xfrm flipH="1" flipV="1">
            <a:off x="10968642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6-line442"/>
          <p:cNvSpPr/>
          <p:nvPr/>
        </p:nvSpPr>
        <p:spPr>
          <a:xfrm flipH="1" flipV="1">
            <a:off x="10862049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6-line443"/>
          <p:cNvSpPr/>
          <p:nvPr/>
        </p:nvSpPr>
        <p:spPr>
          <a:xfrm flipH="1" flipV="1">
            <a:off x="10744897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6-line444"/>
          <p:cNvSpPr/>
          <p:nvPr/>
        </p:nvSpPr>
        <p:spPr>
          <a:xfrm flipH="1" flipV="1">
            <a:off x="10571836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5" name="S06-line445"/>
          <p:cNvSpPr/>
          <p:nvPr/>
        </p:nvSpPr>
        <p:spPr>
          <a:xfrm flipH="1" flipV="1">
            <a:off x="10484154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6-line446"/>
          <p:cNvSpPr/>
          <p:nvPr/>
        </p:nvSpPr>
        <p:spPr>
          <a:xfrm flipH="1" flipV="1">
            <a:off x="10343420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6-line447"/>
          <p:cNvSpPr/>
          <p:nvPr/>
        </p:nvSpPr>
        <p:spPr>
          <a:xfrm flipH="1" flipV="1">
            <a:off x="10197810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6-line448"/>
          <p:cNvSpPr/>
          <p:nvPr/>
        </p:nvSpPr>
        <p:spPr>
          <a:xfrm flipH="1" flipV="1">
            <a:off x="10048920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6-line449"/>
          <p:cNvSpPr/>
          <p:nvPr/>
        </p:nvSpPr>
        <p:spPr>
          <a:xfrm flipV="1">
            <a:off x="9898380" y="52193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0" name="S06-line450"/>
          <p:cNvSpPr/>
          <p:nvPr/>
        </p:nvSpPr>
        <p:spPr>
          <a:xfrm flipV="1">
            <a:off x="9739716" y="530477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6-line451"/>
          <p:cNvSpPr/>
          <p:nvPr/>
        </p:nvSpPr>
        <p:spPr>
          <a:xfrm flipV="1">
            <a:off x="9582790" y="5281193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6-line452"/>
          <p:cNvSpPr/>
          <p:nvPr/>
        </p:nvSpPr>
        <p:spPr>
          <a:xfrm flipV="1">
            <a:off x="9429322" y="52421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6-line453"/>
          <p:cNvSpPr/>
          <p:nvPr/>
        </p:nvSpPr>
        <p:spPr>
          <a:xfrm flipV="1">
            <a:off x="9280993" y="5188154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6-line454"/>
          <p:cNvSpPr/>
          <p:nvPr/>
        </p:nvSpPr>
        <p:spPr>
          <a:xfrm flipV="1">
            <a:off x="9139428" y="5038943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5" name="S06-line455"/>
          <p:cNvSpPr/>
          <p:nvPr/>
        </p:nvSpPr>
        <p:spPr>
          <a:xfrm flipV="1">
            <a:off x="9006178" y="503761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6-line456"/>
          <p:cNvSpPr/>
          <p:nvPr/>
        </p:nvSpPr>
        <p:spPr>
          <a:xfrm flipV="1">
            <a:off x="8882704" y="494274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6-line457"/>
          <p:cNvSpPr/>
          <p:nvPr/>
        </p:nvSpPr>
        <p:spPr>
          <a:xfrm flipV="1">
            <a:off x="8770357" y="483615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6-line458"/>
          <p:cNvSpPr/>
          <p:nvPr/>
        </p:nvSpPr>
        <p:spPr>
          <a:xfrm flipV="1">
            <a:off x="8670370" y="4719001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6-line459"/>
          <p:cNvSpPr/>
          <p:nvPr/>
        </p:nvSpPr>
        <p:spPr>
          <a:xfrm flipV="1">
            <a:off x="8583837" y="4545940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0" name="S06-line460"/>
          <p:cNvSpPr/>
          <p:nvPr/>
        </p:nvSpPr>
        <p:spPr>
          <a:xfrm flipV="1">
            <a:off x="8511706" y="4458258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6-line461"/>
          <p:cNvSpPr/>
          <p:nvPr/>
        </p:nvSpPr>
        <p:spPr>
          <a:xfrm flipV="1">
            <a:off x="8454768" y="4317524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6-line462"/>
          <p:cNvSpPr/>
          <p:nvPr/>
        </p:nvSpPr>
        <p:spPr>
          <a:xfrm flipV="1">
            <a:off x="8413646" y="417191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6-line463"/>
          <p:cNvSpPr/>
          <p:nvPr/>
        </p:nvSpPr>
        <p:spPr>
          <a:xfrm flipV="1">
            <a:off x="8388791" y="4023024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6-line464"/>
          <p:cNvSpPr/>
          <p:nvPr/>
        </p:nvSpPr>
        <p:spPr>
          <a:xfrm>
            <a:off x="8380476" y="3872484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5" name="S06-line465"/>
          <p:cNvSpPr/>
          <p:nvPr/>
        </p:nvSpPr>
        <p:spPr>
          <a:xfrm>
            <a:off x="8388791" y="371382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6-line466"/>
          <p:cNvSpPr/>
          <p:nvPr/>
        </p:nvSpPr>
        <p:spPr>
          <a:xfrm>
            <a:off x="8413646" y="3556894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6-line467"/>
          <p:cNvSpPr/>
          <p:nvPr/>
        </p:nvSpPr>
        <p:spPr>
          <a:xfrm>
            <a:off x="8454768" y="3403426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6-line468"/>
          <p:cNvSpPr/>
          <p:nvPr/>
        </p:nvSpPr>
        <p:spPr>
          <a:xfrm>
            <a:off x="8511706" y="3255097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6-line469"/>
          <p:cNvSpPr/>
          <p:nvPr/>
        </p:nvSpPr>
        <p:spPr>
          <a:xfrm>
            <a:off x="8583837" y="3113532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0" name="S06-line470"/>
          <p:cNvSpPr/>
          <p:nvPr/>
        </p:nvSpPr>
        <p:spPr>
          <a:xfrm>
            <a:off x="8670370" y="2980282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6-line471"/>
          <p:cNvSpPr/>
          <p:nvPr/>
        </p:nvSpPr>
        <p:spPr>
          <a:xfrm>
            <a:off x="8770357" y="285680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6-line472"/>
          <p:cNvSpPr/>
          <p:nvPr/>
        </p:nvSpPr>
        <p:spPr>
          <a:xfrm>
            <a:off x="8882704" y="27444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6-line473"/>
          <p:cNvSpPr/>
          <p:nvPr/>
        </p:nvSpPr>
        <p:spPr>
          <a:xfrm>
            <a:off x="9006178" y="2644474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6-line474"/>
          <p:cNvSpPr/>
          <p:nvPr/>
        </p:nvSpPr>
        <p:spPr>
          <a:xfrm>
            <a:off x="9139428" y="2557941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5" name="S06-line475"/>
          <p:cNvSpPr/>
          <p:nvPr/>
        </p:nvSpPr>
        <p:spPr>
          <a:xfrm>
            <a:off x="9280993" y="248581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6-line476"/>
          <p:cNvSpPr/>
          <p:nvPr/>
        </p:nvSpPr>
        <p:spPr>
          <a:xfrm>
            <a:off x="9429322" y="242887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6-line477"/>
          <p:cNvSpPr/>
          <p:nvPr/>
        </p:nvSpPr>
        <p:spPr>
          <a:xfrm>
            <a:off x="9582790" y="2387750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6-line478"/>
          <p:cNvSpPr/>
          <p:nvPr/>
        </p:nvSpPr>
        <p:spPr>
          <a:xfrm>
            <a:off x="9739716" y="2362895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6-label479"/>
          <p:cNvSpPr txBox="1"/>
          <p:nvPr/>
        </p:nvSpPr>
        <p:spPr>
          <a:xfrm>
            <a:off x="10238080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0" name="S06-label480"/>
          <p:cNvSpPr txBox="1"/>
          <p:nvPr/>
        </p:nvSpPr>
        <p:spPr>
          <a:xfrm>
            <a:off x="10687573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1" name="S06-label481"/>
          <p:cNvSpPr txBox="1"/>
          <p:nvPr/>
        </p:nvSpPr>
        <p:spPr>
          <a:xfrm>
            <a:off x="1085209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2" name="S06-label482"/>
          <p:cNvSpPr txBox="1"/>
          <p:nvPr/>
        </p:nvSpPr>
        <p:spPr>
          <a:xfrm>
            <a:off x="10687573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3" name="S06-label483"/>
          <p:cNvSpPr txBox="1"/>
          <p:nvPr/>
        </p:nvSpPr>
        <p:spPr>
          <a:xfrm>
            <a:off x="10238080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4" name="S06-label484"/>
          <p:cNvSpPr txBox="1"/>
          <p:nvPr/>
        </p:nvSpPr>
        <p:spPr>
          <a:xfrm>
            <a:off x="9624060" y="49176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5" name="S06-label485"/>
          <p:cNvSpPr txBox="1"/>
          <p:nvPr/>
        </p:nvSpPr>
        <p:spPr>
          <a:xfrm>
            <a:off x="9010040" y="475311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6" name="S06-label486"/>
          <p:cNvSpPr txBox="1"/>
          <p:nvPr/>
        </p:nvSpPr>
        <p:spPr>
          <a:xfrm>
            <a:off x="8560547" y="43036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7" name="S06-label487"/>
          <p:cNvSpPr txBox="1"/>
          <p:nvPr/>
        </p:nvSpPr>
        <p:spPr>
          <a:xfrm>
            <a:off x="839602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8" name="S06-label488"/>
          <p:cNvSpPr txBox="1"/>
          <p:nvPr/>
        </p:nvSpPr>
        <p:spPr>
          <a:xfrm>
            <a:off x="8560547" y="3075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29" name="S06-label489"/>
          <p:cNvSpPr txBox="1"/>
          <p:nvPr/>
        </p:nvSpPr>
        <p:spPr>
          <a:xfrm>
            <a:off x="9010040" y="26260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0" name="S06-label490"/>
          <p:cNvSpPr txBox="1"/>
          <p:nvPr/>
        </p:nvSpPr>
        <p:spPr>
          <a:xfrm>
            <a:off x="9624060" y="246156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1" name="S06-line491"/>
          <p:cNvSpPr/>
          <p:nvPr/>
        </p:nvSpPr>
        <p:spPr>
          <a:xfrm>
            <a:off x="9898380" y="3872484"/>
            <a:ext cx="592336" cy="34198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2" name="S06-line492"/>
          <p:cNvSpPr/>
          <p:nvPr/>
        </p:nvSpPr>
        <p:spPr>
          <a:xfrm flipV="1">
            <a:off x="9898380" y="2877617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3" name="S06-pin493"/>
          <p:cNvSpPr/>
          <p:nvPr/>
        </p:nvSpPr>
        <p:spPr>
          <a:xfrm>
            <a:off x="9843516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4" name="S06-label494"/>
          <p:cNvSpPr txBox="1"/>
          <p:nvPr/>
        </p:nvSpPr>
        <p:spPr>
          <a:xfrm>
            <a:off x="8156448" y="580644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 o'clock일까요?</a:t>
            </a:r>
            <a:endParaRPr lang="ko-KR" sz="4000" dirty="0"/>
          </a:p>
        </p:txBody>
      </p:sp>
      <p:sp>
        <p:nvSpPr>
          <p:cNvPr id="3" name="S07-card4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가 시계를 보고 It's twelve o'clock.이라고 말했어요.</a:t>
            </a:r>
            <a:endParaRPr lang="ko-KR" sz="3000" dirty="0"/>
          </a:p>
        </p:txBody>
      </p:sp>
      <p:sp>
        <p:nvSpPr>
          <p:cNvPr id="5" name="S07-card4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짧은바늘을 보고 고쳐 말해요.</a:t>
            </a:r>
            <a:endParaRPr lang="ko-KR" sz="3000" dirty="0"/>
          </a:p>
        </p:txBody>
      </p:sp>
      <p:sp>
        <p:nvSpPr>
          <p:cNvPr id="7" name="S07-chip499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figure500" descr="3시를 가리키는 시계"/>
          <p:cNvSpPr/>
          <p:nvPr/>
        </p:nvSpPr>
        <p:spPr>
          <a:xfrm>
            <a:off x="2442210" y="3544824"/>
            <a:ext cx="1575816" cy="15758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9" name="S07-line501"/>
          <p:cNvSpPr/>
          <p:nvPr/>
        </p:nvSpPr>
        <p:spPr>
          <a:xfrm>
            <a:off x="3230118" y="3581400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7-line502"/>
          <p:cNvSpPr/>
          <p:nvPr/>
        </p:nvSpPr>
        <p:spPr>
          <a:xfrm flipH="1">
            <a:off x="3304536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503"/>
          <p:cNvSpPr/>
          <p:nvPr/>
        </p:nvSpPr>
        <p:spPr>
          <a:xfrm flipH="1">
            <a:off x="3378138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504"/>
          <p:cNvSpPr/>
          <p:nvPr/>
        </p:nvSpPr>
        <p:spPr>
          <a:xfrm flipH="1">
            <a:off x="3450119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505"/>
          <p:cNvSpPr/>
          <p:nvPr/>
        </p:nvSpPr>
        <p:spPr>
          <a:xfrm flipH="1">
            <a:off x="3519689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506"/>
          <p:cNvSpPr/>
          <p:nvPr/>
        </p:nvSpPr>
        <p:spPr>
          <a:xfrm flipH="1">
            <a:off x="3562449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7-line507"/>
          <p:cNvSpPr/>
          <p:nvPr/>
        </p:nvSpPr>
        <p:spPr>
          <a:xfrm flipH="1">
            <a:off x="3648584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508"/>
          <p:cNvSpPr/>
          <p:nvPr/>
        </p:nvSpPr>
        <p:spPr>
          <a:xfrm flipH="1">
            <a:off x="3706497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509"/>
          <p:cNvSpPr/>
          <p:nvPr/>
        </p:nvSpPr>
        <p:spPr>
          <a:xfrm flipH="1">
            <a:off x="3759190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510"/>
          <p:cNvSpPr/>
          <p:nvPr/>
        </p:nvSpPr>
        <p:spPr>
          <a:xfrm flipH="1">
            <a:off x="3806087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511"/>
          <p:cNvSpPr/>
          <p:nvPr/>
        </p:nvSpPr>
        <p:spPr>
          <a:xfrm flipH="1">
            <a:off x="3805732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7-line512"/>
          <p:cNvSpPr/>
          <p:nvPr/>
        </p:nvSpPr>
        <p:spPr>
          <a:xfrm flipH="1">
            <a:off x="3880504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513"/>
          <p:cNvSpPr/>
          <p:nvPr/>
        </p:nvSpPr>
        <p:spPr>
          <a:xfrm flipH="1">
            <a:off x="3907210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514"/>
          <p:cNvSpPr/>
          <p:nvPr/>
        </p:nvSpPr>
        <p:spPr>
          <a:xfrm flipH="1">
            <a:off x="3926497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515"/>
          <p:cNvSpPr/>
          <p:nvPr/>
        </p:nvSpPr>
        <p:spPr>
          <a:xfrm flipH="1">
            <a:off x="3938155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516"/>
          <p:cNvSpPr/>
          <p:nvPr/>
        </p:nvSpPr>
        <p:spPr>
          <a:xfrm flipH="1">
            <a:off x="3894780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7-line517"/>
          <p:cNvSpPr/>
          <p:nvPr/>
        </p:nvSpPr>
        <p:spPr>
          <a:xfrm flipH="1" flipV="1">
            <a:off x="3938155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518"/>
          <p:cNvSpPr/>
          <p:nvPr/>
        </p:nvSpPr>
        <p:spPr>
          <a:xfrm flipH="1" flipV="1">
            <a:off x="3926497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519"/>
          <p:cNvSpPr/>
          <p:nvPr/>
        </p:nvSpPr>
        <p:spPr>
          <a:xfrm flipH="1" flipV="1">
            <a:off x="3907210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520"/>
          <p:cNvSpPr/>
          <p:nvPr/>
        </p:nvSpPr>
        <p:spPr>
          <a:xfrm flipH="1" flipV="1">
            <a:off x="3880504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521"/>
          <p:cNvSpPr/>
          <p:nvPr/>
        </p:nvSpPr>
        <p:spPr>
          <a:xfrm flipH="1" flipV="1">
            <a:off x="3805732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7-line522"/>
          <p:cNvSpPr/>
          <p:nvPr/>
        </p:nvSpPr>
        <p:spPr>
          <a:xfrm flipH="1" flipV="1">
            <a:off x="3806087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523"/>
          <p:cNvSpPr/>
          <p:nvPr/>
        </p:nvSpPr>
        <p:spPr>
          <a:xfrm flipH="1" flipV="1">
            <a:off x="3759190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524"/>
          <p:cNvSpPr/>
          <p:nvPr/>
        </p:nvSpPr>
        <p:spPr>
          <a:xfrm flipH="1" flipV="1">
            <a:off x="3706497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525"/>
          <p:cNvSpPr/>
          <p:nvPr/>
        </p:nvSpPr>
        <p:spPr>
          <a:xfrm flipH="1" flipV="1">
            <a:off x="3648584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526"/>
          <p:cNvSpPr/>
          <p:nvPr/>
        </p:nvSpPr>
        <p:spPr>
          <a:xfrm flipH="1" flipV="1">
            <a:off x="3562449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07-line527"/>
          <p:cNvSpPr/>
          <p:nvPr/>
        </p:nvSpPr>
        <p:spPr>
          <a:xfrm flipH="1" flipV="1">
            <a:off x="3519689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528"/>
          <p:cNvSpPr/>
          <p:nvPr/>
        </p:nvSpPr>
        <p:spPr>
          <a:xfrm flipH="1" flipV="1">
            <a:off x="3450119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529"/>
          <p:cNvSpPr/>
          <p:nvPr/>
        </p:nvSpPr>
        <p:spPr>
          <a:xfrm flipH="1" flipV="1">
            <a:off x="3378138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530"/>
          <p:cNvSpPr/>
          <p:nvPr/>
        </p:nvSpPr>
        <p:spPr>
          <a:xfrm flipH="1" flipV="1">
            <a:off x="3304536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531"/>
          <p:cNvSpPr/>
          <p:nvPr/>
        </p:nvSpPr>
        <p:spPr>
          <a:xfrm flipV="1">
            <a:off x="3230118" y="4997394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7-line532"/>
          <p:cNvSpPr/>
          <p:nvPr/>
        </p:nvSpPr>
        <p:spPr>
          <a:xfrm flipV="1">
            <a:off x="3151582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533"/>
          <p:cNvSpPr/>
          <p:nvPr/>
        </p:nvSpPr>
        <p:spPr>
          <a:xfrm flipV="1">
            <a:off x="3073907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534"/>
          <p:cNvSpPr/>
          <p:nvPr/>
        </p:nvSpPr>
        <p:spPr>
          <a:xfrm flipV="1">
            <a:off x="2997944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535"/>
          <p:cNvSpPr/>
          <p:nvPr/>
        </p:nvSpPr>
        <p:spPr>
          <a:xfrm flipV="1">
            <a:off x="2924524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536"/>
          <p:cNvSpPr/>
          <p:nvPr/>
        </p:nvSpPr>
        <p:spPr>
          <a:xfrm flipV="1">
            <a:off x="2854452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7-line537"/>
          <p:cNvSpPr/>
          <p:nvPr/>
        </p:nvSpPr>
        <p:spPr>
          <a:xfrm flipV="1">
            <a:off x="2788496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538"/>
          <p:cNvSpPr/>
          <p:nvPr/>
        </p:nvSpPr>
        <p:spPr>
          <a:xfrm flipV="1">
            <a:off x="2727379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539"/>
          <p:cNvSpPr/>
          <p:nvPr/>
        </p:nvSpPr>
        <p:spPr>
          <a:xfrm flipV="1">
            <a:off x="2671770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540"/>
          <p:cNvSpPr/>
          <p:nvPr/>
        </p:nvSpPr>
        <p:spPr>
          <a:xfrm flipV="1">
            <a:off x="2622278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541"/>
          <p:cNvSpPr/>
          <p:nvPr/>
        </p:nvSpPr>
        <p:spPr>
          <a:xfrm flipV="1">
            <a:off x="2579445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07-line542"/>
          <p:cNvSpPr/>
          <p:nvPr/>
        </p:nvSpPr>
        <p:spPr>
          <a:xfrm flipV="1">
            <a:off x="2543742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543"/>
          <p:cNvSpPr/>
          <p:nvPr/>
        </p:nvSpPr>
        <p:spPr>
          <a:xfrm flipV="1">
            <a:off x="2515559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544"/>
          <p:cNvSpPr/>
          <p:nvPr/>
        </p:nvSpPr>
        <p:spPr>
          <a:xfrm flipV="1">
            <a:off x="2495204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545"/>
          <p:cNvSpPr/>
          <p:nvPr/>
        </p:nvSpPr>
        <p:spPr>
          <a:xfrm flipV="1">
            <a:off x="2482902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546"/>
          <p:cNvSpPr/>
          <p:nvPr/>
        </p:nvSpPr>
        <p:spPr>
          <a:xfrm>
            <a:off x="2478786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07-line547"/>
          <p:cNvSpPr/>
          <p:nvPr/>
        </p:nvSpPr>
        <p:spPr>
          <a:xfrm>
            <a:off x="2482902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548"/>
          <p:cNvSpPr/>
          <p:nvPr/>
        </p:nvSpPr>
        <p:spPr>
          <a:xfrm>
            <a:off x="2495204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549"/>
          <p:cNvSpPr/>
          <p:nvPr/>
        </p:nvSpPr>
        <p:spPr>
          <a:xfrm>
            <a:off x="2515559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550"/>
          <p:cNvSpPr/>
          <p:nvPr/>
        </p:nvSpPr>
        <p:spPr>
          <a:xfrm>
            <a:off x="2543742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551"/>
          <p:cNvSpPr/>
          <p:nvPr/>
        </p:nvSpPr>
        <p:spPr>
          <a:xfrm>
            <a:off x="2579445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0" name="S07-line552"/>
          <p:cNvSpPr/>
          <p:nvPr/>
        </p:nvSpPr>
        <p:spPr>
          <a:xfrm>
            <a:off x="2622278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553"/>
          <p:cNvSpPr/>
          <p:nvPr/>
        </p:nvSpPr>
        <p:spPr>
          <a:xfrm>
            <a:off x="2671770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554"/>
          <p:cNvSpPr/>
          <p:nvPr/>
        </p:nvSpPr>
        <p:spPr>
          <a:xfrm>
            <a:off x="2727379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555"/>
          <p:cNvSpPr/>
          <p:nvPr/>
        </p:nvSpPr>
        <p:spPr>
          <a:xfrm>
            <a:off x="2788496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556"/>
          <p:cNvSpPr/>
          <p:nvPr/>
        </p:nvSpPr>
        <p:spPr>
          <a:xfrm>
            <a:off x="2854452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07-line557"/>
          <p:cNvSpPr/>
          <p:nvPr/>
        </p:nvSpPr>
        <p:spPr>
          <a:xfrm>
            <a:off x="2924524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558"/>
          <p:cNvSpPr/>
          <p:nvPr/>
        </p:nvSpPr>
        <p:spPr>
          <a:xfrm>
            <a:off x="2997944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ine559"/>
          <p:cNvSpPr/>
          <p:nvPr/>
        </p:nvSpPr>
        <p:spPr>
          <a:xfrm>
            <a:off x="3073907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7-line560"/>
          <p:cNvSpPr/>
          <p:nvPr/>
        </p:nvSpPr>
        <p:spPr>
          <a:xfrm>
            <a:off x="3151582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7-label561"/>
          <p:cNvSpPr txBox="1"/>
          <p:nvPr/>
        </p:nvSpPr>
        <p:spPr>
          <a:xfrm>
            <a:off x="3267022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70" name="S07-label562"/>
          <p:cNvSpPr txBox="1"/>
          <p:nvPr/>
        </p:nvSpPr>
        <p:spPr>
          <a:xfrm>
            <a:off x="3494853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71" name="S07-label563"/>
          <p:cNvSpPr txBox="1"/>
          <p:nvPr/>
        </p:nvSpPr>
        <p:spPr>
          <a:xfrm>
            <a:off x="3578245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72" name="S07-label564"/>
          <p:cNvSpPr txBox="1"/>
          <p:nvPr/>
        </p:nvSpPr>
        <p:spPr>
          <a:xfrm>
            <a:off x="3494853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73" name="S07-label565"/>
          <p:cNvSpPr txBox="1"/>
          <p:nvPr/>
        </p:nvSpPr>
        <p:spPr>
          <a:xfrm>
            <a:off x="3267022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74" name="S07-label566"/>
          <p:cNvSpPr txBox="1"/>
          <p:nvPr/>
        </p:nvSpPr>
        <p:spPr>
          <a:xfrm>
            <a:off x="2955798" y="47722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75" name="S07-label567"/>
          <p:cNvSpPr txBox="1"/>
          <p:nvPr/>
        </p:nvSpPr>
        <p:spPr>
          <a:xfrm>
            <a:off x="2644574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76" name="S07-label568"/>
          <p:cNvSpPr txBox="1"/>
          <p:nvPr/>
        </p:nvSpPr>
        <p:spPr>
          <a:xfrm>
            <a:off x="2416743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77" name="S07-label569"/>
          <p:cNvSpPr txBox="1"/>
          <p:nvPr/>
        </p:nvSpPr>
        <p:spPr>
          <a:xfrm>
            <a:off x="2333351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78" name="S07-label570"/>
          <p:cNvSpPr txBox="1"/>
          <p:nvPr/>
        </p:nvSpPr>
        <p:spPr>
          <a:xfrm>
            <a:off x="2416743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79" name="S07-label571"/>
          <p:cNvSpPr txBox="1"/>
          <p:nvPr/>
        </p:nvSpPr>
        <p:spPr>
          <a:xfrm>
            <a:off x="2644574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80" name="S07-label572"/>
          <p:cNvSpPr txBox="1"/>
          <p:nvPr/>
        </p:nvSpPr>
        <p:spPr>
          <a:xfrm>
            <a:off x="2955798" y="35274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81" name="S07-line573"/>
          <p:cNvSpPr/>
          <p:nvPr/>
        </p:nvSpPr>
        <p:spPr>
          <a:xfrm>
            <a:off x="3230118" y="4332732"/>
            <a:ext cx="34668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2" name="S07-line574"/>
          <p:cNvSpPr/>
          <p:nvPr/>
        </p:nvSpPr>
        <p:spPr>
          <a:xfrm flipV="1">
            <a:off x="3230118" y="3828471"/>
            <a:ext cx="0" cy="50426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3" name="S07-pin575"/>
          <p:cNvSpPr/>
          <p:nvPr/>
        </p:nvSpPr>
        <p:spPr>
          <a:xfrm>
            <a:off x="3175254" y="427786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4" name="S07-chip576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85" name="S07-figure577" descr="12시를 가리키는 시계"/>
          <p:cNvSpPr/>
          <p:nvPr/>
        </p:nvSpPr>
        <p:spPr>
          <a:xfrm>
            <a:off x="8170926" y="3544824"/>
            <a:ext cx="1575816" cy="157581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6" name="S07-line578"/>
          <p:cNvSpPr/>
          <p:nvPr/>
        </p:nvSpPr>
        <p:spPr>
          <a:xfrm>
            <a:off x="8958834" y="3581400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7" name="S07-line579"/>
          <p:cNvSpPr/>
          <p:nvPr/>
        </p:nvSpPr>
        <p:spPr>
          <a:xfrm flipH="1">
            <a:off x="9033252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580"/>
          <p:cNvSpPr/>
          <p:nvPr/>
        </p:nvSpPr>
        <p:spPr>
          <a:xfrm flipH="1">
            <a:off x="9106854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581"/>
          <p:cNvSpPr/>
          <p:nvPr/>
        </p:nvSpPr>
        <p:spPr>
          <a:xfrm flipH="1">
            <a:off x="9178835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582"/>
          <p:cNvSpPr/>
          <p:nvPr/>
        </p:nvSpPr>
        <p:spPr>
          <a:xfrm flipH="1">
            <a:off x="9248405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7-line583"/>
          <p:cNvSpPr/>
          <p:nvPr/>
        </p:nvSpPr>
        <p:spPr>
          <a:xfrm flipH="1">
            <a:off x="9291165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2" name="S07-line584"/>
          <p:cNvSpPr/>
          <p:nvPr/>
        </p:nvSpPr>
        <p:spPr>
          <a:xfrm flipH="1">
            <a:off x="9377300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585"/>
          <p:cNvSpPr/>
          <p:nvPr/>
        </p:nvSpPr>
        <p:spPr>
          <a:xfrm flipH="1">
            <a:off x="9435213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586"/>
          <p:cNvSpPr/>
          <p:nvPr/>
        </p:nvSpPr>
        <p:spPr>
          <a:xfrm flipH="1">
            <a:off x="9487906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587"/>
          <p:cNvSpPr/>
          <p:nvPr/>
        </p:nvSpPr>
        <p:spPr>
          <a:xfrm flipH="1">
            <a:off x="9534803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7-line588"/>
          <p:cNvSpPr/>
          <p:nvPr/>
        </p:nvSpPr>
        <p:spPr>
          <a:xfrm flipH="1">
            <a:off x="9534448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7" name="S07-line589"/>
          <p:cNvSpPr/>
          <p:nvPr/>
        </p:nvSpPr>
        <p:spPr>
          <a:xfrm flipH="1">
            <a:off x="9609220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590"/>
          <p:cNvSpPr/>
          <p:nvPr/>
        </p:nvSpPr>
        <p:spPr>
          <a:xfrm flipH="1">
            <a:off x="9635926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591"/>
          <p:cNvSpPr/>
          <p:nvPr/>
        </p:nvSpPr>
        <p:spPr>
          <a:xfrm flipH="1">
            <a:off x="9655213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592"/>
          <p:cNvSpPr/>
          <p:nvPr/>
        </p:nvSpPr>
        <p:spPr>
          <a:xfrm flipH="1">
            <a:off x="9666871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7-line593"/>
          <p:cNvSpPr/>
          <p:nvPr/>
        </p:nvSpPr>
        <p:spPr>
          <a:xfrm flipH="1">
            <a:off x="9623496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2" name="S07-line594"/>
          <p:cNvSpPr/>
          <p:nvPr/>
        </p:nvSpPr>
        <p:spPr>
          <a:xfrm flipH="1" flipV="1">
            <a:off x="9666871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595"/>
          <p:cNvSpPr/>
          <p:nvPr/>
        </p:nvSpPr>
        <p:spPr>
          <a:xfrm flipH="1" flipV="1">
            <a:off x="9655213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596"/>
          <p:cNvSpPr/>
          <p:nvPr/>
        </p:nvSpPr>
        <p:spPr>
          <a:xfrm flipH="1" flipV="1">
            <a:off x="9635926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597"/>
          <p:cNvSpPr/>
          <p:nvPr/>
        </p:nvSpPr>
        <p:spPr>
          <a:xfrm flipH="1" flipV="1">
            <a:off x="9609220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7-line598"/>
          <p:cNvSpPr/>
          <p:nvPr/>
        </p:nvSpPr>
        <p:spPr>
          <a:xfrm flipH="1" flipV="1">
            <a:off x="9534448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7" name="S07-line599"/>
          <p:cNvSpPr/>
          <p:nvPr/>
        </p:nvSpPr>
        <p:spPr>
          <a:xfrm flipH="1" flipV="1">
            <a:off x="9534803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600"/>
          <p:cNvSpPr/>
          <p:nvPr/>
        </p:nvSpPr>
        <p:spPr>
          <a:xfrm flipH="1" flipV="1">
            <a:off x="9487906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601"/>
          <p:cNvSpPr/>
          <p:nvPr/>
        </p:nvSpPr>
        <p:spPr>
          <a:xfrm flipH="1" flipV="1">
            <a:off x="9435213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602"/>
          <p:cNvSpPr/>
          <p:nvPr/>
        </p:nvSpPr>
        <p:spPr>
          <a:xfrm flipH="1" flipV="1">
            <a:off x="9377300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7-line603"/>
          <p:cNvSpPr/>
          <p:nvPr/>
        </p:nvSpPr>
        <p:spPr>
          <a:xfrm flipH="1" flipV="1">
            <a:off x="9291165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2" name="S07-line604"/>
          <p:cNvSpPr/>
          <p:nvPr/>
        </p:nvSpPr>
        <p:spPr>
          <a:xfrm flipH="1" flipV="1">
            <a:off x="9248405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605"/>
          <p:cNvSpPr/>
          <p:nvPr/>
        </p:nvSpPr>
        <p:spPr>
          <a:xfrm flipH="1" flipV="1">
            <a:off x="9178835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606"/>
          <p:cNvSpPr/>
          <p:nvPr/>
        </p:nvSpPr>
        <p:spPr>
          <a:xfrm flipH="1" flipV="1">
            <a:off x="9106854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607"/>
          <p:cNvSpPr/>
          <p:nvPr/>
        </p:nvSpPr>
        <p:spPr>
          <a:xfrm flipH="1" flipV="1">
            <a:off x="9033252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7-line608"/>
          <p:cNvSpPr/>
          <p:nvPr/>
        </p:nvSpPr>
        <p:spPr>
          <a:xfrm flipV="1">
            <a:off x="8958834" y="4997394"/>
            <a:ext cx="0" cy="8667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7" name="S07-line609"/>
          <p:cNvSpPr/>
          <p:nvPr/>
        </p:nvSpPr>
        <p:spPr>
          <a:xfrm flipV="1">
            <a:off x="8880298" y="5040769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610"/>
          <p:cNvSpPr/>
          <p:nvPr/>
        </p:nvSpPr>
        <p:spPr>
          <a:xfrm flipV="1">
            <a:off x="8802623" y="5029111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611"/>
          <p:cNvSpPr/>
          <p:nvPr/>
        </p:nvSpPr>
        <p:spPr>
          <a:xfrm flipV="1">
            <a:off x="8726660" y="5009824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612"/>
          <p:cNvSpPr/>
          <p:nvPr/>
        </p:nvSpPr>
        <p:spPr>
          <a:xfrm flipV="1">
            <a:off x="8653240" y="4983118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7-line613"/>
          <p:cNvSpPr/>
          <p:nvPr/>
        </p:nvSpPr>
        <p:spPr>
          <a:xfrm flipV="1">
            <a:off x="8583168" y="4908346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2" name="S07-line614"/>
          <p:cNvSpPr/>
          <p:nvPr/>
        </p:nvSpPr>
        <p:spPr>
          <a:xfrm flipV="1">
            <a:off x="8517212" y="4908701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615"/>
          <p:cNvSpPr/>
          <p:nvPr/>
        </p:nvSpPr>
        <p:spPr>
          <a:xfrm flipV="1">
            <a:off x="8456095" y="486180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616"/>
          <p:cNvSpPr/>
          <p:nvPr/>
        </p:nvSpPr>
        <p:spPr>
          <a:xfrm flipV="1">
            <a:off x="8400486" y="4809111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617"/>
          <p:cNvSpPr/>
          <p:nvPr/>
        </p:nvSpPr>
        <p:spPr>
          <a:xfrm flipV="1">
            <a:off x="8350994" y="4751198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7-line618"/>
          <p:cNvSpPr/>
          <p:nvPr/>
        </p:nvSpPr>
        <p:spPr>
          <a:xfrm flipV="1">
            <a:off x="8308161" y="4665063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7" name="S07-line619"/>
          <p:cNvSpPr/>
          <p:nvPr/>
        </p:nvSpPr>
        <p:spPr>
          <a:xfrm flipV="1">
            <a:off x="8272458" y="4622303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620"/>
          <p:cNvSpPr/>
          <p:nvPr/>
        </p:nvSpPr>
        <p:spPr>
          <a:xfrm flipV="1">
            <a:off x="8244275" y="4552733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621"/>
          <p:cNvSpPr/>
          <p:nvPr/>
        </p:nvSpPr>
        <p:spPr>
          <a:xfrm flipV="1">
            <a:off x="8223920" y="4480752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622"/>
          <p:cNvSpPr/>
          <p:nvPr/>
        </p:nvSpPr>
        <p:spPr>
          <a:xfrm flipV="1">
            <a:off x="8211618" y="4407150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7-line623"/>
          <p:cNvSpPr/>
          <p:nvPr/>
        </p:nvSpPr>
        <p:spPr>
          <a:xfrm>
            <a:off x="8207502" y="4332732"/>
            <a:ext cx="8667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2" name="S07-line624"/>
          <p:cNvSpPr/>
          <p:nvPr/>
        </p:nvSpPr>
        <p:spPr>
          <a:xfrm>
            <a:off x="8211618" y="4254196"/>
            <a:ext cx="39180" cy="41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625"/>
          <p:cNvSpPr/>
          <p:nvPr/>
        </p:nvSpPr>
        <p:spPr>
          <a:xfrm>
            <a:off x="8223920" y="4176521"/>
            <a:ext cx="38535" cy="81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626"/>
          <p:cNvSpPr/>
          <p:nvPr/>
        </p:nvSpPr>
        <p:spPr>
          <a:xfrm>
            <a:off x="8244275" y="4100558"/>
            <a:ext cx="37467" cy="121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627"/>
          <p:cNvSpPr/>
          <p:nvPr/>
        </p:nvSpPr>
        <p:spPr>
          <a:xfrm>
            <a:off x="8272458" y="4027138"/>
            <a:ext cx="35989" cy="160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7-line628"/>
          <p:cNvSpPr/>
          <p:nvPr/>
        </p:nvSpPr>
        <p:spPr>
          <a:xfrm>
            <a:off x="8308161" y="3957066"/>
            <a:ext cx="75058" cy="433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7" name="S07-line629"/>
          <p:cNvSpPr/>
          <p:nvPr/>
        </p:nvSpPr>
        <p:spPr>
          <a:xfrm>
            <a:off x="8350994" y="3891110"/>
            <a:ext cx="31872" cy="231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630"/>
          <p:cNvSpPr/>
          <p:nvPr/>
        </p:nvSpPr>
        <p:spPr>
          <a:xfrm>
            <a:off x="8400486" y="3829993"/>
            <a:ext cx="29276" cy="263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631"/>
          <p:cNvSpPr/>
          <p:nvPr/>
        </p:nvSpPr>
        <p:spPr>
          <a:xfrm>
            <a:off x="8456095" y="3774384"/>
            <a:ext cx="26361" cy="2927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632"/>
          <p:cNvSpPr/>
          <p:nvPr/>
        </p:nvSpPr>
        <p:spPr>
          <a:xfrm>
            <a:off x="8517212" y="3724892"/>
            <a:ext cx="23156" cy="318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7-line633"/>
          <p:cNvSpPr/>
          <p:nvPr/>
        </p:nvSpPr>
        <p:spPr>
          <a:xfrm>
            <a:off x="8583168" y="3682059"/>
            <a:ext cx="43335" cy="7505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2" name="S07-line634"/>
          <p:cNvSpPr/>
          <p:nvPr/>
        </p:nvSpPr>
        <p:spPr>
          <a:xfrm>
            <a:off x="8653240" y="3646356"/>
            <a:ext cx="16024" cy="359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635"/>
          <p:cNvSpPr/>
          <p:nvPr/>
        </p:nvSpPr>
        <p:spPr>
          <a:xfrm>
            <a:off x="8726660" y="3618173"/>
            <a:ext cx="12174" cy="374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636"/>
          <p:cNvSpPr/>
          <p:nvPr/>
        </p:nvSpPr>
        <p:spPr>
          <a:xfrm>
            <a:off x="8802623" y="3597818"/>
            <a:ext cx="8191" cy="385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ine637"/>
          <p:cNvSpPr/>
          <p:nvPr/>
        </p:nvSpPr>
        <p:spPr>
          <a:xfrm>
            <a:off x="8880298" y="3585516"/>
            <a:ext cx="4118" cy="391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7-label638"/>
          <p:cNvSpPr txBox="1"/>
          <p:nvPr/>
        </p:nvSpPr>
        <p:spPr>
          <a:xfrm>
            <a:off x="8995738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147" name="S07-label639"/>
          <p:cNvSpPr txBox="1"/>
          <p:nvPr/>
        </p:nvSpPr>
        <p:spPr>
          <a:xfrm>
            <a:off x="9223569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148" name="S07-label640"/>
          <p:cNvSpPr txBox="1"/>
          <p:nvPr/>
        </p:nvSpPr>
        <p:spPr>
          <a:xfrm>
            <a:off x="9306961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149" name="S07-label641"/>
          <p:cNvSpPr txBox="1"/>
          <p:nvPr/>
        </p:nvSpPr>
        <p:spPr>
          <a:xfrm>
            <a:off x="9223569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150" name="S07-label642"/>
          <p:cNvSpPr txBox="1"/>
          <p:nvPr/>
        </p:nvSpPr>
        <p:spPr>
          <a:xfrm>
            <a:off x="8995738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151" name="S07-label643"/>
          <p:cNvSpPr txBox="1"/>
          <p:nvPr/>
        </p:nvSpPr>
        <p:spPr>
          <a:xfrm>
            <a:off x="8684514" y="47722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152" name="S07-label644"/>
          <p:cNvSpPr txBox="1"/>
          <p:nvPr/>
        </p:nvSpPr>
        <p:spPr>
          <a:xfrm>
            <a:off x="8373290" y="4688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153" name="S07-label645"/>
          <p:cNvSpPr txBox="1"/>
          <p:nvPr/>
        </p:nvSpPr>
        <p:spPr>
          <a:xfrm>
            <a:off x="8145459" y="44610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154" name="S07-label646"/>
          <p:cNvSpPr txBox="1"/>
          <p:nvPr/>
        </p:nvSpPr>
        <p:spPr>
          <a:xfrm>
            <a:off x="8062067" y="41498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155" name="S07-label647"/>
          <p:cNvSpPr txBox="1"/>
          <p:nvPr/>
        </p:nvSpPr>
        <p:spPr>
          <a:xfrm>
            <a:off x="8145459" y="38386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156" name="S07-label648"/>
          <p:cNvSpPr txBox="1"/>
          <p:nvPr/>
        </p:nvSpPr>
        <p:spPr>
          <a:xfrm>
            <a:off x="8373290" y="361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157" name="S07-label649"/>
          <p:cNvSpPr txBox="1"/>
          <p:nvPr/>
        </p:nvSpPr>
        <p:spPr>
          <a:xfrm>
            <a:off x="8684514" y="35274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158" name="S07-line650"/>
          <p:cNvSpPr/>
          <p:nvPr/>
        </p:nvSpPr>
        <p:spPr>
          <a:xfrm flipV="1">
            <a:off x="8958834" y="3986052"/>
            <a:ext cx="0" cy="3466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9" name="S07-line651"/>
          <p:cNvSpPr/>
          <p:nvPr/>
        </p:nvSpPr>
        <p:spPr>
          <a:xfrm flipV="1">
            <a:off x="8958834" y="3828471"/>
            <a:ext cx="0" cy="504261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60" name="S07-pin652"/>
          <p:cNvSpPr/>
          <p:nvPr/>
        </p:nvSpPr>
        <p:spPr>
          <a:xfrm>
            <a:off x="8903970" y="4277868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시계를 골라요</a:t>
            </a:r>
            <a:endParaRPr lang="ko-KR" sz="4000" dirty="0"/>
          </a:p>
        </p:txBody>
      </p:sp>
      <p:sp>
        <p:nvSpPr>
          <p:cNvPr id="3" name="S08-text6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시각의 시계를 짚어요.</a:t>
            </a:r>
            <a:endParaRPr lang="ko-KR" sz="3000" dirty="0"/>
          </a:p>
        </p:txBody>
      </p:sp>
      <p:sp>
        <p:nvSpPr>
          <p:cNvPr id="4" name="S08-figure654" descr="11시를 가리키는 시계"/>
          <p:cNvSpPr/>
          <p:nvPr/>
        </p:nvSpPr>
        <p:spPr>
          <a:xfrm>
            <a:off x="548640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8-line655"/>
          <p:cNvSpPr/>
          <p:nvPr/>
        </p:nvSpPr>
        <p:spPr>
          <a:xfrm>
            <a:off x="1815084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line656"/>
          <p:cNvSpPr/>
          <p:nvPr/>
        </p:nvSpPr>
        <p:spPr>
          <a:xfrm flipH="1">
            <a:off x="1937021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8-line657"/>
          <p:cNvSpPr/>
          <p:nvPr/>
        </p:nvSpPr>
        <p:spPr>
          <a:xfrm flipH="1">
            <a:off x="2057623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658"/>
          <p:cNvSpPr/>
          <p:nvPr/>
        </p:nvSpPr>
        <p:spPr>
          <a:xfrm flipH="1">
            <a:off x="2175566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659"/>
          <p:cNvSpPr/>
          <p:nvPr/>
        </p:nvSpPr>
        <p:spPr>
          <a:xfrm flipH="1">
            <a:off x="2289561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660"/>
          <p:cNvSpPr/>
          <p:nvPr/>
        </p:nvSpPr>
        <p:spPr>
          <a:xfrm flipH="1">
            <a:off x="2360364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line661"/>
          <p:cNvSpPr/>
          <p:nvPr/>
        </p:nvSpPr>
        <p:spPr>
          <a:xfrm flipH="1">
            <a:off x="2500762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line662"/>
          <p:cNvSpPr/>
          <p:nvPr/>
        </p:nvSpPr>
        <p:spPr>
          <a:xfrm flipH="1">
            <a:off x="2595655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663"/>
          <p:cNvSpPr/>
          <p:nvPr/>
        </p:nvSpPr>
        <p:spPr>
          <a:xfrm flipH="1">
            <a:off x="2681996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664"/>
          <p:cNvSpPr/>
          <p:nvPr/>
        </p:nvSpPr>
        <p:spPr>
          <a:xfrm flipH="1">
            <a:off x="2758839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665"/>
          <p:cNvSpPr/>
          <p:nvPr/>
        </p:nvSpPr>
        <p:spPr>
          <a:xfrm flipH="1">
            <a:off x="2759536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8-line666"/>
          <p:cNvSpPr/>
          <p:nvPr/>
        </p:nvSpPr>
        <p:spPr>
          <a:xfrm flipH="1">
            <a:off x="2880777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8-line667"/>
          <p:cNvSpPr/>
          <p:nvPr/>
        </p:nvSpPr>
        <p:spPr>
          <a:xfrm flipH="1">
            <a:off x="2924535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668"/>
          <p:cNvSpPr/>
          <p:nvPr/>
        </p:nvSpPr>
        <p:spPr>
          <a:xfrm flipH="1">
            <a:off x="2956138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669"/>
          <p:cNvSpPr/>
          <p:nvPr/>
        </p:nvSpPr>
        <p:spPr>
          <a:xfrm flipH="1">
            <a:off x="2975239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670"/>
          <p:cNvSpPr/>
          <p:nvPr/>
        </p:nvSpPr>
        <p:spPr>
          <a:xfrm flipH="1">
            <a:off x="2905643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line671"/>
          <p:cNvSpPr/>
          <p:nvPr/>
        </p:nvSpPr>
        <p:spPr>
          <a:xfrm flipH="1" flipV="1">
            <a:off x="2975239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8-line672"/>
          <p:cNvSpPr/>
          <p:nvPr/>
        </p:nvSpPr>
        <p:spPr>
          <a:xfrm flipH="1" flipV="1">
            <a:off x="2956138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673"/>
          <p:cNvSpPr/>
          <p:nvPr/>
        </p:nvSpPr>
        <p:spPr>
          <a:xfrm flipH="1" flipV="1">
            <a:off x="2924535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674"/>
          <p:cNvSpPr/>
          <p:nvPr/>
        </p:nvSpPr>
        <p:spPr>
          <a:xfrm flipH="1" flipV="1">
            <a:off x="2880777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675"/>
          <p:cNvSpPr/>
          <p:nvPr/>
        </p:nvSpPr>
        <p:spPr>
          <a:xfrm flipH="1" flipV="1">
            <a:off x="2759536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8-line676"/>
          <p:cNvSpPr/>
          <p:nvPr/>
        </p:nvSpPr>
        <p:spPr>
          <a:xfrm flipH="1" flipV="1">
            <a:off x="2758839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line677"/>
          <p:cNvSpPr/>
          <p:nvPr/>
        </p:nvSpPr>
        <p:spPr>
          <a:xfrm flipH="1" flipV="1">
            <a:off x="2681996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678"/>
          <p:cNvSpPr/>
          <p:nvPr/>
        </p:nvSpPr>
        <p:spPr>
          <a:xfrm flipH="1" flipV="1">
            <a:off x="2595655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679"/>
          <p:cNvSpPr/>
          <p:nvPr/>
        </p:nvSpPr>
        <p:spPr>
          <a:xfrm flipH="1" flipV="1">
            <a:off x="2500762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680"/>
          <p:cNvSpPr/>
          <p:nvPr/>
        </p:nvSpPr>
        <p:spPr>
          <a:xfrm flipH="1" flipV="1">
            <a:off x="2360364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8-line681"/>
          <p:cNvSpPr/>
          <p:nvPr/>
        </p:nvSpPr>
        <p:spPr>
          <a:xfrm flipH="1" flipV="1">
            <a:off x="2289561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8-line682"/>
          <p:cNvSpPr/>
          <p:nvPr/>
        </p:nvSpPr>
        <p:spPr>
          <a:xfrm flipH="1" flipV="1">
            <a:off x="2175566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683"/>
          <p:cNvSpPr/>
          <p:nvPr/>
        </p:nvSpPr>
        <p:spPr>
          <a:xfrm flipH="1" flipV="1">
            <a:off x="2057623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684"/>
          <p:cNvSpPr/>
          <p:nvPr/>
        </p:nvSpPr>
        <p:spPr>
          <a:xfrm flipH="1" flipV="1">
            <a:off x="1937021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685"/>
          <p:cNvSpPr/>
          <p:nvPr/>
        </p:nvSpPr>
        <p:spPr>
          <a:xfrm flipV="1">
            <a:off x="1815084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8-line686"/>
          <p:cNvSpPr/>
          <p:nvPr/>
        </p:nvSpPr>
        <p:spPr>
          <a:xfrm flipV="1">
            <a:off x="1686528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8-line687"/>
          <p:cNvSpPr/>
          <p:nvPr/>
        </p:nvSpPr>
        <p:spPr>
          <a:xfrm flipV="1">
            <a:off x="1559380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688"/>
          <p:cNvSpPr/>
          <p:nvPr/>
        </p:nvSpPr>
        <p:spPr>
          <a:xfrm flipV="1">
            <a:off x="1435034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689"/>
          <p:cNvSpPr/>
          <p:nvPr/>
        </p:nvSpPr>
        <p:spPr>
          <a:xfrm flipV="1">
            <a:off x="1314852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690"/>
          <p:cNvSpPr/>
          <p:nvPr/>
        </p:nvSpPr>
        <p:spPr>
          <a:xfrm flipV="1">
            <a:off x="1200150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8-line691"/>
          <p:cNvSpPr/>
          <p:nvPr/>
        </p:nvSpPr>
        <p:spPr>
          <a:xfrm flipV="1">
            <a:off x="1092186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8-line692"/>
          <p:cNvSpPr/>
          <p:nvPr/>
        </p:nvSpPr>
        <p:spPr>
          <a:xfrm flipV="1">
            <a:off x="992142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693"/>
          <p:cNvSpPr/>
          <p:nvPr/>
        </p:nvSpPr>
        <p:spPr>
          <a:xfrm flipV="1">
            <a:off x="901114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694"/>
          <p:cNvSpPr/>
          <p:nvPr/>
        </p:nvSpPr>
        <p:spPr>
          <a:xfrm flipV="1">
            <a:off x="820100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695"/>
          <p:cNvSpPr/>
          <p:nvPr/>
        </p:nvSpPr>
        <p:spPr>
          <a:xfrm flipV="1">
            <a:off x="749987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8-line696"/>
          <p:cNvSpPr/>
          <p:nvPr/>
        </p:nvSpPr>
        <p:spPr>
          <a:xfrm flipV="1">
            <a:off x="691544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line697"/>
          <p:cNvSpPr/>
          <p:nvPr/>
        </p:nvSpPr>
        <p:spPr>
          <a:xfrm flipV="1">
            <a:off x="645410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698"/>
          <p:cNvSpPr/>
          <p:nvPr/>
        </p:nvSpPr>
        <p:spPr>
          <a:xfrm flipV="1">
            <a:off x="612092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699"/>
          <p:cNvSpPr/>
          <p:nvPr/>
        </p:nvSpPr>
        <p:spPr>
          <a:xfrm flipV="1">
            <a:off x="591953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700"/>
          <p:cNvSpPr/>
          <p:nvPr/>
        </p:nvSpPr>
        <p:spPr>
          <a:xfrm>
            <a:off x="585216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8-line701"/>
          <p:cNvSpPr/>
          <p:nvPr/>
        </p:nvSpPr>
        <p:spPr>
          <a:xfrm>
            <a:off x="591953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8-line702"/>
          <p:cNvSpPr/>
          <p:nvPr/>
        </p:nvSpPr>
        <p:spPr>
          <a:xfrm>
            <a:off x="612092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703"/>
          <p:cNvSpPr/>
          <p:nvPr/>
        </p:nvSpPr>
        <p:spPr>
          <a:xfrm>
            <a:off x="645410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704"/>
          <p:cNvSpPr/>
          <p:nvPr/>
        </p:nvSpPr>
        <p:spPr>
          <a:xfrm>
            <a:off x="691544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705"/>
          <p:cNvSpPr/>
          <p:nvPr/>
        </p:nvSpPr>
        <p:spPr>
          <a:xfrm>
            <a:off x="749987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8-line706"/>
          <p:cNvSpPr/>
          <p:nvPr/>
        </p:nvSpPr>
        <p:spPr>
          <a:xfrm>
            <a:off x="820100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8-line707"/>
          <p:cNvSpPr/>
          <p:nvPr/>
        </p:nvSpPr>
        <p:spPr>
          <a:xfrm>
            <a:off x="901114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708"/>
          <p:cNvSpPr/>
          <p:nvPr/>
        </p:nvSpPr>
        <p:spPr>
          <a:xfrm>
            <a:off x="992142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709"/>
          <p:cNvSpPr/>
          <p:nvPr/>
        </p:nvSpPr>
        <p:spPr>
          <a:xfrm>
            <a:off x="1092186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710"/>
          <p:cNvSpPr/>
          <p:nvPr/>
        </p:nvSpPr>
        <p:spPr>
          <a:xfrm>
            <a:off x="1200150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8-line711"/>
          <p:cNvSpPr/>
          <p:nvPr/>
        </p:nvSpPr>
        <p:spPr>
          <a:xfrm>
            <a:off x="1314852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8-line712"/>
          <p:cNvSpPr/>
          <p:nvPr/>
        </p:nvSpPr>
        <p:spPr>
          <a:xfrm>
            <a:off x="1435034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713"/>
          <p:cNvSpPr/>
          <p:nvPr/>
        </p:nvSpPr>
        <p:spPr>
          <a:xfrm>
            <a:off x="1559380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714"/>
          <p:cNvSpPr/>
          <p:nvPr/>
        </p:nvSpPr>
        <p:spPr>
          <a:xfrm>
            <a:off x="1686528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abel715"/>
          <p:cNvSpPr txBox="1"/>
          <p:nvPr/>
        </p:nvSpPr>
        <p:spPr>
          <a:xfrm>
            <a:off x="2041009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66" name="S08-label716"/>
          <p:cNvSpPr txBox="1"/>
          <p:nvPr/>
        </p:nvSpPr>
        <p:spPr>
          <a:xfrm>
            <a:off x="2407214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67" name="S08-label717"/>
          <p:cNvSpPr txBox="1"/>
          <p:nvPr/>
        </p:nvSpPr>
        <p:spPr>
          <a:xfrm>
            <a:off x="2541255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68" name="S08-label718"/>
          <p:cNvSpPr txBox="1"/>
          <p:nvPr/>
        </p:nvSpPr>
        <p:spPr>
          <a:xfrm>
            <a:off x="2407214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69" name="S08-label719"/>
          <p:cNvSpPr txBox="1"/>
          <p:nvPr/>
        </p:nvSpPr>
        <p:spPr>
          <a:xfrm>
            <a:off x="2041009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70" name="S08-label720"/>
          <p:cNvSpPr txBox="1"/>
          <p:nvPr/>
        </p:nvSpPr>
        <p:spPr>
          <a:xfrm>
            <a:off x="1540764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71" name="S08-label721"/>
          <p:cNvSpPr txBox="1"/>
          <p:nvPr/>
        </p:nvSpPr>
        <p:spPr>
          <a:xfrm>
            <a:off x="1040519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72" name="S08-label722"/>
          <p:cNvSpPr txBox="1"/>
          <p:nvPr/>
        </p:nvSpPr>
        <p:spPr>
          <a:xfrm>
            <a:off x="674314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73" name="S08-label723"/>
          <p:cNvSpPr txBox="1"/>
          <p:nvPr/>
        </p:nvSpPr>
        <p:spPr>
          <a:xfrm>
            <a:off x="54027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74" name="S08-label724"/>
          <p:cNvSpPr txBox="1"/>
          <p:nvPr/>
        </p:nvSpPr>
        <p:spPr>
          <a:xfrm>
            <a:off x="674314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75" name="S08-label725"/>
          <p:cNvSpPr txBox="1"/>
          <p:nvPr/>
        </p:nvSpPr>
        <p:spPr>
          <a:xfrm>
            <a:off x="1040519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76" name="S08-label726"/>
          <p:cNvSpPr txBox="1"/>
          <p:nvPr/>
        </p:nvSpPr>
        <p:spPr>
          <a:xfrm>
            <a:off x="1540764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7" name="S08-line727"/>
          <p:cNvSpPr/>
          <p:nvPr/>
        </p:nvSpPr>
        <p:spPr>
          <a:xfrm flipH="1" flipV="1">
            <a:off x="1536466" y="3389904"/>
            <a:ext cx="278618" cy="4825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8-line728"/>
          <p:cNvSpPr/>
          <p:nvPr/>
        </p:nvSpPr>
        <p:spPr>
          <a:xfrm flipV="1">
            <a:off x="1815084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8-pin729"/>
          <p:cNvSpPr/>
          <p:nvPr/>
        </p:nvSpPr>
        <p:spPr>
          <a:xfrm>
            <a:off x="1760220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8-label730"/>
          <p:cNvSpPr txBox="1"/>
          <p:nvPr/>
        </p:nvSpPr>
        <p:spPr>
          <a:xfrm>
            <a:off x="548640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1" name="S08-figure731" descr="7시를 가리키는 시계"/>
          <p:cNvSpPr/>
          <p:nvPr/>
        </p:nvSpPr>
        <p:spPr>
          <a:xfrm>
            <a:off x="3401568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2" name="S08-line732"/>
          <p:cNvSpPr/>
          <p:nvPr/>
        </p:nvSpPr>
        <p:spPr>
          <a:xfrm>
            <a:off x="4668012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3" name="S08-line733"/>
          <p:cNvSpPr/>
          <p:nvPr/>
        </p:nvSpPr>
        <p:spPr>
          <a:xfrm flipH="1">
            <a:off x="4789949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8-line734"/>
          <p:cNvSpPr/>
          <p:nvPr/>
        </p:nvSpPr>
        <p:spPr>
          <a:xfrm flipH="1">
            <a:off x="4910551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735"/>
          <p:cNvSpPr/>
          <p:nvPr/>
        </p:nvSpPr>
        <p:spPr>
          <a:xfrm flipH="1">
            <a:off x="5028494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736"/>
          <p:cNvSpPr/>
          <p:nvPr/>
        </p:nvSpPr>
        <p:spPr>
          <a:xfrm flipH="1">
            <a:off x="5142489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737"/>
          <p:cNvSpPr/>
          <p:nvPr/>
        </p:nvSpPr>
        <p:spPr>
          <a:xfrm flipH="1">
            <a:off x="5213292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8" name="S08-line738"/>
          <p:cNvSpPr/>
          <p:nvPr/>
        </p:nvSpPr>
        <p:spPr>
          <a:xfrm flipH="1">
            <a:off x="5353690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8-line739"/>
          <p:cNvSpPr/>
          <p:nvPr/>
        </p:nvSpPr>
        <p:spPr>
          <a:xfrm flipH="1">
            <a:off x="5448583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740"/>
          <p:cNvSpPr/>
          <p:nvPr/>
        </p:nvSpPr>
        <p:spPr>
          <a:xfrm flipH="1">
            <a:off x="5534924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741"/>
          <p:cNvSpPr/>
          <p:nvPr/>
        </p:nvSpPr>
        <p:spPr>
          <a:xfrm flipH="1">
            <a:off x="5611767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742"/>
          <p:cNvSpPr/>
          <p:nvPr/>
        </p:nvSpPr>
        <p:spPr>
          <a:xfrm flipH="1">
            <a:off x="5612464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3" name="S08-line743"/>
          <p:cNvSpPr/>
          <p:nvPr/>
        </p:nvSpPr>
        <p:spPr>
          <a:xfrm flipH="1">
            <a:off x="5733705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8-line744"/>
          <p:cNvSpPr/>
          <p:nvPr/>
        </p:nvSpPr>
        <p:spPr>
          <a:xfrm flipH="1">
            <a:off x="5777463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745"/>
          <p:cNvSpPr/>
          <p:nvPr/>
        </p:nvSpPr>
        <p:spPr>
          <a:xfrm flipH="1">
            <a:off x="5809066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746"/>
          <p:cNvSpPr/>
          <p:nvPr/>
        </p:nvSpPr>
        <p:spPr>
          <a:xfrm flipH="1">
            <a:off x="5828167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747"/>
          <p:cNvSpPr/>
          <p:nvPr/>
        </p:nvSpPr>
        <p:spPr>
          <a:xfrm flipH="1">
            <a:off x="5758571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8" name="S08-line748"/>
          <p:cNvSpPr/>
          <p:nvPr/>
        </p:nvSpPr>
        <p:spPr>
          <a:xfrm flipH="1" flipV="1">
            <a:off x="5828167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8-line749"/>
          <p:cNvSpPr/>
          <p:nvPr/>
        </p:nvSpPr>
        <p:spPr>
          <a:xfrm flipH="1" flipV="1">
            <a:off x="5809066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750"/>
          <p:cNvSpPr/>
          <p:nvPr/>
        </p:nvSpPr>
        <p:spPr>
          <a:xfrm flipH="1" flipV="1">
            <a:off x="5777463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751"/>
          <p:cNvSpPr/>
          <p:nvPr/>
        </p:nvSpPr>
        <p:spPr>
          <a:xfrm flipH="1" flipV="1">
            <a:off x="5733705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752"/>
          <p:cNvSpPr/>
          <p:nvPr/>
        </p:nvSpPr>
        <p:spPr>
          <a:xfrm flipH="1" flipV="1">
            <a:off x="5612464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3" name="S08-line753"/>
          <p:cNvSpPr/>
          <p:nvPr/>
        </p:nvSpPr>
        <p:spPr>
          <a:xfrm flipH="1" flipV="1">
            <a:off x="5611767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8-line754"/>
          <p:cNvSpPr/>
          <p:nvPr/>
        </p:nvSpPr>
        <p:spPr>
          <a:xfrm flipH="1" flipV="1">
            <a:off x="5534924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755"/>
          <p:cNvSpPr/>
          <p:nvPr/>
        </p:nvSpPr>
        <p:spPr>
          <a:xfrm flipH="1" flipV="1">
            <a:off x="5448583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756"/>
          <p:cNvSpPr/>
          <p:nvPr/>
        </p:nvSpPr>
        <p:spPr>
          <a:xfrm flipH="1" flipV="1">
            <a:off x="5353690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757"/>
          <p:cNvSpPr/>
          <p:nvPr/>
        </p:nvSpPr>
        <p:spPr>
          <a:xfrm flipH="1" flipV="1">
            <a:off x="5213292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8" name="S08-line758"/>
          <p:cNvSpPr/>
          <p:nvPr/>
        </p:nvSpPr>
        <p:spPr>
          <a:xfrm flipH="1" flipV="1">
            <a:off x="5142489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8-line759"/>
          <p:cNvSpPr/>
          <p:nvPr/>
        </p:nvSpPr>
        <p:spPr>
          <a:xfrm flipH="1" flipV="1">
            <a:off x="5028494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760"/>
          <p:cNvSpPr/>
          <p:nvPr/>
        </p:nvSpPr>
        <p:spPr>
          <a:xfrm flipH="1" flipV="1">
            <a:off x="4910551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761"/>
          <p:cNvSpPr/>
          <p:nvPr/>
        </p:nvSpPr>
        <p:spPr>
          <a:xfrm flipH="1" flipV="1">
            <a:off x="4789949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762"/>
          <p:cNvSpPr/>
          <p:nvPr/>
        </p:nvSpPr>
        <p:spPr>
          <a:xfrm flipV="1">
            <a:off x="4668012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3" name="S08-line763"/>
          <p:cNvSpPr/>
          <p:nvPr/>
        </p:nvSpPr>
        <p:spPr>
          <a:xfrm flipV="1">
            <a:off x="4539456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8-line764"/>
          <p:cNvSpPr/>
          <p:nvPr/>
        </p:nvSpPr>
        <p:spPr>
          <a:xfrm flipV="1">
            <a:off x="4412308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765"/>
          <p:cNvSpPr/>
          <p:nvPr/>
        </p:nvSpPr>
        <p:spPr>
          <a:xfrm flipV="1">
            <a:off x="4287962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766"/>
          <p:cNvSpPr/>
          <p:nvPr/>
        </p:nvSpPr>
        <p:spPr>
          <a:xfrm flipV="1">
            <a:off x="4167780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767"/>
          <p:cNvSpPr/>
          <p:nvPr/>
        </p:nvSpPr>
        <p:spPr>
          <a:xfrm flipV="1">
            <a:off x="4053078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8" name="S08-line768"/>
          <p:cNvSpPr/>
          <p:nvPr/>
        </p:nvSpPr>
        <p:spPr>
          <a:xfrm flipV="1">
            <a:off x="3945114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8-line769"/>
          <p:cNvSpPr/>
          <p:nvPr/>
        </p:nvSpPr>
        <p:spPr>
          <a:xfrm flipV="1">
            <a:off x="3845070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770"/>
          <p:cNvSpPr/>
          <p:nvPr/>
        </p:nvSpPr>
        <p:spPr>
          <a:xfrm flipV="1">
            <a:off x="3754042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771"/>
          <p:cNvSpPr/>
          <p:nvPr/>
        </p:nvSpPr>
        <p:spPr>
          <a:xfrm flipV="1">
            <a:off x="3673028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772"/>
          <p:cNvSpPr/>
          <p:nvPr/>
        </p:nvSpPr>
        <p:spPr>
          <a:xfrm flipV="1">
            <a:off x="3602915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3" name="S08-line773"/>
          <p:cNvSpPr/>
          <p:nvPr/>
        </p:nvSpPr>
        <p:spPr>
          <a:xfrm flipV="1">
            <a:off x="3544472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8-line774"/>
          <p:cNvSpPr/>
          <p:nvPr/>
        </p:nvSpPr>
        <p:spPr>
          <a:xfrm flipV="1">
            <a:off x="3498338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775"/>
          <p:cNvSpPr/>
          <p:nvPr/>
        </p:nvSpPr>
        <p:spPr>
          <a:xfrm flipV="1">
            <a:off x="3465020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776"/>
          <p:cNvSpPr/>
          <p:nvPr/>
        </p:nvSpPr>
        <p:spPr>
          <a:xfrm flipV="1">
            <a:off x="3444881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777"/>
          <p:cNvSpPr/>
          <p:nvPr/>
        </p:nvSpPr>
        <p:spPr>
          <a:xfrm>
            <a:off x="3438144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8" name="S08-line778"/>
          <p:cNvSpPr/>
          <p:nvPr/>
        </p:nvSpPr>
        <p:spPr>
          <a:xfrm>
            <a:off x="3444881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8-line779"/>
          <p:cNvSpPr/>
          <p:nvPr/>
        </p:nvSpPr>
        <p:spPr>
          <a:xfrm>
            <a:off x="3465020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780"/>
          <p:cNvSpPr/>
          <p:nvPr/>
        </p:nvSpPr>
        <p:spPr>
          <a:xfrm>
            <a:off x="3498338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781"/>
          <p:cNvSpPr/>
          <p:nvPr/>
        </p:nvSpPr>
        <p:spPr>
          <a:xfrm>
            <a:off x="3544472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782"/>
          <p:cNvSpPr/>
          <p:nvPr/>
        </p:nvSpPr>
        <p:spPr>
          <a:xfrm>
            <a:off x="3602915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3" name="S08-line783"/>
          <p:cNvSpPr/>
          <p:nvPr/>
        </p:nvSpPr>
        <p:spPr>
          <a:xfrm>
            <a:off x="3673028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8-line784"/>
          <p:cNvSpPr/>
          <p:nvPr/>
        </p:nvSpPr>
        <p:spPr>
          <a:xfrm>
            <a:off x="3754042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785"/>
          <p:cNvSpPr/>
          <p:nvPr/>
        </p:nvSpPr>
        <p:spPr>
          <a:xfrm>
            <a:off x="3845070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786"/>
          <p:cNvSpPr/>
          <p:nvPr/>
        </p:nvSpPr>
        <p:spPr>
          <a:xfrm>
            <a:off x="3945114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787"/>
          <p:cNvSpPr/>
          <p:nvPr/>
        </p:nvSpPr>
        <p:spPr>
          <a:xfrm>
            <a:off x="4053078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8" name="S08-line788"/>
          <p:cNvSpPr/>
          <p:nvPr/>
        </p:nvSpPr>
        <p:spPr>
          <a:xfrm>
            <a:off x="4167780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8-line789"/>
          <p:cNvSpPr/>
          <p:nvPr/>
        </p:nvSpPr>
        <p:spPr>
          <a:xfrm>
            <a:off x="4287962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790"/>
          <p:cNvSpPr/>
          <p:nvPr/>
        </p:nvSpPr>
        <p:spPr>
          <a:xfrm>
            <a:off x="4412308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791"/>
          <p:cNvSpPr/>
          <p:nvPr/>
        </p:nvSpPr>
        <p:spPr>
          <a:xfrm>
            <a:off x="4539456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abel792"/>
          <p:cNvSpPr txBox="1"/>
          <p:nvPr/>
        </p:nvSpPr>
        <p:spPr>
          <a:xfrm>
            <a:off x="4893937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143" name="S08-label793"/>
          <p:cNvSpPr txBox="1"/>
          <p:nvPr/>
        </p:nvSpPr>
        <p:spPr>
          <a:xfrm>
            <a:off x="5260142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144" name="S08-label794"/>
          <p:cNvSpPr txBox="1"/>
          <p:nvPr/>
        </p:nvSpPr>
        <p:spPr>
          <a:xfrm>
            <a:off x="5394183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145" name="S08-label795"/>
          <p:cNvSpPr txBox="1"/>
          <p:nvPr/>
        </p:nvSpPr>
        <p:spPr>
          <a:xfrm>
            <a:off x="5260142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146" name="S08-label796"/>
          <p:cNvSpPr txBox="1"/>
          <p:nvPr/>
        </p:nvSpPr>
        <p:spPr>
          <a:xfrm>
            <a:off x="4893937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147" name="S08-label797"/>
          <p:cNvSpPr txBox="1"/>
          <p:nvPr/>
        </p:nvSpPr>
        <p:spPr>
          <a:xfrm>
            <a:off x="4393692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148" name="S08-label798"/>
          <p:cNvSpPr txBox="1"/>
          <p:nvPr/>
        </p:nvSpPr>
        <p:spPr>
          <a:xfrm>
            <a:off x="3893447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149" name="S08-label799"/>
          <p:cNvSpPr txBox="1"/>
          <p:nvPr/>
        </p:nvSpPr>
        <p:spPr>
          <a:xfrm>
            <a:off x="3527242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150" name="S08-label800"/>
          <p:cNvSpPr txBox="1"/>
          <p:nvPr/>
        </p:nvSpPr>
        <p:spPr>
          <a:xfrm>
            <a:off x="339320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151" name="S08-label801"/>
          <p:cNvSpPr txBox="1"/>
          <p:nvPr/>
        </p:nvSpPr>
        <p:spPr>
          <a:xfrm>
            <a:off x="3527242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152" name="S08-label802"/>
          <p:cNvSpPr txBox="1"/>
          <p:nvPr/>
        </p:nvSpPr>
        <p:spPr>
          <a:xfrm>
            <a:off x="3893447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153" name="S08-label803"/>
          <p:cNvSpPr txBox="1"/>
          <p:nvPr/>
        </p:nvSpPr>
        <p:spPr>
          <a:xfrm>
            <a:off x="4393692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154" name="S08-line804"/>
          <p:cNvSpPr/>
          <p:nvPr/>
        </p:nvSpPr>
        <p:spPr>
          <a:xfrm flipH="1">
            <a:off x="4389394" y="3872484"/>
            <a:ext cx="278618" cy="48258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5" name="S08-line805"/>
          <p:cNvSpPr/>
          <p:nvPr/>
        </p:nvSpPr>
        <p:spPr>
          <a:xfrm flipV="1">
            <a:off x="4668012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6" name="S08-pin806"/>
          <p:cNvSpPr/>
          <p:nvPr/>
        </p:nvSpPr>
        <p:spPr>
          <a:xfrm>
            <a:off x="4613148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7" name="S08-label807"/>
          <p:cNvSpPr txBox="1"/>
          <p:nvPr/>
        </p:nvSpPr>
        <p:spPr>
          <a:xfrm>
            <a:off x="3401568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58" name="S08-figure808" descr="2시를 가리키는 시계"/>
          <p:cNvSpPr/>
          <p:nvPr/>
        </p:nvSpPr>
        <p:spPr>
          <a:xfrm>
            <a:off x="6254496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59" name="S08-line809"/>
          <p:cNvSpPr/>
          <p:nvPr/>
        </p:nvSpPr>
        <p:spPr>
          <a:xfrm>
            <a:off x="7520940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0" name="S08-line810"/>
          <p:cNvSpPr/>
          <p:nvPr/>
        </p:nvSpPr>
        <p:spPr>
          <a:xfrm flipH="1">
            <a:off x="7642877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8-line811"/>
          <p:cNvSpPr/>
          <p:nvPr/>
        </p:nvSpPr>
        <p:spPr>
          <a:xfrm flipH="1">
            <a:off x="7763479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812"/>
          <p:cNvSpPr/>
          <p:nvPr/>
        </p:nvSpPr>
        <p:spPr>
          <a:xfrm flipH="1">
            <a:off x="7881422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813"/>
          <p:cNvSpPr/>
          <p:nvPr/>
        </p:nvSpPr>
        <p:spPr>
          <a:xfrm flipH="1">
            <a:off x="7995417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814"/>
          <p:cNvSpPr/>
          <p:nvPr/>
        </p:nvSpPr>
        <p:spPr>
          <a:xfrm flipH="1">
            <a:off x="8066220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5" name="S08-line815"/>
          <p:cNvSpPr/>
          <p:nvPr/>
        </p:nvSpPr>
        <p:spPr>
          <a:xfrm flipH="1">
            <a:off x="8206618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8-line816"/>
          <p:cNvSpPr/>
          <p:nvPr/>
        </p:nvSpPr>
        <p:spPr>
          <a:xfrm flipH="1">
            <a:off x="8301511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817"/>
          <p:cNvSpPr/>
          <p:nvPr/>
        </p:nvSpPr>
        <p:spPr>
          <a:xfrm flipH="1">
            <a:off x="8387852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818"/>
          <p:cNvSpPr/>
          <p:nvPr/>
        </p:nvSpPr>
        <p:spPr>
          <a:xfrm flipH="1">
            <a:off x="8464695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819"/>
          <p:cNvSpPr/>
          <p:nvPr/>
        </p:nvSpPr>
        <p:spPr>
          <a:xfrm flipH="1">
            <a:off x="8465392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0" name="S08-line820"/>
          <p:cNvSpPr/>
          <p:nvPr/>
        </p:nvSpPr>
        <p:spPr>
          <a:xfrm flipH="1">
            <a:off x="8586633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8-line821"/>
          <p:cNvSpPr/>
          <p:nvPr/>
        </p:nvSpPr>
        <p:spPr>
          <a:xfrm flipH="1">
            <a:off x="8630391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822"/>
          <p:cNvSpPr/>
          <p:nvPr/>
        </p:nvSpPr>
        <p:spPr>
          <a:xfrm flipH="1">
            <a:off x="8661994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823"/>
          <p:cNvSpPr/>
          <p:nvPr/>
        </p:nvSpPr>
        <p:spPr>
          <a:xfrm flipH="1">
            <a:off x="8681095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824"/>
          <p:cNvSpPr/>
          <p:nvPr/>
        </p:nvSpPr>
        <p:spPr>
          <a:xfrm flipH="1">
            <a:off x="8611499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5" name="S08-line825"/>
          <p:cNvSpPr/>
          <p:nvPr/>
        </p:nvSpPr>
        <p:spPr>
          <a:xfrm flipH="1" flipV="1">
            <a:off x="8681095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8-line826"/>
          <p:cNvSpPr/>
          <p:nvPr/>
        </p:nvSpPr>
        <p:spPr>
          <a:xfrm flipH="1" flipV="1">
            <a:off x="8661994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827"/>
          <p:cNvSpPr/>
          <p:nvPr/>
        </p:nvSpPr>
        <p:spPr>
          <a:xfrm flipH="1" flipV="1">
            <a:off x="8630391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828"/>
          <p:cNvSpPr/>
          <p:nvPr/>
        </p:nvSpPr>
        <p:spPr>
          <a:xfrm flipH="1" flipV="1">
            <a:off x="8586633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829"/>
          <p:cNvSpPr/>
          <p:nvPr/>
        </p:nvSpPr>
        <p:spPr>
          <a:xfrm flipH="1" flipV="1">
            <a:off x="8465392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0" name="S08-line830"/>
          <p:cNvSpPr/>
          <p:nvPr/>
        </p:nvSpPr>
        <p:spPr>
          <a:xfrm flipH="1" flipV="1">
            <a:off x="8464695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8-line831"/>
          <p:cNvSpPr/>
          <p:nvPr/>
        </p:nvSpPr>
        <p:spPr>
          <a:xfrm flipH="1" flipV="1">
            <a:off x="8387852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832"/>
          <p:cNvSpPr/>
          <p:nvPr/>
        </p:nvSpPr>
        <p:spPr>
          <a:xfrm flipH="1" flipV="1">
            <a:off x="8301511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833"/>
          <p:cNvSpPr/>
          <p:nvPr/>
        </p:nvSpPr>
        <p:spPr>
          <a:xfrm flipH="1" flipV="1">
            <a:off x="8206618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834"/>
          <p:cNvSpPr/>
          <p:nvPr/>
        </p:nvSpPr>
        <p:spPr>
          <a:xfrm flipH="1" flipV="1">
            <a:off x="8066220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5" name="S08-line835"/>
          <p:cNvSpPr/>
          <p:nvPr/>
        </p:nvSpPr>
        <p:spPr>
          <a:xfrm flipH="1" flipV="1">
            <a:off x="7995417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8-line836"/>
          <p:cNvSpPr/>
          <p:nvPr/>
        </p:nvSpPr>
        <p:spPr>
          <a:xfrm flipH="1" flipV="1">
            <a:off x="7881422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837"/>
          <p:cNvSpPr/>
          <p:nvPr/>
        </p:nvSpPr>
        <p:spPr>
          <a:xfrm flipH="1" flipV="1">
            <a:off x="7763479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838"/>
          <p:cNvSpPr/>
          <p:nvPr/>
        </p:nvSpPr>
        <p:spPr>
          <a:xfrm flipH="1" flipV="1">
            <a:off x="7642877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839"/>
          <p:cNvSpPr/>
          <p:nvPr/>
        </p:nvSpPr>
        <p:spPr>
          <a:xfrm flipV="1">
            <a:off x="7520940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0" name="S08-line840"/>
          <p:cNvSpPr/>
          <p:nvPr/>
        </p:nvSpPr>
        <p:spPr>
          <a:xfrm flipV="1">
            <a:off x="7392384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8-line841"/>
          <p:cNvSpPr/>
          <p:nvPr/>
        </p:nvSpPr>
        <p:spPr>
          <a:xfrm flipV="1">
            <a:off x="7265236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842"/>
          <p:cNvSpPr/>
          <p:nvPr/>
        </p:nvSpPr>
        <p:spPr>
          <a:xfrm flipV="1">
            <a:off x="7140890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843"/>
          <p:cNvSpPr/>
          <p:nvPr/>
        </p:nvSpPr>
        <p:spPr>
          <a:xfrm flipV="1">
            <a:off x="7020708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844"/>
          <p:cNvSpPr/>
          <p:nvPr/>
        </p:nvSpPr>
        <p:spPr>
          <a:xfrm flipV="1">
            <a:off x="6906006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5" name="S08-line845"/>
          <p:cNvSpPr/>
          <p:nvPr/>
        </p:nvSpPr>
        <p:spPr>
          <a:xfrm flipV="1">
            <a:off x="6798042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8-line846"/>
          <p:cNvSpPr/>
          <p:nvPr/>
        </p:nvSpPr>
        <p:spPr>
          <a:xfrm flipV="1">
            <a:off x="6697998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847"/>
          <p:cNvSpPr/>
          <p:nvPr/>
        </p:nvSpPr>
        <p:spPr>
          <a:xfrm flipV="1">
            <a:off x="6606970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848"/>
          <p:cNvSpPr/>
          <p:nvPr/>
        </p:nvSpPr>
        <p:spPr>
          <a:xfrm flipV="1">
            <a:off x="6525956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849"/>
          <p:cNvSpPr/>
          <p:nvPr/>
        </p:nvSpPr>
        <p:spPr>
          <a:xfrm flipV="1">
            <a:off x="6455843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0" name="S08-line850"/>
          <p:cNvSpPr/>
          <p:nvPr/>
        </p:nvSpPr>
        <p:spPr>
          <a:xfrm flipV="1">
            <a:off x="6397400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8-line851"/>
          <p:cNvSpPr/>
          <p:nvPr/>
        </p:nvSpPr>
        <p:spPr>
          <a:xfrm flipV="1">
            <a:off x="6351266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852"/>
          <p:cNvSpPr/>
          <p:nvPr/>
        </p:nvSpPr>
        <p:spPr>
          <a:xfrm flipV="1">
            <a:off x="6317948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853"/>
          <p:cNvSpPr/>
          <p:nvPr/>
        </p:nvSpPr>
        <p:spPr>
          <a:xfrm flipV="1">
            <a:off x="6297809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854"/>
          <p:cNvSpPr/>
          <p:nvPr/>
        </p:nvSpPr>
        <p:spPr>
          <a:xfrm>
            <a:off x="6291072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5" name="S08-line855"/>
          <p:cNvSpPr/>
          <p:nvPr/>
        </p:nvSpPr>
        <p:spPr>
          <a:xfrm>
            <a:off x="6297809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8-line856"/>
          <p:cNvSpPr/>
          <p:nvPr/>
        </p:nvSpPr>
        <p:spPr>
          <a:xfrm>
            <a:off x="6317948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857"/>
          <p:cNvSpPr/>
          <p:nvPr/>
        </p:nvSpPr>
        <p:spPr>
          <a:xfrm>
            <a:off x="6351266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858"/>
          <p:cNvSpPr/>
          <p:nvPr/>
        </p:nvSpPr>
        <p:spPr>
          <a:xfrm>
            <a:off x="6397400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859"/>
          <p:cNvSpPr/>
          <p:nvPr/>
        </p:nvSpPr>
        <p:spPr>
          <a:xfrm>
            <a:off x="6455843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0" name="S08-line860"/>
          <p:cNvSpPr/>
          <p:nvPr/>
        </p:nvSpPr>
        <p:spPr>
          <a:xfrm>
            <a:off x="6525956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8-line861"/>
          <p:cNvSpPr/>
          <p:nvPr/>
        </p:nvSpPr>
        <p:spPr>
          <a:xfrm>
            <a:off x="6606970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862"/>
          <p:cNvSpPr/>
          <p:nvPr/>
        </p:nvSpPr>
        <p:spPr>
          <a:xfrm>
            <a:off x="6697998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863"/>
          <p:cNvSpPr/>
          <p:nvPr/>
        </p:nvSpPr>
        <p:spPr>
          <a:xfrm>
            <a:off x="6798042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864"/>
          <p:cNvSpPr/>
          <p:nvPr/>
        </p:nvSpPr>
        <p:spPr>
          <a:xfrm>
            <a:off x="6906006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5" name="S08-line865"/>
          <p:cNvSpPr/>
          <p:nvPr/>
        </p:nvSpPr>
        <p:spPr>
          <a:xfrm>
            <a:off x="7020708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8-line866"/>
          <p:cNvSpPr/>
          <p:nvPr/>
        </p:nvSpPr>
        <p:spPr>
          <a:xfrm>
            <a:off x="7140890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867"/>
          <p:cNvSpPr/>
          <p:nvPr/>
        </p:nvSpPr>
        <p:spPr>
          <a:xfrm>
            <a:off x="7265236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868"/>
          <p:cNvSpPr/>
          <p:nvPr/>
        </p:nvSpPr>
        <p:spPr>
          <a:xfrm>
            <a:off x="7392384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abel869"/>
          <p:cNvSpPr txBox="1"/>
          <p:nvPr/>
        </p:nvSpPr>
        <p:spPr>
          <a:xfrm>
            <a:off x="7746865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20" name="S08-label870"/>
          <p:cNvSpPr txBox="1"/>
          <p:nvPr/>
        </p:nvSpPr>
        <p:spPr>
          <a:xfrm>
            <a:off x="8113070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221" name="S08-label871"/>
          <p:cNvSpPr txBox="1"/>
          <p:nvPr/>
        </p:nvSpPr>
        <p:spPr>
          <a:xfrm>
            <a:off x="8247111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222" name="S08-label872"/>
          <p:cNvSpPr txBox="1"/>
          <p:nvPr/>
        </p:nvSpPr>
        <p:spPr>
          <a:xfrm>
            <a:off x="8113070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223" name="S08-label873"/>
          <p:cNvSpPr txBox="1"/>
          <p:nvPr/>
        </p:nvSpPr>
        <p:spPr>
          <a:xfrm>
            <a:off x="7746865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224" name="S08-label874"/>
          <p:cNvSpPr txBox="1"/>
          <p:nvPr/>
        </p:nvSpPr>
        <p:spPr>
          <a:xfrm>
            <a:off x="7246620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225" name="S08-label875"/>
          <p:cNvSpPr txBox="1"/>
          <p:nvPr/>
        </p:nvSpPr>
        <p:spPr>
          <a:xfrm>
            <a:off x="6746375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226" name="S08-label876"/>
          <p:cNvSpPr txBox="1"/>
          <p:nvPr/>
        </p:nvSpPr>
        <p:spPr>
          <a:xfrm>
            <a:off x="6380170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227" name="S08-label877"/>
          <p:cNvSpPr txBox="1"/>
          <p:nvPr/>
        </p:nvSpPr>
        <p:spPr>
          <a:xfrm>
            <a:off x="624612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228" name="S08-label878"/>
          <p:cNvSpPr txBox="1"/>
          <p:nvPr/>
        </p:nvSpPr>
        <p:spPr>
          <a:xfrm>
            <a:off x="6380170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229" name="S08-label879"/>
          <p:cNvSpPr txBox="1"/>
          <p:nvPr/>
        </p:nvSpPr>
        <p:spPr>
          <a:xfrm>
            <a:off x="6746375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230" name="S08-label880"/>
          <p:cNvSpPr txBox="1"/>
          <p:nvPr/>
        </p:nvSpPr>
        <p:spPr>
          <a:xfrm>
            <a:off x="7246620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231" name="S08-line881"/>
          <p:cNvSpPr/>
          <p:nvPr/>
        </p:nvSpPr>
        <p:spPr>
          <a:xfrm flipV="1">
            <a:off x="7520940" y="3593866"/>
            <a:ext cx="482580" cy="27861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2" name="S08-line882"/>
          <p:cNvSpPr/>
          <p:nvPr/>
        </p:nvSpPr>
        <p:spPr>
          <a:xfrm flipV="1">
            <a:off x="7520940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3" name="S08-pin883"/>
          <p:cNvSpPr/>
          <p:nvPr/>
        </p:nvSpPr>
        <p:spPr>
          <a:xfrm>
            <a:off x="7466076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4" name="S08-label884"/>
          <p:cNvSpPr txBox="1"/>
          <p:nvPr/>
        </p:nvSpPr>
        <p:spPr>
          <a:xfrm>
            <a:off x="6254496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235" name="S08-figure885" descr="12시를 가리키는 시계"/>
          <p:cNvSpPr/>
          <p:nvPr/>
        </p:nvSpPr>
        <p:spPr>
          <a:xfrm>
            <a:off x="9107424" y="2606040"/>
            <a:ext cx="2532888" cy="25328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6" name="S08-line886"/>
          <p:cNvSpPr/>
          <p:nvPr/>
        </p:nvSpPr>
        <p:spPr>
          <a:xfrm>
            <a:off x="10373868" y="2642616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7" name="S08-line887"/>
          <p:cNvSpPr/>
          <p:nvPr/>
        </p:nvSpPr>
        <p:spPr>
          <a:xfrm flipH="1">
            <a:off x="10495805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8" name="S08-line888"/>
          <p:cNvSpPr/>
          <p:nvPr/>
        </p:nvSpPr>
        <p:spPr>
          <a:xfrm flipH="1">
            <a:off x="10616407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9" name="S08-line889"/>
          <p:cNvSpPr/>
          <p:nvPr/>
        </p:nvSpPr>
        <p:spPr>
          <a:xfrm flipH="1">
            <a:off x="10734350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08-line890"/>
          <p:cNvSpPr/>
          <p:nvPr/>
        </p:nvSpPr>
        <p:spPr>
          <a:xfrm flipH="1">
            <a:off x="10848345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08-line891"/>
          <p:cNvSpPr/>
          <p:nvPr/>
        </p:nvSpPr>
        <p:spPr>
          <a:xfrm flipH="1">
            <a:off x="10919148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2" name="S08-line892"/>
          <p:cNvSpPr/>
          <p:nvPr/>
        </p:nvSpPr>
        <p:spPr>
          <a:xfrm flipH="1">
            <a:off x="11059546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08-line893"/>
          <p:cNvSpPr/>
          <p:nvPr/>
        </p:nvSpPr>
        <p:spPr>
          <a:xfrm flipH="1">
            <a:off x="11154439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08-line894"/>
          <p:cNvSpPr/>
          <p:nvPr/>
        </p:nvSpPr>
        <p:spPr>
          <a:xfrm flipH="1">
            <a:off x="11240780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08-line895"/>
          <p:cNvSpPr/>
          <p:nvPr/>
        </p:nvSpPr>
        <p:spPr>
          <a:xfrm flipH="1">
            <a:off x="11317623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08-line896"/>
          <p:cNvSpPr/>
          <p:nvPr/>
        </p:nvSpPr>
        <p:spPr>
          <a:xfrm flipH="1">
            <a:off x="11318320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7" name="S08-line897"/>
          <p:cNvSpPr/>
          <p:nvPr/>
        </p:nvSpPr>
        <p:spPr>
          <a:xfrm flipH="1">
            <a:off x="11439561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08-line898"/>
          <p:cNvSpPr/>
          <p:nvPr/>
        </p:nvSpPr>
        <p:spPr>
          <a:xfrm flipH="1">
            <a:off x="11483319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9" name="S08-line899"/>
          <p:cNvSpPr/>
          <p:nvPr/>
        </p:nvSpPr>
        <p:spPr>
          <a:xfrm flipH="1">
            <a:off x="11514922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08-line900"/>
          <p:cNvSpPr/>
          <p:nvPr/>
        </p:nvSpPr>
        <p:spPr>
          <a:xfrm flipH="1">
            <a:off x="11534023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08-line901"/>
          <p:cNvSpPr/>
          <p:nvPr/>
        </p:nvSpPr>
        <p:spPr>
          <a:xfrm flipH="1">
            <a:off x="11464427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2" name="S08-line902"/>
          <p:cNvSpPr/>
          <p:nvPr/>
        </p:nvSpPr>
        <p:spPr>
          <a:xfrm flipH="1" flipV="1">
            <a:off x="11534023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08-line903"/>
          <p:cNvSpPr/>
          <p:nvPr/>
        </p:nvSpPr>
        <p:spPr>
          <a:xfrm flipH="1" flipV="1">
            <a:off x="11514922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4" name="S08-line904"/>
          <p:cNvSpPr/>
          <p:nvPr/>
        </p:nvSpPr>
        <p:spPr>
          <a:xfrm flipH="1" flipV="1">
            <a:off x="11483319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08-line905"/>
          <p:cNvSpPr/>
          <p:nvPr/>
        </p:nvSpPr>
        <p:spPr>
          <a:xfrm flipH="1" flipV="1">
            <a:off x="11439561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08-line906"/>
          <p:cNvSpPr/>
          <p:nvPr/>
        </p:nvSpPr>
        <p:spPr>
          <a:xfrm flipH="1" flipV="1">
            <a:off x="11318320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7" name="S08-line907"/>
          <p:cNvSpPr/>
          <p:nvPr/>
        </p:nvSpPr>
        <p:spPr>
          <a:xfrm flipH="1" flipV="1">
            <a:off x="11317623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08-line908"/>
          <p:cNvSpPr/>
          <p:nvPr/>
        </p:nvSpPr>
        <p:spPr>
          <a:xfrm flipH="1" flipV="1">
            <a:off x="11240780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9" name="S08-line909"/>
          <p:cNvSpPr/>
          <p:nvPr/>
        </p:nvSpPr>
        <p:spPr>
          <a:xfrm flipH="1" flipV="1">
            <a:off x="11154439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08-line910"/>
          <p:cNvSpPr/>
          <p:nvPr/>
        </p:nvSpPr>
        <p:spPr>
          <a:xfrm flipH="1" flipV="1">
            <a:off x="11059546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08-line911"/>
          <p:cNvSpPr/>
          <p:nvPr/>
        </p:nvSpPr>
        <p:spPr>
          <a:xfrm flipH="1" flipV="1">
            <a:off x="10919148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2" name="S08-line912"/>
          <p:cNvSpPr/>
          <p:nvPr/>
        </p:nvSpPr>
        <p:spPr>
          <a:xfrm flipH="1" flipV="1">
            <a:off x="10848345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08-line913"/>
          <p:cNvSpPr/>
          <p:nvPr/>
        </p:nvSpPr>
        <p:spPr>
          <a:xfrm flipH="1" flipV="1">
            <a:off x="10734350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4" name="S08-line914"/>
          <p:cNvSpPr/>
          <p:nvPr/>
        </p:nvSpPr>
        <p:spPr>
          <a:xfrm flipH="1" flipV="1">
            <a:off x="10616407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08-line915"/>
          <p:cNvSpPr/>
          <p:nvPr/>
        </p:nvSpPr>
        <p:spPr>
          <a:xfrm flipH="1" flipV="1">
            <a:off x="10495805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08-line916"/>
          <p:cNvSpPr/>
          <p:nvPr/>
        </p:nvSpPr>
        <p:spPr>
          <a:xfrm flipV="1">
            <a:off x="10373868" y="4963043"/>
            <a:ext cx="0" cy="13930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7" name="S08-line917"/>
          <p:cNvSpPr/>
          <p:nvPr/>
        </p:nvSpPr>
        <p:spPr>
          <a:xfrm flipV="1">
            <a:off x="10245312" y="5032639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08-line918"/>
          <p:cNvSpPr/>
          <p:nvPr/>
        </p:nvSpPr>
        <p:spPr>
          <a:xfrm flipV="1">
            <a:off x="10118164" y="5013538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9" name="S08-line919"/>
          <p:cNvSpPr/>
          <p:nvPr/>
        </p:nvSpPr>
        <p:spPr>
          <a:xfrm flipV="1">
            <a:off x="9993818" y="4981935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08-line920"/>
          <p:cNvSpPr/>
          <p:nvPr/>
        </p:nvSpPr>
        <p:spPr>
          <a:xfrm flipV="1">
            <a:off x="9873636" y="4938177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08-line921"/>
          <p:cNvSpPr/>
          <p:nvPr/>
        </p:nvSpPr>
        <p:spPr>
          <a:xfrm flipV="1">
            <a:off x="9758934" y="4816936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2" name="S08-line922"/>
          <p:cNvSpPr/>
          <p:nvPr/>
        </p:nvSpPr>
        <p:spPr>
          <a:xfrm flipV="1">
            <a:off x="9650970" y="4816239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08-line923"/>
          <p:cNvSpPr/>
          <p:nvPr/>
        </p:nvSpPr>
        <p:spPr>
          <a:xfrm flipV="1">
            <a:off x="9550926" y="4739396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4" name="S08-line924"/>
          <p:cNvSpPr/>
          <p:nvPr/>
        </p:nvSpPr>
        <p:spPr>
          <a:xfrm flipV="1">
            <a:off x="9459898" y="4653055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08-line925"/>
          <p:cNvSpPr/>
          <p:nvPr/>
        </p:nvSpPr>
        <p:spPr>
          <a:xfrm flipV="1">
            <a:off x="9378884" y="4558162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08-line926"/>
          <p:cNvSpPr/>
          <p:nvPr/>
        </p:nvSpPr>
        <p:spPr>
          <a:xfrm flipV="1">
            <a:off x="9308771" y="4417764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7" name="S08-line927"/>
          <p:cNvSpPr/>
          <p:nvPr/>
        </p:nvSpPr>
        <p:spPr>
          <a:xfrm flipV="1">
            <a:off x="9250328" y="4346961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08-line928"/>
          <p:cNvSpPr/>
          <p:nvPr/>
        </p:nvSpPr>
        <p:spPr>
          <a:xfrm flipV="1">
            <a:off x="9204194" y="4232966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9" name="S08-line929"/>
          <p:cNvSpPr/>
          <p:nvPr/>
        </p:nvSpPr>
        <p:spPr>
          <a:xfrm flipV="1">
            <a:off x="9170876" y="4115023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08-line930"/>
          <p:cNvSpPr/>
          <p:nvPr/>
        </p:nvSpPr>
        <p:spPr>
          <a:xfrm flipV="1">
            <a:off x="9150737" y="3994421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08-line931"/>
          <p:cNvSpPr/>
          <p:nvPr/>
        </p:nvSpPr>
        <p:spPr>
          <a:xfrm>
            <a:off x="9144000" y="3872484"/>
            <a:ext cx="1393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2" name="S08-line932"/>
          <p:cNvSpPr/>
          <p:nvPr/>
        </p:nvSpPr>
        <p:spPr>
          <a:xfrm>
            <a:off x="9150737" y="3743928"/>
            <a:ext cx="62975" cy="661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08-line933"/>
          <p:cNvSpPr/>
          <p:nvPr/>
        </p:nvSpPr>
        <p:spPr>
          <a:xfrm>
            <a:off x="9170876" y="3616780"/>
            <a:ext cx="61938" cy="131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4" name="S08-line934"/>
          <p:cNvSpPr/>
          <p:nvPr/>
        </p:nvSpPr>
        <p:spPr>
          <a:xfrm>
            <a:off x="9204194" y="3492434"/>
            <a:ext cx="60223" cy="195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08-line935"/>
          <p:cNvSpPr/>
          <p:nvPr/>
        </p:nvSpPr>
        <p:spPr>
          <a:xfrm>
            <a:off x="9250328" y="3372252"/>
            <a:ext cx="57848" cy="257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08-line936"/>
          <p:cNvSpPr/>
          <p:nvPr/>
        </p:nvSpPr>
        <p:spPr>
          <a:xfrm>
            <a:off x="9308771" y="3257550"/>
            <a:ext cx="120645" cy="6965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7" name="S08-line937"/>
          <p:cNvSpPr/>
          <p:nvPr/>
        </p:nvSpPr>
        <p:spPr>
          <a:xfrm>
            <a:off x="9378884" y="3149586"/>
            <a:ext cx="51229" cy="372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08-line938"/>
          <p:cNvSpPr/>
          <p:nvPr/>
        </p:nvSpPr>
        <p:spPr>
          <a:xfrm>
            <a:off x="9459898" y="3049542"/>
            <a:ext cx="47058" cy="423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9" name="S08-line939"/>
          <p:cNvSpPr/>
          <p:nvPr/>
        </p:nvSpPr>
        <p:spPr>
          <a:xfrm>
            <a:off x="9550926" y="2958514"/>
            <a:ext cx="42371" cy="470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08-line940"/>
          <p:cNvSpPr/>
          <p:nvPr/>
        </p:nvSpPr>
        <p:spPr>
          <a:xfrm>
            <a:off x="9650970" y="2877500"/>
            <a:ext cx="37220" cy="5122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08-line941"/>
          <p:cNvSpPr/>
          <p:nvPr/>
        </p:nvSpPr>
        <p:spPr>
          <a:xfrm>
            <a:off x="9758934" y="2807387"/>
            <a:ext cx="69654" cy="12064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2" name="S08-line942"/>
          <p:cNvSpPr/>
          <p:nvPr/>
        </p:nvSpPr>
        <p:spPr>
          <a:xfrm>
            <a:off x="9873636" y="2748944"/>
            <a:ext cx="25755" cy="578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08-line943"/>
          <p:cNvSpPr/>
          <p:nvPr/>
        </p:nvSpPr>
        <p:spPr>
          <a:xfrm>
            <a:off x="9993818" y="2702810"/>
            <a:ext cx="19568" cy="60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4" name="S08-line944"/>
          <p:cNvSpPr/>
          <p:nvPr/>
        </p:nvSpPr>
        <p:spPr>
          <a:xfrm>
            <a:off x="10118164" y="2669492"/>
            <a:ext cx="13165" cy="619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08-line945"/>
          <p:cNvSpPr/>
          <p:nvPr/>
        </p:nvSpPr>
        <p:spPr>
          <a:xfrm>
            <a:off x="10245312" y="2649353"/>
            <a:ext cx="6619" cy="629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08-label946"/>
          <p:cNvSpPr txBox="1"/>
          <p:nvPr/>
        </p:nvSpPr>
        <p:spPr>
          <a:xfrm>
            <a:off x="10599793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100" dirty="0"/>
          </a:p>
        </p:txBody>
      </p:sp>
      <p:sp>
        <p:nvSpPr>
          <p:cNvPr id="297" name="S08-label947"/>
          <p:cNvSpPr txBox="1"/>
          <p:nvPr/>
        </p:nvSpPr>
        <p:spPr>
          <a:xfrm>
            <a:off x="10965998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298" name="S08-label948"/>
          <p:cNvSpPr txBox="1"/>
          <p:nvPr/>
        </p:nvSpPr>
        <p:spPr>
          <a:xfrm>
            <a:off x="11100039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299" name="S08-label949"/>
          <p:cNvSpPr txBox="1"/>
          <p:nvPr/>
        </p:nvSpPr>
        <p:spPr>
          <a:xfrm>
            <a:off x="10965998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300" name="S08-label950"/>
          <p:cNvSpPr txBox="1"/>
          <p:nvPr/>
        </p:nvSpPr>
        <p:spPr>
          <a:xfrm>
            <a:off x="10599793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100" dirty="0"/>
          </a:p>
        </p:txBody>
      </p:sp>
      <p:sp>
        <p:nvSpPr>
          <p:cNvPr id="301" name="S08-label951"/>
          <p:cNvSpPr txBox="1"/>
          <p:nvPr/>
        </p:nvSpPr>
        <p:spPr>
          <a:xfrm>
            <a:off x="10099548" y="469009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302" name="S08-label952"/>
          <p:cNvSpPr txBox="1"/>
          <p:nvPr/>
        </p:nvSpPr>
        <p:spPr>
          <a:xfrm>
            <a:off x="9599303" y="45560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100" dirty="0"/>
          </a:p>
        </p:txBody>
      </p:sp>
      <p:sp>
        <p:nvSpPr>
          <p:cNvPr id="303" name="S08-label953"/>
          <p:cNvSpPr txBox="1"/>
          <p:nvPr/>
        </p:nvSpPr>
        <p:spPr>
          <a:xfrm>
            <a:off x="9233098" y="418984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100" dirty="0"/>
          </a:p>
        </p:txBody>
      </p:sp>
      <p:sp>
        <p:nvSpPr>
          <p:cNvPr id="304" name="S08-label954"/>
          <p:cNvSpPr txBox="1"/>
          <p:nvPr/>
        </p:nvSpPr>
        <p:spPr>
          <a:xfrm>
            <a:off x="9099057" y="36896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305" name="S08-label955"/>
          <p:cNvSpPr txBox="1"/>
          <p:nvPr/>
        </p:nvSpPr>
        <p:spPr>
          <a:xfrm>
            <a:off x="9233098" y="3189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100" dirty="0"/>
          </a:p>
        </p:txBody>
      </p:sp>
      <p:sp>
        <p:nvSpPr>
          <p:cNvPr id="306" name="S08-label956"/>
          <p:cNvSpPr txBox="1"/>
          <p:nvPr/>
        </p:nvSpPr>
        <p:spPr>
          <a:xfrm>
            <a:off x="9599303" y="28231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100" dirty="0"/>
          </a:p>
        </p:txBody>
      </p:sp>
      <p:sp>
        <p:nvSpPr>
          <p:cNvPr id="307" name="S08-label957"/>
          <p:cNvSpPr txBox="1"/>
          <p:nvPr/>
        </p:nvSpPr>
        <p:spPr>
          <a:xfrm>
            <a:off x="10099548" y="268911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308" name="S08-line958"/>
          <p:cNvSpPr/>
          <p:nvPr/>
        </p:nvSpPr>
        <p:spPr>
          <a:xfrm flipV="1">
            <a:off x="10373868" y="3315249"/>
            <a:ext cx="0" cy="55723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09" name="S08-line959"/>
          <p:cNvSpPr/>
          <p:nvPr/>
        </p:nvSpPr>
        <p:spPr>
          <a:xfrm flipV="1">
            <a:off x="10373868" y="3061960"/>
            <a:ext cx="0" cy="8105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0" name="S08-pin960"/>
          <p:cNvSpPr/>
          <p:nvPr/>
        </p:nvSpPr>
        <p:spPr>
          <a:xfrm>
            <a:off x="10319004" y="381762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1" name="S08-label961"/>
          <p:cNvSpPr txBox="1"/>
          <p:nvPr/>
        </p:nvSpPr>
        <p:spPr>
          <a:xfrm>
            <a:off x="9107424" y="580644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놀이</a:t>
            </a:r>
            <a:endParaRPr lang="ko-KR" sz="4000" dirty="0"/>
          </a:p>
        </p:txBody>
      </p:sp>
      <p:sp>
        <p:nvSpPr>
          <p:cNvPr id="3" name="S09-card96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96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What time is it?을 물었어요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짧은바늘을 보고 시각을 읽었어요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It's ~ o'clock.으로 대답했어요</a:t>
            </a:r>
            <a:endParaRPr lang="ko-KR" sz="3000" dirty="0"/>
          </a:p>
        </p:txBody>
      </p:sp>
      <p:sp>
        <p:nvSpPr>
          <p:cNvPr id="5" name="S09-stepno964"/>
          <p:cNvSpPr txBox="1"/>
          <p:nvPr/>
        </p:nvSpPr>
        <p:spPr>
          <a:xfrm>
            <a:off x="548640" y="1901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965"/>
          <p:cNvSpPr txBox="1"/>
          <p:nvPr/>
        </p:nvSpPr>
        <p:spPr>
          <a:xfrm>
            <a:off x="1325880" y="18562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시곗바늘을 정각에 맞춰요.</a:t>
            </a:r>
            <a:endParaRPr lang="ko-KR" sz="3000" dirty="0"/>
          </a:p>
        </p:txBody>
      </p:sp>
      <p:sp>
        <p:nvSpPr>
          <p:cNvPr id="7" name="S09-stepno966"/>
          <p:cNvSpPr txBox="1"/>
          <p:nvPr/>
        </p:nvSpPr>
        <p:spPr>
          <a:xfrm>
            <a:off x="548640" y="2996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967"/>
          <p:cNvSpPr txBox="1"/>
          <p:nvPr/>
        </p:nvSpPr>
        <p:spPr>
          <a:xfrm>
            <a:off x="1325880" y="29504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it?이라고 물어요.</a:t>
            </a:r>
            <a:endParaRPr lang="ko-KR" sz="3000" dirty="0"/>
          </a:p>
        </p:txBody>
      </p:sp>
      <p:sp>
        <p:nvSpPr>
          <p:cNvPr id="9" name="S09-stepno968"/>
          <p:cNvSpPr txBox="1"/>
          <p:nvPr/>
        </p:nvSpPr>
        <p:spPr>
          <a:xfrm>
            <a:off x="548640" y="40904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969"/>
          <p:cNvSpPr txBox="1"/>
          <p:nvPr/>
        </p:nvSpPr>
        <p:spPr>
          <a:xfrm>
            <a:off x="1325880" y="40446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It's ~ o'clock.으로 대답해요.</a:t>
            </a:r>
            <a:endParaRPr lang="ko-KR" sz="3000" dirty="0"/>
          </a:p>
        </p:txBody>
      </p:sp>
      <p:sp>
        <p:nvSpPr>
          <p:cNvPr id="11" name="S09-stepno970"/>
          <p:cNvSpPr txBox="1"/>
          <p:nvPr/>
        </p:nvSpPr>
        <p:spPr>
          <a:xfrm>
            <a:off x="548640" y="51389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971"/>
          <p:cNvSpPr txBox="1"/>
          <p:nvPr/>
        </p:nvSpPr>
        <p:spPr>
          <a:xfrm>
            <a:off x="1325880" y="51389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바꿔서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9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몇 시인지 영어로 말해요.</a:t>
            </a:r>
            <a:endParaRPr lang="ko-KR" sz="3000" dirty="0"/>
          </a:p>
        </p:txBody>
      </p:sp>
      <p:sp>
        <p:nvSpPr>
          <p:cNvPr id="4" name="S10-card9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지금 몇 시인지 영어로 물어봐요.</a:t>
            </a:r>
            <a:endParaRPr lang="ko-KR" sz="3000" dirty="0"/>
          </a:p>
        </p:txBody>
      </p:sp>
      <p:sp>
        <p:nvSpPr>
          <p:cNvPr id="6" name="S10-figure975" descr="5시를 가리키는 시계"/>
          <p:cNvSpPr/>
          <p:nvPr/>
        </p:nvSpPr>
        <p:spPr>
          <a:xfrm>
            <a:off x="978408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0-line976"/>
          <p:cNvSpPr/>
          <p:nvPr/>
        </p:nvSpPr>
        <p:spPr>
          <a:xfrm>
            <a:off x="2290572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0-line977"/>
          <p:cNvSpPr/>
          <p:nvPr/>
        </p:nvSpPr>
        <p:spPr>
          <a:xfrm flipH="1">
            <a:off x="2417049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0-line978"/>
          <p:cNvSpPr/>
          <p:nvPr/>
        </p:nvSpPr>
        <p:spPr>
          <a:xfrm flipH="1">
            <a:off x="2542141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0-line979"/>
          <p:cNvSpPr/>
          <p:nvPr/>
        </p:nvSpPr>
        <p:spPr>
          <a:xfrm flipH="1">
            <a:off x="2664476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0-line980"/>
          <p:cNvSpPr/>
          <p:nvPr/>
        </p:nvSpPr>
        <p:spPr>
          <a:xfrm flipH="1">
            <a:off x="2782715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0-line981"/>
          <p:cNvSpPr/>
          <p:nvPr/>
        </p:nvSpPr>
        <p:spPr>
          <a:xfrm flipH="1">
            <a:off x="2856197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0-line982"/>
          <p:cNvSpPr/>
          <p:nvPr/>
        </p:nvSpPr>
        <p:spPr>
          <a:xfrm flipH="1">
            <a:off x="3001780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0-line983"/>
          <p:cNvSpPr/>
          <p:nvPr/>
        </p:nvSpPr>
        <p:spPr>
          <a:xfrm flipH="1">
            <a:off x="3100207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0-line984"/>
          <p:cNvSpPr/>
          <p:nvPr/>
        </p:nvSpPr>
        <p:spPr>
          <a:xfrm flipH="1">
            <a:off x="3189762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0-line985"/>
          <p:cNvSpPr/>
          <p:nvPr/>
        </p:nvSpPr>
        <p:spPr>
          <a:xfrm flipH="1">
            <a:off x="3269466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0-line986"/>
          <p:cNvSpPr/>
          <p:nvPr/>
        </p:nvSpPr>
        <p:spPr>
          <a:xfrm flipH="1">
            <a:off x="3270263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0-line987"/>
          <p:cNvSpPr/>
          <p:nvPr/>
        </p:nvSpPr>
        <p:spPr>
          <a:xfrm flipH="1">
            <a:off x="3395944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0-line988"/>
          <p:cNvSpPr/>
          <p:nvPr/>
        </p:nvSpPr>
        <p:spPr>
          <a:xfrm flipH="1">
            <a:off x="3441331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0-line989"/>
          <p:cNvSpPr/>
          <p:nvPr/>
        </p:nvSpPr>
        <p:spPr>
          <a:xfrm flipH="1">
            <a:off x="3474111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0-line990"/>
          <p:cNvSpPr/>
          <p:nvPr/>
        </p:nvSpPr>
        <p:spPr>
          <a:xfrm flipH="1">
            <a:off x="3493923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0-line991"/>
          <p:cNvSpPr/>
          <p:nvPr/>
        </p:nvSpPr>
        <p:spPr>
          <a:xfrm flipH="1">
            <a:off x="3421822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0-line992"/>
          <p:cNvSpPr/>
          <p:nvPr/>
        </p:nvSpPr>
        <p:spPr>
          <a:xfrm flipH="1" flipV="1">
            <a:off x="3493923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0-line993"/>
          <p:cNvSpPr/>
          <p:nvPr/>
        </p:nvSpPr>
        <p:spPr>
          <a:xfrm flipH="1" flipV="1">
            <a:off x="3474111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0-line994"/>
          <p:cNvSpPr/>
          <p:nvPr/>
        </p:nvSpPr>
        <p:spPr>
          <a:xfrm flipH="1" flipV="1">
            <a:off x="3441331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0-line995"/>
          <p:cNvSpPr/>
          <p:nvPr/>
        </p:nvSpPr>
        <p:spPr>
          <a:xfrm flipH="1" flipV="1">
            <a:off x="3395944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0-line996"/>
          <p:cNvSpPr/>
          <p:nvPr/>
        </p:nvSpPr>
        <p:spPr>
          <a:xfrm flipH="1" flipV="1">
            <a:off x="3270263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0-line997"/>
          <p:cNvSpPr/>
          <p:nvPr/>
        </p:nvSpPr>
        <p:spPr>
          <a:xfrm flipH="1" flipV="1">
            <a:off x="3269466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0-line998"/>
          <p:cNvSpPr/>
          <p:nvPr/>
        </p:nvSpPr>
        <p:spPr>
          <a:xfrm flipH="1" flipV="1">
            <a:off x="3189762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0-line999"/>
          <p:cNvSpPr/>
          <p:nvPr/>
        </p:nvSpPr>
        <p:spPr>
          <a:xfrm flipH="1" flipV="1">
            <a:off x="3100207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0-line1000"/>
          <p:cNvSpPr/>
          <p:nvPr/>
        </p:nvSpPr>
        <p:spPr>
          <a:xfrm flipH="1" flipV="1">
            <a:off x="3001780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0-line1001"/>
          <p:cNvSpPr/>
          <p:nvPr/>
        </p:nvSpPr>
        <p:spPr>
          <a:xfrm flipH="1" flipV="1">
            <a:off x="2856197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0-line1002"/>
          <p:cNvSpPr/>
          <p:nvPr/>
        </p:nvSpPr>
        <p:spPr>
          <a:xfrm flipH="1" flipV="1">
            <a:off x="2782715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0-line1003"/>
          <p:cNvSpPr/>
          <p:nvPr/>
        </p:nvSpPr>
        <p:spPr>
          <a:xfrm flipH="1" flipV="1">
            <a:off x="2664476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0-line1004"/>
          <p:cNvSpPr/>
          <p:nvPr/>
        </p:nvSpPr>
        <p:spPr>
          <a:xfrm flipH="1" flipV="1">
            <a:off x="2542141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0-line1005"/>
          <p:cNvSpPr/>
          <p:nvPr/>
        </p:nvSpPr>
        <p:spPr>
          <a:xfrm flipH="1" flipV="1">
            <a:off x="2417049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0-line1006"/>
          <p:cNvSpPr/>
          <p:nvPr/>
        </p:nvSpPr>
        <p:spPr>
          <a:xfrm flipV="1">
            <a:off x="2290572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0-line1007"/>
          <p:cNvSpPr/>
          <p:nvPr/>
        </p:nvSpPr>
        <p:spPr>
          <a:xfrm flipV="1">
            <a:off x="2157237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0-line1008"/>
          <p:cNvSpPr/>
          <p:nvPr/>
        </p:nvSpPr>
        <p:spPr>
          <a:xfrm flipV="1">
            <a:off x="2025362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0-line1009"/>
          <p:cNvSpPr/>
          <p:nvPr/>
        </p:nvSpPr>
        <p:spPr>
          <a:xfrm flipV="1">
            <a:off x="1896394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0-line1010"/>
          <p:cNvSpPr/>
          <p:nvPr/>
        </p:nvSpPr>
        <p:spPr>
          <a:xfrm flipV="1">
            <a:off x="1771744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0-line1011"/>
          <p:cNvSpPr/>
          <p:nvPr/>
        </p:nvSpPr>
        <p:spPr>
          <a:xfrm flipV="1">
            <a:off x="1652778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0-line1012"/>
          <p:cNvSpPr/>
          <p:nvPr/>
        </p:nvSpPr>
        <p:spPr>
          <a:xfrm flipV="1">
            <a:off x="1540800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0-line1013"/>
          <p:cNvSpPr/>
          <p:nvPr/>
        </p:nvSpPr>
        <p:spPr>
          <a:xfrm flipV="1">
            <a:off x="1437037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0-line1014"/>
          <p:cNvSpPr/>
          <p:nvPr/>
        </p:nvSpPr>
        <p:spPr>
          <a:xfrm flipV="1">
            <a:off x="1342625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0-line1015"/>
          <p:cNvSpPr/>
          <p:nvPr/>
        </p:nvSpPr>
        <p:spPr>
          <a:xfrm flipV="1">
            <a:off x="1258600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0-line1016"/>
          <p:cNvSpPr/>
          <p:nvPr/>
        </p:nvSpPr>
        <p:spPr>
          <a:xfrm flipV="1">
            <a:off x="1185880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0-line1017"/>
          <p:cNvSpPr/>
          <p:nvPr/>
        </p:nvSpPr>
        <p:spPr>
          <a:xfrm flipV="1">
            <a:off x="1125264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0-line1018"/>
          <p:cNvSpPr/>
          <p:nvPr/>
        </p:nvSpPr>
        <p:spPr>
          <a:xfrm flipV="1">
            <a:off x="1077416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0-line1019"/>
          <p:cNvSpPr/>
          <p:nvPr/>
        </p:nvSpPr>
        <p:spPr>
          <a:xfrm flipV="1">
            <a:off x="1042859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0-line1020"/>
          <p:cNvSpPr/>
          <p:nvPr/>
        </p:nvSpPr>
        <p:spPr>
          <a:xfrm flipV="1">
            <a:off x="1021972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0-line1021"/>
          <p:cNvSpPr/>
          <p:nvPr/>
        </p:nvSpPr>
        <p:spPr>
          <a:xfrm>
            <a:off x="1014984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0-line1022"/>
          <p:cNvSpPr/>
          <p:nvPr/>
        </p:nvSpPr>
        <p:spPr>
          <a:xfrm>
            <a:off x="1021972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0-line1023"/>
          <p:cNvSpPr/>
          <p:nvPr/>
        </p:nvSpPr>
        <p:spPr>
          <a:xfrm>
            <a:off x="1042859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0-line1024"/>
          <p:cNvSpPr/>
          <p:nvPr/>
        </p:nvSpPr>
        <p:spPr>
          <a:xfrm>
            <a:off x="1077416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0-line1025"/>
          <p:cNvSpPr/>
          <p:nvPr/>
        </p:nvSpPr>
        <p:spPr>
          <a:xfrm>
            <a:off x="1125264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0-line1026"/>
          <p:cNvSpPr/>
          <p:nvPr/>
        </p:nvSpPr>
        <p:spPr>
          <a:xfrm>
            <a:off x="1185880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0-line1027"/>
          <p:cNvSpPr/>
          <p:nvPr/>
        </p:nvSpPr>
        <p:spPr>
          <a:xfrm>
            <a:off x="1258600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0-line1028"/>
          <p:cNvSpPr/>
          <p:nvPr/>
        </p:nvSpPr>
        <p:spPr>
          <a:xfrm>
            <a:off x="1342625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0-line1029"/>
          <p:cNvSpPr/>
          <p:nvPr/>
        </p:nvSpPr>
        <p:spPr>
          <a:xfrm>
            <a:off x="1437037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0-line1030"/>
          <p:cNvSpPr/>
          <p:nvPr/>
        </p:nvSpPr>
        <p:spPr>
          <a:xfrm>
            <a:off x="1540800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0-line1031"/>
          <p:cNvSpPr/>
          <p:nvPr/>
        </p:nvSpPr>
        <p:spPr>
          <a:xfrm>
            <a:off x="1652778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0-line1032"/>
          <p:cNvSpPr/>
          <p:nvPr/>
        </p:nvSpPr>
        <p:spPr>
          <a:xfrm>
            <a:off x="1771744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0-line1033"/>
          <p:cNvSpPr/>
          <p:nvPr/>
        </p:nvSpPr>
        <p:spPr>
          <a:xfrm>
            <a:off x="1896394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0-line1034"/>
          <p:cNvSpPr/>
          <p:nvPr/>
        </p:nvSpPr>
        <p:spPr>
          <a:xfrm>
            <a:off x="2025362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0-line1035"/>
          <p:cNvSpPr/>
          <p:nvPr/>
        </p:nvSpPr>
        <p:spPr>
          <a:xfrm>
            <a:off x="2157237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0-label1036"/>
          <p:cNvSpPr txBox="1"/>
          <p:nvPr/>
        </p:nvSpPr>
        <p:spPr>
          <a:xfrm>
            <a:off x="2534557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8" name="S10-label1037"/>
          <p:cNvSpPr txBox="1"/>
          <p:nvPr/>
        </p:nvSpPr>
        <p:spPr>
          <a:xfrm>
            <a:off x="2913982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9" name="S10-label1038"/>
          <p:cNvSpPr txBox="1"/>
          <p:nvPr/>
        </p:nvSpPr>
        <p:spPr>
          <a:xfrm>
            <a:off x="3052862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70" name="S10-label1039"/>
          <p:cNvSpPr txBox="1"/>
          <p:nvPr/>
        </p:nvSpPr>
        <p:spPr>
          <a:xfrm>
            <a:off x="2913982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71" name="S10-label1040"/>
          <p:cNvSpPr txBox="1"/>
          <p:nvPr/>
        </p:nvSpPr>
        <p:spPr>
          <a:xfrm>
            <a:off x="2534557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72" name="S10-label1041"/>
          <p:cNvSpPr txBox="1"/>
          <p:nvPr/>
        </p:nvSpPr>
        <p:spPr>
          <a:xfrm>
            <a:off x="2016252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73" name="S10-label1042"/>
          <p:cNvSpPr txBox="1"/>
          <p:nvPr/>
        </p:nvSpPr>
        <p:spPr>
          <a:xfrm>
            <a:off x="1497947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74" name="S10-label1043"/>
          <p:cNvSpPr txBox="1"/>
          <p:nvPr/>
        </p:nvSpPr>
        <p:spPr>
          <a:xfrm>
            <a:off x="1118522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75" name="S10-label1044"/>
          <p:cNvSpPr txBox="1"/>
          <p:nvPr/>
        </p:nvSpPr>
        <p:spPr>
          <a:xfrm>
            <a:off x="979642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76" name="S10-label1045"/>
          <p:cNvSpPr txBox="1"/>
          <p:nvPr/>
        </p:nvSpPr>
        <p:spPr>
          <a:xfrm>
            <a:off x="1118522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77" name="S10-label1046"/>
          <p:cNvSpPr txBox="1"/>
          <p:nvPr/>
        </p:nvSpPr>
        <p:spPr>
          <a:xfrm>
            <a:off x="1497947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78" name="S10-label1047"/>
          <p:cNvSpPr txBox="1"/>
          <p:nvPr/>
        </p:nvSpPr>
        <p:spPr>
          <a:xfrm>
            <a:off x="2016252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79" name="S10-line1048"/>
          <p:cNvSpPr/>
          <p:nvPr/>
        </p:nvSpPr>
        <p:spPr>
          <a:xfrm>
            <a:off x="2290572" y="3323844"/>
            <a:ext cx="288676" cy="50000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0-line1049"/>
          <p:cNvSpPr/>
          <p:nvPr/>
        </p:nvSpPr>
        <p:spPr>
          <a:xfrm flipV="1">
            <a:off x="2290572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0-pin1050"/>
          <p:cNvSpPr/>
          <p:nvPr/>
        </p:nvSpPr>
        <p:spPr>
          <a:xfrm>
            <a:off x="2235708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0-label1051"/>
          <p:cNvSpPr txBox="1"/>
          <p:nvPr/>
        </p:nvSpPr>
        <p:spPr>
          <a:xfrm>
            <a:off x="548640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3" name="S10-figure1052" descr="8시를 가리키는 시계"/>
          <p:cNvSpPr/>
          <p:nvPr/>
        </p:nvSpPr>
        <p:spPr>
          <a:xfrm>
            <a:off x="4782312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0-line1053"/>
          <p:cNvSpPr/>
          <p:nvPr/>
        </p:nvSpPr>
        <p:spPr>
          <a:xfrm>
            <a:off x="6094476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0-line1054"/>
          <p:cNvSpPr/>
          <p:nvPr/>
        </p:nvSpPr>
        <p:spPr>
          <a:xfrm flipH="1">
            <a:off x="6220953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0-line1055"/>
          <p:cNvSpPr/>
          <p:nvPr/>
        </p:nvSpPr>
        <p:spPr>
          <a:xfrm flipH="1">
            <a:off x="6346045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0-line1056"/>
          <p:cNvSpPr/>
          <p:nvPr/>
        </p:nvSpPr>
        <p:spPr>
          <a:xfrm flipH="1">
            <a:off x="6468380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0-line1057"/>
          <p:cNvSpPr/>
          <p:nvPr/>
        </p:nvSpPr>
        <p:spPr>
          <a:xfrm flipH="1">
            <a:off x="6586619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0-line1058"/>
          <p:cNvSpPr/>
          <p:nvPr/>
        </p:nvSpPr>
        <p:spPr>
          <a:xfrm flipH="1">
            <a:off x="6660101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0-line1059"/>
          <p:cNvSpPr/>
          <p:nvPr/>
        </p:nvSpPr>
        <p:spPr>
          <a:xfrm flipH="1">
            <a:off x="6805684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0-line1060"/>
          <p:cNvSpPr/>
          <p:nvPr/>
        </p:nvSpPr>
        <p:spPr>
          <a:xfrm flipH="1">
            <a:off x="6904111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0-line1061"/>
          <p:cNvSpPr/>
          <p:nvPr/>
        </p:nvSpPr>
        <p:spPr>
          <a:xfrm flipH="1">
            <a:off x="6993666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0-line1062"/>
          <p:cNvSpPr/>
          <p:nvPr/>
        </p:nvSpPr>
        <p:spPr>
          <a:xfrm flipH="1">
            <a:off x="7073370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0-line1063"/>
          <p:cNvSpPr/>
          <p:nvPr/>
        </p:nvSpPr>
        <p:spPr>
          <a:xfrm flipH="1">
            <a:off x="7074167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0-line1064"/>
          <p:cNvSpPr/>
          <p:nvPr/>
        </p:nvSpPr>
        <p:spPr>
          <a:xfrm flipH="1">
            <a:off x="7199848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0-line1065"/>
          <p:cNvSpPr/>
          <p:nvPr/>
        </p:nvSpPr>
        <p:spPr>
          <a:xfrm flipH="1">
            <a:off x="7245235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0-line1066"/>
          <p:cNvSpPr/>
          <p:nvPr/>
        </p:nvSpPr>
        <p:spPr>
          <a:xfrm flipH="1">
            <a:off x="7278015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0-line1067"/>
          <p:cNvSpPr/>
          <p:nvPr/>
        </p:nvSpPr>
        <p:spPr>
          <a:xfrm flipH="1">
            <a:off x="7297827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0-line1068"/>
          <p:cNvSpPr/>
          <p:nvPr/>
        </p:nvSpPr>
        <p:spPr>
          <a:xfrm flipH="1">
            <a:off x="7225726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0-line1069"/>
          <p:cNvSpPr/>
          <p:nvPr/>
        </p:nvSpPr>
        <p:spPr>
          <a:xfrm flipH="1" flipV="1">
            <a:off x="7297827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0-line1070"/>
          <p:cNvSpPr/>
          <p:nvPr/>
        </p:nvSpPr>
        <p:spPr>
          <a:xfrm flipH="1" flipV="1">
            <a:off x="7278015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0-line1071"/>
          <p:cNvSpPr/>
          <p:nvPr/>
        </p:nvSpPr>
        <p:spPr>
          <a:xfrm flipH="1" flipV="1">
            <a:off x="7245235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0-line1072"/>
          <p:cNvSpPr/>
          <p:nvPr/>
        </p:nvSpPr>
        <p:spPr>
          <a:xfrm flipH="1" flipV="1">
            <a:off x="7199848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0-line1073"/>
          <p:cNvSpPr/>
          <p:nvPr/>
        </p:nvSpPr>
        <p:spPr>
          <a:xfrm flipH="1" flipV="1">
            <a:off x="7074167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0-line1074"/>
          <p:cNvSpPr/>
          <p:nvPr/>
        </p:nvSpPr>
        <p:spPr>
          <a:xfrm flipH="1" flipV="1">
            <a:off x="7073370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0-line1075"/>
          <p:cNvSpPr/>
          <p:nvPr/>
        </p:nvSpPr>
        <p:spPr>
          <a:xfrm flipH="1" flipV="1">
            <a:off x="6993666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0-line1076"/>
          <p:cNvSpPr/>
          <p:nvPr/>
        </p:nvSpPr>
        <p:spPr>
          <a:xfrm flipH="1" flipV="1">
            <a:off x="6904111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0-line1077"/>
          <p:cNvSpPr/>
          <p:nvPr/>
        </p:nvSpPr>
        <p:spPr>
          <a:xfrm flipH="1" flipV="1">
            <a:off x="6805684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0-line1078"/>
          <p:cNvSpPr/>
          <p:nvPr/>
        </p:nvSpPr>
        <p:spPr>
          <a:xfrm flipH="1" flipV="1">
            <a:off x="6660101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0-line1079"/>
          <p:cNvSpPr/>
          <p:nvPr/>
        </p:nvSpPr>
        <p:spPr>
          <a:xfrm flipH="1" flipV="1">
            <a:off x="6586619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0-line1080"/>
          <p:cNvSpPr/>
          <p:nvPr/>
        </p:nvSpPr>
        <p:spPr>
          <a:xfrm flipH="1" flipV="1">
            <a:off x="6468380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0-line1081"/>
          <p:cNvSpPr/>
          <p:nvPr/>
        </p:nvSpPr>
        <p:spPr>
          <a:xfrm flipH="1" flipV="1">
            <a:off x="6346045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0-line1082"/>
          <p:cNvSpPr/>
          <p:nvPr/>
        </p:nvSpPr>
        <p:spPr>
          <a:xfrm flipH="1" flipV="1">
            <a:off x="6220953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0-line1083"/>
          <p:cNvSpPr/>
          <p:nvPr/>
        </p:nvSpPr>
        <p:spPr>
          <a:xfrm flipV="1">
            <a:off x="6094476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0-line1084"/>
          <p:cNvSpPr/>
          <p:nvPr/>
        </p:nvSpPr>
        <p:spPr>
          <a:xfrm flipV="1">
            <a:off x="5961141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0-line1085"/>
          <p:cNvSpPr/>
          <p:nvPr/>
        </p:nvSpPr>
        <p:spPr>
          <a:xfrm flipV="1">
            <a:off x="5829266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0-line1086"/>
          <p:cNvSpPr/>
          <p:nvPr/>
        </p:nvSpPr>
        <p:spPr>
          <a:xfrm flipV="1">
            <a:off x="5700298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0-line1087"/>
          <p:cNvSpPr/>
          <p:nvPr/>
        </p:nvSpPr>
        <p:spPr>
          <a:xfrm flipV="1">
            <a:off x="5575648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0-line1088"/>
          <p:cNvSpPr/>
          <p:nvPr/>
        </p:nvSpPr>
        <p:spPr>
          <a:xfrm flipV="1">
            <a:off x="5456682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0-line1089"/>
          <p:cNvSpPr/>
          <p:nvPr/>
        </p:nvSpPr>
        <p:spPr>
          <a:xfrm flipV="1">
            <a:off x="5344704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0-line1090"/>
          <p:cNvSpPr/>
          <p:nvPr/>
        </p:nvSpPr>
        <p:spPr>
          <a:xfrm flipV="1">
            <a:off x="5240941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0-line1091"/>
          <p:cNvSpPr/>
          <p:nvPr/>
        </p:nvSpPr>
        <p:spPr>
          <a:xfrm flipV="1">
            <a:off x="5146529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0-line1092"/>
          <p:cNvSpPr/>
          <p:nvPr/>
        </p:nvSpPr>
        <p:spPr>
          <a:xfrm flipV="1">
            <a:off x="5062504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0-line1093"/>
          <p:cNvSpPr/>
          <p:nvPr/>
        </p:nvSpPr>
        <p:spPr>
          <a:xfrm flipV="1">
            <a:off x="4989784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0-line1094"/>
          <p:cNvSpPr/>
          <p:nvPr/>
        </p:nvSpPr>
        <p:spPr>
          <a:xfrm flipV="1">
            <a:off x="4929168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0-line1095"/>
          <p:cNvSpPr/>
          <p:nvPr/>
        </p:nvSpPr>
        <p:spPr>
          <a:xfrm flipV="1">
            <a:off x="4881320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0-line1096"/>
          <p:cNvSpPr/>
          <p:nvPr/>
        </p:nvSpPr>
        <p:spPr>
          <a:xfrm flipV="1">
            <a:off x="4846763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0-line1097"/>
          <p:cNvSpPr/>
          <p:nvPr/>
        </p:nvSpPr>
        <p:spPr>
          <a:xfrm flipV="1">
            <a:off x="4825876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0-line1098"/>
          <p:cNvSpPr/>
          <p:nvPr/>
        </p:nvSpPr>
        <p:spPr>
          <a:xfrm>
            <a:off x="4818888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0-line1099"/>
          <p:cNvSpPr/>
          <p:nvPr/>
        </p:nvSpPr>
        <p:spPr>
          <a:xfrm>
            <a:off x="4825876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0-line1100"/>
          <p:cNvSpPr/>
          <p:nvPr/>
        </p:nvSpPr>
        <p:spPr>
          <a:xfrm>
            <a:off x="4846763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0-line1101"/>
          <p:cNvSpPr/>
          <p:nvPr/>
        </p:nvSpPr>
        <p:spPr>
          <a:xfrm>
            <a:off x="4881320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0-line1102"/>
          <p:cNvSpPr/>
          <p:nvPr/>
        </p:nvSpPr>
        <p:spPr>
          <a:xfrm>
            <a:off x="4929168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0-line1103"/>
          <p:cNvSpPr/>
          <p:nvPr/>
        </p:nvSpPr>
        <p:spPr>
          <a:xfrm>
            <a:off x="4989784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0-line1104"/>
          <p:cNvSpPr/>
          <p:nvPr/>
        </p:nvSpPr>
        <p:spPr>
          <a:xfrm>
            <a:off x="5062504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0-line1105"/>
          <p:cNvSpPr/>
          <p:nvPr/>
        </p:nvSpPr>
        <p:spPr>
          <a:xfrm>
            <a:off x="5146529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0-line1106"/>
          <p:cNvSpPr/>
          <p:nvPr/>
        </p:nvSpPr>
        <p:spPr>
          <a:xfrm>
            <a:off x="5240941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0-line1107"/>
          <p:cNvSpPr/>
          <p:nvPr/>
        </p:nvSpPr>
        <p:spPr>
          <a:xfrm>
            <a:off x="5344704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0-line1108"/>
          <p:cNvSpPr/>
          <p:nvPr/>
        </p:nvSpPr>
        <p:spPr>
          <a:xfrm>
            <a:off x="5456682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0-line1109"/>
          <p:cNvSpPr/>
          <p:nvPr/>
        </p:nvSpPr>
        <p:spPr>
          <a:xfrm>
            <a:off x="5575648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0-line1110"/>
          <p:cNvSpPr/>
          <p:nvPr/>
        </p:nvSpPr>
        <p:spPr>
          <a:xfrm>
            <a:off x="5700298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0-line1111"/>
          <p:cNvSpPr/>
          <p:nvPr/>
        </p:nvSpPr>
        <p:spPr>
          <a:xfrm>
            <a:off x="5829266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0-line1112"/>
          <p:cNvSpPr/>
          <p:nvPr/>
        </p:nvSpPr>
        <p:spPr>
          <a:xfrm>
            <a:off x="5961141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0-label1113"/>
          <p:cNvSpPr txBox="1"/>
          <p:nvPr/>
        </p:nvSpPr>
        <p:spPr>
          <a:xfrm>
            <a:off x="6338461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5" name="S10-label1114"/>
          <p:cNvSpPr txBox="1"/>
          <p:nvPr/>
        </p:nvSpPr>
        <p:spPr>
          <a:xfrm>
            <a:off x="6717886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6" name="S10-label1115"/>
          <p:cNvSpPr txBox="1"/>
          <p:nvPr/>
        </p:nvSpPr>
        <p:spPr>
          <a:xfrm>
            <a:off x="6856766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7" name="S10-label1116"/>
          <p:cNvSpPr txBox="1"/>
          <p:nvPr/>
        </p:nvSpPr>
        <p:spPr>
          <a:xfrm>
            <a:off x="6717886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8" name="S10-label1117"/>
          <p:cNvSpPr txBox="1"/>
          <p:nvPr/>
        </p:nvSpPr>
        <p:spPr>
          <a:xfrm>
            <a:off x="6338461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9" name="S10-label1118"/>
          <p:cNvSpPr txBox="1"/>
          <p:nvPr/>
        </p:nvSpPr>
        <p:spPr>
          <a:xfrm>
            <a:off x="5820156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50" name="S10-label1119"/>
          <p:cNvSpPr txBox="1"/>
          <p:nvPr/>
        </p:nvSpPr>
        <p:spPr>
          <a:xfrm>
            <a:off x="5301851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151" name="S10-label1120"/>
          <p:cNvSpPr txBox="1"/>
          <p:nvPr/>
        </p:nvSpPr>
        <p:spPr>
          <a:xfrm>
            <a:off x="4922426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152" name="S10-label1121"/>
          <p:cNvSpPr txBox="1"/>
          <p:nvPr/>
        </p:nvSpPr>
        <p:spPr>
          <a:xfrm>
            <a:off x="4783546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153" name="S10-label1122"/>
          <p:cNvSpPr txBox="1"/>
          <p:nvPr/>
        </p:nvSpPr>
        <p:spPr>
          <a:xfrm>
            <a:off x="4922426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154" name="S10-label1123"/>
          <p:cNvSpPr txBox="1"/>
          <p:nvPr/>
        </p:nvSpPr>
        <p:spPr>
          <a:xfrm>
            <a:off x="5301851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155" name="S10-label1124"/>
          <p:cNvSpPr txBox="1"/>
          <p:nvPr/>
        </p:nvSpPr>
        <p:spPr>
          <a:xfrm>
            <a:off x="5820156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156" name="S10-line1125"/>
          <p:cNvSpPr/>
          <p:nvPr/>
        </p:nvSpPr>
        <p:spPr>
          <a:xfrm flipH="1">
            <a:off x="5594474" y="3323844"/>
            <a:ext cx="500002" cy="28867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0-line1126"/>
          <p:cNvSpPr/>
          <p:nvPr/>
        </p:nvSpPr>
        <p:spPr>
          <a:xfrm flipV="1">
            <a:off x="6094476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0-pin1127"/>
          <p:cNvSpPr/>
          <p:nvPr/>
        </p:nvSpPr>
        <p:spPr>
          <a:xfrm>
            <a:off x="6039612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0-label1128"/>
          <p:cNvSpPr txBox="1"/>
          <p:nvPr/>
        </p:nvSpPr>
        <p:spPr>
          <a:xfrm>
            <a:off x="4352544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0" name="S10-figure1129" descr="11시를 가리키는 시계"/>
          <p:cNvSpPr/>
          <p:nvPr/>
        </p:nvSpPr>
        <p:spPr>
          <a:xfrm>
            <a:off x="8586216" y="2011680"/>
            <a:ext cx="2624328" cy="26243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0-line1130"/>
          <p:cNvSpPr/>
          <p:nvPr/>
        </p:nvSpPr>
        <p:spPr>
          <a:xfrm>
            <a:off x="9898380" y="2048256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0-line1131"/>
          <p:cNvSpPr/>
          <p:nvPr/>
        </p:nvSpPr>
        <p:spPr>
          <a:xfrm flipH="1">
            <a:off x="10024857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0-line1132"/>
          <p:cNvSpPr/>
          <p:nvPr/>
        </p:nvSpPr>
        <p:spPr>
          <a:xfrm flipH="1">
            <a:off x="10149949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0-line1133"/>
          <p:cNvSpPr/>
          <p:nvPr/>
        </p:nvSpPr>
        <p:spPr>
          <a:xfrm flipH="1">
            <a:off x="10272284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0-line1134"/>
          <p:cNvSpPr/>
          <p:nvPr/>
        </p:nvSpPr>
        <p:spPr>
          <a:xfrm flipH="1">
            <a:off x="10390523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0-line1135"/>
          <p:cNvSpPr/>
          <p:nvPr/>
        </p:nvSpPr>
        <p:spPr>
          <a:xfrm flipH="1">
            <a:off x="10464005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0-line1136"/>
          <p:cNvSpPr/>
          <p:nvPr/>
        </p:nvSpPr>
        <p:spPr>
          <a:xfrm flipH="1">
            <a:off x="10609588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0-line1137"/>
          <p:cNvSpPr/>
          <p:nvPr/>
        </p:nvSpPr>
        <p:spPr>
          <a:xfrm flipH="1">
            <a:off x="10708015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0-line1138"/>
          <p:cNvSpPr/>
          <p:nvPr/>
        </p:nvSpPr>
        <p:spPr>
          <a:xfrm flipH="1">
            <a:off x="10797570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0-line1139"/>
          <p:cNvSpPr/>
          <p:nvPr/>
        </p:nvSpPr>
        <p:spPr>
          <a:xfrm flipH="1">
            <a:off x="10877274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0-line1140"/>
          <p:cNvSpPr/>
          <p:nvPr/>
        </p:nvSpPr>
        <p:spPr>
          <a:xfrm flipH="1">
            <a:off x="10878071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0-line1141"/>
          <p:cNvSpPr/>
          <p:nvPr/>
        </p:nvSpPr>
        <p:spPr>
          <a:xfrm flipH="1">
            <a:off x="11003752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0-line1142"/>
          <p:cNvSpPr/>
          <p:nvPr/>
        </p:nvSpPr>
        <p:spPr>
          <a:xfrm flipH="1">
            <a:off x="11049139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0-line1143"/>
          <p:cNvSpPr/>
          <p:nvPr/>
        </p:nvSpPr>
        <p:spPr>
          <a:xfrm flipH="1">
            <a:off x="11081919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0-line1144"/>
          <p:cNvSpPr/>
          <p:nvPr/>
        </p:nvSpPr>
        <p:spPr>
          <a:xfrm flipH="1">
            <a:off x="11101731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0-line1145"/>
          <p:cNvSpPr/>
          <p:nvPr/>
        </p:nvSpPr>
        <p:spPr>
          <a:xfrm flipH="1">
            <a:off x="11029630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0-line1146"/>
          <p:cNvSpPr/>
          <p:nvPr/>
        </p:nvSpPr>
        <p:spPr>
          <a:xfrm flipH="1" flipV="1">
            <a:off x="11101731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0-line1147"/>
          <p:cNvSpPr/>
          <p:nvPr/>
        </p:nvSpPr>
        <p:spPr>
          <a:xfrm flipH="1" flipV="1">
            <a:off x="11081919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0-line1148"/>
          <p:cNvSpPr/>
          <p:nvPr/>
        </p:nvSpPr>
        <p:spPr>
          <a:xfrm flipH="1" flipV="1">
            <a:off x="11049139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0-line1149"/>
          <p:cNvSpPr/>
          <p:nvPr/>
        </p:nvSpPr>
        <p:spPr>
          <a:xfrm flipH="1" flipV="1">
            <a:off x="11003752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0-line1150"/>
          <p:cNvSpPr/>
          <p:nvPr/>
        </p:nvSpPr>
        <p:spPr>
          <a:xfrm flipH="1" flipV="1">
            <a:off x="10878071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0-line1151"/>
          <p:cNvSpPr/>
          <p:nvPr/>
        </p:nvSpPr>
        <p:spPr>
          <a:xfrm flipH="1" flipV="1">
            <a:off x="10877274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0-line1152"/>
          <p:cNvSpPr/>
          <p:nvPr/>
        </p:nvSpPr>
        <p:spPr>
          <a:xfrm flipH="1" flipV="1">
            <a:off x="10797570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0-line1153"/>
          <p:cNvSpPr/>
          <p:nvPr/>
        </p:nvSpPr>
        <p:spPr>
          <a:xfrm flipH="1" flipV="1">
            <a:off x="10708015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0-line1154"/>
          <p:cNvSpPr/>
          <p:nvPr/>
        </p:nvSpPr>
        <p:spPr>
          <a:xfrm flipH="1" flipV="1">
            <a:off x="10609588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0-line1155"/>
          <p:cNvSpPr/>
          <p:nvPr/>
        </p:nvSpPr>
        <p:spPr>
          <a:xfrm flipH="1" flipV="1">
            <a:off x="10464005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0-line1156"/>
          <p:cNvSpPr/>
          <p:nvPr/>
        </p:nvSpPr>
        <p:spPr>
          <a:xfrm flipH="1" flipV="1">
            <a:off x="10390523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0-line1157"/>
          <p:cNvSpPr/>
          <p:nvPr/>
        </p:nvSpPr>
        <p:spPr>
          <a:xfrm flipH="1" flipV="1">
            <a:off x="10272284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0-line1158"/>
          <p:cNvSpPr/>
          <p:nvPr/>
        </p:nvSpPr>
        <p:spPr>
          <a:xfrm flipH="1" flipV="1">
            <a:off x="10149949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0-line1159"/>
          <p:cNvSpPr/>
          <p:nvPr/>
        </p:nvSpPr>
        <p:spPr>
          <a:xfrm flipH="1" flipV="1">
            <a:off x="10024857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0-line1160"/>
          <p:cNvSpPr/>
          <p:nvPr/>
        </p:nvSpPr>
        <p:spPr>
          <a:xfrm flipV="1">
            <a:off x="9898380" y="4455094"/>
            <a:ext cx="0" cy="1443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0-line1161"/>
          <p:cNvSpPr/>
          <p:nvPr/>
        </p:nvSpPr>
        <p:spPr>
          <a:xfrm flipV="1">
            <a:off x="9765045" y="4527195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0-line1162"/>
          <p:cNvSpPr/>
          <p:nvPr/>
        </p:nvSpPr>
        <p:spPr>
          <a:xfrm flipV="1">
            <a:off x="9633170" y="4507383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0-line1163"/>
          <p:cNvSpPr/>
          <p:nvPr/>
        </p:nvSpPr>
        <p:spPr>
          <a:xfrm flipV="1">
            <a:off x="9504202" y="4474603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0-line1164"/>
          <p:cNvSpPr/>
          <p:nvPr/>
        </p:nvSpPr>
        <p:spPr>
          <a:xfrm flipV="1">
            <a:off x="9379552" y="442921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0-line1165"/>
          <p:cNvSpPr/>
          <p:nvPr/>
        </p:nvSpPr>
        <p:spPr>
          <a:xfrm flipV="1">
            <a:off x="9260586" y="4303535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0-line1166"/>
          <p:cNvSpPr/>
          <p:nvPr/>
        </p:nvSpPr>
        <p:spPr>
          <a:xfrm flipV="1">
            <a:off x="9148608" y="4302738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0-line1167"/>
          <p:cNvSpPr/>
          <p:nvPr/>
        </p:nvSpPr>
        <p:spPr>
          <a:xfrm flipV="1">
            <a:off x="9044845" y="4223034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0-line1168"/>
          <p:cNvSpPr/>
          <p:nvPr/>
        </p:nvSpPr>
        <p:spPr>
          <a:xfrm flipV="1">
            <a:off x="8950433" y="413347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0-line1169"/>
          <p:cNvSpPr/>
          <p:nvPr/>
        </p:nvSpPr>
        <p:spPr>
          <a:xfrm flipV="1">
            <a:off x="8866408" y="403505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0-line1170"/>
          <p:cNvSpPr/>
          <p:nvPr/>
        </p:nvSpPr>
        <p:spPr>
          <a:xfrm flipV="1">
            <a:off x="8793688" y="3889469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0-line1171"/>
          <p:cNvSpPr/>
          <p:nvPr/>
        </p:nvSpPr>
        <p:spPr>
          <a:xfrm flipV="1">
            <a:off x="8733072" y="3815987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0-line1172"/>
          <p:cNvSpPr/>
          <p:nvPr/>
        </p:nvSpPr>
        <p:spPr>
          <a:xfrm flipV="1">
            <a:off x="8685224" y="3697748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0-line1173"/>
          <p:cNvSpPr/>
          <p:nvPr/>
        </p:nvSpPr>
        <p:spPr>
          <a:xfrm flipV="1">
            <a:off x="8650667" y="3575413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0-line1174"/>
          <p:cNvSpPr/>
          <p:nvPr/>
        </p:nvSpPr>
        <p:spPr>
          <a:xfrm flipV="1">
            <a:off x="8629780" y="3450321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0-line1175"/>
          <p:cNvSpPr/>
          <p:nvPr/>
        </p:nvSpPr>
        <p:spPr>
          <a:xfrm>
            <a:off x="8622792" y="3323844"/>
            <a:ext cx="1443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0-line1176"/>
          <p:cNvSpPr/>
          <p:nvPr/>
        </p:nvSpPr>
        <p:spPr>
          <a:xfrm>
            <a:off x="8629780" y="3190509"/>
            <a:ext cx="65249" cy="685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0-line1177"/>
          <p:cNvSpPr/>
          <p:nvPr/>
        </p:nvSpPr>
        <p:spPr>
          <a:xfrm>
            <a:off x="8650667" y="3058634"/>
            <a:ext cx="64175" cy="136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0-line1178"/>
          <p:cNvSpPr/>
          <p:nvPr/>
        </p:nvSpPr>
        <p:spPr>
          <a:xfrm>
            <a:off x="8685224" y="2929666"/>
            <a:ext cx="62397" cy="202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0-line1179"/>
          <p:cNvSpPr/>
          <p:nvPr/>
        </p:nvSpPr>
        <p:spPr>
          <a:xfrm>
            <a:off x="8733072" y="2805016"/>
            <a:ext cx="59936" cy="26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0-line1180"/>
          <p:cNvSpPr/>
          <p:nvPr/>
        </p:nvSpPr>
        <p:spPr>
          <a:xfrm>
            <a:off x="8793688" y="2686050"/>
            <a:ext cx="125000" cy="7216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0-line1181"/>
          <p:cNvSpPr/>
          <p:nvPr/>
        </p:nvSpPr>
        <p:spPr>
          <a:xfrm>
            <a:off x="8866408" y="2574072"/>
            <a:ext cx="53078" cy="385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0-line1182"/>
          <p:cNvSpPr/>
          <p:nvPr/>
        </p:nvSpPr>
        <p:spPr>
          <a:xfrm>
            <a:off x="8950433" y="2470309"/>
            <a:ext cx="48756" cy="439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0-line1183"/>
          <p:cNvSpPr/>
          <p:nvPr/>
        </p:nvSpPr>
        <p:spPr>
          <a:xfrm>
            <a:off x="9044845" y="2375897"/>
            <a:ext cx="43900" cy="487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0-line1184"/>
          <p:cNvSpPr/>
          <p:nvPr/>
        </p:nvSpPr>
        <p:spPr>
          <a:xfrm>
            <a:off x="9148608" y="2291872"/>
            <a:ext cx="38564" cy="5307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0-line1185"/>
          <p:cNvSpPr/>
          <p:nvPr/>
        </p:nvSpPr>
        <p:spPr>
          <a:xfrm>
            <a:off x="9260586" y="2219152"/>
            <a:ext cx="72169" cy="12500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0-line1186"/>
          <p:cNvSpPr/>
          <p:nvPr/>
        </p:nvSpPr>
        <p:spPr>
          <a:xfrm>
            <a:off x="9379552" y="2158536"/>
            <a:ext cx="26685" cy="599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0-line1187"/>
          <p:cNvSpPr/>
          <p:nvPr/>
        </p:nvSpPr>
        <p:spPr>
          <a:xfrm>
            <a:off x="9504202" y="2110688"/>
            <a:ext cx="20274" cy="62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0-line1188"/>
          <p:cNvSpPr/>
          <p:nvPr/>
        </p:nvSpPr>
        <p:spPr>
          <a:xfrm>
            <a:off x="9633170" y="2076131"/>
            <a:ext cx="13641" cy="6417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0-line1189"/>
          <p:cNvSpPr/>
          <p:nvPr/>
        </p:nvSpPr>
        <p:spPr>
          <a:xfrm>
            <a:off x="9765045" y="2055244"/>
            <a:ext cx="6858" cy="652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0-label1190"/>
          <p:cNvSpPr txBox="1"/>
          <p:nvPr/>
        </p:nvSpPr>
        <p:spPr>
          <a:xfrm>
            <a:off x="10142365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22" name="S10-label1191"/>
          <p:cNvSpPr txBox="1"/>
          <p:nvPr/>
        </p:nvSpPr>
        <p:spPr>
          <a:xfrm>
            <a:off x="10521790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3" name="S10-label1192"/>
          <p:cNvSpPr txBox="1"/>
          <p:nvPr/>
        </p:nvSpPr>
        <p:spPr>
          <a:xfrm>
            <a:off x="10660670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24" name="S10-label1193"/>
          <p:cNvSpPr txBox="1"/>
          <p:nvPr/>
        </p:nvSpPr>
        <p:spPr>
          <a:xfrm>
            <a:off x="10521790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5" name="S10-label1194"/>
          <p:cNvSpPr txBox="1"/>
          <p:nvPr/>
        </p:nvSpPr>
        <p:spPr>
          <a:xfrm>
            <a:off x="10142365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6" name="S10-label1195"/>
          <p:cNvSpPr txBox="1"/>
          <p:nvPr/>
        </p:nvSpPr>
        <p:spPr>
          <a:xfrm>
            <a:off x="9624060" y="41775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27" name="S10-label1196"/>
          <p:cNvSpPr txBox="1"/>
          <p:nvPr/>
        </p:nvSpPr>
        <p:spPr>
          <a:xfrm>
            <a:off x="9105755" y="40386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28" name="S10-label1197"/>
          <p:cNvSpPr txBox="1"/>
          <p:nvPr/>
        </p:nvSpPr>
        <p:spPr>
          <a:xfrm>
            <a:off x="8726330" y="365926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29" name="S10-label1198"/>
          <p:cNvSpPr txBox="1"/>
          <p:nvPr/>
        </p:nvSpPr>
        <p:spPr>
          <a:xfrm>
            <a:off x="8587450" y="31409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30" name="S10-label1199"/>
          <p:cNvSpPr txBox="1"/>
          <p:nvPr/>
        </p:nvSpPr>
        <p:spPr>
          <a:xfrm>
            <a:off x="8726330" y="26226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31" name="S10-label1200"/>
          <p:cNvSpPr txBox="1"/>
          <p:nvPr/>
        </p:nvSpPr>
        <p:spPr>
          <a:xfrm>
            <a:off x="9105755" y="22432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200" dirty="0"/>
          </a:p>
        </p:txBody>
      </p:sp>
      <p:sp>
        <p:nvSpPr>
          <p:cNvPr id="232" name="S10-label1201"/>
          <p:cNvSpPr txBox="1"/>
          <p:nvPr/>
        </p:nvSpPr>
        <p:spPr>
          <a:xfrm>
            <a:off x="9624060" y="21043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233" name="S10-line1202"/>
          <p:cNvSpPr/>
          <p:nvPr/>
        </p:nvSpPr>
        <p:spPr>
          <a:xfrm flipH="1" flipV="1">
            <a:off x="9609704" y="2823842"/>
            <a:ext cx="288676" cy="500002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0-line1203"/>
          <p:cNvSpPr/>
          <p:nvPr/>
        </p:nvSpPr>
        <p:spPr>
          <a:xfrm flipV="1">
            <a:off x="9898380" y="2484059"/>
            <a:ext cx="0" cy="839785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0-pin1204"/>
          <p:cNvSpPr/>
          <p:nvPr/>
        </p:nvSpPr>
        <p:spPr>
          <a:xfrm>
            <a:off x="9843516" y="326898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0-label1205"/>
          <p:cNvSpPr txBox="1"/>
          <p:nvPr/>
        </p:nvSpPr>
        <p:spPr>
          <a:xfrm>
            <a:off x="8156448" y="470916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12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2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짧은바늘의 숫자를 It's와 o'clock 사이에 넣어 말해요.</a:t>
            </a:r>
            <a:endParaRPr lang="ko-KR" sz="3000" dirty="0"/>
          </a:p>
        </p:txBody>
      </p:sp>
      <p:sp>
        <p:nvSpPr>
          <p:cNvPr id="5" name="S11-chip120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209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It's five o'clock.</a:t>
            </a:r>
            <a:endParaRPr lang="ko-KR" sz="3000" dirty="0"/>
          </a:p>
        </p:txBody>
      </p:sp>
      <p:sp>
        <p:nvSpPr>
          <p:cNvPr id="7" name="S11-text1210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It's eight o'clock.</a:t>
            </a:r>
            <a:endParaRPr lang="ko-KR" sz="3000" dirty="0"/>
          </a:p>
        </p:txBody>
      </p:sp>
      <p:sp>
        <p:nvSpPr>
          <p:cNvPr id="8" name="S11-text1211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It's eleven o'clock.</a:t>
            </a:r>
            <a:endParaRPr lang="ko-KR" sz="3000" dirty="0"/>
          </a:p>
        </p:txBody>
      </p:sp>
      <p:sp>
        <p:nvSpPr>
          <p:cNvPr id="9" name="S11-text1212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What time is it?</a:t>
            </a:r>
            <a:endParaRPr lang="ko-KR" sz="3000" dirty="0"/>
          </a:p>
        </p:txBody>
      </p:sp>
      <p:sp>
        <p:nvSpPr>
          <p:cNvPr id="10" name="S11-chip121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1-text121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twelve</a:t>
            </a:r>
            <a:endParaRPr lang="ko-KR" sz="3000" dirty="0"/>
          </a:p>
        </p:txBody>
      </p:sp>
      <p:sp>
        <p:nvSpPr>
          <p:cNvPr id="12" name="S11-text121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긴바늘을 읽음</a:t>
            </a:r>
            <a:endParaRPr lang="ko-KR" sz="2400" dirty="0"/>
          </a:p>
        </p:txBody>
      </p:sp>
      <p:sp>
        <p:nvSpPr>
          <p:cNvPr id="13" name="S11-text121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seven</a:t>
            </a:r>
            <a:endParaRPr lang="ko-KR" sz="3000" dirty="0"/>
          </a:p>
        </p:txBody>
      </p:sp>
      <p:sp>
        <p:nvSpPr>
          <p:cNvPr id="14" name="S11-text121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11은 eleven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시계를 골라요</a:t>
            </a:r>
            <a:endParaRPr lang="ko-KR" sz="4000" dirty="0"/>
          </a:p>
        </p:txBody>
      </p:sp>
      <p:sp>
        <p:nvSpPr>
          <p:cNvPr id="3" name="S12-card12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시각의 시계는? 어떻게 알았나요?</a:t>
            </a:r>
            <a:endParaRPr lang="ko-KR" sz="3000" dirty="0"/>
          </a:p>
        </p:txBody>
      </p:sp>
      <p:sp>
        <p:nvSpPr>
          <p:cNvPr id="5" name="S12-chip1220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figure1221" descr="10시를 가리키는 시계"/>
          <p:cNvSpPr/>
          <p:nvPr/>
        </p:nvSpPr>
        <p:spPr>
          <a:xfrm>
            <a:off x="2747772" y="132588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2-line1222"/>
          <p:cNvSpPr/>
          <p:nvPr/>
        </p:nvSpPr>
        <p:spPr>
          <a:xfrm>
            <a:off x="3627882" y="136245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2-line1223"/>
          <p:cNvSpPr/>
          <p:nvPr/>
        </p:nvSpPr>
        <p:spPr>
          <a:xfrm flipH="1">
            <a:off x="3711455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1224"/>
          <p:cNvSpPr/>
          <p:nvPr/>
        </p:nvSpPr>
        <p:spPr>
          <a:xfrm flipH="1">
            <a:off x="3794113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1225"/>
          <p:cNvSpPr/>
          <p:nvPr/>
        </p:nvSpPr>
        <p:spPr>
          <a:xfrm flipH="1">
            <a:off x="3874950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1226"/>
          <p:cNvSpPr/>
          <p:nvPr/>
        </p:nvSpPr>
        <p:spPr>
          <a:xfrm flipH="1">
            <a:off x="3953080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1227"/>
          <p:cNvSpPr/>
          <p:nvPr/>
        </p:nvSpPr>
        <p:spPr>
          <a:xfrm flipH="1">
            <a:off x="4001243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line1228"/>
          <p:cNvSpPr/>
          <p:nvPr/>
        </p:nvSpPr>
        <p:spPr>
          <a:xfrm flipH="1">
            <a:off x="4097833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1229"/>
          <p:cNvSpPr/>
          <p:nvPr/>
        </p:nvSpPr>
        <p:spPr>
          <a:xfrm flipH="1">
            <a:off x="4162871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1230"/>
          <p:cNvSpPr/>
          <p:nvPr/>
        </p:nvSpPr>
        <p:spPr>
          <a:xfrm flipH="1">
            <a:off x="4222047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1231"/>
          <p:cNvSpPr/>
          <p:nvPr/>
        </p:nvSpPr>
        <p:spPr>
          <a:xfrm flipH="1">
            <a:off x="4274714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line1232"/>
          <p:cNvSpPr/>
          <p:nvPr/>
        </p:nvSpPr>
        <p:spPr>
          <a:xfrm flipH="1">
            <a:off x="4274562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2-line1233"/>
          <p:cNvSpPr/>
          <p:nvPr/>
        </p:nvSpPr>
        <p:spPr>
          <a:xfrm flipH="1">
            <a:off x="4358288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1234"/>
          <p:cNvSpPr/>
          <p:nvPr/>
        </p:nvSpPr>
        <p:spPr>
          <a:xfrm flipH="1">
            <a:off x="4388279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1235"/>
          <p:cNvSpPr/>
          <p:nvPr/>
        </p:nvSpPr>
        <p:spPr>
          <a:xfrm flipH="1">
            <a:off x="4409939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1236"/>
          <p:cNvSpPr/>
          <p:nvPr/>
        </p:nvSpPr>
        <p:spPr>
          <a:xfrm flipH="1">
            <a:off x="4423031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1237"/>
          <p:cNvSpPr/>
          <p:nvPr/>
        </p:nvSpPr>
        <p:spPr>
          <a:xfrm flipH="1">
            <a:off x="4374604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2-line1238"/>
          <p:cNvSpPr/>
          <p:nvPr/>
        </p:nvSpPr>
        <p:spPr>
          <a:xfrm flipH="1" flipV="1">
            <a:off x="4423031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1239"/>
          <p:cNvSpPr/>
          <p:nvPr/>
        </p:nvSpPr>
        <p:spPr>
          <a:xfrm flipH="1" flipV="1">
            <a:off x="4409939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1240"/>
          <p:cNvSpPr/>
          <p:nvPr/>
        </p:nvSpPr>
        <p:spPr>
          <a:xfrm flipH="1" flipV="1">
            <a:off x="4388279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1241"/>
          <p:cNvSpPr/>
          <p:nvPr/>
        </p:nvSpPr>
        <p:spPr>
          <a:xfrm flipH="1" flipV="1">
            <a:off x="4358288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line1242"/>
          <p:cNvSpPr/>
          <p:nvPr/>
        </p:nvSpPr>
        <p:spPr>
          <a:xfrm flipH="1" flipV="1">
            <a:off x="4274562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2-line1243"/>
          <p:cNvSpPr/>
          <p:nvPr/>
        </p:nvSpPr>
        <p:spPr>
          <a:xfrm flipH="1" flipV="1">
            <a:off x="4274714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1244"/>
          <p:cNvSpPr/>
          <p:nvPr/>
        </p:nvSpPr>
        <p:spPr>
          <a:xfrm flipH="1" flipV="1">
            <a:off x="4222047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1245"/>
          <p:cNvSpPr/>
          <p:nvPr/>
        </p:nvSpPr>
        <p:spPr>
          <a:xfrm flipH="1" flipV="1">
            <a:off x="4162871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1246"/>
          <p:cNvSpPr/>
          <p:nvPr/>
        </p:nvSpPr>
        <p:spPr>
          <a:xfrm flipH="1" flipV="1">
            <a:off x="4097833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1247"/>
          <p:cNvSpPr/>
          <p:nvPr/>
        </p:nvSpPr>
        <p:spPr>
          <a:xfrm flipH="1" flipV="1">
            <a:off x="4001243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2-line1248"/>
          <p:cNvSpPr/>
          <p:nvPr/>
        </p:nvSpPr>
        <p:spPr>
          <a:xfrm flipH="1" flipV="1">
            <a:off x="3953080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1249"/>
          <p:cNvSpPr/>
          <p:nvPr/>
        </p:nvSpPr>
        <p:spPr>
          <a:xfrm flipH="1" flipV="1">
            <a:off x="3874950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1250"/>
          <p:cNvSpPr/>
          <p:nvPr/>
        </p:nvSpPr>
        <p:spPr>
          <a:xfrm flipH="1" flipV="1">
            <a:off x="3794113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1251"/>
          <p:cNvSpPr/>
          <p:nvPr/>
        </p:nvSpPr>
        <p:spPr>
          <a:xfrm flipH="1" flipV="1">
            <a:off x="3711455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line1252"/>
          <p:cNvSpPr/>
          <p:nvPr/>
        </p:nvSpPr>
        <p:spPr>
          <a:xfrm flipV="1">
            <a:off x="3627882" y="295271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2-line1253"/>
          <p:cNvSpPr/>
          <p:nvPr/>
        </p:nvSpPr>
        <p:spPr>
          <a:xfrm flipV="1">
            <a:off x="3539709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1254"/>
          <p:cNvSpPr/>
          <p:nvPr/>
        </p:nvSpPr>
        <p:spPr>
          <a:xfrm flipV="1">
            <a:off x="3452501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1255"/>
          <p:cNvSpPr/>
          <p:nvPr/>
        </p:nvSpPr>
        <p:spPr>
          <a:xfrm flipV="1">
            <a:off x="3367216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1256"/>
          <p:cNvSpPr/>
          <p:nvPr/>
        </p:nvSpPr>
        <p:spPr>
          <a:xfrm flipV="1">
            <a:off x="3284786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1257"/>
          <p:cNvSpPr/>
          <p:nvPr/>
        </p:nvSpPr>
        <p:spPr>
          <a:xfrm flipV="1">
            <a:off x="3206115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2-line1258"/>
          <p:cNvSpPr/>
          <p:nvPr/>
        </p:nvSpPr>
        <p:spPr>
          <a:xfrm flipV="1">
            <a:off x="3132065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1259"/>
          <p:cNvSpPr/>
          <p:nvPr/>
        </p:nvSpPr>
        <p:spPr>
          <a:xfrm flipV="1">
            <a:off x="3063448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1260"/>
          <p:cNvSpPr/>
          <p:nvPr/>
        </p:nvSpPr>
        <p:spPr>
          <a:xfrm flipV="1">
            <a:off x="3001014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1261"/>
          <p:cNvSpPr/>
          <p:nvPr/>
        </p:nvSpPr>
        <p:spPr>
          <a:xfrm flipV="1">
            <a:off x="2945449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line1262"/>
          <p:cNvSpPr/>
          <p:nvPr/>
        </p:nvSpPr>
        <p:spPr>
          <a:xfrm flipV="1">
            <a:off x="2897360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2-line1263"/>
          <p:cNvSpPr/>
          <p:nvPr/>
        </p:nvSpPr>
        <p:spPr>
          <a:xfrm flipV="1">
            <a:off x="2857275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1264"/>
          <p:cNvSpPr/>
          <p:nvPr/>
        </p:nvSpPr>
        <p:spPr>
          <a:xfrm flipV="1">
            <a:off x="2825633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1265"/>
          <p:cNvSpPr/>
          <p:nvPr/>
        </p:nvSpPr>
        <p:spPr>
          <a:xfrm flipV="1">
            <a:off x="2802781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1266"/>
          <p:cNvSpPr/>
          <p:nvPr/>
        </p:nvSpPr>
        <p:spPr>
          <a:xfrm flipV="1">
            <a:off x="2788969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1267"/>
          <p:cNvSpPr/>
          <p:nvPr/>
        </p:nvSpPr>
        <p:spPr>
          <a:xfrm>
            <a:off x="2784348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2-line1268"/>
          <p:cNvSpPr/>
          <p:nvPr/>
        </p:nvSpPr>
        <p:spPr>
          <a:xfrm>
            <a:off x="2788969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1269"/>
          <p:cNvSpPr/>
          <p:nvPr/>
        </p:nvSpPr>
        <p:spPr>
          <a:xfrm>
            <a:off x="2802781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1270"/>
          <p:cNvSpPr/>
          <p:nvPr/>
        </p:nvSpPr>
        <p:spPr>
          <a:xfrm>
            <a:off x="2825633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1271"/>
          <p:cNvSpPr/>
          <p:nvPr/>
        </p:nvSpPr>
        <p:spPr>
          <a:xfrm>
            <a:off x="2857275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line1272"/>
          <p:cNvSpPr/>
          <p:nvPr/>
        </p:nvSpPr>
        <p:spPr>
          <a:xfrm>
            <a:off x="2897360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2-line1273"/>
          <p:cNvSpPr/>
          <p:nvPr/>
        </p:nvSpPr>
        <p:spPr>
          <a:xfrm>
            <a:off x="2945449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1274"/>
          <p:cNvSpPr/>
          <p:nvPr/>
        </p:nvSpPr>
        <p:spPr>
          <a:xfrm>
            <a:off x="3001014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1275"/>
          <p:cNvSpPr/>
          <p:nvPr/>
        </p:nvSpPr>
        <p:spPr>
          <a:xfrm>
            <a:off x="3063448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1276"/>
          <p:cNvSpPr/>
          <p:nvPr/>
        </p:nvSpPr>
        <p:spPr>
          <a:xfrm>
            <a:off x="3132065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1277"/>
          <p:cNvSpPr/>
          <p:nvPr/>
        </p:nvSpPr>
        <p:spPr>
          <a:xfrm>
            <a:off x="3206115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2-line1278"/>
          <p:cNvSpPr/>
          <p:nvPr/>
        </p:nvSpPr>
        <p:spPr>
          <a:xfrm>
            <a:off x="3284786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1279"/>
          <p:cNvSpPr/>
          <p:nvPr/>
        </p:nvSpPr>
        <p:spPr>
          <a:xfrm>
            <a:off x="3367216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1280"/>
          <p:cNvSpPr/>
          <p:nvPr/>
        </p:nvSpPr>
        <p:spPr>
          <a:xfrm>
            <a:off x="3452501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1281"/>
          <p:cNvSpPr/>
          <p:nvPr/>
        </p:nvSpPr>
        <p:spPr>
          <a:xfrm>
            <a:off x="3539709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label1282"/>
          <p:cNvSpPr txBox="1"/>
          <p:nvPr/>
        </p:nvSpPr>
        <p:spPr>
          <a:xfrm>
            <a:off x="3701205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68" name="S12-label1283"/>
          <p:cNvSpPr txBox="1"/>
          <p:nvPr/>
        </p:nvSpPr>
        <p:spPr>
          <a:xfrm>
            <a:off x="3955698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69" name="S12-label1284"/>
          <p:cNvSpPr txBox="1"/>
          <p:nvPr/>
        </p:nvSpPr>
        <p:spPr>
          <a:xfrm>
            <a:off x="4048849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70" name="S12-label1285"/>
          <p:cNvSpPr txBox="1"/>
          <p:nvPr/>
        </p:nvSpPr>
        <p:spPr>
          <a:xfrm>
            <a:off x="3955698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71" name="S12-label1286"/>
          <p:cNvSpPr txBox="1"/>
          <p:nvPr/>
        </p:nvSpPr>
        <p:spPr>
          <a:xfrm>
            <a:off x="3701205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72" name="S12-label1287"/>
          <p:cNvSpPr txBox="1"/>
          <p:nvPr/>
        </p:nvSpPr>
        <p:spPr>
          <a:xfrm>
            <a:off x="3353562" y="27183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73" name="S12-label1288"/>
          <p:cNvSpPr txBox="1"/>
          <p:nvPr/>
        </p:nvSpPr>
        <p:spPr>
          <a:xfrm>
            <a:off x="3005919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74" name="S12-label1289"/>
          <p:cNvSpPr txBox="1"/>
          <p:nvPr/>
        </p:nvSpPr>
        <p:spPr>
          <a:xfrm>
            <a:off x="2751426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75" name="S12-label1290"/>
          <p:cNvSpPr txBox="1"/>
          <p:nvPr/>
        </p:nvSpPr>
        <p:spPr>
          <a:xfrm>
            <a:off x="2658275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76" name="S12-label1291"/>
          <p:cNvSpPr txBox="1"/>
          <p:nvPr/>
        </p:nvSpPr>
        <p:spPr>
          <a:xfrm>
            <a:off x="2751426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77" name="S12-label1292"/>
          <p:cNvSpPr txBox="1"/>
          <p:nvPr/>
        </p:nvSpPr>
        <p:spPr>
          <a:xfrm>
            <a:off x="3005919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78" name="S12-label1293"/>
          <p:cNvSpPr txBox="1"/>
          <p:nvPr/>
        </p:nvSpPr>
        <p:spPr>
          <a:xfrm>
            <a:off x="3353562" y="13278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79" name="S12-line1294"/>
          <p:cNvSpPr/>
          <p:nvPr/>
        </p:nvSpPr>
        <p:spPr>
          <a:xfrm flipH="1" flipV="1">
            <a:off x="3292515" y="2012366"/>
            <a:ext cx="335367" cy="19362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2-line1295"/>
          <p:cNvSpPr/>
          <p:nvPr/>
        </p:nvSpPr>
        <p:spPr>
          <a:xfrm flipV="1">
            <a:off x="3627882" y="164272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2-pin1296"/>
          <p:cNvSpPr/>
          <p:nvPr/>
        </p:nvSpPr>
        <p:spPr>
          <a:xfrm>
            <a:off x="3573018" y="215112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2-chip1297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3" name="S12-figure1298" descr="12시를 가리키는 시계"/>
          <p:cNvSpPr/>
          <p:nvPr/>
        </p:nvSpPr>
        <p:spPr>
          <a:xfrm>
            <a:off x="8476488" y="132588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2-line1299"/>
          <p:cNvSpPr/>
          <p:nvPr/>
        </p:nvSpPr>
        <p:spPr>
          <a:xfrm>
            <a:off x="9356598" y="136245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2-line1300"/>
          <p:cNvSpPr/>
          <p:nvPr/>
        </p:nvSpPr>
        <p:spPr>
          <a:xfrm flipH="1">
            <a:off x="9440171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2-line1301"/>
          <p:cNvSpPr/>
          <p:nvPr/>
        </p:nvSpPr>
        <p:spPr>
          <a:xfrm flipH="1">
            <a:off x="9522829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2-line1302"/>
          <p:cNvSpPr/>
          <p:nvPr/>
        </p:nvSpPr>
        <p:spPr>
          <a:xfrm flipH="1">
            <a:off x="9603666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2-line1303"/>
          <p:cNvSpPr/>
          <p:nvPr/>
        </p:nvSpPr>
        <p:spPr>
          <a:xfrm flipH="1">
            <a:off x="9681796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2-line1304"/>
          <p:cNvSpPr/>
          <p:nvPr/>
        </p:nvSpPr>
        <p:spPr>
          <a:xfrm flipH="1">
            <a:off x="9729959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2-line1305"/>
          <p:cNvSpPr/>
          <p:nvPr/>
        </p:nvSpPr>
        <p:spPr>
          <a:xfrm flipH="1">
            <a:off x="9826549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2-line1306"/>
          <p:cNvSpPr/>
          <p:nvPr/>
        </p:nvSpPr>
        <p:spPr>
          <a:xfrm flipH="1">
            <a:off x="9891587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2-line1307"/>
          <p:cNvSpPr/>
          <p:nvPr/>
        </p:nvSpPr>
        <p:spPr>
          <a:xfrm flipH="1">
            <a:off x="9950763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2-line1308"/>
          <p:cNvSpPr/>
          <p:nvPr/>
        </p:nvSpPr>
        <p:spPr>
          <a:xfrm flipH="1">
            <a:off x="10003430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1309"/>
          <p:cNvSpPr/>
          <p:nvPr/>
        </p:nvSpPr>
        <p:spPr>
          <a:xfrm flipH="1">
            <a:off x="10003278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2-line1310"/>
          <p:cNvSpPr/>
          <p:nvPr/>
        </p:nvSpPr>
        <p:spPr>
          <a:xfrm flipH="1">
            <a:off x="10087004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1311"/>
          <p:cNvSpPr/>
          <p:nvPr/>
        </p:nvSpPr>
        <p:spPr>
          <a:xfrm flipH="1">
            <a:off x="10116995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1312"/>
          <p:cNvSpPr/>
          <p:nvPr/>
        </p:nvSpPr>
        <p:spPr>
          <a:xfrm flipH="1">
            <a:off x="10138655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1313"/>
          <p:cNvSpPr/>
          <p:nvPr/>
        </p:nvSpPr>
        <p:spPr>
          <a:xfrm flipH="1">
            <a:off x="10151747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1314"/>
          <p:cNvSpPr/>
          <p:nvPr/>
        </p:nvSpPr>
        <p:spPr>
          <a:xfrm flipH="1">
            <a:off x="10103320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2-line1315"/>
          <p:cNvSpPr/>
          <p:nvPr/>
        </p:nvSpPr>
        <p:spPr>
          <a:xfrm flipH="1" flipV="1">
            <a:off x="10151747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1316"/>
          <p:cNvSpPr/>
          <p:nvPr/>
        </p:nvSpPr>
        <p:spPr>
          <a:xfrm flipH="1" flipV="1">
            <a:off x="10138655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line1317"/>
          <p:cNvSpPr/>
          <p:nvPr/>
        </p:nvSpPr>
        <p:spPr>
          <a:xfrm flipH="1" flipV="1">
            <a:off x="10116995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2-line1318"/>
          <p:cNvSpPr/>
          <p:nvPr/>
        </p:nvSpPr>
        <p:spPr>
          <a:xfrm flipH="1" flipV="1">
            <a:off x="10087004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1319"/>
          <p:cNvSpPr/>
          <p:nvPr/>
        </p:nvSpPr>
        <p:spPr>
          <a:xfrm flipH="1" flipV="1">
            <a:off x="10003278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2-line1320"/>
          <p:cNvSpPr/>
          <p:nvPr/>
        </p:nvSpPr>
        <p:spPr>
          <a:xfrm flipH="1" flipV="1">
            <a:off x="10003430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1321"/>
          <p:cNvSpPr/>
          <p:nvPr/>
        </p:nvSpPr>
        <p:spPr>
          <a:xfrm flipH="1" flipV="1">
            <a:off x="9950763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1322"/>
          <p:cNvSpPr/>
          <p:nvPr/>
        </p:nvSpPr>
        <p:spPr>
          <a:xfrm flipH="1" flipV="1">
            <a:off x="9891587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1323"/>
          <p:cNvSpPr/>
          <p:nvPr/>
        </p:nvSpPr>
        <p:spPr>
          <a:xfrm flipH="1" flipV="1">
            <a:off x="9826549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1324"/>
          <p:cNvSpPr/>
          <p:nvPr/>
        </p:nvSpPr>
        <p:spPr>
          <a:xfrm flipH="1" flipV="1">
            <a:off x="9729959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2-line1325"/>
          <p:cNvSpPr/>
          <p:nvPr/>
        </p:nvSpPr>
        <p:spPr>
          <a:xfrm flipH="1" flipV="1">
            <a:off x="9681796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1326"/>
          <p:cNvSpPr/>
          <p:nvPr/>
        </p:nvSpPr>
        <p:spPr>
          <a:xfrm flipH="1" flipV="1">
            <a:off x="9603666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line1327"/>
          <p:cNvSpPr/>
          <p:nvPr/>
        </p:nvSpPr>
        <p:spPr>
          <a:xfrm flipH="1" flipV="1">
            <a:off x="9522829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2-line1328"/>
          <p:cNvSpPr/>
          <p:nvPr/>
        </p:nvSpPr>
        <p:spPr>
          <a:xfrm flipH="1" flipV="1">
            <a:off x="9440171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1329"/>
          <p:cNvSpPr/>
          <p:nvPr/>
        </p:nvSpPr>
        <p:spPr>
          <a:xfrm flipV="1">
            <a:off x="9356598" y="295271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2-line1330"/>
          <p:cNvSpPr/>
          <p:nvPr/>
        </p:nvSpPr>
        <p:spPr>
          <a:xfrm flipV="1">
            <a:off x="9268425" y="300113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1331"/>
          <p:cNvSpPr/>
          <p:nvPr/>
        </p:nvSpPr>
        <p:spPr>
          <a:xfrm flipV="1">
            <a:off x="9181217" y="298804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1332"/>
          <p:cNvSpPr/>
          <p:nvPr/>
        </p:nvSpPr>
        <p:spPr>
          <a:xfrm flipV="1">
            <a:off x="9095932" y="296638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1333"/>
          <p:cNvSpPr/>
          <p:nvPr/>
        </p:nvSpPr>
        <p:spPr>
          <a:xfrm flipV="1">
            <a:off x="9013502" y="293639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1334"/>
          <p:cNvSpPr/>
          <p:nvPr/>
        </p:nvSpPr>
        <p:spPr>
          <a:xfrm flipV="1">
            <a:off x="8934831" y="285267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2-line1335"/>
          <p:cNvSpPr/>
          <p:nvPr/>
        </p:nvSpPr>
        <p:spPr>
          <a:xfrm flipV="1">
            <a:off x="8860781" y="285282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1336"/>
          <p:cNvSpPr/>
          <p:nvPr/>
        </p:nvSpPr>
        <p:spPr>
          <a:xfrm flipV="1">
            <a:off x="8792164" y="280015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line1337"/>
          <p:cNvSpPr/>
          <p:nvPr/>
        </p:nvSpPr>
        <p:spPr>
          <a:xfrm flipV="1">
            <a:off x="8729730" y="274097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2-line1338"/>
          <p:cNvSpPr/>
          <p:nvPr/>
        </p:nvSpPr>
        <p:spPr>
          <a:xfrm flipV="1">
            <a:off x="8674165" y="267594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1339"/>
          <p:cNvSpPr/>
          <p:nvPr/>
        </p:nvSpPr>
        <p:spPr>
          <a:xfrm flipV="1">
            <a:off x="8626076" y="257935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2-line1340"/>
          <p:cNvSpPr/>
          <p:nvPr/>
        </p:nvSpPr>
        <p:spPr>
          <a:xfrm flipV="1">
            <a:off x="8585991" y="253118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1341"/>
          <p:cNvSpPr/>
          <p:nvPr/>
        </p:nvSpPr>
        <p:spPr>
          <a:xfrm flipV="1">
            <a:off x="8554349" y="245305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1342"/>
          <p:cNvSpPr/>
          <p:nvPr/>
        </p:nvSpPr>
        <p:spPr>
          <a:xfrm flipV="1">
            <a:off x="8531497" y="237222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1343"/>
          <p:cNvSpPr/>
          <p:nvPr/>
        </p:nvSpPr>
        <p:spPr>
          <a:xfrm flipV="1">
            <a:off x="8517685" y="228956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1344"/>
          <p:cNvSpPr/>
          <p:nvPr/>
        </p:nvSpPr>
        <p:spPr>
          <a:xfrm>
            <a:off x="8513064" y="220599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2-line1345"/>
          <p:cNvSpPr/>
          <p:nvPr/>
        </p:nvSpPr>
        <p:spPr>
          <a:xfrm>
            <a:off x="8517685" y="211781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1346"/>
          <p:cNvSpPr/>
          <p:nvPr/>
        </p:nvSpPr>
        <p:spPr>
          <a:xfrm>
            <a:off x="8531497" y="203060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line1347"/>
          <p:cNvSpPr/>
          <p:nvPr/>
        </p:nvSpPr>
        <p:spPr>
          <a:xfrm>
            <a:off x="8554349" y="194532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2-line1348"/>
          <p:cNvSpPr/>
          <p:nvPr/>
        </p:nvSpPr>
        <p:spPr>
          <a:xfrm>
            <a:off x="8585991" y="186289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1349"/>
          <p:cNvSpPr/>
          <p:nvPr/>
        </p:nvSpPr>
        <p:spPr>
          <a:xfrm>
            <a:off x="8626076" y="178422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2-line1350"/>
          <p:cNvSpPr/>
          <p:nvPr/>
        </p:nvSpPr>
        <p:spPr>
          <a:xfrm>
            <a:off x="8674165" y="171017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1351"/>
          <p:cNvSpPr/>
          <p:nvPr/>
        </p:nvSpPr>
        <p:spPr>
          <a:xfrm>
            <a:off x="8729730" y="164155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1352"/>
          <p:cNvSpPr/>
          <p:nvPr/>
        </p:nvSpPr>
        <p:spPr>
          <a:xfrm>
            <a:off x="8792164" y="157912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1353"/>
          <p:cNvSpPr/>
          <p:nvPr/>
        </p:nvSpPr>
        <p:spPr>
          <a:xfrm>
            <a:off x="8860781" y="152355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1354"/>
          <p:cNvSpPr/>
          <p:nvPr/>
        </p:nvSpPr>
        <p:spPr>
          <a:xfrm>
            <a:off x="8934831" y="147546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2-line1355"/>
          <p:cNvSpPr/>
          <p:nvPr/>
        </p:nvSpPr>
        <p:spPr>
          <a:xfrm>
            <a:off x="9013502" y="143538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1356"/>
          <p:cNvSpPr/>
          <p:nvPr/>
        </p:nvSpPr>
        <p:spPr>
          <a:xfrm>
            <a:off x="9095932" y="140374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line1357"/>
          <p:cNvSpPr/>
          <p:nvPr/>
        </p:nvSpPr>
        <p:spPr>
          <a:xfrm>
            <a:off x="9181217" y="138088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2-line1358"/>
          <p:cNvSpPr/>
          <p:nvPr/>
        </p:nvSpPr>
        <p:spPr>
          <a:xfrm>
            <a:off x="9268425" y="136707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abel1359"/>
          <p:cNvSpPr txBox="1"/>
          <p:nvPr/>
        </p:nvSpPr>
        <p:spPr>
          <a:xfrm>
            <a:off x="9429921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145" name="S12-label1360"/>
          <p:cNvSpPr txBox="1"/>
          <p:nvPr/>
        </p:nvSpPr>
        <p:spPr>
          <a:xfrm>
            <a:off x="9684414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146" name="S12-label1361"/>
          <p:cNvSpPr txBox="1"/>
          <p:nvPr/>
        </p:nvSpPr>
        <p:spPr>
          <a:xfrm>
            <a:off x="9777565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147" name="S12-label1362"/>
          <p:cNvSpPr txBox="1"/>
          <p:nvPr/>
        </p:nvSpPr>
        <p:spPr>
          <a:xfrm>
            <a:off x="9684414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148" name="S12-label1363"/>
          <p:cNvSpPr txBox="1"/>
          <p:nvPr/>
        </p:nvSpPr>
        <p:spPr>
          <a:xfrm>
            <a:off x="9429921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149" name="S12-label1364"/>
          <p:cNvSpPr txBox="1"/>
          <p:nvPr/>
        </p:nvSpPr>
        <p:spPr>
          <a:xfrm>
            <a:off x="9082278" y="27183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150" name="S12-label1365"/>
          <p:cNvSpPr txBox="1"/>
          <p:nvPr/>
        </p:nvSpPr>
        <p:spPr>
          <a:xfrm>
            <a:off x="8734635" y="26252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151" name="S12-label1366"/>
          <p:cNvSpPr txBox="1"/>
          <p:nvPr/>
        </p:nvSpPr>
        <p:spPr>
          <a:xfrm>
            <a:off x="8480142" y="237075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152" name="S12-label1367"/>
          <p:cNvSpPr txBox="1"/>
          <p:nvPr/>
        </p:nvSpPr>
        <p:spPr>
          <a:xfrm>
            <a:off x="8386991" y="202311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153" name="S12-label1368"/>
          <p:cNvSpPr txBox="1"/>
          <p:nvPr/>
        </p:nvSpPr>
        <p:spPr>
          <a:xfrm>
            <a:off x="8480142" y="16754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154" name="S12-label1369"/>
          <p:cNvSpPr txBox="1"/>
          <p:nvPr/>
        </p:nvSpPr>
        <p:spPr>
          <a:xfrm>
            <a:off x="8734635" y="14209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155" name="S12-label1370"/>
          <p:cNvSpPr txBox="1"/>
          <p:nvPr/>
        </p:nvSpPr>
        <p:spPr>
          <a:xfrm>
            <a:off x="9082278" y="132782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156" name="S12-line1371"/>
          <p:cNvSpPr/>
          <p:nvPr/>
        </p:nvSpPr>
        <p:spPr>
          <a:xfrm flipV="1">
            <a:off x="9356598" y="1818742"/>
            <a:ext cx="0" cy="38724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2-line1372"/>
          <p:cNvSpPr/>
          <p:nvPr/>
        </p:nvSpPr>
        <p:spPr>
          <a:xfrm flipV="1">
            <a:off x="9356598" y="164272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2-pin1373"/>
          <p:cNvSpPr/>
          <p:nvPr/>
        </p:nvSpPr>
        <p:spPr>
          <a:xfrm>
            <a:off x="9301734" y="215112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2-chip137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60" name="S12-figure1375" descr="2시를 가리키는 시계"/>
          <p:cNvSpPr/>
          <p:nvPr/>
        </p:nvSpPr>
        <p:spPr>
          <a:xfrm>
            <a:off x="2747772" y="336042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2-line1376"/>
          <p:cNvSpPr/>
          <p:nvPr/>
        </p:nvSpPr>
        <p:spPr>
          <a:xfrm>
            <a:off x="3627882" y="339699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2-line1377"/>
          <p:cNvSpPr/>
          <p:nvPr/>
        </p:nvSpPr>
        <p:spPr>
          <a:xfrm flipH="1">
            <a:off x="3711455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2-line1378"/>
          <p:cNvSpPr/>
          <p:nvPr/>
        </p:nvSpPr>
        <p:spPr>
          <a:xfrm flipH="1">
            <a:off x="3794113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2-line1379"/>
          <p:cNvSpPr/>
          <p:nvPr/>
        </p:nvSpPr>
        <p:spPr>
          <a:xfrm flipH="1">
            <a:off x="3874950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1380"/>
          <p:cNvSpPr/>
          <p:nvPr/>
        </p:nvSpPr>
        <p:spPr>
          <a:xfrm flipH="1">
            <a:off x="3953080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1381"/>
          <p:cNvSpPr/>
          <p:nvPr/>
        </p:nvSpPr>
        <p:spPr>
          <a:xfrm flipH="1">
            <a:off x="4001243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2-line1382"/>
          <p:cNvSpPr/>
          <p:nvPr/>
        </p:nvSpPr>
        <p:spPr>
          <a:xfrm flipH="1">
            <a:off x="4097833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1383"/>
          <p:cNvSpPr/>
          <p:nvPr/>
        </p:nvSpPr>
        <p:spPr>
          <a:xfrm flipH="1">
            <a:off x="4162871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1384"/>
          <p:cNvSpPr/>
          <p:nvPr/>
        </p:nvSpPr>
        <p:spPr>
          <a:xfrm flipH="1">
            <a:off x="4222047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1385"/>
          <p:cNvSpPr/>
          <p:nvPr/>
        </p:nvSpPr>
        <p:spPr>
          <a:xfrm flipH="1">
            <a:off x="4274714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1386"/>
          <p:cNvSpPr/>
          <p:nvPr/>
        </p:nvSpPr>
        <p:spPr>
          <a:xfrm flipH="1">
            <a:off x="4274562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2-line1387"/>
          <p:cNvSpPr/>
          <p:nvPr/>
        </p:nvSpPr>
        <p:spPr>
          <a:xfrm flipH="1">
            <a:off x="4358288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2-line1388"/>
          <p:cNvSpPr/>
          <p:nvPr/>
        </p:nvSpPr>
        <p:spPr>
          <a:xfrm flipH="1">
            <a:off x="4388279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2-line1389"/>
          <p:cNvSpPr/>
          <p:nvPr/>
        </p:nvSpPr>
        <p:spPr>
          <a:xfrm flipH="1">
            <a:off x="4409939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2-line1390"/>
          <p:cNvSpPr/>
          <p:nvPr/>
        </p:nvSpPr>
        <p:spPr>
          <a:xfrm flipH="1">
            <a:off x="4423031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2-line1391"/>
          <p:cNvSpPr/>
          <p:nvPr/>
        </p:nvSpPr>
        <p:spPr>
          <a:xfrm flipH="1">
            <a:off x="4374604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2-line1392"/>
          <p:cNvSpPr/>
          <p:nvPr/>
        </p:nvSpPr>
        <p:spPr>
          <a:xfrm flipH="1" flipV="1">
            <a:off x="4423031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2-line1393"/>
          <p:cNvSpPr/>
          <p:nvPr/>
        </p:nvSpPr>
        <p:spPr>
          <a:xfrm flipH="1" flipV="1">
            <a:off x="4409939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1394"/>
          <p:cNvSpPr/>
          <p:nvPr/>
        </p:nvSpPr>
        <p:spPr>
          <a:xfrm flipH="1" flipV="1">
            <a:off x="4388279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1395"/>
          <p:cNvSpPr/>
          <p:nvPr/>
        </p:nvSpPr>
        <p:spPr>
          <a:xfrm flipH="1" flipV="1">
            <a:off x="4358288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1396"/>
          <p:cNvSpPr/>
          <p:nvPr/>
        </p:nvSpPr>
        <p:spPr>
          <a:xfrm flipH="1" flipV="1">
            <a:off x="4274562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2-line1397"/>
          <p:cNvSpPr/>
          <p:nvPr/>
        </p:nvSpPr>
        <p:spPr>
          <a:xfrm flipH="1" flipV="1">
            <a:off x="4274714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line1398"/>
          <p:cNvSpPr/>
          <p:nvPr/>
        </p:nvSpPr>
        <p:spPr>
          <a:xfrm flipH="1" flipV="1">
            <a:off x="4222047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2-line1399"/>
          <p:cNvSpPr/>
          <p:nvPr/>
        </p:nvSpPr>
        <p:spPr>
          <a:xfrm flipH="1" flipV="1">
            <a:off x="4162871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1400"/>
          <p:cNvSpPr/>
          <p:nvPr/>
        </p:nvSpPr>
        <p:spPr>
          <a:xfrm flipH="1" flipV="1">
            <a:off x="4097833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1401"/>
          <p:cNvSpPr/>
          <p:nvPr/>
        </p:nvSpPr>
        <p:spPr>
          <a:xfrm flipH="1" flipV="1">
            <a:off x="4001243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2-line1402"/>
          <p:cNvSpPr/>
          <p:nvPr/>
        </p:nvSpPr>
        <p:spPr>
          <a:xfrm flipH="1" flipV="1">
            <a:off x="3953080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2-line1403"/>
          <p:cNvSpPr/>
          <p:nvPr/>
        </p:nvSpPr>
        <p:spPr>
          <a:xfrm flipH="1" flipV="1">
            <a:off x="3874950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1404"/>
          <p:cNvSpPr/>
          <p:nvPr/>
        </p:nvSpPr>
        <p:spPr>
          <a:xfrm flipH="1" flipV="1">
            <a:off x="3794113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1405"/>
          <p:cNvSpPr/>
          <p:nvPr/>
        </p:nvSpPr>
        <p:spPr>
          <a:xfrm flipH="1" flipV="1">
            <a:off x="3711455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1406"/>
          <p:cNvSpPr/>
          <p:nvPr/>
        </p:nvSpPr>
        <p:spPr>
          <a:xfrm flipV="1">
            <a:off x="3627882" y="498725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2-line1407"/>
          <p:cNvSpPr/>
          <p:nvPr/>
        </p:nvSpPr>
        <p:spPr>
          <a:xfrm flipV="1">
            <a:off x="3539709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line1408"/>
          <p:cNvSpPr/>
          <p:nvPr/>
        </p:nvSpPr>
        <p:spPr>
          <a:xfrm flipV="1">
            <a:off x="3452501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2-line1409"/>
          <p:cNvSpPr/>
          <p:nvPr/>
        </p:nvSpPr>
        <p:spPr>
          <a:xfrm flipV="1">
            <a:off x="3367216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2-line1410"/>
          <p:cNvSpPr/>
          <p:nvPr/>
        </p:nvSpPr>
        <p:spPr>
          <a:xfrm flipV="1">
            <a:off x="3284786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2-line1411"/>
          <p:cNvSpPr/>
          <p:nvPr/>
        </p:nvSpPr>
        <p:spPr>
          <a:xfrm flipV="1">
            <a:off x="3206115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2-line1412"/>
          <p:cNvSpPr/>
          <p:nvPr/>
        </p:nvSpPr>
        <p:spPr>
          <a:xfrm flipV="1">
            <a:off x="3132065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2-line1413"/>
          <p:cNvSpPr/>
          <p:nvPr/>
        </p:nvSpPr>
        <p:spPr>
          <a:xfrm flipV="1">
            <a:off x="3063448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2-line1414"/>
          <p:cNvSpPr/>
          <p:nvPr/>
        </p:nvSpPr>
        <p:spPr>
          <a:xfrm flipV="1">
            <a:off x="3001014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2-line1415"/>
          <p:cNvSpPr/>
          <p:nvPr/>
        </p:nvSpPr>
        <p:spPr>
          <a:xfrm flipV="1">
            <a:off x="2945449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2-line1416"/>
          <p:cNvSpPr/>
          <p:nvPr/>
        </p:nvSpPr>
        <p:spPr>
          <a:xfrm flipV="1">
            <a:off x="2897360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2-line1417"/>
          <p:cNvSpPr/>
          <p:nvPr/>
        </p:nvSpPr>
        <p:spPr>
          <a:xfrm flipV="1">
            <a:off x="2857275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2-line1418"/>
          <p:cNvSpPr/>
          <p:nvPr/>
        </p:nvSpPr>
        <p:spPr>
          <a:xfrm flipV="1">
            <a:off x="2825633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2-line1419"/>
          <p:cNvSpPr/>
          <p:nvPr/>
        </p:nvSpPr>
        <p:spPr>
          <a:xfrm flipV="1">
            <a:off x="2802781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2-line1420"/>
          <p:cNvSpPr/>
          <p:nvPr/>
        </p:nvSpPr>
        <p:spPr>
          <a:xfrm flipV="1">
            <a:off x="2788969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2-line1421"/>
          <p:cNvSpPr/>
          <p:nvPr/>
        </p:nvSpPr>
        <p:spPr>
          <a:xfrm>
            <a:off x="2784348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2-line1422"/>
          <p:cNvSpPr/>
          <p:nvPr/>
        </p:nvSpPr>
        <p:spPr>
          <a:xfrm>
            <a:off x="2788969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2-line1423"/>
          <p:cNvSpPr/>
          <p:nvPr/>
        </p:nvSpPr>
        <p:spPr>
          <a:xfrm>
            <a:off x="2802781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2-line1424"/>
          <p:cNvSpPr/>
          <p:nvPr/>
        </p:nvSpPr>
        <p:spPr>
          <a:xfrm>
            <a:off x="2825633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2-line1425"/>
          <p:cNvSpPr/>
          <p:nvPr/>
        </p:nvSpPr>
        <p:spPr>
          <a:xfrm>
            <a:off x="2857275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2-line1426"/>
          <p:cNvSpPr/>
          <p:nvPr/>
        </p:nvSpPr>
        <p:spPr>
          <a:xfrm>
            <a:off x="2897360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2-line1427"/>
          <p:cNvSpPr/>
          <p:nvPr/>
        </p:nvSpPr>
        <p:spPr>
          <a:xfrm>
            <a:off x="2945449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2-line1428"/>
          <p:cNvSpPr/>
          <p:nvPr/>
        </p:nvSpPr>
        <p:spPr>
          <a:xfrm>
            <a:off x="3001014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2-line1429"/>
          <p:cNvSpPr/>
          <p:nvPr/>
        </p:nvSpPr>
        <p:spPr>
          <a:xfrm>
            <a:off x="3063448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2-line1430"/>
          <p:cNvSpPr/>
          <p:nvPr/>
        </p:nvSpPr>
        <p:spPr>
          <a:xfrm>
            <a:off x="3132065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2-line1431"/>
          <p:cNvSpPr/>
          <p:nvPr/>
        </p:nvSpPr>
        <p:spPr>
          <a:xfrm>
            <a:off x="3206115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2-line1432"/>
          <p:cNvSpPr/>
          <p:nvPr/>
        </p:nvSpPr>
        <p:spPr>
          <a:xfrm>
            <a:off x="3284786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2-line1433"/>
          <p:cNvSpPr/>
          <p:nvPr/>
        </p:nvSpPr>
        <p:spPr>
          <a:xfrm>
            <a:off x="3367216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2-line1434"/>
          <p:cNvSpPr/>
          <p:nvPr/>
        </p:nvSpPr>
        <p:spPr>
          <a:xfrm>
            <a:off x="3452501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2-line1435"/>
          <p:cNvSpPr/>
          <p:nvPr/>
        </p:nvSpPr>
        <p:spPr>
          <a:xfrm>
            <a:off x="3539709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2-label1436"/>
          <p:cNvSpPr txBox="1"/>
          <p:nvPr/>
        </p:nvSpPr>
        <p:spPr>
          <a:xfrm>
            <a:off x="3701205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222" name="S12-label1437"/>
          <p:cNvSpPr txBox="1"/>
          <p:nvPr/>
        </p:nvSpPr>
        <p:spPr>
          <a:xfrm>
            <a:off x="3955698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223" name="S12-label1438"/>
          <p:cNvSpPr txBox="1"/>
          <p:nvPr/>
        </p:nvSpPr>
        <p:spPr>
          <a:xfrm>
            <a:off x="4048849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224" name="S12-label1439"/>
          <p:cNvSpPr txBox="1"/>
          <p:nvPr/>
        </p:nvSpPr>
        <p:spPr>
          <a:xfrm>
            <a:off x="3955698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225" name="S12-label1440"/>
          <p:cNvSpPr txBox="1"/>
          <p:nvPr/>
        </p:nvSpPr>
        <p:spPr>
          <a:xfrm>
            <a:off x="3701205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226" name="S12-label1441"/>
          <p:cNvSpPr txBox="1"/>
          <p:nvPr/>
        </p:nvSpPr>
        <p:spPr>
          <a:xfrm>
            <a:off x="3353562" y="475293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227" name="S12-label1442"/>
          <p:cNvSpPr txBox="1"/>
          <p:nvPr/>
        </p:nvSpPr>
        <p:spPr>
          <a:xfrm>
            <a:off x="3005919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228" name="S12-label1443"/>
          <p:cNvSpPr txBox="1"/>
          <p:nvPr/>
        </p:nvSpPr>
        <p:spPr>
          <a:xfrm>
            <a:off x="2751426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229" name="S12-label1444"/>
          <p:cNvSpPr txBox="1"/>
          <p:nvPr/>
        </p:nvSpPr>
        <p:spPr>
          <a:xfrm>
            <a:off x="2658275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230" name="S12-label1445"/>
          <p:cNvSpPr txBox="1"/>
          <p:nvPr/>
        </p:nvSpPr>
        <p:spPr>
          <a:xfrm>
            <a:off x="2751426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231" name="S12-label1446"/>
          <p:cNvSpPr txBox="1"/>
          <p:nvPr/>
        </p:nvSpPr>
        <p:spPr>
          <a:xfrm>
            <a:off x="3005919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232" name="S12-label1447"/>
          <p:cNvSpPr txBox="1"/>
          <p:nvPr/>
        </p:nvSpPr>
        <p:spPr>
          <a:xfrm>
            <a:off x="3353562" y="336236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233" name="S12-line1448"/>
          <p:cNvSpPr/>
          <p:nvPr/>
        </p:nvSpPr>
        <p:spPr>
          <a:xfrm flipV="1">
            <a:off x="3627882" y="4046906"/>
            <a:ext cx="335367" cy="19362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2-line1449"/>
          <p:cNvSpPr/>
          <p:nvPr/>
        </p:nvSpPr>
        <p:spPr>
          <a:xfrm flipV="1">
            <a:off x="3627882" y="367726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2-pin1450"/>
          <p:cNvSpPr/>
          <p:nvPr/>
        </p:nvSpPr>
        <p:spPr>
          <a:xfrm>
            <a:off x="3573018" y="418566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2-chip1451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37" name="S12-figure1452" descr="6시를 가리키는 시계"/>
          <p:cNvSpPr/>
          <p:nvPr/>
        </p:nvSpPr>
        <p:spPr>
          <a:xfrm>
            <a:off x="8476488" y="3360420"/>
            <a:ext cx="1760220" cy="17602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8" name="S12-line1453"/>
          <p:cNvSpPr/>
          <p:nvPr/>
        </p:nvSpPr>
        <p:spPr>
          <a:xfrm>
            <a:off x="9356598" y="3396996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9" name="S12-line1454"/>
          <p:cNvSpPr/>
          <p:nvPr/>
        </p:nvSpPr>
        <p:spPr>
          <a:xfrm flipH="1">
            <a:off x="9440171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2-line1455"/>
          <p:cNvSpPr/>
          <p:nvPr/>
        </p:nvSpPr>
        <p:spPr>
          <a:xfrm flipH="1">
            <a:off x="9522829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2-line1456"/>
          <p:cNvSpPr/>
          <p:nvPr/>
        </p:nvSpPr>
        <p:spPr>
          <a:xfrm flipH="1">
            <a:off x="9603666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2-line1457"/>
          <p:cNvSpPr/>
          <p:nvPr/>
        </p:nvSpPr>
        <p:spPr>
          <a:xfrm flipH="1">
            <a:off x="9681796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2-line1458"/>
          <p:cNvSpPr/>
          <p:nvPr/>
        </p:nvSpPr>
        <p:spPr>
          <a:xfrm flipH="1">
            <a:off x="9729959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4" name="S12-line1459"/>
          <p:cNvSpPr/>
          <p:nvPr/>
        </p:nvSpPr>
        <p:spPr>
          <a:xfrm flipH="1">
            <a:off x="9826549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2-line1460"/>
          <p:cNvSpPr/>
          <p:nvPr/>
        </p:nvSpPr>
        <p:spPr>
          <a:xfrm flipH="1">
            <a:off x="9891587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2-line1461"/>
          <p:cNvSpPr/>
          <p:nvPr/>
        </p:nvSpPr>
        <p:spPr>
          <a:xfrm flipH="1">
            <a:off x="9950763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2-line1462"/>
          <p:cNvSpPr/>
          <p:nvPr/>
        </p:nvSpPr>
        <p:spPr>
          <a:xfrm flipH="1">
            <a:off x="10003430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12-line1463"/>
          <p:cNvSpPr/>
          <p:nvPr/>
        </p:nvSpPr>
        <p:spPr>
          <a:xfrm flipH="1">
            <a:off x="10003278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9" name="S12-line1464"/>
          <p:cNvSpPr/>
          <p:nvPr/>
        </p:nvSpPr>
        <p:spPr>
          <a:xfrm flipH="1">
            <a:off x="10087004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12-line1465"/>
          <p:cNvSpPr/>
          <p:nvPr/>
        </p:nvSpPr>
        <p:spPr>
          <a:xfrm flipH="1">
            <a:off x="10116995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12-line1466"/>
          <p:cNvSpPr/>
          <p:nvPr/>
        </p:nvSpPr>
        <p:spPr>
          <a:xfrm flipH="1">
            <a:off x="10138655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2" name="S12-line1467"/>
          <p:cNvSpPr/>
          <p:nvPr/>
        </p:nvSpPr>
        <p:spPr>
          <a:xfrm flipH="1">
            <a:off x="10151747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12-line1468"/>
          <p:cNvSpPr/>
          <p:nvPr/>
        </p:nvSpPr>
        <p:spPr>
          <a:xfrm flipH="1">
            <a:off x="10103320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4" name="S12-line1469"/>
          <p:cNvSpPr/>
          <p:nvPr/>
        </p:nvSpPr>
        <p:spPr>
          <a:xfrm flipH="1" flipV="1">
            <a:off x="10151747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12-line1470"/>
          <p:cNvSpPr/>
          <p:nvPr/>
        </p:nvSpPr>
        <p:spPr>
          <a:xfrm flipH="1" flipV="1">
            <a:off x="10138655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12-line1471"/>
          <p:cNvSpPr/>
          <p:nvPr/>
        </p:nvSpPr>
        <p:spPr>
          <a:xfrm flipH="1" flipV="1">
            <a:off x="10116995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7" name="S12-line1472"/>
          <p:cNvSpPr/>
          <p:nvPr/>
        </p:nvSpPr>
        <p:spPr>
          <a:xfrm flipH="1" flipV="1">
            <a:off x="10087004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12-line1473"/>
          <p:cNvSpPr/>
          <p:nvPr/>
        </p:nvSpPr>
        <p:spPr>
          <a:xfrm flipH="1" flipV="1">
            <a:off x="10003278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9" name="S12-line1474"/>
          <p:cNvSpPr/>
          <p:nvPr/>
        </p:nvSpPr>
        <p:spPr>
          <a:xfrm flipH="1" flipV="1">
            <a:off x="10003430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12-line1475"/>
          <p:cNvSpPr/>
          <p:nvPr/>
        </p:nvSpPr>
        <p:spPr>
          <a:xfrm flipH="1" flipV="1">
            <a:off x="9950763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12-line1476"/>
          <p:cNvSpPr/>
          <p:nvPr/>
        </p:nvSpPr>
        <p:spPr>
          <a:xfrm flipH="1" flipV="1">
            <a:off x="9891587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2" name="S12-line1477"/>
          <p:cNvSpPr/>
          <p:nvPr/>
        </p:nvSpPr>
        <p:spPr>
          <a:xfrm flipH="1" flipV="1">
            <a:off x="9826549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12-line1478"/>
          <p:cNvSpPr/>
          <p:nvPr/>
        </p:nvSpPr>
        <p:spPr>
          <a:xfrm flipH="1" flipV="1">
            <a:off x="9729959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4" name="S12-line1479"/>
          <p:cNvSpPr/>
          <p:nvPr/>
        </p:nvSpPr>
        <p:spPr>
          <a:xfrm flipH="1" flipV="1">
            <a:off x="9681796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12-line1480"/>
          <p:cNvSpPr/>
          <p:nvPr/>
        </p:nvSpPr>
        <p:spPr>
          <a:xfrm flipH="1" flipV="1">
            <a:off x="9603666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12-line1481"/>
          <p:cNvSpPr/>
          <p:nvPr/>
        </p:nvSpPr>
        <p:spPr>
          <a:xfrm flipH="1" flipV="1">
            <a:off x="9522829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7" name="S12-line1482"/>
          <p:cNvSpPr/>
          <p:nvPr/>
        </p:nvSpPr>
        <p:spPr>
          <a:xfrm flipH="1" flipV="1">
            <a:off x="9440171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12-line1483"/>
          <p:cNvSpPr/>
          <p:nvPr/>
        </p:nvSpPr>
        <p:spPr>
          <a:xfrm flipV="1">
            <a:off x="9356598" y="4987252"/>
            <a:ext cx="0" cy="9681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9" name="S12-line1484"/>
          <p:cNvSpPr/>
          <p:nvPr/>
        </p:nvSpPr>
        <p:spPr>
          <a:xfrm flipV="1">
            <a:off x="9268425" y="5035679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12-line1485"/>
          <p:cNvSpPr/>
          <p:nvPr/>
        </p:nvSpPr>
        <p:spPr>
          <a:xfrm flipV="1">
            <a:off x="9181217" y="5022587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12-line1486"/>
          <p:cNvSpPr/>
          <p:nvPr/>
        </p:nvSpPr>
        <p:spPr>
          <a:xfrm flipV="1">
            <a:off x="9095932" y="5000927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2" name="S12-line1487"/>
          <p:cNvSpPr/>
          <p:nvPr/>
        </p:nvSpPr>
        <p:spPr>
          <a:xfrm flipV="1">
            <a:off x="9013502" y="4970936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12-line1488"/>
          <p:cNvSpPr/>
          <p:nvPr/>
        </p:nvSpPr>
        <p:spPr>
          <a:xfrm flipV="1">
            <a:off x="8934831" y="4887210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4" name="S12-line1489"/>
          <p:cNvSpPr/>
          <p:nvPr/>
        </p:nvSpPr>
        <p:spPr>
          <a:xfrm flipV="1">
            <a:off x="8860781" y="4887362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12-line1490"/>
          <p:cNvSpPr/>
          <p:nvPr/>
        </p:nvSpPr>
        <p:spPr>
          <a:xfrm flipV="1">
            <a:off x="8792164" y="4834695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12-line1491"/>
          <p:cNvSpPr/>
          <p:nvPr/>
        </p:nvSpPr>
        <p:spPr>
          <a:xfrm flipV="1">
            <a:off x="8729730" y="4775519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7" name="S12-line1492"/>
          <p:cNvSpPr/>
          <p:nvPr/>
        </p:nvSpPr>
        <p:spPr>
          <a:xfrm flipV="1">
            <a:off x="8674165" y="4710481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12-line1493"/>
          <p:cNvSpPr/>
          <p:nvPr/>
        </p:nvSpPr>
        <p:spPr>
          <a:xfrm flipV="1">
            <a:off x="8626076" y="4613891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9" name="S12-line1494"/>
          <p:cNvSpPr/>
          <p:nvPr/>
        </p:nvSpPr>
        <p:spPr>
          <a:xfrm flipV="1">
            <a:off x="8585991" y="4565728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12-line1495"/>
          <p:cNvSpPr/>
          <p:nvPr/>
        </p:nvSpPr>
        <p:spPr>
          <a:xfrm flipV="1">
            <a:off x="8554349" y="4487598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12-line1496"/>
          <p:cNvSpPr/>
          <p:nvPr/>
        </p:nvSpPr>
        <p:spPr>
          <a:xfrm flipV="1">
            <a:off x="8531497" y="4406761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2" name="S12-line1497"/>
          <p:cNvSpPr/>
          <p:nvPr/>
        </p:nvSpPr>
        <p:spPr>
          <a:xfrm flipV="1">
            <a:off x="8517685" y="4324103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12-line1498"/>
          <p:cNvSpPr/>
          <p:nvPr/>
        </p:nvSpPr>
        <p:spPr>
          <a:xfrm>
            <a:off x="8513064" y="4240530"/>
            <a:ext cx="96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4" name="S12-line1499"/>
          <p:cNvSpPr/>
          <p:nvPr/>
        </p:nvSpPr>
        <p:spPr>
          <a:xfrm>
            <a:off x="8517685" y="4152357"/>
            <a:ext cx="43764" cy="46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12-line1500"/>
          <p:cNvSpPr/>
          <p:nvPr/>
        </p:nvSpPr>
        <p:spPr>
          <a:xfrm>
            <a:off x="8531497" y="4065149"/>
            <a:ext cx="43044" cy="914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12-line1501"/>
          <p:cNvSpPr/>
          <p:nvPr/>
        </p:nvSpPr>
        <p:spPr>
          <a:xfrm>
            <a:off x="8554349" y="3979864"/>
            <a:ext cx="41852" cy="135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7" name="S12-line1502"/>
          <p:cNvSpPr/>
          <p:nvPr/>
        </p:nvSpPr>
        <p:spPr>
          <a:xfrm>
            <a:off x="8585991" y="3897434"/>
            <a:ext cx="40201" cy="1789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12-line1503"/>
          <p:cNvSpPr/>
          <p:nvPr/>
        </p:nvSpPr>
        <p:spPr>
          <a:xfrm>
            <a:off x="8626076" y="3818763"/>
            <a:ext cx="83842" cy="4840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9" name="S12-line1504"/>
          <p:cNvSpPr/>
          <p:nvPr/>
        </p:nvSpPr>
        <p:spPr>
          <a:xfrm>
            <a:off x="8674165" y="3744713"/>
            <a:ext cx="35601" cy="2586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12-line1505"/>
          <p:cNvSpPr/>
          <p:nvPr/>
        </p:nvSpPr>
        <p:spPr>
          <a:xfrm>
            <a:off x="8729730" y="3676096"/>
            <a:ext cx="32702" cy="2944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12-line1506"/>
          <p:cNvSpPr/>
          <p:nvPr/>
        </p:nvSpPr>
        <p:spPr>
          <a:xfrm>
            <a:off x="8792164" y="3613662"/>
            <a:ext cx="29445" cy="3270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2" name="S12-line1507"/>
          <p:cNvSpPr/>
          <p:nvPr/>
        </p:nvSpPr>
        <p:spPr>
          <a:xfrm>
            <a:off x="8860781" y="3558097"/>
            <a:ext cx="25866" cy="356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12-line1508"/>
          <p:cNvSpPr/>
          <p:nvPr/>
        </p:nvSpPr>
        <p:spPr>
          <a:xfrm>
            <a:off x="8934831" y="3510008"/>
            <a:ext cx="48406" cy="838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4" name="S12-line1509"/>
          <p:cNvSpPr/>
          <p:nvPr/>
        </p:nvSpPr>
        <p:spPr>
          <a:xfrm>
            <a:off x="9013502" y="3469923"/>
            <a:ext cx="17899" cy="402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12-line1510"/>
          <p:cNvSpPr/>
          <p:nvPr/>
        </p:nvSpPr>
        <p:spPr>
          <a:xfrm>
            <a:off x="9095932" y="3438281"/>
            <a:ext cx="13598" cy="418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12-line1511"/>
          <p:cNvSpPr/>
          <p:nvPr/>
        </p:nvSpPr>
        <p:spPr>
          <a:xfrm>
            <a:off x="9181217" y="3415429"/>
            <a:ext cx="9149" cy="430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7" name="S12-line1512"/>
          <p:cNvSpPr/>
          <p:nvPr/>
        </p:nvSpPr>
        <p:spPr>
          <a:xfrm>
            <a:off x="9268425" y="3401617"/>
            <a:ext cx="4600" cy="4376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12-label1513"/>
          <p:cNvSpPr txBox="1"/>
          <p:nvPr/>
        </p:nvSpPr>
        <p:spPr>
          <a:xfrm>
            <a:off x="9429921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400" dirty="0"/>
          </a:p>
        </p:txBody>
      </p:sp>
      <p:sp>
        <p:nvSpPr>
          <p:cNvPr id="299" name="S12-label1514"/>
          <p:cNvSpPr txBox="1"/>
          <p:nvPr/>
        </p:nvSpPr>
        <p:spPr>
          <a:xfrm>
            <a:off x="9684414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400" dirty="0"/>
          </a:p>
        </p:txBody>
      </p:sp>
      <p:sp>
        <p:nvSpPr>
          <p:cNvPr id="300" name="S12-label1515"/>
          <p:cNvSpPr txBox="1"/>
          <p:nvPr/>
        </p:nvSpPr>
        <p:spPr>
          <a:xfrm>
            <a:off x="9777565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400" dirty="0"/>
          </a:p>
        </p:txBody>
      </p:sp>
      <p:sp>
        <p:nvSpPr>
          <p:cNvPr id="301" name="S12-label1516"/>
          <p:cNvSpPr txBox="1"/>
          <p:nvPr/>
        </p:nvSpPr>
        <p:spPr>
          <a:xfrm>
            <a:off x="9684414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400" dirty="0"/>
          </a:p>
        </p:txBody>
      </p:sp>
      <p:sp>
        <p:nvSpPr>
          <p:cNvPr id="302" name="S12-label1517"/>
          <p:cNvSpPr txBox="1"/>
          <p:nvPr/>
        </p:nvSpPr>
        <p:spPr>
          <a:xfrm>
            <a:off x="9429921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400" dirty="0"/>
          </a:p>
        </p:txBody>
      </p:sp>
      <p:sp>
        <p:nvSpPr>
          <p:cNvPr id="303" name="S12-label1518"/>
          <p:cNvSpPr txBox="1"/>
          <p:nvPr/>
        </p:nvSpPr>
        <p:spPr>
          <a:xfrm>
            <a:off x="9082278" y="475293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400" dirty="0"/>
          </a:p>
        </p:txBody>
      </p:sp>
      <p:sp>
        <p:nvSpPr>
          <p:cNvPr id="304" name="S12-label1519"/>
          <p:cNvSpPr txBox="1"/>
          <p:nvPr/>
        </p:nvSpPr>
        <p:spPr>
          <a:xfrm>
            <a:off x="8734635" y="46597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400" dirty="0"/>
          </a:p>
        </p:txBody>
      </p:sp>
      <p:sp>
        <p:nvSpPr>
          <p:cNvPr id="305" name="S12-label1520"/>
          <p:cNvSpPr txBox="1"/>
          <p:nvPr/>
        </p:nvSpPr>
        <p:spPr>
          <a:xfrm>
            <a:off x="8480142" y="44052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400" dirty="0"/>
          </a:p>
        </p:txBody>
      </p:sp>
      <p:sp>
        <p:nvSpPr>
          <p:cNvPr id="306" name="S12-label1521"/>
          <p:cNvSpPr txBox="1"/>
          <p:nvPr/>
        </p:nvSpPr>
        <p:spPr>
          <a:xfrm>
            <a:off x="8386991" y="40576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400" dirty="0"/>
          </a:p>
        </p:txBody>
      </p:sp>
      <p:sp>
        <p:nvSpPr>
          <p:cNvPr id="307" name="S12-label1522"/>
          <p:cNvSpPr txBox="1"/>
          <p:nvPr/>
        </p:nvSpPr>
        <p:spPr>
          <a:xfrm>
            <a:off x="8480142" y="37100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400" dirty="0"/>
          </a:p>
        </p:txBody>
      </p:sp>
      <p:sp>
        <p:nvSpPr>
          <p:cNvPr id="308" name="S12-label1523"/>
          <p:cNvSpPr txBox="1"/>
          <p:nvPr/>
        </p:nvSpPr>
        <p:spPr>
          <a:xfrm>
            <a:off x="8734635" y="34555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400" dirty="0"/>
          </a:p>
        </p:txBody>
      </p:sp>
      <p:sp>
        <p:nvSpPr>
          <p:cNvPr id="309" name="S12-label1524"/>
          <p:cNvSpPr txBox="1"/>
          <p:nvPr/>
        </p:nvSpPr>
        <p:spPr>
          <a:xfrm>
            <a:off x="9082278" y="336236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400" dirty="0"/>
          </a:p>
        </p:txBody>
      </p:sp>
      <p:sp>
        <p:nvSpPr>
          <p:cNvPr id="310" name="S12-line1525"/>
          <p:cNvSpPr/>
          <p:nvPr/>
        </p:nvSpPr>
        <p:spPr>
          <a:xfrm>
            <a:off x="9356598" y="4240530"/>
            <a:ext cx="0" cy="387248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1" name="S12-line1526"/>
          <p:cNvSpPr/>
          <p:nvPr/>
        </p:nvSpPr>
        <p:spPr>
          <a:xfrm flipV="1">
            <a:off x="9356598" y="3677260"/>
            <a:ext cx="0" cy="56327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2" name="S12-pin1527"/>
          <p:cNvSpPr/>
          <p:nvPr/>
        </p:nvSpPr>
        <p:spPr>
          <a:xfrm>
            <a:off x="9301734" y="418566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52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2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time is it?으로 몇 시인지 묻고,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짧은바늘을 보고 It's ~ o'clock.으로 대답해요.</a:t>
            </a:r>
            <a:endParaRPr lang="ko-KR" sz="3000" dirty="0"/>
          </a:p>
        </p:txBody>
      </p:sp>
      <p:sp>
        <p:nvSpPr>
          <p:cNvPr id="5" name="S13-chip153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짧은바늘 보고 읽기</a:t>
            </a:r>
            <a:endParaRPr lang="ko-KR" sz="2400" dirty="0"/>
          </a:p>
        </p:txBody>
      </p:sp>
      <p:sp>
        <p:nvSpPr>
          <p:cNvPr id="6" name="S13-chip153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긴바늘의 12를 시로 읽기</a:t>
            </a:r>
            <a:endParaRPr lang="ko-KR" sz="2400" dirty="0"/>
          </a:p>
        </p:txBody>
      </p:sp>
      <p:sp>
        <p:nvSpPr>
          <p:cNvPr id="7" name="S13-text153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53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11과 12를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영어로?</a:t>
            </a:r>
            <a:endParaRPr lang="ko-KR" sz="2400" dirty="0"/>
          </a:p>
        </p:txBody>
      </p:sp>
      <p:sp>
        <p:nvSpPr>
          <p:cNvPr id="9" name="S13-text153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몇 시인지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묻기</a:t>
            </a:r>
            <a:endParaRPr lang="ko-KR" sz="2400" dirty="0"/>
          </a:p>
        </p:txBody>
      </p:sp>
      <p:sp>
        <p:nvSpPr>
          <p:cNvPr id="10" name="S13-text153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5시를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말하기</a:t>
            </a:r>
            <a:endParaRPr lang="ko-KR" sz="2400" dirty="0"/>
          </a:p>
        </p:txBody>
      </p:sp>
      <p:sp>
        <p:nvSpPr>
          <p:cNvPr id="11" name="S13-text15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사물 묘사하기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낱말과 묻는 말</a:t>
            </a:r>
            <a:endParaRPr lang="ko-KR" sz="4000" dirty="0"/>
          </a:p>
        </p:txBody>
      </p:sp>
      <p:sp>
        <p:nvSpPr>
          <p:cNvPr id="3" name="S14-card15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5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 is the ball? → It's in the box.</a:t>
            </a:r>
            <a:endParaRPr lang="ko-KR" sz="3000" dirty="0"/>
          </a:p>
        </p:txBody>
      </p:sp>
      <p:sp>
        <p:nvSpPr>
          <p:cNvPr id="5" name="S14-word1539"/>
          <p:cNvSpPr txBox="1"/>
          <p:nvPr/>
        </p:nvSpPr>
        <p:spPr>
          <a:xfrm>
            <a:off x="548640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14-word1540"/>
          <p:cNvSpPr txBox="1"/>
          <p:nvPr/>
        </p:nvSpPr>
        <p:spPr>
          <a:xfrm>
            <a:off x="2821838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14-word1541"/>
          <p:cNvSpPr txBox="1"/>
          <p:nvPr/>
        </p:nvSpPr>
        <p:spPr>
          <a:xfrm>
            <a:off x="5095037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14-word1542"/>
          <p:cNvSpPr txBox="1"/>
          <p:nvPr/>
        </p:nvSpPr>
        <p:spPr>
          <a:xfrm>
            <a:off x="7368235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14-word1543"/>
          <p:cNvSpPr txBox="1"/>
          <p:nvPr/>
        </p:nvSpPr>
        <p:spPr>
          <a:xfrm>
            <a:off x="9641434" y="134874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10" name="S14-word1544"/>
          <p:cNvSpPr txBox="1"/>
          <p:nvPr/>
        </p:nvSpPr>
        <p:spPr>
          <a:xfrm>
            <a:off x="548640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1" name="S14-word1545"/>
          <p:cNvSpPr txBox="1"/>
          <p:nvPr/>
        </p:nvSpPr>
        <p:spPr>
          <a:xfrm>
            <a:off x="2821838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2" name="S14-word1546"/>
          <p:cNvSpPr txBox="1"/>
          <p:nvPr/>
        </p:nvSpPr>
        <p:spPr>
          <a:xfrm>
            <a:off x="5095037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3" name="S14-word1547"/>
          <p:cNvSpPr txBox="1"/>
          <p:nvPr/>
        </p:nvSpPr>
        <p:spPr>
          <a:xfrm>
            <a:off x="7368235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4" name="S14-word1548"/>
          <p:cNvSpPr txBox="1"/>
          <p:nvPr/>
        </p:nvSpPr>
        <p:spPr>
          <a:xfrm>
            <a:off x="9641434" y="3360420"/>
            <a:ext cx="19988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영어 시각 묻고 답하기</dc:title>
  <dc:subject>KR22-G04-ENG-WHATTIME-L01</dc:subject>
  <dc:creator>education-ppt</dc:creator>
  <cp:lastModifiedBy>education-ppt</cp:lastModifiedBy>
  <cp:revision>1</cp:revision>
  <dcterms:created xsi:type="dcterms:W3CDTF">2026-10-26T08:55:45Z</dcterms:created>
  <dcterms:modified xsi:type="dcterms:W3CDTF">2026-10-26T08:55:45Z</dcterms:modified>
</cp:coreProperties>
</file>