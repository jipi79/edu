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61ba89c-09da-3483-c859-74dd90f65072}">
          <p14:sldIdLst>
            <p14:sldId id="256"/>
            <p14:sldId id="257"/>
          </p14:sldIdLst>
        </p14:section>
        <p14:section name="개념" id="{663ed161-fad8-11f0-339a-15ca590b4752}">
          <p14:sldIdLst>
            <p14:sldId id="258"/>
            <p14:sldId id="259"/>
            <p14:sldId id="260"/>
            <p14:sldId id="261"/>
            <p14:sldId id="262"/>
            <p14:sldId id="263"/>
            <p14:sldId id="265"/>
          </p14:sldIdLst>
        </p14:section>
        <p14:section name="연습" id="{be10d929-8b24-9ac5-59dc-f4cde8c7c386}">
          <p14:sldIdLst>
            <p14:sldId id="264"/>
            <p14:sldId id="266"/>
            <p14:sldId id="267"/>
            <p14:sldId id="268"/>
          </p14:sldIdLst>
        </p14:section>
        <p14:section name="개념" id="{fabcd804-72c9-4b23-60db-eec82c342da5}">
          <p14:sldIdLst/>
        </p14:section>
        <p14:section name="연습" id="{9d91de53-0df6-11e2-602f-c910909c1074}">
          <p14:sldIdLst/>
        </p14:section>
        <p14:section name="확인" id="{bbbb0779-3a90-2a23-766d-5cbb30a198a5}">
          <p14:sldIdLst>
            <p14:sldId id="269"/>
            <p14:sldId id="270"/>
          </p14:sldIdLst>
        </p14:section>
        <p14:section name="정리" id="{dbbcd952-77d3-1b56-9251-3c2c35e315a2}">
          <p14:sldIdLst>
            <p14:sldId id="271"/>
          </p14:sldIdLst>
        </p14:section>
        <p14:section name="보충" id="{a294dc8b-b784-6ddf-f719-e349ad4ef842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소리낱말문장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단모음 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cat과 bed의 가운데 소리는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5" name="S01-tile2"/>
          <p:cNvSpPr txBox="1"/>
          <p:nvPr/>
        </p:nvSpPr>
        <p:spPr>
          <a:xfrm>
            <a:off x="9058656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100" dirty="0"/>
          </a:p>
        </p:txBody>
      </p:sp>
      <p:sp>
        <p:nvSpPr>
          <p:cNvPr id="6" name="S01-tile3"/>
          <p:cNvSpPr txBox="1"/>
          <p:nvPr/>
        </p:nvSpPr>
        <p:spPr>
          <a:xfrm>
            <a:off x="10436352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100" dirty="0"/>
          </a:p>
        </p:txBody>
      </p:sp>
      <p:sp>
        <p:nvSpPr>
          <p:cNvPr id="7" name="S01-tile4"/>
          <p:cNvSpPr txBox="1"/>
          <p:nvPr/>
        </p:nvSpPr>
        <p:spPr>
          <a:xfrm>
            <a:off x="8369808" y="2203704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100" dirty="0"/>
          </a:p>
        </p:txBody>
      </p:sp>
      <p:sp>
        <p:nvSpPr>
          <p:cNvPr id="8" name="S01-tile5"/>
          <p:cNvSpPr txBox="1"/>
          <p:nvPr/>
        </p:nvSpPr>
        <p:spPr>
          <a:xfrm>
            <a:off x="9747504" y="2203704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100" dirty="0"/>
          </a:p>
        </p:txBody>
      </p:sp>
      <p:sp>
        <p:nvSpPr>
          <p:cNvPr id="9" name="S01-card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a·e·i·o·u의 짧은 소리를 듣고 따라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가운데 모음 글자를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 떠올리기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10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11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2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300" dirty="0"/>
          </a:p>
        </p:txBody>
      </p:sp>
      <p:sp>
        <p:nvSpPr>
          <p:cNvPr id="8" name="S02-tile13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9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2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 글자 다섯 개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a, e, i, o, u를 모음 글자라고 해요.</a:t>
            </a:r>
            <a:endParaRPr lang="ko-KR" sz="3000" dirty="0"/>
          </a:p>
        </p:txBody>
      </p:sp>
      <p:sp>
        <p:nvSpPr>
          <p:cNvPr id="5" name="S03-tile20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6" name="S03-tile21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7" name="S03-tile22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8" name="S03-tile23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9" name="S03-tile24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0" name="S03-tile25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1" name="S03-tile26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2" name="S03-tile27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3" name="S03-tile28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4" name="S03-tile29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5" name="S03-tile30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6" name="S03-tile31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7" name="S03-tile32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8" name="S03-tile33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19" name="S03-tile34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0" name="S03-tile35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1" name="S03-tile36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2" name="S03-tile37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3" name="S03-tile38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4" name="S03-tile39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5" name="S03-tile40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6" name="S03-tile41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7" name="S03-tile42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8" name="S03-tile43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29" name="S03-tile44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0" name="S03-tile45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a의 짧은 소리</a:t>
            </a:r>
            <a:endParaRPr lang="ko-KR" sz="4000" dirty="0"/>
          </a:p>
        </p:txBody>
      </p:sp>
      <p:sp>
        <p:nvSpPr>
          <p:cNvPr id="3" name="S04-card46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47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크게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입꼬리를 옆으로 당겨요.</a:t>
            </a:r>
            <a:endParaRPr lang="ko-KR" sz="3000" dirty="0"/>
          </a:p>
        </p:txBody>
      </p:sp>
      <p:sp>
        <p:nvSpPr>
          <p:cNvPr id="5" name="S04-card48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49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턱이 아래로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내려가요.</a:t>
            </a:r>
            <a:endParaRPr lang="ko-KR" sz="3000" dirty="0"/>
          </a:p>
        </p:txBody>
      </p:sp>
      <p:sp>
        <p:nvSpPr>
          <p:cNvPr id="7" name="S04-tile50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7100" dirty="0"/>
          </a:p>
        </p:txBody>
      </p:sp>
      <p:sp>
        <p:nvSpPr>
          <p:cNvPr id="8" name="S04-word51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e의 짧은 소리</a:t>
            </a:r>
            <a:endParaRPr lang="ko-KR" sz="4000" dirty="0"/>
          </a:p>
        </p:txBody>
      </p:sp>
      <p:sp>
        <p:nvSpPr>
          <p:cNvPr id="3" name="S05-card52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53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a보다 입을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덜 벌려요.</a:t>
            </a:r>
            <a:endParaRPr lang="ko-KR" sz="3000" dirty="0"/>
          </a:p>
        </p:txBody>
      </p:sp>
      <p:sp>
        <p:nvSpPr>
          <p:cNvPr id="5" name="S05-card54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55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입꼬리를 살짝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당겨요.</a:t>
            </a:r>
            <a:endParaRPr lang="ko-KR" sz="3000" dirty="0"/>
          </a:p>
        </p:txBody>
      </p:sp>
      <p:sp>
        <p:nvSpPr>
          <p:cNvPr id="7" name="S05-tile56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7100" dirty="0"/>
          </a:p>
        </p:txBody>
      </p:sp>
      <p:sp>
        <p:nvSpPr>
          <p:cNvPr id="8" name="S05-word57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침대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i의 짧은 소리</a:t>
            </a:r>
            <a:endParaRPr lang="ko-KR" sz="4000" dirty="0"/>
          </a:p>
        </p:txBody>
      </p:sp>
      <p:sp>
        <p:nvSpPr>
          <p:cNvPr id="3" name="S06-card5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조금만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빼요.</a:t>
            </a:r>
            <a:endParaRPr lang="ko-KR" sz="3000" dirty="0"/>
          </a:p>
        </p:txBody>
      </p:sp>
      <p:sp>
        <p:nvSpPr>
          <p:cNvPr id="5" name="S06-card6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6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짧게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내요.</a:t>
            </a:r>
            <a:endParaRPr lang="ko-KR" sz="3000" dirty="0"/>
          </a:p>
        </p:txBody>
      </p:sp>
      <p:sp>
        <p:nvSpPr>
          <p:cNvPr id="7" name="S06-tile62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100" dirty="0"/>
          </a:p>
        </p:txBody>
      </p:sp>
      <p:sp>
        <p:nvSpPr>
          <p:cNvPr id="8" name="S06-word63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돼지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o의 짧은 소리</a:t>
            </a:r>
            <a:endParaRPr lang="ko-KR" sz="4000" dirty="0"/>
          </a:p>
        </p:txBody>
      </p:sp>
      <p:sp>
        <p:nvSpPr>
          <p:cNvPr id="3" name="S07-card6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6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턱을 아래로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쑥 내려요.</a:t>
            </a:r>
            <a:endParaRPr lang="ko-KR" sz="3000" dirty="0"/>
          </a:p>
        </p:txBody>
      </p:sp>
      <p:sp>
        <p:nvSpPr>
          <p:cNvPr id="5" name="S07-card6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6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세로로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벌려요.</a:t>
            </a:r>
            <a:endParaRPr lang="ko-KR" sz="3000" dirty="0"/>
          </a:p>
        </p:txBody>
      </p:sp>
      <p:sp>
        <p:nvSpPr>
          <p:cNvPr id="7" name="S07-tile68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7100" dirty="0"/>
          </a:p>
        </p:txBody>
      </p:sp>
      <p:sp>
        <p:nvSpPr>
          <p:cNvPr id="8" name="S07-word69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u의 짧은 소리</a:t>
            </a:r>
            <a:endParaRPr lang="ko-KR" sz="4000" dirty="0"/>
          </a:p>
        </p:txBody>
      </p:sp>
      <p:sp>
        <p:nvSpPr>
          <p:cNvPr id="3" name="S08-card7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7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반쯤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빼요.</a:t>
            </a:r>
            <a:endParaRPr lang="ko-KR" sz="3000" dirty="0"/>
          </a:p>
        </p:txBody>
      </p:sp>
      <p:sp>
        <p:nvSpPr>
          <p:cNvPr id="5" name="S08-card7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7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o보다 턱을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내려요.</a:t>
            </a:r>
            <a:endParaRPr lang="ko-KR" sz="3000" dirty="0"/>
          </a:p>
        </p:txBody>
      </p:sp>
      <p:sp>
        <p:nvSpPr>
          <p:cNvPr id="7" name="S08-tile74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7100" dirty="0"/>
          </a:p>
        </p:txBody>
      </p:sp>
      <p:sp>
        <p:nvSpPr>
          <p:cNvPr id="8" name="S08-word75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보고 소리 내요</a:t>
            </a:r>
            <a:endParaRPr lang="ko-KR" sz="4000" dirty="0"/>
          </a:p>
        </p:txBody>
      </p:sp>
      <p:sp>
        <p:nvSpPr>
          <p:cNvPr id="3" name="S09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짚는 글자의 열쇠 낱말과 짧은 소리를 말해요.</a:t>
            </a:r>
            <a:endParaRPr lang="ko-KR" sz="3000" dirty="0"/>
          </a:p>
        </p:txBody>
      </p:sp>
      <p:sp>
        <p:nvSpPr>
          <p:cNvPr id="4" name="S09-tile77"/>
          <p:cNvSpPr txBox="1"/>
          <p:nvPr/>
        </p:nvSpPr>
        <p:spPr>
          <a:xfrm>
            <a:off x="2034540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6300" dirty="0"/>
          </a:p>
        </p:txBody>
      </p:sp>
      <p:sp>
        <p:nvSpPr>
          <p:cNvPr id="5" name="S09-tile78"/>
          <p:cNvSpPr txBox="1"/>
          <p:nvPr/>
        </p:nvSpPr>
        <p:spPr>
          <a:xfrm>
            <a:off x="3698748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6300" dirty="0"/>
          </a:p>
        </p:txBody>
      </p:sp>
      <p:sp>
        <p:nvSpPr>
          <p:cNvPr id="6" name="S09-tile79"/>
          <p:cNvSpPr txBox="1"/>
          <p:nvPr/>
        </p:nvSpPr>
        <p:spPr>
          <a:xfrm>
            <a:off x="5362956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6300" dirty="0"/>
          </a:p>
        </p:txBody>
      </p:sp>
      <p:sp>
        <p:nvSpPr>
          <p:cNvPr id="7" name="S09-tile80"/>
          <p:cNvSpPr txBox="1"/>
          <p:nvPr/>
        </p:nvSpPr>
        <p:spPr>
          <a:xfrm>
            <a:off x="7027164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300" dirty="0"/>
          </a:p>
        </p:txBody>
      </p:sp>
      <p:sp>
        <p:nvSpPr>
          <p:cNvPr id="8" name="S09-tile81"/>
          <p:cNvSpPr txBox="1"/>
          <p:nvPr/>
        </p:nvSpPr>
        <p:spPr>
          <a:xfrm>
            <a:off x="8691372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 찾기</a:t>
            </a:r>
            <a:endParaRPr lang="ko-KR" sz="4000" dirty="0"/>
          </a:p>
        </p:txBody>
      </p:sp>
      <p:sp>
        <p:nvSpPr>
          <p:cNvPr id="3" name="S10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hat의 가운데 모음을 찾아봐요.</a:t>
            </a:r>
            <a:endParaRPr lang="ko-KR" sz="3000" dirty="0"/>
          </a:p>
        </p:txBody>
      </p:sp>
      <p:sp>
        <p:nvSpPr>
          <p:cNvPr id="4" name="S10-word83"/>
          <p:cNvSpPr txBox="1"/>
          <p:nvPr/>
        </p:nvSpPr>
        <p:spPr>
          <a:xfrm>
            <a:off x="6920911" y="32461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5" name="S10-stepno84"/>
          <p:cNvSpPr txBox="1"/>
          <p:nvPr/>
        </p:nvSpPr>
        <p:spPr>
          <a:xfrm>
            <a:off x="548640" y="2389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85"/>
          <p:cNvSpPr txBox="1"/>
          <p:nvPr/>
        </p:nvSpPr>
        <p:spPr>
          <a:xfrm>
            <a:off x="1325880" y="23896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7" name="S10-stepno86"/>
          <p:cNvSpPr txBox="1"/>
          <p:nvPr/>
        </p:nvSpPr>
        <p:spPr>
          <a:xfrm>
            <a:off x="548640" y="314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87"/>
          <p:cNvSpPr txBox="1"/>
          <p:nvPr/>
        </p:nvSpPr>
        <p:spPr>
          <a:xfrm>
            <a:off x="1325880" y="31028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늘여 말하며 가운데에서 손뼉을 쳐요.</a:t>
            </a:r>
            <a:endParaRPr lang="ko-KR" sz="3000" dirty="0"/>
          </a:p>
        </p:txBody>
      </p:sp>
      <p:sp>
        <p:nvSpPr>
          <p:cNvPr id="9" name="S10-stepno88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89"/>
          <p:cNvSpPr txBox="1"/>
          <p:nvPr/>
        </p:nvSpPr>
        <p:spPr>
          <a:xfrm>
            <a:off x="1325880" y="41970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 가운데 소리가 같은 것을 찾아요.</a:t>
            </a:r>
            <a:endParaRPr lang="ko-KR" sz="3000" dirty="0"/>
          </a:p>
        </p:txBody>
      </p:sp>
      <p:sp>
        <p:nvSpPr>
          <p:cNvPr id="11" name="S10-stepno90"/>
          <p:cNvSpPr txBox="1"/>
          <p:nvPr/>
        </p:nvSpPr>
        <p:spPr>
          <a:xfrm>
            <a:off x="548640" y="5291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0-text91"/>
          <p:cNvSpPr txBox="1"/>
          <p:nvPr/>
        </p:nvSpPr>
        <p:spPr>
          <a:xfrm>
            <a:off x="1325880" y="52913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모음 글자를 골라요.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모음을 골라요</a:t>
            </a:r>
            <a:endParaRPr lang="ko-KR" sz="4000" dirty="0"/>
          </a:p>
        </p:txBody>
      </p:sp>
      <p:sp>
        <p:nvSpPr>
          <p:cNvPr id="3" name="S11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가운데 모음을 골라요.</a:t>
            </a:r>
            <a:endParaRPr lang="ko-KR" sz="3000" dirty="0"/>
          </a:p>
        </p:txBody>
      </p:sp>
      <p:sp>
        <p:nvSpPr>
          <p:cNvPr id="4" name="S11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낱말: cat　bed　pig　dog　sun</a:t>
            </a:r>
            <a:endParaRPr lang="ko-KR" sz="3000" dirty="0"/>
          </a:p>
        </p:txBody>
      </p:sp>
      <p:sp>
        <p:nvSpPr>
          <p:cNvPr id="6" name="S11-chip9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ile96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1-tile97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tile98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1-chip9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1-tile100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2" name="S11-tile101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3" name="S11-tile102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4" name="S11-chip10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1-tile104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1-tile105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7" name="S11-tile106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8" name="S11-chip10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1-tile108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0" name="S11-tile109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21" name="S11-tile110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cap일까요, cup일까요?</a:t>
            </a:r>
            <a:endParaRPr lang="ko-KR" sz="4000" dirty="0"/>
          </a:p>
        </p:txBody>
      </p:sp>
      <p:sp>
        <p:nvSpPr>
          <p:cNvPr id="3" name="S12-card1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cup을 보고 ‘cap’이라고 읽었어요.</a:t>
            </a:r>
            <a:endParaRPr lang="ko-KR" sz="3000" dirty="0"/>
          </a:p>
        </p:txBody>
      </p:sp>
      <p:sp>
        <p:nvSpPr>
          <p:cNvPr id="5" name="S12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000" dirty="0"/>
          </a:p>
        </p:txBody>
      </p:sp>
      <p:sp>
        <p:nvSpPr>
          <p:cNvPr id="7" name="S12-chip11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글자 a</a:t>
            </a:r>
            <a:endParaRPr lang="ko-KR" sz="2400" dirty="0"/>
          </a:p>
        </p:txBody>
      </p:sp>
      <p:sp>
        <p:nvSpPr>
          <p:cNvPr id="8" name="S12-word116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9" name="S12-chip11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글자 u</a:t>
            </a:r>
            <a:endParaRPr lang="ko-KR" sz="2400" dirty="0"/>
          </a:p>
        </p:txBody>
      </p:sp>
      <p:sp>
        <p:nvSpPr>
          <p:cNvPr id="10" name="S12-word118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읽고 모음 찾기</a:t>
            </a:r>
            <a:endParaRPr lang="ko-KR" sz="4000" dirty="0"/>
          </a:p>
        </p:txBody>
      </p:sp>
      <p:sp>
        <p:nvSpPr>
          <p:cNvPr id="3" name="S13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따라 읽고, 가운데 모음 글자를 말해요.</a:t>
            </a:r>
            <a:endParaRPr lang="ko-KR" sz="3000" dirty="0"/>
          </a:p>
        </p:txBody>
      </p:sp>
      <p:sp>
        <p:nvSpPr>
          <p:cNvPr id="4" name="S13-word120"/>
          <p:cNvSpPr txBox="1"/>
          <p:nvPr/>
        </p:nvSpPr>
        <p:spPr>
          <a:xfrm>
            <a:off x="548640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5" name="S13-word121"/>
          <p:cNvSpPr txBox="1"/>
          <p:nvPr/>
        </p:nvSpPr>
        <p:spPr>
          <a:xfrm>
            <a:off x="2821838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열(10)</a:t>
            </a:r>
            <a:endParaRPr lang="ko-KR" sz="3400" dirty="0"/>
          </a:p>
        </p:txBody>
      </p:sp>
      <p:sp>
        <p:nvSpPr>
          <p:cNvPr id="6" name="S13-word122"/>
          <p:cNvSpPr txBox="1"/>
          <p:nvPr/>
        </p:nvSpPr>
        <p:spPr>
          <a:xfrm>
            <a:off x="5095037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</a:t>
            </a:r>
            <a:endParaRPr lang="ko-KR" sz="3400" dirty="0"/>
          </a:p>
        </p:txBody>
      </p:sp>
      <p:sp>
        <p:nvSpPr>
          <p:cNvPr id="7" name="S13-word123"/>
          <p:cNvSpPr txBox="1"/>
          <p:nvPr/>
        </p:nvSpPr>
        <p:spPr>
          <a:xfrm>
            <a:off x="7368235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뜨거운</a:t>
            </a:r>
            <a:endParaRPr lang="ko-KR" sz="3400" dirty="0"/>
          </a:p>
        </p:txBody>
      </p:sp>
      <p:sp>
        <p:nvSpPr>
          <p:cNvPr id="8" name="S13-word124"/>
          <p:cNvSpPr txBox="1"/>
          <p:nvPr/>
        </p:nvSpPr>
        <p:spPr>
          <a:xfrm>
            <a:off x="9641434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</a:t>
            </a:r>
            <a:endParaRPr lang="ko-KR" sz="3400" dirty="0"/>
          </a:p>
        </p:txBody>
      </p:sp>
      <p:sp>
        <p:nvSpPr>
          <p:cNvPr id="9" name="S13-word125"/>
          <p:cNvSpPr txBox="1"/>
          <p:nvPr/>
        </p:nvSpPr>
        <p:spPr>
          <a:xfrm>
            <a:off x="548640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</a:t>
            </a:r>
            <a:endParaRPr lang="ko-KR" sz="3400" dirty="0"/>
          </a:p>
        </p:txBody>
      </p:sp>
      <p:sp>
        <p:nvSpPr>
          <p:cNvPr id="10" name="S13-word126"/>
          <p:cNvSpPr txBox="1"/>
          <p:nvPr/>
        </p:nvSpPr>
        <p:spPr>
          <a:xfrm>
            <a:off x="2821838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펜</a:t>
            </a:r>
            <a:endParaRPr lang="ko-KR" sz="3400" dirty="0"/>
          </a:p>
        </p:txBody>
      </p:sp>
      <p:sp>
        <p:nvSpPr>
          <p:cNvPr id="11" name="S13-word127"/>
          <p:cNvSpPr txBox="1"/>
          <p:nvPr/>
        </p:nvSpPr>
        <p:spPr>
          <a:xfrm>
            <a:off x="5095037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앉다</a:t>
            </a:r>
            <a:endParaRPr lang="ko-KR" sz="3400" dirty="0"/>
          </a:p>
        </p:txBody>
      </p:sp>
      <p:sp>
        <p:nvSpPr>
          <p:cNvPr id="12" name="S13-word128"/>
          <p:cNvSpPr txBox="1"/>
          <p:nvPr/>
        </p:nvSpPr>
        <p:spPr>
          <a:xfrm>
            <a:off x="7368235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꼭대기</a:t>
            </a:r>
            <a:endParaRPr lang="ko-KR" sz="3400" dirty="0"/>
          </a:p>
        </p:txBody>
      </p:sp>
      <p:sp>
        <p:nvSpPr>
          <p:cNvPr id="13" name="S13-word129"/>
          <p:cNvSpPr txBox="1"/>
          <p:nvPr/>
        </p:nvSpPr>
        <p:spPr>
          <a:xfrm>
            <a:off x="9641434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30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열쇠 낱말과 소리를 말하고, ②③④는 듣고 가운데 모음을 골라요.</a:t>
            </a:r>
            <a:endParaRPr lang="ko-KR" sz="3000" dirty="0"/>
          </a:p>
        </p:txBody>
      </p:sp>
      <p:sp>
        <p:nvSpPr>
          <p:cNvPr id="4" name="S14-chip131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32"/>
          <p:cNvSpPr txBox="1"/>
          <p:nvPr/>
        </p:nvSpPr>
        <p:spPr>
          <a:xfrm>
            <a:off x="21556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6" name="S14-tile133"/>
          <p:cNvSpPr txBox="1"/>
          <p:nvPr/>
        </p:nvSpPr>
        <p:spPr>
          <a:xfrm>
            <a:off x="37284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7" name="S14-chip134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ile135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9" name="S14-tile136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14-tile137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1" name="S14-chip138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4-tile139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3" name="S14-tile140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4" name="S14-tile141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14-chip142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6" name="S14-tile143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7" name="S14-tile144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8" name="S14-tile145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골라요</a:t>
            </a:r>
            <a:endParaRPr lang="ko-KR" sz="4000" dirty="0"/>
          </a:p>
        </p:txBody>
      </p:sp>
      <p:sp>
        <p:nvSpPr>
          <p:cNvPr id="3" name="S16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낱말은? 어떻게 알았나요?</a:t>
            </a:r>
            <a:endParaRPr lang="ko-KR" sz="3000" dirty="0"/>
          </a:p>
        </p:txBody>
      </p:sp>
      <p:sp>
        <p:nvSpPr>
          <p:cNvPr id="5" name="S16-chip14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card14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5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000" dirty="0"/>
          </a:p>
        </p:txBody>
      </p:sp>
      <p:sp>
        <p:nvSpPr>
          <p:cNvPr id="8" name="S16-chip15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6-card15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6-cardtext15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</a:t>
            </a:r>
            <a:endParaRPr lang="ko-KR" sz="3000" dirty="0"/>
          </a:p>
        </p:txBody>
      </p:sp>
      <p:sp>
        <p:nvSpPr>
          <p:cNvPr id="11" name="S16-chip15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6-card15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15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</a:t>
            </a:r>
            <a:endParaRPr lang="ko-KR" sz="3000" dirty="0"/>
          </a:p>
        </p:txBody>
      </p:sp>
      <p:sp>
        <p:nvSpPr>
          <p:cNvPr id="14" name="S16-chip15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6-card15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6-cardtext15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6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6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a·e·i·o·u는 낱말 속에서 짧은 소리를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 cat, bed, pig, dog, sun을 떠올려요.</a:t>
            </a:r>
            <a:endParaRPr lang="ko-KR" sz="3000" dirty="0"/>
          </a:p>
        </p:txBody>
      </p:sp>
      <p:sp>
        <p:nvSpPr>
          <p:cNvPr id="5" name="S17-chip16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열쇠 낱말 떠올리기</a:t>
            </a:r>
            <a:endParaRPr lang="ko-KR" sz="2400" dirty="0"/>
          </a:p>
        </p:txBody>
      </p:sp>
      <p:sp>
        <p:nvSpPr>
          <p:cNvPr id="6" name="S17-chip16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글자 이름으로 읽기</a:t>
            </a:r>
            <a:endParaRPr lang="ko-KR" sz="2400" dirty="0"/>
          </a:p>
        </p:txBody>
      </p:sp>
      <p:sp>
        <p:nvSpPr>
          <p:cNvPr id="7" name="S17-text16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6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 글자 다섯 개는?</a:t>
            </a:r>
            <a:endParaRPr lang="ko-KR" sz="2400" dirty="0"/>
          </a:p>
        </p:txBody>
      </p:sp>
      <p:sp>
        <p:nvSpPr>
          <p:cNvPr id="9" name="S17-text16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pig의 가운데 모음은?</a:t>
            </a:r>
            <a:endParaRPr lang="ko-KR" sz="2400" dirty="0"/>
          </a:p>
        </p:txBody>
      </p:sp>
      <p:sp>
        <p:nvSpPr>
          <p:cNvPr id="10" name="S17-text16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cap과 cup의 다른 점은?</a:t>
            </a:r>
            <a:endParaRPr lang="ko-KR" sz="2400" dirty="0"/>
          </a:p>
        </p:txBody>
      </p:sp>
      <p:sp>
        <p:nvSpPr>
          <p:cNvPr id="11" name="S17-text16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글자 낱말 읽고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소문자와 첫소리</a:t>
            </a:r>
            <a:endParaRPr lang="ko-KR" sz="4000" dirty="0"/>
          </a:p>
        </p:txBody>
      </p:sp>
      <p:sp>
        <p:nvSpPr>
          <p:cNvPr id="3" name="S18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8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8-word17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8-word17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8-word17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8-word17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8-word17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8-word17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단모음 소리</dc:title>
  <dc:subject>KR22-G04-ENG-SHORTVOW-L01</dc:subject>
  <dc:creator>education-ppt</dc:creator>
  <cp:lastModifiedBy>education-ppt</cp:lastModifiedBy>
  <cp:revision>1</cp:revision>
  <dcterms:created xsi:type="dcterms:W3CDTF">2026-10-26T08:55:40Z</dcterms:created>
  <dcterms:modified xsi:type="dcterms:W3CDTF">2026-10-26T08:55:40Z</dcterms:modified>
</cp:coreProperties>
</file>