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2e10554-8647-f4fc-d20d-6a1275b4f2eb}">
          <p14:sldIdLst>
            <p14:sldId id="256"/>
            <p14:sldId id="257"/>
          </p14:sldIdLst>
        </p14:section>
        <p14:section name="개념" id="{5e70684e-d8b8-e131-d610-9be0caca8d7d}">
          <p14:sldIdLst>
            <p14:sldId id="258"/>
            <p14:sldId id="259"/>
            <p14:sldId id="260"/>
            <p14:sldId id="262"/>
          </p14:sldIdLst>
        </p14:section>
        <p14:section name="연습" id="{03cac8b0-d8cc-1f37-94be-9a77f12a1447}">
          <p14:sldIdLst>
            <p14:sldId id="261"/>
            <p14:sldId id="263"/>
            <p14:sldId id="264"/>
            <p14:sldId id="265"/>
          </p14:sldIdLst>
        </p14:section>
        <p14:section name="개념" id="{4f91067d-1e00-d542-25d2-491d9c6f26b4}">
          <p14:sldIdLst/>
        </p14:section>
        <p14:section name="연습" id="{34046ccb-c840-d20c-e2b3-639346870609}">
          <p14:sldIdLst/>
        </p14:section>
        <p14:section name="확인" id="{83f77b5e-60ee-53fd-225f-6063c96593fa}">
          <p14:sldIdLst>
            <p14:sldId id="266"/>
            <p14:sldId id="267"/>
          </p14:sldIdLst>
        </p14:section>
        <p14:section name="정리" id="{7befa8fd-c91f-c3b8-5243-fb7c3e721d74}">
          <p14:sldIdLst>
            <p14:sldId id="268"/>
          </p14:sldIdLst>
        </p14:section>
        <p14:section name="보충" id="{0a5bc0c1-d51b-37de-315c-6699e6df5774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소리낱말문장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짧은 문장 읽고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짧은 문장 읽고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영어 · 짧은 문장 읽고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문장 읽고 쓰기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jam.은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뜻일까요?</a:t>
            </a:r>
            <a:endParaRPr lang="ko-KR" sz="30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jam.</a:t>
            </a:r>
            <a:endParaRPr lang="ko-KR" sz="34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22402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cat.</a:t>
            </a:r>
            <a:endParaRPr lang="ko-KR" sz="3400" dirty="0"/>
          </a:p>
        </p:txBody>
      </p:sp>
      <p:sp>
        <p:nvSpPr>
          <p:cNvPr id="6" name="S01-card3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I like ~. / I have a ~.를 읽고 뜻을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대문자·띄어쓰기·마침표를 지켜 문장을 써요.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글자 낱말 떠올리기</a:t>
            </a:r>
            <a:endParaRPr lang="ko-KR" sz="40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글자마다 소리를 내고 이어 읽어요.</a:t>
            </a:r>
            <a:endParaRPr lang="ko-KR" sz="30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ile7"/>
          <p:cNvSpPr txBox="1"/>
          <p:nvPr/>
        </p:nvSpPr>
        <p:spPr>
          <a:xfrm>
            <a:off x="2377440" y="214884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4400" dirty="0"/>
          </a:p>
        </p:txBody>
      </p:sp>
      <p:sp>
        <p:nvSpPr>
          <p:cNvPr id="6" name="S02-tile8"/>
          <p:cNvSpPr txBox="1"/>
          <p:nvPr/>
        </p:nvSpPr>
        <p:spPr>
          <a:xfrm>
            <a:off x="3584448" y="214884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4400" dirty="0"/>
          </a:p>
        </p:txBody>
      </p:sp>
      <p:sp>
        <p:nvSpPr>
          <p:cNvPr id="7" name="S02-tile9"/>
          <p:cNvSpPr txBox="1"/>
          <p:nvPr/>
        </p:nvSpPr>
        <p:spPr>
          <a:xfrm>
            <a:off x="4791456" y="214884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4400" dirty="0"/>
          </a:p>
        </p:txBody>
      </p:sp>
      <p:sp>
        <p:nvSpPr>
          <p:cNvPr id="8" name="S02-chip1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2-tile11"/>
          <p:cNvSpPr txBox="1"/>
          <p:nvPr/>
        </p:nvSpPr>
        <p:spPr>
          <a:xfrm>
            <a:off x="2377440" y="361188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4400" dirty="0"/>
          </a:p>
        </p:txBody>
      </p:sp>
      <p:sp>
        <p:nvSpPr>
          <p:cNvPr id="10" name="S02-tile12"/>
          <p:cNvSpPr txBox="1"/>
          <p:nvPr/>
        </p:nvSpPr>
        <p:spPr>
          <a:xfrm>
            <a:off x="3584448" y="361188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4400" dirty="0"/>
          </a:p>
        </p:txBody>
      </p:sp>
      <p:sp>
        <p:nvSpPr>
          <p:cNvPr id="11" name="S02-tile13"/>
          <p:cNvSpPr txBox="1"/>
          <p:nvPr/>
        </p:nvSpPr>
        <p:spPr>
          <a:xfrm>
            <a:off x="4791456" y="361188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4400" dirty="0"/>
          </a:p>
        </p:txBody>
      </p:sp>
      <p:sp>
        <p:nvSpPr>
          <p:cNvPr id="12" name="S02-chip14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02-tile15"/>
          <p:cNvSpPr txBox="1"/>
          <p:nvPr/>
        </p:nvSpPr>
        <p:spPr>
          <a:xfrm>
            <a:off x="2377440" y="507492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4400" dirty="0"/>
          </a:p>
        </p:txBody>
      </p:sp>
      <p:sp>
        <p:nvSpPr>
          <p:cNvPr id="14" name="S02-tile16"/>
          <p:cNvSpPr txBox="1"/>
          <p:nvPr/>
        </p:nvSpPr>
        <p:spPr>
          <a:xfrm>
            <a:off x="3584448" y="507492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4400" dirty="0"/>
          </a:p>
        </p:txBody>
      </p:sp>
      <p:sp>
        <p:nvSpPr>
          <p:cNvPr id="15" name="S02-tile17"/>
          <p:cNvSpPr txBox="1"/>
          <p:nvPr/>
        </p:nvSpPr>
        <p:spPr>
          <a:xfrm>
            <a:off x="4791456" y="507492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바로 읽는 낱말</a:t>
            </a:r>
            <a:endParaRPr lang="ko-KR" sz="4000" dirty="0"/>
          </a:p>
        </p:txBody>
      </p:sp>
      <p:sp>
        <p:nvSpPr>
          <p:cNvPr id="3" name="S03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이어 읽지 않고 보고 바로 읽어요.</a:t>
            </a:r>
            <a:endParaRPr lang="ko-KR" sz="3000" dirty="0"/>
          </a:p>
        </p:txBody>
      </p:sp>
      <p:sp>
        <p:nvSpPr>
          <p:cNvPr id="5" name="S03-word20"/>
          <p:cNvSpPr txBox="1"/>
          <p:nvPr/>
        </p:nvSpPr>
        <p:spPr>
          <a:xfrm>
            <a:off x="548640" y="23545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</a:t>
            </a:r>
            <a:endParaRPr lang="ko-KR" sz="3400" dirty="0"/>
          </a:p>
        </p:txBody>
      </p:sp>
      <p:sp>
        <p:nvSpPr>
          <p:cNvPr id="6" name="S03-word21"/>
          <p:cNvSpPr txBox="1"/>
          <p:nvPr/>
        </p:nvSpPr>
        <p:spPr>
          <a:xfrm>
            <a:off x="3390138" y="23545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like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좋아하다</a:t>
            </a:r>
            <a:endParaRPr lang="ko-KR" sz="3400" dirty="0"/>
          </a:p>
        </p:txBody>
      </p:sp>
      <p:sp>
        <p:nvSpPr>
          <p:cNvPr id="7" name="S03-word22"/>
          <p:cNvSpPr txBox="1"/>
          <p:nvPr/>
        </p:nvSpPr>
        <p:spPr>
          <a:xfrm>
            <a:off x="6231636" y="23545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have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가지고 있다</a:t>
            </a:r>
            <a:endParaRPr lang="ko-KR" sz="3400" dirty="0"/>
          </a:p>
        </p:txBody>
      </p:sp>
      <p:sp>
        <p:nvSpPr>
          <p:cNvPr id="8" name="S03-word23"/>
          <p:cNvSpPr txBox="1"/>
          <p:nvPr/>
        </p:nvSpPr>
        <p:spPr>
          <a:xfrm>
            <a:off x="9073134" y="23545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~.</a:t>
            </a:r>
            <a:endParaRPr lang="ko-KR" sz="4000" dirty="0"/>
          </a:p>
        </p:txBody>
      </p:sp>
      <p:sp>
        <p:nvSpPr>
          <p:cNvPr id="3" name="S04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 like 다음에 좋아하는 것을 말해요.</a:t>
            </a:r>
            <a:endParaRPr lang="ko-KR" sz="3000" dirty="0"/>
          </a:p>
        </p:txBody>
      </p:sp>
      <p:sp>
        <p:nvSpPr>
          <p:cNvPr id="5" name="S04-word26"/>
          <p:cNvSpPr txBox="1"/>
          <p:nvPr/>
        </p:nvSpPr>
        <p:spPr>
          <a:xfrm>
            <a:off x="548640" y="134874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jam.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잼을 좋아해요.</a:t>
            </a:r>
            <a:endParaRPr lang="ko-KR" sz="3400" dirty="0"/>
          </a:p>
        </p:txBody>
      </p:sp>
      <p:sp>
        <p:nvSpPr>
          <p:cNvPr id="6" name="S04-word27"/>
          <p:cNvSpPr txBox="1"/>
          <p:nvPr/>
        </p:nvSpPr>
        <p:spPr>
          <a:xfrm>
            <a:off x="548640" y="336042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red.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빨간색을 좋아해요.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~.</a:t>
            </a:r>
            <a:endParaRPr lang="ko-KR" sz="4000" dirty="0"/>
          </a:p>
        </p:txBody>
      </p:sp>
      <p:sp>
        <p:nvSpPr>
          <p:cNvPr id="3" name="S05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 have a 다음에 가진 것 하나를 말해요.</a:t>
            </a:r>
            <a:endParaRPr lang="ko-KR" sz="3000" dirty="0"/>
          </a:p>
        </p:txBody>
      </p:sp>
      <p:sp>
        <p:nvSpPr>
          <p:cNvPr id="5" name="S05-word30"/>
          <p:cNvSpPr txBox="1"/>
          <p:nvPr/>
        </p:nvSpPr>
        <p:spPr>
          <a:xfrm>
            <a:off x="548640" y="134874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cat.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고양이가 (한 마리) 있어요.</a:t>
            </a:r>
            <a:endParaRPr lang="ko-KR" sz="3400" dirty="0"/>
          </a:p>
        </p:txBody>
      </p:sp>
      <p:sp>
        <p:nvSpPr>
          <p:cNvPr id="6" name="S05-word31"/>
          <p:cNvSpPr txBox="1"/>
          <p:nvPr/>
        </p:nvSpPr>
        <p:spPr>
          <a:xfrm>
            <a:off x="548640" y="336042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pen.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펜이 (하나) 있어요.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 뜻을 말해요</a:t>
            </a:r>
            <a:endParaRPr lang="ko-KR" sz="4000" dirty="0"/>
          </a:p>
        </p:txBody>
      </p:sp>
      <p:sp>
        <p:nvSpPr>
          <p:cNvPr id="3" name="S06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문장을 소리 내어 읽고 뜻을 말해요.</a:t>
            </a:r>
            <a:endParaRPr lang="ko-KR" sz="3000" dirty="0"/>
          </a:p>
        </p:txBody>
      </p:sp>
      <p:sp>
        <p:nvSpPr>
          <p:cNvPr id="4" name="S06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like 좋아하다　·　have 가지고 있다</a:t>
            </a:r>
            <a:endParaRPr lang="ko-KR" sz="3000" dirty="0"/>
          </a:p>
        </p:txBody>
      </p:sp>
      <p:sp>
        <p:nvSpPr>
          <p:cNvPr id="6" name="S06-chip3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6-text3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ham.</a:t>
            </a:r>
            <a:endParaRPr lang="ko-KR" sz="3000" dirty="0"/>
          </a:p>
        </p:txBody>
      </p:sp>
      <p:sp>
        <p:nvSpPr>
          <p:cNvPr id="8" name="S06-chip3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6-text3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bag.</a:t>
            </a:r>
            <a:endParaRPr lang="ko-KR" sz="3000" dirty="0"/>
          </a:p>
        </p:txBody>
      </p:sp>
      <p:sp>
        <p:nvSpPr>
          <p:cNvPr id="10" name="S06-chip39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6-text40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gum.</a:t>
            </a:r>
            <a:endParaRPr lang="ko-KR" sz="3000" dirty="0"/>
          </a:p>
        </p:txBody>
      </p:sp>
      <p:sp>
        <p:nvSpPr>
          <p:cNvPr id="12" name="S06-chip41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6-text42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hat.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문장을 바르게 써요</a:t>
            </a:r>
            <a:endParaRPr lang="ko-KR" sz="4000" dirty="0"/>
          </a:p>
        </p:txBody>
      </p:sp>
      <p:sp>
        <p:nvSpPr>
          <p:cNvPr id="3" name="S07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 like jam.을 네 줄 공책에 써 봐요.</a:t>
            </a:r>
            <a:endParaRPr lang="ko-KR" sz="3000" dirty="0"/>
          </a:p>
        </p:txBody>
      </p:sp>
      <p:sp>
        <p:nvSpPr>
          <p:cNvPr id="4" name="S07-word44"/>
          <p:cNvSpPr txBox="1"/>
          <p:nvPr/>
        </p:nvSpPr>
        <p:spPr>
          <a:xfrm>
            <a:off x="6920911" y="3246120"/>
            <a:ext cx="1390254" cy="1737360"/>
          </a:xfrm>
          <a:prstGeom prst="roundRect">
            <a:avLst>
              <a:gd name="adj" fmla="val 920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3400" dirty="0"/>
          </a:p>
        </p:txBody>
      </p:sp>
      <p:sp>
        <p:nvSpPr>
          <p:cNvPr id="5" name="S07-word45"/>
          <p:cNvSpPr txBox="1"/>
          <p:nvPr/>
        </p:nvSpPr>
        <p:spPr>
          <a:xfrm>
            <a:off x="8585484" y="3246120"/>
            <a:ext cx="1390254" cy="1737360"/>
          </a:xfrm>
          <a:prstGeom prst="roundRect">
            <a:avLst>
              <a:gd name="adj" fmla="val 920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like</a:t>
            </a:r>
            <a:endParaRPr lang="ko-KR" sz="3400" dirty="0"/>
          </a:p>
        </p:txBody>
      </p:sp>
      <p:sp>
        <p:nvSpPr>
          <p:cNvPr id="6" name="S07-word46"/>
          <p:cNvSpPr txBox="1"/>
          <p:nvPr/>
        </p:nvSpPr>
        <p:spPr>
          <a:xfrm>
            <a:off x="10250058" y="3246120"/>
            <a:ext cx="1390254" cy="1737360"/>
          </a:xfrm>
          <a:prstGeom prst="roundRect">
            <a:avLst>
              <a:gd name="adj" fmla="val 920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jam.</a:t>
            </a:r>
            <a:endParaRPr lang="ko-KR" sz="3400" dirty="0"/>
          </a:p>
        </p:txBody>
      </p:sp>
      <p:sp>
        <p:nvSpPr>
          <p:cNvPr id="7" name="S07-stepno47"/>
          <p:cNvSpPr txBox="1"/>
          <p:nvPr/>
        </p:nvSpPr>
        <p:spPr>
          <a:xfrm>
            <a:off x="548640" y="21991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7-text48"/>
          <p:cNvSpPr txBox="1"/>
          <p:nvPr/>
        </p:nvSpPr>
        <p:spPr>
          <a:xfrm>
            <a:off x="1325880" y="219913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I는 언제나 대문자로 써요.</a:t>
            </a:r>
            <a:endParaRPr lang="ko-KR" sz="3000" dirty="0"/>
          </a:p>
        </p:txBody>
      </p:sp>
      <p:sp>
        <p:nvSpPr>
          <p:cNvPr id="9" name="S07-stepno49"/>
          <p:cNvSpPr txBox="1"/>
          <p:nvPr/>
        </p:nvSpPr>
        <p:spPr>
          <a:xfrm>
            <a:off x="548640" y="29580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7-text50"/>
          <p:cNvSpPr txBox="1"/>
          <p:nvPr/>
        </p:nvSpPr>
        <p:spPr>
          <a:xfrm>
            <a:off x="1325880" y="2912364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 사이는 손가락 하나만큼 띄어요.</a:t>
            </a:r>
            <a:endParaRPr lang="ko-KR" sz="3000" dirty="0"/>
          </a:p>
        </p:txBody>
      </p:sp>
      <p:sp>
        <p:nvSpPr>
          <p:cNvPr id="11" name="S07-stepno51"/>
          <p:cNvSpPr txBox="1"/>
          <p:nvPr/>
        </p:nvSpPr>
        <p:spPr>
          <a:xfrm>
            <a:off x="548640" y="40523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7-text52"/>
          <p:cNvSpPr txBox="1"/>
          <p:nvPr/>
        </p:nvSpPr>
        <p:spPr>
          <a:xfrm>
            <a:off x="1325880" y="4006596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글자는 둘째·셋째 줄 사이에 써요.</a:t>
            </a:r>
            <a:endParaRPr lang="ko-KR" sz="3000" dirty="0"/>
          </a:p>
        </p:txBody>
      </p:sp>
      <p:sp>
        <p:nvSpPr>
          <p:cNvPr id="13" name="S07-stepno53"/>
          <p:cNvSpPr txBox="1"/>
          <p:nvPr/>
        </p:nvSpPr>
        <p:spPr>
          <a:xfrm>
            <a:off x="548640" y="51465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7-text54"/>
          <p:cNvSpPr txBox="1"/>
          <p:nvPr/>
        </p:nvSpPr>
        <p:spPr>
          <a:xfrm>
            <a:off x="1325880" y="5100828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끝에 마침표(.)를 찍어요.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바를까요?</a:t>
            </a:r>
            <a:endParaRPr lang="ko-KR" sz="4000" dirty="0"/>
          </a:p>
        </p:txBody>
      </p:sp>
      <p:sp>
        <p:nvSpPr>
          <p:cNvPr id="3" name="S08-card5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같은 문장을 이렇게 썼어요.</a:t>
            </a:r>
            <a:endParaRPr lang="ko-KR" sz="3000" dirty="0"/>
          </a:p>
        </p:txBody>
      </p:sp>
      <p:sp>
        <p:nvSpPr>
          <p:cNvPr id="5" name="S08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쓴 쪽은 어디일까요? 다른 곳을 모두 찾아요.</a:t>
            </a:r>
            <a:endParaRPr lang="ko-KR" sz="3000" dirty="0"/>
          </a:p>
        </p:txBody>
      </p:sp>
      <p:sp>
        <p:nvSpPr>
          <p:cNvPr id="7" name="S08-chip5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8-word60"/>
          <p:cNvSpPr txBox="1"/>
          <p:nvPr/>
        </p:nvSpPr>
        <p:spPr>
          <a:xfrm>
            <a:off x="548640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jam</a:t>
            </a:r>
            <a:endParaRPr lang="ko-KR" sz="3400" dirty="0"/>
          </a:p>
        </p:txBody>
      </p:sp>
      <p:sp>
        <p:nvSpPr>
          <p:cNvPr id="9" name="S08-chip6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8-word62"/>
          <p:cNvSpPr txBox="1"/>
          <p:nvPr/>
        </p:nvSpPr>
        <p:spPr>
          <a:xfrm>
            <a:off x="6277356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jam.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고쳐 써요</a:t>
            </a:r>
            <a:endParaRPr lang="ko-KR" sz="4000" dirty="0"/>
          </a:p>
        </p:txBody>
      </p:sp>
      <p:sp>
        <p:nvSpPr>
          <p:cNvPr id="3" name="S09-text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곳을 찾아 공책에 바르게 고쳐 써요.</a:t>
            </a:r>
            <a:endParaRPr lang="ko-KR" sz="3000" dirty="0"/>
          </a:p>
        </p:txBody>
      </p:sp>
      <p:sp>
        <p:nvSpPr>
          <p:cNvPr id="4" name="S09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대문자 I　·　띄어쓰기　·　마침표</a:t>
            </a:r>
            <a:endParaRPr lang="ko-KR" sz="3000" dirty="0"/>
          </a:p>
        </p:txBody>
      </p:sp>
      <p:sp>
        <p:nvSpPr>
          <p:cNvPr id="6" name="S09-chip6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ext6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pen.</a:t>
            </a:r>
            <a:endParaRPr lang="ko-KR" sz="3000" dirty="0"/>
          </a:p>
        </p:txBody>
      </p:sp>
      <p:sp>
        <p:nvSpPr>
          <p:cNvPr id="8" name="S09-chip6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text6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likejam.</a:t>
            </a:r>
            <a:endParaRPr lang="ko-KR" sz="3000" dirty="0"/>
          </a:p>
        </p:txBody>
      </p:sp>
      <p:sp>
        <p:nvSpPr>
          <p:cNvPr id="10" name="S09-chip7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7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bag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문장을 만들어요</a:t>
            </a:r>
            <a:endParaRPr lang="ko-KR" sz="4000" dirty="0"/>
          </a:p>
        </p:txBody>
      </p:sp>
      <p:sp>
        <p:nvSpPr>
          <p:cNvPr id="3" name="S10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보기에서 골라 내 이야기를 말하고 공책에 써요.</a:t>
            </a:r>
            <a:endParaRPr lang="ko-KR" sz="3000" dirty="0"/>
          </a:p>
        </p:txBody>
      </p:sp>
      <p:sp>
        <p:nvSpPr>
          <p:cNvPr id="4" name="S10-card73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74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것:　jam　ham　gum　fish　red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가진 것:　cat　dog　pen　bag　hat</a:t>
            </a:r>
            <a:endParaRPr lang="ko-KR" sz="3000" dirty="0"/>
          </a:p>
        </p:txBody>
      </p:sp>
      <p:sp>
        <p:nvSpPr>
          <p:cNvPr id="6" name="S10-chip75"/>
          <p:cNvSpPr txBox="1"/>
          <p:nvPr/>
        </p:nvSpPr>
        <p:spPr>
          <a:xfrm>
            <a:off x="548640" y="23622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text76"/>
          <p:cNvSpPr txBox="1"/>
          <p:nvPr/>
        </p:nvSpPr>
        <p:spPr>
          <a:xfrm>
            <a:off x="1344168" y="2011680"/>
            <a:ext cx="10296144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______.</a:t>
            </a:r>
            <a:endParaRPr lang="ko-KR" sz="3000" dirty="0"/>
          </a:p>
        </p:txBody>
      </p:sp>
      <p:sp>
        <p:nvSpPr>
          <p:cNvPr id="8" name="S10-chip77"/>
          <p:cNvSpPr txBox="1"/>
          <p:nvPr/>
        </p:nvSpPr>
        <p:spPr>
          <a:xfrm>
            <a:off x="548640" y="381304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text78"/>
          <p:cNvSpPr txBox="1"/>
          <p:nvPr/>
        </p:nvSpPr>
        <p:spPr>
          <a:xfrm>
            <a:off x="1344168" y="3462528"/>
            <a:ext cx="10296144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______.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읽고 뜻을 말하고, ③④는 공책에 써요.</a:t>
            </a:r>
            <a:endParaRPr lang="ko-KR" sz="3000" dirty="0"/>
          </a:p>
        </p:txBody>
      </p:sp>
      <p:sp>
        <p:nvSpPr>
          <p:cNvPr id="4" name="S11-chip8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text8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map.</a:t>
            </a:r>
            <a:endParaRPr lang="ko-KR" sz="3000" dirty="0"/>
          </a:p>
        </p:txBody>
      </p:sp>
      <p:sp>
        <p:nvSpPr>
          <p:cNvPr id="6" name="S11-chip8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1-text8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fish.</a:t>
            </a:r>
            <a:endParaRPr lang="ko-KR" sz="3000" dirty="0"/>
          </a:p>
        </p:txBody>
      </p:sp>
      <p:sp>
        <p:nvSpPr>
          <p:cNvPr id="8" name="S11-chip84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1-text85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쓰기: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dog.</a:t>
            </a:r>
            <a:endParaRPr lang="ko-KR" sz="3000" dirty="0"/>
          </a:p>
        </p:txBody>
      </p:sp>
      <p:sp>
        <p:nvSpPr>
          <p:cNvPr id="10" name="S11-chip86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1-text87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문장 쓰기: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______.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문장을 골라요</a:t>
            </a:r>
            <a:endParaRPr lang="ko-KR" sz="4000" dirty="0"/>
          </a:p>
        </p:txBody>
      </p:sp>
      <p:sp>
        <p:nvSpPr>
          <p:cNvPr id="3" name="S13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‘나는 모자가 있어요.’를 바르게 쓴 문장은? 어떻게 알았나요?</a:t>
            </a:r>
            <a:endParaRPr lang="ko-KR" sz="3000" dirty="0"/>
          </a:p>
        </p:txBody>
      </p:sp>
      <p:sp>
        <p:nvSpPr>
          <p:cNvPr id="5" name="S13-chip90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3-card91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92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hat.</a:t>
            </a:r>
            <a:endParaRPr lang="ko-KR" sz="3000" dirty="0"/>
          </a:p>
        </p:txBody>
      </p:sp>
      <p:sp>
        <p:nvSpPr>
          <p:cNvPr id="8" name="S13-chip93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3-card94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95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cat.</a:t>
            </a:r>
            <a:endParaRPr lang="ko-KR" sz="3000" dirty="0"/>
          </a:p>
        </p:txBody>
      </p:sp>
      <p:sp>
        <p:nvSpPr>
          <p:cNvPr id="11" name="S13-chip96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3-card97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98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ham.</a:t>
            </a:r>
            <a:endParaRPr lang="ko-KR" sz="3000" dirty="0"/>
          </a:p>
        </p:txBody>
      </p:sp>
      <p:sp>
        <p:nvSpPr>
          <p:cNvPr id="14" name="S13-chip99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5" name="S13-card100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3-cardtext101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hat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02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03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 like ~.는 좋아하는 것, I have a ~.는 가진 것을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I는 대문자, 낱말 사이는 띄우고, 끝에 마침표를 찍어요.</a:t>
            </a:r>
            <a:endParaRPr lang="ko-KR" sz="3000" dirty="0"/>
          </a:p>
        </p:txBody>
      </p:sp>
      <p:sp>
        <p:nvSpPr>
          <p:cNvPr id="5" name="S14-chip104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I는 대문자, 끝에 마침표</a:t>
            </a:r>
            <a:endParaRPr lang="ko-KR" sz="2400" dirty="0"/>
          </a:p>
        </p:txBody>
      </p:sp>
      <p:sp>
        <p:nvSpPr>
          <p:cNvPr id="6" name="S14-chip105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낱말을 붙여 쓰기</a:t>
            </a:r>
            <a:endParaRPr lang="ko-KR" sz="2400" dirty="0"/>
          </a:p>
        </p:txBody>
      </p:sp>
      <p:sp>
        <p:nvSpPr>
          <p:cNvPr id="7" name="S14-text106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107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I have a pen.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 뜻 말하기</a:t>
            </a:r>
            <a:endParaRPr lang="ko-KR" sz="2400" dirty="0"/>
          </a:p>
        </p:txBody>
      </p:sp>
      <p:sp>
        <p:nvSpPr>
          <p:cNvPr id="9" name="S14-text108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 like jam.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쓰기</a:t>
            </a:r>
            <a:endParaRPr lang="ko-KR" sz="2400" dirty="0"/>
          </a:p>
        </p:txBody>
      </p:sp>
      <p:sp>
        <p:nvSpPr>
          <p:cNvPr id="10" name="S14-text109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문장 쓸 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지킬 것 세 가지</a:t>
            </a:r>
            <a:endParaRPr lang="ko-KR" sz="2400" dirty="0"/>
          </a:p>
        </p:txBody>
      </p:sp>
      <p:sp>
        <p:nvSpPr>
          <p:cNvPr id="11" name="S14-text11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가족 소개하기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세 글자 낱말 다시 읽기</a:t>
            </a:r>
            <a:endParaRPr lang="ko-KR" sz="4000" dirty="0"/>
          </a:p>
        </p:txBody>
      </p:sp>
      <p:sp>
        <p:nvSpPr>
          <p:cNvPr id="3" name="S15-card1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1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글자마다 소리를 내고 점점 빠르게 이어 읽어요.</a:t>
            </a:r>
            <a:endParaRPr lang="ko-KR" sz="3000" dirty="0"/>
          </a:p>
        </p:txBody>
      </p:sp>
      <p:sp>
        <p:nvSpPr>
          <p:cNvPr id="5" name="S15-word113"/>
          <p:cNvSpPr txBox="1"/>
          <p:nvPr/>
        </p:nvSpPr>
        <p:spPr>
          <a:xfrm>
            <a:off x="548640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</a:t>
            </a:r>
            <a:endParaRPr lang="ko-KR" sz="3400" dirty="0"/>
          </a:p>
        </p:txBody>
      </p:sp>
      <p:sp>
        <p:nvSpPr>
          <p:cNvPr id="6" name="S15-word114"/>
          <p:cNvSpPr txBox="1"/>
          <p:nvPr/>
        </p:nvSpPr>
        <p:spPr>
          <a:xfrm>
            <a:off x="4337304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펜</a:t>
            </a:r>
            <a:endParaRPr lang="ko-KR" sz="3400" dirty="0"/>
          </a:p>
        </p:txBody>
      </p:sp>
      <p:sp>
        <p:nvSpPr>
          <p:cNvPr id="7" name="S15-word115"/>
          <p:cNvSpPr txBox="1"/>
          <p:nvPr/>
        </p:nvSpPr>
        <p:spPr>
          <a:xfrm>
            <a:off x="8125968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bag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</a:t>
            </a:r>
            <a:endParaRPr lang="ko-KR" sz="3400" dirty="0"/>
          </a:p>
        </p:txBody>
      </p:sp>
      <p:sp>
        <p:nvSpPr>
          <p:cNvPr id="8" name="S15-word116"/>
          <p:cNvSpPr txBox="1"/>
          <p:nvPr/>
        </p:nvSpPr>
        <p:spPr>
          <a:xfrm>
            <a:off x="548640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jam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잼</a:t>
            </a:r>
            <a:endParaRPr lang="ko-KR" sz="3400" dirty="0"/>
          </a:p>
        </p:txBody>
      </p:sp>
      <p:sp>
        <p:nvSpPr>
          <p:cNvPr id="9" name="S15-word117"/>
          <p:cNvSpPr txBox="1"/>
          <p:nvPr/>
        </p:nvSpPr>
        <p:spPr>
          <a:xfrm>
            <a:off x="4337304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hat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모자</a:t>
            </a:r>
            <a:endParaRPr lang="ko-KR" sz="3400" dirty="0"/>
          </a:p>
        </p:txBody>
      </p:sp>
      <p:sp>
        <p:nvSpPr>
          <p:cNvPr id="10" name="S15-word118"/>
          <p:cNvSpPr txBox="1"/>
          <p:nvPr/>
        </p:nvSpPr>
        <p:spPr>
          <a:xfrm>
            <a:off x="8125968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bus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영어 짧은 문장 읽고 쓰기</dc:title>
  <dc:subject>KR22-G04-ENG-ILIKE-L01</dc:subject>
  <dc:creator>education-ppt</dc:creator>
  <cp:lastModifiedBy>education-ppt</cp:lastModifiedBy>
  <cp:revision>1</cp:revision>
  <dcterms:created xsi:type="dcterms:W3CDTF">2026-10-26T09:07:37Z</dcterms:created>
  <dcterms:modified xsi:type="dcterms:W3CDTF">2026-10-26T09:07:37Z</dcterms:modified>
</cp:coreProperties>
</file>