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58c648-cf2b-f8fe-bf46-64933a8cd636}">
          <p14:sldIdLst>
            <p14:sldId id="256"/>
            <p14:sldId id="257"/>
          </p14:sldIdLst>
        </p14:section>
        <p14:section name="개념" id="{9048e17e-8191-d247-75f4-40378db000cc}">
          <p14:sldIdLst>
            <p14:sldId id="258"/>
            <p14:sldId id="259"/>
            <p14:sldId id="260"/>
            <p14:sldId id="262"/>
          </p14:sldIdLst>
        </p14:section>
        <p14:section name="연습" id="{b75505ad-2b70-2964-21c9-fc39d2e34bbb}">
          <p14:sldIdLst>
            <p14:sldId id="261"/>
            <p14:sldId id="263"/>
            <p14:sldId id="264"/>
            <p14:sldId id="265"/>
          </p14:sldIdLst>
        </p14:section>
        <p14:section name="개념" id="{3cea8210-1642-9a45-5626-8c374dea7af5}">
          <p14:sldIdLst/>
        </p14:section>
        <p14:section name="연습" id="{13c73b37-019b-63b2-3ec8-e341006e0335}">
          <p14:sldIdLst/>
        </p14:section>
        <p14:section name="확인" id="{dde1faae-48b4-78d6-217b-270b48e7ad53}">
          <p14:sldIdLst>
            <p14:sldId id="266"/>
            <p14:sldId id="267"/>
          </p14:sldIdLst>
        </p14:section>
        <p14:section name="정리" id="{ba921a31-819e-33ab-34d8-509253c46aa0}">
          <p14:sldIdLst>
            <p14:sldId id="268"/>
          </p14:sldIdLst>
        </p14:section>
        <p14:section name="보충" id="{3d8ee93a-0349-f915-4804-a1949325750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문장 읽고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 like ~. / I have a ~.를 읽고 뜻을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대문자·띄어쓰기·마침표를 지켜 문장을 써요.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글자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이어 읽어요.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7"/>
          <p:cNvSpPr txBox="1"/>
          <p:nvPr/>
        </p:nvSpPr>
        <p:spPr>
          <a:xfrm>
            <a:off x="2377440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400" dirty="0"/>
          </a:p>
        </p:txBody>
      </p:sp>
      <p:sp>
        <p:nvSpPr>
          <p:cNvPr id="6" name="S02-tile8"/>
          <p:cNvSpPr txBox="1"/>
          <p:nvPr/>
        </p:nvSpPr>
        <p:spPr>
          <a:xfrm>
            <a:off x="3584448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400" dirty="0"/>
          </a:p>
        </p:txBody>
      </p:sp>
      <p:sp>
        <p:nvSpPr>
          <p:cNvPr id="7" name="S02-tile9"/>
          <p:cNvSpPr txBox="1"/>
          <p:nvPr/>
        </p:nvSpPr>
        <p:spPr>
          <a:xfrm>
            <a:off x="4791456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4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2-tile11"/>
          <p:cNvSpPr txBox="1"/>
          <p:nvPr/>
        </p:nvSpPr>
        <p:spPr>
          <a:xfrm>
            <a:off x="2377440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400" dirty="0"/>
          </a:p>
        </p:txBody>
      </p:sp>
      <p:sp>
        <p:nvSpPr>
          <p:cNvPr id="10" name="S02-tile12"/>
          <p:cNvSpPr txBox="1"/>
          <p:nvPr/>
        </p:nvSpPr>
        <p:spPr>
          <a:xfrm>
            <a:off x="3584448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400" dirty="0"/>
          </a:p>
        </p:txBody>
      </p:sp>
      <p:sp>
        <p:nvSpPr>
          <p:cNvPr id="11" name="S02-tile13"/>
          <p:cNvSpPr txBox="1"/>
          <p:nvPr/>
        </p:nvSpPr>
        <p:spPr>
          <a:xfrm>
            <a:off x="4791456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400" dirty="0"/>
          </a:p>
        </p:txBody>
      </p:sp>
      <p:sp>
        <p:nvSpPr>
          <p:cNvPr id="12" name="S02-chip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ile15"/>
          <p:cNvSpPr txBox="1"/>
          <p:nvPr/>
        </p:nvSpPr>
        <p:spPr>
          <a:xfrm>
            <a:off x="2377440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400" dirty="0"/>
          </a:p>
        </p:txBody>
      </p:sp>
      <p:sp>
        <p:nvSpPr>
          <p:cNvPr id="14" name="S02-tile16"/>
          <p:cNvSpPr txBox="1"/>
          <p:nvPr/>
        </p:nvSpPr>
        <p:spPr>
          <a:xfrm>
            <a:off x="3584448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4400" dirty="0"/>
          </a:p>
        </p:txBody>
      </p:sp>
      <p:sp>
        <p:nvSpPr>
          <p:cNvPr id="15" name="S02-tile17"/>
          <p:cNvSpPr txBox="1"/>
          <p:nvPr/>
        </p:nvSpPr>
        <p:spPr>
          <a:xfrm>
            <a:off x="4791456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바로 읽는 낱말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 읽지 않고 보고 바로 읽어요.</a:t>
            </a:r>
            <a:endParaRPr lang="ko-KR" sz="3000" dirty="0"/>
          </a:p>
        </p:txBody>
      </p:sp>
      <p:sp>
        <p:nvSpPr>
          <p:cNvPr id="5" name="S03-word20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</a:t>
            </a:r>
            <a:endParaRPr lang="ko-KR" sz="3400" dirty="0"/>
          </a:p>
        </p:txBody>
      </p:sp>
      <p:sp>
        <p:nvSpPr>
          <p:cNvPr id="6" name="S03-word21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좋아하다</a:t>
            </a:r>
            <a:endParaRPr lang="ko-KR" sz="3400" dirty="0"/>
          </a:p>
        </p:txBody>
      </p:sp>
      <p:sp>
        <p:nvSpPr>
          <p:cNvPr id="7" name="S03-word22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가지고 있다</a:t>
            </a:r>
            <a:endParaRPr lang="ko-KR" sz="3400" dirty="0"/>
          </a:p>
        </p:txBody>
      </p:sp>
      <p:sp>
        <p:nvSpPr>
          <p:cNvPr id="8" name="S03-word23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 다음에 좋아하는 것을 말해요.</a:t>
            </a:r>
            <a:endParaRPr lang="ko-KR" sz="30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잼을 좋아해요.</a:t>
            </a:r>
            <a:endParaRPr lang="ko-KR" sz="34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red.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빨간색을 좋아해요.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~.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have a 다음에 가진 것 하나를 말해요.</a:t>
            </a:r>
            <a:endParaRPr lang="ko-KR" sz="3000" dirty="0"/>
          </a:p>
        </p:txBody>
      </p:sp>
      <p:sp>
        <p:nvSpPr>
          <p:cNvPr id="5" name="S05-word30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(한 마리) 있어요.</a:t>
            </a:r>
            <a:endParaRPr lang="ko-KR" sz="3400" dirty="0"/>
          </a:p>
        </p:txBody>
      </p:sp>
      <p:sp>
        <p:nvSpPr>
          <p:cNvPr id="6" name="S05-word31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pen.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펜이 (하나) 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뜻을 말해요</a:t>
            </a:r>
            <a:endParaRPr lang="ko-KR" sz="40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소리 내어 읽고 뜻을 말해요.</a:t>
            </a:r>
            <a:endParaRPr lang="ko-KR" sz="30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 좋아하다　·　have 가지고 있다</a:t>
            </a:r>
            <a:endParaRPr lang="ko-KR" sz="3000" dirty="0"/>
          </a:p>
        </p:txBody>
      </p:sp>
      <p:sp>
        <p:nvSpPr>
          <p:cNvPr id="6" name="S06-chip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ham.</a:t>
            </a:r>
            <a:endParaRPr lang="ko-KR" sz="3000" dirty="0"/>
          </a:p>
        </p:txBody>
      </p:sp>
      <p:sp>
        <p:nvSpPr>
          <p:cNvPr id="8" name="S06-chip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bag.</a:t>
            </a:r>
            <a:endParaRPr lang="ko-KR" sz="3000" dirty="0"/>
          </a:p>
        </p:txBody>
      </p:sp>
      <p:sp>
        <p:nvSpPr>
          <p:cNvPr id="10" name="S06-chip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4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gum.</a:t>
            </a:r>
            <a:endParaRPr lang="ko-KR" sz="3000" dirty="0"/>
          </a:p>
        </p:txBody>
      </p:sp>
      <p:sp>
        <p:nvSpPr>
          <p:cNvPr id="12" name="S06-chip4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4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7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 jam.을 네 줄 공책에 써 봐요.</a:t>
            </a:r>
            <a:endParaRPr lang="ko-KR" sz="3000" dirty="0"/>
          </a:p>
        </p:txBody>
      </p:sp>
      <p:sp>
        <p:nvSpPr>
          <p:cNvPr id="4" name="S07-word44"/>
          <p:cNvSpPr txBox="1"/>
          <p:nvPr/>
        </p:nvSpPr>
        <p:spPr>
          <a:xfrm>
            <a:off x="6920911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3400" dirty="0"/>
          </a:p>
        </p:txBody>
      </p:sp>
      <p:sp>
        <p:nvSpPr>
          <p:cNvPr id="5" name="S07-word45"/>
          <p:cNvSpPr txBox="1"/>
          <p:nvPr/>
        </p:nvSpPr>
        <p:spPr>
          <a:xfrm>
            <a:off x="8585484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</a:t>
            </a:r>
            <a:endParaRPr lang="ko-KR" sz="3400" dirty="0"/>
          </a:p>
        </p:txBody>
      </p:sp>
      <p:sp>
        <p:nvSpPr>
          <p:cNvPr id="6" name="S07-word46"/>
          <p:cNvSpPr txBox="1"/>
          <p:nvPr/>
        </p:nvSpPr>
        <p:spPr>
          <a:xfrm>
            <a:off x="10250058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jam.</a:t>
            </a:r>
            <a:endParaRPr lang="ko-KR" sz="3400" dirty="0"/>
          </a:p>
        </p:txBody>
      </p:sp>
      <p:sp>
        <p:nvSpPr>
          <p:cNvPr id="7" name="S07-stepno47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48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3000" dirty="0"/>
          </a:p>
        </p:txBody>
      </p:sp>
      <p:sp>
        <p:nvSpPr>
          <p:cNvPr id="9" name="S07-stepno49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0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사이는 손가락 하나만큼 띄어요.</a:t>
            </a:r>
            <a:endParaRPr lang="ko-KR" sz="3000" dirty="0"/>
          </a:p>
        </p:txBody>
      </p:sp>
      <p:sp>
        <p:nvSpPr>
          <p:cNvPr id="11" name="S07-stepno51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2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글자는 둘째·셋째 줄 사이에 써요.</a:t>
            </a:r>
            <a:endParaRPr lang="ko-KR" sz="3000" dirty="0"/>
          </a:p>
        </p:txBody>
      </p:sp>
      <p:sp>
        <p:nvSpPr>
          <p:cNvPr id="13" name="S07-stepno53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4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마침표(.)를 찍어요.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문장을 이렇게 썼어요.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쪽은 어디일까요? 다른 곳을 모두 찾아요.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word60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</a:t>
            </a:r>
            <a:endParaRPr lang="ko-KR" sz="34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word62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써요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 공책에 바르게 고쳐 써요.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I　·　띄어쓰기　·　마침표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pen.</a:t>
            </a:r>
            <a:endParaRPr lang="ko-KR" sz="30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likejam.</a:t>
            </a:r>
            <a:endParaRPr lang="ko-KR" sz="30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bag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문장을 만들어요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내 이야기를 말하고 공책에 써요.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것:　jam　ham　gum　fish　red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것:　cat　dog　pen　bag　hat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3622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______.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381304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3462528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뜻을 말하고, ③④는 공책에 써요.</a:t>
            </a:r>
            <a:endParaRPr lang="ko-KR" sz="3000" dirty="0"/>
          </a:p>
        </p:txBody>
      </p:sp>
      <p:sp>
        <p:nvSpPr>
          <p:cNvPr id="4" name="S11-chip8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8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map.</a:t>
            </a:r>
            <a:endParaRPr lang="ko-KR" sz="3000" dirty="0"/>
          </a:p>
        </p:txBody>
      </p:sp>
      <p:sp>
        <p:nvSpPr>
          <p:cNvPr id="6" name="S11-chip8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8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fish.</a:t>
            </a:r>
            <a:endParaRPr lang="ko-KR" sz="3000" dirty="0"/>
          </a:p>
        </p:txBody>
      </p:sp>
      <p:sp>
        <p:nvSpPr>
          <p:cNvPr id="8" name="S11-chip8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8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쓰기: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000" dirty="0"/>
          </a:p>
        </p:txBody>
      </p:sp>
      <p:sp>
        <p:nvSpPr>
          <p:cNvPr id="10" name="S11-chip8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8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문장 쓰기: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문장을 골라요</a:t>
            </a:r>
            <a:endParaRPr lang="ko-KR" sz="4000" dirty="0"/>
          </a:p>
        </p:txBody>
      </p:sp>
      <p:sp>
        <p:nvSpPr>
          <p:cNvPr id="3" name="S13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모자가 있어요.’를 바르게 쓴 문장은? 어떻게 알았나요?</a:t>
            </a:r>
            <a:endParaRPr lang="ko-KR" sz="3000" dirty="0"/>
          </a:p>
        </p:txBody>
      </p:sp>
      <p:sp>
        <p:nvSpPr>
          <p:cNvPr id="5" name="S13-chip9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9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9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hat.</a:t>
            </a:r>
            <a:endParaRPr lang="ko-KR" sz="3000" dirty="0"/>
          </a:p>
        </p:txBody>
      </p:sp>
      <p:sp>
        <p:nvSpPr>
          <p:cNvPr id="8" name="S13-chip9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9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9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000" dirty="0"/>
          </a:p>
        </p:txBody>
      </p:sp>
      <p:sp>
        <p:nvSpPr>
          <p:cNvPr id="11" name="S13-chip9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9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9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ham.</a:t>
            </a:r>
            <a:endParaRPr lang="ko-KR" sz="3000" dirty="0"/>
          </a:p>
        </p:txBody>
      </p:sp>
      <p:sp>
        <p:nvSpPr>
          <p:cNvPr id="14" name="S13-chip9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10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10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 ~.는 좋아하는 것, I have a ~.는 가진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대문자, 낱말 사이는 띄우고, 끝에 마침표를 찍어요.</a:t>
            </a:r>
            <a:endParaRPr lang="ko-KR" sz="3000" dirty="0"/>
          </a:p>
        </p:txBody>
      </p:sp>
      <p:sp>
        <p:nvSpPr>
          <p:cNvPr id="5" name="S14-chip10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I는 대문자, 끝에 마침표</a:t>
            </a:r>
            <a:endParaRPr lang="ko-KR" sz="2400" dirty="0"/>
          </a:p>
        </p:txBody>
      </p:sp>
      <p:sp>
        <p:nvSpPr>
          <p:cNvPr id="6" name="S14-chip10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낱말을 붙여 쓰기</a:t>
            </a:r>
            <a:endParaRPr lang="ko-KR" sz="2400" dirty="0"/>
          </a:p>
        </p:txBody>
      </p:sp>
      <p:sp>
        <p:nvSpPr>
          <p:cNvPr id="7" name="S14-text10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 have a pen.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뜻 말하기</a:t>
            </a:r>
            <a:endParaRPr lang="ko-KR" sz="2400" dirty="0"/>
          </a:p>
        </p:txBody>
      </p:sp>
      <p:sp>
        <p:nvSpPr>
          <p:cNvPr id="9" name="S14-text10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 like jam.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쓰기</a:t>
            </a:r>
            <a:endParaRPr lang="ko-KR" sz="2400" dirty="0"/>
          </a:p>
        </p:txBody>
      </p:sp>
      <p:sp>
        <p:nvSpPr>
          <p:cNvPr id="10" name="S14-text10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쓸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것 세 가지</a:t>
            </a:r>
            <a:endParaRPr lang="ko-KR" sz="2400" dirty="0"/>
          </a:p>
        </p:txBody>
      </p:sp>
      <p:sp>
        <p:nvSpPr>
          <p:cNvPr id="11" name="S14-text1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가족 소개하기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글자 낱말 다시 읽기</a:t>
            </a:r>
            <a:endParaRPr lang="ko-KR" sz="4000" dirty="0"/>
          </a:p>
        </p:txBody>
      </p:sp>
      <p:sp>
        <p:nvSpPr>
          <p:cNvPr id="3" name="S15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점점 빠르게 이어 읽어요.</a:t>
            </a:r>
            <a:endParaRPr lang="ko-KR" sz="3000" dirty="0"/>
          </a:p>
        </p:txBody>
      </p:sp>
      <p:sp>
        <p:nvSpPr>
          <p:cNvPr id="5" name="S15-word113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15-word114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</a:t>
            </a:r>
            <a:endParaRPr lang="ko-KR" sz="3400" dirty="0"/>
          </a:p>
        </p:txBody>
      </p:sp>
      <p:sp>
        <p:nvSpPr>
          <p:cNvPr id="7" name="S15-word115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8" name="S15-word116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</a:t>
            </a:r>
            <a:endParaRPr lang="ko-KR" sz="3400" dirty="0"/>
          </a:p>
        </p:txBody>
      </p:sp>
      <p:sp>
        <p:nvSpPr>
          <p:cNvPr id="9" name="S15-word117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10" name="S15-word118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짧은 문장 읽고 쓰기</dc:title>
  <dc:subject>KR22-G04-ENG-ILIKE-L01</dc:subject>
  <dc:creator>education-ppt</dc:creator>
  <cp:lastModifiedBy>education-ppt</cp:lastModifiedBy>
  <cp:revision>1</cp:revision>
  <dcterms:created xsi:type="dcterms:W3CDTF">2026-10-26T08:55:37Z</dcterms:created>
  <dcterms:modified xsi:type="dcterms:W3CDTF">2026-10-26T08:55:37Z</dcterms:modified>
</cp:coreProperties>
</file>