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97d7d38-ce41-8a35-7de2-63351a5a958d}">
          <p14:sldIdLst>
            <p14:sldId id="256"/>
            <p14:sldId id="257"/>
          </p14:sldIdLst>
        </p14:section>
        <p14:section name="개념" id="{8705c0f5-1a15-3aac-07e9-3dbaa37ee08c}">
          <p14:sldIdLst>
            <p14:sldId id="258"/>
            <p14:sldId id="259"/>
            <p14:sldId id="263"/>
          </p14:sldIdLst>
        </p14:section>
        <p14:section name="연습" id="{cc1f3b5b-ba01-f80b-5d80-68747effbcc2}">
          <p14:sldIdLst>
            <p14:sldId id="260"/>
            <p14:sldId id="261"/>
            <p14:sldId id="262"/>
            <p14:sldId id="264"/>
          </p14:sldIdLst>
        </p14:section>
        <p14:section name="개념" id="{e04c3a75-163c-d128-1dc3-8bc21dbcb632}">
          <p14:sldIdLst/>
        </p14:section>
        <p14:section name="연습" id="{bef265df-0d03-540c-df82-8d08db54578b}">
          <p14:sldIdLst/>
        </p14:section>
        <p14:section name="확인" id="{39e0e8d4-fca5-0822-509e-748df3951044}">
          <p14:sldIdLst>
            <p14:sldId id="265"/>
            <p14:sldId id="266"/>
          </p14:sldIdLst>
        </p14:section>
        <p14:section name="정리" id="{07db00ca-00b4-70d4-297c-dfb32aad5793}">
          <p14:sldIdLst>
            <p14:sldId id="267"/>
          </p14:sldIdLst>
        </p14:section>
        <p14:section name="보충" id="{53e61c3c-7830-dde9-e325-5afb3642be6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소리낱말문장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세 글자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세 글자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세 글자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글자 낱말 읽고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c, a, t 소리를 이어 말하면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낱말이 될까요?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514856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100" dirty="0"/>
          </a:p>
        </p:txBody>
      </p:sp>
      <p:sp>
        <p:nvSpPr>
          <p:cNvPr id="5" name="S01-tile2"/>
          <p:cNvSpPr txBox="1"/>
          <p:nvPr/>
        </p:nvSpPr>
        <p:spPr>
          <a:xfrm>
            <a:off x="9058656" y="1514856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100" dirty="0"/>
          </a:p>
        </p:txBody>
      </p:sp>
      <p:sp>
        <p:nvSpPr>
          <p:cNvPr id="6" name="S01-tile3"/>
          <p:cNvSpPr txBox="1"/>
          <p:nvPr/>
        </p:nvSpPr>
        <p:spPr>
          <a:xfrm>
            <a:off x="10436352" y="1514856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100" dirty="0"/>
          </a:p>
        </p:txBody>
      </p:sp>
      <p:sp>
        <p:nvSpPr>
          <p:cNvPr id="7" name="S01-card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소리를 하나씩 이어 말해 낱말을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들은 낱말을 소리 셋으로 나누어 써요.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 소리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열쇠 낱말과 짧은 소리를 말하고, ②는 듣고 가운데 모음을 골라요.</a:t>
            </a:r>
            <a:endParaRPr lang="ko-KR" sz="30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8"/>
          <p:cNvSpPr txBox="1"/>
          <p:nvPr/>
        </p:nvSpPr>
        <p:spPr>
          <a:xfrm>
            <a:off x="182880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6" name="S02-tile9"/>
          <p:cNvSpPr txBox="1"/>
          <p:nvPr/>
        </p:nvSpPr>
        <p:spPr>
          <a:xfrm>
            <a:off x="340156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7" name="S02-tile10"/>
          <p:cNvSpPr txBox="1"/>
          <p:nvPr/>
        </p:nvSpPr>
        <p:spPr>
          <a:xfrm>
            <a:off x="497433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2-tile12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0" name="S02-tile13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1" name="S02-tile14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 글자의 소리</a:t>
            </a:r>
            <a:endParaRPr lang="ko-KR" sz="40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낱말의 첫소리가 그 글자의 소리예요.</a:t>
            </a:r>
            <a:endParaRPr lang="ko-KR" sz="3000" dirty="0"/>
          </a:p>
        </p:txBody>
      </p:sp>
      <p:sp>
        <p:nvSpPr>
          <p:cNvPr id="5" name="S03-tile17"/>
          <p:cNvSpPr txBox="1"/>
          <p:nvPr/>
        </p:nvSpPr>
        <p:spPr>
          <a:xfrm>
            <a:off x="2343150" y="1325880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800" dirty="0"/>
          </a:p>
        </p:txBody>
      </p:sp>
      <p:sp>
        <p:nvSpPr>
          <p:cNvPr id="6" name="S03-label18"/>
          <p:cNvSpPr txBox="1"/>
          <p:nvPr/>
        </p:nvSpPr>
        <p:spPr>
          <a:xfrm>
            <a:off x="2242566" y="27020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2000" dirty="0"/>
          </a:p>
        </p:txBody>
      </p:sp>
      <p:sp>
        <p:nvSpPr>
          <p:cNvPr id="7" name="S03-tile19"/>
          <p:cNvSpPr txBox="1"/>
          <p:nvPr/>
        </p:nvSpPr>
        <p:spPr>
          <a:xfrm>
            <a:off x="3883914" y="1325880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800" dirty="0"/>
          </a:p>
        </p:txBody>
      </p:sp>
      <p:sp>
        <p:nvSpPr>
          <p:cNvPr id="8" name="S03-label20"/>
          <p:cNvSpPr txBox="1"/>
          <p:nvPr/>
        </p:nvSpPr>
        <p:spPr>
          <a:xfrm>
            <a:off x="3783330" y="27020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2000" dirty="0"/>
          </a:p>
        </p:txBody>
      </p:sp>
      <p:sp>
        <p:nvSpPr>
          <p:cNvPr id="9" name="S03-tile21"/>
          <p:cNvSpPr txBox="1"/>
          <p:nvPr/>
        </p:nvSpPr>
        <p:spPr>
          <a:xfrm>
            <a:off x="5424678" y="1325880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800" dirty="0"/>
          </a:p>
        </p:txBody>
      </p:sp>
      <p:sp>
        <p:nvSpPr>
          <p:cNvPr id="10" name="S03-label22"/>
          <p:cNvSpPr txBox="1"/>
          <p:nvPr/>
        </p:nvSpPr>
        <p:spPr>
          <a:xfrm>
            <a:off x="5324094" y="27020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2000" dirty="0"/>
          </a:p>
        </p:txBody>
      </p:sp>
      <p:sp>
        <p:nvSpPr>
          <p:cNvPr id="11" name="S03-tile23"/>
          <p:cNvSpPr txBox="1"/>
          <p:nvPr/>
        </p:nvSpPr>
        <p:spPr>
          <a:xfrm>
            <a:off x="6965442" y="1325880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800" dirty="0"/>
          </a:p>
        </p:txBody>
      </p:sp>
      <p:sp>
        <p:nvSpPr>
          <p:cNvPr id="12" name="S03-label24"/>
          <p:cNvSpPr txBox="1"/>
          <p:nvPr/>
        </p:nvSpPr>
        <p:spPr>
          <a:xfrm>
            <a:off x="6864858" y="27020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gum</a:t>
            </a:r>
            <a:endParaRPr lang="ko-KR" sz="2000" dirty="0"/>
          </a:p>
        </p:txBody>
      </p:sp>
      <p:sp>
        <p:nvSpPr>
          <p:cNvPr id="13" name="S03-tile25"/>
          <p:cNvSpPr txBox="1"/>
          <p:nvPr/>
        </p:nvSpPr>
        <p:spPr>
          <a:xfrm>
            <a:off x="8506206" y="1325880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800" dirty="0"/>
          </a:p>
        </p:txBody>
      </p:sp>
      <p:sp>
        <p:nvSpPr>
          <p:cNvPr id="14" name="S03-label26"/>
          <p:cNvSpPr txBox="1"/>
          <p:nvPr/>
        </p:nvSpPr>
        <p:spPr>
          <a:xfrm>
            <a:off x="8405622" y="27020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2000" dirty="0"/>
          </a:p>
        </p:txBody>
      </p:sp>
      <p:sp>
        <p:nvSpPr>
          <p:cNvPr id="15" name="S03-tile27"/>
          <p:cNvSpPr txBox="1"/>
          <p:nvPr/>
        </p:nvSpPr>
        <p:spPr>
          <a:xfrm>
            <a:off x="2343150" y="3323844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800" dirty="0"/>
          </a:p>
        </p:txBody>
      </p:sp>
      <p:sp>
        <p:nvSpPr>
          <p:cNvPr id="16" name="S03-label28"/>
          <p:cNvSpPr txBox="1"/>
          <p:nvPr/>
        </p:nvSpPr>
        <p:spPr>
          <a:xfrm>
            <a:off x="2242566" y="4700016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ko-KR" sz="2000" dirty="0"/>
          </a:p>
        </p:txBody>
      </p:sp>
      <p:sp>
        <p:nvSpPr>
          <p:cNvPr id="17" name="S03-tile29"/>
          <p:cNvSpPr txBox="1"/>
          <p:nvPr/>
        </p:nvSpPr>
        <p:spPr>
          <a:xfrm>
            <a:off x="3883914" y="3323844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800" dirty="0"/>
          </a:p>
        </p:txBody>
      </p:sp>
      <p:sp>
        <p:nvSpPr>
          <p:cNvPr id="18" name="S03-label30"/>
          <p:cNvSpPr txBox="1"/>
          <p:nvPr/>
        </p:nvSpPr>
        <p:spPr>
          <a:xfrm>
            <a:off x="3783330" y="4700016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</a:t>
            </a:r>
            <a:endParaRPr lang="ko-KR" sz="2000" dirty="0"/>
          </a:p>
        </p:txBody>
      </p:sp>
      <p:sp>
        <p:nvSpPr>
          <p:cNvPr id="19" name="S03-tile31"/>
          <p:cNvSpPr txBox="1"/>
          <p:nvPr/>
        </p:nvSpPr>
        <p:spPr>
          <a:xfrm>
            <a:off x="5424678" y="3323844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800" dirty="0"/>
          </a:p>
        </p:txBody>
      </p:sp>
      <p:sp>
        <p:nvSpPr>
          <p:cNvPr id="20" name="S03-label32"/>
          <p:cNvSpPr txBox="1"/>
          <p:nvPr/>
        </p:nvSpPr>
        <p:spPr>
          <a:xfrm>
            <a:off x="5324094" y="4700016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2000" dirty="0"/>
          </a:p>
        </p:txBody>
      </p:sp>
      <p:sp>
        <p:nvSpPr>
          <p:cNvPr id="21" name="S03-tile33"/>
          <p:cNvSpPr txBox="1"/>
          <p:nvPr/>
        </p:nvSpPr>
        <p:spPr>
          <a:xfrm>
            <a:off x="6965442" y="3323844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800" dirty="0"/>
          </a:p>
        </p:txBody>
      </p:sp>
      <p:sp>
        <p:nvSpPr>
          <p:cNvPr id="22" name="S03-label34"/>
          <p:cNvSpPr txBox="1"/>
          <p:nvPr/>
        </p:nvSpPr>
        <p:spPr>
          <a:xfrm>
            <a:off x="6864858" y="4700016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</a:t>
            </a:r>
            <a:endParaRPr lang="ko-KR" sz="2000" dirty="0"/>
          </a:p>
        </p:txBody>
      </p:sp>
      <p:sp>
        <p:nvSpPr>
          <p:cNvPr id="23" name="S03-tile35"/>
          <p:cNvSpPr txBox="1"/>
          <p:nvPr/>
        </p:nvSpPr>
        <p:spPr>
          <a:xfrm>
            <a:off x="8506206" y="3323844"/>
            <a:ext cx="1339596" cy="1339596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800" dirty="0"/>
          </a:p>
        </p:txBody>
      </p:sp>
      <p:sp>
        <p:nvSpPr>
          <p:cNvPr id="24" name="S03-label36"/>
          <p:cNvSpPr txBox="1"/>
          <p:nvPr/>
        </p:nvSpPr>
        <p:spPr>
          <a:xfrm>
            <a:off x="8405622" y="4700016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이어 말해요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cat을 소리를 이어 읽어 봐요.</a:t>
            </a:r>
            <a:endParaRPr lang="ko-KR" sz="3000" dirty="0"/>
          </a:p>
        </p:txBody>
      </p:sp>
      <p:sp>
        <p:nvSpPr>
          <p:cNvPr id="4" name="S04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하나씩 말하고, 점점 빠르게 이어요.</a:t>
            </a:r>
            <a:endParaRPr lang="ko-KR" sz="3000" dirty="0"/>
          </a:p>
        </p:txBody>
      </p:sp>
      <p:sp>
        <p:nvSpPr>
          <p:cNvPr id="6" name="S04-tile40"/>
          <p:cNvSpPr txBox="1"/>
          <p:nvPr/>
        </p:nvSpPr>
        <p:spPr>
          <a:xfrm>
            <a:off x="7022043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7" name="S04-label41"/>
          <p:cNvSpPr txBox="1"/>
          <p:nvPr/>
        </p:nvSpPr>
        <p:spPr>
          <a:xfrm>
            <a:off x="6921459" y="40599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</a:t>
            </a:r>
            <a:endParaRPr lang="ko-KR" sz="2000" dirty="0"/>
          </a:p>
        </p:txBody>
      </p:sp>
      <p:sp>
        <p:nvSpPr>
          <p:cNvPr id="8" name="S04-tile42"/>
          <p:cNvSpPr txBox="1"/>
          <p:nvPr/>
        </p:nvSpPr>
        <p:spPr>
          <a:xfrm>
            <a:off x="8594811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9" name="S04-label43"/>
          <p:cNvSpPr txBox="1"/>
          <p:nvPr/>
        </p:nvSpPr>
        <p:spPr>
          <a:xfrm>
            <a:off x="8494227" y="40599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소리</a:t>
            </a:r>
            <a:endParaRPr lang="ko-KR" sz="2000" dirty="0"/>
          </a:p>
        </p:txBody>
      </p:sp>
      <p:sp>
        <p:nvSpPr>
          <p:cNvPr id="10" name="S04-tile44"/>
          <p:cNvSpPr txBox="1"/>
          <p:nvPr/>
        </p:nvSpPr>
        <p:spPr>
          <a:xfrm>
            <a:off x="10167579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1" name="S04-label45"/>
          <p:cNvSpPr txBox="1"/>
          <p:nvPr/>
        </p:nvSpPr>
        <p:spPr>
          <a:xfrm>
            <a:off x="10066995" y="40599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</a:t>
            </a:r>
            <a:endParaRPr lang="ko-KR" sz="2000" dirty="0"/>
          </a:p>
        </p:txBody>
      </p:sp>
      <p:sp>
        <p:nvSpPr>
          <p:cNvPr id="12" name="S04-stepno4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4-text47"/>
          <p:cNvSpPr txBox="1"/>
          <p:nvPr/>
        </p:nvSpPr>
        <p:spPr>
          <a:xfrm>
            <a:off x="1325880" y="22219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 c의 소리를 말해요.</a:t>
            </a:r>
            <a:endParaRPr lang="ko-KR" sz="2400" dirty="0"/>
          </a:p>
        </p:txBody>
      </p:sp>
      <p:sp>
        <p:nvSpPr>
          <p:cNvPr id="14" name="S04-stepno4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4-text49"/>
          <p:cNvSpPr txBox="1"/>
          <p:nvPr/>
        </p:nvSpPr>
        <p:spPr>
          <a:xfrm>
            <a:off x="1325880" y="293522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a의 짧은 소리를 말해요.</a:t>
            </a:r>
            <a:endParaRPr lang="ko-KR" sz="2400" dirty="0"/>
          </a:p>
        </p:txBody>
      </p:sp>
      <p:sp>
        <p:nvSpPr>
          <p:cNvPr id="16" name="S04-stepno5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4-text51"/>
          <p:cNvSpPr txBox="1"/>
          <p:nvPr/>
        </p:nvSpPr>
        <p:spPr>
          <a:xfrm>
            <a:off x="1325880" y="364845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 t의 소리를 말해요.</a:t>
            </a:r>
            <a:endParaRPr lang="ko-KR" sz="2400" dirty="0"/>
          </a:p>
        </p:txBody>
      </p:sp>
      <p:sp>
        <p:nvSpPr>
          <p:cNvPr id="18" name="S04-stepno5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04-text53"/>
          <p:cNvSpPr txBox="1"/>
          <p:nvPr/>
        </p:nvSpPr>
        <p:spPr>
          <a:xfrm>
            <a:off x="1325880" y="436168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소리를 점점 빠르게 이어 말해요.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읽어요</a:t>
            </a:r>
            <a:endParaRPr lang="ko-KR" sz="40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짚으며 소리를 하나씩 내고, 이어 읽어요.</a:t>
            </a:r>
            <a:endParaRPr lang="ko-KR" sz="3000" dirty="0"/>
          </a:p>
        </p:txBody>
      </p:sp>
      <p:sp>
        <p:nvSpPr>
          <p:cNvPr id="4" name="S05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모음 글자는 열쇠 낱말을 떠올려요.</a:t>
            </a:r>
            <a:endParaRPr lang="ko-KR" sz="3000" dirty="0"/>
          </a:p>
        </p:txBody>
      </p:sp>
      <p:sp>
        <p:nvSpPr>
          <p:cNvPr id="6" name="S05-chip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ile58"/>
          <p:cNvSpPr txBox="1"/>
          <p:nvPr/>
        </p:nvSpPr>
        <p:spPr>
          <a:xfrm>
            <a:off x="251460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8" name="S05-tile59"/>
          <p:cNvSpPr txBox="1"/>
          <p:nvPr/>
        </p:nvSpPr>
        <p:spPr>
          <a:xfrm>
            <a:off x="3630168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000" dirty="0"/>
          </a:p>
        </p:txBody>
      </p:sp>
      <p:sp>
        <p:nvSpPr>
          <p:cNvPr id="9" name="S05-tile60"/>
          <p:cNvSpPr txBox="1"/>
          <p:nvPr/>
        </p:nvSpPr>
        <p:spPr>
          <a:xfrm>
            <a:off x="474573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0" name="S05-chip6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5-tile62"/>
          <p:cNvSpPr txBox="1"/>
          <p:nvPr/>
        </p:nvSpPr>
        <p:spPr>
          <a:xfrm>
            <a:off x="251460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2" name="S05-tile63"/>
          <p:cNvSpPr txBox="1"/>
          <p:nvPr/>
        </p:nvSpPr>
        <p:spPr>
          <a:xfrm>
            <a:off x="363016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4000" dirty="0"/>
          </a:p>
        </p:txBody>
      </p:sp>
      <p:sp>
        <p:nvSpPr>
          <p:cNvPr id="13" name="S05-tile64"/>
          <p:cNvSpPr txBox="1"/>
          <p:nvPr/>
        </p:nvSpPr>
        <p:spPr>
          <a:xfrm>
            <a:off x="474573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14" name="S05-chip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5-tile66"/>
          <p:cNvSpPr txBox="1"/>
          <p:nvPr/>
        </p:nvSpPr>
        <p:spPr>
          <a:xfrm>
            <a:off x="251460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000" dirty="0"/>
          </a:p>
        </p:txBody>
      </p:sp>
      <p:sp>
        <p:nvSpPr>
          <p:cNvPr id="16" name="S05-tile67"/>
          <p:cNvSpPr txBox="1"/>
          <p:nvPr/>
        </p:nvSpPr>
        <p:spPr>
          <a:xfrm>
            <a:off x="3630168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000" dirty="0"/>
          </a:p>
        </p:txBody>
      </p:sp>
      <p:sp>
        <p:nvSpPr>
          <p:cNvPr id="17" name="S05-tile68"/>
          <p:cNvSpPr txBox="1"/>
          <p:nvPr/>
        </p:nvSpPr>
        <p:spPr>
          <a:xfrm>
            <a:off x="474573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보는 낱말 읽기</a:t>
            </a:r>
            <a:endParaRPr lang="ko-KR" sz="4000" dirty="0"/>
          </a:p>
        </p:txBody>
      </p:sp>
      <p:sp>
        <p:nvSpPr>
          <p:cNvPr id="3" name="S06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하나씩 이어 읽고, 다 읽으면 뜻을 알아봐요.</a:t>
            </a:r>
            <a:endParaRPr lang="ko-KR" sz="3000" dirty="0"/>
          </a:p>
        </p:txBody>
      </p:sp>
      <p:sp>
        <p:nvSpPr>
          <p:cNvPr id="4" name="S06-word70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ko-KR" sz="3400" dirty="0"/>
          </a:p>
        </p:txBody>
      </p:sp>
      <p:sp>
        <p:nvSpPr>
          <p:cNvPr id="5" name="S06-word71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hen</a:t>
            </a:r>
            <a:endParaRPr lang="ko-KR" sz="3400" dirty="0"/>
          </a:p>
        </p:txBody>
      </p:sp>
      <p:sp>
        <p:nvSpPr>
          <p:cNvPr id="6" name="S06-word72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sit</a:t>
            </a:r>
            <a:endParaRPr lang="ko-KR" sz="3400" dirty="0"/>
          </a:p>
        </p:txBody>
      </p:sp>
      <p:sp>
        <p:nvSpPr>
          <p:cNvPr id="7" name="S06-word73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</a:t>
            </a:r>
            <a:endParaRPr lang="ko-KR" sz="3400" dirty="0"/>
          </a:p>
        </p:txBody>
      </p:sp>
      <p:sp>
        <p:nvSpPr>
          <p:cNvPr id="8" name="S06-word74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</a:t>
            </a:r>
            <a:endParaRPr lang="ko-KR" sz="3400" dirty="0"/>
          </a:p>
        </p:txBody>
      </p:sp>
      <p:sp>
        <p:nvSpPr>
          <p:cNvPr id="9" name="S06-word75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mud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짐작해서 읽으면?</a:t>
            </a:r>
            <a:endParaRPr lang="ko-KR" sz="4000" dirty="0"/>
          </a:p>
        </p:txBody>
      </p:sp>
      <p:sp>
        <p:nvSpPr>
          <p:cNvPr id="3" name="S07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bag을 보고 ‘bus’라고 읽었어요.</a:t>
            </a:r>
            <a:endParaRPr lang="ko-KR" sz="3000" dirty="0"/>
          </a:p>
        </p:txBody>
      </p:sp>
      <p:sp>
        <p:nvSpPr>
          <p:cNvPr id="5" name="S07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어떻게 읽어야 할까요?</a:t>
            </a:r>
            <a:endParaRPr lang="ko-KR" sz="3000" dirty="0"/>
          </a:p>
        </p:txBody>
      </p:sp>
      <p:sp>
        <p:nvSpPr>
          <p:cNvPr id="7" name="S07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낱말</a:t>
            </a:r>
            <a:endParaRPr lang="ko-KR" sz="2400" dirty="0"/>
          </a:p>
        </p:txBody>
      </p:sp>
      <p:sp>
        <p:nvSpPr>
          <p:cNvPr id="8" name="S07-tile81"/>
          <p:cNvSpPr txBox="1"/>
          <p:nvPr/>
        </p:nvSpPr>
        <p:spPr>
          <a:xfrm>
            <a:off x="971550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9" name="S07-tile82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0" name="S07-tile83"/>
          <p:cNvSpPr txBox="1"/>
          <p:nvPr/>
        </p:nvSpPr>
        <p:spPr>
          <a:xfrm>
            <a:off x="4117086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1" name="S07-chip8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읽은 낱말</a:t>
            </a:r>
            <a:endParaRPr lang="ko-KR" sz="2400" dirty="0"/>
          </a:p>
        </p:txBody>
      </p:sp>
      <p:sp>
        <p:nvSpPr>
          <p:cNvPr id="12" name="S07-tile85"/>
          <p:cNvSpPr txBox="1"/>
          <p:nvPr/>
        </p:nvSpPr>
        <p:spPr>
          <a:xfrm>
            <a:off x="6700266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3" name="S07-tile86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4" name="S07-tile87"/>
          <p:cNvSpPr txBox="1"/>
          <p:nvPr/>
        </p:nvSpPr>
        <p:spPr>
          <a:xfrm>
            <a:off x="9845802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나누어 써요</a:t>
            </a:r>
            <a:endParaRPr lang="ko-KR" sz="4000" dirty="0"/>
          </a:p>
        </p:txBody>
      </p:sp>
      <p:sp>
        <p:nvSpPr>
          <p:cNvPr id="3" name="S08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pen을 소리 상자에 나누어 써 봐요.</a:t>
            </a:r>
            <a:endParaRPr lang="ko-KR" sz="3000" dirty="0"/>
          </a:p>
        </p:txBody>
      </p:sp>
      <p:sp>
        <p:nvSpPr>
          <p:cNvPr id="4" name="S08-tile89"/>
          <p:cNvSpPr txBox="1"/>
          <p:nvPr/>
        </p:nvSpPr>
        <p:spPr>
          <a:xfrm>
            <a:off x="7022043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5" name="S08-label90"/>
          <p:cNvSpPr txBox="1"/>
          <p:nvPr/>
        </p:nvSpPr>
        <p:spPr>
          <a:xfrm>
            <a:off x="6921459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</a:t>
            </a:r>
            <a:endParaRPr lang="ko-KR" sz="2000" dirty="0"/>
          </a:p>
        </p:txBody>
      </p:sp>
      <p:sp>
        <p:nvSpPr>
          <p:cNvPr id="6" name="S08-tile91"/>
          <p:cNvSpPr txBox="1"/>
          <p:nvPr/>
        </p:nvSpPr>
        <p:spPr>
          <a:xfrm>
            <a:off x="8594811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7" name="S08-label92"/>
          <p:cNvSpPr txBox="1"/>
          <p:nvPr/>
        </p:nvSpPr>
        <p:spPr>
          <a:xfrm>
            <a:off x="8494227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소리</a:t>
            </a:r>
            <a:endParaRPr lang="ko-KR" sz="2000" dirty="0"/>
          </a:p>
        </p:txBody>
      </p:sp>
      <p:sp>
        <p:nvSpPr>
          <p:cNvPr id="8" name="S08-tile93"/>
          <p:cNvSpPr txBox="1"/>
          <p:nvPr/>
        </p:nvSpPr>
        <p:spPr>
          <a:xfrm>
            <a:off x="10167579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9" name="S08-label94"/>
          <p:cNvSpPr txBox="1"/>
          <p:nvPr/>
        </p:nvSpPr>
        <p:spPr>
          <a:xfrm>
            <a:off x="10066995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</a:t>
            </a:r>
            <a:endParaRPr lang="ko-KR" sz="2000" dirty="0"/>
          </a:p>
        </p:txBody>
      </p:sp>
      <p:sp>
        <p:nvSpPr>
          <p:cNvPr id="10" name="S08-stepno95"/>
          <p:cNvSpPr txBox="1"/>
          <p:nvPr/>
        </p:nvSpPr>
        <p:spPr>
          <a:xfrm>
            <a:off x="548640" y="2389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8-text96"/>
          <p:cNvSpPr txBox="1"/>
          <p:nvPr/>
        </p:nvSpPr>
        <p:spPr>
          <a:xfrm>
            <a:off x="1325880" y="23896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따라 말해요.</a:t>
            </a:r>
            <a:endParaRPr lang="ko-KR" sz="3000" dirty="0"/>
          </a:p>
        </p:txBody>
      </p:sp>
      <p:sp>
        <p:nvSpPr>
          <p:cNvPr id="12" name="S08-stepno97"/>
          <p:cNvSpPr txBox="1"/>
          <p:nvPr/>
        </p:nvSpPr>
        <p:spPr>
          <a:xfrm>
            <a:off x="548640" y="314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3" name="S08-text98"/>
          <p:cNvSpPr txBox="1"/>
          <p:nvPr/>
        </p:nvSpPr>
        <p:spPr>
          <a:xfrm>
            <a:off x="1325880" y="31028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하나마다 바둑돌을 한 칸씩 밀어 넣어요.</a:t>
            </a:r>
            <a:endParaRPr lang="ko-KR" sz="3000" dirty="0"/>
          </a:p>
        </p:txBody>
      </p:sp>
      <p:sp>
        <p:nvSpPr>
          <p:cNvPr id="14" name="S08-stepno99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5" name="S08-text100"/>
          <p:cNvSpPr txBox="1"/>
          <p:nvPr/>
        </p:nvSpPr>
        <p:spPr>
          <a:xfrm>
            <a:off x="1325880" y="41970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그 소리의 글자를 써요.</a:t>
            </a:r>
            <a:endParaRPr lang="ko-KR" sz="3000" dirty="0"/>
          </a:p>
        </p:txBody>
      </p:sp>
      <p:sp>
        <p:nvSpPr>
          <p:cNvPr id="16" name="S08-stepno101"/>
          <p:cNvSpPr txBox="1"/>
          <p:nvPr/>
        </p:nvSpPr>
        <p:spPr>
          <a:xfrm>
            <a:off x="548640" y="4956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7" name="S08-text102"/>
          <p:cNvSpPr txBox="1"/>
          <p:nvPr/>
        </p:nvSpPr>
        <p:spPr>
          <a:xfrm>
            <a:off x="1325880" y="491032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글자를 다시 이어 읽어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상자에 써요</a:t>
            </a:r>
            <a:endParaRPr lang="ko-KR" sz="4000" dirty="0"/>
          </a:p>
        </p:txBody>
      </p:sp>
      <p:sp>
        <p:nvSpPr>
          <p:cNvPr id="3" name="S09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낱말을 소리 상자에 한 글자씩 써요.</a:t>
            </a:r>
            <a:endParaRPr lang="ko-KR" sz="3000" dirty="0"/>
          </a:p>
        </p:txBody>
      </p:sp>
      <p:sp>
        <p:nvSpPr>
          <p:cNvPr id="4" name="S09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바둑돌을 밀어 넣으며 소리를 세고, 칸마다 글자를 써요.</a:t>
            </a:r>
            <a:endParaRPr lang="ko-KR" sz="3000" dirty="0"/>
          </a:p>
        </p:txBody>
      </p:sp>
      <p:sp>
        <p:nvSpPr>
          <p:cNvPr id="6" name="S09-chip10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ile107"/>
          <p:cNvSpPr txBox="1"/>
          <p:nvPr/>
        </p:nvSpPr>
        <p:spPr>
          <a:xfrm>
            <a:off x="251460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8" name="S09-tile108"/>
          <p:cNvSpPr txBox="1"/>
          <p:nvPr/>
        </p:nvSpPr>
        <p:spPr>
          <a:xfrm>
            <a:off x="3630168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9" name="S09-tile109"/>
          <p:cNvSpPr txBox="1"/>
          <p:nvPr/>
        </p:nvSpPr>
        <p:spPr>
          <a:xfrm>
            <a:off x="474573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0" name="S09-chip1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9-tile111"/>
          <p:cNvSpPr txBox="1"/>
          <p:nvPr/>
        </p:nvSpPr>
        <p:spPr>
          <a:xfrm>
            <a:off x="251460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2" name="S09-tile112"/>
          <p:cNvSpPr txBox="1"/>
          <p:nvPr/>
        </p:nvSpPr>
        <p:spPr>
          <a:xfrm>
            <a:off x="363016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3" name="S09-tile113"/>
          <p:cNvSpPr txBox="1"/>
          <p:nvPr/>
        </p:nvSpPr>
        <p:spPr>
          <a:xfrm>
            <a:off x="474573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4" name="S09-chip11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9-tile115"/>
          <p:cNvSpPr txBox="1"/>
          <p:nvPr/>
        </p:nvSpPr>
        <p:spPr>
          <a:xfrm>
            <a:off x="251460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6" name="S09-tile116"/>
          <p:cNvSpPr txBox="1"/>
          <p:nvPr/>
        </p:nvSpPr>
        <p:spPr>
          <a:xfrm>
            <a:off x="3630168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7" name="S09-tile117"/>
          <p:cNvSpPr txBox="1"/>
          <p:nvPr/>
        </p:nvSpPr>
        <p:spPr>
          <a:xfrm>
            <a:off x="474573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소리를 이어 읽고, ④는 듣고 소리 상자에 써요.</a:t>
            </a:r>
            <a:endParaRPr lang="ko-KR" sz="3000" dirty="0"/>
          </a:p>
        </p:txBody>
      </p:sp>
      <p:sp>
        <p:nvSpPr>
          <p:cNvPr id="4" name="S10-chip119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ile120"/>
          <p:cNvSpPr txBox="1"/>
          <p:nvPr/>
        </p:nvSpPr>
        <p:spPr>
          <a:xfrm>
            <a:off x="1369314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6" name="S10-tile121"/>
          <p:cNvSpPr txBox="1"/>
          <p:nvPr/>
        </p:nvSpPr>
        <p:spPr>
          <a:xfrm>
            <a:off x="2942082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7" name="S10-tile122"/>
          <p:cNvSpPr txBox="1"/>
          <p:nvPr/>
        </p:nvSpPr>
        <p:spPr>
          <a:xfrm>
            <a:off x="451485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8" name="S10-chip123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ile124"/>
          <p:cNvSpPr txBox="1"/>
          <p:nvPr/>
        </p:nvSpPr>
        <p:spPr>
          <a:xfrm>
            <a:off x="709803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0" name="S10-tile125"/>
          <p:cNvSpPr txBox="1"/>
          <p:nvPr/>
        </p:nvSpPr>
        <p:spPr>
          <a:xfrm>
            <a:off x="867079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1" name="S10-tile126"/>
          <p:cNvSpPr txBox="1"/>
          <p:nvPr/>
        </p:nvSpPr>
        <p:spPr>
          <a:xfrm>
            <a:off x="1024356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2" name="S10-chip127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10-tile128"/>
          <p:cNvSpPr txBox="1"/>
          <p:nvPr/>
        </p:nvSpPr>
        <p:spPr>
          <a:xfrm>
            <a:off x="1369314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4" name="S10-tile129"/>
          <p:cNvSpPr txBox="1"/>
          <p:nvPr/>
        </p:nvSpPr>
        <p:spPr>
          <a:xfrm>
            <a:off x="2942082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5" name="S10-tile130"/>
          <p:cNvSpPr txBox="1"/>
          <p:nvPr/>
        </p:nvSpPr>
        <p:spPr>
          <a:xfrm>
            <a:off x="451485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6" name="S10-chip131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10-tile132"/>
          <p:cNvSpPr txBox="1"/>
          <p:nvPr/>
        </p:nvSpPr>
        <p:spPr>
          <a:xfrm>
            <a:off x="709803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5900" dirty="0"/>
          </a:p>
        </p:txBody>
      </p:sp>
      <p:sp>
        <p:nvSpPr>
          <p:cNvPr id="18" name="S10-tile133"/>
          <p:cNvSpPr txBox="1"/>
          <p:nvPr/>
        </p:nvSpPr>
        <p:spPr>
          <a:xfrm>
            <a:off x="8670798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5900" dirty="0"/>
          </a:p>
        </p:txBody>
      </p:sp>
      <p:sp>
        <p:nvSpPr>
          <p:cNvPr id="19" name="S10-tile134"/>
          <p:cNvSpPr txBox="1"/>
          <p:nvPr/>
        </p:nvSpPr>
        <p:spPr>
          <a:xfrm>
            <a:off x="10243566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낱말을 골라요</a:t>
            </a:r>
            <a:endParaRPr lang="ko-KR" sz="4000" dirty="0"/>
          </a:p>
        </p:txBody>
      </p:sp>
      <p:sp>
        <p:nvSpPr>
          <p:cNvPr id="3" name="S12-card1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낱말은? 어떻게 알았나요?</a:t>
            </a:r>
            <a:endParaRPr lang="ko-KR" sz="3000" dirty="0"/>
          </a:p>
        </p:txBody>
      </p:sp>
      <p:sp>
        <p:nvSpPr>
          <p:cNvPr id="5" name="S12-chip13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card138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139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000" dirty="0"/>
          </a:p>
        </p:txBody>
      </p:sp>
      <p:sp>
        <p:nvSpPr>
          <p:cNvPr id="8" name="S12-chip14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card141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42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</a:t>
            </a:r>
            <a:endParaRPr lang="ko-KR" sz="3000" dirty="0"/>
          </a:p>
        </p:txBody>
      </p:sp>
      <p:sp>
        <p:nvSpPr>
          <p:cNvPr id="11" name="S12-chip14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2-card144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145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bug</a:t>
            </a:r>
            <a:endParaRPr lang="ko-KR" sz="3000" dirty="0"/>
          </a:p>
        </p:txBody>
      </p:sp>
      <p:sp>
        <p:nvSpPr>
          <p:cNvPr id="14" name="S12-chip14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2-card147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148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4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글자마다 소리를 내고 이어 말하면 낱말을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낱말은 소리 셋으로 나누어 써요.</a:t>
            </a:r>
            <a:endParaRPr lang="ko-KR" sz="30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 글자 모두 소리 내기</a:t>
            </a:r>
            <a:endParaRPr lang="ko-KR" sz="2400" dirty="0"/>
          </a:p>
        </p:txBody>
      </p:sp>
      <p:sp>
        <p:nvSpPr>
          <p:cNvPr id="6" name="S13-chip15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글자만 보고 짐작하기</a:t>
            </a:r>
            <a:endParaRPr lang="ko-KR" sz="2400" dirty="0"/>
          </a:p>
        </p:txBody>
      </p:sp>
      <p:sp>
        <p:nvSpPr>
          <p:cNvPr id="7" name="S13-text15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5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sit 읽기</a:t>
            </a:r>
            <a:endParaRPr lang="ko-KR" sz="2400" dirty="0"/>
          </a:p>
        </p:txBody>
      </p:sp>
      <p:sp>
        <p:nvSpPr>
          <p:cNvPr id="9" name="S13-text15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bat 듣고 쓰기</a:t>
            </a:r>
            <a:endParaRPr lang="ko-KR" sz="2400" dirty="0"/>
          </a:p>
        </p:txBody>
      </p:sp>
      <p:sp>
        <p:nvSpPr>
          <p:cNvPr id="10" name="S13-text15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bag과 big의 다른 점은?</a:t>
            </a:r>
            <a:endParaRPr lang="ko-KR" sz="2400" dirty="0"/>
          </a:p>
        </p:txBody>
      </p:sp>
      <p:sp>
        <p:nvSpPr>
          <p:cNvPr id="11" name="S13-text1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짧은 문장 읽고 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모음 소리 다시</a:t>
            </a:r>
            <a:endParaRPr lang="ko-KR" sz="4000" dirty="0"/>
          </a:p>
        </p:txBody>
      </p:sp>
      <p:sp>
        <p:nvSpPr>
          <p:cNvPr id="3" name="S14-card158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59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낱말을 듣고 따라 말해요.</a:t>
            </a:r>
            <a:endParaRPr lang="ko-KR" sz="3000" dirty="0"/>
          </a:p>
        </p:txBody>
      </p:sp>
      <p:sp>
        <p:nvSpPr>
          <p:cNvPr id="5" name="S14-card160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61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소리를 찾아요.</a:t>
            </a:r>
            <a:endParaRPr lang="ko-KR" sz="3000" dirty="0"/>
          </a:p>
        </p:txBody>
      </p:sp>
      <p:sp>
        <p:nvSpPr>
          <p:cNvPr id="7" name="S14-tile162"/>
          <p:cNvSpPr txBox="1"/>
          <p:nvPr/>
        </p:nvSpPr>
        <p:spPr>
          <a:xfrm>
            <a:off x="2263140" y="211378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14-label163"/>
          <p:cNvSpPr txBox="1"/>
          <p:nvPr/>
        </p:nvSpPr>
        <p:spPr>
          <a:xfrm>
            <a:off x="2162556" y="35219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2000" dirty="0"/>
          </a:p>
        </p:txBody>
      </p:sp>
      <p:sp>
        <p:nvSpPr>
          <p:cNvPr id="9" name="S14-tile164"/>
          <p:cNvSpPr txBox="1"/>
          <p:nvPr/>
        </p:nvSpPr>
        <p:spPr>
          <a:xfrm>
            <a:off x="3835908" y="211378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0" name="S14-label165"/>
          <p:cNvSpPr txBox="1"/>
          <p:nvPr/>
        </p:nvSpPr>
        <p:spPr>
          <a:xfrm>
            <a:off x="3735324" y="35219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</a:t>
            </a:r>
            <a:endParaRPr lang="ko-KR" sz="2000" dirty="0"/>
          </a:p>
        </p:txBody>
      </p:sp>
      <p:sp>
        <p:nvSpPr>
          <p:cNvPr id="11" name="S14-tile166"/>
          <p:cNvSpPr txBox="1"/>
          <p:nvPr/>
        </p:nvSpPr>
        <p:spPr>
          <a:xfrm>
            <a:off x="5408676" y="211378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2" name="S14-label167"/>
          <p:cNvSpPr txBox="1"/>
          <p:nvPr/>
        </p:nvSpPr>
        <p:spPr>
          <a:xfrm>
            <a:off x="5308092" y="35219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pig</a:t>
            </a:r>
            <a:endParaRPr lang="ko-KR" sz="2000" dirty="0"/>
          </a:p>
        </p:txBody>
      </p:sp>
      <p:sp>
        <p:nvSpPr>
          <p:cNvPr id="13" name="S14-tile168"/>
          <p:cNvSpPr txBox="1"/>
          <p:nvPr/>
        </p:nvSpPr>
        <p:spPr>
          <a:xfrm>
            <a:off x="6981444" y="211378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4" name="S14-label169"/>
          <p:cNvSpPr txBox="1"/>
          <p:nvPr/>
        </p:nvSpPr>
        <p:spPr>
          <a:xfrm>
            <a:off x="6880860" y="35219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2000" dirty="0"/>
          </a:p>
        </p:txBody>
      </p:sp>
      <p:sp>
        <p:nvSpPr>
          <p:cNvPr id="15" name="S14-tile170"/>
          <p:cNvSpPr txBox="1"/>
          <p:nvPr/>
        </p:nvSpPr>
        <p:spPr>
          <a:xfrm>
            <a:off x="8554212" y="211378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6" name="S14-label171"/>
          <p:cNvSpPr txBox="1"/>
          <p:nvPr/>
        </p:nvSpPr>
        <p:spPr>
          <a:xfrm>
            <a:off x="8453628" y="35219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세 글자 낱말 읽고 쓰기</dc:title>
  <dc:subject>KR22-G04-ENG-CVC-L01</dc:subject>
  <dc:creator>education-ppt</dc:creator>
  <cp:lastModifiedBy>education-ppt</cp:lastModifiedBy>
  <cp:revision>1</cp:revision>
  <dcterms:created xsi:type="dcterms:W3CDTF">2026-10-26T09:07:35Z</dcterms:created>
  <dcterms:modified xsi:type="dcterms:W3CDTF">2026-10-26T09:07:35Z</dcterms:modified>
</cp:coreProperties>
</file>