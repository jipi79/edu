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3cb0f5b-8c31-27b7-d4d9-ac36f75260e2}">
          <p14:sldIdLst>
            <p14:sldId id="256"/>
            <p14:sldId id="257"/>
          </p14:sldIdLst>
        </p14:section>
        <p14:section name="개념" id="{a948664e-613a-3c3b-9061-eb66b205c9b5}">
          <p14:sldIdLst>
            <p14:sldId id="258"/>
            <p14:sldId id="259"/>
            <p14:sldId id="263"/>
          </p14:sldIdLst>
        </p14:section>
        <p14:section name="연습" id="{4257b597-96f9-9ed4-5541-b97fe1ac6bd5}">
          <p14:sldIdLst>
            <p14:sldId id="260"/>
            <p14:sldId id="261"/>
            <p14:sldId id="262"/>
            <p14:sldId id="264"/>
          </p14:sldIdLst>
        </p14:section>
        <p14:section name="개념" id="{ff5e672d-8032-b0ce-8db6-a4d0ecbba896}">
          <p14:sldIdLst/>
        </p14:section>
        <p14:section name="연습" id="{bd43cb53-de3e-fcc3-d280-08d9ad0857e0}">
          <p14:sldIdLst/>
        </p14:section>
        <p14:section name="확인" id="{903db0e7-1180-651d-3706-80461a69baa4}">
          <p14:sldIdLst>
            <p14:sldId id="265"/>
            <p14:sldId id="266"/>
          </p14:sldIdLst>
        </p14:section>
        <p14:section name="정리" id="{dab868b4-5728-8779-2d95-88b42f8506f1}">
          <p14:sldIdLst>
            <p14:sldId id="267"/>
          </p14:sldIdLst>
        </p14:section>
        <p14:section name="보충" id="{4f4a2d93-8645-eb89-df63-a331732455e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글자 낱말 읽고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c, a, t 소리를 이어 말하면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낱말이 될까요?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1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소리를 하나씩 이어 말해 낱말을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들은 낱말을 소리 셋으로 나누어 써요.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 소리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열쇠 낱말과 짧은 소리를 말하고, ②는 듣고 가운데 모음을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82880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6" name="S02-tile9"/>
          <p:cNvSpPr txBox="1"/>
          <p:nvPr/>
        </p:nvSpPr>
        <p:spPr>
          <a:xfrm>
            <a:off x="340156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7" name="S02-tile10"/>
          <p:cNvSpPr txBox="1"/>
          <p:nvPr/>
        </p:nvSpPr>
        <p:spPr>
          <a:xfrm>
            <a:off x="497433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2-tile12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0" name="S02-tile13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 글자의 소리</a:t>
            </a:r>
            <a:endParaRPr lang="ko-KR" sz="40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낱말의 첫소리가 그 글자의 소리예요.</a:t>
            </a:r>
            <a:endParaRPr lang="ko-KR" sz="3000" dirty="0"/>
          </a:p>
        </p:txBody>
      </p:sp>
      <p:sp>
        <p:nvSpPr>
          <p:cNvPr id="5" name="S03-tile17"/>
          <p:cNvSpPr txBox="1"/>
          <p:nvPr/>
        </p:nvSpPr>
        <p:spPr>
          <a:xfrm>
            <a:off x="2343150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800" dirty="0"/>
          </a:p>
        </p:txBody>
      </p:sp>
      <p:sp>
        <p:nvSpPr>
          <p:cNvPr id="6" name="S03-label18"/>
          <p:cNvSpPr txBox="1"/>
          <p:nvPr/>
        </p:nvSpPr>
        <p:spPr>
          <a:xfrm>
            <a:off x="2242566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2000" dirty="0"/>
          </a:p>
        </p:txBody>
      </p:sp>
      <p:sp>
        <p:nvSpPr>
          <p:cNvPr id="7" name="S03-tile19"/>
          <p:cNvSpPr txBox="1"/>
          <p:nvPr/>
        </p:nvSpPr>
        <p:spPr>
          <a:xfrm>
            <a:off x="3883914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800" dirty="0"/>
          </a:p>
        </p:txBody>
      </p:sp>
      <p:sp>
        <p:nvSpPr>
          <p:cNvPr id="8" name="S03-label20"/>
          <p:cNvSpPr txBox="1"/>
          <p:nvPr/>
        </p:nvSpPr>
        <p:spPr>
          <a:xfrm>
            <a:off x="3783330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9" name="S03-tile21"/>
          <p:cNvSpPr txBox="1"/>
          <p:nvPr/>
        </p:nvSpPr>
        <p:spPr>
          <a:xfrm>
            <a:off x="5424678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800" dirty="0"/>
          </a:p>
        </p:txBody>
      </p:sp>
      <p:sp>
        <p:nvSpPr>
          <p:cNvPr id="10" name="S03-label22"/>
          <p:cNvSpPr txBox="1"/>
          <p:nvPr/>
        </p:nvSpPr>
        <p:spPr>
          <a:xfrm>
            <a:off x="5324094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1" name="S03-tile23"/>
          <p:cNvSpPr txBox="1"/>
          <p:nvPr/>
        </p:nvSpPr>
        <p:spPr>
          <a:xfrm>
            <a:off x="6965442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800" dirty="0"/>
          </a:p>
        </p:txBody>
      </p:sp>
      <p:sp>
        <p:nvSpPr>
          <p:cNvPr id="12" name="S03-label24"/>
          <p:cNvSpPr txBox="1"/>
          <p:nvPr/>
        </p:nvSpPr>
        <p:spPr>
          <a:xfrm>
            <a:off x="6864858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</a:t>
            </a:r>
            <a:endParaRPr lang="ko-KR" sz="2000" dirty="0"/>
          </a:p>
        </p:txBody>
      </p:sp>
      <p:sp>
        <p:nvSpPr>
          <p:cNvPr id="13" name="S03-tile25"/>
          <p:cNvSpPr txBox="1"/>
          <p:nvPr/>
        </p:nvSpPr>
        <p:spPr>
          <a:xfrm>
            <a:off x="8506206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800" dirty="0"/>
          </a:p>
        </p:txBody>
      </p:sp>
      <p:sp>
        <p:nvSpPr>
          <p:cNvPr id="14" name="S03-label26"/>
          <p:cNvSpPr txBox="1"/>
          <p:nvPr/>
        </p:nvSpPr>
        <p:spPr>
          <a:xfrm>
            <a:off x="8405622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2000" dirty="0"/>
          </a:p>
        </p:txBody>
      </p:sp>
      <p:sp>
        <p:nvSpPr>
          <p:cNvPr id="15" name="S03-tile27"/>
          <p:cNvSpPr txBox="1"/>
          <p:nvPr/>
        </p:nvSpPr>
        <p:spPr>
          <a:xfrm>
            <a:off x="2343150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800" dirty="0"/>
          </a:p>
        </p:txBody>
      </p:sp>
      <p:sp>
        <p:nvSpPr>
          <p:cNvPr id="16" name="S03-label28"/>
          <p:cNvSpPr txBox="1"/>
          <p:nvPr/>
        </p:nvSpPr>
        <p:spPr>
          <a:xfrm>
            <a:off x="2242566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2000" dirty="0"/>
          </a:p>
        </p:txBody>
      </p:sp>
      <p:sp>
        <p:nvSpPr>
          <p:cNvPr id="17" name="S03-tile29"/>
          <p:cNvSpPr txBox="1"/>
          <p:nvPr/>
        </p:nvSpPr>
        <p:spPr>
          <a:xfrm>
            <a:off x="3883914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800" dirty="0"/>
          </a:p>
        </p:txBody>
      </p:sp>
      <p:sp>
        <p:nvSpPr>
          <p:cNvPr id="18" name="S03-label30"/>
          <p:cNvSpPr txBox="1"/>
          <p:nvPr/>
        </p:nvSpPr>
        <p:spPr>
          <a:xfrm>
            <a:off x="3783330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</a:t>
            </a:r>
            <a:endParaRPr lang="ko-KR" sz="2000" dirty="0"/>
          </a:p>
        </p:txBody>
      </p:sp>
      <p:sp>
        <p:nvSpPr>
          <p:cNvPr id="19" name="S03-tile31"/>
          <p:cNvSpPr txBox="1"/>
          <p:nvPr/>
        </p:nvSpPr>
        <p:spPr>
          <a:xfrm>
            <a:off x="5424678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800" dirty="0"/>
          </a:p>
        </p:txBody>
      </p:sp>
      <p:sp>
        <p:nvSpPr>
          <p:cNvPr id="20" name="S03-label32"/>
          <p:cNvSpPr txBox="1"/>
          <p:nvPr/>
        </p:nvSpPr>
        <p:spPr>
          <a:xfrm>
            <a:off x="5324094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2000" dirty="0"/>
          </a:p>
        </p:txBody>
      </p:sp>
      <p:sp>
        <p:nvSpPr>
          <p:cNvPr id="21" name="S03-tile33"/>
          <p:cNvSpPr txBox="1"/>
          <p:nvPr/>
        </p:nvSpPr>
        <p:spPr>
          <a:xfrm>
            <a:off x="6965442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800" dirty="0"/>
          </a:p>
        </p:txBody>
      </p:sp>
      <p:sp>
        <p:nvSpPr>
          <p:cNvPr id="22" name="S03-label34"/>
          <p:cNvSpPr txBox="1"/>
          <p:nvPr/>
        </p:nvSpPr>
        <p:spPr>
          <a:xfrm>
            <a:off x="6864858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23" name="S03-tile35"/>
          <p:cNvSpPr txBox="1"/>
          <p:nvPr/>
        </p:nvSpPr>
        <p:spPr>
          <a:xfrm>
            <a:off x="8506206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800" dirty="0"/>
          </a:p>
        </p:txBody>
      </p:sp>
      <p:sp>
        <p:nvSpPr>
          <p:cNvPr id="24" name="S03-label36"/>
          <p:cNvSpPr txBox="1"/>
          <p:nvPr/>
        </p:nvSpPr>
        <p:spPr>
          <a:xfrm>
            <a:off x="8405622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 말해요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cat을 소리를 이어 읽어 봐요.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하나씩 말하고, 점점 빠르게 이어요.</a:t>
            </a:r>
            <a:endParaRPr lang="ko-KR" sz="3000" dirty="0"/>
          </a:p>
        </p:txBody>
      </p:sp>
      <p:sp>
        <p:nvSpPr>
          <p:cNvPr id="6" name="S04-tile40"/>
          <p:cNvSpPr txBox="1"/>
          <p:nvPr/>
        </p:nvSpPr>
        <p:spPr>
          <a:xfrm>
            <a:off x="7022043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4-label41"/>
          <p:cNvSpPr txBox="1"/>
          <p:nvPr/>
        </p:nvSpPr>
        <p:spPr>
          <a:xfrm>
            <a:off x="6921459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</a:t>
            </a:r>
            <a:endParaRPr lang="ko-KR" sz="2000" dirty="0"/>
          </a:p>
        </p:txBody>
      </p:sp>
      <p:sp>
        <p:nvSpPr>
          <p:cNvPr id="8" name="S04-tile42"/>
          <p:cNvSpPr txBox="1"/>
          <p:nvPr/>
        </p:nvSpPr>
        <p:spPr>
          <a:xfrm>
            <a:off x="8594811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9" name="S04-label43"/>
          <p:cNvSpPr txBox="1"/>
          <p:nvPr/>
        </p:nvSpPr>
        <p:spPr>
          <a:xfrm>
            <a:off x="8494227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</a:t>
            </a:r>
            <a:endParaRPr lang="ko-KR" sz="2000" dirty="0"/>
          </a:p>
        </p:txBody>
      </p:sp>
      <p:sp>
        <p:nvSpPr>
          <p:cNvPr id="10" name="S04-tile44"/>
          <p:cNvSpPr txBox="1"/>
          <p:nvPr/>
        </p:nvSpPr>
        <p:spPr>
          <a:xfrm>
            <a:off x="10167579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4-label45"/>
          <p:cNvSpPr txBox="1"/>
          <p:nvPr/>
        </p:nvSpPr>
        <p:spPr>
          <a:xfrm>
            <a:off x="10066995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</a:t>
            </a:r>
            <a:endParaRPr lang="ko-KR" sz="2000" dirty="0"/>
          </a:p>
        </p:txBody>
      </p:sp>
      <p:sp>
        <p:nvSpPr>
          <p:cNvPr id="12" name="S04-stepno4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04-text47"/>
          <p:cNvSpPr txBox="1"/>
          <p:nvPr/>
        </p:nvSpPr>
        <p:spPr>
          <a:xfrm>
            <a:off x="1325880" y="22219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c의 소리를 말해요.</a:t>
            </a:r>
            <a:endParaRPr lang="ko-KR" sz="2400" dirty="0"/>
          </a:p>
        </p:txBody>
      </p:sp>
      <p:sp>
        <p:nvSpPr>
          <p:cNvPr id="14" name="S04-stepno4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4-text49"/>
          <p:cNvSpPr txBox="1"/>
          <p:nvPr/>
        </p:nvSpPr>
        <p:spPr>
          <a:xfrm>
            <a:off x="1325880" y="293522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a의 짧은 소리를 말해요.</a:t>
            </a:r>
            <a:endParaRPr lang="ko-KR" sz="2400" dirty="0"/>
          </a:p>
        </p:txBody>
      </p:sp>
      <p:sp>
        <p:nvSpPr>
          <p:cNvPr id="16" name="S04-stepno5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4-text51"/>
          <p:cNvSpPr txBox="1"/>
          <p:nvPr/>
        </p:nvSpPr>
        <p:spPr>
          <a:xfrm>
            <a:off x="1325880" y="364845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 t의 소리를 말해요.</a:t>
            </a:r>
            <a:endParaRPr lang="ko-KR" sz="2400" dirty="0"/>
          </a:p>
        </p:txBody>
      </p:sp>
      <p:sp>
        <p:nvSpPr>
          <p:cNvPr id="18" name="S04-stepno5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4-text53"/>
          <p:cNvSpPr txBox="1"/>
          <p:nvPr/>
        </p:nvSpPr>
        <p:spPr>
          <a:xfrm>
            <a:off x="1325880" y="436168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소리를 점점 빠르게 이어 말해요.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읽어요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짚으며 소리를 하나씩 내고, 이어 읽어요.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모음 글자는 열쇠 낱말을 떠올려요.</a:t>
            </a:r>
            <a:endParaRPr lang="ko-KR" sz="3000" dirty="0"/>
          </a:p>
        </p:txBody>
      </p:sp>
      <p:sp>
        <p:nvSpPr>
          <p:cNvPr id="6" name="S05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ile58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05-tile59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9" name="S05-tile60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0" name="S05-chip6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5-tile62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2" name="S05-tile63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3" name="S05-tile64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05-chip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5-tile66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000" dirty="0"/>
          </a:p>
        </p:txBody>
      </p:sp>
      <p:sp>
        <p:nvSpPr>
          <p:cNvPr id="16" name="S05-tile67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7" name="S05-tile68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낱말 읽기</a:t>
            </a:r>
            <a:endParaRPr lang="ko-KR" sz="4000" dirty="0"/>
          </a:p>
        </p:txBody>
      </p:sp>
      <p:sp>
        <p:nvSpPr>
          <p:cNvPr id="3" name="S06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하나씩 이어 읽고, 다 읽으면 뜻을 알아봐요.</a:t>
            </a:r>
            <a:endParaRPr lang="ko-KR" sz="3000" dirty="0"/>
          </a:p>
        </p:txBody>
      </p:sp>
      <p:sp>
        <p:nvSpPr>
          <p:cNvPr id="4" name="S06-word70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3400" dirty="0"/>
          </a:p>
        </p:txBody>
      </p:sp>
      <p:sp>
        <p:nvSpPr>
          <p:cNvPr id="5" name="S06-word71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hen</a:t>
            </a:r>
            <a:endParaRPr lang="ko-KR" sz="3400" dirty="0"/>
          </a:p>
        </p:txBody>
      </p:sp>
      <p:sp>
        <p:nvSpPr>
          <p:cNvPr id="6" name="S06-word72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</a:t>
            </a:r>
            <a:endParaRPr lang="ko-KR" sz="3400" dirty="0"/>
          </a:p>
        </p:txBody>
      </p:sp>
      <p:sp>
        <p:nvSpPr>
          <p:cNvPr id="7" name="S06-word73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</a:t>
            </a:r>
            <a:endParaRPr lang="ko-KR" sz="3400" dirty="0"/>
          </a:p>
        </p:txBody>
      </p:sp>
      <p:sp>
        <p:nvSpPr>
          <p:cNvPr id="8" name="S06-word74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</p:txBody>
      </p:sp>
      <p:sp>
        <p:nvSpPr>
          <p:cNvPr id="9" name="S06-word75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mud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짐작해서 읽으면?</a:t>
            </a:r>
            <a:endParaRPr lang="ko-KR" sz="4000" dirty="0"/>
          </a:p>
        </p:txBody>
      </p:sp>
      <p:sp>
        <p:nvSpPr>
          <p:cNvPr id="3" name="S07-card7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bag을 보고 ‘bus’라고 읽었어요.</a:t>
            </a:r>
            <a:endParaRPr lang="ko-KR" sz="3000" dirty="0"/>
          </a:p>
        </p:txBody>
      </p:sp>
      <p:sp>
        <p:nvSpPr>
          <p:cNvPr id="5" name="S07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어떻게 읽어야 할까요?</a:t>
            </a:r>
            <a:endParaRPr lang="ko-KR" sz="3000" dirty="0"/>
          </a:p>
        </p:txBody>
      </p:sp>
      <p:sp>
        <p:nvSpPr>
          <p:cNvPr id="7" name="S07-chip8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낱말</a:t>
            </a:r>
            <a:endParaRPr lang="ko-KR" sz="2400" dirty="0"/>
          </a:p>
        </p:txBody>
      </p:sp>
      <p:sp>
        <p:nvSpPr>
          <p:cNvPr id="8" name="S07-tile81"/>
          <p:cNvSpPr txBox="1"/>
          <p:nvPr/>
        </p:nvSpPr>
        <p:spPr>
          <a:xfrm>
            <a:off x="971550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7-tile82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0" name="S07-tile83"/>
          <p:cNvSpPr txBox="1"/>
          <p:nvPr/>
        </p:nvSpPr>
        <p:spPr>
          <a:xfrm>
            <a:off x="4117086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1" name="S07-chip8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읽은 낱말</a:t>
            </a:r>
            <a:endParaRPr lang="ko-KR" sz="2400" dirty="0"/>
          </a:p>
        </p:txBody>
      </p:sp>
      <p:sp>
        <p:nvSpPr>
          <p:cNvPr id="12" name="S07-tile85"/>
          <p:cNvSpPr txBox="1"/>
          <p:nvPr/>
        </p:nvSpPr>
        <p:spPr>
          <a:xfrm>
            <a:off x="6700266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7-tile86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4" name="S07-tile87"/>
          <p:cNvSpPr txBox="1"/>
          <p:nvPr/>
        </p:nvSpPr>
        <p:spPr>
          <a:xfrm>
            <a:off x="9845802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나누어 써요</a:t>
            </a:r>
            <a:endParaRPr lang="ko-KR" sz="4000" dirty="0"/>
          </a:p>
        </p:txBody>
      </p:sp>
      <p:sp>
        <p:nvSpPr>
          <p:cNvPr id="3" name="S08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pen을 소리 상자에 나누어 써 봐요.</a:t>
            </a:r>
            <a:endParaRPr lang="ko-KR" sz="3000" dirty="0"/>
          </a:p>
        </p:txBody>
      </p:sp>
      <p:sp>
        <p:nvSpPr>
          <p:cNvPr id="4" name="S08-tile89"/>
          <p:cNvSpPr txBox="1"/>
          <p:nvPr/>
        </p:nvSpPr>
        <p:spPr>
          <a:xfrm>
            <a:off x="7022043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5" name="S08-label90"/>
          <p:cNvSpPr txBox="1"/>
          <p:nvPr/>
        </p:nvSpPr>
        <p:spPr>
          <a:xfrm>
            <a:off x="6921459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</a:t>
            </a:r>
            <a:endParaRPr lang="ko-KR" sz="2000" dirty="0"/>
          </a:p>
        </p:txBody>
      </p:sp>
      <p:sp>
        <p:nvSpPr>
          <p:cNvPr id="6" name="S08-tile91"/>
          <p:cNvSpPr txBox="1"/>
          <p:nvPr/>
        </p:nvSpPr>
        <p:spPr>
          <a:xfrm>
            <a:off x="8594811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7" name="S08-label92"/>
          <p:cNvSpPr txBox="1"/>
          <p:nvPr/>
        </p:nvSpPr>
        <p:spPr>
          <a:xfrm>
            <a:off x="8494227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</a:t>
            </a:r>
            <a:endParaRPr lang="ko-KR" sz="2000" dirty="0"/>
          </a:p>
        </p:txBody>
      </p:sp>
      <p:sp>
        <p:nvSpPr>
          <p:cNvPr id="8" name="S08-tile93"/>
          <p:cNvSpPr txBox="1"/>
          <p:nvPr/>
        </p:nvSpPr>
        <p:spPr>
          <a:xfrm>
            <a:off x="10167579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9" name="S08-label94"/>
          <p:cNvSpPr txBox="1"/>
          <p:nvPr/>
        </p:nvSpPr>
        <p:spPr>
          <a:xfrm>
            <a:off x="10066995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</a:t>
            </a:r>
            <a:endParaRPr lang="ko-KR" sz="2000" dirty="0"/>
          </a:p>
        </p:txBody>
      </p:sp>
      <p:sp>
        <p:nvSpPr>
          <p:cNvPr id="10" name="S08-stepno95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8-text96"/>
          <p:cNvSpPr txBox="1"/>
          <p:nvPr/>
        </p:nvSpPr>
        <p:spPr>
          <a:xfrm>
            <a:off x="1325880" y="23896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12" name="S08-stepno97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08-text98"/>
          <p:cNvSpPr txBox="1"/>
          <p:nvPr/>
        </p:nvSpPr>
        <p:spPr>
          <a:xfrm>
            <a:off x="1325880" y="31028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하나마다 바둑돌을 한 칸씩 밀어 넣어요.</a:t>
            </a:r>
            <a:endParaRPr lang="ko-KR" sz="3000" dirty="0"/>
          </a:p>
        </p:txBody>
      </p:sp>
      <p:sp>
        <p:nvSpPr>
          <p:cNvPr id="14" name="S08-stepno99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08-text100"/>
          <p:cNvSpPr txBox="1"/>
          <p:nvPr/>
        </p:nvSpPr>
        <p:spPr>
          <a:xfrm>
            <a:off x="1325880" y="41970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칸마다 그 소리의 글자를 써요.</a:t>
            </a:r>
            <a:endParaRPr lang="ko-KR" sz="3000" dirty="0"/>
          </a:p>
        </p:txBody>
      </p:sp>
      <p:sp>
        <p:nvSpPr>
          <p:cNvPr id="16" name="S08-stepno101"/>
          <p:cNvSpPr txBox="1"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7" name="S08-text102"/>
          <p:cNvSpPr txBox="1"/>
          <p:nvPr/>
        </p:nvSpPr>
        <p:spPr>
          <a:xfrm>
            <a:off x="1325880" y="49103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글자를 다시 이어 읽어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상자에 써요</a:t>
            </a:r>
            <a:endParaRPr lang="ko-KR" sz="4000" dirty="0"/>
          </a:p>
        </p:txBody>
      </p:sp>
      <p:sp>
        <p:nvSpPr>
          <p:cNvPr id="3" name="S09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소리 상자에 한 글자씩 써요.</a:t>
            </a:r>
            <a:endParaRPr lang="ko-KR" sz="3000" dirty="0"/>
          </a:p>
        </p:txBody>
      </p:sp>
      <p:sp>
        <p:nvSpPr>
          <p:cNvPr id="4" name="S09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밀어 넣으며 소리를 세고, 칸마다 글자를 써요.</a:t>
            </a:r>
            <a:endParaRPr lang="ko-KR" sz="3000" dirty="0"/>
          </a:p>
        </p:txBody>
      </p:sp>
      <p:sp>
        <p:nvSpPr>
          <p:cNvPr id="6" name="S09-chip10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ile107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09-tile108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9" name="S09-tile109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0" name="S09-chip1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9-tile111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09-tile112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3" name="S09-tile113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4" name="S09-chip11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9-tile115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6" name="S09-tile116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7" name="S09-tile117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소리를 이어 읽고, ④는 듣고 소리 상자에 써요.</a:t>
            </a:r>
            <a:endParaRPr lang="ko-KR" sz="3000" dirty="0"/>
          </a:p>
        </p:txBody>
      </p:sp>
      <p:sp>
        <p:nvSpPr>
          <p:cNvPr id="4" name="S10-chip119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ile120"/>
          <p:cNvSpPr txBox="1"/>
          <p:nvPr/>
        </p:nvSpPr>
        <p:spPr>
          <a:xfrm>
            <a:off x="1369314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6" name="S10-tile121"/>
          <p:cNvSpPr txBox="1"/>
          <p:nvPr/>
        </p:nvSpPr>
        <p:spPr>
          <a:xfrm>
            <a:off x="2942082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7" name="S10-tile122"/>
          <p:cNvSpPr txBox="1"/>
          <p:nvPr/>
        </p:nvSpPr>
        <p:spPr>
          <a:xfrm>
            <a:off x="451485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8" name="S10-chip123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ile124"/>
          <p:cNvSpPr txBox="1"/>
          <p:nvPr/>
        </p:nvSpPr>
        <p:spPr>
          <a:xfrm>
            <a:off x="709803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10-tile125"/>
          <p:cNvSpPr txBox="1"/>
          <p:nvPr/>
        </p:nvSpPr>
        <p:spPr>
          <a:xfrm>
            <a:off x="867079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1" name="S10-tile126"/>
          <p:cNvSpPr txBox="1"/>
          <p:nvPr/>
        </p:nvSpPr>
        <p:spPr>
          <a:xfrm>
            <a:off x="1024356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10-chip127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0-tile128"/>
          <p:cNvSpPr txBox="1"/>
          <p:nvPr/>
        </p:nvSpPr>
        <p:spPr>
          <a:xfrm>
            <a:off x="1369314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10-tile129"/>
          <p:cNvSpPr txBox="1"/>
          <p:nvPr/>
        </p:nvSpPr>
        <p:spPr>
          <a:xfrm>
            <a:off x="2942082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5" name="S10-tile130"/>
          <p:cNvSpPr txBox="1"/>
          <p:nvPr/>
        </p:nvSpPr>
        <p:spPr>
          <a:xfrm>
            <a:off x="451485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6" name="S10-chip131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0-tile132"/>
          <p:cNvSpPr txBox="1"/>
          <p:nvPr/>
        </p:nvSpPr>
        <p:spPr>
          <a:xfrm>
            <a:off x="709803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18" name="S10-tile133"/>
          <p:cNvSpPr txBox="1"/>
          <p:nvPr/>
        </p:nvSpPr>
        <p:spPr>
          <a:xfrm>
            <a:off x="867079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19" name="S10-tile134"/>
          <p:cNvSpPr txBox="1"/>
          <p:nvPr/>
        </p:nvSpPr>
        <p:spPr>
          <a:xfrm>
            <a:off x="1024356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골라요</a:t>
            </a:r>
            <a:endParaRPr lang="ko-KR" sz="4000" dirty="0"/>
          </a:p>
        </p:txBody>
      </p:sp>
      <p:sp>
        <p:nvSpPr>
          <p:cNvPr id="3" name="S12-card1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낱말은? 어떻게 알았나요?</a:t>
            </a:r>
            <a:endParaRPr lang="ko-KR" sz="3000" dirty="0"/>
          </a:p>
        </p:txBody>
      </p:sp>
      <p:sp>
        <p:nvSpPr>
          <p:cNvPr id="5" name="S12-chip13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13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13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000" dirty="0"/>
          </a:p>
        </p:txBody>
      </p:sp>
      <p:sp>
        <p:nvSpPr>
          <p:cNvPr id="8" name="S12-chip14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14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4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000" dirty="0"/>
          </a:p>
        </p:txBody>
      </p:sp>
      <p:sp>
        <p:nvSpPr>
          <p:cNvPr id="11" name="S12-chip14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14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4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bug</a:t>
            </a:r>
            <a:endParaRPr lang="ko-KR" sz="3000" dirty="0"/>
          </a:p>
        </p:txBody>
      </p:sp>
      <p:sp>
        <p:nvSpPr>
          <p:cNvPr id="14" name="S12-chip1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14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4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글자마다 소리를 내고 이어 말하면 낱말을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낱말은 소리 셋으로 나누어 써요.</a:t>
            </a:r>
            <a:endParaRPr lang="ko-KR" sz="30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 글자 모두 소리 내기</a:t>
            </a:r>
            <a:endParaRPr lang="ko-KR" sz="24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짐작하기</a:t>
            </a:r>
            <a:endParaRPr lang="ko-KR" sz="24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sit 읽기</a:t>
            </a:r>
            <a:endParaRPr lang="ko-KR" sz="24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bat 듣고 쓰기</a:t>
            </a:r>
            <a:endParaRPr lang="ko-KR" sz="24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bag과 big의 다른 점은?</a:t>
            </a:r>
            <a:endParaRPr lang="ko-KR" sz="24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짧은 문장 읽고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 소리 다시</a:t>
            </a:r>
            <a:endParaRPr lang="ko-KR" sz="4000" dirty="0"/>
          </a:p>
        </p:txBody>
      </p:sp>
      <p:sp>
        <p:nvSpPr>
          <p:cNvPr id="3" name="S14-card15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낱말을 듣고 따라 말해요.</a:t>
            </a:r>
            <a:endParaRPr lang="ko-KR" sz="3000" dirty="0"/>
          </a:p>
        </p:txBody>
      </p:sp>
      <p:sp>
        <p:nvSpPr>
          <p:cNvPr id="5" name="S14-card16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6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소리를 찾아요.</a:t>
            </a:r>
            <a:endParaRPr lang="ko-KR" sz="3000" dirty="0"/>
          </a:p>
        </p:txBody>
      </p:sp>
      <p:sp>
        <p:nvSpPr>
          <p:cNvPr id="7" name="S14-tile162"/>
          <p:cNvSpPr txBox="1"/>
          <p:nvPr/>
        </p:nvSpPr>
        <p:spPr>
          <a:xfrm>
            <a:off x="2263140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4-label163"/>
          <p:cNvSpPr txBox="1"/>
          <p:nvPr/>
        </p:nvSpPr>
        <p:spPr>
          <a:xfrm>
            <a:off x="2162556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9" name="S14-tile164"/>
          <p:cNvSpPr txBox="1"/>
          <p:nvPr/>
        </p:nvSpPr>
        <p:spPr>
          <a:xfrm>
            <a:off x="3835908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14-label165"/>
          <p:cNvSpPr txBox="1"/>
          <p:nvPr/>
        </p:nvSpPr>
        <p:spPr>
          <a:xfrm>
            <a:off x="3735324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2000" dirty="0"/>
          </a:p>
        </p:txBody>
      </p:sp>
      <p:sp>
        <p:nvSpPr>
          <p:cNvPr id="11" name="S14-tile166"/>
          <p:cNvSpPr txBox="1"/>
          <p:nvPr/>
        </p:nvSpPr>
        <p:spPr>
          <a:xfrm>
            <a:off x="5408676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2" name="S14-label167"/>
          <p:cNvSpPr txBox="1"/>
          <p:nvPr/>
        </p:nvSpPr>
        <p:spPr>
          <a:xfrm>
            <a:off x="5308092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pig</a:t>
            </a:r>
            <a:endParaRPr lang="ko-KR" sz="2000" dirty="0"/>
          </a:p>
        </p:txBody>
      </p:sp>
      <p:sp>
        <p:nvSpPr>
          <p:cNvPr id="13" name="S14-tile168"/>
          <p:cNvSpPr txBox="1"/>
          <p:nvPr/>
        </p:nvSpPr>
        <p:spPr>
          <a:xfrm>
            <a:off x="6981444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4" name="S14-label169"/>
          <p:cNvSpPr txBox="1"/>
          <p:nvPr/>
        </p:nvSpPr>
        <p:spPr>
          <a:xfrm>
            <a:off x="6880860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5" name="S14-tile170"/>
          <p:cNvSpPr txBox="1"/>
          <p:nvPr/>
        </p:nvSpPr>
        <p:spPr>
          <a:xfrm>
            <a:off x="8554212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6" name="S14-label171"/>
          <p:cNvSpPr txBox="1"/>
          <p:nvPr/>
        </p:nvSpPr>
        <p:spPr>
          <a:xfrm>
            <a:off x="8453628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세 글자 낱말 읽고 쓰기</dc:title>
  <dc:subject>KR22-G04-ENG-CVC-L01</dc:subject>
  <dc:creator>education-ppt</dc:creator>
  <cp:lastModifiedBy>education-ppt</cp:lastModifiedBy>
  <cp:revision>1</cp:revision>
  <dcterms:created xsi:type="dcterms:W3CDTF">2026-10-26T08:55:34Z</dcterms:created>
  <dcterms:modified xsi:type="dcterms:W3CDTF">2026-10-26T08:55:34Z</dcterms:modified>
</cp:coreProperties>
</file>