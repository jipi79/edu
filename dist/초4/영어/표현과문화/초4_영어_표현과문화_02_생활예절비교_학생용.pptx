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0189bc6-fc9a-96ae-0c4a-5520ebe1d3a0}">
          <p14:sldIdLst>
            <p14:sldId id="256"/>
            <p14:sldId id="257"/>
          </p14:sldIdLst>
        </p14:section>
        <p14:section name="개념" id="{92fcc046-ebad-5c9f-1cfa-5badae35b80d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c741bdc4-ecf1-4c12-887e-e6f3fddb2e5d}">
          <p14:sldIdLst>
            <p14:sldId id="261"/>
            <p14:sldId id="262"/>
            <p14:sldId id="265"/>
          </p14:sldIdLst>
        </p14:section>
        <p14:section name="개념" id="{f5d6ce22-606c-9909-1703-8a6e8d44b0d3}">
          <p14:sldIdLst/>
        </p14:section>
        <p14:section name="연습" id="{1a48ca60-cf3d-5f94-a19b-7a59a8485a9d}">
          <p14:sldIdLst/>
        </p14:section>
        <p14:section name="확인" id="{f8352152-201a-8ae2-ff37-9e354574d1d5}">
          <p14:sldIdLst>
            <p14:sldId id="266"/>
            <p14:sldId id="267"/>
          </p14:sldIdLst>
        </p14:section>
        <p14:section name="정리" id="{b8a24fb2-a89e-591b-d48b-0c3aafb301db}">
          <p14:sldIdLst>
            <p14:sldId id="268"/>
          </p14:sldIdLst>
        </p14:section>
        <p14:section name="보충" id="{ca628046-5591-f358-a8f1-5108a89edaa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표현과문화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생활 예절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생활 예절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생활 예절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예절 비교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친구들은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밥을 먹을까요?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생활 예절을 기준에 따라 비교해요.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예의 바른 영어 표현을 상황에 맞게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보여 주는 컵을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크기·색깔·모양으로 말해요.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말라요. 물을 달라고 부탁해요.</a:t>
            </a:r>
            <a:endParaRPr lang="ko-KR" sz="30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물을 건네주었어요.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먹을까요?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숟가락과 젓가락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한국에서는 둘을 함께 쓰는 사람이 많아요.</a:t>
            </a:r>
            <a:endParaRPr lang="ko-KR" sz="3000" dirty="0"/>
          </a:p>
        </p:txBody>
      </p:sp>
      <p:sp>
        <p:nvSpPr>
          <p:cNvPr id="5" name="S03-card14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젓가락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일본에서는 주로 젓가락으로 먹는 사람이 많아요.</a:t>
            </a:r>
            <a:endParaRPr lang="ko-KR" sz="3000" dirty="0"/>
          </a:p>
        </p:txBody>
      </p:sp>
      <p:sp>
        <p:nvSpPr>
          <p:cNvPr id="7" name="S03-card16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포크와 나이프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미국, 영국 같은 나라에서 많이 써요.</a:t>
            </a:r>
            <a:endParaRPr lang="ko-KR" sz="3000" dirty="0"/>
          </a:p>
        </p:txBody>
      </p:sp>
      <p:sp>
        <p:nvSpPr>
          <p:cNvPr id="9" name="S03-card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9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같은 어떤 나라에서는 오른손으로 먹는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밥그릇은 어떻게 할까요?</a:t>
            </a:r>
            <a:endParaRPr lang="ko-KR" sz="4000" dirty="0"/>
          </a:p>
        </p:txBody>
      </p:sp>
      <p:sp>
        <p:nvSpPr>
          <p:cNvPr id="3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행동도 나라에 따라 예절이 달라요.</a:t>
            </a:r>
            <a:endParaRPr lang="ko-KR" sz="3000" dirty="0"/>
          </a:p>
        </p:txBody>
      </p:sp>
      <p:sp>
        <p:nvSpPr>
          <p:cNvPr id="5" name="S04-card2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상에 놓은 채로 숟가락으로 떠먹는 사람이 많아요.</a:t>
            </a:r>
            <a:endParaRPr lang="ko-KR" sz="3000" dirty="0"/>
          </a:p>
        </p:txBody>
      </p:sp>
      <p:sp>
        <p:nvSpPr>
          <p:cNvPr id="7" name="S04-card2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손에 들고 젓가락으로 먹는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비교해요</a:t>
            </a:r>
            <a:endParaRPr lang="ko-KR" sz="4000" dirty="0"/>
          </a:p>
        </p:txBody>
      </p:sp>
      <p:sp>
        <p:nvSpPr>
          <p:cNvPr id="3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사람들이 이렇게 해요. 집마다 다를 수도 있어요.</a:t>
            </a:r>
            <a:endParaRPr lang="ko-KR" sz="3000" dirty="0"/>
          </a:p>
        </p:txBody>
      </p:sp>
      <p:graphicFrame>
        <p:nvGraphicFramePr>
          <p:cNvPr id="6" name="S05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0900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319272"/>
                <a:gridCol w="331927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무엇으로 먹나요?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숟가락과 젓가락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젓가락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밥그릇은?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상에 놓고 먹어요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들고 먹어요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집에 들어갈 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신발을 벗어요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신발을 벗어요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6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하나 골라 같은 점과 다른 점을 말해요.</a:t>
            </a:r>
            <a:endParaRPr lang="ko-KR" sz="3000" dirty="0"/>
          </a:p>
        </p:txBody>
      </p:sp>
      <p:sp>
        <p:nvSpPr>
          <p:cNvPr id="4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무엇으로 먹나요? 밥그릇은? 집에 들어갈 때는?</a:t>
            </a:r>
            <a:endParaRPr lang="ko-KR" sz="3000" dirty="0"/>
          </a:p>
        </p:txBody>
      </p:sp>
      <p:sp>
        <p:nvSpPr>
          <p:cNvPr id="6" name="S06-chip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3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· 일본</a:t>
            </a:r>
            <a:endParaRPr lang="ko-KR" sz="3000" dirty="0"/>
          </a:p>
        </p:txBody>
      </p:sp>
      <p:sp>
        <p:nvSpPr>
          <p:cNvPr id="8" name="S06-chip3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5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젓가락으로 먹기 · 포크와 나이프로 먹기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예절이 있을까요?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‘밥그릇을 들고 먹으면 틀린 거야.’라고 했어요.</a:t>
            </a:r>
            <a:endParaRPr lang="ko-KR" sz="3000" dirty="0"/>
          </a:p>
        </p:txBody>
      </p:sp>
      <p:sp>
        <p:nvSpPr>
          <p:cNvPr id="5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07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</a:t>
            </a:r>
            <a:endParaRPr lang="ko-KR" sz="2400" dirty="0"/>
          </a:p>
        </p:txBody>
      </p:sp>
      <p:sp>
        <p:nvSpPr>
          <p:cNvPr id="8" name="S07-text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상에 놓고 먹는 사람이 많아요.</a:t>
            </a:r>
            <a:endParaRPr lang="ko-KR" sz="3000" dirty="0"/>
          </a:p>
        </p:txBody>
      </p:sp>
      <p:sp>
        <p:nvSpPr>
          <p:cNvPr id="9" name="S07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</a:t>
            </a:r>
            <a:endParaRPr lang="ko-KR" sz="2400" dirty="0"/>
          </a:p>
        </p:txBody>
      </p:sp>
      <p:sp>
        <p:nvSpPr>
          <p:cNvPr id="10" name="S07-text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밥그릇을 들고 먹는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들어가도 될까요?</a:t>
            </a:r>
            <a:endParaRPr lang="ko-KR" sz="4000" dirty="0"/>
          </a:p>
        </p:txBody>
      </p:sp>
      <p:sp>
        <p:nvSpPr>
          <p:cNvPr id="3" name="S08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상대가 Sure.(그럼요.)라고 하면 들어가요.</a:t>
            </a:r>
            <a:endParaRPr lang="ko-KR" sz="3000" dirty="0"/>
          </a:p>
        </p:txBody>
      </p:sp>
      <p:sp>
        <p:nvSpPr>
          <p:cNvPr id="5" name="S08-word46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실례합니다.</a:t>
            </a:r>
            <a:endParaRPr lang="ko-KR" sz="3400" dirty="0"/>
          </a:p>
        </p:txBody>
      </p:sp>
      <p:sp>
        <p:nvSpPr>
          <p:cNvPr id="6" name="S08-word47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들어가도 될까요?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고마운지 말해요</a:t>
            </a:r>
            <a:endParaRPr lang="ko-KR" sz="40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 뒤에 고마운 것을 붙여요.</a:t>
            </a:r>
            <a:endParaRPr lang="ko-KR" sz="3000" dirty="0"/>
          </a:p>
        </p:txBody>
      </p:sp>
      <p:sp>
        <p:nvSpPr>
          <p:cNvPr id="5" name="S09-word5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dinner.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식사 고맙습니다.</a:t>
            </a:r>
            <a:endParaRPr lang="ko-KR" sz="3400" dirty="0"/>
          </a:p>
        </p:txBody>
      </p:sp>
      <p:sp>
        <p:nvSpPr>
          <p:cNvPr id="6" name="S09-word5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your help.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도와줘서 고마워.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할까요?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하는 말을 보기에서 골라 말해요.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3000" dirty="0"/>
          </a:p>
        </p:txBody>
      </p:sp>
      <p:sp>
        <p:nvSpPr>
          <p:cNvPr id="6" name="S10-word55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400" dirty="0"/>
          </a:p>
        </p:txBody>
      </p:sp>
      <p:sp>
        <p:nvSpPr>
          <p:cNvPr id="7" name="S10-word56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400" dirty="0"/>
          </a:p>
        </p:txBody>
      </p:sp>
      <p:sp>
        <p:nvSpPr>
          <p:cNvPr id="8" name="S10-word57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dinner.</a:t>
            </a:r>
            <a:endParaRPr lang="ko-KR" sz="3000" dirty="0"/>
          </a:p>
        </p:txBody>
      </p:sp>
      <p:sp>
        <p:nvSpPr>
          <p:cNvPr id="9" name="S10-chip5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0" name="S10-text5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길에서 사람들 사이를 지나가요.</a:t>
            </a:r>
            <a:endParaRPr lang="ko-KR" sz="3000" dirty="0"/>
          </a:p>
        </p:txBody>
      </p:sp>
      <p:sp>
        <p:nvSpPr>
          <p:cNvPr id="11" name="S10-chip6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0-text6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방에 들어가고 싶어요.</a:t>
            </a:r>
            <a:endParaRPr lang="ko-KR" sz="3000" dirty="0"/>
          </a:p>
        </p:txBody>
      </p:sp>
      <p:sp>
        <p:nvSpPr>
          <p:cNvPr id="13" name="S10-chip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10-text6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부모님이 저녁을 차려 주셨어요.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말해 보세요.</a:t>
            </a:r>
            <a:endParaRPr lang="ko-KR" sz="3000" dirty="0"/>
          </a:p>
        </p:txBody>
      </p:sp>
      <p:sp>
        <p:nvSpPr>
          <p:cNvPr id="4" name="S11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일본의 밥그릇 예절은 무엇이 다른가요?</a:t>
            </a:r>
            <a:endParaRPr lang="ko-KR" sz="3000" dirty="0"/>
          </a:p>
        </p:txBody>
      </p:sp>
      <p:sp>
        <p:nvSpPr>
          <p:cNvPr id="6" name="S11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‘손으로 먹는 건 틀렸어.’라고 해요.</a:t>
            </a:r>
            <a:endParaRPr lang="ko-KR" sz="3000" dirty="0"/>
          </a:p>
        </p:txBody>
      </p:sp>
      <p:sp>
        <p:nvSpPr>
          <p:cNvPr id="8" name="S11-chip6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7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 방에 들어가고 싶어요.</a:t>
            </a:r>
            <a:endParaRPr lang="ko-KR" sz="3000" dirty="0"/>
          </a:p>
        </p:txBody>
      </p:sp>
      <p:sp>
        <p:nvSpPr>
          <p:cNvPr id="10" name="S11-chip7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7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숙제를 도와주었어요.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골라요</a:t>
            </a:r>
            <a:endParaRPr lang="ko-KR" sz="4000" dirty="0"/>
          </a:p>
        </p:txBody>
      </p:sp>
      <p:sp>
        <p:nvSpPr>
          <p:cNvPr id="3" name="S13-card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Thank you for your help.라고 하면? 어떻게 알았나요?</a:t>
            </a:r>
            <a:endParaRPr lang="ko-KR" sz="3000" dirty="0"/>
          </a:p>
        </p:txBody>
      </p:sp>
      <p:sp>
        <p:nvSpPr>
          <p:cNvPr id="5" name="S13-chip75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76"/>
          <p:cNvSpPr/>
          <p:nvPr/>
        </p:nvSpPr>
        <p:spPr>
          <a:xfrm>
            <a:off x="1344168" y="1325880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7"/>
          <p:cNvSpPr txBox="1"/>
          <p:nvPr/>
        </p:nvSpPr>
        <p:spPr>
          <a:xfrm>
            <a:off x="1618488" y="1463040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Excuse me.</a:t>
            </a:r>
            <a:endParaRPr lang="ko-KR" sz="3000" dirty="0"/>
          </a:p>
        </p:txBody>
      </p:sp>
      <p:sp>
        <p:nvSpPr>
          <p:cNvPr id="8" name="S13-chip78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79"/>
          <p:cNvSpPr/>
          <p:nvPr/>
        </p:nvSpPr>
        <p:spPr>
          <a:xfrm>
            <a:off x="7072884" y="1325880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80"/>
          <p:cNvSpPr txBox="1"/>
          <p:nvPr/>
        </p:nvSpPr>
        <p:spPr>
          <a:xfrm>
            <a:off x="7347204" y="1463040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 I come in?</a:t>
            </a:r>
            <a:endParaRPr lang="ko-KR" sz="3000" dirty="0"/>
          </a:p>
        </p:txBody>
      </p:sp>
      <p:sp>
        <p:nvSpPr>
          <p:cNvPr id="11" name="S13-chip81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82"/>
          <p:cNvSpPr/>
          <p:nvPr/>
        </p:nvSpPr>
        <p:spPr>
          <a:xfrm>
            <a:off x="1344168" y="3165348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83"/>
          <p:cNvSpPr txBox="1"/>
          <p:nvPr/>
        </p:nvSpPr>
        <p:spPr>
          <a:xfrm>
            <a:off x="1618488" y="3302508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 for dinner.</a:t>
            </a:r>
            <a:endParaRPr lang="ko-KR" sz="3000" dirty="0"/>
          </a:p>
        </p:txBody>
      </p:sp>
      <p:sp>
        <p:nvSpPr>
          <p:cNvPr id="14" name="S13-chip84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85"/>
          <p:cNvSpPr/>
          <p:nvPr/>
        </p:nvSpPr>
        <p:spPr>
          <a:xfrm>
            <a:off x="7072884" y="3165348"/>
            <a:ext cx="4567428" cy="1565148"/>
          </a:xfrm>
          <a:prstGeom prst="roundRect">
            <a:avLst>
              <a:gd name="adj" fmla="val 7011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86"/>
          <p:cNvSpPr txBox="1"/>
          <p:nvPr/>
        </p:nvSpPr>
        <p:spPr>
          <a:xfrm>
            <a:off x="7347204" y="3302508"/>
            <a:ext cx="4018788" cy="1290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7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8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예절은 나라마다 달라도 서로를 존중하는 방법이에요.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예의 바른 말: Excuse me. May I come in? Thank you for ~.</a:t>
            </a:r>
            <a:endParaRPr lang="ko-KR" sz="3000" dirty="0"/>
          </a:p>
        </p:txBody>
      </p:sp>
      <p:sp>
        <p:nvSpPr>
          <p:cNvPr id="5" name="S14-chip89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정해 비교하기</a:t>
            </a:r>
            <a:endParaRPr lang="ko-KR" sz="2400" dirty="0"/>
          </a:p>
        </p:txBody>
      </p:sp>
      <p:sp>
        <p:nvSpPr>
          <p:cNvPr id="6" name="S14-chip90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다른 예절은 틀렸다고 하기</a:t>
            </a:r>
            <a:endParaRPr lang="ko-KR" sz="2400" dirty="0"/>
          </a:p>
        </p:txBody>
      </p:sp>
      <p:sp>
        <p:nvSpPr>
          <p:cNvPr id="7" name="S14-text91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2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한국과 일본의 밥그릇 예절은?</a:t>
            </a:r>
            <a:endParaRPr lang="ko-KR" sz="2400" dirty="0"/>
          </a:p>
        </p:txBody>
      </p:sp>
      <p:sp>
        <p:nvSpPr>
          <p:cNvPr id="9" name="S14-text93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들어가도 되는지 영어로 묻기</a:t>
            </a:r>
            <a:endParaRPr lang="ko-KR" sz="2400" dirty="0"/>
          </a:p>
        </p:txBody>
      </p:sp>
      <p:sp>
        <p:nvSpPr>
          <p:cNvPr id="10" name="S14-text94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도와준 친구에게 영어로 고맙다고 말하기</a:t>
            </a:r>
            <a:endParaRPr lang="ko-KR" sz="2400" dirty="0"/>
          </a:p>
        </p:txBody>
      </p:sp>
      <p:sp>
        <p:nvSpPr>
          <p:cNvPr id="11" name="S14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중심 내용 찾기(5학년)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지난 표현 다시</a:t>
            </a:r>
            <a:endParaRPr lang="ko-KR" sz="4000" dirty="0"/>
          </a:p>
        </p:txBody>
      </p:sp>
      <p:sp>
        <p:nvSpPr>
          <p:cNvPr id="3" name="S1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묘사할 때는 It's ~., 부탁할 때는 please</a:t>
            </a:r>
            <a:endParaRPr lang="ko-KR" sz="3000" dirty="0"/>
          </a:p>
        </p:txBody>
      </p:sp>
      <p:sp>
        <p:nvSpPr>
          <p:cNvPr id="5" name="S15-word9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small.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작아요.</a:t>
            </a:r>
            <a:endParaRPr lang="ko-KR" sz="3400" dirty="0"/>
          </a:p>
        </p:txBody>
      </p:sp>
      <p:sp>
        <p:nvSpPr>
          <p:cNvPr id="6" name="S15-word9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white.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하얀색이에요.</a:t>
            </a:r>
            <a:endParaRPr lang="ko-KR" sz="3400" dirty="0"/>
          </a:p>
        </p:txBody>
      </p:sp>
      <p:sp>
        <p:nvSpPr>
          <p:cNvPr id="7" name="S15-word10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Water, please.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주세요.</a:t>
            </a:r>
            <a:endParaRPr lang="ko-KR" sz="3400" dirty="0"/>
          </a:p>
        </p:txBody>
      </p:sp>
      <p:sp>
        <p:nvSpPr>
          <p:cNvPr id="8" name="S15-word10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생활 예절 비교</dc:title>
  <dc:subject>KR22-G04-ENG-MANNERS-L01</dc:subject>
  <dc:creator>education-ppt</dc:creator>
  <cp:lastModifiedBy>education-ppt</cp:lastModifiedBy>
  <cp:revision>1</cp:revision>
  <dcterms:created xsi:type="dcterms:W3CDTF">2026-10-26T08:55:54Z</dcterms:created>
  <dcterms:modified xsi:type="dcterms:W3CDTF">2026-10-26T08:55:54Z</dcterms:modified>
</cp:coreProperties>
</file>