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68f398b-7d35-559e-f731-3ba0346654b7}">
          <p14:sldIdLst>
            <p14:sldId id="256"/>
            <p14:sldId id="257"/>
          </p14:sldIdLst>
        </p14:section>
        <p14:section name="개념" id="{8eb3017e-28e2-f126-8161-f25a13ed9df0}">
          <p14:sldIdLst>
            <p14:sldId id="258"/>
            <p14:sldId id="259"/>
            <p14:sldId id="260"/>
          </p14:sldIdLst>
        </p14:section>
        <p14:section name="연습" id="{a4dd3fb8-353b-9da2-2187-961e62f461a5}">
          <p14:sldIdLst>
            <p14:sldId id="261"/>
            <p14:sldId id="262"/>
            <p14:sldId id="263"/>
            <p14:sldId id="264"/>
          </p14:sldIdLst>
        </p14:section>
        <p14:section name="확인" id="{5182ad9d-74b6-3039-7013-436f1005de22}">
          <p14:sldIdLst>
            <p14:sldId id="265"/>
            <p14:sldId id="266"/>
          </p14:sldIdLst>
        </p14:section>
        <p14:section name="정리" id="{1d73fec7-ff4e-3729-bcf4-f68fc7a3ea27}">
          <p14:sldIdLst>
            <p14:sldId id="267"/>
          </p14:sldIdLst>
        </p14:section>
        <p14:section name="보충" id="{a87df193-a986-2dfc-808d-f60818d38ac4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표현과문화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사물 묘사하기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사물 묘사하기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영어 · 사물 묘사하기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사물 묘사하기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물건의 크기·색깔·모양을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말할 수 있을까요?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큰 빨간색 동그라미"/>
          <p:cNvSpPr/>
          <p:nvPr/>
        </p:nvSpPr>
        <p:spPr>
          <a:xfrm>
            <a:off x="7823121" y="1342311"/>
            <a:ext cx="1521619" cy="1521619"/>
          </a:xfrm>
          <a:prstGeom prst="ellipse">
            <a:avLst/>
          </a:prstGeom>
          <a:solidFill>
            <a:srgbClr val="D62828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6" name="S01-figure3" descr="작은 파란색 정사각형"/>
          <p:cNvSpPr/>
          <p:nvPr/>
        </p:nvSpPr>
        <p:spPr>
          <a:xfrm>
            <a:off x="10405586" y="1798796"/>
            <a:ext cx="608647" cy="608647"/>
          </a:xfrm>
          <a:custGeom>
            <a:avLst/>
            <a:gdLst/>
            <a:ahLst/>
            <a:cxnLst/>
            <a:rect l="l" t="t" r="r" b="b"/>
            <a:pathLst>
              <a:path w="608647" h="608647">
                <a:moveTo>
                  <a:pt x="0" y="608647"/>
                </a:moveTo>
                <a:lnTo>
                  <a:pt x="608647" y="608647"/>
                </a:lnTo>
                <a:lnTo>
                  <a:pt x="608647" y="0"/>
                </a:lnTo>
                <a:lnTo>
                  <a:pt x="0" y="0"/>
                </a:lnTo>
                <a:close/>
              </a:path>
            </a:pathLst>
          </a:custGeom>
          <a:solidFill>
            <a:srgbClr val="1F5FC4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7" name="S01-card4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" name="S01-cardtext5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크기·색깔·모양 낱말을 듣고 따라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It's ~.로 물건을 세 가지로 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색깔 낱말과 It's 떠올리기</a:t>
            </a:r>
            <a:endParaRPr lang="ko-KR" sz="4000" dirty="0"/>
          </a:p>
        </p:txBody>
      </p:sp>
      <p:sp>
        <p:nvSpPr>
          <p:cNvPr id="3" name="S02-text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읽고 무슨 색인지 말하고, ②는 영어로 대답해요.</a:t>
            </a:r>
            <a:endParaRPr lang="ko-KR" sz="3000" dirty="0"/>
          </a:p>
        </p:txBody>
      </p:sp>
      <p:sp>
        <p:nvSpPr>
          <p:cNvPr id="4" name="S02-chip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8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　blue　yellow　green</a:t>
            </a:r>
            <a:endParaRPr lang="ko-KR" sz="3000" dirty="0"/>
          </a:p>
        </p:txBody>
      </p:sp>
      <p:sp>
        <p:nvSpPr>
          <p:cNvPr id="6" name="S02-chip9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10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시계를 가리키며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 time is it?이라고 물어요.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big과 small</a:t>
            </a:r>
            <a:endParaRPr lang="ko-KR" sz="4000" dirty="0"/>
          </a:p>
        </p:txBody>
      </p:sp>
      <p:sp>
        <p:nvSpPr>
          <p:cNvPr id="3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big 커요　·　small 작아요</a:t>
            </a:r>
            <a:endParaRPr lang="ko-KR" sz="3000" dirty="0"/>
          </a:p>
        </p:txBody>
      </p:sp>
      <p:sp>
        <p:nvSpPr>
          <p:cNvPr id="5" name="S03-figure13" descr="큰 노란색 동그라미"/>
          <p:cNvSpPr/>
          <p:nvPr/>
        </p:nvSpPr>
        <p:spPr>
          <a:xfrm>
            <a:off x="2391156" y="2130552"/>
            <a:ext cx="1700784" cy="1700784"/>
          </a:xfrm>
          <a:prstGeom prst="ellipse">
            <a:avLst/>
          </a:prstGeom>
          <a:solidFill>
            <a:srgbClr val="FFD21F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6" name="S03-label14"/>
          <p:cNvSpPr txBox="1"/>
          <p:nvPr/>
        </p:nvSpPr>
        <p:spPr>
          <a:xfrm>
            <a:off x="548640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big</a:t>
            </a:r>
            <a:endParaRPr lang="ko-KR" sz="2400" dirty="0"/>
          </a:p>
        </p:txBody>
      </p:sp>
      <p:sp>
        <p:nvSpPr>
          <p:cNvPr id="7" name="S03-figure15" descr="작은 노란색 동그라미"/>
          <p:cNvSpPr/>
          <p:nvPr/>
        </p:nvSpPr>
        <p:spPr>
          <a:xfrm>
            <a:off x="8607247" y="2640787"/>
            <a:ext cx="680314" cy="680314"/>
          </a:xfrm>
          <a:prstGeom prst="ellipse">
            <a:avLst/>
          </a:prstGeom>
          <a:solidFill>
            <a:srgbClr val="FFD21F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8" name="S03-label16"/>
          <p:cNvSpPr txBox="1"/>
          <p:nvPr/>
        </p:nvSpPr>
        <p:spPr>
          <a:xfrm>
            <a:off x="6254496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small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round와 square</a:t>
            </a:r>
            <a:endParaRPr lang="ko-KR" sz="4000" dirty="0"/>
          </a:p>
        </p:txBody>
      </p:sp>
      <p:sp>
        <p:nvSpPr>
          <p:cNvPr id="3" name="S04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round 동그란　·　square 네 변의 길이가 같은 네모난</a:t>
            </a:r>
            <a:endParaRPr lang="ko-KR" sz="3000" dirty="0"/>
          </a:p>
        </p:txBody>
      </p:sp>
      <p:sp>
        <p:nvSpPr>
          <p:cNvPr id="5" name="S04-figure19" descr="큰 초록색 동그라미"/>
          <p:cNvSpPr/>
          <p:nvPr/>
        </p:nvSpPr>
        <p:spPr>
          <a:xfrm>
            <a:off x="2391156" y="2130552"/>
            <a:ext cx="1700784" cy="1700784"/>
          </a:xfrm>
          <a:prstGeom prst="ellipse">
            <a:avLst/>
          </a:prstGeom>
          <a:solidFill>
            <a:srgbClr val="2E9E44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6" name="S04-label20"/>
          <p:cNvSpPr txBox="1"/>
          <p:nvPr/>
        </p:nvSpPr>
        <p:spPr>
          <a:xfrm>
            <a:off x="548640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round</a:t>
            </a:r>
            <a:endParaRPr lang="ko-KR" sz="2400" dirty="0"/>
          </a:p>
        </p:txBody>
      </p:sp>
      <p:sp>
        <p:nvSpPr>
          <p:cNvPr id="7" name="S04-figure21" descr="큰 초록색 정사각형"/>
          <p:cNvSpPr/>
          <p:nvPr/>
        </p:nvSpPr>
        <p:spPr>
          <a:xfrm>
            <a:off x="8097012" y="2130552"/>
            <a:ext cx="1700784" cy="1700784"/>
          </a:xfrm>
          <a:custGeom>
            <a:avLst/>
            <a:gdLst/>
            <a:ahLst/>
            <a:cxnLst/>
            <a:rect l="l" t="t" r="r" b="b"/>
            <a:pathLst>
              <a:path w="1700784" h="1700784">
                <a:moveTo>
                  <a:pt x="0" y="1700784"/>
                </a:moveTo>
                <a:lnTo>
                  <a:pt x="1700784" y="1700784"/>
                </a:lnTo>
                <a:lnTo>
                  <a:pt x="1700784" y="0"/>
                </a:lnTo>
                <a:lnTo>
                  <a:pt x="0" y="0"/>
                </a:lnTo>
                <a:close/>
              </a:path>
            </a:pathLst>
          </a:custGeom>
          <a:solidFill>
            <a:srgbClr val="2E9E44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8" name="S04-label22"/>
          <p:cNvSpPr txBox="1"/>
          <p:nvPr/>
        </p:nvSpPr>
        <p:spPr>
          <a:xfrm>
            <a:off x="6254496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square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big. It's red.</a:t>
            </a:r>
            <a:endParaRPr lang="ko-KR" sz="4000" dirty="0"/>
          </a:p>
        </p:txBody>
      </p:sp>
      <p:sp>
        <p:nvSpPr>
          <p:cNvPr id="3" name="S05-figure23" descr="큰 빨간색 동그라미"/>
          <p:cNvSpPr/>
          <p:nvPr/>
        </p:nvSpPr>
        <p:spPr>
          <a:xfrm>
            <a:off x="2379726" y="2921508"/>
            <a:ext cx="1700784" cy="1700784"/>
          </a:xfrm>
          <a:prstGeom prst="ellipse">
            <a:avLst/>
          </a:prstGeom>
          <a:solidFill>
            <a:srgbClr val="D62828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4" name="S05-card24"/>
          <p:cNvSpPr/>
          <p:nvPr/>
        </p:nvSpPr>
        <p:spPr>
          <a:xfrm>
            <a:off x="6277356" y="168021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25"/>
          <p:cNvSpPr txBox="1"/>
          <p:nvPr/>
        </p:nvSpPr>
        <p:spPr>
          <a:xfrm>
            <a:off x="6551676" y="181737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big.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커요.</a:t>
            </a:r>
            <a:endParaRPr lang="ko-KR" sz="3000" dirty="0"/>
          </a:p>
        </p:txBody>
      </p:sp>
      <p:sp>
        <p:nvSpPr>
          <p:cNvPr id="6" name="S05-card26"/>
          <p:cNvSpPr/>
          <p:nvPr/>
        </p:nvSpPr>
        <p:spPr>
          <a:xfrm>
            <a:off x="6277356" y="315087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27"/>
          <p:cNvSpPr txBox="1"/>
          <p:nvPr/>
        </p:nvSpPr>
        <p:spPr>
          <a:xfrm>
            <a:off x="6551676" y="328803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red.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빨간색이에요.</a:t>
            </a:r>
            <a:endParaRPr lang="ko-KR" sz="3000" dirty="0"/>
          </a:p>
        </p:txBody>
      </p:sp>
      <p:sp>
        <p:nvSpPr>
          <p:cNvPr id="8" name="S05-card28"/>
          <p:cNvSpPr/>
          <p:nvPr/>
        </p:nvSpPr>
        <p:spPr>
          <a:xfrm>
            <a:off x="6277356" y="462153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29"/>
          <p:cNvSpPr txBox="1"/>
          <p:nvPr/>
        </p:nvSpPr>
        <p:spPr>
          <a:xfrm>
            <a:off x="6551676" y="475869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round.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동그래요.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생겼나요?</a:t>
            </a:r>
            <a:endParaRPr lang="ko-KR" sz="4000" dirty="0"/>
          </a:p>
        </p:txBody>
      </p:sp>
      <p:sp>
        <p:nvSpPr>
          <p:cNvPr id="3" name="S06-text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크기·색깔·모양을 It's ~. 세 문장으로 말해요.</a:t>
            </a:r>
            <a:endParaRPr lang="ko-KR" sz="3000" dirty="0"/>
          </a:p>
        </p:txBody>
      </p:sp>
      <p:sp>
        <p:nvSpPr>
          <p:cNvPr id="4" name="S06-card31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2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big  small　/　round  square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  blue  yellow  green</a:t>
            </a:r>
            <a:endParaRPr lang="ko-KR" sz="3000" dirty="0"/>
          </a:p>
        </p:txBody>
      </p:sp>
      <p:sp>
        <p:nvSpPr>
          <p:cNvPr id="6" name="S06-figure33" descr="작은 파란색 정사각형"/>
          <p:cNvSpPr/>
          <p:nvPr/>
        </p:nvSpPr>
        <p:spPr>
          <a:xfrm>
            <a:off x="1950415" y="2788615"/>
            <a:ext cx="680314" cy="680314"/>
          </a:xfrm>
          <a:custGeom>
            <a:avLst/>
            <a:gdLst/>
            <a:ahLst/>
            <a:cxnLst/>
            <a:rect l="l" t="t" r="r" b="b"/>
            <a:pathLst>
              <a:path w="680314" h="680314">
                <a:moveTo>
                  <a:pt x="0" y="680314"/>
                </a:moveTo>
                <a:lnTo>
                  <a:pt x="680314" y="680314"/>
                </a:lnTo>
                <a:lnTo>
                  <a:pt x="680314" y="0"/>
                </a:lnTo>
                <a:lnTo>
                  <a:pt x="0" y="0"/>
                </a:lnTo>
                <a:close/>
              </a:path>
            </a:pathLst>
          </a:custGeom>
          <a:solidFill>
            <a:srgbClr val="1F5FC4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7" name="S06-label34"/>
          <p:cNvSpPr txBox="1"/>
          <p:nvPr/>
        </p:nvSpPr>
        <p:spPr>
          <a:xfrm>
            <a:off x="548640" y="4319016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8" name="S06-figure35" descr="큰 초록색 동그라미"/>
          <p:cNvSpPr/>
          <p:nvPr/>
        </p:nvSpPr>
        <p:spPr>
          <a:xfrm>
            <a:off x="5244084" y="2278380"/>
            <a:ext cx="1700784" cy="1700784"/>
          </a:xfrm>
          <a:prstGeom prst="ellipse">
            <a:avLst/>
          </a:prstGeom>
          <a:solidFill>
            <a:srgbClr val="2E9E44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9" name="S06-label36"/>
          <p:cNvSpPr txBox="1"/>
          <p:nvPr/>
        </p:nvSpPr>
        <p:spPr>
          <a:xfrm>
            <a:off x="4352544" y="4319016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06-figure37" descr="작은 노란색 동그라미"/>
          <p:cNvSpPr/>
          <p:nvPr/>
        </p:nvSpPr>
        <p:spPr>
          <a:xfrm>
            <a:off x="9558223" y="2788615"/>
            <a:ext cx="680314" cy="680314"/>
          </a:xfrm>
          <a:prstGeom prst="ellipse">
            <a:avLst/>
          </a:prstGeom>
          <a:solidFill>
            <a:srgbClr val="FFD21F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11" name="S06-label38"/>
          <p:cNvSpPr txBox="1"/>
          <p:nvPr/>
        </p:nvSpPr>
        <p:spPr>
          <a:xfrm>
            <a:off x="8156448" y="4319016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red.일까요?</a:t>
            </a:r>
            <a:endParaRPr lang="ko-KR" sz="4000" dirty="0"/>
          </a:p>
        </p:txBody>
      </p:sp>
      <p:sp>
        <p:nvSpPr>
          <p:cNvPr id="3" name="S07-card3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빨간 동그라미를 보고 이렇게 말했어요.</a:t>
            </a:r>
            <a:endParaRPr lang="ko-KR" sz="3000" dirty="0"/>
          </a:p>
        </p:txBody>
      </p:sp>
      <p:sp>
        <p:nvSpPr>
          <p:cNvPr id="5" name="S07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말한 쪽은? 무엇이 다른가요?</a:t>
            </a:r>
            <a:endParaRPr lang="ko-KR" sz="3000" dirty="0"/>
          </a:p>
        </p:txBody>
      </p:sp>
      <p:sp>
        <p:nvSpPr>
          <p:cNvPr id="7" name="S07-chip4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7-word44"/>
          <p:cNvSpPr txBox="1"/>
          <p:nvPr/>
        </p:nvSpPr>
        <p:spPr>
          <a:xfrm>
            <a:off x="548640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a red.</a:t>
            </a:r>
            <a:endParaRPr lang="ko-KR" sz="3400" dirty="0"/>
          </a:p>
        </p:txBody>
      </p:sp>
      <p:sp>
        <p:nvSpPr>
          <p:cNvPr id="9" name="S07-chip4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7-word46"/>
          <p:cNvSpPr txBox="1"/>
          <p:nvPr/>
        </p:nvSpPr>
        <p:spPr>
          <a:xfrm>
            <a:off x="6277356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red.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골라요</a:t>
            </a:r>
            <a:endParaRPr lang="ko-KR" sz="4000" dirty="0"/>
          </a:p>
        </p:txBody>
      </p:sp>
      <p:sp>
        <p:nvSpPr>
          <p:cNvPr id="3" name="S08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그림을 짚어요.</a:t>
            </a:r>
            <a:endParaRPr lang="ko-KR" sz="3000" dirty="0"/>
          </a:p>
        </p:txBody>
      </p:sp>
      <p:sp>
        <p:nvSpPr>
          <p:cNvPr id="4" name="S08-figure48" descr="큰 빨간색 동그라미"/>
          <p:cNvSpPr/>
          <p:nvPr/>
        </p:nvSpPr>
        <p:spPr>
          <a:xfrm>
            <a:off x="964692" y="3022092"/>
            <a:ext cx="1700784" cy="1700784"/>
          </a:xfrm>
          <a:prstGeom prst="ellipse">
            <a:avLst/>
          </a:prstGeom>
          <a:solidFill>
            <a:srgbClr val="D62828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5" name="S08-label49"/>
          <p:cNvSpPr txBox="1"/>
          <p:nvPr/>
        </p:nvSpPr>
        <p:spPr>
          <a:xfrm>
            <a:off x="548640" y="580644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6" name="S08-figure50" descr="작은 빨간색 동그라미"/>
          <p:cNvSpPr/>
          <p:nvPr/>
        </p:nvSpPr>
        <p:spPr>
          <a:xfrm>
            <a:off x="4327855" y="3532327"/>
            <a:ext cx="680314" cy="680314"/>
          </a:xfrm>
          <a:prstGeom prst="ellipse">
            <a:avLst/>
          </a:prstGeom>
          <a:solidFill>
            <a:srgbClr val="D62828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7" name="S08-label51"/>
          <p:cNvSpPr txBox="1"/>
          <p:nvPr/>
        </p:nvSpPr>
        <p:spPr>
          <a:xfrm>
            <a:off x="3401568" y="580644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8" name="S08-figure52" descr="큰 초록색 정사각형"/>
          <p:cNvSpPr/>
          <p:nvPr/>
        </p:nvSpPr>
        <p:spPr>
          <a:xfrm>
            <a:off x="6670548" y="3022092"/>
            <a:ext cx="1700784" cy="1700784"/>
          </a:xfrm>
          <a:custGeom>
            <a:avLst/>
            <a:gdLst/>
            <a:ahLst/>
            <a:cxnLst/>
            <a:rect l="l" t="t" r="r" b="b"/>
            <a:pathLst>
              <a:path w="1700784" h="1700784">
                <a:moveTo>
                  <a:pt x="0" y="1700784"/>
                </a:moveTo>
                <a:lnTo>
                  <a:pt x="1700784" y="1700784"/>
                </a:lnTo>
                <a:lnTo>
                  <a:pt x="1700784" y="0"/>
                </a:lnTo>
                <a:lnTo>
                  <a:pt x="0" y="0"/>
                </a:lnTo>
                <a:close/>
              </a:path>
            </a:pathLst>
          </a:custGeom>
          <a:solidFill>
            <a:srgbClr val="2E9E44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9" name="S08-label53"/>
          <p:cNvSpPr txBox="1"/>
          <p:nvPr/>
        </p:nvSpPr>
        <p:spPr>
          <a:xfrm>
            <a:off x="6254496" y="580644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10" name="S08-figure54" descr="작은 노란색 동그라미"/>
          <p:cNvSpPr/>
          <p:nvPr/>
        </p:nvSpPr>
        <p:spPr>
          <a:xfrm>
            <a:off x="10033711" y="3532327"/>
            <a:ext cx="680314" cy="680314"/>
          </a:xfrm>
          <a:prstGeom prst="ellipse">
            <a:avLst/>
          </a:prstGeom>
          <a:solidFill>
            <a:srgbClr val="FFD21F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11" name="S08-label55"/>
          <p:cNvSpPr txBox="1"/>
          <p:nvPr/>
        </p:nvSpPr>
        <p:spPr>
          <a:xfrm>
            <a:off x="9107424" y="580644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물건 수수께끼</a:t>
            </a:r>
            <a:endParaRPr lang="ko-KR" sz="4000" dirty="0"/>
          </a:p>
        </p:txBody>
      </p:sp>
      <p:sp>
        <p:nvSpPr>
          <p:cNvPr id="3" name="S09-text56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하나를 몰래 골라 세 문장으로 말해요. 엄마(아빠)가 맞혀요.</a:t>
            </a:r>
            <a:endParaRPr lang="ko-KR" sz="3000" dirty="0"/>
          </a:p>
        </p:txBody>
      </p:sp>
      <p:sp>
        <p:nvSpPr>
          <p:cNvPr id="4" name="S09-card57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8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big  small　/　round  square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  blue  yellow  green</a:t>
            </a:r>
            <a:endParaRPr lang="ko-KR" sz="3000" dirty="0"/>
          </a:p>
        </p:txBody>
      </p:sp>
      <p:sp>
        <p:nvSpPr>
          <p:cNvPr id="6" name="S09-chip59"/>
          <p:cNvSpPr txBox="1"/>
          <p:nvPr/>
        </p:nvSpPr>
        <p:spPr>
          <a:xfrm>
            <a:off x="548640" y="2475992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text60"/>
          <p:cNvSpPr txBox="1"/>
          <p:nvPr/>
        </p:nvSpPr>
        <p:spPr>
          <a:xfrm>
            <a:off x="1344168" y="2438400"/>
            <a:ext cx="10296144" cy="64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______. (크기)</a:t>
            </a:r>
            <a:endParaRPr lang="ko-KR" sz="3000" dirty="0"/>
          </a:p>
        </p:txBody>
      </p:sp>
      <p:sp>
        <p:nvSpPr>
          <p:cNvPr id="8" name="S09-chip61"/>
          <p:cNvSpPr txBox="1"/>
          <p:nvPr/>
        </p:nvSpPr>
        <p:spPr>
          <a:xfrm>
            <a:off x="548640" y="330098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text62"/>
          <p:cNvSpPr txBox="1"/>
          <p:nvPr/>
        </p:nvSpPr>
        <p:spPr>
          <a:xfrm>
            <a:off x="1344168" y="3263392"/>
            <a:ext cx="10296144" cy="64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______. (색깔)</a:t>
            </a:r>
            <a:endParaRPr lang="ko-KR" sz="3000" dirty="0"/>
          </a:p>
        </p:txBody>
      </p:sp>
      <p:sp>
        <p:nvSpPr>
          <p:cNvPr id="10" name="S09-chip63"/>
          <p:cNvSpPr txBox="1"/>
          <p:nvPr/>
        </p:nvSpPr>
        <p:spPr>
          <a:xfrm>
            <a:off x="548640" y="4125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text64"/>
          <p:cNvSpPr txBox="1"/>
          <p:nvPr/>
        </p:nvSpPr>
        <p:spPr>
          <a:xfrm>
            <a:off x="1344168" y="4088384"/>
            <a:ext cx="10296144" cy="64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______. (모양)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6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①②를 It's ~. 세 문장으로 말해요.</a:t>
            </a:r>
            <a:endParaRPr lang="ko-KR" sz="3000" dirty="0"/>
          </a:p>
        </p:txBody>
      </p:sp>
      <p:sp>
        <p:nvSpPr>
          <p:cNvPr id="4" name="S10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집에 있는 물건 하나를 세 문장으로 말해요.</a:t>
            </a:r>
            <a:endParaRPr lang="ko-KR" sz="3000" dirty="0"/>
          </a:p>
        </p:txBody>
      </p:sp>
      <p:sp>
        <p:nvSpPr>
          <p:cNvPr id="6" name="S10-figure68" descr="작은 초록색 동그라미"/>
          <p:cNvSpPr/>
          <p:nvPr/>
        </p:nvSpPr>
        <p:spPr>
          <a:xfrm>
            <a:off x="2901391" y="2983687"/>
            <a:ext cx="680314" cy="680314"/>
          </a:xfrm>
          <a:prstGeom prst="ellipse">
            <a:avLst/>
          </a:prstGeom>
          <a:solidFill>
            <a:srgbClr val="2E9E44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7" name="S10-label69"/>
          <p:cNvSpPr txBox="1"/>
          <p:nvPr/>
        </p:nvSpPr>
        <p:spPr>
          <a:xfrm>
            <a:off x="548640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8" name="S10-figure70" descr="큰 노란색 정사각형"/>
          <p:cNvSpPr/>
          <p:nvPr/>
        </p:nvSpPr>
        <p:spPr>
          <a:xfrm>
            <a:off x="8097012" y="2473452"/>
            <a:ext cx="1700784" cy="1700784"/>
          </a:xfrm>
          <a:custGeom>
            <a:avLst/>
            <a:gdLst/>
            <a:ahLst/>
            <a:cxnLst/>
            <a:rect l="l" t="t" r="r" b="b"/>
            <a:pathLst>
              <a:path w="1700784" h="1700784">
                <a:moveTo>
                  <a:pt x="0" y="1700784"/>
                </a:moveTo>
                <a:lnTo>
                  <a:pt x="1700784" y="1700784"/>
                </a:lnTo>
                <a:lnTo>
                  <a:pt x="170078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D21F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9" name="S10-label71"/>
          <p:cNvSpPr txBox="1"/>
          <p:nvPr/>
        </p:nvSpPr>
        <p:spPr>
          <a:xfrm>
            <a:off x="6254496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그림을 골라요</a:t>
            </a:r>
            <a:endParaRPr lang="ko-KR" sz="4000" dirty="0"/>
          </a:p>
        </p:txBody>
      </p:sp>
      <p:sp>
        <p:nvSpPr>
          <p:cNvPr id="3" name="S12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그림은? 어떻게 알았나요?</a:t>
            </a:r>
            <a:endParaRPr lang="ko-KR" sz="3000" dirty="0"/>
          </a:p>
        </p:txBody>
      </p:sp>
      <p:sp>
        <p:nvSpPr>
          <p:cNvPr id="5" name="S12-chip74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2-figure75" descr="큰 파란색 동그라미"/>
          <p:cNvSpPr/>
          <p:nvPr/>
        </p:nvSpPr>
        <p:spPr>
          <a:xfrm>
            <a:off x="2888504" y="1466612"/>
            <a:ext cx="1478756" cy="1478756"/>
          </a:xfrm>
          <a:prstGeom prst="ellipse">
            <a:avLst/>
          </a:prstGeom>
          <a:solidFill>
            <a:srgbClr val="1F5FC4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7" name="S12-chip76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8" name="S12-figure77" descr="작은 파란색 정사각형"/>
          <p:cNvSpPr/>
          <p:nvPr/>
        </p:nvSpPr>
        <p:spPr>
          <a:xfrm>
            <a:off x="9060847" y="1910239"/>
            <a:ext cx="591503" cy="591502"/>
          </a:xfrm>
          <a:custGeom>
            <a:avLst/>
            <a:gdLst/>
            <a:ahLst/>
            <a:cxnLst/>
            <a:rect l="l" t="t" r="r" b="b"/>
            <a:pathLst>
              <a:path w="591503" h="591502">
                <a:moveTo>
                  <a:pt x="0" y="591502"/>
                </a:moveTo>
                <a:lnTo>
                  <a:pt x="591503" y="591502"/>
                </a:lnTo>
                <a:lnTo>
                  <a:pt x="591503" y="0"/>
                </a:lnTo>
                <a:lnTo>
                  <a:pt x="0" y="0"/>
                </a:lnTo>
                <a:close/>
              </a:path>
            </a:pathLst>
          </a:custGeom>
          <a:solidFill>
            <a:srgbClr val="1F5FC4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9" name="S12-chip78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0" name="S12-figure79" descr="큰 파란색 정사각형"/>
          <p:cNvSpPr/>
          <p:nvPr/>
        </p:nvSpPr>
        <p:spPr>
          <a:xfrm>
            <a:off x="2888504" y="3501152"/>
            <a:ext cx="1478756" cy="1478756"/>
          </a:xfrm>
          <a:custGeom>
            <a:avLst/>
            <a:gdLst/>
            <a:ahLst/>
            <a:cxnLst/>
            <a:rect l="l" t="t" r="r" b="b"/>
            <a:pathLst>
              <a:path w="1478756" h="1478756">
                <a:moveTo>
                  <a:pt x="0" y="1478756"/>
                </a:moveTo>
                <a:lnTo>
                  <a:pt x="1478756" y="1478756"/>
                </a:lnTo>
                <a:lnTo>
                  <a:pt x="1478756" y="0"/>
                </a:lnTo>
                <a:lnTo>
                  <a:pt x="0" y="0"/>
                </a:lnTo>
                <a:close/>
              </a:path>
            </a:pathLst>
          </a:custGeom>
          <a:solidFill>
            <a:srgbClr val="1F5FC4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11" name="S12-chip80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2" name="S12-figure81" descr="작은 빨간색 정사각형"/>
          <p:cNvSpPr/>
          <p:nvPr/>
        </p:nvSpPr>
        <p:spPr>
          <a:xfrm>
            <a:off x="9060847" y="3944779"/>
            <a:ext cx="591503" cy="591502"/>
          </a:xfrm>
          <a:custGeom>
            <a:avLst/>
            <a:gdLst/>
            <a:ahLst/>
            <a:cxnLst/>
            <a:rect l="l" t="t" r="r" b="b"/>
            <a:pathLst>
              <a:path w="591503" h="591502">
                <a:moveTo>
                  <a:pt x="0" y="591502"/>
                </a:moveTo>
                <a:lnTo>
                  <a:pt x="591503" y="591502"/>
                </a:lnTo>
                <a:lnTo>
                  <a:pt x="591503" y="0"/>
                </a:lnTo>
                <a:lnTo>
                  <a:pt x="0" y="0"/>
                </a:lnTo>
                <a:close/>
              </a:path>
            </a:pathLst>
          </a:custGeom>
          <a:solidFill>
            <a:srgbClr val="D62828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82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3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크기·색깔·모양을 It's ~. 세 문장으로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 big. It's red. It's round.</a:t>
            </a:r>
            <a:endParaRPr lang="ko-KR" sz="3000" dirty="0"/>
          </a:p>
        </p:txBody>
      </p:sp>
      <p:sp>
        <p:nvSpPr>
          <p:cNvPr id="5" name="S13-chip84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크기·색깔·모양 차례로</a:t>
            </a:r>
            <a:endParaRPr lang="ko-KR" sz="2400" dirty="0"/>
          </a:p>
        </p:txBody>
      </p:sp>
      <p:sp>
        <p:nvSpPr>
          <p:cNvPr id="6" name="S13-chip85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It's a red.처럼 a 붙이기</a:t>
            </a:r>
            <a:endParaRPr lang="ko-KR" sz="2400" dirty="0"/>
          </a:p>
        </p:txBody>
      </p:sp>
      <p:sp>
        <p:nvSpPr>
          <p:cNvPr id="7" name="S13-text86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87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big, small, round,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square의 뜻은?</a:t>
            </a:r>
            <a:endParaRPr lang="ko-KR" sz="2400" dirty="0"/>
          </a:p>
        </p:txBody>
      </p:sp>
      <p:sp>
        <p:nvSpPr>
          <p:cNvPr id="9" name="S13-text88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큰 초록 정사각형을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문장으로</a:t>
            </a:r>
            <a:endParaRPr lang="ko-KR" sz="2400" dirty="0"/>
          </a:p>
        </p:txBody>
      </p:sp>
      <p:sp>
        <p:nvSpPr>
          <p:cNvPr id="10" name="S13-text89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우리 집 물건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수수께끼 하나</a:t>
            </a:r>
            <a:endParaRPr lang="ko-KR" sz="2400" dirty="0"/>
          </a:p>
        </p:txBody>
      </p:sp>
      <p:sp>
        <p:nvSpPr>
          <p:cNvPr id="11" name="S13-text9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생활 예절 비교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색깔 낱말 다시 보기</a:t>
            </a:r>
            <a:endParaRPr lang="ko-KR" sz="4000" dirty="0"/>
          </a:p>
        </p:txBody>
      </p:sp>
      <p:sp>
        <p:nvSpPr>
          <p:cNvPr id="3" name="S14-card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 three o'clock.처럼 대답은 It's로 시작해요.</a:t>
            </a:r>
            <a:endParaRPr lang="ko-KR" sz="3000" dirty="0"/>
          </a:p>
        </p:txBody>
      </p:sp>
      <p:sp>
        <p:nvSpPr>
          <p:cNvPr id="5" name="S14-word93"/>
          <p:cNvSpPr txBox="1"/>
          <p:nvPr/>
        </p:nvSpPr>
        <p:spPr>
          <a:xfrm>
            <a:off x="548640" y="23545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빨간색</a:t>
            </a:r>
            <a:endParaRPr lang="ko-KR" sz="3400" dirty="0"/>
          </a:p>
        </p:txBody>
      </p:sp>
      <p:sp>
        <p:nvSpPr>
          <p:cNvPr id="6" name="S14-word94"/>
          <p:cNvSpPr txBox="1"/>
          <p:nvPr/>
        </p:nvSpPr>
        <p:spPr>
          <a:xfrm>
            <a:off x="3390138" y="23545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blue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파란색</a:t>
            </a:r>
            <a:endParaRPr lang="ko-KR" sz="3400" dirty="0"/>
          </a:p>
        </p:txBody>
      </p:sp>
      <p:sp>
        <p:nvSpPr>
          <p:cNvPr id="7" name="S14-word95"/>
          <p:cNvSpPr txBox="1"/>
          <p:nvPr/>
        </p:nvSpPr>
        <p:spPr>
          <a:xfrm>
            <a:off x="6231636" y="23545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yellow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노란색</a:t>
            </a:r>
            <a:endParaRPr lang="ko-KR" sz="3400" dirty="0"/>
          </a:p>
        </p:txBody>
      </p:sp>
      <p:sp>
        <p:nvSpPr>
          <p:cNvPr id="8" name="S14-word96"/>
          <p:cNvSpPr txBox="1"/>
          <p:nvPr/>
        </p:nvSpPr>
        <p:spPr>
          <a:xfrm>
            <a:off x="9073134" y="23545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green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초록색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영어 사물 묘사하기</dc:title>
  <dc:subject>KR22-G04-ENG-DESCRIBE-L01</dc:subject>
  <dc:creator>education-ppt</dc:creator>
  <cp:lastModifiedBy>education-ppt</cp:lastModifiedBy>
  <cp:revision>1</cp:revision>
  <dcterms:created xsi:type="dcterms:W3CDTF">2026-10-26T13:19:08Z</dcterms:created>
  <dcterms:modified xsi:type="dcterms:W3CDTF">2026-10-26T13:19:08Z</dcterms:modified>
</cp:coreProperties>
</file>