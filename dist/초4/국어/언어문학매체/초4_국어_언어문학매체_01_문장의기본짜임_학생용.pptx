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a2b28be-979c-5734-238c-983d36c4c69f}">
          <p14:sldIdLst>
            <p14:sldId id="256"/>
            <p14:sldId id="257"/>
          </p14:sldIdLst>
        </p14:section>
        <p14:section name="개념" id="{1c487b16-ce94-cd24-5ed3-f22319fb35ec}">
          <p14:sldIdLst>
            <p14:sldId id="258"/>
            <p14:sldId id="259"/>
            <p14:sldId id="260"/>
            <p14:sldId id="261"/>
          </p14:sldIdLst>
        </p14:section>
        <p14:section name="연습" id="{0fe97eaf-31e8-2081-3280-0d028c2a2633}">
          <p14:sldIdLst>
            <p14:sldId id="262"/>
            <p14:sldId id="263"/>
            <p14:sldId id="264"/>
          </p14:sldIdLst>
        </p14:section>
        <p14:section name="확인" id="{af08a2a3-2355-360d-1364-ef802881fa4a}">
          <p14:sldIdLst>
            <p14:sldId id="265"/>
            <p14:sldId id="266"/>
          </p14:sldIdLst>
        </p14:section>
        <p14:section name="정리" id="{caf56c65-c36e-91aa-d9e7-f8080dd18b2c}">
          <p14:sldIdLst>
            <p14:sldId id="267"/>
          </p14:sldIdLst>
        </p14:section>
        <p14:section name="보충" id="{47e27a34-ace3-4c7e-2e9d-7c693b8feef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언어문학매체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문장의 기본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문장의 기본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문장의 기본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문장의 기본 짜임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어떤 부분으로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이루어져 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문장을 두 부분으로 나누고 짜임을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 가지 짜임에 맞게 문장을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말을 넣어요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말을 넣어 문장을 완성해 보세요.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(　　　　　).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　　　) 날아가요.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‘먹어요.’만 들으면 무엇을 모를까요?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두 부분으로 나눠요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앞부분과 뒷부분으로 나눌 수 있어요.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누가: 사람이나 동물  ·  무엇이: 물건이나 자연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앞부분 끝에는 ‘-이, -가, -은, -는’이 자주 붙어요.</a:t>
            </a:r>
            <a:endParaRPr lang="ko-KR" sz="30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2502408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/ 무엇이</a:t>
            </a:r>
            <a:endParaRPr lang="ko-KR" sz="3400" dirty="0"/>
          </a:p>
        </p:txBody>
      </p:sp>
      <p:sp>
        <p:nvSpPr>
          <p:cNvPr id="7" name="S03-word14"/>
          <p:cNvSpPr txBox="1"/>
          <p:nvPr/>
        </p:nvSpPr>
        <p:spPr>
          <a:xfrm>
            <a:off x="6231636" y="2502408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웃는다.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어찌하다·어떠하다·무엇이다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문장의 세 가지 짜임</a:t>
            </a:r>
            <a:endParaRPr lang="ko-KR" sz="40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‘누가/무엇이’ 뒤에 오는 말로 짜임이 나뉘어요.</a:t>
            </a:r>
            <a:endParaRPr lang="ko-KR" sz="3000" dirty="0"/>
          </a:p>
        </p:txBody>
      </p:sp>
      <p:sp>
        <p:nvSpPr>
          <p:cNvPr id="4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뒷부분이 무엇을 나타내는지 보면 짜임을 알 수 있어요.</a:t>
            </a:r>
            <a:endParaRPr lang="ko-KR" sz="3000" dirty="0"/>
          </a:p>
        </p:txBody>
      </p:sp>
      <p:sp>
        <p:nvSpPr>
          <p:cNvPr id="6" name="S04-card18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19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어찌하다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/ 웃는다.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움직임</a:t>
            </a:r>
            <a:endParaRPr lang="ko-KR" sz="3000" dirty="0"/>
          </a:p>
        </p:txBody>
      </p:sp>
      <p:sp>
        <p:nvSpPr>
          <p:cNvPr id="8" name="S04-card20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4-cardtext21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어떠하다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 / 파랗다.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모양·성질·상태</a:t>
            </a:r>
            <a:endParaRPr lang="ko-KR" sz="3000" dirty="0"/>
          </a:p>
        </p:txBody>
      </p:sp>
      <p:sp>
        <p:nvSpPr>
          <p:cNvPr id="10" name="S04-card22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3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무엇이다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고래는 / 동물이다.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무엇인지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어찌하다? 어떠하다?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뒷부분에 ‘-고 있다’를 붙여 읽어 봐요.</a:t>
            </a:r>
            <a:endParaRPr lang="ko-KR" sz="30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되면 어찌하다, 어색하면 어떠하다예요.</a:t>
            </a:r>
            <a:endParaRPr lang="ko-KR" sz="30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8445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4732020"/>
                <a:gridCol w="262890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‘-고 있다’를 붙이면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동생이 웃는다.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동생이 웃고 있다. 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어찌하다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하늘이 파랗다.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하늘이 파랗고 있다. 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어떠하다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찾는 순서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장미는 / 꽃이다. → ‘(무엇)이다’로 끝나요 → 무엇이다</a:t>
            </a:r>
            <a:endParaRPr lang="ko-KR" sz="3000" dirty="0"/>
          </a:p>
        </p:txBody>
      </p:sp>
      <p:sp>
        <p:nvSpPr>
          <p:cNvPr id="5" name="S06-stepno30"/>
          <p:cNvSpPr txBox="1"/>
          <p:nvPr/>
        </p:nvSpPr>
        <p:spPr>
          <a:xfrm>
            <a:off x="548640" y="16885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1"/>
          <p:cNvSpPr txBox="1"/>
          <p:nvPr/>
        </p:nvSpPr>
        <p:spPr>
          <a:xfrm>
            <a:off x="1325880" y="16885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‘누가/무엇이’ 부분을 찾아 / 를 그어요.</a:t>
            </a:r>
            <a:endParaRPr lang="ko-KR" sz="3000" dirty="0"/>
          </a:p>
        </p:txBody>
      </p:sp>
      <p:sp>
        <p:nvSpPr>
          <p:cNvPr id="7" name="S06-stepno32"/>
          <p:cNvSpPr txBox="1"/>
          <p:nvPr/>
        </p:nvSpPr>
        <p:spPr>
          <a:xfrm>
            <a:off x="548640" y="2401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3"/>
          <p:cNvSpPr txBox="1"/>
          <p:nvPr/>
        </p:nvSpPr>
        <p:spPr>
          <a:xfrm>
            <a:off x="1325880" y="24018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뒷부분을 읽어요.</a:t>
            </a:r>
            <a:endParaRPr lang="ko-KR" sz="3000" dirty="0"/>
          </a:p>
        </p:txBody>
      </p:sp>
      <p:sp>
        <p:nvSpPr>
          <p:cNvPr id="9" name="S06-stepno34"/>
          <p:cNvSpPr txBox="1"/>
          <p:nvPr/>
        </p:nvSpPr>
        <p:spPr>
          <a:xfrm>
            <a:off x="548640" y="3115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35"/>
          <p:cNvSpPr txBox="1"/>
          <p:nvPr/>
        </p:nvSpPr>
        <p:spPr>
          <a:xfrm>
            <a:off x="1325880" y="31150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‘(무엇)이다’로 끝나면 무엇이다예요.</a:t>
            </a:r>
            <a:endParaRPr lang="ko-KR" sz="3000" dirty="0"/>
          </a:p>
        </p:txBody>
      </p:sp>
      <p:sp>
        <p:nvSpPr>
          <p:cNvPr id="11" name="S06-stepno36"/>
          <p:cNvSpPr txBox="1"/>
          <p:nvPr/>
        </p:nvSpPr>
        <p:spPr>
          <a:xfrm>
            <a:off x="548640" y="3874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37"/>
          <p:cNvSpPr txBox="1"/>
          <p:nvPr/>
        </p:nvSpPr>
        <p:spPr>
          <a:xfrm>
            <a:off x="1325880" y="3828288"/>
            <a:ext cx="103144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‘-고 있다’를 붙여 말이 되면 어찌하다, 어색하면 어떠하다예요.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찾아봐요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를 긋고, 어떤 짜임인지 말해 보세요.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‘이다’로 끝나나요? ‘-고 있다’를 붙여 봐요.</a:t>
            </a:r>
            <a:endParaRPr lang="ko-KR" sz="3000" dirty="0"/>
          </a:p>
        </p:txBody>
      </p:sp>
      <p:sp>
        <p:nvSpPr>
          <p:cNvPr id="6" name="S07-chip4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4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잔다.</a:t>
            </a:r>
            <a:endParaRPr lang="ko-KR" sz="3000" dirty="0"/>
          </a:p>
        </p:txBody>
      </p:sp>
      <p:sp>
        <p:nvSpPr>
          <p:cNvPr id="8" name="S07-chip43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44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고추가 맵다.</a:t>
            </a:r>
            <a:endParaRPr lang="ko-KR" sz="3000" dirty="0"/>
          </a:p>
        </p:txBody>
      </p:sp>
      <p:sp>
        <p:nvSpPr>
          <p:cNvPr id="10" name="S07-chip4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4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장미는 꽃이다.</a:t>
            </a:r>
            <a:endParaRPr lang="ko-KR" sz="3000" dirty="0"/>
          </a:p>
        </p:txBody>
      </p:sp>
      <p:sp>
        <p:nvSpPr>
          <p:cNvPr id="12" name="S07-chip47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text48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새가 날아간다.</a:t>
            </a:r>
            <a:endParaRPr lang="ko-KR" sz="3000" dirty="0"/>
          </a:p>
        </p:txBody>
      </p:sp>
      <p:sp>
        <p:nvSpPr>
          <p:cNvPr id="14" name="S07-chip4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7-text5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차갑다.</a:t>
            </a:r>
            <a:endParaRPr lang="ko-KR" sz="3000" dirty="0"/>
          </a:p>
        </p:txBody>
      </p:sp>
      <p:sp>
        <p:nvSpPr>
          <p:cNvPr id="16" name="S07-chip51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7-text52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이것은 지우개이다.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5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‘꽃이 예쁘다.’는 어떤 짜임일까요?</a:t>
            </a:r>
            <a:endParaRPr lang="ko-KR" sz="3000" dirty="0"/>
          </a:p>
        </p:txBody>
      </p:sp>
      <p:sp>
        <p:nvSpPr>
          <p:cNvPr id="5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‘-고 있다’를 붙여 읽어 보고 까닭을 말해 봐요.</a:t>
            </a:r>
            <a:endParaRPr lang="ko-KR" sz="3000" dirty="0"/>
          </a:p>
        </p:txBody>
      </p:sp>
      <p:sp>
        <p:nvSpPr>
          <p:cNvPr id="7" name="S08-chip5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5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“어찌하다예요.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무언가를 하잖아요.”</a:t>
            </a:r>
            <a:endParaRPr lang="ko-KR" sz="3000" dirty="0"/>
          </a:p>
        </p:txBody>
      </p:sp>
      <p:sp>
        <p:nvSpPr>
          <p:cNvPr id="9" name="S08-chip5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6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“어떠하다예요.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꽃의 모양을 말하잖아요.”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곳을 채워요</a:t>
            </a:r>
            <a:endParaRPr lang="ko-KR" sz="40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뒤의 짜임에 맞게 빈 곳을 채워 말해요.</a:t>
            </a:r>
            <a:endParaRPr lang="ko-KR" sz="3000" dirty="0"/>
          </a:p>
        </p:txBody>
      </p:sp>
      <p:sp>
        <p:nvSpPr>
          <p:cNvPr id="4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채운 다음 소리 내어 읽고 S06의 순서로 확인해요.</a:t>
            </a:r>
            <a:endParaRPr lang="ko-KR" sz="3000" dirty="0"/>
          </a:p>
        </p:txBody>
      </p:sp>
      <p:sp>
        <p:nvSpPr>
          <p:cNvPr id="6" name="S09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(　　　).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어찌하다</a:t>
            </a:r>
            <a:endParaRPr lang="ko-KR" sz="3000" dirty="0"/>
          </a:p>
        </p:txBody>
      </p:sp>
      <p:sp>
        <p:nvSpPr>
          <p:cNvPr id="8" name="S09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수박이 (　　　).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어떠하다</a:t>
            </a:r>
            <a:endParaRPr lang="ko-KR" sz="3000" dirty="0"/>
          </a:p>
        </p:txBody>
      </p:sp>
      <p:sp>
        <p:nvSpPr>
          <p:cNvPr id="10" name="S09-chip6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사과는 (　　　).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무엇이다</a:t>
            </a:r>
            <a:endParaRPr lang="ko-KR" sz="3000" dirty="0"/>
          </a:p>
        </p:txBody>
      </p:sp>
      <p:sp>
        <p:nvSpPr>
          <p:cNvPr id="12" name="S09-chip7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7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　) 시끄럽다.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누가/무엇이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‘콩이’에 대한 문장이에요. 짜임을 말해 보세요.</a:t>
            </a:r>
            <a:endParaRPr lang="ko-KR" sz="3000" dirty="0"/>
          </a:p>
        </p:txBody>
      </p:sp>
      <p:sp>
        <p:nvSpPr>
          <p:cNvPr id="4" name="S10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를 긋고, S06의 순서로 확인해요.</a:t>
            </a:r>
            <a:endParaRPr lang="ko-KR" sz="3000" dirty="0"/>
          </a:p>
        </p:txBody>
      </p:sp>
      <p:sp>
        <p:nvSpPr>
          <p:cNvPr id="6" name="S10-chip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7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콩이는 강아지이다.</a:t>
            </a:r>
            <a:endParaRPr lang="ko-KR" sz="3000" dirty="0"/>
          </a:p>
        </p:txBody>
      </p:sp>
      <p:sp>
        <p:nvSpPr>
          <p:cNvPr id="8" name="S10-chip77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78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콩이가 짖는다.</a:t>
            </a:r>
            <a:endParaRPr lang="ko-KR" sz="3000" dirty="0"/>
          </a:p>
        </p:txBody>
      </p:sp>
      <p:sp>
        <p:nvSpPr>
          <p:cNvPr id="10" name="S10-chip7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8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콩이는 귀엽다.</a:t>
            </a:r>
            <a:endParaRPr lang="ko-KR" sz="3000" dirty="0"/>
          </a:p>
        </p:txBody>
      </p:sp>
      <p:sp>
        <p:nvSpPr>
          <p:cNvPr id="12" name="S10-chip81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82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콩이가 달린다.</a:t>
            </a:r>
            <a:endParaRPr lang="ko-KR" sz="3000" dirty="0"/>
          </a:p>
        </p:txBody>
      </p:sp>
      <p:sp>
        <p:nvSpPr>
          <p:cNvPr id="14" name="S10-chip8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10-text8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콩이의 털은 부드럽다.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쓰는 세 가지 문장</a:t>
            </a:r>
            <a:endParaRPr lang="ko-KR" sz="40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맞게 문장을 말하고 활동지에 써요.</a:t>
            </a:r>
            <a:endParaRPr lang="ko-KR" sz="3000" dirty="0"/>
          </a:p>
        </p:txBody>
      </p:sp>
      <p:sp>
        <p:nvSpPr>
          <p:cNvPr id="4" name="S12-chip8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text8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한 사람으로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+ 어찌하다</a:t>
            </a:r>
            <a:endParaRPr lang="ko-KR" sz="3000" dirty="0"/>
          </a:p>
        </p:txBody>
      </p:sp>
      <p:sp>
        <p:nvSpPr>
          <p:cNvPr id="6" name="S12-chip8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text8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 하나로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+ 어떠하다</a:t>
            </a:r>
            <a:endParaRPr lang="ko-KR" sz="3000" dirty="0"/>
          </a:p>
        </p:txBody>
      </p:sp>
      <p:sp>
        <p:nvSpPr>
          <p:cNvPr id="8" name="S12-chip9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text9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동물로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+ 무엇이다</a:t>
            </a:r>
            <a:endParaRPr lang="ko-KR" sz="3000" dirty="0"/>
          </a:p>
        </p:txBody>
      </p:sp>
      <p:sp>
        <p:nvSpPr>
          <p:cNvPr id="10" name="S12-chip9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text9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‘뛰어간다.’에 빠진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부분을 넣어 고쳐요.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‘누가/무엇이’와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‘어찌하다·어떠하다·무엇이다’로 짜여 있어요.</a:t>
            </a:r>
            <a:endParaRPr lang="ko-KR" sz="30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‘-고 있다’를 붙여 확인하기</a:t>
            </a:r>
            <a:endParaRPr lang="ko-KR" sz="2400" dirty="0"/>
          </a:p>
        </p:txBody>
      </p:sp>
      <p:sp>
        <p:nvSpPr>
          <p:cNvPr id="6" name="S13-chip9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부분이 빠진 문장 쓰기</a:t>
            </a:r>
            <a:endParaRPr lang="ko-KR" sz="2400" dirty="0"/>
          </a:p>
        </p:txBody>
      </p:sp>
      <p:sp>
        <p:nvSpPr>
          <p:cNvPr id="7" name="S13-text9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문장의 세 가지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짜임은?</a:t>
            </a:r>
            <a:endParaRPr lang="ko-KR" sz="2400" dirty="0"/>
          </a:p>
        </p:txBody>
      </p:sp>
      <p:sp>
        <p:nvSpPr>
          <p:cNvPr id="9" name="S13-text10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‘하늘이 파랗다’는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짜임?</a:t>
            </a:r>
            <a:endParaRPr lang="ko-KR" sz="2400" dirty="0"/>
          </a:p>
        </p:txBody>
      </p:sp>
      <p:sp>
        <p:nvSpPr>
          <p:cNvPr id="10" name="S13-text10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어찌하다와 어떠하다를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가르는 방법은?</a:t>
            </a:r>
            <a:endParaRPr lang="ko-KR" sz="2400" dirty="0"/>
          </a:p>
        </p:txBody>
      </p:sp>
      <p:sp>
        <p:nvSpPr>
          <p:cNvPr id="11" name="S13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표현의 효과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카드를 이어요</a:t>
            </a:r>
            <a:endParaRPr lang="ko-KR" sz="4000" dirty="0"/>
          </a:p>
        </p:txBody>
      </p:sp>
      <p:sp>
        <p:nvSpPr>
          <p:cNvPr id="3" name="S14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위의 카드와 아래 카드를 하나씩 이어 문장을 만들어요.</a:t>
            </a:r>
            <a:endParaRPr lang="ko-KR" sz="3000" dirty="0"/>
          </a:p>
        </p:txBody>
      </p:sp>
      <p:sp>
        <p:nvSpPr>
          <p:cNvPr id="4" name="S14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이은 문장을 소리 내어 읽고, 말이 되는지 확인해요.</a:t>
            </a:r>
            <a:endParaRPr lang="ko-KR" sz="3000" dirty="0"/>
          </a:p>
        </p:txBody>
      </p:sp>
      <p:sp>
        <p:nvSpPr>
          <p:cNvPr id="6" name="S14-word106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</a:t>
            </a:r>
            <a:endParaRPr lang="ko-KR" sz="3400" dirty="0"/>
          </a:p>
        </p:txBody>
      </p:sp>
      <p:sp>
        <p:nvSpPr>
          <p:cNvPr id="7" name="S14-word107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</a:t>
            </a:r>
            <a:endParaRPr lang="ko-KR" sz="3400" dirty="0"/>
          </a:p>
        </p:txBody>
      </p:sp>
      <p:sp>
        <p:nvSpPr>
          <p:cNvPr id="8" name="S14-word108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펭귄은</a:t>
            </a:r>
            <a:endParaRPr lang="ko-KR" sz="3400" dirty="0"/>
          </a:p>
        </p:txBody>
      </p:sp>
      <p:sp>
        <p:nvSpPr>
          <p:cNvPr id="9" name="S14-word109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차갑다.</a:t>
            </a:r>
            <a:endParaRPr lang="ko-KR" sz="3400" dirty="0"/>
          </a:p>
        </p:txBody>
      </p:sp>
      <p:sp>
        <p:nvSpPr>
          <p:cNvPr id="10" name="S14-word110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새이다.</a:t>
            </a:r>
            <a:endParaRPr lang="ko-KR" sz="3400" dirty="0"/>
          </a:p>
        </p:txBody>
      </p:sp>
      <p:sp>
        <p:nvSpPr>
          <p:cNvPr id="11" name="S14-word111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웃는다.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문장의 기본 짜임</dc:title>
  <dc:subject>KR22-G04-KOR-SENTFORM-L01</dc:subject>
  <dc:creator>education-ppt</dc:creator>
  <cp:lastModifiedBy>education-ppt</cp:lastModifiedBy>
  <cp:revision>1</cp:revision>
  <dcterms:created xsi:type="dcterms:W3CDTF">2026-10-26T08:06:36Z</dcterms:created>
  <dcterms:modified xsi:type="dcterms:W3CDTF">2026-10-26T08:06:36Z</dcterms:modified>
</cp:coreProperties>
</file>