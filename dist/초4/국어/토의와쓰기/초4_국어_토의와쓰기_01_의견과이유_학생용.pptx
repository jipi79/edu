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0de3e74-af13-ebf9-c295-48ed59cd5f76}">
          <p14:sldIdLst>
            <p14:sldId id="256"/>
            <p14:sldId id="257"/>
          </p14:sldIdLst>
        </p14:section>
        <p14:section name="개념" id="{ba0eebbd-21c6-17b8-1e5f-d57bae88889b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5d3bffca-7f21-6e79-c0ab-4e9248e95137}">
          <p14:sldIdLst>
            <p14:sldId id="263"/>
            <p14:sldId id="264"/>
            <p14:sldId id="265"/>
          </p14:sldIdLst>
        </p14:section>
        <p14:section name="확인" id="{5296aad0-d031-7206-6ead-3d7b6fa9481c}">
          <p14:sldIdLst>
            <p14:sldId id="266"/>
            <p14:sldId id="267"/>
          </p14:sldIdLst>
        </p14:section>
        <p14:section name="정리" id="{550f6d17-9b04-b38b-e1a0-7992f26eb698}">
          <p14:sldIdLst>
            <p14:sldId id="268"/>
          </p14:sldIdLst>
        </p14:section>
        <p14:section name="보충" id="{2ea05ed8-9cfc-d546-965f-9b61f702d4f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의견과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의견과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의견과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생각에 듣는 사람이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끄덕이게 하려면?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글에서 의견과 이유를 구별할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의견에 알맞은 이유를 들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찾아요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무엇인가요? 나머지 문장은 무슨 일을 하나요?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도서관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동네 도서관은 책 읽기에 좋은 곳입니다. 어린이 책이 많아서 읽고 싶은 책을 쉽게 찾을 수 있습니다. 의자가 푹신해서 오래 앉아 읽어도 편합니다.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의견만 들으면 ‘왜?’가 궁금해요. 그 대답이 이유예요.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일에 대한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생각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생각하는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주는 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 때문이에요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 글에서 찾아요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어느 문장일까요? 이유는 몇 가지일까요?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화분을 길러요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반 교실에서 화분을 기르면 좋겠습니다. 왜냐하면 식물이 자라는 모습을 날마다 가까이에서 살펴볼 수 있기 때문입니다. 또 돌아가며 물을 주다 보면 맡은 일을 끝까지 하는 습관이 생깁니다.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정리하면</a:t>
            </a:r>
            <a:endParaRPr lang="ko-KR" sz="4000" dirty="0"/>
          </a:p>
        </p:txBody>
      </p:sp>
      <p:sp>
        <p:nvSpPr>
          <p:cNvPr id="3" name="S05-card1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‘~면 좋겠습니다’, ‘~해야 합니다’, ‘~라고 생각합니다’로 자주 끝나요.</a:t>
            </a:r>
            <a:endParaRPr lang="ko-KR" sz="3000" dirty="0"/>
          </a:p>
        </p:txBody>
      </p:sp>
      <p:graphicFrame>
        <p:nvGraphicFramePr>
          <p:cNvPr id="6" name="S05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260473"/>
          <a:ext cx="1005840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8247888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교실에서 화분을 기르면 좋겠다.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식물이 자라는 모습을 살펴볼 수 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맡은 일을 끝까지 하는 습관이 생긴다.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이유의 세 가지 기준</a:t>
            </a:r>
            <a:endParaRPr lang="ko-KR" sz="4000" dirty="0"/>
          </a:p>
        </p:txBody>
      </p:sp>
      <p:sp>
        <p:nvSpPr>
          <p:cNvPr id="3" name="S06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모두 ○이면 알맞은 이유예요.</a:t>
            </a:r>
            <a:endParaRPr lang="ko-KR" sz="3000" dirty="0"/>
          </a:p>
        </p:txBody>
      </p:sp>
      <p:sp>
        <p:nvSpPr>
          <p:cNvPr id="5" name="S06-card24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25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관계있나요?</a:t>
            </a:r>
            <a:endParaRPr lang="ko-KR" sz="3000" dirty="0"/>
          </a:p>
        </p:txBody>
      </p:sp>
      <p:sp>
        <p:nvSpPr>
          <p:cNvPr id="7" name="S06-card26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6-cardtext27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되풀이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되풀이한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아닌가요?</a:t>
            </a:r>
            <a:endParaRPr lang="ko-KR" sz="3000" dirty="0"/>
          </a:p>
        </p:txBody>
      </p:sp>
      <p:sp>
        <p:nvSpPr>
          <p:cNvPr id="9" name="S06-card28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29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끄덕끄덕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끄덕일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만한가요?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이유를 말하는 순서</a:t>
            </a:r>
            <a:endParaRPr lang="ko-KR" sz="4000" dirty="0"/>
          </a:p>
        </p:txBody>
      </p:sp>
      <p:sp>
        <p:nvSpPr>
          <p:cNvPr id="3" name="S07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~라고 생각해요. 왜냐하면 ~ 때문이에요.”</a:t>
            </a:r>
            <a:endParaRPr lang="ko-KR" sz="3000" dirty="0"/>
          </a:p>
        </p:txBody>
      </p:sp>
      <p:sp>
        <p:nvSpPr>
          <p:cNvPr id="5" name="S07-stepno32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33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한 문장으로 정해요.</a:t>
            </a:r>
            <a:endParaRPr lang="ko-KR" sz="3000" dirty="0"/>
          </a:p>
        </p:txBody>
      </p:sp>
      <p:sp>
        <p:nvSpPr>
          <p:cNvPr id="7" name="S07-stepno34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35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 하고 스스로 물어요.</a:t>
            </a:r>
            <a:endParaRPr lang="ko-KR" sz="3000" dirty="0"/>
          </a:p>
        </p:txBody>
      </p:sp>
      <p:sp>
        <p:nvSpPr>
          <p:cNvPr id="9" name="S07-stepno36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37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이유를 두 가지 찾아요.</a:t>
            </a:r>
            <a:endParaRPr lang="ko-KR" sz="3000" dirty="0"/>
          </a:p>
        </p:txBody>
      </p:sp>
      <p:sp>
        <p:nvSpPr>
          <p:cNvPr id="11" name="S07-stepno38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7-text39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기준으로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 글 함께 읽기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어느 문장인가요? 이유를 두 가지 찾아봐요.</a:t>
            </a:r>
            <a:endParaRPr lang="ko-KR" sz="3000" dirty="0"/>
          </a:p>
        </p:txBody>
      </p:sp>
      <p:sp>
        <p:nvSpPr>
          <p:cNvPr id="5" name="S08-passagebox4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가방은 전날 밤에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저는 자기 전에 다음 날 가방을 미리 싸야 한다고 생각합니다. 아침에는 시간이 부족해서 서두르다 준비물을 빠뜨리기 쉽기 때문입니다. 또 전날 밤에 싸 두면 아침에 여유가 생겨 밥을 천천히 먹을 수 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말에 고개가 끄덕여질까?</a:t>
            </a:r>
            <a:endParaRPr lang="ko-KR" sz="4000" dirty="0"/>
          </a:p>
        </p:txBody>
      </p:sp>
      <p:sp>
        <p:nvSpPr>
          <p:cNvPr id="3" name="S09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“주말에 어디에 가면 좋을까?” 두 친구의 대답이에요.</a:t>
            </a:r>
            <a:endParaRPr lang="ko-KR" sz="3000" dirty="0"/>
          </a:p>
        </p:txBody>
      </p:sp>
      <p:sp>
        <p:nvSpPr>
          <p:cNvPr id="5" name="S09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 말에 더 고개가 끄덕여지나요? 왜 그럴까요?</a:t>
            </a:r>
            <a:endParaRPr lang="ko-KR" sz="3000" dirty="0"/>
          </a:p>
        </p:txBody>
      </p:sp>
      <p:sp>
        <p:nvSpPr>
          <p:cNvPr id="7" name="S09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“공원에 가요.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가고 싶어요.”</a:t>
            </a:r>
            <a:endParaRPr lang="ko-KR" sz="3000" dirty="0"/>
          </a:p>
        </p:txBody>
      </p:sp>
      <p:sp>
        <p:nvSpPr>
          <p:cNvPr id="9" name="S09-chip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“공원에 가요.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날씨가 맑아서 자전거를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 수 있기 때문이에요.”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이유를 골라요</a:t>
            </a:r>
            <a:endParaRPr lang="ko-KR" sz="4000" dirty="0"/>
          </a:p>
        </p:txBody>
      </p:sp>
      <p:sp>
        <p:nvSpPr>
          <p:cNvPr id="3" name="S10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 교실에서는 실내화를 신어야 합니다.</a:t>
            </a:r>
            <a:endParaRPr lang="ko-KR" sz="3000" dirty="0"/>
          </a:p>
        </p:txBody>
      </p:sp>
      <p:sp>
        <p:nvSpPr>
          <p:cNvPr id="4" name="S10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기준으로 ○, × 하고 까닭을 말해요.</a:t>
            </a:r>
            <a:endParaRPr lang="ko-KR" sz="3000" dirty="0"/>
          </a:p>
        </p:txBody>
      </p:sp>
      <p:sp>
        <p:nvSpPr>
          <p:cNvPr id="6" name="S10-chip5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5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흙이 들어오지 않아 교실이 깨끗해요.</a:t>
            </a:r>
            <a:endParaRPr lang="ko-KR" sz="3000" dirty="0"/>
          </a:p>
        </p:txBody>
      </p:sp>
      <p:sp>
        <p:nvSpPr>
          <p:cNvPr id="8" name="S10-chip5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5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실내화는 꼭 신어야 하는 것이기 때문이에요.</a:t>
            </a:r>
            <a:endParaRPr lang="ko-KR" sz="3000" dirty="0"/>
          </a:p>
        </p:txBody>
      </p:sp>
      <p:sp>
        <p:nvSpPr>
          <p:cNvPr id="10" name="S10-chip5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6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 운동장은 아주 넓어요.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어느 문장인가요? 이유를 두 가지 찾아 말해 보세요.</a:t>
            </a:r>
            <a:endParaRPr lang="ko-KR" sz="3000" dirty="0"/>
          </a:p>
        </p:txBody>
      </p:sp>
      <p:sp>
        <p:nvSpPr>
          <p:cNvPr id="5" name="S11-passagebox6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6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계단에서는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모두 오른쪽으로 걸으면 계단을 오르는 사람과 내려가는 사람이 부딪히지 않습니다. 또 계단이 붐비지 않아 빨리 지나갈 수 있습니다. 그래서 저는 계단에서 오른쪽으로 걸어야 한다고 생각합니다.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의견과 이유 말하기</a:t>
            </a:r>
            <a:endParaRPr lang="ko-KR" sz="4000" dirty="0"/>
          </a:p>
        </p:txBody>
      </p:sp>
      <p:sp>
        <p:nvSpPr>
          <p:cNvPr id="3" name="S13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나들이로 바다와 산 가운데 어디가 좋을까요?</a:t>
            </a:r>
            <a:endParaRPr lang="ko-KR" sz="3000" dirty="0"/>
          </a:p>
        </p:txBody>
      </p:sp>
      <p:sp>
        <p:nvSpPr>
          <p:cNvPr id="4" name="S13-card6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6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의견이 한 문장으로 드러나요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이유가 두 가지예요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이유가 의견과 관계있어요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되풀이 없이 끄덕일 만해요</a:t>
            </a:r>
            <a:endParaRPr lang="ko-KR" sz="3000" dirty="0"/>
          </a:p>
        </p:txBody>
      </p:sp>
      <p:sp>
        <p:nvSpPr>
          <p:cNvPr id="6" name="S13-stepno68"/>
          <p:cNvSpPr txBox="1"/>
          <p:nvPr/>
        </p:nvSpPr>
        <p:spPr>
          <a:xfrm>
            <a:off x="548640" y="29367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3-text69"/>
          <p:cNvSpPr txBox="1"/>
          <p:nvPr/>
        </p:nvSpPr>
        <p:spPr>
          <a:xfrm>
            <a:off x="1325880" y="29367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의견을 정해요.</a:t>
            </a:r>
            <a:endParaRPr lang="ko-KR" sz="3000" dirty="0"/>
          </a:p>
        </p:txBody>
      </p:sp>
      <p:sp>
        <p:nvSpPr>
          <p:cNvPr id="8" name="S13-stepno70"/>
          <p:cNvSpPr txBox="1"/>
          <p:nvPr/>
        </p:nvSpPr>
        <p:spPr>
          <a:xfrm>
            <a:off x="548640" y="36957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3-text71"/>
          <p:cNvSpPr txBox="1"/>
          <p:nvPr/>
        </p:nvSpPr>
        <p:spPr>
          <a:xfrm>
            <a:off x="1325880" y="364998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 하고 물어 이유를 두 가지 찾아요.</a:t>
            </a:r>
            <a:endParaRPr lang="ko-KR" sz="3000" dirty="0"/>
          </a:p>
        </p:txBody>
      </p:sp>
      <p:sp>
        <p:nvSpPr>
          <p:cNvPr id="10" name="S13-stepno72"/>
          <p:cNvSpPr txBox="1"/>
          <p:nvPr/>
        </p:nvSpPr>
        <p:spPr>
          <a:xfrm>
            <a:off x="548640" y="47442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3-text73"/>
          <p:cNvSpPr txBox="1"/>
          <p:nvPr/>
        </p:nvSpPr>
        <p:spPr>
          <a:xfrm>
            <a:off x="1325880" y="47442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다음 활동지에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나의 생각, 이유는 그렇게 생각하는 까닭이에요.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이유를 들면 듣는 사람이 고개를 끄덕여요.</a:t>
            </a:r>
            <a:endParaRPr lang="ko-KR" sz="3000" dirty="0"/>
          </a:p>
        </p:txBody>
      </p:sp>
      <p:sp>
        <p:nvSpPr>
          <p:cNvPr id="5" name="S14-chip7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‘왜냐하면 ~ 때문이에요’로 이유 들기</a:t>
            </a:r>
            <a:endParaRPr lang="ko-KR" sz="2200" dirty="0"/>
          </a:p>
        </p:txBody>
      </p:sp>
      <p:sp>
        <p:nvSpPr>
          <p:cNvPr id="6" name="S14-chip7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‘그냥’, 되풀이로 이유 대기</a:t>
            </a:r>
            <a:endParaRPr lang="ko-KR" sz="2400" dirty="0"/>
          </a:p>
        </p:txBody>
      </p:sp>
      <p:sp>
        <p:nvSpPr>
          <p:cNvPr id="7" name="S14-text7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7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의견과 이유의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400" dirty="0"/>
          </a:p>
        </p:txBody>
      </p:sp>
      <p:sp>
        <p:nvSpPr>
          <p:cNvPr id="9" name="S14-text8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이유를 이어 주는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말은?</a:t>
            </a:r>
            <a:endParaRPr lang="ko-KR" sz="2400" dirty="0"/>
          </a:p>
        </p:txBody>
      </p:sp>
      <p:sp>
        <p:nvSpPr>
          <p:cNvPr id="10" name="S14-text8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알맞은 이유의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기준은?</a:t>
            </a:r>
            <a:endParaRPr lang="ko-KR" sz="2400" dirty="0"/>
          </a:p>
        </p:txBody>
      </p:sp>
      <p:sp>
        <p:nvSpPr>
          <p:cNvPr id="11" name="S14-text8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토의하기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‘왜?’에 답해요</a:t>
            </a:r>
            <a:endParaRPr lang="ko-KR" sz="4000" dirty="0"/>
          </a:p>
        </p:txBody>
      </p:sp>
      <p:sp>
        <p:nvSpPr>
          <p:cNvPr id="3" name="S15-text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물건으로 의견과 이유를 말해 봐요.</a:t>
            </a:r>
            <a:endParaRPr lang="ko-KR" sz="3000" dirty="0"/>
          </a:p>
        </p:txBody>
      </p:sp>
      <p:sp>
        <p:nvSpPr>
          <p:cNvPr id="4" name="S15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‘왜?’에 대한 대답이 이유가 돼요.</a:t>
            </a:r>
            <a:endParaRPr lang="ko-KR" sz="3000" dirty="0"/>
          </a:p>
        </p:txBody>
      </p:sp>
      <p:sp>
        <p:nvSpPr>
          <p:cNvPr id="6" name="S15-card86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15-cardtext87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날에는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장화가 좋아요.</a:t>
            </a:r>
            <a:endParaRPr lang="ko-KR" sz="3000" dirty="0"/>
          </a:p>
        </p:txBody>
      </p:sp>
      <p:sp>
        <p:nvSpPr>
          <p:cNvPr id="8" name="S15-card88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89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 그렇게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생각해?”</a:t>
            </a:r>
            <a:endParaRPr lang="ko-KR" sz="3000" dirty="0"/>
          </a:p>
        </p:txBody>
      </p:sp>
      <p:sp>
        <p:nvSpPr>
          <p:cNvPr id="10" name="S15-card90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91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발이 젖지 않기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때문이에요.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의견과 이유</dc:title>
  <dc:subject>KR22-G04-KOR-OPINION-L01</dc:subject>
  <dc:creator>education-ppt</dc:creator>
  <cp:lastModifiedBy>education-ppt</cp:lastModifiedBy>
  <cp:revision>1</cp:revision>
  <dcterms:created xsi:type="dcterms:W3CDTF">2026-10-26T07:52:07Z</dcterms:created>
  <dcterms:modified xsi:type="dcterms:W3CDTF">2026-10-26T07:52:07Z</dcterms:modified>
</cp:coreProperties>
</file>