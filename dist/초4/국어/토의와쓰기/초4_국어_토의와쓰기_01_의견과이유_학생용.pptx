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eafa87c-3694-f9f3-e7c8-6cc9f17567ae}">
          <p14:sldIdLst>
            <p14:sldId id="256"/>
            <p14:sldId id="257"/>
          </p14:sldIdLst>
        </p14:section>
        <p14:section name="개념" id="{9d5b3122-07ec-9812-d365-96d213e79894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9144ec76-9c84-a3a2-4a9c-284a99f3a8ee}">
          <p14:sldIdLst>
            <p14:sldId id="263"/>
            <p14:sldId id="264"/>
            <p14:sldId id="265"/>
          </p14:sldIdLst>
        </p14:section>
        <p14:section name="확인" id="{7e649b42-7f5c-2ac4-da75-602fc457138c}">
          <p14:sldIdLst>
            <p14:sldId id="266"/>
            <p14:sldId id="267"/>
          </p14:sldIdLst>
        </p14:section>
        <p14:section name="정리" id="{2787c401-af17-f233-3dd3-1d49aca5ed38}">
          <p14:sldIdLst>
            <p14:sldId id="268"/>
          </p14:sldIdLst>
        </p14:section>
        <p14:section name="보충" id="{7d7fba35-d09c-8db6-35ce-56d41a56a73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59330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6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6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68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69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70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71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72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73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7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알맞은 이유 두 가지 들기</a:t>
            </a:r>
            <a:endParaRPr lang="ko-KR" sz="2400" dirty="0"/>
          </a:p>
        </p:txBody>
      </p:sp>
      <p:sp>
        <p:nvSpPr>
          <p:cNvPr id="6" name="S14-chip7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‘그냥’으로 이유 대신하기</a:t>
            </a:r>
            <a:endParaRPr lang="ko-KR" sz="2400" dirty="0"/>
          </a:p>
        </p:txBody>
      </p:sp>
      <p:sp>
        <p:nvSpPr>
          <p:cNvPr id="7" name="S14-text7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7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8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8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8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86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87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88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89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90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91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2026-10-26T08:58:31Z</dcterms:created>
  <dcterms:modified xsi:type="dcterms:W3CDTF">2026-10-26T08:58:31Z</dcterms:modified>
</cp:coreProperties>
</file>