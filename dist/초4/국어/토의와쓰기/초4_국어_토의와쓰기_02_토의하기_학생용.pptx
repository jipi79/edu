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cbf6cad-566a-c40a-242e-937f03dddee8}">
          <p14:sldIdLst>
            <p14:sldId id="256"/>
            <p14:sldId id="257"/>
          </p14:sldIdLst>
        </p14:section>
        <p14:section name="개념" id="{6b458c0d-90a2-511d-5168-403117b6ea41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fa0c79d7-4039-baec-5e81-8560c206826a}">
          <p14:sldIdLst>
            <p14:sldId id="263"/>
            <p14:sldId id="264"/>
            <p14:sldId id="265"/>
          </p14:sldIdLst>
        </p14:section>
        <p14:section name="확인" id="{8cd708e7-f1a1-3baa-2a38-aaea9ea4ca1d}">
          <p14:sldIdLst>
            <p14:sldId id="266"/>
            <p14:sldId id="267"/>
          </p14:sldIdLst>
        </p14:section>
        <p14:section name="정리" id="{f7564b19-01e0-3db7-34e1-2db385813b01}">
          <p14:sldIdLst>
            <p14:sldId id="268"/>
          </p14:sldIdLst>
        </p14:section>
        <p14:section name="보충" id="{23332399-561b-afd5-0c55-e835f8b8f5b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토의와쓰기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토의하기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토의하기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토의하기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정할 일이 있을 때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의견을 모을까?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토의 절차를 차례대로 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절차에 따라 의견을 모으고 결정할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의견과 이유를 찾아요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“토요일에는 집에서 영화를 보면 좋겠어요. 비가 와서 밖에서 놀기 어렵기 때문이에요.”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7238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4384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의견은 무엇인가요?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044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7592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이유는 무엇인가요?</a:t>
            </a:r>
            <a:endParaRPr lang="ko-KR" sz="30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3654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50800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‘그냥 보고 싶어요.’도 알맞은 이유일까요?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토의는 이 차례로 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토의: 함께 풀 문제를 두고 의견을 나누어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좋은 방법을 정하는 대화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차례대로 하면 의견이 흩어지지 않고 끝까지 정할 수 있어요.</a:t>
            </a:r>
            <a:endParaRPr lang="ko-KR" sz="3000" dirty="0"/>
          </a:p>
        </p:txBody>
      </p:sp>
      <p:sp>
        <p:nvSpPr>
          <p:cNvPr id="6" name="S03-step13"/>
          <p:cNvSpPr txBox="1"/>
          <p:nvPr/>
        </p:nvSpPr>
        <p:spPr>
          <a:xfrm>
            <a:off x="548640" y="304800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주제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ko-KR" sz="2400" dirty="0"/>
          </a:p>
        </p:txBody>
      </p:sp>
      <p:sp>
        <p:nvSpPr>
          <p:cNvPr id="7" name="S03-line14"/>
          <p:cNvSpPr/>
          <p:nvPr/>
        </p:nvSpPr>
        <p:spPr>
          <a:xfrm>
            <a:off x="2492654" y="3779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3-step15"/>
          <p:cNvSpPr txBox="1"/>
          <p:nvPr/>
        </p:nvSpPr>
        <p:spPr>
          <a:xfrm>
            <a:off x="2849270" y="304800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의견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내기</a:t>
            </a:r>
            <a:endParaRPr lang="ko-KR" sz="2400" dirty="0"/>
          </a:p>
        </p:txBody>
      </p:sp>
      <p:sp>
        <p:nvSpPr>
          <p:cNvPr id="9" name="S03-line16"/>
          <p:cNvSpPr/>
          <p:nvPr/>
        </p:nvSpPr>
        <p:spPr>
          <a:xfrm>
            <a:off x="4793285" y="3779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3-step17"/>
          <p:cNvSpPr txBox="1"/>
          <p:nvPr/>
        </p:nvSpPr>
        <p:spPr>
          <a:xfrm>
            <a:off x="5149901" y="304800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모으기·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</a:t>
            </a:r>
            <a:endParaRPr lang="ko-KR" sz="2400" dirty="0"/>
          </a:p>
        </p:txBody>
      </p:sp>
      <p:sp>
        <p:nvSpPr>
          <p:cNvPr id="11" name="S03-line18"/>
          <p:cNvSpPr/>
          <p:nvPr/>
        </p:nvSpPr>
        <p:spPr>
          <a:xfrm>
            <a:off x="7093915" y="3779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3-step19"/>
          <p:cNvSpPr txBox="1"/>
          <p:nvPr/>
        </p:nvSpPr>
        <p:spPr>
          <a:xfrm>
            <a:off x="7450531" y="304800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결정</a:t>
            </a:r>
            <a:endParaRPr lang="ko-KR" sz="2400" dirty="0"/>
          </a:p>
        </p:txBody>
      </p:sp>
      <p:sp>
        <p:nvSpPr>
          <p:cNvPr id="13" name="S03-line20"/>
          <p:cNvSpPr/>
          <p:nvPr/>
        </p:nvSpPr>
        <p:spPr>
          <a:xfrm>
            <a:off x="9394546" y="377952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3-step21"/>
          <p:cNvSpPr txBox="1"/>
          <p:nvPr/>
        </p:nvSpPr>
        <p:spPr>
          <a:xfrm>
            <a:off x="9751162" y="3048000"/>
            <a:ext cx="188915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실천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민서네 가족 토의 ①</a:t>
            </a:r>
            <a:endParaRPr lang="ko-KR" sz="4000" dirty="0"/>
          </a:p>
        </p:txBody>
      </p:sp>
      <p:sp>
        <p:nvSpPr>
          <p:cNvPr id="3" name="S04-card22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3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주제를 확인하고(①), 모두 의견과 이유를 냈어요(②).</a:t>
            </a:r>
            <a:endParaRPr lang="ko-KR" sz="3000" dirty="0"/>
          </a:p>
        </p:txBody>
      </p:sp>
      <p:graphicFrame>
        <p:nvGraphicFramePr>
          <p:cNvPr id="5" name="S04-table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847088"/>
          <a:ext cx="10972800" cy="914400"/>
        </p:xfrm>
        <a:graphic>
          <a:graphicData uri="http://schemas.openxmlformats.org/drawingml/2006/table">
            <a:tbl>
              <a:tblPr/>
              <a:tblGrid>
                <a:gridCol w="1536192"/>
                <a:gridCol w="9436608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주제는 ‘거실을 깨끗하게 쓰는 방법’이야.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민서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물건마다 제자리를 정해요. 찾기 쉬우니까요.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전에 다 같이 5분 치워요. 매일 할 수 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정리 당번을 한 명 정하자. 책임지고 할 테니까.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비교하는 기준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말한 사람, 어른의 의견이 아니라 기준에 맞는 의견을 골라요.</a:t>
            </a:r>
            <a:endParaRPr lang="ko-KR" sz="3000" dirty="0"/>
          </a:p>
        </p:txBody>
      </p:sp>
      <p:sp>
        <p:nvSpPr>
          <p:cNvPr id="5" name="S05-card27"/>
          <p:cNvSpPr/>
          <p:nvPr/>
        </p:nvSpPr>
        <p:spPr>
          <a:xfrm>
            <a:off x="548640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8"/>
          <p:cNvSpPr txBox="1"/>
          <p:nvPr/>
        </p:nvSpPr>
        <p:spPr>
          <a:xfrm>
            <a:off x="822960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도움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문제를 푸는 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되나요?</a:t>
            </a:r>
            <a:endParaRPr lang="ko-KR" sz="3000" dirty="0"/>
          </a:p>
        </p:txBody>
      </p:sp>
      <p:sp>
        <p:nvSpPr>
          <p:cNvPr id="7" name="S05-card29"/>
          <p:cNvSpPr/>
          <p:nvPr/>
        </p:nvSpPr>
        <p:spPr>
          <a:xfrm>
            <a:off x="4322064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5-cardtext30"/>
          <p:cNvSpPr txBox="1"/>
          <p:nvPr/>
        </p:nvSpPr>
        <p:spPr>
          <a:xfrm>
            <a:off x="4596384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실천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실제로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수 있나요?</a:t>
            </a:r>
            <a:endParaRPr lang="ko-KR" sz="3000" dirty="0"/>
          </a:p>
        </p:txBody>
      </p:sp>
      <p:sp>
        <p:nvSpPr>
          <p:cNvPr id="9" name="S05-card31"/>
          <p:cNvSpPr/>
          <p:nvPr/>
        </p:nvSpPr>
        <p:spPr>
          <a:xfrm>
            <a:off x="8095488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5-cardtext32"/>
          <p:cNvSpPr txBox="1"/>
          <p:nvPr/>
        </p:nvSpPr>
        <p:spPr>
          <a:xfrm>
            <a:off x="8369808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공평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공평한가요?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민서네 가족 토의 ②</a:t>
            </a:r>
            <a:endParaRPr lang="ko-KR" sz="4000" dirty="0"/>
          </a:p>
        </p:txBody>
      </p:sp>
      <p:sp>
        <p:nvSpPr>
          <p:cNvPr id="3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결정: 제자리를 정하고, 저녁 전 5분 동안 함께 치워요.</a:t>
            </a:r>
            <a:endParaRPr lang="ko-KR" sz="3000" dirty="0"/>
          </a:p>
        </p:txBody>
      </p:sp>
      <p:graphicFrame>
        <p:nvGraphicFramePr>
          <p:cNvPr id="7" name="S06-table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99640"/>
          <a:ext cx="10058400" cy="914400"/>
        </p:xfrm>
        <a:graphic>
          <a:graphicData uri="http://schemas.openxmlformats.org/drawingml/2006/table">
            <a:tbl>
              <a:tblPr/>
              <a:tblGrid>
                <a:gridCol w="5230368"/>
                <a:gridCol w="1609344"/>
                <a:gridCol w="1609344"/>
                <a:gridCol w="160934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공평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물건마다 제자리 정하기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저녁 전 5분 함께 치우기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당번 한 명이 치우기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민서네 가족 토의 ③</a:t>
            </a:r>
            <a:endParaRPr lang="ko-KR" sz="4000" dirty="0"/>
          </a:p>
        </p:txBody>
      </p:sp>
      <p:sp>
        <p:nvSpPr>
          <p:cNvPr id="3" name="S07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결정한 것을 실천할 방법을 정했어요.</a:t>
            </a:r>
            <a:endParaRPr lang="ko-KR" sz="3000" dirty="0"/>
          </a:p>
        </p:txBody>
      </p:sp>
      <p:sp>
        <p:nvSpPr>
          <p:cNvPr id="4" name="S07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누가·언제·어떻게를 정해야 결정한 것을 실천할 수 있어요.</a:t>
            </a:r>
            <a:endParaRPr lang="ko-KR" sz="3000" dirty="0"/>
          </a:p>
        </p:txBody>
      </p:sp>
      <p:graphicFrame>
        <p:nvGraphicFramePr>
          <p:cNvPr id="8" name="S07-table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798445"/>
          <a:ext cx="10058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0467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 모두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날마다 저녁 먹기 전 5분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 자리에 이름표를 붙이고 제자리에 둬요.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토의일까요?</a:t>
            </a:r>
            <a:endParaRPr lang="ko-KR" sz="4000" dirty="0"/>
          </a:p>
        </p:txBody>
      </p:sp>
      <p:sp>
        <p:nvSpPr>
          <p:cNvPr id="3" name="S08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오빠와 민서가 거실 정리 방법을 두고 이야기해요.</a:t>
            </a:r>
            <a:endParaRPr lang="ko-KR" sz="3000" dirty="0"/>
          </a:p>
        </p:txBody>
      </p:sp>
      <p:sp>
        <p:nvSpPr>
          <p:cNvPr id="5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토의일까요? 왜 그렇게 생각하나요?</a:t>
            </a:r>
            <a:endParaRPr lang="ko-KR" sz="3000" dirty="0"/>
          </a:p>
        </p:txBody>
      </p:sp>
      <p:sp>
        <p:nvSpPr>
          <p:cNvPr id="7" name="S08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오빠: “무조건 내 말대로 해.”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민서: “싫어! 오빠는 맨날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오빠 마음대로야.”</a:t>
            </a:r>
            <a:endParaRPr lang="ko-KR" sz="3000" dirty="0"/>
          </a:p>
        </p:txBody>
      </p:sp>
      <p:sp>
        <p:nvSpPr>
          <p:cNvPr id="9" name="S08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오빠: “네 의견도 좋다.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의견이랑 합쳐 볼까?”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민서: “좋아. 둘 다 해 봐요.”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단계의 말일까요?</a:t>
            </a:r>
            <a:endParaRPr lang="ko-KR" sz="4000" dirty="0"/>
          </a:p>
        </p:txBody>
      </p:sp>
      <p:sp>
        <p:nvSpPr>
          <p:cNvPr id="3" name="S09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늦잠을 주제로 한 토의에서 나온 말이에요.</a:t>
            </a:r>
            <a:endParaRPr lang="ko-KR" sz="3000" dirty="0"/>
          </a:p>
        </p:txBody>
      </p:sp>
      <p:sp>
        <p:nvSpPr>
          <p:cNvPr id="4" name="S09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확인 · 의견 내기 · 모으기·비교 · 결정 · 실천 방법</a:t>
            </a:r>
            <a:endParaRPr lang="ko-KR" sz="3000" dirty="0"/>
          </a:p>
        </p:txBody>
      </p:sp>
      <p:sp>
        <p:nvSpPr>
          <p:cNvPr id="6" name="S09-chip5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52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“그럼 알람 두 개로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정해요.”</a:t>
            </a:r>
            <a:endParaRPr lang="ko-KR" sz="3000" dirty="0"/>
          </a:p>
        </p:txBody>
      </p:sp>
      <p:sp>
        <p:nvSpPr>
          <p:cNvPr id="8" name="S09-chip53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54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“오늘 문제는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늦잠이에요.”</a:t>
            </a:r>
            <a:endParaRPr lang="ko-KR" sz="3000" dirty="0"/>
          </a:p>
        </p:txBody>
      </p:sp>
      <p:sp>
        <p:nvSpPr>
          <p:cNvPr id="10" name="S09-chip5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5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“누가 언제 알람을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맞출까?”</a:t>
            </a:r>
            <a:endParaRPr lang="ko-KR" sz="3000" dirty="0"/>
          </a:p>
        </p:txBody>
      </p:sp>
      <p:sp>
        <p:nvSpPr>
          <p:cNvPr id="12" name="S09-chip57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9-text58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“알람을 두 개 맞춰요.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잘 깨요.”</a:t>
            </a:r>
            <a:endParaRPr lang="ko-KR" sz="3000" dirty="0"/>
          </a:p>
        </p:txBody>
      </p:sp>
      <p:sp>
        <p:nvSpPr>
          <p:cNvPr id="14" name="S09-chip5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5" name="S09-text60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“어느 의견이 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될까?”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 비교해요</a:t>
            </a:r>
            <a:endParaRPr lang="ko-KR" sz="4000" dirty="0"/>
          </a:p>
        </p:txBody>
      </p:sp>
      <p:sp>
        <p:nvSpPr>
          <p:cNvPr id="3" name="S10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화분에 물 주는 것을 자꾸 잊어요.</a:t>
            </a:r>
            <a:endParaRPr lang="ko-KR" sz="3000" dirty="0"/>
          </a:p>
        </p:txBody>
      </p:sp>
      <p:sp>
        <p:nvSpPr>
          <p:cNvPr id="4" name="S10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 · 실천 · 공평, 세 기준으로 ○, × 해 봐요.</a:t>
            </a:r>
            <a:endParaRPr lang="ko-KR" sz="3000" dirty="0"/>
          </a:p>
        </p:txBody>
      </p:sp>
      <p:sp>
        <p:nvSpPr>
          <p:cNvPr id="6" name="S10-chip6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6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주는 날을 달력에 표시해요.</a:t>
            </a:r>
            <a:endParaRPr lang="ko-KR" sz="3000" dirty="0"/>
          </a:p>
        </p:txBody>
      </p:sp>
      <p:sp>
        <p:nvSpPr>
          <p:cNvPr id="8" name="S10-chip6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6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잊지 않게 한 번에 물을 아주 많이 줘요.</a:t>
            </a:r>
            <a:endParaRPr lang="ko-KR" sz="3000" dirty="0"/>
          </a:p>
        </p:txBody>
      </p:sp>
      <p:sp>
        <p:nvSpPr>
          <p:cNvPr id="10" name="S10-chip6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6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있을 때도 날마다 물을 줘요.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토의하기</a:t>
            </a:r>
            <a:endParaRPr lang="ko-KR" sz="4000" dirty="0"/>
          </a:p>
        </p:txBody>
      </p:sp>
      <p:sp>
        <p:nvSpPr>
          <p:cNvPr id="3" name="S11-text70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집에서 물을 아껴 쓰는 방법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속 친구 도윤: “양치할 때 컵에 물을 받아 써요.”</a:t>
            </a:r>
            <a:endParaRPr lang="ko-KR" sz="3000" dirty="0"/>
          </a:p>
        </p:txBody>
      </p:sp>
      <p:sp>
        <p:nvSpPr>
          <p:cNvPr id="4" name="S11-card71"/>
          <p:cNvSpPr/>
          <p:nvPr/>
        </p:nvSpPr>
        <p:spPr>
          <a:xfrm>
            <a:off x="6813652" y="2438400"/>
            <a:ext cx="4826660" cy="3779520"/>
          </a:xfrm>
          <a:prstGeom prst="roundRect">
            <a:avLst>
              <a:gd name="adj" fmla="val 290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72"/>
          <p:cNvSpPr txBox="1"/>
          <p:nvPr/>
        </p:nvSpPr>
        <p:spPr>
          <a:xfrm>
            <a:off x="7087972" y="2575560"/>
            <a:ext cx="4278020" cy="350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의견과 이유를 함께 말했어요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기준을 들어 비교했어요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끝까지 듣고 차례를 지켰어요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누가·언제·어떻게 정했어요</a:t>
            </a:r>
            <a:endParaRPr lang="ko-KR" sz="3000" dirty="0"/>
          </a:p>
        </p:txBody>
      </p:sp>
      <p:sp>
        <p:nvSpPr>
          <p:cNvPr id="6" name="S11-stepno73"/>
          <p:cNvSpPr txBox="1"/>
          <p:nvPr/>
        </p:nvSpPr>
        <p:spPr>
          <a:xfrm>
            <a:off x="548640" y="27934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1-text74"/>
          <p:cNvSpPr txBox="1"/>
          <p:nvPr/>
        </p:nvSpPr>
        <p:spPr>
          <a:xfrm>
            <a:off x="1325880" y="27934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주제를 함께 읽어요.</a:t>
            </a:r>
            <a:endParaRPr lang="ko-KR" sz="3000" dirty="0"/>
          </a:p>
        </p:txBody>
      </p:sp>
      <p:sp>
        <p:nvSpPr>
          <p:cNvPr id="8" name="S11-stepno75"/>
          <p:cNvSpPr txBox="1"/>
          <p:nvPr/>
        </p:nvSpPr>
        <p:spPr>
          <a:xfrm>
            <a:off x="548640" y="35524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1-text76"/>
          <p:cNvSpPr txBox="1"/>
          <p:nvPr/>
        </p:nvSpPr>
        <p:spPr>
          <a:xfrm>
            <a:off x="1325880" y="350672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나와 엄마(아빠)가 의견과 이유를 말해요.</a:t>
            </a:r>
            <a:endParaRPr lang="ko-KR" sz="3000" dirty="0"/>
          </a:p>
        </p:txBody>
      </p:sp>
      <p:sp>
        <p:nvSpPr>
          <p:cNvPr id="10" name="S11-stepno77"/>
          <p:cNvSpPr txBox="1"/>
          <p:nvPr/>
        </p:nvSpPr>
        <p:spPr>
          <a:xfrm>
            <a:off x="548640" y="46009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1-text78"/>
          <p:cNvSpPr txBox="1"/>
          <p:nvPr/>
        </p:nvSpPr>
        <p:spPr>
          <a:xfrm>
            <a:off x="1325880" y="46009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의견을 기준으로 비교해요.</a:t>
            </a:r>
            <a:endParaRPr lang="ko-KR" sz="3000" dirty="0"/>
          </a:p>
        </p:txBody>
      </p:sp>
      <p:sp>
        <p:nvSpPr>
          <p:cNvPr id="12" name="S11-stepno79"/>
          <p:cNvSpPr txBox="1"/>
          <p:nvPr/>
        </p:nvSpPr>
        <p:spPr>
          <a:xfrm>
            <a:off x="548640" y="53141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1-text80"/>
          <p:cNvSpPr txBox="1"/>
          <p:nvPr/>
        </p:nvSpPr>
        <p:spPr>
          <a:xfrm>
            <a:off x="1325880" y="53141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결정하고 실천 방법을 정해요.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단계를 찾아요</a:t>
            </a:r>
            <a:endParaRPr lang="ko-KR" sz="4000" dirty="0"/>
          </a:p>
        </p:txBody>
      </p:sp>
      <p:sp>
        <p:nvSpPr>
          <p:cNvPr id="3" name="S13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하람이네 가족의 토의예요.</a:t>
            </a:r>
            <a:endParaRPr lang="ko-KR" sz="3000" dirty="0"/>
          </a:p>
        </p:txBody>
      </p:sp>
      <p:sp>
        <p:nvSpPr>
          <p:cNvPr id="4" name="S13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토의에서 빠진 단계 두 가지는 무엇일까요?</a:t>
            </a:r>
            <a:endParaRPr lang="ko-KR" sz="3000" dirty="0"/>
          </a:p>
        </p:txBody>
      </p:sp>
      <p:graphicFrame>
        <p:nvGraphicFramePr>
          <p:cNvPr id="13" name="S13-table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286635"/>
          <a:ext cx="10058400" cy="914400"/>
        </p:xfrm>
        <a:graphic>
          <a:graphicData uri="http://schemas.openxmlformats.org/drawingml/2006/table">
            <a:tbl>
              <a:tblPr/>
              <a:tblGrid>
                <a:gridCol w="1408176"/>
                <a:gridCol w="8650224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주제는 ‘주말에 무엇을 할까?’야.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공원에 가요. 자전거를 탈 수 있어요.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도서관에 가자. 비가 와도 갈 수 있어.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그럼 공원에 가자. 아빠가 정할게.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토의는 주제 확인 → 의견 내기 → 모으기·비교 → 결정 →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 방법의 차례로 함께 좋은 방법을 정하는 대화예요.</a:t>
            </a:r>
            <a:endParaRPr lang="ko-KR" sz="3000" dirty="0"/>
          </a:p>
        </p:txBody>
      </p:sp>
      <p:sp>
        <p:nvSpPr>
          <p:cNvPr id="5" name="S14-chip87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기준으로 의견 비교하기</a:t>
            </a:r>
            <a:endParaRPr lang="ko-KR" sz="2400" dirty="0"/>
          </a:p>
        </p:txBody>
      </p:sp>
      <p:sp>
        <p:nvSpPr>
          <p:cNvPr id="6" name="S14-chip88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내 의견만 고집하기</a:t>
            </a:r>
            <a:endParaRPr lang="ko-KR" sz="2400" dirty="0"/>
          </a:p>
        </p:txBody>
      </p:sp>
      <p:sp>
        <p:nvSpPr>
          <p:cNvPr id="7" name="S14-text89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90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토의 절차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단계는?</a:t>
            </a:r>
            <a:endParaRPr lang="ko-KR" sz="2400" dirty="0"/>
          </a:p>
        </p:txBody>
      </p:sp>
      <p:sp>
        <p:nvSpPr>
          <p:cNvPr id="9" name="S14-text91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의견을 비교하는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기준은?</a:t>
            </a:r>
            <a:endParaRPr lang="ko-KR" sz="2400" dirty="0"/>
          </a:p>
        </p:txBody>
      </p:sp>
      <p:sp>
        <p:nvSpPr>
          <p:cNvPr id="10" name="S14-text92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실천 방법에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넣을 세 가지는?</a:t>
            </a:r>
            <a:endParaRPr lang="ko-KR" sz="2400" dirty="0"/>
          </a:p>
        </p:txBody>
      </p:sp>
      <p:sp>
        <p:nvSpPr>
          <p:cNvPr id="11" name="S14-text9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제안하는 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의견에 이유 붙이기</a:t>
            </a:r>
            <a:endParaRPr lang="ko-KR" sz="4000" dirty="0"/>
          </a:p>
        </p:txBody>
      </p:sp>
      <p:sp>
        <p:nvSpPr>
          <p:cNvPr id="3" name="S15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‘왜?’ 하고 물어 이유를 붙여 말해 보세요.</a:t>
            </a:r>
            <a:endParaRPr lang="ko-KR" sz="3000" dirty="0"/>
          </a:p>
        </p:txBody>
      </p:sp>
      <p:sp>
        <p:nvSpPr>
          <p:cNvPr id="4" name="S15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5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“왜냐하면 ~ 때문이에요.”로 이어 말해요.</a:t>
            </a:r>
            <a:endParaRPr lang="ko-KR" sz="3000" dirty="0"/>
          </a:p>
        </p:txBody>
      </p:sp>
      <p:sp>
        <p:nvSpPr>
          <p:cNvPr id="6" name="S15-chip9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5-text9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주말에 공원에 가요.</a:t>
            </a:r>
            <a:endParaRPr lang="ko-KR" sz="3000" dirty="0"/>
          </a:p>
        </p:txBody>
      </p:sp>
      <p:sp>
        <p:nvSpPr>
          <p:cNvPr id="8" name="S15-chip9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5-text10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 전에 책을 읽어요.</a:t>
            </a:r>
            <a:endParaRPr lang="ko-KR" sz="3000" dirty="0"/>
          </a:p>
        </p:txBody>
      </p:sp>
      <p:sp>
        <p:nvSpPr>
          <p:cNvPr id="10" name="S15-chip10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5-text10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계단에서는 천천히 걸어요.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토의하기</dc:title>
  <dc:subject>KR22-G04-KOR-DISCUSS-L01</dc:subject>
  <dc:creator>education-ppt</dc:creator>
  <cp:lastModifiedBy>education-ppt</cp:lastModifiedBy>
  <cp:revision>1</cp:revision>
  <dcterms:created xsi:type="dcterms:W3CDTF">2026-10-26T07:58:15Z</dcterms:created>
  <dcterms:modified xsi:type="dcterms:W3CDTF">2026-10-26T07:58:15Z</dcterms:modified>
</cp:coreProperties>
</file>