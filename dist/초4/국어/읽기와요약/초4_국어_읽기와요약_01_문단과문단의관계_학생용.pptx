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e2a4765-9ead-f7f7-ef24-5bcbbd1c0cd9}">
          <p14:sldIdLst>
            <p14:sldId id="256"/>
            <p14:sldId id="257"/>
          </p14:sldIdLst>
        </p14:section>
        <p14:section name="개념" id="{fa599d29-795e-5273-b229-cc9c0ccf3cfb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05cf54e1-ac05-8830-59c6-c515f32dca61}">
          <p14:sldIdLst>
            <p14:sldId id="263"/>
            <p14:sldId id="264"/>
            <p14:sldId id="265"/>
          </p14:sldIdLst>
        </p14:section>
        <p14:section name="확인" id="{978ff692-4619-731b-c9ec-b881655210f7}">
          <p14:sldIdLst>
            <p14:sldId id="266"/>
            <p14:sldId id="267"/>
          </p14:sldIdLst>
        </p14:section>
        <p14:section name="정리" id="{b62c4bd8-5b26-976d-12b4-031211f0b999}">
          <p14:sldIdLst>
            <p14:sldId id="268"/>
          </p14:sldIdLst>
        </p14:section>
        <p14:section name="보충" id="{c0c9e628-7dbb-1d55-33ce-232e177318f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읽기와요약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문단과 문단의 관계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문단과 문단은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이어질까?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문단마다 중심 내용을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문단과 문단이 어떻게 이어지는지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문장들은 무엇을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대나무는 쓰임이 많은 식물입니다. 줄기를 가늘게 쪼개어 바구니와 부채를 만듭니다. 땅에서 막 올라온 어린싹인 죽순은 음식으로 먹습니다. 대나무 줄기로 피리 같은 악기도 만듭니다.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내용이 있어요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찾으면 문단끼리 어떻게 이어지는지 보여요.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생각을 담은 덩어리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문단에서 가장 하고 싶은 말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문단이 모여 하나의 생각을 전해요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‘숲이 하는 일’ 읽기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내용은 무엇일까요?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숲이 하는 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숲은 맑은 공기를 만들어 줍니다. 나무는 우리가 숨 쉬는 데 필요한 산소를 내보내고, 잎으로 공기 속 먼지를 붙잡습니다.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숲은 흙이 쓸려 내려가는 것을 막아 줍니다. 나무뿌리가 흙을 꽉 붙잡고 있어서 비가 많이 와도 흙이 덜 쓸려 갑니다.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그리고 숲은 여러 동물의 보금자리가 됩니다. 새들은 나뭇가지에 둥지를 틀고, 여러 곤충은 나무껍질 틈이나 낙엽 밑에서 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정리해 보면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②, ③은 숲이 하는 일을 하나씩 더 말해요. → 덧붙이기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9640"/>
          <a:ext cx="10515600" cy="914400"/>
        </p:xfrm>
        <a:graphic>
          <a:graphicData uri="http://schemas.openxmlformats.org/drawingml/2006/table">
            <a:tbl>
              <a:tblPr/>
              <a:tblGrid>
                <a:gridCol w="1156716"/>
                <a:gridCol w="2103120"/>
                <a:gridCol w="725576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이어 주는 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중심 내용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맑은 공기를 만들어 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흙이 쓸려 가는 것을 막아 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그리고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여러 동물의 보금자리가 됩니다.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이렇게 이어져요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말이 없으면 두 중심 내용을 견주어 봐요.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또, 그리고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내용에 하나를 더해요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하지만, 그러나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다른 쪽 내용을 말해요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까닭과 결과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내용 때문에 생긴 일을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관계 찾는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 · 반대 · 까닭과 결과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번호를 붙여요.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말해요.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첫머리의 이어 주는 말에 ○ 해요.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중심 내용을 견주어 관계를 골라요.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‘펭귄’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말하고, 두 문단이 어떻게 이어지는지 말해요.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펭귄은 새입니다. 다른 새처럼 몸이 깃털로 덮여 있고, 알을 낳아 새끼를 기릅니다.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펭귄은 하늘을 날지 못합니다. 대신 짧고 단단한 날개를 지느러미처럼 저어 물속을 빠르게 헤엄칩니다.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알맞을까?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 글의 두 문단이 어떻게 이어지는지 두 친구가 말했어요.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알맞나요? 왜 그렇게 생각하나요?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펭귄 이야기니까요.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새인데 날지 못한다고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하니까요.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들어갈까요?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)에 들어갈 말은? 하지만 / 그래서 / 또</a:t>
            </a:r>
            <a:endParaRPr lang="ko-KR" sz="30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이를 닦지 않으면 이 사이에 음식 찌꺼기가 남습니다. 입속 세균이 이 찌꺼기를 먹고 이를 상하게 하는 물질을 만듭니다.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　　　) 밥을 먹은 뒤에는 이를 꼼꼼히 닦아야 합니다. 특히 이와 이 사이를 잘 닦습니다.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5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5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말하고, ①과 ②, ②와 ③의 관계를 말해요.</a:t>
            </a:r>
            <a:endParaRPr lang="ko-KR" sz="3000" dirty="0"/>
          </a:p>
        </p:txBody>
      </p:sp>
      <p:sp>
        <p:nvSpPr>
          <p:cNvPr id="5" name="S11-passagebox58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59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가뭄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비가 오랫동안 내리지 않는 것을 가뭄이라고 합니다. 가뭄이 들면 땅이 바싹 마르고 강물이 줄어듭니다.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사람들이 어려움을 겪습니다. 논과 밭의 곡식이 잘 자라지 못하고, 마실 물이 모자라는 곳도 생깁니다.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하지만 미리 준비하면 가뭄의 피해를 줄일 수 있습니다. 비가 올 때 물을 모아 두고, 평소에 물을 아껴 씁니다.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문단의 관계는?</a:t>
            </a:r>
            <a:endParaRPr lang="ko-KR" sz="4000" dirty="0"/>
          </a:p>
        </p:txBody>
      </p:sp>
      <p:sp>
        <p:nvSpPr>
          <p:cNvPr id="3" name="S13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덧붙이기, 반대, 까닭과 결과 가운데 고르고 까닭을 말해요.</a:t>
            </a:r>
            <a:endParaRPr lang="ko-KR" sz="3000" dirty="0"/>
          </a:p>
        </p:txBody>
      </p:sp>
      <p:sp>
        <p:nvSpPr>
          <p:cNvPr id="5" name="S13-passagebox6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6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봄이 되면 날씨가 따뜻해집니다. 산과 들에 개나리와 진달래가 피어납니다.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땅속에서 겨울잠을 자던 개구리도 깨어납니다. 개구리는 연못으로 가서 알을 낳습니다.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6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찾고, 이어 주는 말과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견주어 문단의 관계를 알아요.</a:t>
            </a:r>
            <a:endParaRPr lang="ko-KR" sz="3000" dirty="0"/>
          </a:p>
        </p:txBody>
      </p:sp>
      <p:sp>
        <p:nvSpPr>
          <p:cNvPr id="5" name="S14-chip6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중심 내용끼리 견주어 보기</a:t>
            </a:r>
            <a:endParaRPr lang="ko-KR" sz="2400" dirty="0"/>
          </a:p>
        </p:txBody>
      </p:sp>
      <p:sp>
        <p:nvSpPr>
          <p:cNvPr id="6" name="S14-chip6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같은 화제면 모두 덧붙이기</a:t>
            </a:r>
            <a:endParaRPr lang="ko-KR" sz="2400" dirty="0"/>
          </a:p>
        </p:txBody>
      </p:sp>
      <p:sp>
        <p:nvSpPr>
          <p:cNvPr id="7" name="S14-text6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6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‘또’는 어떤 관계?</a:t>
            </a:r>
            <a:endParaRPr lang="ko-KR" sz="2400" dirty="0"/>
          </a:p>
        </p:txBody>
      </p:sp>
      <p:sp>
        <p:nvSpPr>
          <p:cNvPr id="9" name="S14-text7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‘하지만’은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관계?</a:t>
            </a:r>
            <a:endParaRPr lang="ko-KR" sz="2400" dirty="0"/>
          </a:p>
        </p:txBody>
      </p:sp>
      <p:sp>
        <p:nvSpPr>
          <p:cNvPr id="10" name="S14-text7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‘그래서’는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관계?</a:t>
            </a:r>
            <a:endParaRPr lang="ko-KR" sz="2400" dirty="0"/>
          </a:p>
        </p:txBody>
      </p:sp>
      <p:sp>
        <p:nvSpPr>
          <p:cNvPr id="11" name="S14-text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글의 짜임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묶는 문장 찾기</a:t>
            </a:r>
            <a:endParaRPr lang="ko-KR" sz="4000" dirty="0"/>
          </a:p>
        </p:txBody>
      </p:sp>
      <p:sp>
        <p:nvSpPr>
          <p:cNvPr id="3" name="S15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문장을 모두 묶는 문장은 어느 것일까요?</a:t>
            </a:r>
            <a:endParaRPr lang="ko-KR" sz="3000" dirty="0"/>
          </a:p>
        </p:txBody>
      </p:sp>
      <p:sp>
        <p:nvSpPr>
          <p:cNvPr id="4" name="S15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문장을 모두 묶는 문장이 중심 문장이에요.</a:t>
            </a:r>
            <a:endParaRPr lang="ko-KR" sz="3000" dirty="0"/>
          </a:p>
        </p:txBody>
      </p:sp>
      <p:sp>
        <p:nvSpPr>
          <p:cNvPr id="6" name="S15-word76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아빠는 설거지를 합니다.</a:t>
            </a:r>
            <a:endParaRPr lang="ko-KR" sz="3400" dirty="0"/>
          </a:p>
        </p:txBody>
      </p:sp>
      <p:sp>
        <p:nvSpPr>
          <p:cNvPr id="7" name="S15-word77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가족은 주말마다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집안일을 나누어 합니다.</a:t>
            </a:r>
            <a:endParaRPr lang="ko-KR" sz="3400" dirty="0"/>
          </a:p>
        </p:txBody>
      </p:sp>
      <p:sp>
        <p:nvSpPr>
          <p:cNvPr id="8" name="S15-word78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빨래를 갭니다.</a:t>
            </a:r>
            <a:endParaRPr lang="ko-KR" sz="3400" dirty="0"/>
          </a:p>
        </p:txBody>
      </p:sp>
      <p:sp>
        <p:nvSpPr>
          <p:cNvPr id="9" name="S15-word79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내 방을 청소합니다.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문단과 문단의 관계</dc:title>
  <dc:subject>KR22-G04-KOR-PARAREL-L01</dc:subject>
  <dc:creator>education-ppt</dc:creator>
  <cp:lastModifiedBy>education-ppt</cp:lastModifiedBy>
  <cp:revision>1</cp:revision>
  <dcterms:created xsi:type="dcterms:W3CDTF">2026-10-26T07:48:01Z</dcterms:created>
  <dcterms:modified xsi:type="dcterms:W3CDTF">2026-10-26T07:48:01Z</dcterms:modified>
</cp:coreProperties>
</file>