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a501f19-4944-a33b-8ce0-86047195726d}">
          <p14:sldIdLst>
            <p14:sldId id="256"/>
            <p14:sldId id="257"/>
          </p14:sldIdLst>
        </p14:section>
        <p14:section name="개념" id="{144a150d-bd2f-3a70-8548-5562214ad36d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e21bf5ab-92bf-25c2-3d8b-48ba283165e3}">
          <p14:sldIdLst>
            <p14:sldId id="263"/>
            <p14:sldId id="264"/>
          </p14:sldIdLst>
        </p14:section>
        <p14:section name="확인" id="{28645d82-ade0-bd11-687d-5a301addc444}">
          <p14:sldIdLst>
            <p14:sldId id="265"/>
            <p14:sldId id="266"/>
            <p14:sldId id="267"/>
          </p14:sldIdLst>
        </p14:section>
        <p14:section name="정리" id="{cbff335d-196c-b0eb-e6c8-c856777680bd}">
          <p14:sldIdLst>
            <p14:sldId id="268"/>
          </p14:sldIdLst>
        </p14:section>
        <p14:section name="보충" id="{67a99ccf-e3a4-887b-f8f4-d5386acfc56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간추리기가 왜 필요한지 생각하게 합니다.
시간: 약 2분
이렇게 말해 보세요
- “어제 본 영화를 친구에게 한두 문장으로 알려 준다면 무엇을 말할 거야? 장면을 다 말할 수는 없지?”
- “글의 중요한 내용만 골라 짧게 줄이는 것을 ‘간추리기’라고 해. 오늘은 설명하는 글을 간추리는 방법을 배울 거야.”
예상 답
- “제일 재미있는 장면을 말해요.” “누가 나오고 무슨 일이 있었는지 말해요.”
막히면
- 오늘 하루 있었던 일을 세 문장으로 말해 보게 하고 “무엇을 빼고 무엇을 남겼어?”라고 묻습니다.
주의
- ‘제일 재미있는 장면’만 말하겠다고 하면 S09에서 다시 다룹니다(오해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확인(글의 짜임)]
목적: 4학년 ‘글의 짜임’(KR22-G04-KOR-TEXTFORM-L01)에서 배운 짜임 알아보기를 할 수 있는지 확인합니다. 이 글은 S12에서 다시 씁니다.
시간: 약 3분
이렇게 말해 보세요
- “지난 시간에 읽은 글이야. 다시 읽고 어떤 짜임인지 말해 볼래? 무엇을 보고 알았어?”
정답
- 비교와 대조. 짜임을 알려 주는 말: 둘 다, 하지만, 다른 점
막히면
- “이 글은 차례를 말해, 두 가지를 견주어?”라고 묻습니다.
- 짜임을 고르지 못하면 S14(보충)를 먼저 하고, 그래도 어려우면 ‘글의 짜임’(KR22-G04-KOR-TEXTFORM-L01)을 다시 합니다.
주의
- 짜임을 알아야 간추린 글이 ‘짜임에 맞는지’ 판단할 수 있습니다. 여기서 흔들리면 서두르지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간추리기와 세 가지 기준]
목적: 간추리기의 뜻과, 간추린 글을 판단하는 세 가지 기준을 알려 줍니다(목표 B).
시간: 약 3분
이렇게 말해 보세요
- “잘 간추렸는지는 이 세 가지로 확인해. 첫째, 문단마다 중심 내용이 들어갔나? 둘째, 글의 짜임이 드러나나? 셋째, 군더더기가 없나?”
- “군더더기는 없어도 뜻이 통하는 쓸데없는 말이야. 자세한 예나 같은 말을 되풀이한 것 같은 거지.”
예상 답
- “중요한 건 남기고 필요 없는 건 빼요.”
막히면
- S01에서 말한 영화 이야기를 세 기준으로 다시 말해 보게 합니다.
주의
- 이 세 기준은 오늘 내내 쓰는 ‘점검표’입니다. 활동지 5에도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문단을 한 문장으로 줄이는 방법]
목적: 문단을 한 문장으로 줄이는 세 가지 방법(빼기, 묶기, 살리기)을 알려 줍니다(목표 A, 오해 M2).
시간: 약 3분
이렇게 말해 보세요
- “‘알은 연한 노란색이고 길쭉합니다.’ 같은 자세한 설명은 빼도 중심 내용이 남아. 이게 빼기야.”
- “‘사과, 배, 귤을 샀다’는 ‘과일을 샀다’로 줄일 수 있어. 이게 묶기야. ‘연필, 지우개, 자’는 무엇으로 묶을까?”
- “그리고 문단의 중심 문장은 꼭 남겨. 이게 살리기야.”
예상 답
- “학용품이요.”
막히면
- 집에 있는 물건(숟가락, 젓가락, 국자)을 늘어놓고 묶는 말(부엌 도구, 식사 도구)을 찾게 합니다.
주의
- 묶는 말을 못 찾아도 괜찮습니다. 오늘은 ‘빼기’와 ‘살리기’만으로도 충분히 간추릴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시범 읽기(시간 순서 글 간추리기)]
목적: 부모가 생각을 소리 내어 말하며 문단마다 빼기·살리기로 한 문장을 만드는 과정을 보여 줍니다.
시간: 약 4분
이렇게 말해 보세요
- “먼저 짜임을 볼게. 알 → 애벌레 → 번데기 → 나비, 자라는 차례대로 썼으니 시간 순서야.”
- “①문단에서 ‘연한 노란색, 길쭉한 모양’은 알을 자세히 설명한 말이니까 빼도 돼. ‘배추나 양배추 잎’은 ‘잎’으로 묶을 수 있어. 그럼 ‘배추흰나비는 잎에 알을 낳는다.’가 남아.”
- “②문단은 같이 해 보자. 무엇을 빼면 될까?”
예상 답
- “‘허물을 벗으면서’는 빼도 돼요. 애벌레는 잎을 먹으며 자라요.”
정답
- ① 배추흰나비는 잎에 알을 낳습니다.
- ② 애벌레는 잎을 먹으며 자랍니다.
- ③ 애벌레는 번데기를 거쳐 나비가 됩니다.
막히면
- 문단마다 “이 문단은 무엇에 대한 이야기야? 한마디로 하면?”이라고 묻고, 그 말이 들어간 문장을 찾게 합니다.
주의
- ②에서 ‘허물을 벗으며 몸이 커진다’를 중심 내용으로 말해도 틀린 것은 아닙니다. 다만 한 문장에 한 가지만 남기도록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문단별 중심 내용을 이어 간추리기]
목적: 문단마다 줄인 한 문장을 글의 짜임(시간 순서)에 맞게 이어 글 전체를 간추리는 모습을 보여 줍니다(목표 A·B).
시간: 약 3분
이렇게 말해 보세요
- “세 문장을 차례대로 이으면 아래 카드처럼 한 문장이 돼. 이게 간추린 글이야.”
- “세 가지 기준으로 확인해 볼까? 중심 내용이 다 들어갔어? 차례대로야? 군더더기는 없어?”
예상 답
- “세 문단 내용이 다 있고, 차례대로예요.”
막히면
- S03의 세 기준 카드를 다시 보여 주고 하나씩 손가락으로 짚으며 확인합니다.
주의
- 세 문장을 이어 한 문장으로 써도 되고, 세 문장 그대로 두어도 됩니다. 차례만 바뀌지 않으면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간추리는 순서]
목적: 지금까지 한 일을 순서로 정리하고, 비교와 대조 글을 간추릴 때 주의할 점을 알려 줍니다(오해 M3).
시간: 약 2분
이렇게 말해 보세요
- “배추흰나비 글에서 우리가 한 순서야. 하나씩 읽어 볼래?”
- “시간 순서 글은 차례대로 이었지. 비교와 대조 글이면 무엇이 드러나야 할까?”
예상 답
- “같은 점이랑 다른 점이요.”
막히면
- S05와 S06으로 돌아가 단계마다 무엇을 했는지 짚어 봅니다.
주의
-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함께 간추리기(비교와 대조)]
목적: 비교와 대조 글을 함께 간추리며 S07의 순서를 연습합니다(목표 A·B).
시간: 약 4분
이렇게 말해 보세요
- “1단계, 짜임은? ‘둘 다’, ‘하지만’이 있지.”
- “2단계, ①문단의 중심 내용은? 털, 젖 같은 자세한 말은 빼 볼까? ②문단은?”
- “3단계, 같은 점 한 문장, 다른 점 한 문장으로 이어 볼까? 활동지 4에 써도 돼.”
정답
- 짜임: 비교와 대조
- 예: 개와 고양이는 둘 다 사람과 함께 살아 온 동물입니다. 하지만 고양이는 발톱을 감출 수 있고, 개는 감추지 못합니다.
- 기준: 같은 점과 다른 점(발톱)이 모두 들어가고, 털·젖·바닥에 닿는 것 같은 자세한 말이 빠지면 잘함
막히면
- 부모가 첫 문장(같은 점)을 말해 주고, 아이가 ‘하지만’으로 시작하는 둘째 문장을 이어 말하게 합니다.
주의
- 다른 점을 ‘고양이는 발톱을 감출 수 있다’로만 쓰면 “개는?”이라고 물어 두 동물을 같은 기준으로 쓰게 합니다(오해 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오해 비교(한 문장만 옮기기)]
목적: 한 문단의 한 문장만 옮기는 것은 간추리기가 아님을 세 기준으로 확인합니다(오해 M1).
시간: 약 3분
이렇게 말해 보세요
- “가 친구의 글에는 ①문단의 중심 내용이 있어? 개 이야기는 있어?”
- “세 가지 기준으로 하나씩 견주어 볼까? 중심 내용, 짜임, 군더더기.”
정답
- 나. 같은 점(①문단)과 다른 점(②문단)이 모두 들어가 비교와 대조 짜임이 드러나고, 자세한 말이 없습니다.
- 가는 ②문단의 한 문장을 그대로 옮겨서 ①문단의 중심 내용이 빠졌고, 개와 견주지 않아 짜임이 드러나지 않습니다.
막히면
- S03의 세 기준 카드를 보여 주고 가와 나에 하나씩 ○, ×를 해 보게 합니다.
주의
- 가의 문장도 글에 있는 맞는 내용입니다. ‘틀린 내용’이 아니라 ‘글 전체를 간추리지 않았다’는 점을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간추리기(시간 순서)]
목적: 도움 없이 글의 짜임에 맞게 중심 내용을 간추리는지 확인합니다(목표 A·B).
시간: 약 6분
이렇게 말해 보세요
- “이번에는 혼자 해 볼래? 활동지 3에 같은 글이 있으니 빼도 되는 말에 ×를 하고 간추린 글을 써 봐.”
- “다 쓰면 활동지 5의 점검표로 세 가지 기준을 스스로 확인해 봐.”
정답
- 짜임: 시간 순서(먼저, 그다음, 마지막으로)
- 예: 먼저 콩을 물에 불립니다. 그다음 불린 콩을 갈아 끓인 뒤 걸러 콩물을 받습니다. 마지막으로 콩물에 간수를 넣어 엉기게 하고 틀에 눌러 두부를 만듭니다.
- 기준: ① 불리기, 갈아 끓여 거르기, 간수로 엉기게 해 누르기가 모두 들어감 ② 차례대로 씀 ③ ‘하룻밤’, ‘곱게’, ‘천에’, ‘몽글몽글’ 같은 자세한 말이 없음. 세 기준을 모두 갖추면 잘함
막히면
- S07의 단계 2로 돌아가 문단마다 “이 문단에서 하는 일은 무엇이야?”라고 묻습니다.
- 도움을 받아 썼다면 기록표에 ‘도움’으로 표시합니다.
주의
- ‘두부는 콩으로 만듭니다.’ 한 문장만 쓰면 만드는 차례가 빠졌다고 알려 줍니다. 글자를 바르게 쓰는 것보다 무엇을 남기고 뺐는지를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아이가 쓴 간추린 글을 세 기준으로 함께 확인합니다.
시간: 약 2분
이렇게 말해 보세요
- “네 글에 왼쪽 세 가지가 모두 들어갔어? 차례대로야?”
- “오른쪽 말들이 네 글에 있다면 빼 볼까?”
예상 답
- “‘몽글몽글’을 썼는데 빼도 돼요.”
정답
- 먼저 콩을 물에 불립니다. 그다음 불린 콩을 갈아 끓인 뒤 걸러 콩물을 받습니다. 마지막으로 콩물에 간수를 넣어 엉기게 하고 틀에 눌러 두부를 만듭니다. (세 기준을 갖추면 표현은 달라도 맞음)
막히면
- 아이의 글에서 군더더기에 함께 ×를 하고 다시 읽어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확인(기준으로 간추린 글 고르기)]
목적: 세 가지 기준을 들어 가장 잘 간추린 글을 고르는지 확인합니다(목표 B).
시간: 약 3분
이렇게 말해 보세요
- “셋 가운데 가장 잘 간추린 것은 몇 번이야? 나머지 둘은 어느 기준이 아쉬워?”
정답
- ②. 같은 점과 다른 점이 모두 들어가 비교와 대조 짜임이 드러나고, 군더더기가 없습니다.
- ①은 호랑이만 쓰고 같은 점이 빠졌습니다(중심 내용·짜임). ③은 ‘둘 다’를 되풀이한 군더더기가 있고 다른 점이 빠졌습니다.
막히면
- S03의 세 기준을 보여 주고, 문장마다 기준 하나씩 ○, ×를 해 보게 합니다.
주의
- 답만 고르고 기준을 들어 까닭을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수업의 복습 질문을 알려 줍니다.
시간: 약 2분
이렇게 말해 보세요
- “글을 간추리는 방법을 한 문장으로 말해 볼래?”
예상 답
- “문단마다 중요한 것만 남기고, 짜임에 맞게 이어요.”
정답
- ① 중심 내용이 들어갔는지, 짜임에 맞는지, 군더더기가 없는지 ② 새 ③ 같은 점과 다른 점
막히면
- S03과 S07을 다시 보여 줍니다.
주의
- 아이가 읽은 책이나 기사를 “두세 문장으로 말해 줄래?”라고 해 보면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보충(짜임을 알려 주는 말 다시 보기)]
목적: 짜임을 알려 주는 말을 다시 익혀, 글의 짜임을 알아보는 힘을 먼저 다집니다.
시간: 약 4분
이렇게 말해 보세요
- “엄마(아빠)가 짧은 글을 읽어 줄게. 어떤 짜임인지 맞혀 봐.”
- ① “먼저 손을 씻고, 그다음 밥을 먹고, 마지막으로 이를 닦아요.” ② “연필과 볼펜은 둘 다 글씨를 쓰는 도구예요. 하지만 연필 글씨는 지우개로 지울 수 있어요.” ③ “교실에서 지킬 일이 있어요. 첫째, 복도에서 뛰지 않아요. 둘째, 친구 말을 끝까지 들어요.”
정답
- ① 시간 순서 ② 비교와 대조 ③ 나열
막히면
- 짜임을 알려 주는 말에 손뼉을 치게 한 뒤, 화면의 카드에서 같은 말을 찾게 합니다.
- 보충으로도 어렵다면 ‘글의 짜임’(KR22-G04-KOR-TEXTFORM-L01)을 먼저 다시 합니다. 문단에서 중심 문장을 찾기부터 어렵다면 3학년 ‘문단의 중심 문장’(KR22-G03-KOR-MAINIDEA-L01)으로 거슬러 갑니다.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읽기와요약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중심 내용 간추리기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중심 내용 간추리기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국어 · 중심 내용 간추리기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내용 간추리기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글을 짧게 줄이려면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남겨야 할까?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문단의 중심 내용을 한 문장으로 줄일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짜임에 맞게 글 전체를 간추릴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짜임의 글일까요?</a:t>
            </a:r>
            <a:endParaRPr lang="ko-KR" sz="40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짜임인가요? 짜임을 알려 주는 말은 무엇인가요?</a:t>
            </a:r>
            <a:endParaRPr lang="ko-KR" sz="30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호랑이와 사자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호랑이와 사자는 둘 다 고양잇과의 큰 동물입니다. 둘 다 날카로운 이빨과 발톱으로 다른 동물을 사냥해 고기를 먹습니다.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하지만 다른 점도 있습니다. 호랑이는 몸에 줄무늬가 있고, 주로 숲에서 혼자 삽니다. 사자는 줄무늬가 없고, 넓은 풀밭에서 무리를 지어 삽니다.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간추린 글의 세 가지 기준</a:t>
            </a:r>
            <a:endParaRPr lang="ko-KR" sz="4000" dirty="0"/>
          </a:p>
        </p:txBody>
      </p:sp>
      <p:sp>
        <p:nvSpPr>
          <p:cNvPr id="3" name="S03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간추리기: 글의 중요한 내용만 골라 짧게 줄이기</a:t>
            </a:r>
            <a:endParaRPr lang="ko-KR" sz="3000" dirty="0"/>
          </a:p>
        </p:txBody>
      </p:sp>
      <p:sp>
        <p:nvSpPr>
          <p:cNvPr id="4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군더더기: 없어도 뜻이 통하는 쓸데없는 말</a:t>
            </a:r>
            <a:endParaRPr lang="ko-KR" sz="3000" dirty="0"/>
          </a:p>
        </p:txBody>
      </p:sp>
      <p:sp>
        <p:nvSpPr>
          <p:cNvPr id="6" name="S03-card10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1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중심 내용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들어갔나요?</a:t>
            </a:r>
            <a:endParaRPr lang="ko-KR" sz="3000" dirty="0"/>
          </a:p>
        </p:txBody>
      </p:sp>
      <p:sp>
        <p:nvSpPr>
          <p:cNvPr id="8" name="S03-card12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3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짜임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순서나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비교와 대조가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드러나나요?</a:t>
            </a:r>
            <a:endParaRPr lang="ko-KR" sz="3000" dirty="0"/>
          </a:p>
        </p:txBody>
      </p:sp>
      <p:sp>
        <p:nvSpPr>
          <p:cNvPr id="10" name="S03-card14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5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군더더기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없는 말을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뺐나요?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문단을 한 문장으로 줄이기</a:t>
            </a:r>
            <a:endParaRPr lang="ko-KR" sz="4000" dirty="0"/>
          </a:p>
        </p:txBody>
      </p:sp>
      <p:sp>
        <p:nvSpPr>
          <p:cNvPr id="3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 하나 → 중심 내용 한 문장</a:t>
            </a:r>
            <a:endParaRPr lang="ko-KR" sz="3000" dirty="0"/>
          </a:p>
        </p:txBody>
      </p:sp>
      <p:sp>
        <p:nvSpPr>
          <p:cNvPr id="5" name="S04-card18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19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자세한 예,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꾸며 주는 말,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되풀이한 말</a:t>
            </a:r>
            <a:endParaRPr lang="ko-KR" sz="3000" dirty="0"/>
          </a:p>
        </p:txBody>
      </p:sp>
      <p:sp>
        <p:nvSpPr>
          <p:cNvPr id="7" name="S04-card20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4-cardtext21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비슷한 것은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묶는 말로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사과·배·귤 → 과일</a:t>
            </a:r>
            <a:endParaRPr lang="ko-KR" sz="3000" dirty="0"/>
          </a:p>
        </p:txBody>
      </p:sp>
      <p:sp>
        <p:nvSpPr>
          <p:cNvPr id="9" name="S04-card22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23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살리기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남겨요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 글 간추리기</a:t>
            </a:r>
            <a:endParaRPr lang="ko-KR" sz="4000" dirty="0"/>
          </a:p>
        </p:txBody>
      </p:sp>
      <p:sp>
        <p:nvSpPr>
          <p:cNvPr id="3" name="S05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내용을 한 문장으로 줄여 볼까요?</a:t>
            </a:r>
            <a:endParaRPr lang="ko-KR" sz="3000" dirty="0"/>
          </a:p>
        </p:txBody>
      </p:sp>
      <p:sp>
        <p:nvSpPr>
          <p:cNvPr id="5" name="S05-passagebox26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7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배추흰나비의 한살이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배추흰나비는 배추나 양배추 잎 뒷면에 알을 낳습니다. 알은 연한 노란색이고, 길쭉한 모양입니다.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알에서 나온 애벌레는 잎을 갉아 먹으며 자랍니다. 애벌레는 여러 번 허물을 벗으면서 몸이 점점 커집니다.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다 자란 애벌레는 번데기가 됩니다. 얼마 뒤 번데기에서 날개를 단 나비가 나옵니다.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차례대로 이어 쓰면</a:t>
            </a:r>
            <a:endParaRPr lang="ko-KR" sz="4000" dirty="0"/>
          </a:p>
        </p:txBody>
      </p:sp>
      <p:sp>
        <p:nvSpPr>
          <p:cNvPr id="3" name="S06-card28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9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배추흰나비는 잎에 알을 낳고, 애벌레는 잎을 먹으며 자란 뒤 번데기를 거쳐 나비가 됩니다.</a:t>
            </a:r>
            <a:endParaRPr lang="ko-KR" sz="3000" dirty="0"/>
          </a:p>
        </p:txBody>
      </p:sp>
      <p:graphicFrame>
        <p:nvGraphicFramePr>
          <p:cNvPr id="7" name="S06-table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1971548"/>
          <a:ext cx="9144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86384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중심 내용 한 문장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배추흰나비는 잎에 알을 낳습니다.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애벌레는 잎을 먹으며 자랍니다.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애벌레는 번데기를 거쳐 나비가 됩니다.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글을 간추리는 순서</a:t>
            </a:r>
            <a:endParaRPr lang="ko-KR" sz="4000" dirty="0"/>
          </a:p>
        </p:txBody>
      </p:sp>
      <p:sp>
        <p:nvSpPr>
          <p:cNvPr id="3" name="S07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비교와 대조 글은 같은 점과 다른 점이 모두 드러나게 써요.</a:t>
            </a:r>
            <a:endParaRPr lang="ko-KR" sz="3000" dirty="0"/>
          </a:p>
        </p:txBody>
      </p:sp>
      <p:sp>
        <p:nvSpPr>
          <p:cNvPr id="5" name="S07-stepno33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7-text34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글의 짜임을 알아봐요.</a:t>
            </a:r>
            <a:endParaRPr lang="ko-KR" sz="3000" dirty="0"/>
          </a:p>
        </p:txBody>
      </p:sp>
      <p:sp>
        <p:nvSpPr>
          <p:cNvPr id="7" name="S07-stepno35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7-text36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내용을 한 문장으로 써요.</a:t>
            </a:r>
            <a:endParaRPr lang="ko-KR" sz="3000" dirty="0"/>
          </a:p>
        </p:txBody>
      </p:sp>
      <p:sp>
        <p:nvSpPr>
          <p:cNvPr id="9" name="S07-stepno37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7-text38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짜임에 맞게 이어 써요.</a:t>
            </a:r>
            <a:endParaRPr lang="ko-KR" sz="3000" dirty="0"/>
          </a:p>
        </p:txBody>
      </p:sp>
      <p:sp>
        <p:nvSpPr>
          <p:cNvPr id="11" name="S07-stepno39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7-text40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기준으로 확인해요.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‘개와 고양이’ 함께 간추리기</a:t>
            </a:r>
            <a:endParaRPr lang="ko-KR" sz="4000" dirty="0"/>
          </a:p>
        </p:txBody>
      </p:sp>
      <p:sp>
        <p:nvSpPr>
          <p:cNvPr id="3" name="S08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점과 다른 점이 드러나게 두 문장으로 간추려 봐요.</a:t>
            </a:r>
            <a:endParaRPr lang="ko-KR" sz="3000" dirty="0"/>
          </a:p>
        </p:txBody>
      </p:sp>
      <p:sp>
        <p:nvSpPr>
          <p:cNvPr id="5" name="S08-passagebox43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8-passage44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개와 고양이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개와 고양이는 둘 다 오래전부터 사람과 함께 살아 온 동물입니다. 둘 다 몸이 털로 덮여 있고, 새끼를 낳아 젖을 먹여 기릅니다.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하지만 발톱은 다릅니다. 고양이는 걸을 때 발톱을 발가락 속에 넣어 감출 수 있습니다. 개는 발톱을 감추지 못해서 걸을 때 발톱이 바닥에 닿기도 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잘 간추렸을까?</a:t>
            </a:r>
            <a:endParaRPr lang="ko-KR" sz="4000" dirty="0"/>
          </a:p>
        </p:txBody>
      </p:sp>
      <p:sp>
        <p:nvSpPr>
          <p:cNvPr id="3" name="S09-card4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4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‘개와 고양이’를 두 친구가 이렇게 간추렸어요.</a:t>
            </a:r>
            <a:endParaRPr lang="ko-KR" sz="3000" dirty="0"/>
          </a:p>
        </p:txBody>
      </p:sp>
      <p:sp>
        <p:nvSpPr>
          <p:cNvPr id="5" name="S09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잘 간추렸나요? 세 가지 기준으로 말해 봐요.</a:t>
            </a:r>
            <a:endParaRPr lang="ko-KR" sz="3000" dirty="0"/>
          </a:p>
        </p:txBody>
      </p:sp>
      <p:sp>
        <p:nvSpPr>
          <p:cNvPr id="7" name="S09-chip4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9-text5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고양이는 걸을 때 발톱을 발가락 속에 넣어 감출 수 있습니다.</a:t>
            </a:r>
            <a:endParaRPr lang="ko-KR" sz="3000" dirty="0"/>
          </a:p>
        </p:txBody>
      </p:sp>
      <p:sp>
        <p:nvSpPr>
          <p:cNvPr id="9" name="S09-chip5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9-text5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개와 고양이는 둘 다 사람과 함께 살아 온 동물이지만, 발톱을 감출 수 있는지가 다릅니다.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짜임에 맞게 두세 문장으로 간추려 보세요.</a:t>
            </a:r>
            <a:endParaRPr lang="ko-KR" sz="3000" dirty="0"/>
          </a:p>
        </p:txBody>
      </p:sp>
      <p:sp>
        <p:nvSpPr>
          <p:cNvPr id="5" name="S10-passagebox5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5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두부를 만드는 차례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두부는 콩으로 만듭니다. 먼저 콩을 물에 하룻밤 담가 불립니다.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그다음 불린 콩을 물과 함께 곱게 갈아 끓입니다. 끓인 것을 천에 걸러 콩물만 받아 냅니다.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마지막으로 콩물에 간수라는 물을 넣으면 몽글몽글 엉깁니다. 이것을 틀에 넣고 눌러 물기를 빼면 두부가 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1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내용을 모두 넣고, 차례대로, 군더더기 없이 써요.</a:t>
            </a:r>
            <a:endParaRPr lang="ko-KR" sz="3000" dirty="0"/>
          </a:p>
        </p:txBody>
      </p:sp>
      <p:sp>
        <p:nvSpPr>
          <p:cNvPr id="5" name="S11-chip5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60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콩을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불려요</a:t>
            </a:r>
            <a:endParaRPr lang="ko-KR" sz="3000" dirty="0"/>
          </a:p>
        </p:txBody>
      </p:sp>
      <p:sp>
        <p:nvSpPr>
          <p:cNvPr id="7" name="S11-text61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①문단</a:t>
            </a:r>
            <a:endParaRPr lang="ko-KR" sz="2400" dirty="0"/>
          </a:p>
        </p:txBody>
      </p:sp>
      <p:sp>
        <p:nvSpPr>
          <p:cNvPr id="8" name="S11-text62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 갈아 끓여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콩물을 걸러요</a:t>
            </a:r>
            <a:endParaRPr lang="ko-KR" sz="2400" dirty="0"/>
          </a:p>
        </p:txBody>
      </p:sp>
      <p:sp>
        <p:nvSpPr>
          <p:cNvPr id="9" name="S11-text63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②문단</a:t>
            </a:r>
            <a:endParaRPr lang="ko-KR" sz="2400" dirty="0"/>
          </a:p>
        </p:txBody>
      </p:sp>
      <p:sp>
        <p:nvSpPr>
          <p:cNvPr id="10" name="S11-text64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마지막으로 간수를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넣어 틀에 눌러요</a:t>
            </a:r>
            <a:endParaRPr lang="ko-KR" sz="2400" dirty="0"/>
          </a:p>
        </p:txBody>
      </p:sp>
      <p:sp>
        <p:nvSpPr>
          <p:cNvPr id="11" name="S11-text65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③문단</a:t>
            </a:r>
            <a:endParaRPr lang="ko-KR" sz="2400" dirty="0"/>
          </a:p>
        </p:txBody>
      </p:sp>
      <p:sp>
        <p:nvSpPr>
          <p:cNvPr id="12" name="S11-chip6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1-text67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두부는 콩으로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만들어요</a:t>
            </a:r>
            <a:endParaRPr lang="ko-KR" sz="3000" dirty="0"/>
          </a:p>
        </p:txBody>
      </p:sp>
      <p:sp>
        <p:nvSpPr>
          <p:cNvPr id="14" name="S11-text6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차례가 빠졌어요</a:t>
            </a:r>
            <a:endParaRPr lang="ko-KR" sz="2400" dirty="0"/>
          </a:p>
        </p:txBody>
      </p:sp>
      <p:sp>
        <p:nvSpPr>
          <p:cNvPr id="15" name="S11-text6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하룻밤, 곱게,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몽글몽글</a:t>
            </a:r>
            <a:endParaRPr lang="ko-KR" sz="3000" dirty="0"/>
          </a:p>
        </p:txBody>
      </p:sp>
      <p:sp>
        <p:nvSpPr>
          <p:cNvPr id="16" name="S11-text7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군더더기예요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잘 간추린 것은?</a:t>
            </a:r>
            <a:endParaRPr lang="ko-KR" sz="4000" dirty="0"/>
          </a:p>
        </p:txBody>
      </p:sp>
      <p:sp>
        <p:nvSpPr>
          <p:cNvPr id="3" name="S12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 읽은 ‘호랑이와 사자’를 간추린 글이에요.</a:t>
            </a:r>
            <a:endParaRPr lang="ko-KR" sz="3000" dirty="0"/>
          </a:p>
        </p:txBody>
      </p:sp>
      <p:sp>
        <p:nvSpPr>
          <p:cNvPr id="4" name="S12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2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내용 · 짜임 · 군더더기로 견주어 봐요.</a:t>
            </a:r>
            <a:endParaRPr lang="ko-KR" sz="3000" dirty="0"/>
          </a:p>
        </p:txBody>
      </p:sp>
      <p:sp>
        <p:nvSpPr>
          <p:cNvPr id="6" name="S12-chip7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2-text7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호랑이는 몸에 줄무늬가 있고, 주로 숲에서 혼자 삽니다.</a:t>
            </a:r>
            <a:endParaRPr lang="ko-KR" sz="3000" dirty="0"/>
          </a:p>
        </p:txBody>
      </p:sp>
      <p:sp>
        <p:nvSpPr>
          <p:cNvPr id="8" name="S12-chip7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2-text7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호랑이와 사자는 둘 다 고기를 먹는 고양잇과의 큰 동물이지만, 줄무늬와 사는 모습이 다릅니다.</a:t>
            </a:r>
            <a:endParaRPr lang="ko-KR" sz="3000" dirty="0"/>
          </a:p>
        </p:txBody>
      </p:sp>
      <p:sp>
        <p:nvSpPr>
          <p:cNvPr id="10" name="S12-chip7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2-text7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호랑이와 사자는 둘 다 고양잇과의 큰 동물이고, 둘 다 날카로운 이빨과 발톱이 있고, 둘 다 사냥을 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80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1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내용을 한 문장으로 줄이고,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짜임에 맞게 이어 간추려요.</a:t>
            </a:r>
            <a:endParaRPr lang="ko-KR" sz="3000" dirty="0"/>
          </a:p>
        </p:txBody>
      </p:sp>
      <p:sp>
        <p:nvSpPr>
          <p:cNvPr id="5" name="S13-chip82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세 가지 기준으로 확인하기</a:t>
            </a:r>
            <a:endParaRPr lang="ko-KR" sz="2400" dirty="0"/>
          </a:p>
        </p:txBody>
      </p:sp>
      <p:sp>
        <p:nvSpPr>
          <p:cNvPr id="6" name="S13-chip83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 문단만 옮겨 쓰기</a:t>
            </a:r>
            <a:endParaRPr lang="ko-KR" sz="2400" dirty="0"/>
          </a:p>
        </p:txBody>
      </p:sp>
      <p:sp>
        <p:nvSpPr>
          <p:cNvPr id="7" name="S13-text84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85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잘 간추린 글의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기준은?</a:t>
            </a:r>
            <a:endParaRPr lang="ko-KR" sz="2400" dirty="0"/>
          </a:p>
        </p:txBody>
      </p:sp>
      <p:sp>
        <p:nvSpPr>
          <p:cNvPr id="9" name="S13-text86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참새·까치·비둘기를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묶는 말은?</a:t>
            </a:r>
            <a:endParaRPr lang="ko-KR" sz="2400" dirty="0"/>
          </a:p>
        </p:txBody>
      </p:sp>
      <p:sp>
        <p:nvSpPr>
          <p:cNvPr id="10" name="S13-text87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비교와 대조 글에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넣을 것은?</a:t>
            </a:r>
            <a:endParaRPr lang="ko-KR" sz="2400" dirty="0"/>
          </a:p>
        </p:txBody>
      </p:sp>
      <p:sp>
        <p:nvSpPr>
          <p:cNvPr id="11" name="S13-text8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의견과 이유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짜임을 알려 주는 말</a:t>
            </a:r>
            <a:endParaRPr lang="ko-KR" sz="4000" dirty="0"/>
          </a:p>
        </p:txBody>
      </p:sp>
      <p:sp>
        <p:nvSpPr>
          <p:cNvPr id="3" name="S14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말이 보이면 짜임을 알 수 있어요.</a:t>
            </a:r>
            <a:endParaRPr lang="ko-KR" sz="3000" dirty="0"/>
          </a:p>
        </p:txBody>
      </p:sp>
      <p:sp>
        <p:nvSpPr>
          <p:cNvPr id="4" name="S14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짜임을 알면 무엇을 남길지 보여요.</a:t>
            </a:r>
            <a:endParaRPr lang="ko-KR" sz="3000" dirty="0"/>
          </a:p>
        </p:txBody>
      </p:sp>
      <p:sp>
        <p:nvSpPr>
          <p:cNvPr id="6" name="S14-word92"/>
          <p:cNvSpPr txBox="1"/>
          <p:nvPr/>
        </p:nvSpPr>
        <p:spPr>
          <a:xfrm>
            <a:off x="548640" y="201168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· 그다음 · 마지막으로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순서</a:t>
            </a:r>
            <a:endParaRPr lang="ko-KR" sz="3000" dirty="0"/>
          </a:p>
        </p:txBody>
      </p:sp>
      <p:sp>
        <p:nvSpPr>
          <p:cNvPr id="7" name="S14-word93"/>
          <p:cNvSpPr txBox="1"/>
          <p:nvPr/>
        </p:nvSpPr>
        <p:spPr>
          <a:xfrm>
            <a:off x="548640" y="313944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· 하지만 · ~와 달리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비교와 대조</a:t>
            </a:r>
            <a:endParaRPr lang="ko-KR" sz="3000" dirty="0"/>
          </a:p>
        </p:txBody>
      </p:sp>
      <p:sp>
        <p:nvSpPr>
          <p:cNvPr id="8" name="S14-word94"/>
          <p:cNvSpPr txBox="1"/>
          <p:nvPr/>
        </p:nvSpPr>
        <p:spPr>
          <a:xfrm>
            <a:off x="548640" y="426720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 · 둘째 · 또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나열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국어 중심 내용 간추리기</dc:title>
  <dc:subject>KR22-G04-KOR-SUMMARY-L01</dc:subject>
  <dc:creator>education-ppt</dc:creator>
  <cp:lastModifiedBy>education-ppt</cp:lastModifiedBy>
  <cp:revision>1</cp:revision>
  <dcterms:created xsi:type="dcterms:W3CDTF">2026-10-26T07:38:56Z</dcterms:created>
  <dcterms:modified xsi:type="dcterms:W3CDTF">2026-10-26T07:38:56Z</dcterms:modified>
</cp:coreProperties>
</file>