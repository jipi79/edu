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a38c70e-d3c0-d374-fa64-db37db6267c0}">
          <p14:sldIdLst>
            <p14:sldId id="256"/>
            <p14:sldId id="257"/>
          </p14:sldIdLst>
        </p14:section>
        <p14:section name="개념" id="{b18683b6-f69a-4824-3131-567a524e2e2d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9eaa31c9-254a-ac36-ae85-c450d144064e}">
          <p14:sldIdLst>
            <p14:sldId id="263"/>
            <p14:sldId id="264"/>
          </p14:sldIdLst>
        </p14:section>
        <p14:section name="확인" id="{68a35e97-e1ff-ac98-dc2f-ca25845ac09e}">
          <p14:sldIdLst>
            <p14:sldId id="265"/>
            <p14:sldId id="266"/>
          </p14:sldIdLst>
        </p14:section>
        <p14:section name="정리" id="{dadfe033-5c0a-836f-5ac1-6448300d4bc5}">
          <p14:sldIdLst>
            <p14:sldId id="267"/>
          </p14:sldIdLst>
        </p14:section>
        <p14:section name="보충" id="{0530d5a6-48ce-45a6-74c2-f531f56b9d0d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읽기와요약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중심 내용 간추리기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중심 내용 간추리기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중심 내용 간추리기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 간추리기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글을 짧게 줄이려면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남겨야 할까?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문단의 중심 내용을 한 문장으로 줄일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짜임에 맞게 글 전체를 간추릴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짜임의 글일까요?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짜임인가요? 짜임을 알려 주는 말은 무엇인가요?</a:t>
            </a:r>
            <a:endParaRPr lang="ko-KR" sz="30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호랑이와 사자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호랑이와 사자는 둘 다 고양잇과의 큰 동물입니다. 둘 다 날카로운 이빨과 발톱으로 다른 동물을 사냥해 고기를 먹습니다.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하지만 다른 점도 있습니다. 호랑이는 몸에 줄무늬가 있고, 주로 숲에서 혼자 삽니다. 사자는 줄무늬가 없고, 넓은 풀밭에서 무리를 지어 삽니다.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간추린 글의 세 가지 기준</a:t>
            </a:r>
            <a:endParaRPr lang="ko-KR" sz="40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간추리기: 글의 중요한 내용만 골라 짧게 줄이기</a:t>
            </a:r>
            <a:endParaRPr lang="ko-KR" sz="30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군더더기: 없어도 뜻이 통하는 쓸데없는 말</a:t>
            </a:r>
            <a:endParaRPr lang="ko-KR" sz="3000" dirty="0"/>
          </a:p>
        </p:txBody>
      </p:sp>
      <p:sp>
        <p:nvSpPr>
          <p:cNvPr id="6" name="S03-card1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중심 내용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들어갔나요?</a:t>
            </a:r>
            <a:endParaRPr lang="ko-KR" sz="3000" dirty="0"/>
          </a:p>
        </p:txBody>
      </p:sp>
      <p:sp>
        <p:nvSpPr>
          <p:cNvPr id="8" name="S03-card1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짜임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드러나나요?</a:t>
            </a:r>
            <a:endParaRPr lang="ko-KR" sz="3000" dirty="0"/>
          </a:p>
        </p:txBody>
      </p:sp>
      <p:sp>
        <p:nvSpPr>
          <p:cNvPr id="10" name="S03-card1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군더더기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없는 말을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뺐나요?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문단을 한 문장으로 줄이기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 하나 → 중심 내용 한 문장</a:t>
            </a:r>
            <a:endParaRPr lang="ko-KR" sz="3000" dirty="0"/>
          </a:p>
        </p:txBody>
      </p:sp>
      <p:sp>
        <p:nvSpPr>
          <p:cNvPr id="5" name="S04-card18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9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자세한 예,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꾸며 주는 말,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되풀이한 말</a:t>
            </a:r>
            <a:endParaRPr lang="ko-KR" sz="3000" dirty="0"/>
          </a:p>
        </p:txBody>
      </p:sp>
      <p:sp>
        <p:nvSpPr>
          <p:cNvPr id="7" name="S04-card20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4-cardtext21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비슷한 것은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묶는 말로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사과·배·귤 → 과일</a:t>
            </a:r>
            <a:endParaRPr lang="ko-KR" sz="3000" dirty="0"/>
          </a:p>
        </p:txBody>
      </p:sp>
      <p:sp>
        <p:nvSpPr>
          <p:cNvPr id="9" name="S04-card22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3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살리기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남겨요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 글 간추리기</a:t>
            </a:r>
            <a:endParaRPr lang="ko-KR" sz="4000" dirty="0"/>
          </a:p>
        </p:txBody>
      </p:sp>
      <p:sp>
        <p:nvSpPr>
          <p:cNvPr id="3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한 문장으로 줄여 볼까요?</a:t>
            </a:r>
            <a:endParaRPr lang="ko-KR" sz="3000" dirty="0"/>
          </a:p>
        </p:txBody>
      </p:sp>
      <p:sp>
        <p:nvSpPr>
          <p:cNvPr id="5" name="S05-passagebox2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배추흰나비의 한살이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배추흰나비는 배추나 양배추 잎 뒷면에 알을 낳습니다. 알은 연한 노란색이고, 길쭉한 모양입니다.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알에서 나온 애벌레는 잎을 갉아 먹으며 자랍니다. 애벌레는 여러 번 허물을 벗으면서 몸이 점점 커집니다.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다 자란 애벌레는 번데기가 됩니다. 얼마 뒤 번데기에서 날개를 단 나비가 나옵니다.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이어 쓰면</a:t>
            </a:r>
            <a:endParaRPr lang="ko-KR" sz="4000" dirty="0"/>
          </a:p>
        </p:txBody>
      </p:sp>
      <p:sp>
        <p:nvSpPr>
          <p:cNvPr id="3" name="S06-card28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9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배추흰나비는 잎에 알을 낳고, 애벌레는 잎을 먹으며 자란 뒤 번데기를 거쳐 나비가 됩니다.</a:t>
            </a:r>
            <a:endParaRPr lang="ko-KR" sz="3000" dirty="0"/>
          </a:p>
        </p:txBody>
      </p:sp>
      <p:graphicFrame>
        <p:nvGraphicFramePr>
          <p:cNvPr id="7" name="S06-table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004568"/>
          <a:ext cx="9144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86384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중심 내용 한 문장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배추흰나비는 잎에 알을 낳습니다.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애벌레는 잎을 먹으며 자랍니다.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애벌레는 번데기를 거쳐 나비가 됩니다.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글을 간추리는 순서</a:t>
            </a:r>
            <a:endParaRPr lang="ko-KR" sz="4000" dirty="0"/>
          </a:p>
        </p:txBody>
      </p:sp>
      <p:sp>
        <p:nvSpPr>
          <p:cNvPr id="3" name="S07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 글은 같은 점과 다른 점이 모두 드러나게 써요.</a:t>
            </a:r>
            <a:endParaRPr lang="ko-KR" sz="3000" dirty="0"/>
          </a:p>
        </p:txBody>
      </p:sp>
      <p:sp>
        <p:nvSpPr>
          <p:cNvPr id="5" name="S07-stepno33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7-text34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짜임을 알아봐요.</a:t>
            </a:r>
            <a:endParaRPr lang="ko-KR" sz="3000" dirty="0"/>
          </a:p>
        </p:txBody>
      </p:sp>
      <p:sp>
        <p:nvSpPr>
          <p:cNvPr id="7" name="S07-stepno35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7-text36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한 문장으로 써요.</a:t>
            </a:r>
            <a:endParaRPr lang="ko-KR" sz="3000" dirty="0"/>
          </a:p>
        </p:txBody>
      </p:sp>
      <p:sp>
        <p:nvSpPr>
          <p:cNvPr id="9" name="S07-stepno37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7-text38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짜임에 맞게 이어 써요.</a:t>
            </a:r>
            <a:endParaRPr lang="ko-KR" sz="3000" dirty="0"/>
          </a:p>
        </p:txBody>
      </p:sp>
      <p:sp>
        <p:nvSpPr>
          <p:cNvPr id="11" name="S07-stepno39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7-text40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기준으로 확인해요.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‘개와 고양이’ 함께 간추리기</a:t>
            </a:r>
            <a:endParaRPr lang="ko-KR" sz="4000" dirty="0"/>
          </a:p>
        </p:txBody>
      </p:sp>
      <p:sp>
        <p:nvSpPr>
          <p:cNvPr id="3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점이 드러나게 두 문장으로 간추려 봐요.</a:t>
            </a:r>
            <a:endParaRPr lang="ko-KR" sz="3000" dirty="0"/>
          </a:p>
        </p:txBody>
      </p:sp>
      <p:sp>
        <p:nvSpPr>
          <p:cNvPr id="5" name="S08-passagebox43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44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개와 고양이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개와 고양이는 둘 다 오래전부터 사람과 함께 살아 온 동물입니다. 둘 다 몸이 털로 덮여 있고, 새끼를 낳아 젖을 먹여 기릅니다.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하지만 발톱은 다릅니다. 고양이는 걸을 때 발톱을 발가락 속에 넣어 감출 수 있습니다. 개는 발톱을 감추지 못해서 걸을 때 발톱이 바닥에 닿기도 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잘 간추렸을까?</a:t>
            </a:r>
            <a:endParaRPr lang="ko-KR" sz="4000" dirty="0"/>
          </a:p>
        </p:txBody>
      </p:sp>
      <p:sp>
        <p:nvSpPr>
          <p:cNvPr id="3" name="S09-card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‘개와 고양이’를 두 친구가 이렇게 간추렸어요.</a:t>
            </a:r>
            <a:endParaRPr lang="ko-KR" sz="3000" dirty="0"/>
          </a:p>
        </p:txBody>
      </p:sp>
      <p:sp>
        <p:nvSpPr>
          <p:cNvPr id="5" name="S09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잘 간추렸나요? 세 가지 기준으로 말해 봐요.</a:t>
            </a:r>
            <a:endParaRPr lang="ko-KR" sz="3000" dirty="0"/>
          </a:p>
        </p:txBody>
      </p:sp>
      <p:sp>
        <p:nvSpPr>
          <p:cNvPr id="7" name="S09-chip4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9-text5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고양이는 걸을 때 발톱을 발가락 속에 넣어 감출 수 있습니다.</a:t>
            </a:r>
            <a:endParaRPr lang="ko-KR" sz="3000" dirty="0"/>
          </a:p>
        </p:txBody>
      </p:sp>
      <p:sp>
        <p:nvSpPr>
          <p:cNvPr id="9" name="S09-chip5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9-text5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개와 고양이는 둘 다 사람과 함께 살아 온 동물이지만, 발톱을 감출 수 있는지가 다릅니다.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짜임에 맞게 두세 문장으로 간추려 보세요.</a:t>
            </a:r>
            <a:endParaRPr lang="ko-KR" sz="3000" dirty="0"/>
          </a:p>
        </p:txBody>
      </p:sp>
      <p:sp>
        <p:nvSpPr>
          <p:cNvPr id="5" name="S10-passagebox5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5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두부를 만드는 차례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두부는 콩으로 만듭니다. 먼저 콩을 물에 하룻밤 담가 불립니다.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그다음 불린 콩을 물과 함께 곱게 갈아 끓입니다. 끓인 것을 천에 걸러 콩물만 받아 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마지막으로 콩물에 간수라는 물을 넣으면 몽글몽글 엉깁니다. 이것을 틀에 넣고 눌러 물기를 빼면 두부가 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잘 간추린 것은?</a:t>
            </a:r>
            <a:endParaRPr lang="ko-KR" sz="4000" dirty="0"/>
          </a:p>
        </p:txBody>
      </p:sp>
      <p:sp>
        <p:nvSpPr>
          <p:cNvPr id="3" name="S12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 읽은 ‘호랑이와 사자’를 간추린 글이에요.</a:t>
            </a:r>
            <a:endParaRPr lang="ko-KR" sz="3000" dirty="0"/>
          </a:p>
        </p:txBody>
      </p:sp>
      <p:sp>
        <p:nvSpPr>
          <p:cNvPr id="4" name="S12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 · 짜임 · 군더더기로 견주어 봐요.</a:t>
            </a:r>
            <a:endParaRPr lang="ko-KR" sz="3000" dirty="0"/>
          </a:p>
        </p:txBody>
      </p:sp>
      <p:sp>
        <p:nvSpPr>
          <p:cNvPr id="6" name="S12-chip6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2-text6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호랑이는 몸에 줄무늬가 있고, 주로 숲에서 혼자 삽니다.</a:t>
            </a:r>
            <a:endParaRPr lang="ko-KR" sz="3000" dirty="0"/>
          </a:p>
        </p:txBody>
      </p:sp>
      <p:sp>
        <p:nvSpPr>
          <p:cNvPr id="8" name="S12-chip6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2-text6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호랑이와 사자는 둘 다 고기를 먹는 고양잇과의 큰 동물이지만, 줄무늬와 사는 모습이 다릅니다.</a:t>
            </a:r>
            <a:endParaRPr lang="ko-KR" sz="3000" dirty="0"/>
          </a:p>
        </p:txBody>
      </p:sp>
      <p:sp>
        <p:nvSpPr>
          <p:cNvPr id="10" name="S12-chip6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2-text6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호랑이와 사자는 둘 다 고양잇과의 큰 동물이고, 둘 다 날카로운 이빨과 발톱이 있고, 둘 다 사냥을 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66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67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한 문장으로 줄이고,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짜임에 맞게 이어 간추려요.</a:t>
            </a:r>
            <a:endParaRPr lang="ko-KR" sz="3000" dirty="0"/>
          </a:p>
        </p:txBody>
      </p:sp>
      <p:sp>
        <p:nvSpPr>
          <p:cNvPr id="5" name="S13-chip68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세 가지 기준으로 확인하기</a:t>
            </a:r>
            <a:endParaRPr lang="ko-KR" sz="2400" dirty="0"/>
          </a:p>
        </p:txBody>
      </p:sp>
      <p:sp>
        <p:nvSpPr>
          <p:cNvPr id="6" name="S13-chip69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문단만 옮겨 쓰기</a:t>
            </a:r>
            <a:endParaRPr lang="ko-KR" sz="2400" dirty="0"/>
          </a:p>
        </p:txBody>
      </p:sp>
      <p:sp>
        <p:nvSpPr>
          <p:cNvPr id="7" name="S13-text70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71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잘 간추린 글의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기준은?</a:t>
            </a:r>
            <a:endParaRPr lang="ko-KR" sz="2400" dirty="0"/>
          </a:p>
        </p:txBody>
      </p:sp>
      <p:sp>
        <p:nvSpPr>
          <p:cNvPr id="9" name="S13-text72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참새·까치·비둘기를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묶는 말은?</a:t>
            </a:r>
            <a:endParaRPr lang="ko-KR" sz="2400" dirty="0"/>
          </a:p>
        </p:txBody>
      </p:sp>
      <p:sp>
        <p:nvSpPr>
          <p:cNvPr id="10" name="S13-text73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비교와 대조 글에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넣을 것은?</a:t>
            </a:r>
            <a:endParaRPr lang="ko-KR" sz="2400" dirty="0"/>
          </a:p>
        </p:txBody>
      </p:sp>
      <p:sp>
        <p:nvSpPr>
          <p:cNvPr id="11" name="S13-text7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의견과 이유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짜임을 알려 주는 말</a:t>
            </a:r>
            <a:endParaRPr lang="ko-KR" sz="4000" dirty="0"/>
          </a:p>
        </p:txBody>
      </p:sp>
      <p:sp>
        <p:nvSpPr>
          <p:cNvPr id="3" name="S14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말이 보이면 짜임을 알 수 있어요.</a:t>
            </a:r>
            <a:endParaRPr lang="ko-KR" sz="3000" dirty="0"/>
          </a:p>
        </p:txBody>
      </p:sp>
      <p:sp>
        <p:nvSpPr>
          <p:cNvPr id="4" name="S14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알면 무엇을 남길지 보여요.</a:t>
            </a:r>
            <a:endParaRPr lang="ko-KR" sz="3000" dirty="0"/>
          </a:p>
        </p:txBody>
      </p:sp>
      <p:sp>
        <p:nvSpPr>
          <p:cNvPr id="6" name="S14-word78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· 그다음 · 마지막으로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</a:t>
            </a:r>
            <a:endParaRPr lang="ko-KR" sz="3000" dirty="0"/>
          </a:p>
        </p:txBody>
      </p:sp>
      <p:sp>
        <p:nvSpPr>
          <p:cNvPr id="7" name="S14-word79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· 하지만 · ~와 달리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</a:t>
            </a:r>
            <a:endParaRPr lang="ko-KR" sz="3000" dirty="0"/>
          </a:p>
        </p:txBody>
      </p:sp>
      <p:sp>
        <p:nvSpPr>
          <p:cNvPr id="8" name="S14-word80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 · 둘째 · 또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중심 내용 간추리기</dc:title>
  <dc:subject>KR22-G04-KOR-SUMMARY-L01</dc:subject>
  <dc:creator>education-ppt</dc:creator>
  <cp:lastModifiedBy>education-ppt</cp:lastModifiedBy>
  <cp:revision>1</cp:revision>
  <dcterms:created xsi:type="dcterms:W3CDTF">2026-10-26T07:48:03Z</dcterms:created>
  <dcterms:modified xsi:type="dcterms:W3CDTF">2026-10-26T07:48:03Z</dcterms:modified>
</cp:coreProperties>
</file>