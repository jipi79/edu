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a777fd1-880d-d39c-04a3-721480b6d7e1}">
          <p14:sldIdLst>
            <p14:sldId id="256"/>
            <p14:sldId id="257"/>
          </p14:sldIdLst>
        </p14:section>
        <p14:section name="개념" id="{c2329634-99ac-2de2-d28b-8a982194bca6}">
          <p14:sldIdLst>
            <p14:sldId id="258"/>
            <p14:sldId id="259"/>
            <p14:sldId id="261"/>
            <p14:sldId id="262"/>
            <p14:sldId id="264"/>
          </p14:sldIdLst>
        </p14:section>
        <p14:section name="연습" id="{0e71077e-9a73-b7f8-7532-351cc3c437bf}">
          <p14:sldIdLst>
            <p14:sldId id="260"/>
            <p14:sldId id="263"/>
          </p14:sldIdLst>
        </p14:section>
        <p14:section name="개념" id="{9f53afbe-3a7d-72c4-6238-e8e820a87537}">
          <p14:sldIdLst/>
        </p14:section>
        <p14:section name="연습" id="{8e6fcc64-6fba-3cea-358f-ce9f81ce516a}">
          <p14:sldIdLst/>
        </p14:section>
        <p14:section name="개념" id="{866bc862-920c-b4da-575d-2f55c95189cd}">
          <p14:sldIdLst/>
        </p14:section>
        <p14:section name="확인" id="{1e73e528-7fb0-6fc2-a836-8c93d7f1a948}">
          <p14:sldIdLst>
            <p14:sldId id="265"/>
            <p14:sldId id="266"/>
            <p14:sldId id="267"/>
          </p14:sldIdLst>
        </p14:section>
        <p14:section name="정리" id="{525edae1-587b-e5d6-eeff-3058c33f32e4}">
          <p14:sldIdLst>
            <p14:sldId id="268"/>
          </p14:sldIdLst>
        </p14:section>
        <p14:section name="보충" id="{e19cff76-74a6-5715-3647-16ca65508cc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나눗셈을 보여 주고, 두 자리 수로 나눌 때 몫을 어떻게 찾을지 궁금하게 합니다.
시간: 약 2분
이렇게 말해 보세요
- “157을 31로 나누면 몫은 얼마쯤일까? 구구단에 31단은 없지?”
- “오늘은 31을 30으로 생각해서 몫을 어림하는 방법을 배울 거야.”
예상 답
- “모르겠어요.” “5쯤?”
막히면
- 답을 확인하지 않고 넘어갑니다. S03에서 같은 문제를 함께 풉니다.
주의
- ‘…’ 뒤의 □는 나머지 자리입니다. 나머지가 있는 나눗셈을 지난 학년에 배웠다는 것을 떠올리게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확인(나눗셈과 곱셈)]
목적: 나머지가 있는 (세 자리 수)÷(한 자리 수)와, 몫을 어림할 때 쓰는 곱셈을 기억하는지 확인합니다.
시간: 약 3분
이렇게 말해 보세요
- “①은 147 ÷ 6이야. 몫과 나머지를 구해 볼래?”
- “②, ③은 곱셈이야. 오늘 몫을 찾을 때 이런 곱셈을 많이 써.”
정답
- ① 24 … 3(6 × 24 + 3 = 147)
- ② 150
- ③ 186
막히면
- ①이 어려우면 S14(보충)를 먼저 합니다.
- 보충으로도 어려우면 초3 자연수계산 9차시 ‘(세 자리 수)÷(한 자리 수)’(KR22-G03-MAT-DIV3X1-L01)를 먼저 합니다. 곱셈(③)이 어려우면 초4 수와연산 3차시 ‘(세 자리 수)×(두 자리 수)’(KR22-G04-MAT-MUL3X2-L01)를 다시 봅니다.
주의
- ①에서 나머지 3이 나누는 수 6보다 작은지 물어봅니다. 오늘도 같은 확인을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몫 어림하기]
목적: 나누는 수 31을 30으로 어림해 몫을 짐작하고, 곱해 보며 몫을 정합니다.
시간: 약 3분
이렇게 말해 보세요
- “31은 30에 가깝지? 30에 몇을 곱하면 157에 가까울까?”
- “30 × 5 = 150이니까 몫은 5쯤이야. 진짜 31로 곱해 보자. 31 × 5 = 155, 31 × 6 = 186.”
- “186은 157보다 크니까 안 돼. 그래서 몫은 5, 남는 것은 157 − 155 = 2야.”
예상 답
- “5요.” “나머지는 2요.”
막히면
- 30씩 뛰어 세어 봅니다: 30, 60, 90, 120, 150 → 다섯 번.
주의
- 표에서 31 × 4, 31 × 5, 31 × 6을 비교하며 ‘157을 넘지 않는 가장 큰 곱’을 찾는다는 것을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세로 나눗셈 시범]
목적: 어림한 몫으로 세로 나눗셈을 쓰는 방법을 시범으로 보여 줍니다.
시간: 약 4분
이렇게 말해 보세요
- “157의 앞 두 자리 15는 31보다 작아. 그래서 몫은 일의 자리에 써.”
- “몫 5를 쓰고, 31 × 5 = 155를 157 아래에 써. 빼면 2. 2는 31보다 작으니까 나머지야.”
예상 답
- “157 ÷ 31 = 5 … 2예요.”
막히면
- 공책에 함께 따라 씁니다. 표의 ‘31 )’은 31로 나눈다는 표시입니다.
- 몫을 십의 자리에 쓰면 “15 안에 31이 들어가?”라고 묻습니다(M3).
주의
- 실제 세로 나눗셈은 157 위에 괄호 모양의 선을 긋고 그 위에 몫을 씁니다. 표는 그 모양을 칸으로 나타낸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몫 어림 연습]
목적: 도움을 받으며 나누는 수를 몇십으로 어림해 몫과 나머지를 구합니다.
시간: 약 4분
이렇게 말해 보세요
- “①은 42를 40으로 생각해. 40에 몇을 곱하면 128에 가까울까?”
- “어림한 몫으로 42를 곱해 보고, 남는 수를 구해 봐.”
정답
- ① 3 … 2(40 × 3 = 120, 42 × 3 = 126)
- ② 4 … 1(60 × 4 = 240, 61 × 4 = 244)
- ③ 3 … 3(50 × 3 = 150, 52 × 3 = 156)
막히면
- 몇십 단을 뛰어 세게 합니다: 40, 80, 120 → 세 번.
- 공책에 S04의 칸을 그리고 따라 쓰게 합니다.
주의
- 어림한 몫으로 곱한 뒤 나머지가 나누는 수보다 작은지 매번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어림한 몫 고치기]
목적: 어림한 몫이 맞지 않을 때 곱이 크면 몫을 1 줄이고, 나머지가 크면 몫을 1 늘리는 방법을 압니다(M2).
시간: 약 4분
이렇게 말해 보세요
- “186 ÷ 23에서 23을 20으로 어림하면 몫은 9쯤이야. 그런데 23 × 9 = 207은 186보다 커. 어떻게 할까?”
- “236 ÷ 39에서 39를 40으로 어림하면 몫은 5쯤이야. 39 × 5 = 195, 236 − 195 = 41. 41 안에 39가 또 들어갈까?”
예상 답
- “몫을 8로 줄여요.” “41에 39가 한 번 더 들어가니까 6으로 늘려요.”
정답
- 186 ÷ 23 = 8 … 2(23 × 8 = 184)
- 236 ÷ 39 = 6 … 2(39 × 6 = 234)
막히면
- 곱이 나누어지는 수보다 크면 ‘너무 많이 나눠 준 것’, 나머지가 나누는 수보다 크면 ‘더 나눠 줄 수 있는 것’이라고 말해 줍니다.
주의
- 나누는 수를 크게 어림하면(39 → 40) 몫이 작게, 작게 어림하면(23 → 20) 몫이 크게 나오기 쉽습니다. 이 사실은 외우게 하지 않아도 됩니다.
- 지치면 여기서 쉬고, 다음에 S03·S06을 짧게 다시 본 뒤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확인 식]
목적: 나머지가 나누는 수보다 작은지 보고, 나누는 수 × 몫 + 나머지 = 나누어지는 수의 확인 식으로 계산을 확인합니다.
시간: 약 3분
이렇게 말해 보세요
- “157 ÷ 31 = 5 … 2가 맞는지 확인해 보자. 먼저 나머지 2는 나누는 수 31보다 작아?”
- “다음은 확인 식이야. 31 × 5에 나머지 2를 더하면 157이 나와야 해.”
예상 답
- “네, 작아요.” “155 + 2 = 157이 나와요.”
막히면
- 바둑돌 157개를 31개씩 다섯 묶음과 2개로 나누었다고 생각하게 합니다. 묶음 5개(155개)와 남은 2개를 합치면 처음 157개입니다.
주의
- 확인은 두 가지를 모두 해야 합니다. S08에서 확인 식만으로는 부족한 경우를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비교(나머지가 나누는 수보다 큼)]
목적: 확인 식이 맞아도 나머지가 나누는 수보다 크면 틀린 답이라는 것을 찾습니다(M1).
시간: 약 3분
이렇게 말해 보세요
- “토끼와 곰 모두 확인 식은 맞았어. 34 × 5 + 45도, 34 × 6 + 11도 215야.”
- “그런데 토끼의 나머지 45를 봐. 나누는 수 34와 비교하면?”
예상 답
- “곰이요. 토끼는 나머지가 34보다 커요.”
정답
- 곰이 맞습니다. 215 ÷ 34 = 6 … 11입니다.
- 토끼의 나머지 45는 나누는 수 34보다 커서 34를 한 번 더 덜어 낼 수 있습니다(45 − 34 = 11).
막히면
- “사탕 45개가 남았는데 34개씩 한 번 더 줄 수 있을까?”처럼 물건으로 바꾸어 묻습니다.
주의
- 나머지 &lt; 나누는 수, 확인 식 두 가지를 모두 확인하는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몫이 두 자리 수인 나눗셈]
목적: 앞의 두 자리가 나누는 수보다 크거나 같으면 몫이 두 자리 수가 되고, 두 번 나누어 구한다는 것을 압니다.
시간: 약 3분
이렇게 말해 보세요
- “437의 앞 두 자리 43은 18보다 커. 그래서 몫은 십의 자리부터 써.”
- “43 ÷ 18은 2쯤. 18 × 2 = 36, 43 − 36 = 7. 일의 자리 7을 내려 써서 77.”
- “77 ÷ 18은 4쯤. 18 × 4 = 72, 77 − 72 = 5. 그래서 437 ÷ 18 = 24 … 5야.”
예상 답
- “24 … 5예요.”
막히면
- 두 번째 나누기는 S04와 같은 방법이라고 말해 줍니다. 18을 20으로 어림해 20 × 4 = 80처럼 생각하게 합니다.
주의
- 처음 배우는 아이에게는 어려운 내용입니다. S10 ④가 어려우면 기록표에 적고 다음 수업 복습에서 한 번 더 합니다.
- 확인 식: 18 × 24 + 5 = 437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몫을 어림해 나눗셈을 하고, 확인 식으로 확인하는지 봅니다.
시간: 약 5분
이렇게 말해 보세요
- “이번에는 혼자 공책에 풀어 볼래? 풀고 나서 확인 식도 써 줘.”
정답
- ① 6 … 5(32 × 6 + 5 = 197)
- ② 4 … 9(61 × 4 + 9 = 253)
- ③ 6 … 6(28 × 6 + 6 = 174)
- ④ 24 … 5(15 × 24 + 5 = 365)
막히면
- 바로 알려 주지 말고 “나누는 수를 몇십으로 생각하면?”이라고만 묻습니다.
- ③에서 28을 30으로 어림하면 몫이 5로 나와 나머지가 34가 됩니다. “34와 28을 비교해 볼까?”라고 묻습니다.
- 도움을 받아 해결했다면 기록표에 ‘도움’으로 표시합니다.
주의
- ④는 몫이 두 자리 수입니다. ①~③을 맞히고 ④만 틀렸다면 오늘 목표의 핵심은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확인 식으로 같이 확인해 보자.”
정답
- ① 6 … 5 ② 4 … 9 ③ 6 … 6 ④ 24 … 5
막히면
- 나머지가 나누는 수보다 크면 S06·S08로, 몫의 자리를 헷갈리면 S04로 돌아갑니다.
주의
- 오른쪽 작은 식은 확인 식의 계산입니다(예: 32 × 6 = 192, 192 + 5 = 197).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확인(확인 식과 나머지)]
목적: 처음 보는 문제에서 확인 식과 ‘나머지 &lt; 나누는 수’로 바른 계산을 고르고 설명하는지 확인합니다.
시간: 약 2분
이렇게 말해 보세요
- “275 ÷ 34를 세 가지로 계산했어. 확인 식을 써서 바른 것을 찾아볼래?”
정답
- 가(8 … 3). 34 × 8 + 3 = 275이고 나머지 3은 34보다 작습니다.
- 나(7 … 37)는 확인 식은 맞지만(34 × 7 + 37 = 275) 나머지 37이 34보다 큽니다. 다(8 … 5)는 34 × 8 + 5 = 277이라 275가 아닙니다.
막히면
- 세 가지 확인 식을 함께 써 주고 계산은 아이가 하게 합니다.
주의
- 나를 고르지 않은 까닭(나머지가 큼)까지 말하면 목표 B를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“두 자리 수로 나눌 때 몫은 어떻게 찾았어? 계산이 맞는지는 어떻게 확인해?”
예상 답
- “나누는 수를 몇십으로 어림해요.” “나머지가 더 작은지 보고, 확인 식을 써요.”
정답
- ① 4 … 2 ② 5 … 40(52 × 6 = 312는 300보다 커서 5로 줄임) ③ 194(194 ÷ 27 = 7 … 5의 확인 식)
막히면
- S03의 표와 S07의 확인 식을 다시 보여 줍니다.
주의
- 다음 차시는 분모가 같은 분수의 덧셈입니다.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보충(나머지가 있는 나눗셈)]
목적: S02에서 나머지가 있는 나눗셈이 흔들리면, 바둑돌 묶음으로 몫과 나머지, 확인 식의 뜻을 다시 익힙니다.
시간: 약 5분
이렇게 말해 보세요
- “바둑돌 47개를 6개씩 묶었어. 몇 묶음이고 몇 개가 남았어?”
- “남은 5개로 6개씩 한 묶음을 더 만들 수 있을까? 그래서 나머지는 6보다 작아야 해.”
- “6개씩 7묶음과 남은 5개를 합치면 처음 47개가 돼. 이게 확인 식이야.”
정답
- 47 ÷ 6 = 7 … 5, 확인: 6 × 7 + 5 = 47
막히면
- 실제 바둑돌 47개를 6개씩 묶어 봅니다. 29 ÷ 4, 38 ÷ 5도 해 봅니다(7 … 1, 7 … 3).
주의
- 보충으로도 어려우면 초3 자연수계산 8차시 ‘나머지가 있는 나눗셈’(KR22-G03-MAT-DIV2X1-L01)와 초3 자연수계산 9차시 ‘(세 자리 수)÷(한 자리 수)’(KR22-G03-MAT-DIV3X1-L01)를 먼저 합니다. 몫을 어림할 때 쓰는 곱셈이 어려우면 초4 수와연산 3차시 ‘(세 자리 수)×(두 자리 수)’(KR22-G04-MAT-MUL3X2-L01)를 다시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(세 자리 수)÷(두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(세 자리 수)÷(두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(세 자리 수)÷(두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수로 나눠요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31의 몫은 얼마쯤일까?</a:t>
            </a:r>
            <a:endParaRPr lang="ko-KR" sz="30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 = □ … □</a:t>
            </a:r>
            <a:endParaRPr lang="ko-KR" sz="2800" dirty="0"/>
          </a:p>
        </p:txBody>
      </p:sp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몫을 어림해서 나눗셈을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계산이 맞는지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147 ÷ 6 = □ …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5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× 6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어림해요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31: 31은 30에 가까워요.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5 = 150 → 몫은 5쯤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× 5 = 155, 157 − 155 = 2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27711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157과 비교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작아요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가까워요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넘어요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나누어요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 = 5 … 2</a:t>
            </a:r>
            <a:endParaRPr lang="ko-KR" sz="3000" dirty="0"/>
          </a:p>
        </p:txBody>
      </p:sp>
      <p:graphicFrame>
        <p:nvGraphicFramePr>
          <p:cNvPr id="5" name="S04-table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051" y="1845310"/>
          <a:ext cx="438912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877824"/>
                <a:gridCol w="877824"/>
                <a:gridCol w="877824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4-stepno17"/>
          <p:cNvSpPr txBox="1"/>
          <p:nvPr/>
        </p:nvSpPr>
        <p:spPr>
          <a:xfrm>
            <a:off x="548640" y="1709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18"/>
          <p:cNvSpPr txBox="1"/>
          <p:nvPr/>
        </p:nvSpPr>
        <p:spPr>
          <a:xfrm>
            <a:off x="1325880" y="166420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15는 31보다 작아요.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일의 자리에 써요.</a:t>
            </a:r>
            <a:endParaRPr lang="ko-KR" sz="3000" dirty="0"/>
          </a:p>
        </p:txBody>
      </p:sp>
      <p:sp>
        <p:nvSpPr>
          <p:cNvPr id="8" name="S04-stepno19"/>
          <p:cNvSpPr txBox="1"/>
          <p:nvPr/>
        </p:nvSpPr>
        <p:spPr>
          <a:xfrm>
            <a:off x="548640" y="28041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20"/>
          <p:cNvSpPr txBox="1"/>
          <p:nvPr/>
        </p:nvSpPr>
        <p:spPr>
          <a:xfrm>
            <a:off x="1325880" y="2758440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× 5 = 155를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아래에 써요.</a:t>
            </a:r>
            <a:endParaRPr lang="ko-KR" sz="3000" dirty="0"/>
          </a:p>
        </p:txBody>
      </p:sp>
      <p:sp>
        <p:nvSpPr>
          <p:cNvPr id="10" name="S04-stepno21"/>
          <p:cNvSpPr txBox="1"/>
          <p:nvPr/>
        </p:nvSpPr>
        <p:spPr>
          <a:xfrm>
            <a:off x="548640" y="38983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22"/>
          <p:cNvSpPr txBox="1"/>
          <p:nvPr/>
        </p:nvSpPr>
        <p:spPr>
          <a:xfrm>
            <a:off x="1325880" y="3852672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157 − 155 = 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2예요.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어림해 봐요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나머지를 구해요.</a:t>
            </a:r>
            <a:endParaRPr lang="ko-KR" sz="30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42는 40, 61은 60, 52는 50쯤으로 생각해요.</a:t>
            </a:r>
            <a:endParaRPr lang="ko-KR" sz="30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2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÷ 42 = □ … □</a:t>
            </a:r>
            <a:endParaRPr lang="ko-KR" sz="3400" dirty="0"/>
          </a:p>
        </p:txBody>
      </p:sp>
      <p:sp>
        <p:nvSpPr>
          <p:cNvPr id="8" name="S05-chip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2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 ÷ 61 = □ … □</a:t>
            </a:r>
            <a:endParaRPr lang="ko-KR" sz="34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3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159 ÷ 52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어림한 몫 고치기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어림한 몫이 맞지 않을 때가 있어요.</a:t>
            </a:r>
            <a:endParaRPr lang="ko-KR" sz="3000" dirty="0"/>
          </a:p>
        </p:txBody>
      </p:sp>
      <p:sp>
        <p:nvSpPr>
          <p:cNvPr id="5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몫으로 나머지를 구해 봐요.</a:t>
            </a:r>
            <a:endParaRPr lang="ko-KR" sz="3000" dirty="0"/>
          </a:p>
        </p:txBody>
      </p:sp>
      <p:sp>
        <p:nvSpPr>
          <p:cNvPr id="7" name="S06-chip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 ÷ 23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9 = 180 → 9?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9 = 207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207은 186보다 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몫을 1 줄여 8로!</a:t>
            </a:r>
            <a:endParaRPr lang="ko-KR" sz="3000" dirty="0"/>
          </a:p>
        </p:txBody>
      </p:sp>
      <p:sp>
        <p:nvSpPr>
          <p:cNvPr id="9" name="S06-chip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236 ÷ 39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5 = 200 → 5?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 × 5 = 195, 나머지 41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41은 39보다 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몫을 1 늘려 6으로!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 했는지 확인해요</a:t>
            </a:r>
            <a:endParaRPr lang="ko-KR" sz="40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 = 5 … 2를 확인해요.</a:t>
            </a:r>
            <a:endParaRPr lang="ko-KR" sz="3000" dirty="0"/>
          </a:p>
        </p:txBody>
      </p:sp>
      <p:sp>
        <p:nvSpPr>
          <p:cNvPr id="4" name="S07-card41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나머지 &lt; 나누는 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2는 31보다 작아요.</a:t>
            </a:r>
            <a:endParaRPr lang="ko-KR" sz="3000" dirty="0"/>
          </a:p>
        </p:txBody>
      </p:sp>
      <p:sp>
        <p:nvSpPr>
          <p:cNvPr id="6" name="S07-card43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4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확인 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 × 몫 + 나머지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나누어지는 수</a:t>
            </a:r>
            <a:endParaRPr lang="ko-KR" sz="3000" dirty="0"/>
          </a:p>
        </p:txBody>
      </p:sp>
      <p:sp>
        <p:nvSpPr>
          <p:cNvPr id="8" name="S07-eqtext45"/>
          <p:cNvSpPr txBox="1"/>
          <p:nvPr/>
        </p:nvSpPr>
        <p:spPr>
          <a:xfrm>
            <a:off x="548640" y="2011680"/>
            <a:ext cx="11091672" cy="2363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× 5 + 2 = 157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215 ÷ 34를 계산하고 확인했어요.</a:t>
            </a:r>
            <a:endParaRPr lang="ko-KR" sz="3000" dirty="0"/>
          </a:p>
        </p:txBody>
      </p:sp>
      <p:sp>
        <p:nvSpPr>
          <p:cNvPr id="5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확인 식은 맞아요. 누가 맞았을까요?</a:t>
            </a:r>
            <a:endParaRPr lang="ko-KR" sz="3000" dirty="0"/>
          </a:p>
        </p:txBody>
      </p:sp>
      <p:sp>
        <p:nvSpPr>
          <p:cNvPr id="7" name="S08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 … 45</a:t>
            </a:r>
            <a:endParaRPr lang="ko-KR" sz="2400" dirty="0"/>
          </a:p>
        </p:txBody>
      </p:sp>
      <p:sp>
        <p:nvSpPr>
          <p:cNvPr id="8" name="S08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5 + 45 = 215</a:t>
            </a:r>
            <a:endParaRPr lang="ko-KR" sz="3000" dirty="0"/>
          </a:p>
        </p:txBody>
      </p:sp>
      <p:sp>
        <p:nvSpPr>
          <p:cNvPr id="9" name="S08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 … 11</a:t>
            </a:r>
            <a:endParaRPr lang="ko-KR" sz="2400" dirty="0"/>
          </a:p>
        </p:txBody>
      </p:sp>
      <p:sp>
        <p:nvSpPr>
          <p:cNvPr id="10" name="S08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6 + 11 = 215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두 자리 수일 때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437 ÷ 18 = 24 … 5</a:t>
            </a:r>
            <a:endParaRPr lang="ko-KR" sz="3000" dirty="0"/>
          </a:p>
        </p:txBody>
      </p:sp>
      <p:graphicFrame>
        <p:nvGraphicFramePr>
          <p:cNvPr id="10" name="S09-table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051" y="1431925"/>
          <a:ext cx="438912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877824"/>
                <a:gridCol w="877824"/>
                <a:gridCol w="87782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9-stepno57"/>
          <p:cNvSpPr txBox="1"/>
          <p:nvPr/>
        </p:nvSpPr>
        <p:spPr>
          <a:xfrm>
            <a:off x="548640" y="1435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58"/>
          <p:cNvSpPr txBox="1"/>
          <p:nvPr/>
        </p:nvSpPr>
        <p:spPr>
          <a:xfrm>
            <a:off x="1325880" y="1389888"/>
            <a:ext cx="5229271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÷ 18: 몫 2를 십의 자리에,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43 − 36 = 7</a:t>
            </a:r>
            <a:endParaRPr lang="ko-KR" sz="3000" dirty="0"/>
          </a:p>
        </p:txBody>
      </p:sp>
      <p:sp>
        <p:nvSpPr>
          <p:cNvPr id="8" name="S09-stepno59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0"/>
          <p:cNvSpPr txBox="1"/>
          <p:nvPr/>
        </p:nvSpPr>
        <p:spPr>
          <a:xfrm>
            <a:off x="1325880" y="2948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7을 내려 77</a:t>
            </a:r>
            <a:endParaRPr lang="ko-KR" sz="3000" dirty="0"/>
          </a:p>
        </p:txBody>
      </p:sp>
      <p:sp>
        <p:nvSpPr>
          <p:cNvPr id="10" name="S09-stepno61"/>
          <p:cNvSpPr txBox="1"/>
          <p:nvPr/>
        </p:nvSpPr>
        <p:spPr>
          <a:xfrm>
            <a:off x="548640" y="3707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2"/>
          <p:cNvSpPr txBox="1"/>
          <p:nvPr/>
        </p:nvSpPr>
        <p:spPr>
          <a:xfrm>
            <a:off x="1325880" y="3662172"/>
            <a:ext cx="5229271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 ÷ 18: 몫 4를 일의 자리에,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77 − 72 = 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나머지를 구하고, 확인 식을 써요.</a:t>
            </a:r>
            <a:endParaRPr lang="ko-KR" sz="3000" dirty="0"/>
          </a:p>
        </p:txBody>
      </p:sp>
      <p:sp>
        <p:nvSpPr>
          <p:cNvPr id="4" name="S10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 ÷ 32 = □ … □</a:t>
            </a:r>
            <a:endParaRPr lang="ko-KR" sz="3400" dirty="0"/>
          </a:p>
        </p:txBody>
      </p:sp>
      <p:sp>
        <p:nvSpPr>
          <p:cNvPr id="6" name="S10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253 ÷ 61 = □ … □</a:t>
            </a:r>
            <a:endParaRPr lang="ko-KR" sz="3400" dirty="0"/>
          </a:p>
        </p:txBody>
      </p:sp>
      <p:sp>
        <p:nvSpPr>
          <p:cNvPr id="8" name="S10-chip6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6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174 ÷ 28 = □ … □</a:t>
            </a:r>
            <a:endParaRPr lang="ko-KR" sz="3400" dirty="0"/>
          </a:p>
        </p:txBody>
      </p:sp>
      <p:sp>
        <p:nvSpPr>
          <p:cNvPr id="10" name="S10-chip7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7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365 ÷ 15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확인 식을 써서 스스로 찾게 하세요.</a:t>
            </a:r>
            <a:endParaRPr lang="ko-KR" sz="3000" dirty="0"/>
          </a:p>
        </p:txBody>
      </p:sp>
      <p:sp>
        <p:nvSpPr>
          <p:cNvPr id="5" name="S11-chip7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75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 … 5</a:t>
            </a:r>
            <a:endParaRPr lang="ko-KR" sz="3000" dirty="0"/>
          </a:p>
        </p:txBody>
      </p:sp>
      <p:sp>
        <p:nvSpPr>
          <p:cNvPr id="7" name="S11-text76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 + 5 = 197</a:t>
            </a:r>
            <a:endParaRPr lang="ko-KR" sz="2400" dirty="0"/>
          </a:p>
        </p:txBody>
      </p:sp>
      <p:sp>
        <p:nvSpPr>
          <p:cNvPr id="8" name="S11-text77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 … 9</a:t>
            </a:r>
            <a:endParaRPr lang="ko-KR" sz="3000" dirty="0"/>
          </a:p>
        </p:txBody>
      </p:sp>
      <p:sp>
        <p:nvSpPr>
          <p:cNvPr id="9" name="S11-text78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244 + 9 = 253</a:t>
            </a:r>
            <a:endParaRPr lang="ko-KR" sz="2400" dirty="0"/>
          </a:p>
        </p:txBody>
      </p:sp>
      <p:sp>
        <p:nvSpPr>
          <p:cNvPr id="10" name="S11-text79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 … 6</a:t>
            </a:r>
            <a:endParaRPr lang="ko-KR" sz="3000" dirty="0"/>
          </a:p>
        </p:txBody>
      </p:sp>
      <p:sp>
        <p:nvSpPr>
          <p:cNvPr id="11" name="S11-text80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168 + 6 = 174</a:t>
            </a:r>
            <a:endParaRPr lang="ko-KR" sz="2400" dirty="0"/>
          </a:p>
        </p:txBody>
      </p:sp>
      <p:sp>
        <p:nvSpPr>
          <p:cNvPr id="12" name="S11-text81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24 … 5</a:t>
            </a:r>
            <a:endParaRPr lang="ko-KR" sz="3000" dirty="0"/>
          </a:p>
        </p:txBody>
      </p:sp>
      <p:sp>
        <p:nvSpPr>
          <p:cNvPr id="13" name="S11-text82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360 + 5 = 365</a:t>
            </a:r>
            <a:endParaRPr lang="ko-KR" sz="2400" dirty="0"/>
          </a:p>
        </p:txBody>
      </p:sp>
      <p:sp>
        <p:nvSpPr>
          <p:cNvPr id="14" name="S11-chip8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8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… 34</a:t>
            </a:r>
            <a:endParaRPr lang="ko-KR" sz="3000" dirty="0"/>
          </a:p>
        </p:txBody>
      </p:sp>
      <p:sp>
        <p:nvSpPr>
          <p:cNvPr id="16" name="S11-text8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&gt; 28</a:t>
            </a:r>
            <a:endParaRPr lang="ko-KR" sz="2400" dirty="0"/>
          </a:p>
        </p:txBody>
      </p:sp>
      <p:sp>
        <p:nvSpPr>
          <p:cNvPr id="17" name="S11-text8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24</a:t>
            </a:r>
            <a:endParaRPr lang="ko-KR" sz="3000" dirty="0"/>
          </a:p>
        </p:txBody>
      </p:sp>
      <p:sp>
        <p:nvSpPr>
          <p:cNvPr id="18" name="S11-text8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5를 빠뜨림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계산한 것은?</a:t>
            </a:r>
            <a:endParaRPr lang="ko-KR" sz="4000" dirty="0"/>
          </a:p>
        </p:txBody>
      </p:sp>
      <p:sp>
        <p:nvSpPr>
          <p:cNvPr id="3" name="S12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 ÷ 34를 세 가지로 계산했어요.</a:t>
            </a:r>
            <a:endParaRPr lang="ko-KR" sz="3000" dirty="0"/>
          </a:p>
        </p:txBody>
      </p:sp>
      <p:sp>
        <p:nvSpPr>
          <p:cNvPr id="4" name="S12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것을 고르고, 확인 식으로 까닭을 말해요.</a:t>
            </a:r>
            <a:endParaRPr lang="ko-KR" sz="3000" dirty="0"/>
          </a:p>
        </p:txBody>
      </p:sp>
      <p:sp>
        <p:nvSpPr>
          <p:cNvPr id="6" name="S12-chip9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9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… 3</a:t>
            </a:r>
            <a:endParaRPr lang="ko-KR" sz="3000" dirty="0"/>
          </a:p>
        </p:txBody>
      </p:sp>
      <p:sp>
        <p:nvSpPr>
          <p:cNvPr id="9" name="S12-chip9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9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… 37</a:t>
            </a:r>
            <a:endParaRPr lang="ko-KR" sz="3000" dirty="0"/>
          </a:p>
        </p:txBody>
      </p:sp>
      <p:sp>
        <p:nvSpPr>
          <p:cNvPr id="12" name="S12-chip9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9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… 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어림하고, 나머지와 확인 식으로 확인해요.</a:t>
            </a:r>
            <a:endParaRPr lang="ko-KR" sz="3000" dirty="0"/>
          </a:p>
        </p:txBody>
      </p:sp>
      <p:sp>
        <p:nvSpPr>
          <p:cNvPr id="5" name="S13-chip10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나머지 &lt; 나누는 수</a:t>
            </a:r>
            <a:endParaRPr lang="ko-KR" sz="2400" dirty="0"/>
          </a:p>
        </p:txBody>
      </p:sp>
      <p:sp>
        <p:nvSpPr>
          <p:cNvPr id="6" name="S13-chip10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큰 나머지를 그대로 두기</a:t>
            </a:r>
            <a:endParaRPr lang="ko-KR" sz="2400" dirty="0"/>
          </a:p>
        </p:txBody>
      </p:sp>
      <p:sp>
        <p:nvSpPr>
          <p:cNvPr id="7" name="S13-text10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0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166 ÷ 41</a:t>
            </a:r>
            <a:endParaRPr lang="ko-KR" sz="2400" dirty="0"/>
          </a:p>
        </p:txBody>
      </p:sp>
      <p:sp>
        <p:nvSpPr>
          <p:cNvPr id="9" name="S13-text10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300 ÷ 52</a:t>
            </a:r>
            <a:endParaRPr lang="ko-KR" sz="2400" dirty="0"/>
          </a:p>
        </p:txBody>
      </p:sp>
      <p:sp>
        <p:nvSpPr>
          <p:cNvPr id="10" name="S13-text10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27 × 7 + 5 = □</a:t>
            </a:r>
            <a:endParaRPr lang="ko-KR" sz="2400" dirty="0"/>
          </a:p>
        </p:txBody>
      </p:sp>
      <p:sp>
        <p:nvSpPr>
          <p:cNvPr id="11" name="S13-text10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분모가 같은 분수의 덧셈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나머지가 있는 나눗셈</a:t>
            </a:r>
            <a:endParaRPr lang="ko-KR" sz="4000" dirty="0"/>
          </a:p>
        </p:txBody>
      </p:sp>
      <p:sp>
        <p:nvSpPr>
          <p:cNvPr id="3" name="S14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47개를 6개씩 묶어요.</a:t>
            </a:r>
            <a:endParaRPr lang="ko-KR" sz="3000" dirty="0"/>
          </a:p>
        </p:txBody>
      </p:sp>
      <p:sp>
        <p:nvSpPr>
          <p:cNvPr id="4" name="S14-dot110"/>
          <p:cNvSpPr/>
          <p:nvPr/>
        </p:nvSpPr>
        <p:spPr>
          <a:xfrm>
            <a:off x="175267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4-dot111"/>
          <p:cNvSpPr/>
          <p:nvPr/>
        </p:nvSpPr>
        <p:spPr>
          <a:xfrm>
            <a:off x="227845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4-dot112"/>
          <p:cNvSpPr/>
          <p:nvPr/>
        </p:nvSpPr>
        <p:spPr>
          <a:xfrm>
            <a:off x="280423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113"/>
          <p:cNvSpPr/>
          <p:nvPr/>
        </p:nvSpPr>
        <p:spPr>
          <a:xfrm>
            <a:off x="333001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dot114"/>
          <p:cNvSpPr/>
          <p:nvPr/>
        </p:nvSpPr>
        <p:spPr>
          <a:xfrm>
            <a:off x="385579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dot115"/>
          <p:cNvSpPr/>
          <p:nvPr/>
        </p:nvSpPr>
        <p:spPr>
          <a:xfrm>
            <a:off x="438157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dot116"/>
          <p:cNvSpPr/>
          <p:nvPr/>
        </p:nvSpPr>
        <p:spPr>
          <a:xfrm>
            <a:off x="175267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4-dot117"/>
          <p:cNvSpPr/>
          <p:nvPr/>
        </p:nvSpPr>
        <p:spPr>
          <a:xfrm>
            <a:off x="227845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dot118"/>
          <p:cNvSpPr/>
          <p:nvPr/>
        </p:nvSpPr>
        <p:spPr>
          <a:xfrm>
            <a:off x="280423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119"/>
          <p:cNvSpPr/>
          <p:nvPr/>
        </p:nvSpPr>
        <p:spPr>
          <a:xfrm>
            <a:off x="333001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dot120"/>
          <p:cNvSpPr/>
          <p:nvPr/>
        </p:nvSpPr>
        <p:spPr>
          <a:xfrm>
            <a:off x="385579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dot121"/>
          <p:cNvSpPr/>
          <p:nvPr/>
        </p:nvSpPr>
        <p:spPr>
          <a:xfrm>
            <a:off x="438157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4-dot122"/>
          <p:cNvSpPr/>
          <p:nvPr/>
        </p:nvSpPr>
        <p:spPr>
          <a:xfrm>
            <a:off x="175267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4-dot123"/>
          <p:cNvSpPr/>
          <p:nvPr/>
        </p:nvSpPr>
        <p:spPr>
          <a:xfrm>
            <a:off x="227845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dot124"/>
          <p:cNvSpPr/>
          <p:nvPr/>
        </p:nvSpPr>
        <p:spPr>
          <a:xfrm>
            <a:off x="280423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4-dot125"/>
          <p:cNvSpPr/>
          <p:nvPr/>
        </p:nvSpPr>
        <p:spPr>
          <a:xfrm>
            <a:off x="333001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dot126"/>
          <p:cNvSpPr/>
          <p:nvPr/>
        </p:nvSpPr>
        <p:spPr>
          <a:xfrm>
            <a:off x="385579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4-dot127"/>
          <p:cNvSpPr/>
          <p:nvPr/>
        </p:nvSpPr>
        <p:spPr>
          <a:xfrm>
            <a:off x="438157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dot128"/>
          <p:cNvSpPr/>
          <p:nvPr/>
        </p:nvSpPr>
        <p:spPr>
          <a:xfrm>
            <a:off x="175267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4-dot129"/>
          <p:cNvSpPr/>
          <p:nvPr/>
        </p:nvSpPr>
        <p:spPr>
          <a:xfrm>
            <a:off x="227845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4-dot130"/>
          <p:cNvSpPr/>
          <p:nvPr/>
        </p:nvSpPr>
        <p:spPr>
          <a:xfrm>
            <a:off x="280423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4-dot131"/>
          <p:cNvSpPr/>
          <p:nvPr/>
        </p:nvSpPr>
        <p:spPr>
          <a:xfrm>
            <a:off x="333001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4-dot132"/>
          <p:cNvSpPr/>
          <p:nvPr/>
        </p:nvSpPr>
        <p:spPr>
          <a:xfrm>
            <a:off x="385579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4-dot133"/>
          <p:cNvSpPr/>
          <p:nvPr/>
        </p:nvSpPr>
        <p:spPr>
          <a:xfrm>
            <a:off x="438157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4-dot134"/>
          <p:cNvSpPr/>
          <p:nvPr/>
        </p:nvSpPr>
        <p:spPr>
          <a:xfrm>
            <a:off x="175267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4-dot135"/>
          <p:cNvSpPr/>
          <p:nvPr/>
        </p:nvSpPr>
        <p:spPr>
          <a:xfrm>
            <a:off x="227845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4-dot136"/>
          <p:cNvSpPr/>
          <p:nvPr/>
        </p:nvSpPr>
        <p:spPr>
          <a:xfrm>
            <a:off x="280423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4-dot137"/>
          <p:cNvSpPr/>
          <p:nvPr/>
        </p:nvSpPr>
        <p:spPr>
          <a:xfrm>
            <a:off x="333001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4-dot138"/>
          <p:cNvSpPr/>
          <p:nvPr/>
        </p:nvSpPr>
        <p:spPr>
          <a:xfrm>
            <a:off x="385579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4-dot139"/>
          <p:cNvSpPr/>
          <p:nvPr/>
        </p:nvSpPr>
        <p:spPr>
          <a:xfrm>
            <a:off x="438157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4-dot140"/>
          <p:cNvSpPr/>
          <p:nvPr/>
        </p:nvSpPr>
        <p:spPr>
          <a:xfrm>
            <a:off x="175267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4-dot141"/>
          <p:cNvSpPr/>
          <p:nvPr/>
        </p:nvSpPr>
        <p:spPr>
          <a:xfrm>
            <a:off x="227845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4-dot142"/>
          <p:cNvSpPr/>
          <p:nvPr/>
        </p:nvSpPr>
        <p:spPr>
          <a:xfrm>
            <a:off x="280423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4-dot143"/>
          <p:cNvSpPr/>
          <p:nvPr/>
        </p:nvSpPr>
        <p:spPr>
          <a:xfrm>
            <a:off x="333001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4-dot144"/>
          <p:cNvSpPr/>
          <p:nvPr/>
        </p:nvSpPr>
        <p:spPr>
          <a:xfrm>
            <a:off x="385579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4-dot145"/>
          <p:cNvSpPr/>
          <p:nvPr/>
        </p:nvSpPr>
        <p:spPr>
          <a:xfrm>
            <a:off x="438157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4-dot146"/>
          <p:cNvSpPr/>
          <p:nvPr/>
        </p:nvSpPr>
        <p:spPr>
          <a:xfrm>
            <a:off x="175267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4-dot147"/>
          <p:cNvSpPr/>
          <p:nvPr/>
        </p:nvSpPr>
        <p:spPr>
          <a:xfrm>
            <a:off x="227845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14-dot148"/>
          <p:cNvSpPr/>
          <p:nvPr/>
        </p:nvSpPr>
        <p:spPr>
          <a:xfrm>
            <a:off x="280423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14-dot149"/>
          <p:cNvSpPr/>
          <p:nvPr/>
        </p:nvSpPr>
        <p:spPr>
          <a:xfrm>
            <a:off x="333001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14-dot150"/>
          <p:cNvSpPr/>
          <p:nvPr/>
        </p:nvSpPr>
        <p:spPr>
          <a:xfrm>
            <a:off x="385579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14-dot151"/>
          <p:cNvSpPr/>
          <p:nvPr/>
        </p:nvSpPr>
        <p:spPr>
          <a:xfrm>
            <a:off x="438157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14-dot152"/>
          <p:cNvSpPr/>
          <p:nvPr/>
        </p:nvSpPr>
        <p:spPr>
          <a:xfrm>
            <a:off x="175267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14-dot153"/>
          <p:cNvSpPr/>
          <p:nvPr/>
        </p:nvSpPr>
        <p:spPr>
          <a:xfrm>
            <a:off x="227845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14-dot154"/>
          <p:cNvSpPr/>
          <p:nvPr/>
        </p:nvSpPr>
        <p:spPr>
          <a:xfrm>
            <a:off x="280423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4-dot155"/>
          <p:cNvSpPr/>
          <p:nvPr/>
        </p:nvSpPr>
        <p:spPr>
          <a:xfrm>
            <a:off x="333001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4-dot156"/>
          <p:cNvSpPr/>
          <p:nvPr/>
        </p:nvSpPr>
        <p:spPr>
          <a:xfrm>
            <a:off x="385579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4-figure157" descr="바둑돌 47개를 한 줄에 6개씩 놓은 배열: 6개씩 7줄과 5개"/>
          <p:cNvSpPr/>
          <p:nvPr/>
        </p:nvSpPr>
        <p:spPr>
          <a:xfrm>
            <a:off x="1652778" y="2011680"/>
            <a:ext cx="315468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14-card158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3" name="S14-cardtext159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6개씩 7묶음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것은 5개</a:t>
            </a:r>
            <a:endParaRPr lang="ko-KR" sz="3000" dirty="0"/>
          </a:p>
        </p:txBody>
      </p:sp>
      <p:sp>
        <p:nvSpPr>
          <p:cNvPr id="54" name="S14-card160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5" name="S14-cardtext161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÷ 6 = 7 … 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6 × 7 + 5 = 47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(세 자리 수)÷(두 자리 수)</dc:title>
  <dc:subject>KR22-G04-MAT-DIV3X2-L01</dc:subject>
  <dc:creator>education-ppt</dc:creator>
  <cp:lastModifiedBy>education-ppt</cp:lastModifiedBy>
  <cp:revision>1</cp:revision>
  <dcterms:created xsi:type="dcterms:W3CDTF">2026-10-26T07:51:21Z</dcterms:created>
  <dcterms:modified xsi:type="dcterms:W3CDTF">2026-10-26T07:51:21Z</dcterms:modified>
</cp:coreProperties>
</file>