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16281729-26a1-bdae-7b20-1c7dad0374ce}">
          <p14:sldIdLst>
            <p14:sldId id="256"/>
            <p14:sldId id="257"/>
          </p14:sldIdLst>
        </p14:section>
        <p14:section name="개념" id="{74678e34-2099-a28c-0ba2-eebdee1a2845}">
          <p14:sldIdLst>
            <p14:sldId id="258"/>
            <p14:sldId id="259"/>
            <p14:sldId id="260"/>
            <p14:sldId id="262"/>
            <p14:sldId id="263"/>
          </p14:sldIdLst>
        </p14:section>
        <p14:section name="연습" id="{cd936177-d52e-8fe2-ca98-c57af690cf6d}">
          <p14:sldIdLst>
            <p14:sldId id="261"/>
            <p14:sldId id="264"/>
          </p14:sldIdLst>
        </p14:section>
        <p14:section name="개념" id="{3595b80b-60aa-8be2-aa14-e547fc7ec082}">
          <p14:sldIdLst/>
        </p14:section>
        <p14:section name="연습" id="{8e437727-becc-2b53-59f9-95fd2bc00747}">
          <p14:sldIdLst/>
        </p14:section>
        <p14:section name="확인" id="{afb2d084-9ce8-fea7-e6f3-d54f4dfbd2f6}">
          <p14:sldIdLst>
            <p14:sldId id="265"/>
            <p14:sldId id="266"/>
            <p14:sldId id="267"/>
          </p14:sldIdLst>
        </p14:section>
        <p14:section name="정리" id="{48ab122a-45f1-fb8c-2997-ee127c428284}">
          <p14:sldIdLst>
            <p14:sldId id="268"/>
          </p14:sldIdLst>
        </p14:section>
        <p14:section name="보충" id="{fac57785-e9ec-055e-1375-150bae5894e0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[S01 · 오늘의 질문과 목표]
목적: 오늘 할 일을 알려 주고, 3학년에 배운 0.1보다 더 작은 양을 나타내는 방법이 궁금하게 합니다.
시간: 약 2분
이렇게 말해 보세요
- “3학년 때 0.1, 0.2 같은 소수를 배웠지? 오늘은 0.1보다 더 작은 수를 나타내 볼 거야.”
- “오른쪽 모눈 전체가 1이라면, 색칠한 부분은 얼마쯤일까?”
예상 답
- “0.3이요.” “0.4쯤이요.” “잘 모르겠어요.”
막히면
- 답을 확인하지 않고 넘어갑니다. S03에서 같은 그림을 함께 읽습니다.
주의
- 오늘은 모눈과 색연필을 씁니다. 10×10칸 모눈을 미리 2~3개 그려 두면 좋습니다.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[S02 · 선수 학습 확인(0.1, 소수 한 자리 수)]
목적: 0.1의 뜻, 소수 한 자리 수의 크기 비교, 1보다 큰 소수 한 자리 수를 0.1의 개수로 보는지 확인합니다.
시간: 약 3분
이렇게 말해 보세요
- “①은 0.1이 7개야. 소수로 쓰면?”
- “②는 0.6과 0.8 중 어느 쪽이 커? ③은 1.3 안에 0.1이 몇 개 들어 있을까?”
정답
- ① 0.7
- ② 0.6 &lt; 0.8
- ③ 13개 (1은 0.1이 10개, 0.3은 0.1이 3개)
막히면
- ③이 어려우면 “1은 0.1이 몇 개였지?”라고 먼저 묻습니다.
- 두 문제 이상 틀리면 S14(보충)를 먼저 합니다. 보충으로도 어려우면 3학년 ‘소수의 뜻’ 차시를 먼저 합니다.
주의
- ③을 3개라고 하면 1 안의 0.1 10개를 빠뜨린 것입니다. 오늘 0.01을 셀 때도 같은 생각을 쓰니 짚어 둡니다.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[S03 · 0.01의 뜻과 소수 두 자리 수 읽고 쓰기]
목적: 1을 100으로 똑같이 나눈 하나가 0.01이고, 0.01이 37개이면 0.37이라는 것을 모눈으로 압니다.
시간: 약 4분
이렇게 말해 보세요
- “모눈 전체가 1이야. 100칸으로 똑같이 나눴지? 1칸은 100분의 1이고, 소수로 0.01이라고 써. ‘영 점 영일’이라고 읽어.”
- “한 줄(10칸)은 얼마일까? 0.01이 10개면 0.1이야. 그럼 오른쪽처럼 37칸을 칠하면?”
예상 답
- “한 줄은 0.1이에요.” “37칸은 0.37, 영 점 삼칠이요.”
막히면
- 준비한 모눈에 직접 한 줄을 칠하고 “이 줄은 1을 10으로 나눈 것 중 하나, 0.1이지?”라고 3학년 내용과 연결합니다.
- 37칸은 ‘3줄과 7칸’으로 셉니다. 3줄은 0.3, 7칸은 0.07입니다.
주의
- ‘영 점 삼십칠’이라고 읽으면 바로잡습니다. 소수점 아래는 숫자를 하나씩 읽습니다(M1).
- 생활 예: 1 m = 100 cm이므로 1 cm = 0.01 m, 37 cm = 0.37 m입니다.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[S04 · 0.001의 뜻과 소수 세 자리 수]
목적: 0.01을 다시 10으로 똑같이 나눈 하나가 0.001이고, 1을 1000으로 똑같이 나눈 하나와 같다는 것을 압니다.
시간: 약 3분
이렇게 말해 보세요
- “1을 10으로 똑같이 나누면 0.1, 0.1을 다시 10으로 나누면 0.01이었지? 0.01을 또 10으로 나누면 0.001이야. ‘영 점 영영일’이라고 읽어.”
- “우유 1 L는 1000 mL야. 1 mL는 1 L의 얼마일까?”
예상 답
- “1000개 중 하나니까 0.001 L요.”
막히면
- 모눈 1칸(0.01)을 다시 10조각으로 나눈다고 상상하게 합니다. 너무 작아서 그리기 어렵다는 것을 함께 이야기합니다.
- 우유갑이나 물병을 들고 “이 안에 1 mL가 1000번 들어 있어.”라고 말해 줍니다.
주의
- 1.234는 ‘일 점 이삼사’로 읽고, 1과 0.234를 합한 수입니다. 소수 세 자리 수도 소수점 아래를 하나씩 읽습니다.
- 0.001이 10개면 0.01, 0.01이 10개면 0.1, 0.1이 10개면 1입니다. 거꾸로도 말해 보게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[S05 · 소수의 자릿값 표]
목적: 소수점 아래 자리의 이름(소수 첫째·둘째·셋째 자리)을 알고, 각 숫자가 나타내는 값을 말합니다.
시간: 약 3분
이렇게 말해 보세요
- “2.375에서 2는 일의 자리 숫자야. 3은 소수 첫째 자리 숫자라서 0.3을 나타내. 7은 어느 자리 숫자이고 얼마를 나타낼까?”
- “5는? 그럼 2.375는 무엇과 무엇을 모두 더한 수일까?”
예상 답
- “7은 소수 둘째 자리, 0.07이요.” “5는 소수 셋째 자리, 0.005요.”
막히면
- S04의 1 → 0.1 → 0.01 → 0.001 그림을 다시 보며, 자리가 하나 오른쪽으로 갈수록 10으로 나눈 값이 된다고 짚어 줍니다.
주의
- 소수점은 일의 자리와 소수 첫째 자리 사이에 찍습니다. 소수점 바로 오른쪽이 소수 첫째 자리입니다.
- 0.07처럼 앞 자리가 비면 0을 써서 자리를 지킵니다(M3).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[S06 · 안내받는 연습(읽고 쓰기, 자릿값)]
목적: 도움을 받으며 소수 두 자리 수·세 자리 수를 쓰고 읽고, 숫자가 나타내는 값을 말합니다.
시간: 약 4분
이렇게 말해 보세요
- “①은 모눈 58칸이야. 몇 줄과 몇 칸이지? 소수로 쓰면?”
- “②는 0.001이 9개야. 9는 어느 자리에 들어가야 할까? 빈 자리에는 무엇을 쓸까?”
정답
- ① 0.58
- ② 0.009
- ③ 사 점 칠이오
- ④ 0.02 (소수 둘째 자리 숫자)
막히면
- ②를 0.9나 0.09로 쓰면 자릿값 표를 그려 소수 셋째 자리에 9를 쓰고, 빈 자리에 0을 채우게 합니다(M3).
- ④를 2라고 하면 “2는 어느 자리에 있어? 그 자리는 얼마짜리야?”라고 묻습니다.
주의
- ③을 ‘사 점 칠백이십오’로 읽으면 S03의 읽는 법으로 돌아갑니다(M1). 지치면 여기서 쉬고, 다음에 S07부터 이어도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[S07 · 소수 끝자리의 0]
목적: 소수 끝자리에 0을 붙이거나 생략해도 크기가 같다는 것을 모눈으로 확인합니다(M4).
시간: 약 3분
이렇게 말해 보세요
- “왼쪽은 0.1이 4개라서 0.4, 오른쪽은 0.01이 40개라서 0.40이야. 색칠한 양을 비교해 볼까?”
- “그럼 0.40과 0.4는 크기가 같을까, 다를까?”
예상 답
- “똑같이 4줄이에요. 크기가 같아요.”
막히면
- 준비한 모눈 두 장에 아이가 직접 0.4와 0.40을 칠하고 포개어 봅니다.
주의
- 소수 끝자리의 0은 보통 생략해서 0.4로 씁니다. 크기를 비교하거나 계산할 때는 0을 붙여 자리 수를 맞추면 편합니다.
- 0.04와 0.4는 다릅니다. 생략할 수 있는 것은 ‘끝자리’의 0뿐입니다.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[S08 · 소수의 크기 비교 방법]
목적: 두 소수를 일의 자리 → 소수 첫째 자리 → 소수 둘째 자리 → 소수 셋째 자리 순서로 비교하는 방법을 압니다.
시간: 약 3분
이렇게 말해 보세요
- “자릿값 표에 위아래로 쓰고, 왼쪽(높은 자리)부터 비교해. 일의 자리는 둘 다 0이야. 다음 소수 첫째 자리는?”
- “3과 4 중 4가 크니까 0.4가 더 커. 둘째 자리는 볼 필요가 없어.”
예상 답
- “0.4가 커요. 첫째 자리 4가 3보다 커요.”
막히면
- 0.4를 0.40으로 써서 ‘35칸과 40칸’으로 비교하게 합니다. 모눈에 35칸과 40칸을 칠해 봐도 좋습니다.
주의
- 표의 (0)은 생략된 끝자리 0을 보이게 쓴 것입니다(S07).
- 다른 예: 1.52와 1.48은 일의 자리가 같고, 소수 첫째 자리 5 &gt; 4이므로 1.52 &gt; 1.48입니다.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[S09 · 오개념 비교(자리 수가 많으면 크다)]
목적: 소수점 아래 숫자가 많으면 크다는 오개념을 찾고, 끝자리 0이나 자리별 비교로 바로잡습니다(M2).
시간: 약 3분
이렇게 말해 보세요
- “토끼와 곰의 생각이 달라. 누가 맞았을까?”
- “2.6을 2.60으로 쓰면 2.58과 무엇을 비교하면 될까?”
예상 답
- “곰이요. 2.60이 2.58보다 커요.”
정답
- 곰이 맞습니다. 2.6 &gt; 2.58입니다.
- 일의 자리는 둘 다 2이고, 소수 첫째 자리 6 &gt; 5입니다. 2.60과 2.58로 쓰면 0.01이 260개와 258개라서 2.6이 큽니다.
막히면
- 자릿값 표에 2.6과 2.58을 위아래로 쓰고 S08처럼 왼쪽부터 비교합니다.
주의
- 자연수에서는 자리 수가 많은 수가 크지만, 소수는 소수점 아래 자리 수로 크기를 정할 수 없습니다. 이 차이를 말로 정리하게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[S10 · 혼자 해결]
목적: 도움 없이 소수를 쓰고 읽고, 자릿값을 말하고, 크기를 비교하는지 확인합니다.
시간: 약 5분
이렇게 말해 보세요
- “이번에는 혼자 공책에 풀어 볼래? 다 풀면 ③, ④는 어떻게 비교했는지 말해 줘.”
정답
- ① 0.46, 영 점 사육
- ② 0.08
- ③ 0.9 &gt; 0.87
- ④ 1.205 &lt; 1.25
막히면
- 바로 알려 주지 말고 “자릿값 표에 써 볼까?”라고만 말합니다.
- 도움을 받아 해결했다면 기록표에 ‘도움’으로 표시합니다.
주의
- ③을 &lt;로 했다면 숫자가 많은 쪽을 크다고 본 것입니다(M2). S09로 돌아갑니다.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[S11 · 정답과 피드백]
목적: 아이의 답을 함께 확인하고 흔한 실수를 바로잡습니다. 수업용에만 있는 장입니다.
시간: 약 2분
이렇게 말해 보세요
- “네 답과 같은지 볼까? 다르면 자릿값 표에 써서 같이 확인하자.”
정답
- ① 0.46(영 점 사육) ② 0.08 ③ 0.9 &gt; 0.87 ④ 1.205 &lt; 1.25
막히면
- ③, ④를 틀렸으면 S08의 표처럼 위아래로 쓰고 왼쪽부터 비교합니다. ④는 1.205와 1.250으로 써 보게 합니다.
- ②를 8이라고 했으면 S05의 ‘나타내는 수’ 줄을 다시 봅니다.
주의
- 이 장은 학생용 파일에는 없습니다. 아이와 함께 볼 때는 슬라이드 쇼로 보여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[S12 · 마무리 확인(가장 큰 소수 고르기)]
목적: 자리 수가 다른 네 소수에서 가장 큰 수를 고르고, 자리의 값으로 까닭을 말하는지 확인합니다.
시간: 약 2분
이렇게 말해 보세요
- “네 수 중 가장 큰 수는 무엇일까? 어떻게 알았어?”
정답
- 다(0.705). 0.7 = 0.700이고, 소수 셋째 자리 5 &gt; 0이라서 0.705 &gt; 0.7입니다.
- 작은 수부터: 0.07 &lt; 0.68 &lt; 0.7 &lt; 0.705
막히면
- 네 수를 0.700, 0.680, 0.705, 0.070처럼 끝에 0을 붙여 소수 세 자리 수로 맞춰 쓰게 합니다.
주의
- 가(0.7)를 고르면 0.7과 0.705의 소수 둘째·셋째 자리를 비교하지 않은 것입니다. 나(0.68)를 고르면 숫자가 많은 쪽을 고른 것입니다(M2).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[S13 · 정리와 다음 수업 복습]
목적: 핵심을 정리하고 다음 수업 첫 5분에 풀 복습 문제를 알려 줍니다.
시간: 약 2분
이렇게 말해 보세요
- “0.01은 무엇이었지? 0.001은?”
- “두 소수의 크기는 어떻게 비교했어?”
예상 답
- “1을 100으로 나눈 하나요.” “일의 자리부터 같은 자리끼리 비교해요.”
정답
- ① 0.025 ② 0.6 &gt; 0.59 ③ 0.07
막히면
- S05의 자릿값 표와 S08의 비교 표를 다시 보여 줍니다.
주의
- 다음 차시에서는 소수점을 맞추어 소수를 더하고 뺍니다. 오늘 배운 ‘같은 자리끼리’가 그대로 쓰입니다. 복습 세 문제는 활동지 마지막 쪽과 함께 풉니다.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[S14 · 선수 학습 보충(0.1과 소수 한 자리 수)]
목적: S02에서 0.1과 소수 한 자리 수가 흔들리면, 오늘 0.01을 배우기 전에 0.1의 뜻을 다시 익힙니다.
시간: 약 5분
이렇게 말해 보세요
- “종이 띠 전체가 1이야. 10칸으로 똑같이 나눴으니 1칸은 10분의 1, 소수로 0.1이야. 3칸은?”
- “10칸을 다 칠하면 얼마가 될까? 1.3은 0.1이 몇 개일까?”
정답
- 3칸은 0.3, 10칸은 1, 1.3은 0.1이 13개
막히면
- 종이 띠를 10칸으로 접어 직접 칠하며 셉니다. 0.5, 0.8도 칠해 보고 어느 쪽이 더 큰지 비교합니다(0.5 &lt; 0.8).
주의
- 보충으로도 어려우면 3학년 ‘소수의 뜻’ 차시를 먼저 다시 합니다.
- 보충이 오래 걸리면 오늘은 여기까지 하고 다음 날 S02부터 다시 시작합니다.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초4 수학 · 수와연산 · 7차시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초4 수학 · 소수 두 자리 수와 세 자리 수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초4 수학 · 소수 두 자리 수와 세 자리 수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초4 수학 · 소수 두 자리 수와 세 자리 수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소수 두 자리 수와 세 자리 수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0.1보다 작은 수는 어떻게 나타낼까요?</a:t>
            </a:r>
            <a:endParaRPr lang="ko-KR" sz="3000" dirty="0"/>
          </a:p>
        </p:txBody>
      </p:sp>
      <p:sp>
        <p:nvSpPr>
          <p:cNvPr id="4" name="S01-cell1"/>
          <p:cNvSpPr/>
          <p:nvPr/>
        </p:nvSpPr>
        <p:spPr>
          <a:xfrm>
            <a:off x="8183880" y="640080"/>
            <a:ext cx="292608" cy="29260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" name="S01-cell2"/>
          <p:cNvSpPr/>
          <p:nvPr/>
        </p:nvSpPr>
        <p:spPr>
          <a:xfrm>
            <a:off x="8476488" y="640080"/>
            <a:ext cx="292608" cy="29260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" name="S01-cell3"/>
          <p:cNvSpPr/>
          <p:nvPr/>
        </p:nvSpPr>
        <p:spPr>
          <a:xfrm>
            <a:off x="8769096" y="640080"/>
            <a:ext cx="292608" cy="29260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" name="S01-cell4"/>
          <p:cNvSpPr/>
          <p:nvPr/>
        </p:nvSpPr>
        <p:spPr>
          <a:xfrm>
            <a:off x="9061704" y="640080"/>
            <a:ext cx="292608" cy="29260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" name="S01-cell5"/>
          <p:cNvSpPr/>
          <p:nvPr/>
        </p:nvSpPr>
        <p:spPr>
          <a:xfrm>
            <a:off x="9354312" y="640080"/>
            <a:ext cx="292608" cy="29260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" name="S01-cell6"/>
          <p:cNvSpPr/>
          <p:nvPr/>
        </p:nvSpPr>
        <p:spPr>
          <a:xfrm>
            <a:off x="9646920" y="640080"/>
            <a:ext cx="292608" cy="29260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" name="S01-cell7"/>
          <p:cNvSpPr/>
          <p:nvPr/>
        </p:nvSpPr>
        <p:spPr>
          <a:xfrm>
            <a:off x="9939528" y="640080"/>
            <a:ext cx="292608" cy="29260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" name="S01-cell8"/>
          <p:cNvSpPr/>
          <p:nvPr/>
        </p:nvSpPr>
        <p:spPr>
          <a:xfrm>
            <a:off x="10232136" y="640080"/>
            <a:ext cx="292608" cy="29260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" name="S01-cell9"/>
          <p:cNvSpPr/>
          <p:nvPr/>
        </p:nvSpPr>
        <p:spPr>
          <a:xfrm>
            <a:off x="10524744" y="640080"/>
            <a:ext cx="292608" cy="29260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" name="S01-cell10"/>
          <p:cNvSpPr/>
          <p:nvPr/>
        </p:nvSpPr>
        <p:spPr>
          <a:xfrm>
            <a:off x="10817352" y="640080"/>
            <a:ext cx="292608" cy="29260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4" name="S01-cell11"/>
          <p:cNvSpPr/>
          <p:nvPr/>
        </p:nvSpPr>
        <p:spPr>
          <a:xfrm>
            <a:off x="8183880" y="932688"/>
            <a:ext cx="292608" cy="29260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5" name="S01-cell12"/>
          <p:cNvSpPr/>
          <p:nvPr/>
        </p:nvSpPr>
        <p:spPr>
          <a:xfrm>
            <a:off x="8476488" y="932688"/>
            <a:ext cx="292608" cy="29260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6" name="S01-cell13"/>
          <p:cNvSpPr/>
          <p:nvPr/>
        </p:nvSpPr>
        <p:spPr>
          <a:xfrm>
            <a:off x="8769096" y="932688"/>
            <a:ext cx="292608" cy="29260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7" name="S01-cell14"/>
          <p:cNvSpPr/>
          <p:nvPr/>
        </p:nvSpPr>
        <p:spPr>
          <a:xfrm>
            <a:off x="9061704" y="932688"/>
            <a:ext cx="292608" cy="29260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8" name="S01-cell15"/>
          <p:cNvSpPr/>
          <p:nvPr/>
        </p:nvSpPr>
        <p:spPr>
          <a:xfrm>
            <a:off x="9354312" y="932688"/>
            <a:ext cx="292608" cy="29260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9" name="S01-cell16"/>
          <p:cNvSpPr/>
          <p:nvPr/>
        </p:nvSpPr>
        <p:spPr>
          <a:xfrm>
            <a:off x="9646920" y="932688"/>
            <a:ext cx="292608" cy="29260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0" name="S01-cell17"/>
          <p:cNvSpPr/>
          <p:nvPr/>
        </p:nvSpPr>
        <p:spPr>
          <a:xfrm>
            <a:off x="9939528" y="932688"/>
            <a:ext cx="292608" cy="29260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1" name="S01-cell18"/>
          <p:cNvSpPr/>
          <p:nvPr/>
        </p:nvSpPr>
        <p:spPr>
          <a:xfrm>
            <a:off x="10232136" y="932688"/>
            <a:ext cx="292608" cy="29260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2" name="S01-cell19"/>
          <p:cNvSpPr/>
          <p:nvPr/>
        </p:nvSpPr>
        <p:spPr>
          <a:xfrm>
            <a:off x="10524744" y="932688"/>
            <a:ext cx="292608" cy="29260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3" name="S01-cell20"/>
          <p:cNvSpPr/>
          <p:nvPr/>
        </p:nvSpPr>
        <p:spPr>
          <a:xfrm>
            <a:off x="10817352" y="932688"/>
            <a:ext cx="292608" cy="29260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4" name="S01-cell21"/>
          <p:cNvSpPr/>
          <p:nvPr/>
        </p:nvSpPr>
        <p:spPr>
          <a:xfrm>
            <a:off x="8183880" y="1225296"/>
            <a:ext cx="292608" cy="29260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5" name="S01-cell22"/>
          <p:cNvSpPr/>
          <p:nvPr/>
        </p:nvSpPr>
        <p:spPr>
          <a:xfrm>
            <a:off x="8476488" y="1225296"/>
            <a:ext cx="292608" cy="29260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6" name="S01-cell23"/>
          <p:cNvSpPr/>
          <p:nvPr/>
        </p:nvSpPr>
        <p:spPr>
          <a:xfrm>
            <a:off x="8769096" y="1225296"/>
            <a:ext cx="292608" cy="29260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7" name="S01-cell24"/>
          <p:cNvSpPr/>
          <p:nvPr/>
        </p:nvSpPr>
        <p:spPr>
          <a:xfrm>
            <a:off x="9061704" y="1225296"/>
            <a:ext cx="292608" cy="29260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8" name="S01-cell25"/>
          <p:cNvSpPr/>
          <p:nvPr/>
        </p:nvSpPr>
        <p:spPr>
          <a:xfrm>
            <a:off x="9354312" y="1225296"/>
            <a:ext cx="292608" cy="29260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9" name="S01-cell26"/>
          <p:cNvSpPr/>
          <p:nvPr/>
        </p:nvSpPr>
        <p:spPr>
          <a:xfrm>
            <a:off x="9646920" y="1225296"/>
            <a:ext cx="292608" cy="29260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0" name="S01-cell27"/>
          <p:cNvSpPr/>
          <p:nvPr/>
        </p:nvSpPr>
        <p:spPr>
          <a:xfrm>
            <a:off x="9939528" y="1225296"/>
            <a:ext cx="292608" cy="29260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1" name="S01-cell28"/>
          <p:cNvSpPr/>
          <p:nvPr/>
        </p:nvSpPr>
        <p:spPr>
          <a:xfrm>
            <a:off x="10232136" y="1225296"/>
            <a:ext cx="292608" cy="29260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2" name="S01-cell29"/>
          <p:cNvSpPr/>
          <p:nvPr/>
        </p:nvSpPr>
        <p:spPr>
          <a:xfrm>
            <a:off x="10524744" y="1225296"/>
            <a:ext cx="292608" cy="29260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3" name="S01-cell30"/>
          <p:cNvSpPr/>
          <p:nvPr/>
        </p:nvSpPr>
        <p:spPr>
          <a:xfrm>
            <a:off x="10817352" y="1225296"/>
            <a:ext cx="292608" cy="29260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4" name="S01-cell31"/>
          <p:cNvSpPr/>
          <p:nvPr/>
        </p:nvSpPr>
        <p:spPr>
          <a:xfrm>
            <a:off x="8183880" y="1517904"/>
            <a:ext cx="292608" cy="29260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5" name="S01-cell32"/>
          <p:cNvSpPr/>
          <p:nvPr/>
        </p:nvSpPr>
        <p:spPr>
          <a:xfrm>
            <a:off x="8476488" y="1517904"/>
            <a:ext cx="292608" cy="29260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6" name="S01-cell33"/>
          <p:cNvSpPr/>
          <p:nvPr/>
        </p:nvSpPr>
        <p:spPr>
          <a:xfrm>
            <a:off x="8769096" y="1517904"/>
            <a:ext cx="292608" cy="29260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7" name="S01-cell34"/>
          <p:cNvSpPr/>
          <p:nvPr/>
        </p:nvSpPr>
        <p:spPr>
          <a:xfrm>
            <a:off x="9061704" y="1517904"/>
            <a:ext cx="292608" cy="29260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8" name="S01-cell35"/>
          <p:cNvSpPr/>
          <p:nvPr/>
        </p:nvSpPr>
        <p:spPr>
          <a:xfrm>
            <a:off x="9354312" y="1517904"/>
            <a:ext cx="292608" cy="29260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9" name="S01-cell36"/>
          <p:cNvSpPr/>
          <p:nvPr/>
        </p:nvSpPr>
        <p:spPr>
          <a:xfrm>
            <a:off x="9646920" y="1517904"/>
            <a:ext cx="292608" cy="29260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0" name="S01-cell37"/>
          <p:cNvSpPr/>
          <p:nvPr/>
        </p:nvSpPr>
        <p:spPr>
          <a:xfrm>
            <a:off x="9939528" y="1517904"/>
            <a:ext cx="292608" cy="29260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1" name="S01-cell38"/>
          <p:cNvSpPr/>
          <p:nvPr/>
        </p:nvSpPr>
        <p:spPr>
          <a:xfrm>
            <a:off x="10232136" y="1517904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2" name="S01-cell39"/>
          <p:cNvSpPr/>
          <p:nvPr/>
        </p:nvSpPr>
        <p:spPr>
          <a:xfrm>
            <a:off x="10524744" y="1517904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3" name="S01-cell40"/>
          <p:cNvSpPr/>
          <p:nvPr/>
        </p:nvSpPr>
        <p:spPr>
          <a:xfrm>
            <a:off x="10817352" y="1517904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4" name="S01-cell41"/>
          <p:cNvSpPr/>
          <p:nvPr/>
        </p:nvSpPr>
        <p:spPr>
          <a:xfrm>
            <a:off x="8183880" y="1810512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5" name="S01-cell42"/>
          <p:cNvSpPr/>
          <p:nvPr/>
        </p:nvSpPr>
        <p:spPr>
          <a:xfrm>
            <a:off x="8476488" y="1810512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6" name="S01-cell43"/>
          <p:cNvSpPr/>
          <p:nvPr/>
        </p:nvSpPr>
        <p:spPr>
          <a:xfrm>
            <a:off x="8769096" y="1810512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7" name="S01-cell44"/>
          <p:cNvSpPr/>
          <p:nvPr/>
        </p:nvSpPr>
        <p:spPr>
          <a:xfrm>
            <a:off x="9061704" y="1810512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8" name="S01-cell45"/>
          <p:cNvSpPr/>
          <p:nvPr/>
        </p:nvSpPr>
        <p:spPr>
          <a:xfrm>
            <a:off x="9354312" y="1810512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9" name="S01-cell46"/>
          <p:cNvSpPr/>
          <p:nvPr/>
        </p:nvSpPr>
        <p:spPr>
          <a:xfrm>
            <a:off x="9646920" y="1810512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0" name="S01-cell47"/>
          <p:cNvSpPr/>
          <p:nvPr/>
        </p:nvSpPr>
        <p:spPr>
          <a:xfrm>
            <a:off x="9939528" y="1810512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1" name="S01-cell48"/>
          <p:cNvSpPr/>
          <p:nvPr/>
        </p:nvSpPr>
        <p:spPr>
          <a:xfrm>
            <a:off x="10232136" y="1810512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2" name="S01-cell49"/>
          <p:cNvSpPr/>
          <p:nvPr/>
        </p:nvSpPr>
        <p:spPr>
          <a:xfrm>
            <a:off x="10524744" y="1810512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3" name="S01-cell50"/>
          <p:cNvSpPr/>
          <p:nvPr/>
        </p:nvSpPr>
        <p:spPr>
          <a:xfrm>
            <a:off x="10817352" y="1810512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4" name="S01-cell51"/>
          <p:cNvSpPr/>
          <p:nvPr/>
        </p:nvSpPr>
        <p:spPr>
          <a:xfrm>
            <a:off x="8183880" y="2103120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5" name="S01-cell52"/>
          <p:cNvSpPr/>
          <p:nvPr/>
        </p:nvSpPr>
        <p:spPr>
          <a:xfrm>
            <a:off x="8476488" y="2103120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6" name="S01-cell53"/>
          <p:cNvSpPr/>
          <p:nvPr/>
        </p:nvSpPr>
        <p:spPr>
          <a:xfrm>
            <a:off x="8769096" y="2103120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7" name="S01-cell54"/>
          <p:cNvSpPr/>
          <p:nvPr/>
        </p:nvSpPr>
        <p:spPr>
          <a:xfrm>
            <a:off x="9061704" y="2103120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8" name="S01-cell55"/>
          <p:cNvSpPr/>
          <p:nvPr/>
        </p:nvSpPr>
        <p:spPr>
          <a:xfrm>
            <a:off x="9354312" y="2103120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9" name="S01-cell56"/>
          <p:cNvSpPr/>
          <p:nvPr/>
        </p:nvSpPr>
        <p:spPr>
          <a:xfrm>
            <a:off x="9646920" y="2103120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0" name="S01-cell57"/>
          <p:cNvSpPr/>
          <p:nvPr/>
        </p:nvSpPr>
        <p:spPr>
          <a:xfrm>
            <a:off x="9939528" y="2103120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1" name="S01-cell58"/>
          <p:cNvSpPr/>
          <p:nvPr/>
        </p:nvSpPr>
        <p:spPr>
          <a:xfrm>
            <a:off x="10232136" y="2103120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2" name="S01-cell59"/>
          <p:cNvSpPr/>
          <p:nvPr/>
        </p:nvSpPr>
        <p:spPr>
          <a:xfrm>
            <a:off x="10524744" y="2103120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3" name="S01-cell60"/>
          <p:cNvSpPr/>
          <p:nvPr/>
        </p:nvSpPr>
        <p:spPr>
          <a:xfrm>
            <a:off x="10817352" y="2103120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4" name="S01-cell61"/>
          <p:cNvSpPr/>
          <p:nvPr/>
        </p:nvSpPr>
        <p:spPr>
          <a:xfrm>
            <a:off x="8183880" y="2395728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5" name="S01-cell62"/>
          <p:cNvSpPr/>
          <p:nvPr/>
        </p:nvSpPr>
        <p:spPr>
          <a:xfrm>
            <a:off x="8476488" y="2395728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6" name="S01-cell63"/>
          <p:cNvSpPr/>
          <p:nvPr/>
        </p:nvSpPr>
        <p:spPr>
          <a:xfrm>
            <a:off x="8769096" y="2395728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7" name="S01-cell64"/>
          <p:cNvSpPr/>
          <p:nvPr/>
        </p:nvSpPr>
        <p:spPr>
          <a:xfrm>
            <a:off x="9061704" y="2395728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8" name="S01-cell65"/>
          <p:cNvSpPr/>
          <p:nvPr/>
        </p:nvSpPr>
        <p:spPr>
          <a:xfrm>
            <a:off x="9354312" y="2395728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9" name="S01-cell66"/>
          <p:cNvSpPr/>
          <p:nvPr/>
        </p:nvSpPr>
        <p:spPr>
          <a:xfrm>
            <a:off x="9646920" y="2395728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0" name="S01-cell67"/>
          <p:cNvSpPr/>
          <p:nvPr/>
        </p:nvSpPr>
        <p:spPr>
          <a:xfrm>
            <a:off x="9939528" y="2395728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1" name="S01-cell68"/>
          <p:cNvSpPr/>
          <p:nvPr/>
        </p:nvSpPr>
        <p:spPr>
          <a:xfrm>
            <a:off x="10232136" y="2395728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2" name="S01-cell69"/>
          <p:cNvSpPr/>
          <p:nvPr/>
        </p:nvSpPr>
        <p:spPr>
          <a:xfrm>
            <a:off x="10524744" y="2395728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3" name="S01-cell70"/>
          <p:cNvSpPr/>
          <p:nvPr/>
        </p:nvSpPr>
        <p:spPr>
          <a:xfrm>
            <a:off x="10817352" y="2395728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4" name="S01-cell71"/>
          <p:cNvSpPr/>
          <p:nvPr/>
        </p:nvSpPr>
        <p:spPr>
          <a:xfrm>
            <a:off x="8183880" y="2688336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5" name="S01-cell72"/>
          <p:cNvSpPr/>
          <p:nvPr/>
        </p:nvSpPr>
        <p:spPr>
          <a:xfrm>
            <a:off x="8476488" y="2688336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6" name="S01-cell73"/>
          <p:cNvSpPr/>
          <p:nvPr/>
        </p:nvSpPr>
        <p:spPr>
          <a:xfrm>
            <a:off x="8769096" y="2688336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7" name="S01-cell74"/>
          <p:cNvSpPr/>
          <p:nvPr/>
        </p:nvSpPr>
        <p:spPr>
          <a:xfrm>
            <a:off x="9061704" y="2688336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8" name="S01-cell75"/>
          <p:cNvSpPr/>
          <p:nvPr/>
        </p:nvSpPr>
        <p:spPr>
          <a:xfrm>
            <a:off x="9354312" y="2688336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9" name="S01-cell76"/>
          <p:cNvSpPr/>
          <p:nvPr/>
        </p:nvSpPr>
        <p:spPr>
          <a:xfrm>
            <a:off x="9646920" y="2688336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0" name="S01-cell77"/>
          <p:cNvSpPr/>
          <p:nvPr/>
        </p:nvSpPr>
        <p:spPr>
          <a:xfrm>
            <a:off x="9939528" y="2688336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1" name="S01-cell78"/>
          <p:cNvSpPr/>
          <p:nvPr/>
        </p:nvSpPr>
        <p:spPr>
          <a:xfrm>
            <a:off x="10232136" y="2688336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2" name="S01-cell79"/>
          <p:cNvSpPr/>
          <p:nvPr/>
        </p:nvSpPr>
        <p:spPr>
          <a:xfrm>
            <a:off x="10524744" y="2688336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3" name="S01-cell80"/>
          <p:cNvSpPr/>
          <p:nvPr/>
        </p:nvSpPr>
        <p:spPr>
          <a:xfrm>
            <a:off x="10817352" y="2688336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4" name="S01-cell81"/>
          <p:cNvSpPr/>
          <p:nvPr/>
        </p:nvSpPr>
        <p:spPr>
          <a:xfrm>
            <a:off x="8183880" y="2980944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5" name="S01-cell82"/>
          <p:cNvSpPr/>
          <p:nvPr/>
        </p:nvSpPr>
        <p:spPr>
          <a:xfrm>
            <a:off x="8476488" y="2980944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6" name="S01-cell83"/>
          <p:cNvSpPr/>
          <p:nvPr/>
        </p:nvSpPr>
        <p:spPr>
          <a:xfrm>
            <a:off x="8769096" y="2980944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7" name="S01-cell84"/>
          <p:cNvSpPr/>
          <p:nvPr/>
        </p:nvSpPr>
        <p:spPr>
          <a:xfrm>
            <a:off x="9061704" y="2980944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8" name="S01-cell85"/>
          <p:cNvSpPr/>
          <p:nvPr/>
        </p:nvSpPr>
        <p:spPr>
          <a:xfrm>
            <a:off x="9354312" y="2980944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9" name="S01-cell86"/>
          <p:cNvSpPr/>
          <p:nvPr/>
        </p:nvSpPr>
        <p:spPr>
          <a:xfrm>
            <a:off x="9646920" y="2980944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0" name="S01-cell87"/>
          <p:cNvSpPr/>
          <p:nvPr/>
        </p:nvSpPr>
        <p:spPr>
          <a:xfrm>
            <a:off x="9939528" y="2980944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1" name="S01-cell88"/>
          <p:cNvSpPr/>
          <p:nvPr/>
        </p:nvSpPr>
        <p:spPr>
          <a:xfrm>
            <a:off x="10232136" y="2980944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2" name="S01-cell89"/>
          <p:cNvSpPr/>
          <p:nvPr/>
        </p:nvSpPr>
        <p:spPr>
          <a:xfrm>
            <a:off x="10524744" y="2980944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3" name="S01-cell90"/>
          <p:cNvSpPr/>
          <p:nvPr/>
        </p:nvSpPr>
        <p:spPr>
          <a:xfrm>
            <a:off x="10817352" y="2980944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4" name="S01-cell91"/>
          <p:cNvSpPr/>
          <p:nvPr/>
        </p:nvSpPr>
        <p:spPr>
          <a:xfrm>
            <a:off x="8183880" y="3273552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5" name="S01-cell92"/>
          <p:cNvSpPr/>
          <p:nvPr/>
        </p:nvSpPr>
        <p:spPr>
          <a:xfrm>
            <a:off x="8476488" y="3273552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6" name="S01-cell93"/>
          <p:cNvSpPr/>
          <p:nvPr/>
        </p:nvSpPr>
        <p:spPr>
          <a:xfrm>
            <a:off x="8769096" y="3273552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7" name="S01-cell94"/>
          <p:cNvSpPr/>
          <p:nvPr/>
        </p:nvSpPr>
        <p:spPr>
          <a:xfrm>
            <a:off x="9061704" y="3273552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8" name="S01-cell95"/>
          <p:cNvSpPr/>
          <p:nvPr/>
        </p:nvSpPr>
        <p:spPr>
          <a:xfrm>
            <a:off x="9354312" y="3273552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9" name="S01-cell96"/>
          <p:cNvSpPr/>
          <p:nvPr/>
        </p:nvSpPr>
        <p:spPr>
          <a:xfrm>
            <a:off x="9646920" y="3273552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0" name="S01-cell97"/>
          <p:cNvSpPr/>
          <p:nvPr/>
        </p:nvSpPr>
        <p:spPr>
          <a:xfrm>
            <a:off x="9939528" y="3273552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1" name="S01-cell98"/>
          <p:cNvSpPr/>
          <p:nvPr/>
        </p:nvSpPr>
        <p:spPr>
          <a:xfrm>
            <a:off x="10232136" y="3273552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2" name="S01-cell99"/>
          <p:cNvSpPr/>
          <p:nvPr/>
        </p:nvSpPr>
        <p:spPr>
          <a:xfrm>
            <a:off x="10524744" y="3273552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3" name="S01-cell100"/>
          <p:cNvSpPr/>
          <p:nvPr/>
        </p:nvSpPr>
        <p:spPr>
          <a:xfrm>
            <a:off x="10817352" y="3273552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4" name="S01-figure101" descr="100칸 모눈 중 37칸 색칠"/>
          <p:cNvSpPr/>
          <p:nvPr/>
        </p:nvSpPr>
        <p:spPr>
          <a:xfrm>
            <a:off x="8183880" y="640080"/>
            <a:ext cx="2926080" cy="292608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05" name="S01-card102"/>
          <p:cNvSpPr/>
          <p:nvPr/>
        </p:nvSpPr>
        <p:spPr>
          <a:xfrm>
            <a:off x="731520" y="4436364"/>
            <a:ext cx="10725912" cy="1690116"/>
          </a:xfrm>
          <a:prstGeom prst="roundRect">
            <a:avLst>
              <a:gd name="adj" fmla="val 649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106" name="S01-cardtext103"/>
          <p:cNvSpPr txBox="1"/>
          <p:nvPr/>
        </p:nvSpPr>
        <p:spPr>
          <a:xfrm>
            <a:off x="1005840" y="4573524"/>
            <a:ext cx="10177272" cy="1415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0.01과 0.001을 알고 읽고 써요.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소수의 크기를 비교해요.</a:t>
            </a:r>
            <a:endParaRPr lang="ko-KR" sz="3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학년 기억하기</a:t>
            </a:r>
            <a:endParaRPr lang="ko-KR" sz="4000" dirty="0"/>
          </a:p>
        </p:txBody>
      </p:sp>
      <p:sp>
        <p:nvSpPr>
          <p:cNvPr id="3" name="S02-text10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답을 말하고, ○에는 &gt; 또는 &lt;를 넣어요.</a:t>
            </a:r>
            <a:endParaRPr lang="ko-KR" sz="3000" dirty="0"/>
          </a:p>
        </p:txBody>
      </p:sp>
      <p:sp>
        <p:nvSpPr>
          <p:cNvPr id="4" name="S02-chip105"/>
          <p:cNvSpPr txBox="1"/>
          <p:nvPr/>
        </p:nvSpPr>
        <p:spPr>
          <a:xfrm>
            <a:off x="548640" y="2368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5" name="S02-text106"/>
          <p:cNvSpPr txBox="1"/>
          <p:nvPr/>
        </p:nvSpPr>
        <p:spPr>
          <a:xfrm>
            <a:off x="1344168" y="201168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0.1이 7개인 수는?</a:t>
            </a:r>
            <a:endParaRPr lang="ko-KR" sz="3000" dirty="0"/>
          </a:p>
        </p:txBody>
      </p:sp>
      <p:sp>
        <p:nvSpPr>
          <p:cNvPr id="6" name="S02-chip107"/>
          <p:cNvSpPr txBox="1"/>
          <p:nvPr/>
        </p:nvSpPr>
        <p:spPr>
          <a:xfrm>
            <a:off x="548640" y="38313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7" name="S02-eqtext108"/>
          <p:cNvSpPr txBox="1"/>
          <p:nvPr/>
        </p:nvSpPr>
        <p:spPr>
          <a:xfrm>
            <a:off x="1344168" y="347472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0.6 ○ 0.8</a:t>
            </a:r>
            <a:endParaRPr lang="ko-KR" sz="3400" dirty="0"/>
          </a:p>
        </p:txBody>
      </p:sp>
      <p:sp>
        <p:nvSpPr>
          <p:cNvPr id="8" name="S02-chip109"/>
          <p:cNvSpPr txBox="1"/>
          <p:nvPr/>
        </p:nvSpPr>
        <p:spPr>
          <a:xfrm>
            <a:off x="548640" y="5294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9" name="S02-text110"/>
          <p:cNvSpPr txBox="1"/>
          <p:nvPr/>
        </p:nvSpPr>
        <p:spPr>
          <a:xfrm>
            <a:off x="1344168" y="493776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1.3은 0.1이 몇 개?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0.01과 0.37</a:t>
            </a:r>
            <a:endParaRPr lang="ko-KR" sz="4000" dirty="0"/>
          </a:p>
        </p:txBody>
      </p:sp>
      <p:sp>
        <p:nvSpPr>
          <p:cNvPr id="3" name="S03-text111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모눈 100칸 전체가 1이에요.</a:t>
            </a:r>
            <a:endParaRPr lang="ko-KR" sz="3000" dirty="0"/>
          </a:p>
        </p:txBody>
      </p:sp>
      <p:sp>
        <p:nvSpPr>
          <p:cNvPr id="4" name="S03-card112"/>
          <p:cNvSpPr/>
          <p:nvPr/>
        </p:nvSpPr>
        <p:spPr>
          <a:xfrm>
            <a:off x="548640" y="4975860"/>
            <a:ext cx="5431536" cy="1242060"/>
          </a:xfrm>
          <a:prstGeom prst="roundRect">
            <a:avLst>
              <a:gd name="adj" fmla="val 88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03-cardtext113"/>
          <p:cNvSpPr txBox="1"/>
          <p:nvPr/>
        </p:nvSpPr>
        <p:spPr>
          <a:xfrm>
            <a:off x="822960" y="5113020"/>
            <a:ext cx="4882896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1칸은 0.01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 점 영일이라고 읽어요.</a:t>
            </a:r>
            <a:endParaRPr lang="ko-KR" sz="3000" dirty="0"/>
          </a:p>
        </p:txBody>
      </p:sp>
      <p:sp>
        <p:nvSpPr>
          <p:cNvPr id="6" name="S03-card114"/>
          <p:cNvSpPr/>
          <p:nvPr/>
        </p:nvSpPr>
        <p:spPr>
          <a:xfrm>
            <a:off x="6208776" y="4975860"/>
            <a:ext cx="5431536" cy="1242060"/>
          </a:xfrm>
          <a:prstGeom prst="roundRect">
            <a:avLst>
              <a:gd name="adj" fmla="val 88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3-cardtext115"/>
          <p:cNvSpPr txBox="1"/>
          <p:nvPr/>
        </p:nvSpPr>
        <p:spPr>
          <a:xfrm>
            <a:off x="6483096" y="5113020"/>
            <a:ext cx="4882896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37칸은 0.37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 점 삼칠이라고 읽어요.</a:t>
            </a:r>
            <a:endParaRPr lang="ko-KR" sz="3000" dirty="0"/>
          </a:p>
        </p:txBody>
      </p:sp>
      <p:sp>
        <p:nvSpPr>
          <p:cNvPr id="8" name="S03-cell116"/>
          <p:cNvSpPr/>
          <p:nvPr/>
        </p:nvSpPr>
        <p:spPr>
          <a:xfrm>
            <a:off x="2116074" y="2011680"/>
            <a:ext cx="225095" cy="225095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" name="S03-cell117"/>
          <p:cNvSpPr/>
          <p:nvPr/>
        </p:nvSpPr>
        <p:spPr>
          <a:xfrm>
            <a:off x="2341169" y="2011680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" name="S03-cell118"/>
          <p:cNvSpPr/>
          <p:nvPr/>
        </p:nvSpPr>
        <p:spPr>
          <a:xfrm>
            <a:off x="2566264" y="2011680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" name="S03-cell119"/>
          <p:cNvSpPr/>
          <p:nvPr/>
        </p:nvSpPr>
        <p:spPr>
          <a:xfrm>
            <a:off x="2791358" y="2011680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" name="S03-cell120"/>
          <p:cNvSpPr/>
          <p:nvPr/>
        </p:nvSpPr>
        <p:spPr>
          <a:xfrm>
            <a:off x="3016453" y="2011680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" name="S03-cell121"/>
          <p:cNvSpPr/>
          <p:nvPr/>
        </p:nvSpPr>
        <p:spPr>
          <a:xfrm>
            <a:off x="3241548" y="2011680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4" name="S03-cell122"/>
          <p:cNvSpPr/>
          <p:nvPr/>
        </p:nvSpPr>
        <p:spPr>
          <a:xfrm>
            <a:off x="3466643" y="2011680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5" name="S03-cell123"/>
          <p:cNvSpPr/>
          <p:nvPr/>
        </p:nvSpPr>
        <p:spPr>
          <a:xfrm>
            <a:off x="3691738" y="2011680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6" name="S03-cell124"/>
          <p:cNvSpPr/>
          <p:nvPr/>
        </p:nvSpPr>
        <p:spPr>
          <a:xfrm>
            <a:off x="3916832" y="2011680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7" name="S03-cell125"/>
          <p:cNvSpPr/>
          <p:nvPr/>
        </p:nvSpPr>
        <p:spPr>
          <a:xfrm>
            <a:off x="4141927" y="2011680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8" name="S03-cell126"/>
          <p:cNvSpPr/>
          <p:nvPr/>
        </p:nvSpPr>
        <p:spPr>
          <a:xfrm>
            <a:off x="2116074" y="2236775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9" name="S03-cell127"/>
          <p:cNvSpPr/>
          <p:nvPr/>
        </p:nvSpPr>
        <p:spPr>
          <a:xfrm>
            <a:off x="2341169" y="2236775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0" name="S03-cell128"/>
          <p:cNvSpPr/>
          <p:nvPr/>
        </p:nvSpPr>
        <p:spPr>
          <a:xfrm>
            <a:off x="2566264" y="2236775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1" name="S03-cell129"/>
          <p:cNvSpPr/>
          <p:nvPr/>
        </p:nvSpPr>
        <p:spPr>
          <a:xfrm>
            <a:off x="2791358" y="2236775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2" name="S03-cell130"/>
          <p:cNvSpPr/>
          <p:nvPr/>
        </p:nvSpPr>
        <p:spPr>
          <a:xfrm>
            <a:off x="3016453" y="2236775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3" name="S03-cell131"/>
          <p:cNvSpPr/>
          <p:nvPr/>
        </p:nvSpPr>
        <p:spPr>
          <a:xfrm>
            <a:off x="3241548" y="2236775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4" name="S03-cell132"/>
          <p:cNvSpPr/>
          <p:nvPr/>
        </p:nvSpPr>
        <p:spPr>
          <a:xfrm>
            <a:off x="3466643" y="2236775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5" name="S03-cell133"/>
          <p:cNvSpPr/>
          <p:nvPr/>
        </p:nvSpPr>
        <p:spPr>
          <a:xfrm>
            <a:off x="3691738" y="2236775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6" name="S03-cell134"/>
          <p:cNvSpPr/>
          <p:nvPr/>
        </p:nvSpPr>
        <p:spPr>
          <a:xfrm>
            <a:off x="3916832" y="2236775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7" name="S03-cell135"/>
          <p:cNvSpPr/>
          <p:nvPr/>
        </p:nvSpPr>
        <p:spPr>
          <a:xfrm>
            <a:off x="4141927" y="2236775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8" name="S03-cell136"/>
          <p:cNvSpPr/>
          <p:nvPr/>
        </p:nvSpPr>
        <p:spPr>
          <a:xfrm>
            <a:off x="2116074" y="2461870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9" name="S03-cell137"/>
          <p:cNvSpPr/>
          <p:nvPr/>
        </p:nvSpPr>
        <p:spPr>
          <a:xfrm>
            <a:off x="2341169" y="2461870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0" name="S03-cell138"/>
          <p:cNvSpPr/>
          <p:nvPr/>
        </p:nvSpPr>
        <p:spPr>
          <a:xfrm>
            <a:off x="2566264" y="2461870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1" name="S03-cell139"/>
          <p:cNvSpPr/>
          <p:nvPr/>
        </p:nvSpPr>
        <p:spPr>
          <a:xfrm>
            <a:off x="2791358" y="2461870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2" name="S03-cell140"/>
          <p:cNvSpPr/>
          <p:nvPr/>
        </p:nvSpPr>
        <p:spPr>
          <a:xfrm>
            <a:off x="3016453" y="2461870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3" name="S03-cell141"/>
          <p:cNvSpPr/>
          <p:nvPr/>
        </p:nvSpPr>
        <p:spPr>
          <a:xfrm>
            <a:off x="3241548" y="2461870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4" name="S03-cell142"/>
          <p:cNvSpPr/>
          <p:nvPr/>
        </p:nvSpPr>
        <p:spPr>
          <a:xfrm>
            <a:off x="3466643" y="2461870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5" name="S03-cell143"/>
          <p:cNvSpPr/>
          <p:nvPr/>
        </p:nvSpPr>
        <p:spPr>
          <a:xfrm>
            <a:off x="3691738" y="2461870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6" name="S03-cell144"/>
          <p:cNvSpPr/>
          <p:nvPr/>
        </p:nvSpPr>
        <p:spPr>
          <a:xfrm>
            <a:off x="3916832" y="2461870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7" name="S03-cell145"/>
          <p:cNvSpPr/>
          <p:nvPr/>
        </p:nvSpPr>
        <p:spPr>
          <a:xfrm>
            <a:off x="4141927" y="2461870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8" name="S03-cell146"/>
          <p:cNvSpPr/>
          <p:nvPr/>
        </p:nvSpPr>
        <p:spPr>
          <a:xfrm>
            <a:off x="2116074" y="2686964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9" name="S03-cell147"/>
          <p:cNvSpPr/>
          <p:nvPr/>
        </p:nvSpPr>
        <p:spPr>
          <a:xfrm>
            <a:off x="2341169" y="2686964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0" name="S03-cell148"/>
          <p:cNvSpPr/>
          <p:nvPr/>
        </p:nvSpPr>
        <p:spPr>
          <a:xfrm>
            <a:off x="2566264" y="2686964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1" name="S03-cell149"/>
          <p:cNvSpPr/>
          <p:nvPr/>
        </p:nvSpPr>
        <p:spPr>
          <a:xfrm>
            <a:off x="2791358" y="2686964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2" name="S03-cell150"/>
          <p:cNvSpPr/>
          <p:nvPr/>
        </p:nvSpPr>
        <p:spPr>
          <a:xfrm>
            <a:off x="3016453" y="2686964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3" name="S03-cell151"/>
          <p:cNvSpPr/>
          <p:nvPr/>
        </p:nvSpPr>
        <p:spPr>
          <a:xfrm>
            <a:off x="3241548" y="2686964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4" name="S03-cell152"/>
          <p:cNvSpPr/>
          <p:nvPr/>
        </p:nvSpPr>
        <p:spPr>
          <a:xfrm>
            <a:off x="3466643" y="2686964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5" name="S03-cell153"/>
          <p:cNvSpPr/>
          <p:nvPr/>
        </p:nvSpPr>
        <p:spPr>
          <a:xfrm>
            <a:off x="3691738" y="2686964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6" name="S03-cell154"/>
          <p:cNvSpPr/>
          <p:nvPr/>
        </p:nvSpPr>
        <p:spPr>
          <a:xfrm>
            <a:off x="3916832" y="2686964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7" name="S03-cell155"/>
          <p:cNvSpPr/>
          <p:nvPr/>
        </p:nvSpPr>
        <p:spPr>
          <a:xfrm>
            <a:off x="4141927" y="2686964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8" name="S03-cell156"/>
          <p:cNvSpPr/>
          <p:nvPr/>
        </p:nvSpPr>
        <p:spPr>
          <a:xfrm>
            <a:off x="2116074" y="2912059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9" name="S03-cell157"/>
          <p:cNvSpPr/>
          <p:nvPr/>
        </p:nvSpPr>
        <p:spPr>
          <a:xfrm>
            <a:off x="2341169" y="2912059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0" name="S03-cell158"/>
          <p:cNvSpPr/>
          <p:nvPr/>
        </p:nvSpPr>
        <p:spPr>
          <a:xfrm>
            <a:off x="2566264" y="2912059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1" name="S03-cell159"/>
          <p:cNvSpPr/>
          <p:nvPr/>
        </p:nvSpPr>
        <p:spPr>
          <a:xfrm>
            <a:off x="2791358" y="2912059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2" name="S03-cell160"/>
          <p:cNvSpPr/>
          <p:nvPr/>
        </p:nvSpPr>
        <p:spPr>
          <a:xfrm>
            <a:off x="3016453" y="2912059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3" name="S03-cell161"/>
          <p:cNvSpPr/>
          <p:nvPr/>
        </p:nvSpPr>
        <p:spPr>
          <a:xfrm>
            <a:off x="3241548" y="2912059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4" name="S03-cell162"/>
          <p:cNvSpPr/>
          <p:nvPr/>
        </p:nvSpPr>
        <p:spPr>
          <a:xfrm>
            <a:off x="3466643" y="2912059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5" name="S03-cell163"/>
          <p:cNvSpPr/>
          <p:nvPr/>
        </p:nvSpPr>
        <p:spPr>
          <a:xfrm>
            <a:off x="3691738" y="2912059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6" name="S03-cell164"/>
          <p:cNvSpPr/>
          <p:nvPr/>
        </p:nvSpPr>
        <p:spPr>
          <a:xfrm>
            <a:off x="3916832" y="2912059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7" name="S03-cell165"/>
          <p:cNvSpPr/>
          <p:nvPr/>
        </p:nvSpPr>
        <p:spPr>
          <a:xfrm>
            <a:off x="4141927" y="2912059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8" name="S03-cell166"/>
          <p:cNvSpPr/>
          <p:nvPr/>
        </p:nvSpPr>
        <p:spPr>
          <a:xfrm>
            <a:off x="2116074" y="3137154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9" name="S03-cell167"/>
          <p:cNvSpPr/>
          <p:nvPr/>
        </p:nvSpPr>
        <p:spPr>
          <a:xfrm>
            <a:off x="2341169" y="3137154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0" name="S03-cell168"/>
          <p:cNvSpPr/>
          <p:nvPr/>
        </p:nvSpPr>
        <p:spPr>
          <a:xfrm>
            <a:off x="2566264" y="3137154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1" name="S03-cell169"/>
          <p:cNvSpPr/>
          <p:nvPr/>
        </p:nvSpPr>
        <p:spPr>
          <a:xfrm>
            <a:off x="2791358" y="3137154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2" name="S03-cell170"/>
          <p:cNvSpPr/>
          <p:nvPr/>
        </p:nvSpPr>
        <p:spPr>
          <a:xfrm>
            <a:off x="3016453" y="3137154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3" name="S03-cell171"/>
          <p:cNvSpPr/>
          <p:nvPr/>
        </p:nvSpPr>
        <p:spPr>
          <a:xfrm>
            <a:off x="3241548" y="3137154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4" name="S03-cell172"/>
          <p:cNvSpPr/>
          <p:nvPr/>
        </p:nvSpPr>
        <p:spPr>
          <a:xfrm>
            <a:off x="3466643" y="3137154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5" name="S03-cell173"/>
          <p:cNvSpPr/>
          <p:nvPr/>
        </p:nvSpPr>
        <p:spPr>
          <a:xfrm>
            <a:off x="3691738" y="3137154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6" name="S03-cell174"/>
          <p:cNvSpPr/>
          <p:nvPr/>
        </p:nvSpPr>
        <p:spPr>
          <a:xfrm>
            <a:off x="3916832" y="3137154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7" name="S03-cell175"/>
          <p:cNvSpPr/>
          <p:nvPr/>
        </p:nvSpPr>
        <p:spPr>
          <a:xfrm>
            <a:off x="4141927" y="3137154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8" name="S03-cell176"/>
          <p:cNvSpPr/>
          <p:nvPr/>
        </p:nvSpPr>
        <p:spPr>
          <a:xfrm>
            <a:off x="2116074" y="3362249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9" name="S03-cell177"/>
          <p:cNvSpPr/>
          <p:nvPr/>
        </p:nvSpPr>
        <p:spPr>
          <a:xfrm>
            <a:off x="2341169" y="3362249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0" name="S03-cell178"/>
          <p:cNvSpPr/>
          <p:nvPr/>
        </p:nvSpPr>
        <p:spPr>
          <a:xfrm>
            <a:off x="2566264" y="3362249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1" name="S03-cell179"/>
          <p:cNvSpPr/>
          <p:nvPr/>
        </p:nvSpPr>
        <p:spPr>
          <a:xfrm>
            <a:off x="2791358" y="3362249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2" name="S03-cell180"/>
          <p:cNvSpPr/>
          <p:nvPr/>
        </p:nvSpPr>
        <p:spPr>
          <a:xfrm>
            <a:off x="3016453" y="3362249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3" name="S03-cell181"/>
          <p:cNvSpPr/>
          <p:nvPr/>
        </p:nvSpPr>
        <p:spPr>
          <a:xfrm>
            <a:off x="3241548" y="3362249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4" name="S03-cell182"/>
          <p:cNvSpPr/>
          <p:nvPr/>
        </p:nvSpPr>
        <p:spPr>
          <a:xfrm>
            <a:off x="3466643" y="3362249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5" name="S03-cell183"/>
          <p:cNvSpPr/>
          <p:nvPr/>
        </p:nvSpPr>
        <p:spPr>
          <a:xfrm>
            <a:off x="3691738" y="3362249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6" name="S03-cell184"/>
          <p:cNvSpPr/>
          <p:nvPr/>
        </p:nvSpPr>
        <p:spPr>
          <a:xfrm>
            <a:off x="3916832" y="3362249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7" name="S03-cell185"/>
          <p:cNvSpPr/>
          <p:nvPr/>
        </p:nvSpPr>
        <p:spPr>
          <a:xfrm>
            <a:off x="4141927" y="3362249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8" name="S03-cell186"/>
          <p:cNvSpPr/>
          <p:nvPr/>
        </p:nvSpPr>
        <p:spPr>
          <a:xfrm>
            <a:off x="2116074" y="3587344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9" name="S03-cell187"/>
          <p:cNvSpPr/>
          <p:nvPr/>
        </p:nvSpPr>
        <p:spPr>
          <a:xfrm>
            <a:off x="2341169" y="3587344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0" name="S03-cell188"/>
          <p:cNvSpPr/>
          <p:nvPr/>
        </p:nvSpPr>
        <p:spPr>
          <a:xfrm>
            <a:off x="2566264" y="3587344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1" name="S03-cell189"/>
          <p:cNvSpPr/>
          <p:nvPr/>
        </p:nvSpPr>
        <p:spPr>
          <a:xfrm>
            <a:off x="2791358" y="3587344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2" name="S03-cell190"/>
          <p:cNvSpPr/>
          <p:nvPr/>
        </p:nvSpPr>
        <p:spPr>
          <a:xfrm>
            <a:off x="3016453" y="3587344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3" name="S03-cell191"/>
          <p:cNvSpPr/>
          <p:nvPr/>
        </p:nvSpPr>
        <p:spPr>
          <a:xfrm>
            <a:off x="3241548" y="3587344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4" name="S03-cell192"/>
          <p:cNvSpPr/>
          <p:nvPr/>
        </p:nvSpPr>
        <p:spPr>
          <a:xfrm>
            <a:off x="3466643" y="3587344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5" name="S03-cell193"/>
          <p:cNvSpPr/>
          <p:nvPr/>
        </p:nvSpPr>
        <p:spPr>
          <a:xfrm>
            <a:off x="3691738" y="3587344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6" name="S03-cell194"/>
          <p:cNvSpPr/>
          <p:nvPr/>
        </p:nvSpPr>
        <p:spPr>
          <a:xfrm>
            <a:off x="3916832" y="3587344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7" name="S03-cell195"/>
          <p:cNvSpPr/>
          <p:nvPr/>
        </p:nvSpPr>
        <p:spPr>
          <a:xfrm>
            <a:off x="4141927" y="3587344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8" name="S03-cell196"/>
          <p:cNvSpPr/>
          <p:nvPr/>
        </p:nvSpPr>
        <p:spPr>
          <a:xfrm>
            <a:off x="2116074" y="3812438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9" name="S03-cell197"/>
          <p:cNvSpPr/>
          <p:nvPr/>
        </p:nvSpPr>
        <p:spPr>
          <a:xfrm>
            <a:off x="2341169" y="3812438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0" name="S03-cell198"/>
          <p:cNvSpPr/>
          <p:nvPr/>
        </p:nvSpPr>
        <p:spPr>
          <a:xfrm>
            <a:off x="2566264" y="3812438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1" name="S03-cell199"/>
          <p:cNvSpPr/>
          <p:nvPr/>
        </p:nvSpPr>
        <p:spPr>
          <a:xfrm>
            <a:off x="2791358" y="3812438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2" name="S03-cell200"/>
          <p:cNvSpPr/>
          <p:nvPr/>
        </p:nvSpPr>
        <p:spPr>
          <a:xfrm>
            <a:off x="3016453" y="3812438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3" name="S03-cell201"/>
          <p:cNvSpPr/>
          <p:nvPr/>
        </p:nvSpPr>
        <p:spPr>
          <a:xfrm>
            <a:off x="3241548" y="3812438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4" name="S03-cell202"/>
          <p:cNvSpPr/>
          <p:nvPr/>
        </p:nvSpPr>
        <p:spPr>
          <a:xfrm>
            <a:off x="3466643" y="3812438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5" name="S03-cell203"/>
          <p:cNvSpPr/>
          <p:nvPr/>
        </p:nvSpPr>
        <p:spPr>
          <a:xfrm>
            <a:off x="3691738" y="3812438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6" name="S03-cell204"/>
          <p:cNvSpPr/>
          <p:nvPr/>
        </p:nvSpPr>
        <p:spPr>
          <a:xfrm>
            <a:off x="3916832" y="3812438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7" name="S03-cell205"/>
          <p:cNvSpPr/>
          <p:nvPr/>
        </p:nvSpPr>
        <p:spPr>
          <a:xfrm>
            <a:off x="4141927" y="3812438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8" name="S03-cell206"/>
          <p:cNvSpPr/>
          <p:nvPr/>
        </p:nvSpPr>
        <p:spPr>
          <a:xfrm>
            <a:off x="2116074" y="4037533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9" name="S03-cell207"/>
          <p:cNvSpPr/>
          <p:nvPr/>
        </p:nvSpPr>
        <p:spPr>
          <a:xfrm>
            <a:off x="2341169" y="4037533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0" name="S03-cell208"/>
          <p:cNvSpPr/>
          <p:nvPr/>
        </p:nvSpPr>
        <p:spPr>
          <a:xfrm>
            <a:off x="2566264" y="4037533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1" name="S03-cell209"/>
          <p:cNvSpPr/>
          <p:nvPr/>
        </p:nvSpPr>
        <p:spPr>
          <a:xfrm>
            <a:off x="2791358" y="4037533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2" name="S03-cell210"/>
          <p:cNvSpPr/>
          <p:nvPr/>
        </p:nvSpPr>
        <p:spPr>
          <a:xfrm>
            <a:off x="3016453" y="4037533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3" name="S03-cell211"/>
          <p:cNvSpPr/>
          <p:nvPr/>
        </p:nvSpPr>
        <p:spPr>
          <a:xfrm>
            <a:off x="3241548" y="4037533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4" name="S03-cell212"/>
          <p:cNvSpPr/>
          <p:nvPr/>
        </p:nvSpPr>
        <p:spPr>
          <a:xfrm>
            <a:off x="3466643" y="4037533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5" name="S03-cell213"/>
          <p:cNvSpPr/>
          <p:nvPr/>
        </p:nvSpPr>
        <p:spPr>
          <a:xfrm>
            <a:off x="3691738" y="4037533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6" name="S03-cell214"/>
          <p:cNvSpPr/>
          <p:nvPr/>
        </p:nvSpPr>
        <p:spPr>
          <a:xfrm>
            <a:off x="3916832" y="4037533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7" name="S03-cell215"/>
          <p:cNvSpPr/>
          <p:nvPr/>
        </p:nvSpPr>
        <p:spPr>
          <a:xfrm>
            <a:off x="4141927" y="4037533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8" name="S03-figure216" descr="100칸 모눈 중 1칸 색칠"/>
          <p:cNvSpPr/>
          <p:nvPr/>
        </p:nvSpPr>
        <p:spPr>
          <a:xfrm>
            <a:off x="2116074" y="2011680"/>
            <a:ext cx="2250948" cy="2250948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09" name="S03-label217"/>
          <p:cNvSpPr txBox="1"/>
          <p:nvPr/>
        </p:nvSpPr>
        <p:spPr>
          <a:xfrm>
            <a:off x="548640" y="4335780"/>
            <a:ext cx="5385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1칸</a:t>
            </a:r>
            <a:endParaRPr lang="ko-KR" sz="2400" dirty="0"/>
          </a:p>
        </p:txBody>
      </p:sp>
      <p:sp>
        <p:nvSpPr>
          <p:cNvPr id="110" name="S03-cell218"/>
          <p:cNvSpPr/>
          <p:nvPr/>
        </p:nvSpPr>
        <p:spPr>
          <a:xfrm>
            <a:off x="7821930" y="2011680"/>
            <a:ext cx="225095" cy="225095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1" name="S03-cell219"/>
          <p:cNvSpPr/>
          <p:nvPr/>
        </p:nvSpPr>
        <p:spPr>
          <a:xfrm>
            <a:off x="8047025" y="2011680"/>
            <a:ext cx="225095" cy="225095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2" name="S03-cell220"/>
          <p:cNvSpPr/>
          <p:nvPr/>
        </p:nvSpPr>
        <p:spPr>
          <a:xfrm>
            <a:off x="8272120" y="2011680"/>
            <a:ext cx="225095" cy="225095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3" name="S03-cell221"/>
          <p:cNvSpPr/>
          <p:nvPr/>
        </p:nvSpPr>
        <p:spPr>
          <a:xfrm>
            <a:off x="8497214" y="2011680"/>
            <a:ext cx="225095" cy="225095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4" name="S03-cell222"/>
          <p:cNvSpPr/>
          <p:nvPr/>
        </p:nvSpPr>
        <p:spPr>
          <a:xfrm>
            <a:off x="8722309" y="2011680"/>
            <a:ext cx="225095" cy="225095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5" name="S03-cell223"/>
          <p:cNvSpPr/>
          <p:nvPr/>
        </p:nvSpPr>
        <p:spPr>
          <a:xfrm>
            <a:off x="8947404" y="2011680"/>
            <a:ext cx="225095" cy="225095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6" name="S03-cell224"/>
          <p:cNvSpPr/>
          <p:nvPr/>
        </p:nvSpPr>
        <p:spPr>
          <a:xfrm>
            <a:off x="9172499" y="2011680"/>
            <a:ext cx="225095" cy="225095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7" name="S03-cell225"/>
          <p:cNvSpPr/>
          <p:nvPr/>
        </p:nvSpPr>
        <p:spPr>
          <a:xfrm>
            <a:off x="9397594" y="2011680"/>
            <a:ext cx="225095" cy="225095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8" name="S03-cell226"/>
          <p:cNvSpPr/>
          <p:nvPr/>
        </p:nvSpPr>
        <p:spPr>
          <a:xfrm>
            <a:off x="9622688" y="2011680"/>
            <a:ext cx="225095" cy="225095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9" name="S03-cell227"/>
          <p:cNvSpPr/>
          <p:nvPr/>
        </p:nvSpPr>
        <p:spPr>
          <a:xfrm>
            <a:off x="9847783" y="2011680"/>
            <a:ext cx="225095" cy="225095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0" name="S03-cell228"/>
          <p:cNvSpPr/>
          <p:nvPr/>
        </p:nvSpPr>
        <p:spPr>
          <a:xfrm>
            <a:off x="7821930" y="2236775"/>
            <a:ext cx="225095" cy="225095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1" name="S03-cell229"/>
          <p:cNvSpPr/>
          <p:nvPr/>
        </p:nvSpPr>
        <p:spPr>
          <a:xfrm>
            <a:off x="8047025" y="2236775"/>
            <a:ext cx="225095" cy="225095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2" name="S03-cell230"/>
          <p:cNvSpPr/>
          <p:nvPr/>
        </p:nvSpPr>
        <p:spPr>
          <a:xfrm>
            <a:off x="8272120" y="2236775"/>
            <a:ext cx="225095" cy="225095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3" name="S03-cell231"/>
          <p:cNvSpPr/>
          <p:nvPr/>
        </p:nvSpPr>
        <p:spPr>
          <a:xfrm>
            <a:off x="8497214" y="2236775"/>
            <a:ext cx="225095" cy="225095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4" name="S03-cell232"/>
          <p:cNvSpPr/>
          <p:nvPr/>
        </p:nvSpPr>
        <p:spPr>
          <a:xfrm>
            <a:off x="8722309" y="2236775"/>
            <a:ext cx="225095" cy="225095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5" name="S03-cell233"/>
          <p:cNvSpPr/>
          <p:nvPr/>
        </p:nvSpPr>
        <p:spPr>
          <a:xfrm>
            <a:off x="8947404" y="2236775"/>
            <a:ext cx="225095" cy="225095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6" name="S03-cell234"/>
          <p:cNvSpPr/>
          <p:nvPr/>
        </p:nvSpPr>
        <p:spPr>
          <a:xfrm>
            <a:off x="9172499" y="2236775"/>
            <a:ext cx="225095" cy="225095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7" name="S03-cell235"/>
          <p:cNvSpPr/>
          <p:nvPr/>
        </p:nvSpPr>
        <p:spPr>
          <a:xfrm>
            <a:off x="9397594" y="2236775"/>
            <a:ext cx="225095" cy="225095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8" name="S03-cell236"/>
          <p:cNvSpPr/>
          <p:nvPr/>
        </p:nvSpPr>
        <p:spPr>
          <a:xfrm>
            <a:off x="9622688" y="2236775"/>
            <a:ext cx="225095" cy="225095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9" name="S03-cell237"/>
          <p:cNvSpPr/>
          <p:nvPr/>
        </p:nvSpPr>
        <p:spPr>
          <a:xfrm>
            <a:off x="9847783" y="2236775"/>
            <a:ext cx="225095" cy="225095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0" name="S03-cell238"/>
          <p:cNvSpPr/>
          <p:nvPr/>
        </p:nvSpPr>
        <p:spPr>
          <a:xfrm>
            <a:off x="7821930" y="2461870"/>
            <a:ext cx="225095" cy="225095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1" name="S03-cell239"/>
          <p:cNvSpPr/>
          <p:nvPr/>
        </p:nvSpPr>
        <p:spPr>
          <a:xfrm>
            <a:off x="8047025" y="2461870"/>
            <a:ext cx="225095" cy="225095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2" name="S03-cell240"/>
          <p:cNvSpPr/>
          <p:nvPr/>
        </p:nvSpPr>
        <p:spPr>
          <a:xfrm>
            <a:off x="8272120" y="2461870"/>
            <a:ext cx="225095" cy="225095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3" name="S03-cell241"/>
          <p:cNvSpPr/>
          <p:nvPr/>
        </p:nvSpPr>
        <p:spPr>
          <a:xfrm>
            <a:off x="8497214" y="2461870"/>
            <a:ext cx="225095" cy="225095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4" name="S03-cell242"/>
          <p:cNvSpPr/>
          <p:nvPr/>
        </p:nvSpPr>
        <p:spPr>
          <a:xfrm>
            <a:off x="8722309" y="2461870"/>
            <a:ext cx="225095" cy="225095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5" name="S03-cell243"/>
          <p:cNvSpPr/>
          <p:nvPr/>
        </p:nvSpPr>
        <p:spPr>
          <a:xfrm>
            <a:off x="8947404" y="2461870"/>
            <a:ext cx="225095" cy="225095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6" name="S03-cell244"/>
          <p:cNvSpPr/>
          <p:nvPr/>
        </p:nvSpPr>
        <p:spPr>
          <a:xfrm>
            <a:off x="9172499" y="2461870"/>
            <a:ext cx="225095" cy="225095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7" name="S03-cell245"/>
          <p:cNvSpPr/>
          <p:nvPr/>
        </p:nvSpPr>
        <p:spPr>
          <a:xfrm>
            <a:off x="9397594" y="2461870"/>
            <a:ext cx="225095" cy="225095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8" name="S03-cell246"/>
          <p:cNvSpPr/>
          <p:nvPr/>
        </p:nvSpPr>
        <p:spPr>
          <a:xfrm>
            <a:off x="9622688" y="2461870"/>
            <a:ext cx="225095" cy="225095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9" name="S03-cell247"/>
          <p:cNvSpPr/>
          <p:nvPr/>
        </p:nvSpPr>
        <p:spPr>
          <a:xfrm>
            <a:off x="9847783" y="2461870"/>
            <a:ext cx="225095" cy="225095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40" name="S03-cell248"/>
          <p:cNvSpPr/>
          <p:nvPr/>
        </p:nvSpPr>
        <p:spPr>
          <a:xfrm>
            <a:off x="7821930" y="2686964"/>
            <a:ext cx="225095" cy="225095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41" name="S03-cell249"/>
          <p:cNvSpPr/>
          <p:nvPr/>
        </p:nvSpPr>
        <p:spPr>
          <a:xfrm>
            <a:off x="8047025" y="2686964"/>
            <a:ext cx="225095" cy="225095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42" name="S03-cell250"/>
          <p:cNvSpPr/>
          <p:nvPr/>
        </p:nvSpPr>
        <p:spPr>
          <a:xfrm>
            <a:off x="8272120" y="2686964"/>
            <a:ext cx="225095" cy="225095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43" name="S03-cell251"/>
          <p:cNvSpPr/>
          <p:nvPr/>
        </p:nvSpPr>
        <p:spPr>
          <a:xfrm>
            <a:off x="8497214" y="2686964"/>
            <a:ext cx="225095" cy="225095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44" name="S03-cell252"/>
          <p:cNvSpPr/>
          <p:nvPr/>
        </p:nvSpPr>
        <p:spPr>
          <a:xfrm>
            <a:off x="8722309" y="2686964"/>
            <a:ext cx="225095" cy="225095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45" name="S03-cell253"/>
          <p:cNvSpPr/>
          <p:nvPr/>
        </p:nvSpPr>
        <p:spPr>
          <a:xfrm>
            <a:off x="8947404" y="2686964"/>
            <a:ext cx="225095" cy="225095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46" name="S03-cell254"/>
          <p:cNvSpPr/>
          <p:nvPr/>
        </p:nvSpPr>
        <p:spPr>
          <a:xfrm>
            <a:off x="9172499" y="2686964"/>
            <a:ext cx="225095" cy="225095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47" name="S03-cell255"/>
          <p:cNvSpPr/>
          <p:nvPr/>
        </p:nvSpPr>
        <p:spPr>
          <a:xfrm>
            <a:off x="9397594" y="2686964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48" name="S03-cell256"/>
          <p:cNvSpPr/>
          <p:nvPr/>
        </p:nvSpPr>
        <p:spPr>
          <a:xfrm>
            <a:off x="9622688" y="2686964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49" name="S03-cell257"/>
          <p:cNvSpPr/>
          <p:nvPr/>
        </p:nvSpPr>
        <p:spPr>
          <a:xfrm>
            <a:off x="9847783" y="2686964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50" name="S03-cell258"/>
          <p:cNvSpPr/>
          <p:nvPr/>
        </p:nvSpPr>
        <p:spPr>
          <a:xfrm>
            <a:off x="7821930" y="2912059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51" name="S03-cell259"/>
          <p:cNvSpPr/>
          <p:nvPr/>
        </p:nvSpPr>
        <p:spPr>
          <a:xfrm>
            <a:off x="8047025" y="2912059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52" name="S03-cell260"/>
          <p:cNvSpPr/>
          <p:nvPr/>
        </p:nvSpPr>
        <p:spPr>
          <a:xfrm>
            <a:off x="8272120" y="2912059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53" name="S03-cell261"/>
          <p:cNvSpPr/>
          <p:nvPr/>
        </p:nvSpPr>
        <p:spPr>
          <a:xfrm>
            <a:off x="8497214" y="2912059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54" name="S03-cell262"/>
          <p:cNvSpPr/>
          <p:nvPr/>
        </p:nvSpPr>
        <p:spPr>
          <a:xfrm>
            <a:off x="8722309" y="2912059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55" name="S03-cell263"/>
          <p:cNvSpPr/>
          <p:nvPr/>
        </p:nvSpPr>
        <p:spPr>
          <a:xfrm>
            <a:off x="8947404" y="2912059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56" name="S03-cell264"/>
          <p:cNvSpPr/>
          <p:nvPr/>
        </p:nvSpPr>
        <p:spPr>
          <a:xfrm>
            <a:off x="9172499" y="2912059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57" name="S03-cell265"/>
          <p:cNvSpPr/>
          <p:nvPr/>
        </p:nvSpPr>
        <p:spPr>
          <a:xfrm>
            <a:off x="9397594" y="2912059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58" name="S03-cell266"/>
          <p:cNvSpPr/>
          <p:nvPr/>
        </p:nvSpPr>
        <p:spPr>
          <a:xfrm>
            <a:off x="9622688" y="2912059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59" name="S03-cell267"/>
          <p:cNvSpPr/>
          <p:nvPr/>
        </p:nvSpPr>
        <p:spPr>
          <a:xfrm>
            <a:off x="9847783" y="2912059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60" name="S03-cell268"/>
          <p:cNvSpPr/>
          <p:nvPr/>
        </p:nvSpPr>
        <p:spPr>
          <a:xfrm>
            <a:off x="7821930" y="3137154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61" name="S03-cell269"/>
          <p:cNvSpPr/>
          <p:nvPr/>
        </p:nvSpPr>
        <p:spPr>
          <a:xfrm>
            <a:off x="8047025" y="3137154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62" name="S03-cell270"/>
          <p:cNvSpPr/>
          <p:nvPr/>
        </p:nvSpPr>
        <p:spPr>
          <a:xfrm>
            <a:off x="8272120" y="3137154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63" name="S03-cell271"/>
          <p:cNvSpPr/>
          <p:nvPr/>
        </p:nvSpPr>
        <p:spPr>
          <a:xfrm>
            <a:off x="8497214" y="3137154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64" name="S03-cell272"/>
          <p:cNvSpPr/>
          <p:nvPr/>
        </p:nvSpPr>
        <p:spPr>
          <a:xfrm>
            <a:off x="8722309" y="3137154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65" name="S03-cell273"/>
          <p:cNvSpPr/>
          <p:nvPr/>
        </p:nvSpPr>
        <p:spPr>
          <a:xfrm>
            <a:off x="8947404" y="3137154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66" name="S03-cell274"/>
          <p:cNvSpPr/>
          <p:nvPr/>
        </p:nvSpPr>
        <p:spPr>
          <a:xfrm>
            <a:off x="9172499" y="3137154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67" name="S03-cell275"/>
          <p:cNvSpPr/>
          <p:nvPr/>
        </p:nvSpPr>
        <p:spPr>
          <a:xfrm>
            <a:off x="9397594" y="3137154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68" name="S03-cell276"/>
          <p:cNvSpPr/>
          <p:nvPr/>
        </p:nvSpPr>
        <p:spPr>
          <a:xfrm>
            <a:off x="9622688" y="3137154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69" name="S03-cell277"/>
          <p:cNvSpPr/>
          <p:nvPr/>
        </p:nvSpPr>
        <p:spPr>
          <a:xfrm>
            <a:off x="9847783" y="3137154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70" name="S03-cell278"/>
          <p:cNvSpPr/>
          <p:nvPr/>
        </p:nvSpPr>
        <p:spPr>
          <a:xfrm>
            <a:off x="7821930" y="3362249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71" name="S03-cell279"/>
          <p:cNvSpPr/>
          <p:nvPr/>
        </p:nvSpPr>
        <p:spPr>
          <a:xfrm>
            <a:off x="8047025" y="3362249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72" name="S03-cell280"/>
          <p:cNvSpPr/>
          <p:nvPr/>
        </p:nvSpPr>
        <p:spPr>
          <a:xfrm>
            <a:off x="8272120" y="3362249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73" name="S03-cell281"/>
          <p:cNvSpPr/>
          <p:nvPr/>
        </p:nvSpPr>
        <p:spPr>
          <a:xfrm>
            <a:off x="8497214" y="3362249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74" name="S03-cell282"/>
          <p:cNvSpPr/>
          <p:nvPr/>
        </p:nvSpPr>
        <p:spPr>
          <a:xfrm>
            <a:off x="8722309" y="3362249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75" name="S03-cell283"/>
          <p:cNvSpPr/>
          <p:nvPr/>
        </p:nvSpPr>
        <p:spPr>
          <a:xfrm>
            <a:off x="8947404" y="3362249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76" name="S03-cell284"/>
          <p:cNvSpPr/>
          <p:nvPr/>
        </p:nvSpPr>
        <p:spPr>
          <a:xfrm>
            <a:off x="9172499" y="3362249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77" name="S03-cell285"/>
          <p:cNvSpPr/>
          <p:nvPr/>
        </p:nvSpPr>
        <p:spPr>
          <a:xfrm>
            <a:off x="9397594" y="3362249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78" name="S03-cell286"/>
          <p:cNvSpPr/>
          <p:nvPr/>
        </p:nvSpPr>
        <p:spPr>
          <a:xfrm>
            <a:off x="9622688" y="3362249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79" name="S03-cell287"/>
          <p:cNvSpPr/>
          <p:nvPr/>
        </p:nvSpPr>
        <p:spPr>
          <a:xfrm>
            <a:off x="9847783" y="3362249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80" name="S03-cell288"/>
          <p:cNvSpPr/>
          <p:nvPr/>
        </p:nvSpPr>
        <p:spPr>
          <a:xfrm>
            <a:off x="7821930" y="3587344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81" name="S03-cell289"/>
          <p:cNvSpPr/>
          <p:nvPr/>
        </p:nvSpPr>
        <p:spPr>
          <a:xfrm>
            <a:off x="8047025" y="3587344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82" name="S03-cell290"/>
          <p:cNvSpPr/>
          <p:nvPr/>
        </p:nvSpPr>
        <p:spPr>
          <a:xfrm>
            <a:off x="8272120" y="3587344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83" name="S03-cell291"/>
          <p:cNvSpPr/>
          <p:nvPr/>
        </p:nvSpPr>
        <p:spPr>
          <a:xfrm>
            <a:off x="8497214" y="3587344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84" name="S03-cell292"/>
          <p:cNvSpPr/>
          <p:nvPr/>
        </p:nvSpPr>
        <p:spPr>
          <a:xfrm>
            <a:off x="8722309" y="3587344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85" name="S03-cell293"/>
          <p:cNvSpPr/>
          <p:nvPr/>
        </p:nvSpPr>
        <p:spPr>
          <a:xfrm>
            <a:off x="8947404" y="3587344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86" name="S03-cell294"/>
          <p:cNvSpPr/>
          <p:nvPr/>
        </p:nvSpPr>
        <p:spPr>
          <a:xfrm>
            <a:off x="9172499" y="3587344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87" name="S03-cell295"/>
          <p:cNvSpPr/>
          <p:nvPr/>
        </p:nvSpPr>
        <p:spPr>
          <a:xfrm>
            <a:off x="9397594" y="3587344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88" name="S03-cell296"/>
          <p:cNvSpPr/>
          <p:nvPr/>
        </p:nvSpPr>
        <p:spPr>
          <a:xfrm>
            <a:off x="9622688" y="3587344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89" name="S03-cell297"/>
          <p:cNvSpPr/>
          <p:nvPr/>
        </p:nvSpPr>
        <p:spPr>
          <a:xfrm>
            <a:off x="9847783" y="3587344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90" name="S03-cell298"/>
          <p:cNvSpPr/>
          <p:nvPr/>
        </p:nvSpPr>
        <p:spPr>
          <a:xfrm>
            <a:off x="7821930" y="3812438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91" name="S03-cell299"/>
          <p:cNvSpPr/>
          <p:nvPr/>
        </p:nvSpPr>
        <p:spPr>
          <a:xfrm>
            <a:off x="8047025" y="3812438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92" name="S03-cell300"/>
          <p:cNvSpPr/>
          <p:nvPr/>
        </p:nvSpPr>
        <p:spPr>
          <a:xfrm>
            <a:off x="8272120" y="3812438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93" name="S03-cell301"/>
          <p:cNvSpPr/>
          <p:nvPr/>
        </p:nvSpPr>
        <p:spPr>
          <a:xfrm>
            <a:off x="8497214" y="3812438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94" name="S03-cell302"/>
          <p:cNvSpPr/>
          <p:nvPr/>
        </p:nvSpPr>
        <p:spPr>
          <a:xfrm>
            <a:off x="8722309" y="3812438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95" name="S03-cell303"/>
          <p:cNvSpPr/>
          <p:nvPr/>
        </p:nvSpPr>
        <p:spPr>
          <a:xfrm>
            <a:off x="8947404" y="3812438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96" name="S03-cell304"/>
          <p:cNvSpPr/>
          <p:nvPr/>
        </p:nvSpPr>
        <p:spPr>
          <a:xfrm>
            <a:off x="9172499" y="3812438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97" name="S03-cell305"/>
          <p:cNvSpPr/>
          <p:nvPr/>
        </p:nvSpPr>
        <p:spPr>
          <a:xfrm>
            <a:off x="9397594" y="3812438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98" name="S03-cell306"/>
          <p:cNvSpPr/>
          <p:nvPr/>
        </p:nvSpPr>
        <p:spPr>
          <a:xfrm>
            <a:off x="9622688" y="3812438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99" name="S03-cell307"/>
          <p:cNvSpPr/>
          <p:nvPr/>
        </p:nvSpPr>
        <p:spPr>
          <a:xfrm>
            <a:off x="9847783" y="3812438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00" name="S03-cell308"/>
          <p:cNvSpPr/>
          <p:nvPr/>
        </p:nvSpPr>
        <p:spPr>
          <a:xfrm>
            <a:off x="7821930" y="4037533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01" name="S03-cell309"/>
          <p:cNvSpPr/>
          <p:nvPr/>
        </p:nvSpPr>
        <p:spPr>
          <a:xfrm>
            <a:off x="8047025" y="4037533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02" name="S03-cell310"/>
          <p:cNvSpPr/>
          <p:nvPr/>
        </p:nvSpPr>
        <p:spPr>
          <a:xfrm>
            <a:off x="8272120" y="4037533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03" name="S03-cell311"/>
          <p:cNvSpPr/>
          <p:nvPr/>
        </p:nvSpPr>
        <p:spPr>
          <a:xfrm>
            <a:off x="8497214" y="4037533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04" name="S03-cell312"/>
          <p:cNvSpPr/>
          <p:nvPr/>
        </p:nvSpPr>
        <p:spPr>
          <a:xfrm>
            <a:off x="8722309" y="4037533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05" name="S03-cell313"/>
          <p:cNvSpPr/>
          <p:nvPr/>
        </p:nvSpPr>
        <p:spPr>
          <a:xfrm>
            <a:off x="8947404" y="4037533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06" name="S03-cell314"/>
          <p:cNvSpPr/>
          <p:nvPr/>
        </p:nvSpPr>
        <p:spPr>
          <a:xfrm>
            <a:off x="9172499" y="4037533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07" name="S03-cell315"/>
          <p:cNvSpPr/>
          <p:nvPr/>
        </p:nvSpPr>
        <p:spPr>
          <a:xfrm>
            <a:off x="9397594" y="4037533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08" name="S03-cell316"/>
          <p:cNvSpPr/>
          <p:nvPr/>
        </p:nvSpPr>
        <p:spPr>
          <a:xfrm>
            <a:off x="9622688" y="4037533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09" name="S03-cell317"/>
          <p:cNvSpPr/>
          <p:nvPr/>
        </p:nvSpPr>
        <p:spPr>
          <a:xfrm>
            <a:off x="9847783" y="4037533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10" name="S03-figure318" descr="100칸 모눈 중 37칸 색칠(3줄과 7칸)"/>
          <p:cNvSpPr/>
          <p:nvPr/>
        </p:nvSpPr>
        <p:spPr>
          <a:xfrm>
            <a:off x="7821930" y="2011680"/>
            <a:ext cx="2250948" cy="2250948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11" name="S03-label319"/>
          <p:cNvSpPr txBox="1"/>
          <p:nvPr/>
        </p:nvSpPr>
        <p:spPr>
          <a:xfrm>
            <a:off x="6254496" y="4335780"/>
            <a:ext cx="5385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37칸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0.001을 알아봐요</a:t>
            </a:r>
            <a:endParaRPr lang="ko-KR" sz="4000" dirty="0"/>
          </a:p>
        </p:txBody>
      </p:sp>
      <p:sp>
        <p:nvSpPr>
          <p:cNvPr id="3" name="S04-text32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10으로 똑같이 나눌 때마다 작아져요.</a:t>
            </a:r>
            <a:endParaRPr lang="ko-KR" sz="3000" dirty="0"/>
          </a:p>
        </p:txBody>
      </p:sp>
      <p:sp>
        <p:nvSpPr>
          <p:cNvPr id="4" name="S04-card321"/>
          <p:cNvSpPr/>
          <p:nvPr/>
        </p:nvSpPr>
        <p:spPr>
          <a:xfrm>
            <a:off x="548640" y="4604004"/>
            <a:ext cx="5431536" cy="1613916"/>
          </a:xfrm>
          <a:prstGeom prst="roundRect">
            <a:avLst>
              <a:gd name="adj" fmla="val 679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04-cardtext322"/>
          <p:cNvSpPr txBox="1"/>
          <p:nvPr/>
        </p:nvSpPr>
        <p:spPr>
          <a:xfrm>
            <a:off x="822960" y="4741164"/>
            <a:ext cx="4882896" cy="1339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0.001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1을 1000으로 똑같이 나눈 하나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 점 영영일</a:t>
            </a:r>
            <a:endParaRPr lang="ko-KR" sz="3000" dirty="0"/>
          </a:p>
        </p:txBody>
      </p:sp>
      <p:sp>
        <p:nvSpPr>
          <p:cNvPr id="6" name="S04-card323"/>
          <p:cNvSpPr/>
          <p:nvPr/>
        </p:nvSpPr>
        <p:spPr>
          <a:xfrm>
            <a:off x="6208776" y="4604004"/>
            <a:ext cx="5431536" cy="1613916"/>
          </a:xfrm>
          <a:prstGeom prst="roundRect">
            <a:avLst>
              <a:gd name="adj" fmla="val 679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4-cardtext324"/>
          <p:cNvSpPr txBox="1"/>
          <p:nvPr/>
        </p:nvSpPr>
        <p:spPr>
          <a:xfrm>
            <a:off x="6483096" y="4741164"/>
            <a:ext cx="4882896" cy="1339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en-US" altLang="ko-KR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mL = 0.001 L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L는 1000 mL예요.</a:t>
            </a:r>
            <a:endParaRPr lang="ko-KR" sz="3000" dirty="0"/>
          </a:p>
        </p:txBody>
      </p:sp>
      <p:sp>
        <p:nvSpPr>
          <p:cNvPr id="8" name="S04-step325"/>
          <p:cNvSpPr txBox="1"/>
          <p:nvPr/>
        </p:nvSpPr>
        <p:spPr>
          <a:xfrm>
            <a:off x="548640" y="2507742"/>
            <a:ext cx="2464308" cy="1371600"/>
          </a:xfrm>
          <a:prstGeom prst="roundRect">
            <a:avLst>
              <a:gd name="adj" fmla="val 8000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9" name="S04-line326"/>
          <p:cNvSpPr/>
          <p:nvPr/>
        </p:nvSpPr>
        <p:spPr>
          <a:xfrm>
            <a:off x="3067812" y="3193542"/>
            <a:ext cx="301752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10" name="S04-step327"/>
          <p:cNvSpPr txBox="1"/>
          <p:nvPr/>
        </p:nvSpPr>
        <p:spPr>
          <a:xfrm>
            <a:off x="3424428" y="2507742"/>
            <a:ext cx="2464308" cy="1371600"/>
          </a:xfrm>
          <a:prstGeom prst="roundRect">
            <a:avLst>
              <a:gd name="adj" fmla="val 8000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0.1</a:t>
            </a:r>
            <a:endParaRPr lang="ko-KR" sz="2400" dirty="0"/>
          </a:p>
        </p:txBody>
      </p:sp>
      <p:sp>
        <p:nvSpPr>
          <p:cNvPr id="11" name="S04-line328"/>
          <p:cNvSpPr/>
          <p:nvPr/>
        </p:nvSpPr>
        <p:spPr>
          <a:xfrm>
            <a:off x="5943600" y="3193542"/>
            <a:ext cx="301752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12" name="S04-step329"/>
          <p:cNvSpPr txBox="1"/>
          <p:nvPr/>
        </p:nvSpPr>
        <p:spPr>
          <a:xfrm>
            <a:off x="6300216" y="2507742"/>
            <a:ext cx="2464308" cy="1371600"/>
          </a:xfrm>
          <a:prstGeom prst="roundRect">
            <a:avLst>
              <a:gd name="adj" fmla="val 8000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0.01</a:t>
            </a:r>
            <a:endParaRPr lang="ko-KR" sz="2400" dirty="0"/>
          </a:p>
        </p:txBody>
      </p:sp>
      <p:sp>
        <p:nvSpPr>
          <p:cNvPr id="13" name="S04-line330"/>
          <p:cNvSpPr/>
          <p:nvPr/>
        </p:nvSpPr>
        <p:spPr>
          <a:xfrm>
            <a:off x="8819388" y="3193542"/>
            <a:ext cx="301752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14" name="S04-step331"/>
          <p:cNvSpPr txBox="1"/>
          <p:nvPr/>
        </p:nvSpPr>
        <p:spPr>
          <a:xfrm>
            <a:off x="9176004" y="2507742"/>
            <a:ext cx="2464308" cy="1371600"/>
          </a:xfrm>
          <a:prstGeom prst="roundRect">
            <a:avLst>
              <a:gd name="adj" fmla="val 8000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0.001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자릿값 표로 보아요</a:t>
            </a:r>
            <a:endParaRPr lang="ko-KR" sz="4000" dirty="0"/>
          </a:p>
        </p:txBody>
      </p:sp>
      <p:sp>
        <p:nvSpPr>
          <p:cNvPr id="3" name="S05-text332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2.375의 각 자리 숫자를 살펴봐요.</a:t>
            </a:r>
            <a:endParaRPr lang="ko-KR" sz="3000" dirty="0"/>
          </a:p>
        </p:txBody>
      </p:sp>
      <p:sp>
        <p:nvSpPr>
          <p:cNvPr id="4" name="S05-card333"/>
          <p:cNvSpPr/>
          <p:nvPr/>
        </p:nvSpPr>
        <p:spPr>
          <a:xfrm>
            <a:off x="548640" y="4975860"/>
            <a:ext cx="11091672" cy="1242060"/>
          </a:xfrm>
          <a:prstGeom prst="roundRect">
            <a:avLst>
              <a:gd name="adj" fmla="val 8834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5-cardtext334"/>
          <p:cNvSpPr txBox="1"/>
          <p:nvPr/>
        </p:nvSpPr>
        <p:spPr>
          <a:xfrm>
            <a:off x="822960" y="5113020"/>
            <a:ext cx="10543032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2.375 = 2 + 0.3 + 0.07 + 0.005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점 삼칠오라고 읽어요.</a:t>
            </a:r>
            <a:endParaRPr lang="ko-KR" sz="3000" dirty="0"/>
          </a:p>
        </p:txBody>
      </p:sp>
      <p:graphicFrame>
        <p:nvGraphicFramePr>
          <p:cNvPr id="6" name="S05-table33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8076" y="2670810"/>
          <a:ext cx="10972800" cy="914400"/>
        </p:xfrm>
        <a:graphic>
          <a:graphicData uri="http://schemas.openxmlformats.org/drawingml/2006/table">
            <a:tbl>
              <a:tblPr/>
              <a:tblGrid>
                <a:gridCol w="1975104"/>
                <a:gridCol w="1755648"/>
                <a:gridCol w="2414016"/>
                <a:gridCol w="2414016"/>
                <a:gridCol w="2414016"/>
              </a:tblGrid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일의 자리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소수 첫째 자리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소수 둘째 자리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소수 셋째 자리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숫자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나타내는 수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0.3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0.07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0.005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자릿값 연습</a:t>
            </a:r>
            <a:endParaRPr lang="ko-KR" sz="4000" dirty="0"/>
          </a:p>
        </p:txBody>
      </p:sp>
      <p:sp>
        <p:nvSpPr>
          <p:cNvPr id="3" name="S06-text33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물음에 답해요.</a:t>
            </a:r>
            <a:endParaRPr lang="ko-KR" sz="3000" dirty="0"/>
          </a:p>
        </p:txBody>
      </p:sp>
      <p:sp>
        <p:nvSpPr>
          <p:cNvPr id="4" name="S06-card33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6-cardtext33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자릿값 표를 그리고 숫자를 넣어 봐요.</a:t>
            </a:r>
            <a:endParaRPr lang="ko-KR" sz="3000" dirty="0"/>
          </a:p>
        </p:txBody>
      </p:sp>
      <p:sp>
        <p:nvSpPr>
          <p:cNvPr id="6" name="S06-chip339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7" name="S06-text340"/>
          <p:cNvSpPr txBox="1"/>
          <p:nvPr/>
        </p:nvSpPr>
        <p:spPr>
          <a:xfrm>
            <a:off x="1344168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0.01이 58개인 수는?</a:t>
            </a:r>
            <a:endParaRPr lang="ko-KR" sz="3000" dirty="0"/>
          </a:p>
        </p:txBody>
      </p:sp>
      <p:sp>
        <p:nvSpPr>
          <p:cNvPr id="8" name="S06-chip341"/>
          <p:cNvSpPr txBox="1"/>
          <p:nvPr/>
        </p:nvSpPr>
        <p:spPr>
          <a:xfrm>
            <a:off x="6277356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9" name="S06-text342"/>
          <p:cNvSpPr txBox="1"/>
          <p:nvPr/>
        </p:nvSpPr>
        <p:spPr>
          <a:xfrm>
            <a:off x="7072884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0.001이 9개인 수는?</a:t>
            </a:r>
            <a:endParaRPr lang="ko-KR" sz="3000" dirty="0"/>
          </a:p>
        </p:txBody>
      </p:sp>
      <p:sp>
        <p:nvSpPr>
          <p:cNvPr id="10" name="S06-chip343"/>
          <p:cNvSpPr txBox="1"/>
          <p:nvPr/>
        </p:nvSpPr>
        <p:spPr>
          <a:xfrm>
            <a:off x="548640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11" name="S06-text344"/>
          <p:cNvSpPr txBox="1"/>
          <p:nvPr/>
        </p:nvSpPr>
        <p:spPr>
          <a:xfrm>
            <a:off x="1344168" y="36576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4.725를 읽어 보세요.</a:t>
            </a:r>
            <a:endParaRPr lang="ko-KR" sz="3000" dirty="0"/>
          </a:p>
        </p:txBody>
      </p:sp>
      <p:sp>
        <p:nvSpPr>
          <p:cNvPr id="12" name="S06-chip345"/>
          <p:cNvSpPr txBox="1"/>
          <p:nvPr/>
        </p:nvSpPr>
        <p:spPr>
          <a:xfrm>
            <a:off x="6277356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400" dirty="0"/>
          </a:p>
        </p:txBody>
      </p:sp>
      <p:sp>
        <p:nvSpPr>
          <p:cNvPr id="13" name="S06-text346"/>
          <p:cNvSpPr txBox="1"/>
          <p:nvPr/>
        </p:nvSpPr>
        <p:spPr>
          <a:xfrm>
            <a:off x="7072884" y="36576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4.725에서 2가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나타내는 수는?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0.4와 0.40</a:t>
            </a:r>
            <a:endParaRPr lang="ko-KR" sz="4000" dirty="0"/>
          </a:p>
        </p:txBody>
      </p:sp>
      <p:sp>
        <p:nvSpPr>
          <p:cNvPr id="3" name="S07-text347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모눈 모두 전체가 1이에요.</a:t>
            </a:r>
            <a:endParaRPr lang="ko-KR" sz="3000" dirty="0"/>
          </a:p>
        </p:txBody>
      </p:sp>
      <p:sp>
        <p:nvSpPr>
          <p:cNvPr id="4" name="S07-card348"/>
          <p:cNvSpPr/>
          <p:nvPr/>
        </p:nvSpPr>
        <p:spPr>
          <a:xfrm>
            <a:off x="548640" y="4975860"/>
            <a:ext cx="5431536" cy="1242060"/>
          </a:xfrm>
          <a:prstGeom prst="roundRect">
            <a:avLst>
              <a:gd name="adj" fmla="val 88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07-cardtext349"/>
          <p:cNvSpPr txBox="1"/>
          <p:nvPr/>
        </p:nvSpPr>
        <p:spPr>
          <a:xfrm>
            <a:off x="822960" y="5113020"/>
            <a:ext cx="4882896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0.4 = 0.40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색칠한 양이 같아요.</a:t>
            </a:r>
            <a:endParaRPr lang="ko-KR" sz="3000" dirty="0"/>
          </a:p>
        </p:txBody>
      </p:sp>
      <p:sp>
        <p:nvSpPr>
          <p:cNvPr id="6" name="S07-card350"/>
          <p:cNvSpPr/>
          <p:nvPr/>
        </p:nvSpPr>
        <p:spPr>
          <a:xfrm>
            <a:off x="6208776" y="4975860"/>
            <a:ext cx="5431536" cy="1242060"/>
          </a:xfrm>
          <a:prstGeom prst="roundRect">
            <a:avLst>
              <a:gd name="adj" fmla="val 88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7-cardtext351"/>
          <p:cNvSpPr txBox="1"/>
          <p:nvPr/>
        </p:nvSpPr>
        <p:spPr>
          <a:xfrm>
            <a:off x="6483096" y="5113020"/>
            <a:ext cx="4882896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끝자리의 0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소수 끝자리 0은 생략할 수 있어요.</a:t>
            </a:r>
            <a:endParaRPr lang="ko-KR" sz="3000" dirty="0"/>
          </a:p>
        </p:txBody>
      </p:sp>
      <p:sp>
        <p:nvSpPr>
          <p:cNvPr id="8" name="S07-cell352"/>
          <p:cNvSpPr/>
          <p:nvPr/>
        </p:nvSpPr>
        <p:spPr>
          <a:xfrm>
            <a:off x="2116074" y="2011680"/>
            <a:ext cx="225095" cy="225095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" name="S07-cell353"/>
          <p:cNvSpPr/>
          <p:nvPr/>
        </p:nvSpPr>
        <p:spPr>
          <a:xfrm>
            <a:off x="2341169" y="2011680"/>
            <a:ext cx="225095" cy="225095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" name="S07-cell354"/>
          <p:cNvSpPr/>
          <p:nvPr/>
        </p:nvSpPr>
        <p:spPr>
          <a:xfrm>
            <a:off x="2566264" y="2011680"/>
            <a:ext cx="225095" cy="225095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" name="S07-cell355"/>
          <p:cNvSpPr/>
          <p:nvPr/>
        </p:nvSpPr>
        <p:spPr>
          <a:xfrm>
            <a:off x="2791358" y="2011680"/>
            <a:ext cx="225095" cy="225095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" name="S07-cell356"/>
          <p:cNvSpPr/>
          <p:nvPr/>
        </p:nvSpPr>
        <p:spPr>
          <a:xfrm>
            <a:off x="3016453" y="2011680"/>
            <a:ext cx="225095" cy="225095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" name="S07-cell357"/>
          <p:cNvSpPr/>
          <p:nvPr/>
        </p:nvSpPr>
        <p:spPr>
          <a:xfrm>
            <a:off x="3241548" y="2011680"/>
            <a:ext cx="225095" cy="225095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4" name="S07-cell358"/>
          <p:cNvSpPr/>
          <p:nvPr/>
        </p:nvSpPr>
        <p:spPr>
          <a:xfrm>
            <a:off x="3466643" y="2011680"/>
            <a:ext cx="225095" cy="225095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5" name="S07-cell359"/>
          <p:cNvSpPr/>
          <p:nvPr/>
        </p:nvSpPr>
        <p:spPr>
          <a:xfrm>
            <a:off x="3691738" y="2011680"/>
            <a:ext cx="225095" cy="225095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6" name="S07-cell360"/>
          <p:cNvSpPr/>
          <p:nvPr/>
        </p:nvSpPr>
        <p:spPr>
          <a:xfrm>
            <a:off x="3916832" y="2011680"/>
            <a:ext cx="225095" cy="225095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7" name="S07-cell361"/>
          <p:cNvSpPr/>
          <p:nvPr/>
        </p:nvSpPr>
        <p:spPr>
          <a:xfrm>
            <a:off x="4141927" y="2011680"/>
            <a:ext cx="225095" cy="225095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8" name="S07-cell362"/>
          <p:cNvSpPr/>
          <p:nvPr/>
        </p:nvSpPr>
        <p:spPr>
          <a:xfrm>
            <a:off x="2116074" y="2236775"/>
            <a:ext cx="225095" cy="225095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9" name="S07-cell363"/>
          <p:cNvSpPr/>
          <p:nvPr/>
        </p:nvSpPr>
        <p:spPr>
          <a:xfrm>
            <a:off x="2341169" y="2236775"/>
            <a:ext cx="225095" cy="225095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0" name="S07-cell364"/>
          <p:cNvSpPr/>
          <p:nvPr/>
        </p:nvSpPr>
        <p:spPr>
          <a:xfrm>
            <a:off x="2566264" y="2236775"/>
            <a:ext cx="225095" cy="225095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1" name="S07-cell365"/>
          <p:cNvSpPr/>
          <p:nvPr/>
        </p:nvSpPr>
        <p:spPr>
          <a:xfrm>
            <a:off x="2791358" y="2236775"/>
            <a:ext cx="225095" cy="225095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2" name="S07-cell366"/>
          <p:cNvSpPr/>
          <p:nvPr/>
        </p:nvSpPr>
        <p:spPr>
          <a:xfrm>
            <a:off x="3016453" y="2236775"/>
            <a:ext cx="225095" cy="225095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3" name="S07-cell367"/>
          <p:cNvSpPr/>
          <p:nvPr/>
        </p:nvSpPr>
        <p:spPr>
          <a:xfrm>
            <a:off x="3241548" y="2236775"/>
            <a:ext cx="225095" cy="225095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4" name="S07-cell368"/>
          <p:cNvSpPr/>
          <p:nvPr/>
        </p:nvSpPr>
        <p:spPr>
          <a:xfrm>
            <a:off x="3466643" y="2236775"/>
            <a:ext cx="225095" cy="225095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5" name="S07-cell369"/>
          <p:cNvSpPr/>
          <p:nvPr/>
        </p:nvSpPr>
        <p:spPr>
          <a:xfrm>
            <a:off x="3691738" y="2236775"/>
            <a:ext cx="225095" cy="225095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6" name="S07-cell370"/>
          <p:cNvSpPr/>
          <p:nvPr/>
        </p:nvSpPr>
        <p:spPr>
          <a:xfrm>
            <a:off x="3916832" y="2236775"/>
            <a:ext cx="225095" cy="225095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7" name="S07-cell371"/>
          <p:cNvSpPr/>
          <p:nvPr/>
        </p:nvSpPr>
        <p:spPr>
          <a:xfrm>
            <a:off x="4141927" y="2236775"/>
            <a:ext cx="225095" cy="225095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8" name="S07-cell372"/>
          <p:cNvSpPr/>
          <p:nvPr/>
        </p:nvSpPr>
        <p:spPr>
          <a:xfrm>
            <a:off x="2116074" y="2461870"/>
            <a:ext cx="225095" cy="225095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9" name="S07-cell373"/>
          <p:cNvSpPr/>
          <p:nvPr/>
        </p:nvSpPr>
        <p:spPr>
          <a:xfrm>
            <a:off x="2341169" y="2461870"/>
            <a:ext cx="225095" cy="225095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0" name="S07-cell374"/>
          <p:cNvSpPr/>
          <p:nvPr/>
        </p:nvSpPr>
        <p:spPr>
          <a:xfrm>
            <a:off x="2566264" y="2461870"/>
            <a:ext cx="225095" cy="225095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1" name="S07-cell375"/>
          <p:cNvSpPr/>
          <p:nvPr/>
        </p:nvSpPr>
        <p:spPr>
          <a:xfrm>
            <a:off x="2791358" y="2461870"/>
            <a:ext cx="225095" cy="225095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2" name="S07-cell376"/>
          <p:cNvSpPr/>
          <p:nvPr/>
        </p:nvSpPr>
        <p:spPr>
          <a:xfrm>
            <a:off x="3016453" y="2461870"/>
            <a:ext cx="225095" cy="225095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3" name="S07-cell377"/>
          <p:cNvSpPr/>
          <p:nvPr/>
        </p:nvSpPr>
        <p:spPr>
          <a:xfrm>
            <a:off x="3241548" y="2461870"/>
            <a:ext cx="225095" cy="225095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4" name="S07-cell378"/>
          <p:cNvSpPr/>
          <p:nvPr/>
        </p:nvSpPr>
        <p:spPr>
          <a:xfrm>
            <a:off x="3466643" y="2461870"/>
            <a:ext cx="225095" cy="225095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5" name="S07-cell379"/>
          <p:cNvSpPr/>
          <p:nvPr/>
        </p:nvSpPr>
        <p:spPr>
          <a:xfrm>
            <a:off x="3691738" y="2461870"/>
            <a:ext cx="225095" cy="225095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6" name="S07-cell380"/>
          <p:cNvSpPr/>
          <p:nvPr/>
        </p:nvSpPr>
        <p:spPr>
          <a:xfrm>
            <a:off x="3916832" y="2461870"/>
            <a:ext cx="225095" cy="225095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7" name="S07-cell381"/>
          <p:cNvSpPr/>
          <p:nvPr/>
        </p:nvSpPr>
        <p:spPr>
          <a:xfrm>
            <a:off x="4141927" y="2461870"/>
            <a:ext cx="225095" cy="225095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8" name="S07-cell382"/>
          <p:cNvSpPr/>
          <p:nvPr/>
        </p:nvSpPr>
        <p:spPr>
          <a:xfrm>
            <a:off x="2116074" y="2686964"/>
            <a:ext cx="225095" cy="225095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9" name="S07-cell383"/>
          <p:cNvSpPr/>
          <p:nvPr/>
        </p:nvSpPr>
        <p:spPr>
          <a:xfrm>
            <a:off x="2341169" y="2686964"/>
            <a:ext cx="225095" cy="225095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0" name="S07-cell384"/>
          <p:cNvSpPr/>
          <p:nvPr/>
        </p:nvSpPr>
        <p:spPr>
          <a:xfrm>
            <a:off x="2566264" y="2686964"/>
            <a:ext cx="225095" cy="225095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1" name="S07-cell385"/>
          <p:cNvSpPr/>
          <p:nvPr/>
        </p:nvSpPr>
        <p:spPr>
          <a:xfrm>
            <a:off x="2791358" y="2686964"/>
            <a:ext cx="225095" cy="225095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2" name="S07-cell386"/>
          <p:cNvSpPr/>
          <p:nvPr/>
        </p:nvSpPr>
        <p:spPr>
          <a:xfrm>
            <a:off x="3016453" y="2686964"/>
            <a:ext cx="225095" cy="225095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3" name="S07-cell387"/>
          <p:cNvSpPr/>
          <p:nvPr/>
        </p:nvSpPr>
        <p:spPr>
          <a:xfrm>
            <a:off x="3241548" y="2686964"/>
            <a:ext cx="225095" cy="225095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4" name="S07-cell388"/>
          <p:cNvSpPr/>
          <p:nvPr/>
        </p:nvSpPr>
        <p:spPr>
          <a:xfrm>
            <a:off x="3466643" y="2686964"/>
            <a:ext cx="225095" cy="225095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5" name="S07-cell389"/>
          <p:cNvSpPr/>
          <p:nvPr/>
        </p:nvSpPr>
        <p:spPr>
          <a:xfrm>
            <a:off x="3691738" y="2686964"/>
            <a:ext cx="225095" cy="225095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6" name="S07-cell390"/>
          <p:cNvSpPr/>
          <p:nvPr/>
        </p:nvSpPr>
        <p:spPr>
          <a:xfrm>
            <a:off x="3916832" y="2686964"/>
            <a:ext cx="225095" cy="225095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7" name="S07-cell391"/>
          <p:cNvSpPr/>
          <p:nvPr/>
        </p:nvSpPr>
        <p:spPr>
          <a:xfrm>
            <a:off x="4141927" y="2686964"/>
            <a:ext cx="225095" cy="225095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8" name="S07-cell392"/>
          <p:cNvSpPr/>
          <p:nvPr/>
        </p:nvSpPr>
        <p:spPr>
          <a:xfrm>
            <a:off x="2116074" y="2912059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9" name="S07-cell393"/>
          <p:cNvSpPr/>
          <p:nvPr/>
        </p:nvSpPr>
        <p:spPr>
          <a:xfrm>
            <a:off x="2341169" y="2912059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0" name="S07-cell394"/>
          <p:cNvSpPr/>
          <p:nvPr/>
        </p:nvSpPr>
        <p:spPr>
          <a:xfrm>
            <a:off x="2566264" y="2912059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1" name="S07-cell395"/>
          <p:cNvSpPr/>
          <p:nvPr/>
        </p:nvSpPr>
        <p:spPr>
          <a:xfrm>
            <a:off x="2791358" y="2912059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2" name="S07-cell396"/>
          <p:cNvSpPr/>
          <p:nvPr/>
        </p:nvSpPr>
        <p:spPr>
          <a:xfrm>
            <a:off x="3016453" y="2912059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3" name="S07-cell397"/>
          <p:cNvSpPr/>
          <p:nvPr/>
        </p:nvSpPr>
        <p:spPr>
          <a:xfrm>
            <a:off x="3241548" y="2912059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4" name="S07-cell398"/>
          <p:cNvSpPr/>
          <p:nvPr/>
        </p:nvSpPr>
        <p:spPr>
          <a:xfrm>
            <a:off x="3466643" y="2912059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5" name="S07-cell399"/>
          <p:cNvSpPr/>
          <p:nvPr/>
        </p:nvSpPr>
        <p:spPr>
          <a:xfrm>
            <a:off x="3691738" y="2912059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6" name="S07-cell400"/>
          <p:cNvSpPr/>
          <p:nvPr/>
        </p:nvSpPr>
        <p:spPr>
          <a:xfrm>
            <a:off x="3916832" y="2912059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7" name="S07-cell401"/>
          <p:cNvSpPr/>
          <p:nvPr/>
        </p:nvSpPr>
        <p:spPr>
          <a:xfrm>
            <a:off x="4141927" y="2912059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8" name="S07-cell402"/>
          <p:cNvSpPr/>
          <p:nvPr/>
        </p:nvSpPr>
        <p:spPr>
          <a:xfrm>
            <a:off x="2116074" y="3137154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9" name="S07-cell403"/>
          <p:cNvSpPr/>
          <p:nvPr/>
        </p:nvSpPr>
        <p:spPr>
          <a:xfrm>
            <a:off x="2341169" y="3137154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0" name="S07-cell404"/>
          <p:cNvSpPr/>
          <p:nvPr/>
        </p:nvSpPr>
        <p:spPr>
          <a:xfrm>
            <a:off x="2566264" y="3137154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1" name="S07-cell405"/>
          <p:cNvSpPr/>
          <p:nvPr/>
        </p:nvSpPr>
        <p:spPr>
          <a:xfrm>
            <a:off x="2791358" y="3137154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2" name="S07-cell406"/>
          <p:cNvSpPr/>
          <p:nvPr/>
        </p:nvSpPr>
        <p:spPr>
          <a:xfrm>
            <a:off x="3016453" y="3137154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3" name="S07-cell407"/>
          <p:cNvSpPr/>
          <p:nvPr/>
        </p:nvSpPr>
        <p:spPr>
          <a:xfrm>
            <a:off x="3241548" y="3137154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4" name="S07-cell408"/>
          <p:cNvSpPr/>
          <p:nvPr/>
        </p:nvSpPr>
        <p:spPr>
          <a:xfrm>
            <a:off x="3466643" y="3137154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5" name="S07-cell409"/>
          <p:cNvSpPr/>
          <p:nvPr/>
        </p:nvSpPr>
        <p:spPr>
          <a:xfrm>
            <a:off x="3691738" y="3137154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6" name="S07-cell410"/>
          <p:cNvSpPr/>
          <p:nvPr/>
        </p:nvSpPr>
        <p:spPr>
          <a:xfrm>
            <a:off x="3916832" y="3137154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7" name="S07-cell411"/>
          <p:cNvSpPr/>
          <p:nvPr/>
        </p:nvSpPr>
        <p:spPr>
          <a:xfrm>
            <a:off x="4141927" y="3137154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8" name="S07-cell412"/>
          <p:cNvSpPr/>
          <p:nvPr/>
        </p:nvSpPr>
        <p:spPr>
          <a:xfrm>
            <a:off x="2116074" y="3362249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9" name="S07-cell413"/>
          <p:cNvSpPr/>
          <p:nvPr/>
        </p:nvSpPr>
        <p:spPr>
          <a:xfrm>
            <a:off x="2341169" y="3362249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0" name="S07-cell414"/>
          <p:cNvSpPr/>
          <p:nvPr/>
        </p:nvSpPr>
        <p:spPr>
          <a:xfrm>
            <a:off x="2566264" y="3362249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1" name="S07-cell415"/>
          <p:cNvSpPr/>
          <p:nvPr/>
        </p:nvSpPr>
        <p:spPr>
          <a:xfrm>
            <a:off x="2791358" y="3362249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2" name="S07-cell416"/>
          <p:cNvSpPr/>
          <p:nvPr/>
        </p:nvSpPr>
        <p:spPr>
          <a:xfrm>
            <a:off x="3016453" y="3362249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3" name="S07-cell417"/>
          <p:cNvSpPr/>
          <p:nvPr/>
        </p:nvSpPr>
        <p:spPr>
          <a:xfrm>
            <a:off x="3241548" y="3362249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4" name="S07-cell418"/>
          <p:cNvSpPr/>
          <p:nvPr/>
        </p:nvSpPr>
        <p:spPr>
          <a:xfrm>
            <a:off x="3466643" y="3362249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5" name="S07-cell419"/>
          <p:cNvSpPr/>
          <p:nvPr/>
        </p:nvSpPr>
        <p:spPr>
          <a:xfrm>
            <a:off x="3691738" y="3362249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6" name="S07-cell420"/>
          <p:cNvSpPr/>
          <p:nvPr/>
        </p:nvSpPr>
        <p:spPr>
          <a:xfrm>
            <a:off x="3916832" y="3362249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7" name="S07-cell421"/>
          <p:cNvSpPr/>
          <p:nvPr/>
        </p:nvSpPr>
        <p:spPr>
          <a:xfrm>
            <a:off x="4141927" y="3362249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8" name="S07-cell422"/>
          <p:cNvSpPr/>
          <p:nvPr/>
        </p:nvSpPr>
        <p:spPr>
          <a:xfrm>
            <a:off x="2116074" y="3587344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9" name="S07-cell423"/>
          <p:cNvSpPr/>
          <p:nvPr/>
        </p:nvSpPr>
        <p:spPr>
          <a:xfrm>
            <a:off x="2341169" y="3587344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0" name="S07-cell424"/>
          <p:cNvSpPr/>
          <p:nvPr/>
        </p:nvSpPr>
        <p:spPr>
          <a:xfrm>
            <a:off x="2566264" y="3587344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1" name="S07-cell425"/>
          <p:cNvSpPr/>
          <p:nvPr/>
        </p:nvSpPr>
        <p:spPr>
          <a:xfrm>
            <a:off x="2791358" y="3587344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2" name="S07-cell426"/>
          <p:cNvSpPr/>
          <p:nvPr/>
        </p:nvSpPr>
        <p:spPr>
          <a:xfrm>
            <a:off x="3016453" y="3587344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3" name="S07-cell427"/>
          <p:cNvSpPr/>
          <p:nvPr/>
        </p:nvSpPr>
        <p:spPr>
          <a:xfrm>
            <a:off x="3241548" y="3587344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4" name="S07-cell428"/>
          <p:cNvSpPr/>
          <p:nvPr/>
        </p:nvSpPr>
        <p:spPr>
          <a:xfrm>
            <a:off x="3466643" y="3587344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5" name="S07-cell429"/>
          <p:cNvSpPr/>
          <p:nvPr/>
        </p:nvSpPr>
        <p:spPr>
          <a:xfrm>
            <a:off x="3691738" y="3587344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6" name="S07-cell430"/>
          <p:cNvSpPr/>
          <p:nvPr/>
        </p:nvSpPr>
        <p:spPr>
          <a:xfrm>
            <a:off x="3916832" y="3587344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7" name="S07-cell431"/>
          <p:cNvSpPr/>
          <p:nvPr/>
        </p:nvSpPr>
        <p:spPr>
          <a:xfrm>
            <a:off x="4141927" y="3587344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8" name="S07-cell432"/>
          <p:cNvSpPr/>
          <p:nvPr/>
        </p:nvSpPr>
        <p:spPr>
          <a:xfrm>
            <a:off x="2116074" y="3812438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9" name="S07-cell433"/>
          <p:cNvSpPr/>
          <p:nvPr/>
        </p:nvSpPr>
        <p:spPr>
          <a:xfrm>
            <a:off x="2341169" y="3812438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0" name="S07-cell434"/>
          <p:cNvSpPr/>
          <p:nvPr/>
        </p:nvSpPr>
        <p:spPr>
          <a:xfrm>
            <a:off x="2566264" y="3812438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1" name="S07-cell435"/>
          <p:cNvSpPr/>
          <p:nvPr/>
        </p:nvSpPr>
        <p:spPr>
          <a:xfrm>
            <a:off x="2791358" y="3812438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2" name="S07-cell436"/>
          <p:cNvSpPr/>
          <p:nvPr/>
        </p:nvSpPr>
        <p:spPr>
          <a:xfrm>
            <a:off x="3016453" y="3812438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3" name="S07-cell437"/>
          <p:cNvSpPr/>
          <p:nvPr/>
        </p:nvSpPr>
        <p:spPr>
          <a:xfrm>
            <a:off x="3241548" y="3812438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4" name="S07-cell438"/>
          <p:cNvSpPr/>
          <p:nvPr/>
        </p:nvSpPr>
        <p:spPr>
          <a:xfrm>
            <a:off x="3466643" y="3812438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5" name="S07-cell439"/>
          <p:cNvSpPr/>
          <p:nvPr/>
        </p:nvSpPr>
        <p:spPr>
          <a:xfrm>
            <a:off x="3691738" y="3812438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6" name="S07-cell440"/>
          <p:cNvSpPr/>
          <p:nvPr/>
        </p:nvSpPr>
        <p:spPr>
          <a:xfrm>
            <a:off x="3916832" y="3812438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7" name="S07-cell441"/>
          <p:cNvSpPr/>
          <p:nvPr/>
        </p:nvSpPr>
        <p:spPr>
          <a:xfrm>
            <a:off x="4141927" y="3812438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8" name="S07-cell442"/>
          <p:cNvSpPr/>
          <p:nvPr/>
        </p:nvSpPr>
        <p:spPr>
          <a:xfrm>
            <a:off x="2116074" y="4037533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9" name="S07-cell443"/>
          <p:cNvSpPr/>
          <p:nvPr/>
        </p:nvSpPr>
        <p:spPr>
          <a:xfrm>
            <a:off x="2341169" y="4037533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0" name="S07-cell444"/>
          <p:cNvSpPr/>
          <p:nvPr/>
        </p:nvSpPr>
        <p:spPr>
          <a:xfrm>
            <a:off x="2566264" y="4037533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1" name="S07-cell445"/>
          <p:cNvSpPr/>
          <p:nvPr/>
        </p:nvSpPr>
        <p:spPr>
          <a:xfrm>
            <a:off x="2791358" y="4037533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2" name="S07-cell446"/>
          <p:cNvSpPr/>
          <p:nvPr/>
        </p:nvSpPr>
        <p:spPr>
          <a:xfrm>
            <a:off x="3016453" y="4037533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3" name="S07-cell447"/>
          <p:cNvSpPr/>
          <p:nvPr/>
        </p:nvSpPr>
        <p:spPr>
          <a:xfrm>
            <a:off x="3241548" y="4037533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4" name="S07-cell448"/>
          <p:cNvSpPr/>
          <p:nvPr/>
        </p:nvSpPr>
        <p:spPr>
          <a:xfrm>
            <a:off x="3466643" y="4037533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5" name="S07-cell449"/>
          <p:cNvSpPr/>
          <p:nvPr/>
        </p:nvSpPr>
        <p:spPr>
          <a:xfrm>
            <a:off x="3691738" y="4037533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6" name="S07-cell450"/>
          <p:cNvSpPr/>
          <p:nvPr/>
        </p:nvSpPr>
        <p:spPr>
          <a:xfrm>
            <a:off x="3916832" y="4037533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7" name="S07-cell451"/>
          <p:cNvSpPr/>
          <p:nvPr/>
        </p:nvSpPr>
        <p:spPr>
          <a:xfrm>
            <a:off x="4141927" y="4037533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8" name="S07-figure452" descr="100칸 모눈 중 4줄(40칸) 색칠"/>
          <p:cNvSpPr/>
          <p:nvPr/>
        </p:nvSpPr>
        <p:spPr>
          <a:xfrm>
            <a:off x="2116074" y="2011680"/>
            <a:ext cx="2250948" cy="2250948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09" name="S07-label453"/>
          <p:cNvSpPr txBox="1"/>
          <p:nvPr/>
        </p:nvSpPr>
        <p:spPr>
          <a:xfrm>
            <a:off x="548640" y="4335780"/>
            <a:ext cx="5385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0.1이 4개: 0.4</a:t>
            </a:r>
            <a:endParaRPr lang="ko-KR" sz="2400" dirty="0"/>
          </a:p>
        </p:txBody>
      </p:sp>
      <p:sp>
        <p:nvSpPr>
          <p:cNvPr id="110" name="S07-cell454"/>
          <p:cNvSpPr/>
          <p:nvPr/>
        </p:nvSpPr>
        <p:spPr>
          <a:xfrm>
            <a:off x="7821930" y="2011680"/>
            <a:ext cx="225095" cy="225095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1" name="S07-cell455"/>
          <p:cNvSpPr/>
          <p:nvPr/>
        </p:nvSpPr>
        <p:spPr>
          <a:xfrm>
            <a:off x="8047025" y="2011680"/>
            <a:ext cx="225095" cy="225095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2" name="S07-cell456"/>
          <p:cNvSpPr/>
          <p:nvPr/>
        </p:nvSpPr>
        <p:spPr>
          <a:xfrm>
            <a:off x="8272120" y="2011680"/>
            <a:ext cx="225095" cy="225095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3" name="S07-cell457"/>
          <p:cNvSpPr/>
          <p:nvPr/>
        </p:nvSpPr>
        <p:spPr>
          <a:xfrm>
            <a:off x="8497214" y="2011680"/>
            <a:ext cx="225095" cy="225095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4" name="S07-cell458"/>
          <p:cNvSpPr/>
          <p:nvPr/>
        </p:nvSpPr>
        <p:spPr>
          <a:xfrm>
            <a:off x="8722309" y="2011680"/>
            <a:ext cx="225095" cy="225095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5" name="S07-cell459"/>
          <p:cNvSpPr/>
          <p:nvPr/>
        </p:nvSpPr>
        <p:spPr>
          <a:xfrm>
            <a:off x="8947404" y="2011680"/>
            <a:ext cx="225095" cy="225095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6" name="S07-cell460"/>
          <p:cNvSpPr/>
          <p:nvPr/>
        </p:nvSpPr>
        <p:spPr>
          <a:xfrm>
            <a:off x="9172499" y="2011680"/>
            <a:ext cx="225095" cy="225095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7" name="S07-cell461"/>
          <p:cNvSpPr/>
          <p:nvPr/>
        </p:nvSpPr>
        <p:spPr>
          <a:xfrm>
            <a:off x="9397594" y="2011680"/>
            <a:ext cx="225095" cy="225095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8" name="S07-cell462"/>
          <p:cNvSpPr/>
          <p:nvPr/>
        </p:nvSpPr>
        <p:spPr>
          <a:xfrm>
            <a:off x="9622688" y="2011680"/>
            <a:ext cx="225095" cy="225095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9" name="S07-cell463"/>
          <p:cNvSpPr/>
          <p:nvPr/>
        </p:nvSpPr>
        <p:spPr>
          <a:xfrm>
            <a:off x="9847783" y="2011680"/>
            <a:ext cx="225095" cy="225095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0" name="S07-cell464"/>
          <p:cNvSpPr/>
          <p:nvPr/>
        </p:nvSpPr>
        <p:spPr>
          <a:xfrm>
            <a:off x="7821930" y="2236775"/>
            <a:ext cx="225095" cy="225095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1" name="S07-cell465"/>
          <p:cNvSpPr/>
          <p:nvPr/>
        </p:nvSpPr>
        <p:spPr>
          <a:xfrm>
            <a:off x="8047025" y="2236775"/>
            <a:ext cx="225095" cy="225095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2" name="S07-cell466"/>
          <p:cNvSpPr/>
          <p:nvPr/>
        </p:nvSpPr>
        <p:spPr>
          <a:xfrm>
            <a:off x="8272120" y="2236775"/>
            <a:ext cx="225095" cy="225095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3" name="S07-cell467"/>
          <p:cNvSpPr/>
          <p:nvPr/>
        </p:nvSpPr>
        <p:spPr>
          <a:xfrm>
            <a:off x="8497214" y="2236775"/>
            <a:ext cx="225095" cy="225095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4" name="S07-cell468"/>
          <p:cNvSpPr/>
          <p:nvPr/>
        </p:nvSpPr>
        <p:spPr>
          <a:xfrm>
            <a:off x="8722309" y="2236775"/>
            <a:ext cx="225095" cy="225095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5" name="S07-cell469"/>
          <p:cNvSpPr/>
          <p:nvPr/>
        </p:nvSpPr>
        <p:spPr>
          <a:xfrm>
            <a:off x="8947404" y="2236775"/>
            <a:ext cx="225095" cy="225095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6" name="S07-cell470"/>
          <p:cNvSpPr/>
          <p:nvPr/>
        </p:nvSpPr>
        <p:spPr>
          <a:xfrm>
            <a:off x="9172499" y="2236775"/>
            <a:ext cx="225095" cy="225095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7" name="S07-cell471"/>
          <p:cNvSpPr/>
          <p:nvPr/>
        </p:nvSpPr>
        <p:spPr>
          <a:xfrm>
            <a:off x="9397594" y="2236775"/>
            <a:ext cx="225095" cy="225095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8" name="S07-cell472"/>
          <p:cNvSpPr/>
          <p:nvPr/>
        </p:nvSpPr>
        <p:spPr>
          <a:xfrm>
            <a:off x="9622688" y="2236775"/>
            <a:ext cx="225095" cy="225095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9" name="S07-cell473"/>
          <p:cNvSpPr/>
          <p:nvPr/>
        </p:nvSpPr>
        <p:spPr>
          <a:xfrm>
            <a:off x="9847783" y="2236775"/>
            <a:ext cx="225095" cy="225095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0" name="S07-cell474"/>
          <p:cNvSpPr/>
          <p:nvPr/>
        </p:nvSpPr>
        <p:spPr>
          <a:xfrm>
            <a:off x="7821930" y="2461870"/>
            <a:ext cx="225095" cy="225095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1" name="S07-cell475"/>
          <p:cNvSpPr/>
          <p:nvPr/>
        </p:nvSpPr>
        <p:spPr>
          <a:xfrm>
            <a:off x="8047025" y="2461870"/>
            <a:ext cx="225095" cy="225095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2" name="S07-cell476"/>
          <p:cNvSpPr/>
          <p:nvPr/>
        </p:nvSpPr>
        <p:spPr>
          <a:xfrm>
            <a:off x="8272120" y="2461870"/>
            <a:ext cx="225095" cy="225095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3" name="S07-cell477"/>
          <p:cNvSpPr/>
          <p:nvPr/>
        </p:nvSpPr>
        <p:spPr>
          <a:xfrm>
            <a:off x="8497214" y="2461870"/>
            <a:ext cx="225095" cy="225095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4" name="S07-cell478"/>
          <p:cNvSpPr/>
          <p:nvPr/>
        </p:nvSpPr>
        <p:spPr>
          <a:xfrm>
            <a:off x="8722309" y="2461870"/>
            <a:ext cx="225095" cy="225095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5" name="S07-cell479"/>
          <p:cNvSpPr/>
          <p:nvPr/>
        </p:nvSpPr>
        <p:spPr>
          <a:xfrm>
            <a:off x="8947404" y="2461870"/>
            <a:ext cx="225095" cy="225095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6" name="S07-cell480"/>
          <p:cNvSpPr/>
          <p:nvPr/>
        </p:nvSpPr>
        <p:spPr>
          <a:xfrm>
            <a:off x="9172499" y="2461870"/>
            <a:ext cx="225095" cy="225095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7" name="S07-cell481"/>
          <p:cNvSpPr/>
          <p:nvPr/>
        </p:nvSpPr>
        <p:spPr>
          <a:xfrm>
            <a:off x="9397594" y="2461870"/>
            <a:ext cx="225095" cy="225095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8" name="S07-cell482"/>
          <p:cNvSpPr/>
          <p:nvPr/>
        </p:nvSpPr>
        <p:spPr>
          <a:xfrm>
            <a:off x="9622688" y="2461870"/>
            <a:ext cx="225095" cy="225095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9" name="S07-cell483"/>
          <p:cNvSpPr/>
          <p:nvPr/>
        </p:nvSpPr>
        <p:spPr>
          <a:xfrm>
            <a:off x="9847783" y="2461870"/>
            <a:ext cx="225095" cy="225095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40" name="S07-cell484"/>
          <p:cNvSpPr/>
          <p:nvPr/>
        </p:nvSpPr>
        <p:spPr>
          <a:xfrm>
            <a:off x="7821930" y="2686964"/>
            <a:ext cx="225095" cy="225095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41" name="S07-cell485"/>
          <p:cNvSpPr/>
          <p:nvPr/>
        </p:nvSpPr>
        <p:spPr>
          <a:xfrm>
            <a:off x="8047025" y="2686964"/>
            <a:ext cx="225095" cy="225095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42" name="S07-cell486"/>
          <p:cNvSpPr/>
          <p:nvPr/>
        </p:nvSpPr>
        <p:spPr>
          <a:xfrm>
            <a:off x="8272120" y="2686964"/>
            <a:ext cx="225095" cy="225095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43" name="S07-cell487"/>
          <p:cNvSpPr/>
          <p:nvPr/>
        </p:nvSpPr>
        <p:spPr>
          <a:xfrm>
            <a:off x="8497214" y="2686964"/>
            <a:ext cx="225095" cy="225095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44" name="S07-cell488"/>
          <p:cNvSpPr/>
          <p:nvPr/>
        </p:nvSpPr>
        <p:spPr>
          <a:xfrm>
            <a:off x="8722309" y="2686964"/>
            <a:ext cx="225095" cy="225095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45" name="S07-cell489"/>
          <p:cNvSpPr/>
          <p:nvPr/>
        </p:nvSpPr>
        <p:spPr>
          <a:xfrm>
            <a:off x="8947404" y="2686964"/>
            <a:ext cx="225095" cy="225095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46" name="S07-cell490"/>
          <p:cNvSpPr/>
          <p:nvPr/>
        </p:nvSpPr>
        <p:spPr>
          <a:xfrm>
            <a:off x="9172499" y="2686964"/>
            <a:ext cx="225095" cy="225095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47" name="S07-cell491"/>
          <p:cNvSpPr/>
          <p:nvPr/>
        </p:nvSpPr>
        <p:spPr>
          <a:xfrm>
            <a:off x="9397594" y="2686964"/>
            <a:ext cx="225095" cy="225095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48" name="S07-cell492"/>
          <p:cNvSpPr/>
          <p:nvPr/>
        </p:nvSpPr>
        <p:spPr>
          <a:xfrm>
            <a:off x="9622688" y="2686964"/>
            <a:ext cx="225095" cy="225095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49" name="S07-cell493"/>
          <p:cNvSpPr/>
          <p:nvPr/>
        </p:nvSpPr>
        <p:spPr>
          <a:xfrm>
            <a:off x="9847783" y="2686964"/>
            <a:ext cx="225095" cy="225095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50" name="S07-cell494"/>
          <p:cNvSpPr/>
          <p:nvPr/>
        </p:nvSpPr>
        <p:spPr>
          <a:xfrm>
            <a:off x="7821930" y="2912059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51" name="S07-cell495"/>
          <p:cNvSpPr/>
          <p:nvPr/>
        </p:nvSpPr>
        <p:spPr>
          <a:xfrm>
            <a:off x="8047025" y="2912059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52" name="S07-cell496"/>
          <p:cNvSpPr/>
          <p:nvPr/>
        </p:nvSpPr>
        <p:spPr>
          <a:xfrm>
            <a:off x="8272120" y="2912059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53" name="S07-cell497"/>
          <p:cNvSpPr/>
          <p:nvPr/>
        </p:nvSpPr>
        <p:spPr>
          <a:xfrm>
            <a:off x="8497214" y="2912059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54" name="S07-cell498"/>
          <p:cNvSpPr/>
          <p:nvPr/>
        </p:nvSpPr>
        <p:spPr>
          <a:xfrm>
            <a:off x="8722309" y="2912059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55" name="S07-cell499"/>
          <p:cNvSpPr/>
          <p:nvPr/>
        </p:nvSpPr>
        <p:spPr>
          <a:xfrm>
            <a:off x="8947404" y="2912059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56" name="S07-cell500"/>
          <p:cNvSpPr/>
          <p:nvPr/>
        </p:nvSpPr>
        <p:spPr>
          <a:xfrm>
            <a:off x="9172499" y="2912059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57" name="S07-cell501"/>
          <p:cNvSpPr/>
          <p:nvPr/>
        </p:nvSpPr>
        <p:spPr>
          <a:xfrm>
            <a:off x="9397594" y="2912059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58" name="S07-cell502"/>
          <p:cNvSpPr/>
          <p:nvPr/>
        </p:nvSpPr>
        <p:spPr>
          <a:xfrm>
            <a:off x="9622688" y="2912059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59" name="S07-cell503"/>
          <p:cNvSpPr/>
          <p:nvPr/>
        </p:nvSpPr>
        <p:spPr>
          <a:xfrm>
            <a:off x="9847783" y="2912059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60" name="S07-cell504"/>
          <p:cNvSpPr/>
          <p:nvPr/>
        </p:nvSpPr>
        <p:spPr>
          <a:xfrm>
            <a:off x="7821930" y="3137154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61" name="S07-cell505"/>
          <p:cNvSpPr/>
          <p:nvPr/>
        </p:nvSpPr>
        <p:spPr>
          <a:xfrm>
            <a:off x="8047025" y="3137154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62" name="S07-cell506"/>
          <p:cNvSpPr/>
          <p:nvPr/>
        </p:nvSpPr>
        <p:spPr>
          <a:xfrm>
            <a:off x="8272120" y="3137154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63" name="S07-cell507"/>
          <p:cNvSpPr/>
          <p:nvPr/>
        </p:nvSpPr>
        <p:spPr>
          <a:xfrm>
            <a:off x="8497214" y="3137154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64" name="S07-cell508"/>
          <p:cNvSpPr/>
          <p:nvPr/>
        </p:nvSpPr>
        <p:spPr>
          <a:xfrm>
            <a:off x="8722309" y="3137154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65" name="S07-cell509"/>
          <p:cNvSpPr/>
          <p:nvPr/>
        </p:nvSpPr>
        <p:spPr>
          <a:xfrm>
            <a:off x="8947404" y="3137154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66" name="S07-cell510"/>
          <p:cNvSpPr/>
          <p:nvPr/>
        </p:nvSpPr>
        <p:spPr>
          <a:xfrm>
            <a:off x="9172499" y="3137154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67" name="S07-cell511"/>
          <p:cNvSpPr/>
          <p:nvPr/>
        </p:nvSpPr>
        <p:spPr>
          <a:xfrm>
            <a:off x="9397594" y="3137154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68" name="S07-cell512"/>
          <p:cNvSpPr/>
          <p:nvPr/>
        </p:nvSpPr>
        <p:spPr>
          <a:xfrm>
            <a:off x="9622688" y="3137154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69" name="S07-cell513"/>
          <p:cNvSpPr/>
          <p:nvPr/>
        </p:nvSpPr>
        <p:spPr>
          <a:xfrm>
            <a:off x="9847783" y="3137154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70" name="S07-cell514"/>
          <p:cNvSpPr/>
          <p:nvPr/>
        </p:nvSpPr>
        <p:spPr>
          <a:xfrm>
            <a:off x="7821930" y="3362249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71" name="S07-cell515"/>
          <p:cNvSpPr/>
          <p:nvPr/>
        </p:nvSpPr>
        <p:spPr>
          <a:xfrm>
            <a:off x="8047025" y="3362249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72" name="S07-cell516"/>
          <p:cNvSpPr/>
          <p:nvPr/>
        </p:nvSpPr>
        <p:spPr>
          <a:xfrm>
            <a:off x="8272120" y="3362249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73" name="S07-cell517"/>
          <p:cNvSpPr/>
          <p:nvPr/>
        </p:nvSpPr>
        <p:spPr>
          <a:xfrm>
            <a:off x="8497214" y="3362249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74" name="S07-cell518"/>
          <p:cNvSpPr/>
          <p:nvPr/>
        </p:nvSpPr>
        <p:spPr>
          <a:xfrm>
            <a:off x="8722309" y="3362249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75" name="S07-cell519"/>
          <p:cNvSpPr/>
          <p:nvPr/>
        </p:nvSpPr>
        <p:spPr>
          <a:xfrm>
            <a:off x="8947404" y="3362249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76" name="S07-cell520"/>
          <p:cNvSpPr/>
          <p:nvPr/>
        </p:nvSpPr>
        <p:spPr>
          <a:xfrm>
            <a:off x="9172499" y="3362249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77" name="S07-cell521"/>
          <p:cNvSpPr/>
          <p:nvPr/>
        </p:nvSpPr>
        <p:spPr>
          <a:xfrm>
            <a:off x="9397594" y="3362249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78" name="S07-cell522"/>
          <p:cNvSpPr/>
          <p:nvPr/>
        </p:nvSpPr>
        <p:spPr>
          <a:xfrm>
            <a:off x="9622688" y="3362249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79" name="S07-cell523"/>
          <p:cNvSpPr/>
          <p:nvPr/>
        </p:nvSpPr>
        <p:spPr>
          <a:xfrm>
            <a:off x="9847783" y="3362249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80" name="S07-cell524"/>
          <p:cNvSpPr/>
          <p:nvPr/>
        </p:nvSpPr>
        <p:spPr>
          <a:xfrm>
            <a:off x="7821930" y="3587344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81" name="S07-cell525"/>
          <p:cNvSpPr/>
          <p:nvPr/>
        </p:nvSpPr>
        <p:spPr>
          <a:xfrm>
            <a:off x="8047025" y="3587344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82" name="S07-cell526"/>
          <p:cNvSpPr/>
          <p:nvPr/>
        </p:nvSpPr>
        <p:spPr>
          <a:xfrm>
            <a:off x="8272120" y="3587344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83" name="S07-cell527"/>
          <p:cNvSpPr/>
          <p:nvPr/>
        </p:nvSpPr>
        <p:spPr>
          <a:xfrm>
            <a:off x="8497214" y="3587344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84" name="S07-cell528"/>
          <p:cNvSpPr/>
          <p:nvPr/>
        </p:nvSpPr>
        <p:spPr>
          <a:xfrm>
            <a:off x="8722309" y="3587344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85" name="S07-cell529"/>
          <p:cNvSpPr/>
          <p:nvPr/>
        </p:nvSpPr>
        <p:spPr>
          <a:xfrm>
            <a:off x="8947404" y="3587344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86" name="S07-cell530"/>
          <p:cNvSpPr/>
          <p:nvPr/>
        </p:nvSpPr>
        <p:spPr>
          <a:xfrm>
            <a:off x="9172499" y="3587344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87" name="S07-cell531"/>
          <p:cNvSpPr/>
          <p:nvPr/>
        </p:nvSpPr>
        <p:spPr>
          <a:xfrm>
            <a:off x="9397594" y="3587344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88" name="S07-cell532"/>
          <p:cNvSpPr/>
          <p:nvPr/>
        </p:nvSpPr>
        <p:spPr>
          <a:xfrm>
            <a:off x="9622688" y="3587344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89" name="S07-cell533"/>
          <p:cNvSpPr/>
          <p:nvPr/>
        </p:nvSpPr>
        <p:spPr>
          <a:xfrm>
            <a:off x="9847783" y="3587344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90" name="S07-cell534"/>
          <p:cNvSpPr/>
          <p:nvPr/>
        </p:nvSpPr>
        <p:spPr>
          <a:xfrm>
            <a:off x="7821930" y="3812438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91" name="S07-cell535"/>
          <p:cNvSpPr/>
          <p:nvPr/>
        </p:nvSpPr>
        <p:spPr>
          <a:xfrm>
            <a:off x="8047025" y="3812438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92" name="S07-cell536"/>
          <p:cNvSpPr/>
          <p:nvPr/>
        </p:nvSpPr>
        <p:spPr>
          <a:xfrm>
            <a:off x="8272120" y="3812438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93" name="S07-cell537"/>
          <p:cNvSpPr/>
          <p:nvPr/>
        </p:nvSpPr>
        <p:spPr>
          <a:xfrm>
            <a:off x="8497214" y="3812438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94" name="S07-cell538"/>
          <p:cNvSpPr/>
          <p:nvPr/>
        </p:nvSpPr>
        <p:spPr>
          <a:xfrm>
            <a:off x="8722309" y="3812438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95" name="S07-cell539"/>
          <p:cNvSpPr/>
          <p:nvPr/>
        </p:nvSpPr>
        <p:spPr>
          <a:xfrm>
            <a:off x="8947404" y="3812438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96" name="S07-cell540"/>
          <p:cNvSpPr/>
          <p:nvPr/>
        </p:nvSpPr>
        <p:spPr>
          <a:xfrm>
            <a:off x="9172499" y="3812438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97" name="S07-cell541"/>
          <p:cNvSpPr/>
          <p:nvPr/>
        </p:nvSpPr>
        <p:spPr>
          <a:xfrm>
            <a:off x="9397594" y="3812438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98" name="S07-cell542"/>
          <p:cNvSpPr/>
          <p:nvPr/>
        </p:nvSpPr>
        <p:spPr>
          <a:xfrm>
            <a:off x="9622688" y="3812438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99" name="S07-cell543"/>
          <p:cNvSpPr/>
          <p:nvPr/>
        </p:nvSpPr>
        <p:spPr>
          <a:xfrm>
            <a:off x="9847783" y="3812438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00" name="S07-cell544"/>
          <p:cNvSpPr/>
          <p:nvPr/>
        </p:nvSpPr>
        <p:spPr>
          <a:xfrm>
            <a:off x="7821930" y="4037533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01" name="S07-cell545"/>
          <p:cNvSpPr/>
          <p:nvPr/>
        </p:nvSpPr>
        <p:spPr>
          <a:xfrm>
            <a:off x="8047025" y="4037533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02" name="S07-cell546"/>
          <p:cNvSpPr/>
          <p:nvPr/>
        </p:nvSpPr>
        <p:spPr>
          <a:xfrm>
            <a:off x="8272120" y="4037533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03" name="S07-cell547"/>
          <p:cNvSpPr/>
          <p:nvPr/>
        </p:nvSpPr>
        <p:spPr>
          <a:xfrm>
            <a:off x="8497214" y="4037533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04" name="S07-cell548"/>
          <p:cNvSpPr/>
          <p:nvPr/>
        </p:nvSpPr>
        <p:spPr>
          <a:xfrm>
            <a:off x="8722309" y="4037533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05" name="S07-cell549"/>
          <p:cNvSpPr/>
          <p:nvPr/>
        </p:nvSpPr>
        <p:spPr>
          <a:xfrm>
            <a:off x="8947404" y="4037533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06" name="S07-cell550"/>
          <p:cNvSpPr/>
          <p:nvPr/>
        </p:nvSpPr>
        <p:spPr>
          <a:xfrm>
            <a:off x="9172499" y="4037533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07" name="S07-cell551"/>
          <p:cNvSpPr/>
          <p:nvPr/>
        </p:nvSpPr>
        <p:spPr>
          <a:xfrm>
            <a:off x="9397594" y="4037533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08" name="S07-cell552"/>
          <p:cNvSpPr/>
          <p:nvPr/>
        </p:nvSpPr>
        <p:spPr>
          <a:xfrm>
            <a:off x="9622688" y="4037533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09" name="S07-cell553"/>
          <p:cNvSpPr/>
          <p:nvPr/>
        </p:nvSpPr>
        <p:spPr>
          <a:xfrm>
            <a:off x="9847783" y="4037533"/>
            <a:ext cx="225095" cy="22509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10" name="S07-figure554" descr="100칸 모눈 중 40칸 색칠"/>
          <p:cNvSpPr/>
          <p:nvPr/>
        </p:nvSpPr>
        <p:spPr>
          <a:xfrm>
            <a:off x="7821930" y="2011680"/>
            <a:ext cx="2250948" cy="2250948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11" name="S07-label555"/>
          <p:cNvSpPr txBox="1"/>
          <p:nvPr/>
        </p:nvSpPr>
        <p:spPr>
          <a:xfrm>
            <a:off x="6254496" y="4335780"/>
            <a:ext cx="5385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0.01이 40개: 0.40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높은 자리부터 비교해요</a:t>
            </a:r>
            <a:endParaRPr lang="ko-KR" sz="4000" dirty="0"/>
          </a:p>
        </p:txBody>
      </p:sp>
      <p:sp>
        <p:nvSpPr>
          <p:cNvPr id="3" name="S08-text55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0.35와 0.4를 자릿값 표에 써요.</a:t>
            </a:r>
            <a:endParaRPr lang="ko-KR" sz="3000" dirty="0"/>
          </a:p>
        </p:txBody>
      </p:sp>
      <p:sp>
        <p:nvSpPr>
          <p:cNvPr id="4" name="S08-card557"/>
          <p:cNvSpPr/>
          <p:nvPr/>
        </p:nvSpPr>
        <p:spPr>
          <a:xfrm>
            <a:off x="548640" y="4975860"/>
            <a:ext cx="11091672" cy="1242060"/>
          </a:xfrm>
          <a:prstGeom prst="roundRect">
            <a:avLst>
              <a:gd name="adj" fmla="val 8834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8-cardtext558"/>
          <p:cNvSpPr txBox="1"/>
          <p:nvPr/>
        </p:nvSpPr>
        <p:spPr>
          <a:xfrm>
            <a:off x="822960" y="5113020"/>
            <a:ext cx="10543032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en-US" altLang="ko-KR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0.35 &lt; 0.4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일의 자리가 같으니 소수 첫째 자리를 비교해요.</a:t>
            </a:r>
            <a:endParaRPr lang="ko-KR" sz="3000" dirty="0"/>
          </a:p>
        </p:txBody>
      </p:sp>
      <p:graphicFrame>
        <p:nvGraphicFramePr>
          <p:cNvPr id="9" name="S08-table55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751076" y="2611755"/>
          <a:ext cx="8686800" cy="914400"/>
        </p:xfrm>
        <a:graphic>
          <a:graphicData uri="http://schemas.openxmlformats.org/drawingml/2006/table">
            <a:tbl>
              <a:tblPr/>
              <a:tblGrid>
                <a:gridCol w="1650492"/>
                <a:gridCol w="1997964"/>
                <a:gridCol w="2519172"/>
                <a:gridCol w="2519172"/>
              </a:tblGrid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일의 자리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소수 첫째 자리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소수 둘째 자리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0.35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0.4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(0)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맞았을까요?</a:t>
            </a:r>
            <a:endParaRPr lang="ko-KR" sz="4000" dirty="0"/>
          </a:p>
        </p:txBody>
      </p:sp>
      <p:sp>
        <p:nvSpPr>
          <p:cNvPr id="3" name="S09-card560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9-cardtext561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2.6과 2.58 중 어느 수가 더 클까요?</a:t>
            </a:r>
            <a:endParaRPr lang="ko-KR" sz="3000" dirty="0"/>
          </a:p>
        </p:txBody>
      </p:sp>
      <p:sp>
        <p:nvSpPr>
          <p:cNvPr id="5" name="S09-card56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9-cardtext56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맞았을까요? 2.6을 2.60으로 써서 설명해요.</a:t>
            </a:r>
            <a:endParaRPr lang="ko-KR" sz="3000" dirty="0"/>
          </a:p>
        </p:txBody>
      </p:sp>
      <p:sp>
        <p:nvSpPr>
          <p:cNvPr id="7" name="S09-chip564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토끼: 2.58</a:t>
            </a:r>
            <a:endParaRPr lang="ko-KR" sz="2400" dirty="0"/>
          </a:p>
        </p:txBody>
      </p:sp>
      <p:sp>
        <p:nvSpPr>
          <p:cNvPr id="8" name="S09-text565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“숫자가 더 많으니까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2.58이 더 커요.”</a:t>
            </a:r>
            <a:endParaRPr lang="ko-KR" sz="3000" dirty="0"/>
          </a:p>
        </p:txBody>
      </p:sp>
      <p:sp>
        <p:nvSpPr>
          <p:cNvPr id="9" name="S09-chip566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곰: 2.6</a:t>
            </a:r>
            <a:endParaRPr lang="ko-KR" sz="2400" dirty="0"/>
          </a:p>
        </p:txBody>
      </p:sp>
      <p:sp>
        <p:nvSpPr>
          <p:cNvPr id="10" name="S09-text567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“소수 첫째 자리가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6이라서 더 커요.”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0-text568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답을 쓰고, ○에는 &gt; 또는 &lt;를 써요.</a:t>
            </a:r>
            <a:endParaRPr lang="ko-KR" sz="3000" dirty="0"/>
          </a:p>
        </p:txBody>
      </p:sp>
      <p:sp>
        <p:nvSpPr>
          <p:cNvPr id="4" name="S10-chip569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5" name="S10-text570"/>
          <p:cNvSpPr txBox="1"/>
          <p:nvPr/>
        </p:nvSpPr>
        <p:spPr>
          <a:xfrm>
            <a:off x="1344168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0.01이 46개인 수를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쓰고 읽어요.</a:t>
            </a:r>
            <a:endParaRPr lang="ko-KR" sz="3000" dirty="0"/>
          </a:p>
        </p:txBody>
      </p:sp>
      <p:sp>
        <p:nvSpPr>
          <p:cNvPr id="6" name="S10-chip571"/>
          <p:cNvSpPr txBox="1"/>
          <p:nvPr/>
        </p:nvSpPr>
        <p:spPr>
          <a:xfrm>
            <a:off x="6277356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7" name="S10-text572"/>
          <p:cNvSpPr txBox="1"/>
          <p:nvPr/>
        </p:nvSpPr>
        <p:spPr>
          <a:xfrm>
            <a:off x="7072884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5.284에서 8이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나타내는 수는?</a:t>
            </a:r>
            <a:endParaRPr lang="ko-KR" sz="3000" dirty="0"/>
          </a:p>
        </p:txBody>
      </p:sp>
      <p:sp>
        <p:nvSpPr>
          <p:cNvPr id="8" name="S10-chip573"/>
          <p:cNvSpPr txBox="1"/>
          <p:nvPr/>
        </p:nvSpPr>
        <p:spPr>
          <a:xfrm>
            <a:off x="548640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9" name="S10-eqtext574"/>
          <p:cNvSpPr txBox="1"/>
          <p:nvPr/>
        </p:nvSpPr>
        <p:spPr>
          <a:xfrm>
            <a:off x="1344168" y="42062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0.9 ○ 0.87</a:t>
            </a:r>
            <a:endParaRPr lang="ko-KR" sz="3400" dirty="0"/>
          </a:p>
        </p:txBody>
      </p:sp>
      <p:sp>
        <p:nvSpPr>
          <p:cNvPr id="10" name="S10-chip575"/>
          <p:cNvSpPr txBox="1"/>
          <p:nvPr/>
        </p:nvSpPr>
        <p:spPr>
          <a:xfrm>
            <a:off x="6277356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400" dirty="0"/>
          </a:p>
        </p:txBody>
      </p:sp>
      <p:sp>
        <p:nvSpPr>
          <p:cNvPr id="11" name="S10-eqtext576"/>
          <p:cNvSpPr txBox="1"/>
          <p:nvPr/>
        </p:nvSpPr>
        <p:spPr>
          <a:xfrm>
            <a:off x="7072884" y="42062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1.205 ○ 1.25</a:t>
            </a:r>
            <a:endParaRPr lang="ko-KR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 정답</a:t>
            </a:r>
            <a:endParaRPr lang="ko-KR" sz="4000" dirty="0"/>
          </a:p>
        </p:txBody>
      </p:sp>
      <p:sp>
        <p:nvSpPr>
          <p:cNvPr id="3" name="S11-card57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1-cardtext57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틀린 문제는 자릿값 표에 위아래로 써서 다시 비교하게 하세요.</a:t>
            </a:r>
            <a:endParaRPr lang="ko-KR" sz="3000" dirty="0"/>
          </a:p>
        </p:txBody>
      </p:sp>
      <p:sp>
        <p:nvSpPr>
          <p:cNvPr id="5" name="S11-chip579"/>
          <p:cNvSpPr txBox="1"/>
          <p:nvPr/>
        </p:nvSpPr>
        <p:spPr>
          <a:xfrm>
            <a:off x="548640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E3F4F1"/>
          </a:solidFill>
          <a:ln>
            <a:solidFill>
              <a:srgbClr val="E3F4F1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정답</a:t>
            </a:r>
            <a:endParaRPr lang="ko-KR" sz="2400" dirty="0"/>
          </a:p>
        </p:txBody>
      </p:sp>
      <p:sp>
        <p:nvSpPr>
          <p:cNvPr id="6" name="S11-text580"/>
          <p:cNvSpPr txBox="1"/>
          <p:nvPr/>
        </p:nvSpPr>
        <p:spPr>
          <a:xfrm>
            <a:off x="548640" y="2057400"/>
            <a:ext cx="268147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0.46</a:t>
            </a:r>
            <a:endParaRPr lang="ko-KR" sz="3000" dirty="0"/>
          </a:p>
        </p:txBody>
      </p:sp>
      <p:sp>
        <p:nvSpPr>
          <p:cNvPr id="7" name="S11-text581"/>
          <p:cNvSpPr txBox="1"/>
          <p:nvPr/>
        </p:nvSpPr>
        <p:spPr>
          <a:xfrm>
            <a:off x="3367278" y="2057400"/>
            <a:ext cx="254431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 점 사육</a:t>
            </a:r>
            <a:endParaRPr lang="ko-KR" sz="2400" dirty="0"/>
          </a:p>
        </p:txBody>
      </p:sp>
      <p:sp>
        <p:nvSpPr>
          <p:cNvPr id="8" name="S11-text582"/>
          <p:cNvSpPr txBox="1"/>
          <p:nvPr/>
        </p:nvSpPr>
        <p:spPr>
          <a:xfrm>
            <a:off x="548640" y="2857500"/>
            <a:ext cx="268147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0.08</a:t>
            </a:r>
            <a:endParaRPr lang="ko-KR" sz="3000" dirty="0"/>
          </a:p>
        </p:txBody>
      </p:sp>
      <p:sp>
        <p:nvSpPr>
          <p:cNvPr id="9" name="S11-text583"/>
          <p:cNvSpPr txBox="1"/>
          <p:nvPr/>
        </p:nvSpPr>
        <p:spPr>
          <a:xfrm>
            <a:off x="3367278" y="2857500"/>
            <a:ext cx="254431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소수 둘째 자리</a:t>
            </a:r>
            <a:endParaRPr lang="ko-KR" sz="2400" dirty="0"/>
          </a:p>
        </p:txBody>
      </p:sp>
      <p:sp>
        <p:nvSpPr>
          <p:cNvPr id="10" name="S11-text584"/>
          <p:cNvSpPr txBox="1"/>
          <p:nvPr/>
        </p:nvSpPr>
        <p:spPr>
          <a:xfrm>
            <a:off x="548640" y="3657600"/>
            <a:ext cx="268147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&gt;</a:t>
            </a:r>
            <a:endParaRPr lang="ko-KR" sz="3000" dirty="0"/>
          </a:p>
        </p:txBody>
      </p:sp>
      <p:sp>
        <p:nvSpPr>
          <p:cNvPr id="11" name="S11-text585"/>
          <p:cNvSpPr txBox="1"/>
          <p:nvPr/>
        </p:nvSpPr>
        <p:spPr>
          <a:xfrm>
            <a:off x="3367278" y="3657600"/>
            <a:ext cx="254431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첫째 자리 9 &gt; 8</a:t>
            </a:r>
            <a:endParaRPr lang="ko-KR" sz="2400" dirty="0"/>
          </a:p>
        </p:txBody>
      </p:sp>
      <p:sp>
        <p:nvSpPr>
          <p:cNvPr id="12" name="S11-text586"/>
          <p:cNvSpPr txBox="1"/>
          <p:nvPr/>
        </p:nvSpPr>
        <p:spPr>
          <a:xfrm>
            <a:off x="548640" y="4457700"/>
            <a:ext cx="268147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&lt;</a:t>
            </a:r>
            <a:endParaRPr lang="ko-KR" sz="3000" dirty="0"/>
          </a:p>
        </p:txBody>
      </p:sp>
      <p:sp>
        <p:nvSpPr>
          <p:cNvPr id="13" name="S11-text587"/>
          <p:cNvSpPr txBox="1"/>
          <p:nvPr/>
        </p:nvSpPr>
        <p:spPr>
          <a:xfrm>
            <a:off x="3367278" y="4457700"/>
            <a:ext cx="254431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둘째 자리 0 &lt; 5</a:t>
            </a:r>
            <a:endParaRPr lang="ko-KR" sz="2400" dirty="0"/>
          </a:p>
        </p:txBody>
      </p:sp>
      <p:sp>
        <p:nvSpPr>
          <p:cNvPr id="14" name="S11-chip588"/>
          <p:cNvSpPr txBox="1"/>
          <p:nvPr/>
        </p:nvSpPr>
        <p:spPr>
          <a:xfrm>
            <a:off x="6277356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FBE6E7"/>
          </a:solidFill>
          <a:ln>
            <a:solidFill>
              <a:srgbClr val="FBE6E7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흔한 실수</a:t>
            </a:r>
            <a:endParaRPr lang="ko-KR" sz="2400" dirty="0"/>
          </a:p>
        </p:txBody>
      </p:sp>
      <p:sp>
        <p:nvSpPr>
          <p:cNvPr id="15" name="S11-text589"/>
          <p:cNvSpPr txBox="1"/>
          <p:nvPr/>
        </p:nvSpPr>
        <p:spPr>
          <a:xfrm>
            <a:off x="6277356" y="20574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영 점 사십육</a:t>
            </a:r>
            <a:endParaRPr lang="ko-KR" sz="3000" dirty="0"/>
          </a:p>
        </p:txBody>
      </p:sp>
      <p:sp>
        <p:nvSpPr>
          <p:cNvPr id="16" name="S11-text590"/>
          <p:cNvSpPr txBox="1"/>
          <p:nvPr/>
        </p:nvSpPr>
        <p:spPr>
          <a:xfrm>
            <a:off x="9095994" y="20574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자연수처럼 읽음</a:t>
            </a:r>
            <a:endParaRPr lang="ko-KR" sz="2400" dirty="0"/>
          </a:p>
        </p:txBody>
      </p:sp>
      <p:sp>
        <p:nvSpPr>
          <p:cNvPr id="17" name="S11-text591"/>
          <p:cNvSpPr txBox="1"/>
          <p:nvPr/>
        </p:nvSpPr>
        <p:spPr>
          <a:xfrm>
            <a:off x="6277356" y="34290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&lt;</a:t>
            </a:r>
            <a:endParaRPr lang="ko-KR" sz="3000" dirty="0"/>
          </a:p>
        </p:txBody>
      </p:sp>
      <p:sp>
        <p:nvSpPr>
          <p:cNvPr id="18" name="S11-text592"/>
          <p:cNvSpPr txBox="1"/>
          <p:nvPr/>
        </p:nvSpPr>
        <p:spPr>
          <a:xfrm>
            <a:off x="9095994" y="34290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숫자가 많으면 크다고 봄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가장 큰 수 찾기</a:t>
            </a:r>
            <a:endParaRPr lang="ko-KR" sz="4000" dirty="0"/>
          </a:p>
        </p:txBody>
      </p:sp>
      <p:sp>
        <p:nvSpPr>
          <p:cNvPr id="3" name="S12-text59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가장 큰 수를 골라요.</a:t>
            </a:r>
            <a:endParaRPr lang="ko-KR" sz="3000" dirty="0"/>
          </a:p>
        </p:txBody>
      </p:sp>
      <p:sp>
        <p:nvSpPr>
          <p:cNvPr id="4" name="S12-card59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12-cardtext59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어떻게 알았는지 말해요.</a:t>
            </a:r>
            <a:endParaRPr lang="ko-KR" sz="3000" dirty="0"/>
          </a:p>
        </p:txBody>
      </p:sp>
      <p:sp>
        <p:nvSpPr>
          <p:cNvPr id="6" name="S12-chip596"/>
          <p:cNvSpPr txBox="1"/>
          <p:nvPr/>
        </p:nvSpPr>
        <p:spPr>
          <a:xfrm>
            <a:off x="548640" y="24368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000" dirty="0"/>
          </a:p>
        </p:txBody>
      </p:sp>
      <p:sp>
        <p:nvSpPr>
          <p:cNvPr id="7" name="S12-card597"/>
          <p:cNvSpPr/>
          <p:nvPr/>
        </p:nvSpPr>
        <p:spPr>
          <a:xfrm>
            <a:off x="1344168" y="2011680"/>
            <a:ext cx="4567428" cy="1417320"/>
          </a:xfrm>
          <a:prstGeom prst="roundRect">
            <a:avLst>
              <a:gd name="adj" fmla="val 774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12-cardtext598"/>
          <p:cNvSpPr txBox="1"/>
          <p:nvPr/>
        </p:nvSpPr>
        <p:spPr>
          <a:xfrm>
            <a:off x="1618488" y="2148840"/>
            <a:ext cx="401878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0.7</a:t>
            </a:r>
            <a:endParaRPr lang="ko-KR" sz="3000" dirty="0"/>
          </a:p>
        </p:txBody>
      </p:sp>
      <p:sp>
        <p:nvSpPr>
          <p:cNvPr id="9" name="S12-chip599"/>
          <p:cNvSpPr txBox="1"/>
          <p:nvPr/>
        </p:nvSpPr>
        <p:spPr>
          <a:xfrm>
            <a:off x="6277356" y="24368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000" dirty="0"/>
          </a:p>
        </p:txBody>
      </p:sp>
      <p:sp>
        <p:nvSpPr>
          <p:cNvPr id="10" name="S12-card600"/>
          <p:cNvSpPr/>
          <p:nvPr/>
        </p:nvSpPr>
        <p:spPr>
          <a:xfrm>
            <a:off x="7072884" y="2011680"/>
            <a:ext cx="4567428" cy="1417320"/>
          </a:xfrm>
          <a:prstGeom prst="roundRect">
            <a:avLst>
              <a:gd name="adj" fmla="val 774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12-cardtext601"/>
          <p:cNvSpPr txBox="1"/>
          <p:nvPr/>
        </p:nvSpPr>
        <p:spPr>
          <a:xfrm>
            <a:off x="7347204" y="2148840"/>
            <a:ext cx="401878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0.68</a:t>
            </a:r>
            <a:endParaRPr lang="ko-KR" sz="3000" dirty="0"/>
          </a:p>
        </p:txBody>
      </p:sp>
      <p:sp>
        <p:nvSpPr>
          <p:cNvPr id="12" name="S12-chip602"/>
          <p:cNvSpPr txBox="1"/>
          <p:nvPr/>
        </p:nvSpPr>
        <p:spPr>
          <a:xfrm>
            <a:off x="548640" y="41285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000" dirty="0"/>
          </a:p>
        </p:txBody>
      </p:sp>
      <p:sp>
        <p:nvSpPr>
          <p:cNvPr id="13" name="S12-card603"/>
          <p:cNvSpPr/>
          <p:nvPr/>
        </p:nvSpPr>
        <p:spPr>
          <a:xfrm>
            <a:off x="1344168" y="3703320"/>
            <a:ext cx="4567428" cy="1417320"/>
          </a:xfrm>
          <a:prstGeom prst="roundRect">
            <a:avLst>
              <a:gd name="adj" fmla="val 774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4" name="S12-cardtext604"/>
          <p:cNvSpPr txBox="1"/>
          <p:nvPr/>
        </p:nvSpPr>
        <p:spPr>
          <a:xfrm>
            <a:off x="1618488" y="3840480"/>
            <a:ext cx="401878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0.705</a:t>
            </a:r>
            <a:endParaRPr lang="ko-KR" sz="3000" dirty="0"/>
          </a:p>
        </p:txBody>
      </p:sp>
      <p:sp>
        <p:nvSpPr>
          <p:cNvPr id="15" name="S12-chip605"/>
          <p:cNvSpPr txBox="1"/>
          <p:nvPr/>
        </p:nvSpPr>
        <p:spPr>
          <a:xfrm>
            <a:off x="6277356" y="41285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</a:t>
            </a:r>
            <a:endParaRPr lang="ko-KR" sz="3000" dirty="0"/>
          </a:p>
        </p:txBody>
      </p:sp>
      <p:sp>
        <p:nvSpPr>
          <p:cNvPr id="16" name="S12-card606"/>
          <p:cNvSpPr/>
          <p:nvPr/>
        </p:nvSpPr>
        <p:spPr>
          <a:xfrm>
            <a:off x="7072884" y="3703320"/>
            <a:ext cx="4567428" cy="1417320"/>
          </a:xfrm>
          <a:prstGeom prst="roundRect">
            <a:avLst>
              <a:gd name="adj" fmla="val 774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7" name="S12-cardtext607"/>
          <p:cNvSpPr txBox="1"/>
          <p:nvPr/>
        </p:nvSpPr>
        <p:spPr>
          <a:xfrm>
            <a:off x="7347204" y="3840480"/>
            <a:ext cx="401878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0.07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3-card608"/>
          <p:cNvSpPr/>
          <p:nvPr/>
        </p:nvSpPr>
        <p:spPr>
          <a:xfrm>
            <a:off x="548640" y="1325880"/>
            <a:ext cx="11091672" cy="1258824"/>
          </a:xfrm>
          <a:prstGeom prst="roundRect">
            <a:avLst>
              <a:gd name="adj" fmla="val 8717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3-cardtext609"/>
          <p:cNvSpPr txBox="1"/>
          <p:nvPr/>
        </p:nvSpPr>
        <p:spPr>
          <a:xfrm>
            <a:off x="822960" y="1463040"/>
            <a:ext cx="10543032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0.01은 1을 100으로, 0.001은 1을 1000으로 똑같이 나눈 하나예요.</a:t>
            </a:r>
            <a:endParaRPr lang="ko-KR" sz="3000" dirty="0"/>
          </a:p>
        </p:txBody>
      </p:sp>
      <p:sp>
        <p:nvSpPr>
          <p:cNvPr id="5" name="S13-chip610"/>
          <p:cNvSpPr txBox="1"/>
          <p:nvPr/>
        </p:nvSpPr>
        <p:spPr>
          <a:xfrm>
            <a:off x="548640" y="2813304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높은 자리부터 비교하기</a:t>
            </a:r>
            <a:endParaRPr lang="ko-KR" sz="2400" dirty="0"/>
          </a:p>
        </p:txBody>
      </p:sp>
      <p:sp>
        <p:nvSpPr>
          <p:cNvPr id="6" name="S13-chip611"/>
          <p:cNvSpPr txBox="1"/>
          <p:nvPr/>
        </p:nvSpPr>
        <p:spPr>
          <a:xfrm>
            <a:off x="6208776" y="2813304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숫자가 많으면 크다고 하기</a:t>
            </a:r>
            <a:endParaRPr lang="ko-KR" sz="2400" dirty="0"/>
          </a:p>
        </p:txBody>
      </p:sp>
      <p:sp>
        <p:nvSpPr>
          <p:cNvPr id="7" name="S13-text612"/>
          <p:cNvSpPr txBox="1"/>
          <p:nvPr/>
        </p:nvSpPr>
        <p:spPr>
          <a:xfrm>
            <a:off x="548640" y="3636264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400" dirty="0"/>
          </a:p>
        </p:txBody>
      </p:sp>
      <p:sp>
        <p:nvSpPr>
          <p:cNvPr id="8" name="S13-text613"/>
          <p:cNvSpPr txBox="1"/>
          <p:nvPr/>
        </p:nvSpPr>
        <p:spPr>
          <a:xfrm>
            <a:off x="548640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0.001이 25개인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수는?</a:t>
            </a:r>
            <a:endParaRPr lang="ko-KR" sz="2400" dirty="0"/>
          </a:p>
        </p:txBody>
      </p:sp>
      <p:sp>
        <p:nvSpPr>
          <p:cNvPr id="9" name="S13-eqtext614"/>
          <p:cNvSpPr txBox="1"/>
          <p:nvPr/>
        </p:nvSpPr>
        <p:spPr>
          <a:xfrm>
            <a:off x="4322064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0.6 ○ 0.59</a:t>
            </a:r>
            <a:endParaRPr lang="ko-KR" sz="2800" dirty="0"/>
          </a:p>
        </p:txBody>
      </p:sp>
      <p:sp>
        <p:nvSpPr>
          <p:cNvPr id="10" name="S13-text615"/>
          <p:cNvSpPr txBox="1"/>
          <p:nvPr/>
        </p:nvSpPr>
        <p:spPr>
          <a:xfrm>
            <a:off x="8095488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3.07에서 7이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나타내는 수는?</a:t>
            </a:r>
            <a:endParaRPr lang="ko-KR" sz="2400" dirty="0"/>
          </a:p>
        </p:txBody>
      </p:sp>
      <p:sp>
        <p:nvSpPr>
          <p:cNvPr id="11" name="S13-text616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소수의 덧셈과 뺄셈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0.1 다시 보기</a:t>
            </a:r>
            <a:endParaRPr lang="ko-KR" sz="4000" dirty="0"/>
          </a:p>
        </p:txBody>
      </p:sp>
      <p:sp>
        <p:nvSpPr>
          <p:cNvPr id="3" name="S14-text617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1을 10칸으로 똑같이 나눴어요.</a:t>
            </a:r>
            <a:endParaRPr lang="ko-KR" sz="3000" dirty="0"/>
          </a:p>
        </p:txBody>
      </p:sp>
      <p:sp>
        <p:nvSpPr>
          <p:cNvPr id="4" name="S14-card618"/>
          <p:cNvSpPr/>
          <p:nvPr/>
        </p:nvSpPr>
        <p:spPr>
          <a:xfrm>
            <a:off x="548640" y="4604004"/>
            <a:ext cx="3544824" cy="1613916"/>
          </a:xfrm>
          <a:prstGeom prst="roundRect">
            <a:avLst>
              <a:gd name="adj" fmla="val 679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14-cardtext619"/>
          <p:cNvSpPr txBox="1"/>
          <p:nvPr/>
        </p:nvSpPr>
        <p:spPr>
          <a:xfrm>
            <a:off x="822960" y="4741164"/>
            <a:ext cx="2996184" cy="1339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1칸은 0.1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 점 일이라고 읽어요.</a:t>
            </a:r>
            <a:endParaRPr lang="ko-KR" sz="3000" dirty="0"/>
          </a:p>
        </p:txBody>
      </p:sp>
      <p:sp>
        <p:nvSpPr>
          <p:cNvPr id="6" name="S14-card620"/>
          <p:cNvSpPr/>
          <p:nvPr/>
        </p:nvSpPr>
        <p:spPr>
          <a:xfrm>
            <a:off x="4322064" y="4604004"/>
            <a:ext cx="3544824" cy="1613916"/>
          </a:xfrm>
          <a:prstGeom prst="roundRect">
            <a:avLst>
              <a:gd name="adj" fmla="val 679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14-cardtext621"/>
          <p:cNvSpPr txBox="1"/>
          <p:nvPr/>
        </p:nvSpPr>
        <p:spPr>
          <a:xfrm>
            <a:off x="4596384" y="4741164"/>
            <a:ext cx="2996184" cy="1339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3칸은 0.3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0.1이 3개, 영 점 삼</a:t>
            </a:r>
            <a:endParaRPr lang="ko-KR" sz="3000" dirty="0"/>
          </a:p>
        </p:txBody>
      </p:sp>
      <p:sp>
        <p:nvSpPr>
          <p:cNvPr id="8" name="S14-card622"/>
          <p:cNvSpPr/>
          <p:nvPr/>
        </p:nvSpPr>
        <p:spPr>
          <a:xfrm>
            <a:off x="8095488" y="4604004"/>
            <a:ext cx="3544824" cy="1613916"/>
          </a:xfrm>
          <a:prstGeom prst="roundRect">
            <a:avLst>
              <a:gd name="adj" fmla="val 679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9" name="S14-cardtext623"/>
          <p:cNvSpPr txBox="1"/>
          <p:nvPr/>
        </p:nvSpPr>
        <p:spPr>
          <a:xfrm>
            <a:off x="8369808" y="4741164"/>
            <a:ext cx="2996184" cy="1339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10칸은 1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0.1이 10개면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1이에요.</a:t>
            </a:r>
            <a:endParaRPr lang="ko-KR" sz="3000" dirty="0"/>
          </a:p>
        </p:txBody>
      </p:sp>
      <p:sp>
        <p:nvSpPr>
          <p:cNvPr id="10" name="S14-cell624"/>
          <p:cNvSpPr/>
          <p:nvPr/>
        </p:nvSpPr>
        <p:spPr>
          <a:xfrm>
            <a:off x="1065276" y="2690622"/>
            <a:ext cx="1005840" cy="100584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" name="S14-cell625"/>
          <p:cNvSpPr/>
          <p:nvPr/>
        </p:nvSpPr>
        <p:spPr>
          <a:xfrm>
            <a:off x="2071116" y="2690622"/>
            <a:ext cx="1005840" cy="100584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" name="S14-cell626"/>
          <p:cNvSpPr/>
          <p:nvPr/>
        </p:nvSpPr>
        <p:spPr>
          <a:xfrm>
            <a:off x="3076956" y="2690622"/>
            <a:ext cx="1005840" cy="100584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" name="S14-cell627"/>
          <p:cNvSpPr/>
          <p:nvPr/>
        </p:nvSpPr>
        <p:spPr>
          <a:xfrm>
            <a:off x="4082796" y="2690622"/>
            <a:ext cx="1005840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4" name="S14-cell628"/>
          <p:cNvSpPr/>
          <p:nvPr/>
        </p:nvSpPr>
        <p:spPr>
          <a:xfrm>
            <a:off x="5088636" y="2690622"/>
            <a:ext cx="1005840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5" name="S14-cell629"/>
          <p:cNvSpPr/>
          <p:nvPr/>
        </p:nvSpPr>
        <p:spPr>
          <a:xfrm>
            <a:off x="6094476" y="2690622"/>
            <a:ext cx="1005840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6" name="S14-cell630"/>
          <p:cNvSpPr/>
          <p:nvPr/>
        </p:nvSpPr>
        <p:spPr>
          <a:xfrm>
            <a:off x="7100316" y="2690622"/>
            <a:ext cx="1005840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7" name="S14-cell631"/>
          <p:cNvSpPr/>
          <p:nvPr/>
        </p:nvSpPr>
        <p:spPr>
          <a:xfrm>
            <a:off x="8106156" y="2690622"/>
            <a:ext cx="1005840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8" name="S14-cell632"/>
          <p:cNvSpPr/>
          <p:nvPr/>
        </p:nvSpPr>
        <p:spPr>
          <a:xfrm>
            <a:off x="9111996" y="2690622"/>
            <a:ext cx="1005840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9" name="S14-cell633"/>
          <p:cNvSpPr/>
          <p:nvPr/>
        </p:nvSpPr>
        <p:spPr>
          <a:xfrm>
            <a:off x="10117836" y="2690622"/>
            <a:ext cx="1005840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0" name="S14-figure634" descr="10칸 띠 중 3칸 색칠"/>
          <p:cNvSpPr/>
          <p:nvPr/>
        </p:nvSpPr>
        <p:spPr>
          <a:xfrm>
            <a:off x="1065276" y="2690622"/>
            <a:ext cx="10058400" cy="100584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초4 수학 소수 두 자리 수와 세 자리 수</dc:title>
  <dc:subject>KR22-G04-MAT-DEC2-L01</dc:subject>
  <dc:creator>education-ppt</dc:creator>
  <cp:lastModifiedBy>education-ppt</cp:lastModifiedBy>
  <cp:revision>1</cp:revision>
  <dcterms:created xsi:type="dcterms:W3CDTF">2026-10-26T08:17:50Z</dcterms:created>
  <dcterms:modified xsi:type="dcterms:W3CDTF">2026-10-26T08:17:50Z</dcterms:modified>
</cp:coreProperties>
</file>