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701cd3-6c94-4ca9-b7f5-89c564de75af}">
          <p14:sldIdLst>
            <p14:sldId id="256"/>
            <p14:sldId id="257"/>
          </p14:sldIdLst>
        </p14:section>
        <p14:section name="개념" id="{0bfc1655-3009-be27-43f6-e1e836d198a9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e88e2abe-8ffe-f4ad-89e2-754b22b0e16a}">
          <p14:sldIdLst>
            <p14:sldId id="261"/>
            <p14:sldId id="264"/>
          </p14:sldIdLst>
        </p14:section>
        <p14:section name="개념" id="{4f13a222-033a-bb29-c834-c53e72d06d37}">
          <p14:sldIdLst/>
        </p14:section>
        <p14:section name="연습" id="{97e93241-1d24-7c3a-2d7b-12ad2dbebc13}">
          <p14:sldIdLst/>
        </p14:section>
        <p14:section name="확인" id="{658b4e66-3ecf-c42d-52c5-89afac6c16d9}">
          <p14:sldIdLst>
            <p14:sldId id="265"/>
            <p14:sldId id="266"/>
            <p14:sldId id="267"/>
          </p14:sldIdLst>
        </p14:section>
        <p14:section name="정리" id="{708e7432-f45e-5dd2-b30b-435b1df1dd17}">
          <p14:sldIdLst>
            <p14:sldId id="268"/>
          </p14:sldIdLst>
        </p14:section>
        <p14:section name="보충" id="{7a31391f-11de-d625-cd5e-9f4f86a806e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3학년에 배운 0.1보다 더 작은 양을 나타내는 방법이 궁금하게 합니다.
시간: 약 2분
이렇게 말해 보세요
- “3학년 때 0.1, 0.2 같은 소수를 배웠지? 오늘은 0.1보다 더 작은 수를 나타내 볼 거야.”
- “오른쪽 모눈 전체가 1이라면, 색칠한 부분은 얼마쯤일까?”
예상 답
- “0.3이요.” “0.4쯤이요.” “잘 모르겠어요.”
막히면
- 답을 확인하지 않고 넘어갑니다. S03에서 같은 그림을 함께 읽습니다.
주의
- 오늘은 모눈과 색연필을 씁니다. 10×10칸 모눈을 미리 2~3개 그려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확인(0.1, 소수 한 자리 수)]
목적: 0.1의 뜻, 소수 한 자리 수의 크기 비교, 1보다 큰 소수 한 자리 수를 0.1의 개수로 보는지 확인합니다.
시간: 약 3분
이렇게 말해 보세요
- “①은 0.1이 7개야. 소수로 쓰면?”
- “②는 0.6과 0.8 중 어느 쪽이 커? ③은 1.3 안에 0.1이 몇 개 들어 있을까?”
정답
- ① 0.7
- ② 0.6 &lt; 0.8
- ③ 13개 (1은 0.1이 10개, 0.3은 0.1이 3개)
막히면
- ③이 어려우면 “1은 0.1이 몇 개였지?”라고 먼저 묻습니다.
- 두 문제 이상 틀리면 S14(보충)를 먼저 합니다. 보충으로도 어려우면 3학년 ‘소수의 뜻’ 차시를 먼저 합니다.
주의
- ③을 3개라고 하면 1 안의 0.1 10개를 빠뜨린 것입니다. 오늘 0.01을 셀 때도 같은 생각을 쓰니 짚어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0.01의 뜻과 소수 두 자리 수 읽고 쓰기]
목적: 1을 100으로 똑같이 나눈 하나가 0.01이고, 0.01이 37개이면 0.37이라는 것을 모눈으로 압니다.
시간: 약 4분
이렇게 말해 보세요
- “모눈 전체가 1이야. 100칸으로 똑같이 나눴지? 1칸은 100분의 1이고, 소수로 0.01이라고 써. ‘영 점 영일’이라고 읽어.”
- “한 줄(10칸)은 얼마일까? 0.01이 10개면 0.1이야. 그럼 오른쪽처럼 37칸을 칠하면?”
예상 답
- “한 줄은 0.1이에요.” “37칸은 0.37, 영 점 삼칠이요.”
막히면
- 준비한 모눈에 직접 한 줄을 칠하고 “이 줄은 1을 10으로 나눈 것 중 하나, 0.1이지?”라고 3학년 내용과 연결합니다.
- 37칸은 ‘3줄과 7칸’으로 셉니다. 3줄은 0.3, 7칸은 0.07입니다.
주의
- ‘영 점 삼십칠’이라고 읽으면 바로잡습니다. 소수점 아래는 숫자를 하나씩 읽습니다(M1).
- 생활 예: 1 m = 100 cm이므로 1 cm = 0.01 m, 37 cm = 0.37 m입니다.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0.001의 뜻과 소수 세 자리 수]
목적: 0.01을 다시 10으로 똑같이 나눈 하나가 0.001이고, 1을 1000으로 똑같이 나눈 하나와 같다는 것을 압니다.
시간: 약 3분
이렇게 말해 보세요
- “1을 10으로 똑같이 나누면 0.1, 0.1을 다시 10으로 나누면 0.01이었지? 0.01을 또 10으로 나누면 0.001이야. ‘영 점 영영일’이라고 읽어.”
- “우유 1 L는 1000 mL야. 1 mL는 1 L의 얼마일까?”
예상 답
- “1000개 중 하나니까 0.001 L요.”
막히면
- 모눈 1칸(0.01)을 다시 10조각으로 나눈다고 상상하게 합니다. 너무 작아서 그리기 어렵다는 것을 함께 이야기합니다.
- 우유갑이나 물병을 들고 “이 안에 1 mL가 1000번 들어 있어.”라고 말해 줍니다.
주의
- 1.234는 ‘일 점 이삼사’로 읽고, 1과 0.234를 합한 수입니다. 소수 세 자리 수도 소수점 아래를 하나씩 읽습니다.
- 0.001이 10개면 0.01, 0.01이 10개면 0.1, 0.1이 10개면 1입니다. 거꾸로도 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소수의 자릿값 표]
목적: 소수점 아래 자리의 이름(소수 첫째·둘째·셋째 자리)을 알고, 각 숫자가 나타내는 값을 말합니다.
시간: 약 3분
이렇게 말해 보세요
- “2.375에서 2는 일의 자리 숫자야. 3은 소수 첫째 자리 숫자라서 0.3을 나타내. 7은 어느 자리 숫자이고 얼마를 나타낼까?”
- “5는? 그럼 2.375는 무엇과 무엇을 모두 더한 수일까?”
예상 답
- “7은 소수 둘째 자리, 0.07이요.” “5는 소수 셋째 자리, 0.005요.”
막히면
- S04의 1 → 0.1 → 0.01 → 0.001 그림을 다시 보며, 자리가 하나 오른쪽으로 갈수록 10으로 나눈 값이 된다고 짚어 줍니다.
주의
- 소수점은 일의 자리와 소수 첫째 자리 사이에 찍습니다. 소수점 바로 오른쪽이 소수 첫째 자리입니다.
- 0.07처럼 앞 자리가 비면 0을 써서 자리를 지킵니다(M3).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연습(읽고 쓰기, 자릿값)]
목적: 도움을 받으며 소수 두 자리 수·세 자리 수를 쓰고 읽고, 숫자가 나타내는 값을 말합니다.
시간: 약 4분
이렇게 말해 보세요
- “①은 모눈 58칸이야. 몇 줄과 몇 칸이지? 소수로 쓰면?”
- “②는 0.001이 9개야. 9는 어느 자리에 들어가야 할까? 빈 자리에는 무엇을 쓸까?”
정답
- ① 0.58
- ② 0.009
- ③ 사 점 칠이오
- ④ 0.02 (소수 둘째 자리 숫자)
막히면
- ②를 0.9나 0.09로 쓰면 자릿값 표를 그려 소수 셋째 자리에 9를 쓰고, 빈 자리에 0을 채우게 합니다(M3).
- ④를 2라고 하면 “2는 어느 자리에 있어? 그 자리는 얼마짜리야?”라고 묻습니다.
주의
- ③을 ‘사 점 칠백이십오’로 읽으면 S03의 읽는 법으로 돌아갑니다(M1).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소수 끝자리의 0]
목적: 소수 끝자리에 0을 붙이거나 생략해도 크기가 같다는 것을 모눈으로 확인합니다(M4).
시간: 약 3분
이렇게 말해 보세요
- “왼쪽은 0.1이 4개라서 0.4, 오른쪽은 0.01이 40개라서 0.40이야. 색칠한 양을 비교해 볼까?”
- “그럼 0.40과 0.4는 크기가 같을까, 다를까?”
예상 답
- “똑같이 4줄이에요. 크기가 같아요.”
막히면
- 준비한 모눈 두 장에 아이가 직접 0.4와 0.40을 칠하고 포개어 봅니다.
주의
- 소수 끝자리의 0은 보통 생략해서 0.4로 씁니다. 크기를 비교하거나 계산할 때는 0을 붙여 자리 수를 맞추면 편합니다.
- 0.04와 0.4는 다릅니다. 생략할 수 있는 것은 ‘끝자리’의 0뿐입니다.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소수의 크기 비교 방법]
목적: 두 소수를 일의 자리 → 소수 첫째 자리 → 소수 둘째 자리 → 소수 셋째 자리 순서로 비교하는 방법을 압니다.
시간: 약 3분
이렇게 말해 보세요
- “자릿값 표에 위아래로 쓰고, 왼쪽(높은 자리)부터 비교해. 일의 자리는 둘 다 0이야. 다음 소수 첫째 자리는?”
- “3과 4 중 4가 크니까 0.4가 더 커. 둘째 자리는 볼 필요가 없어.”
예상 답
- “0.4가 커요. 첫째 자리 4가 3보다 커요.”
막히면
- 0.4를 0.40으로 써서 ‘35칸과 40칸’으로 비교하게 합니다. 모눈에 35칸과 40칸을 칠해 봐도 좋습니다.
주의
- 표의 (0)은 생략된 끝자리 0을 보이게 쓴 것입니다(S07).
- 다른 예: 1.52와 1.48은 일의 자리가 같고, 소수 첫째 자리 5 &gt; 4이므로 1.52 &gt; 1.48입니다.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비교(자리 수가 많으면 크다)]
목적: 소수점 아래 숫자가 많으면 크다는 오개념을 찾고, 끝자리 0이나 자리별 비교로 바로잡습니다(M2).
시간: 약 3분
이렇게 말해 보세요
- “토끼와 곰의 생각이 달라. 누가 맞았을까?”
- “2.6을 2.60으로 쓰면 2.58과 무엇을 비교하면 될까?”
예상 답
- “곰이요. 2.60이 2.58보다 커요.”
정답
- 곰이 맞습니다. 2.6 &gt; 2.58입니다.
- 일의 자리는 둘 다 2이고, 소수 첫째 자리 6 &gt; 5입니다. 2.60과 2.58로 쓰면 0.01이 260개와 258개라서 2.6이 큽니다.
막히면
- 자릿값 표에 2.6과 2.58을 위아래로 쓰고 S08처럼 왼쪽부터 비교합니다.
주의
- 자연수에서는 자리 수가 많은 수가 크지만, 소수는 소수점 아래 자리 수로 크기를 정할 수 없습니다. 이 차이를 말로 정리하게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소수를 쓰고 읽고, 자릿값을 말하고, 크기를 비교하는지 확인합니다.
시간: 약 5분
이렇게 말해 보세요
- “이번에는 혼자 공책에 풀어 볼래? 다 풀면 ③, ④는 어떻게 비교했는지 말해 줘.”
정답
- ① 0.46, 영 점 사육
- ② 0.08
- ③ 0.9 &gt; 0.87
- ④ 1.205 &lt; 1.25
막히면
- 바로 알려 주지 말고 “자릿값 표에 써 볼까?”라고만 말합니다.
- 도움을 받아 해결했다면 기록표에 ‘도움’으로 표시합니다.
주의
- ③을 &lt;로 했다면 숫자가 많은 쪽을 크다고 본 것입니다(M2). S09로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자릿값 표에 써서 같이 확인하자.”
정답
- ① 0.46(영 점 사육) ② 0.08 ③ 0.9 &gt; 0.87 ④ 1.205 &lt; 1.25
막히면
- ③, ④를 틀렸으면 S08의 표처럼 위아래로 쓰고 왼쪽부터 비교합니다. ④는 1.205와 1.250으로 써 보게 합니다.
- ②를 8이라고 했으면 S05의 ‘나타내는 수’ 줄을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확인(가장 큰 소수 고르기)]
목적: 자리 수가 다른 네 소수에서 가장 큰 수를 고르고, 자리의 값으로 까닭을 말하는지 확인합니다.
시간: 약 2분
이렇게 말해 보세요
- “네 수 중 가장 큰 수는 무엇일까? 어떻게 알았어?”
정답
- 다(0.705). 0.7 = 0.700이고, 소수 셋째 자리 5 &gt; 0이라서 0.705 &gt; 0.7입니다.
- 작은 수부터: 0.07 &lt; 0.68 &lt; 0.7 &lt; 0.705
막히면
- 네 수를 0.700, 0.680, 0.705, 0.070처럼 끝에 0을 붙여 소수 세 자리 수로 맞춰 쓰게 합니다.
주의
- 가(0.7)를 고르면 0.7과 0.705의 소수 둘째·셋째 자리를 비교하지 않은 것입니다. 나(0.68)를 고르면 숫자가 많은 쪽을 고른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“0.01은 무엇이었지? 0.001은?”
- “두 소수의 크기는 어떻게 비교했어?”
예상 답
- “1을 100으로 나눈 하나요.” “일의 자리부터 같은 자리끼리 비교해요.”
정답
- ① 0.025 ② 0.6 &gt; 0.59 ③ 0.07
막히면
- S05의 자릿값 표와 S08의 비교 표를 다시 보여 줍니다.
주의
- 다음 차시에서는 소수점을 맞추어 소수를 더하고 뺍니다. 오늘 배운 ‘같은 자리끼리’가 그대로 쓰입니다.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보충(0.1과 소수 한 자리 수)]
목적: S02에서 0.1과 소수 한 자리 수가 흔들리면, 오늘 0.01을 배우기 전에 0.1의 뜻을 다시 익힙니다.
시간: 약 5분
이렇게 말해 보세요
- “종이 띠 전체가 1이야. 10칸으로 똑같이 나눴으니 1칸은 10분의 1, 소수로 0.1이야. 3칸은?”
- “10칸을 다 칠하면 얼마가 될까? 1.3은 0.1이 몇 개일까?”
정답
- 3칸은 0.3, 10칸은 1, 1.3은 0.1이 13개
막히면
- 종이 띠를 10칸으로 접어 직접 칠하며 셉니다. 0.5, 0.8도 칠해 보고 어느 쪽이 더 큰지 비교합니다(0.5 &lt; 0.8).
주의
- 보충으로도 어려우면 3학년 ‘소수의 뜻’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두 자리 수와 세 자리 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0.1보다 작은 수는 어떻게 나타낼까요?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818388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47648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76909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6170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35431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93952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23213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52474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081735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18388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47648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76909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906170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35431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64692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3952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23213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474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81735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8183880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8476488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8769096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9061704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354312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9646920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9939528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232136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0524744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10817352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8183880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8476488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8769096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9061704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cell35"/>
          <p:cNvSpPr/>
          <p:nvPr/>
        </p:nvSpPr>
        <p:spPr>
          <a:xfrm>
            <a:off x="9354312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1-cell36"/>
          <p:cNvSpPr/>
          <p:nvPr/>
        </p:nvSpPr>
        <p:spPr>
          <a:xfrm>
            <a:off x="9646920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1-cell37"/>
          <p:cNvSpPr/>
          <p:nvPr/>
        </p:nvSpPr>
        <p:spPr>
          <a:xfrm>
            <a:off x="9939528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1-cell38"/>
          <p:cNvSpPr/>
          <p:nvPr/>
        </p:nvSpPr>
        <p:spPr>
          <a:xfrm>
            <a:off x="1023213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1-cell39"/>
          <p:cNvSpPr/>
          <p:nvPr/>
        </p:nvSpPr>
        <p:spPr>
          <a:xfrm>
            <a:off x="1052474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cell40"/>
          <p:cNvSpPr/>
          <p:nvPr/>
        </p:nvSpPr>
        <p:spPr>
          <a:xfrm>
            <a:off x="1081735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1-cell41"/>
          <p:cNvSpPr/>
          <p:nvPr/>
        </p:nvSpPr>
        <p:spPr>
          <a:xfrm>
            <a:off x="818388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cell42"/>
          <p:cNvSpPr/>
          <p:nvPr/>
        </p:nvSpPr>
        <p:spPr>
          <a:xfrm>
            <a:off x="847648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1-cell43"/>
          <p:cNvSpPr/>
          <p:nvPr/>
        </p:nvSpPr>
        <p:spPr>
          <a:xfrm>
            <a:off x="876909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1-cell44"/>
          <p:cNvSpPr/>
          <p:nvPr/>
        </p:nvSpPr>
        <p:spPr>
          <a:xfrm>
            <a:off x="906170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1-cell45"/>
          <p:cNvSpPr/>
          <p:nvPr/>
        </p:nvSpPr>
        <p:spPr>
          <a:xfrm>
            <a:off x="935431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1-cell46"/>
          <p:cNvSpPr/>
          <p:nvPr/>
        </p:nvSpPr>
        <p:spPr>
          <a:xfrm>
            <a:off x="964692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1-cell47"/>
          <p:cNvSpPr/>
          <p:nvPr/>
        </p:nvSpPr>
        <p:spPr>
          <a:xfrm>
            <a:off x="993952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1-cell48"/>
          <p:cNvSpPr/>
          <p:nvPr/>
        </p:nvSpPr>
        <p:spPr>
          <a:xfrm>
            <a:off x="1023213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1-cell49"/>
          <p:cNvSpPr/>
          <p:nvPr/>
        </p:nvSpPr>
        <p:spPr>
          <a:xfrm>
            <a:off x="1052474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cell50"/>
          <p:cNvSpPr/>
          <p:nvPr/>
        </p:nvSpPr>
        <p:spPr>
          <a:xfrm>
            <a:off x="1081735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1-cell51"/>
          <p:cNvSpPr/>
          <p:nvPr/>
        </p:nvSpPr>
        <p:spPr>
          <a:xfrm>
            <a:off x="818388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cell52"/>
          <p:cNvSpPr/>
          <p:nvPr/>
        </p:nvSpPr>
        <p:spPr>
          <a:xfrm>
            <a:off x="847648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1-cell53"/>
          <p:cNvSpPr/>
          <p:nvPr/>
        </p:nvSpPr>
        <p:spPr>
          <a:xfrm>
            <a:off x="876909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1-cell54"/>
          <p:cNvSpPr/>
          <p:nvPr/>
        </p:nvSpPr>
        <p:spPr>
          <a:xfrm>
            <a:off x="906170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1-cell55"/>
          <p:cNvSpPr/>
          <p:nvPr/>
        </p:nvSpPr>
        <p:spPr>
          <a:xfrm>
            <a:off x="935431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1-cell56"/>
          <p:cNvSpPr/>
          <p:nvPr/>
        </p:nvSpPr>
        <p:spPr>
          <a:xfrm>
            <a:off x="964692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1-cell57"/>
          <p:cNvSpPr/>
          <p:nvPr/>
        </p:nvSpPr>
        <p:spPr>
          <a:xfrm>
            <a:off x="993952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1-cell58"/>
          <p:cNvSpPr/>
          <p:nvPr/>
        </p:nvSpPr>
        <p:spPr>
          <a:xfrm>
            <a:off x="1023213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1-cell59"/>
          <p:cNvSpPr/>
          <p:nvPr/>
        </p:nvSpPr>
        <p:spPr>
          <a:xfrm>
            <a:off x="1052474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cell60"/>
          <p:cNvSpPr/>
          <p:nvPr/>
        </p:nvSpPr>
        <p:spPr>
          <a:xfrm>
            <a:off x="1081735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1-cell61"/>
          <p:cNvSpPr/>
          <p:nvPr/>
        </p:nvSpPr>
        <p:spPr>
          <a:xfrm>
            <a:off x="818388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cell62"/>
          <p:cNvSpPr/>
          <p:nvPr/>
        </p:nvSpPr>
        <p:spPr>
          <a:xfrm>
            <a:off x="847648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cell63"/>
          <p:cNvSpPr/>
          <p:nvPr/>
        </p:nvSpPr>
        <p:spPr>
          <a:xfrm>
            <a:off x="876909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1-cell64"/>
          <p:cNvSpPr/>
          <p:nvPr/>
        </p:nvSpPr>
        <p:spPr>
          <a:xfrm>
            <a:off x="906170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1-cell65"/>
          <p:cNvSpPr/>
          <p:nvPr/>
        </p:nvSpPr>
        <p:spPr>
          <a:xfrm>
            <a:off x="935431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1-cell66"/>
          <p:cNvSpPr/>
          <p:nvPr/>
        </p:nvSpPr>
        <p:spPr>
          <a:xfrm>
            <a:off x="964692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1-cell67"/>
          <p:cNvSpPr/>
          <p:nvPr/>
        </p:nvSpPr>
        <p:spPr>
          <a:xfrm>
            <a:off x="993952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1-cell68"/>
          <p:cNvSpPr/>
          <p:nvPr/>
        </p:nvSpPr>
        <p:spPr>
          <a:xfrm>
            <a:off x="1023213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1-cell69"/>
          <p:cNvSpPr/>
          <p:nvPr/>
        </p:nvSpPr>
        <p:spPr>
          <a:xfrm>
            <a:off x="1052474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cell70"/>
          <p:cNvSpPr/>
          <p:nvPr/>
        </p:nvSpPr>
        <p:spPr>
          <a:xfrm>
            <a:off x="1081735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cell71"/>
          <p:cNvSpPr/>
          <p:nvPr/>
        </p:nvSpPr>
        <p:spPr>
          <a:xfrm>
            <a:off x="818388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cell72"/>
          <p:cNvSpPr/>
          <p:nvPr/>
        </p:nvSpPr>
        <p:spPr>
          <a:xfrm>
            <a:off x="847648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cell73"/>
          <p:cNvSpPr/>
          <p:nvPr/>
        </p:nvSpPr>
        <p:spPr>
          <a:xfrm>
            <a:off x="876909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cell74"/>
          <p:cNvSpPr/>
          <p:nvPr/>
        </p:nvSpPr>
        <p:spPr>
          <a:xfrm>
            <a:off x="906170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1-cell75"/>
          <p:cNvSpPr/>
          <p:nvPr/>
        </p:nvSpPr>
        <p:spPr>
          <a:xfrm>
            <a:off x="935431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1-cell76"/>
          <p:cNvSpPr/>
          <p:nvPr/>
        </p:nvSpPr>
        <p:spPr>
          <a:xfrm>
            <a:off x="964692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1-cell77"/>
          <p:cNvSpPr/>
          <p:nvPr/>
        </p:nvSpPr>
        <p:spPr>
          <a:xfrm>
            <a:off x="993952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1-cell78"/>
          <p:cNvSpPr/>
          <p:nvPr/>
        </p:nvSpPr>
        <p:spPr>
          <a:xfrm>
            <a:off x="1023213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1-cell79"/>
          <p:cNvSpPr/>
          <p:nvPr/>
        </p:nvSpPr>
        <p:spPr>
          <a:xfrm>
            <a:off x="1052474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1-cell80"/>
          <p:cNvSpPr/>
          <p:nvPr/>
        </p:nvSpPr>
        <p:spPr>
          <a:xfrm>
            <a:off x="1081735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1-cell81"/>
          <p:cNvSpPr/>
          <p:nvPr/>
        </p:nvSpPr>
        <p:spPr>
          <a:xfrm>
            <a:off x="818388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1-cell82"/>
          <p:cNvSpPr/>
          <p:nvPr/>
        </p:nvSpPr>
        <p:spPr>
          <a:xfrm>
            <a:off x="847648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cell83"/>
          <p:cNvSpPr/>
          <p:nvPr/>
        </p:nvSpPr>
        <p:spPr>
          <a:xfrm>
            <a:off x="876909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1-cell84"/>
          <p:cNvSpPr/>
          <p:nvPr/>
        </p:nvSpPr>
        <p:spPr>
          <a:xfrm>
            <a:off x="906170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1-cell85"/>
          <p:cNvSpPr/>
          <p:nvPr/>
        </p:nvSpPr>
        <p:spPr>
          <a:xfrm>
            <a:off x="935431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1-cell86"/>
          <p:cNvSpPr/>
          <p:nvPr/>
        </p:nvSpPr>
        <p:spPr>
          <a:xfrm>
            <a:off x="964692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cell87"/>
          <p:cNvSpPr/>
          <p:nvPr/>
        </p:nvSpPr>
        <p:spPr>
          <a:xfrm>
            <a:off x="993952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1-cell88"/>
          <p:cNvSpPr/>
          <p:nvPr/>
        </p:nvSpPr>
        <p:spPr>
          <a:xfrm>
            <a:off x="1023213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1-cell89"/>
          <p:cNvSpPr/>
          <p:nvPr/>
        </p:nvSpPr>
        <p:spPr>
          <a:xfrm>
            <a:off x="1052474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1-cell90"/>
          <p:cNvSpPr/>
          <p:nvPr/>
        </p:nvSpPr>
        <p:spPr>
          <a:xfrm>
            <a:off x="1081735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1-cell91"/>
          <p:cNvSpPr/>
          <p:nvPr/>
        </p:nvSpPr>
        <p:spPr>
          <a:xfrm>
            <a:off x="818388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1-cell92"/>
          <p:cNvSpPr/>
          <p:nvPr/>
        </p:nvSpPr>
        <p:spPr>
          <a:xfrm>
            <a:off x="847648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1-cell93"/>
          <p:cNvSpPr/>
          <p:nvPr/>
        </p:nvSpPr>
        <p:spPr>
          <a:xfrm>
            <a:off x="876909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1-cell94"/>
          <p:cNvSpPr/>
          <p:nvPr/>
        </p:nvSpPr>
        <p:spPr>
          <a:xfrm>
            <a:off x="906170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1-cell95"/>
          <p:cNvSpPr/>
          <p:nvPr/>
        </p:nvSpPr>
        <p:spPr>
          <a:xfrm>
            <a:off x="935431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1-cell96"/>
          <p:cNvSpPr/>
          <p:nvPr/>
        </p:nvSpPr>
        <p:spPr>
          <a:xfrm>
            <a:off x="964692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1-cell97"/>
          <p:cNvSpPr/>
          <p:nvPr/>
        </p:nvSpPr>
        <p:spPr>
          <a:xfrm>
            <a:off x="993952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1-cell98"/>
          <p:cNvSpPr/>
          <p:nvPr/>
        </p:nvSpPr>
        <p:spPr>
          <a:xfrm>
            <a:off x="1023213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1-cell99"/>
          <p:cNvSpPr/>
          <p:nvPr/>
        </p:nvSpPr>
        <p:spPr>
          <a:xfrm>
            <a:off x="1052474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1-cell100"/>
          <p:cNvSpPr/>
          <p:nvPr/>
        </p:nvSpPr>
        <p:spPr>
          <a:xfrm>
            <a:off x="1081735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1-figure101" descr="100칸 모눈 중 37칸 색칠"/>
          <p:cNvSpPr/>
          <p:nvPr/>
        </p:nvSpPr>
        <p:spPr>
          <a:xfrm>
            <a:off x="8183880" y="640080"/>
            <a:ext cx="292608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5" name="S01-card10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6" name="S01-cardtext10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0.01과 0.001을 알고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말하고, ○에는 &gt; 또는 &lt;를 넣어요.</a:t>
            </a:r>
            <a:endParaRPr lang="ko-KR" sz="3000" dirty="0"/>
          </a:p>
        </p:txBody>
      </p:sp>
      <p:sp>
        <p:nvSpPr>
          <p:cNvPr id="4" name="S02-chip10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10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7개인 수는?</a:t>
            </a:r>
            <a:endParaRPr lang="ko-KR" sz="3000" dirty="0"/>
          </a:p>
        </p:txBody>
      </p:sp>
      <p:sp>
        <p:nvSpPr>
          <p:cNvPr id="6" name="S02-chip10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0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○ 0.8</a:t>
            </a:r>
            <a:endParaRPr lang="ko-KR" sz="3400" dirty="0"/>
          </a:p>
        </p:txBody>
      </p:sp>
      <p:sp>
        <p:nvSpPr>
          <p:cNvPr id="8" name="S02-chip10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1.3은 0.1이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0.01과 0.37</a:t>
            </a:r>
            <a:endParaRPr lang="ko-KR" sz="4000" dirty="0"/>
          </a:p>
        </p:txBody>
      </p:sp>
      <p:sp>
        <p:nvSpPr>
          <p:cNvPr id="3" name="S03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100칸 전체가 1이에요.</a:t>
            </a:r>
            <a:endParaRPr lang="ko-KR" sz="3000" dirty="0"/>
          </a:p>
        </p:txBody>
      </p:sp>
      <p:sp>
        <p:nvSpPr>
          <p:cNvPr id="4" name="S03-card112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13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1칸은 0.01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영일이라고 읽어요.</a:t>
            </a:r>
            <a:endParaRPr lang="ko-KR" sz="3000" dirty="0"/>
          </a:p>
        </p:txBody>
      </p:sp>
      <p:sp>
        <p:nvSpPr>
          <p:cNvPr id="6" name="S03-card114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5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37칸은 0.37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삼칠이라고 읽어요.</a:t>
            </a:r>
            <a:endParaRPr lang="ko-KR" sz="3000" dirty="0"/>
          </a:p>
        </p:txBody>
      </p:sp>
      <p:sp>
        <p:nvSpPr>
          <p:cNvPr id="8" name="S03-cell116"/>
          <p:cNvSpPr/>
          <p:nvPr/>
        </p:nvSpPr>
        <p:spPr>
          <a:xfrm>
            <a:off x="211607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117"/>
          <p:cNvSpPr/>
          <p:nvPr/>
        </p:nvSpPr>
        <p:spPr>
          <a:xfrm>
            <a:off x="2341169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18"/>
          <p:cNvSpPr/>
          <p:nvPr/>
        </p:nvSpPr>
        <p:spPr>
          <a:xfrm>
            <a:off x="2566264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19"/>
          <p:cNvSpPr/>
          <p:nvPr/>
        </p:nvSpPr>
        <p:spPr>
          <a:xfrm>
            <a:off x="279135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120"/>
          <p:cNvSpPr/>
          <p:nvPr/>
        </p:nvSpPr>
        <p:spPr>
          <a:xfrm>
            <a:off x="3016453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121"/>
          <p:cNvSpPr/>
          <p:nvPr/>
        </p:nvSpPr>
        <p:spPr>
          <a:xfrm>
            <a:off x="324154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122"/>
          <p:cNvSpPr/>
          <p:nvPr/>
        </p:nvSpPr>
        <p:spPr>
          <a:xfrm>
            <a:off x="3466643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123"/>
          <p:cNvSpPr/>
          <p:nvPr/>
        </p:nvSpPr>
        <p:spPr>
          <a:xfrm>
            <a:off x="369173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124"/>
          <p:cNvSpPr/>
          <p:nvPr/>
        </p:nvSpPr>
        <p:spPr>
          <a:xfrm>
            <a:off x="3916832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125"/>
          <p:cNvSpPr/>
          <p:nvPr/>
        </p:nvSpPr>
        <p:spPr>
          <a:xfrm>
            <a:off x="4141927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126"/>
          <p:cNvSpPr/>
          <p:nvPr/>
        </p:nvSpPr>
        <p:spPr>
          <a:xfrm>
            <a:off x="2116074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127"/>
          <p:cNvSpPr/>
          <p:nvPr/>
        </p:nvSpPr>
        <p:spPr>
          <a:xfrm>
            <a:off x="2341169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128"/>
          <p:cNvSpPr/>
          <p:nvPr/>
        </p:nvSpPr>
        <p:spPr>
          <a:xfrm>
            <a:off x="2566264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129"/>
          <p:cNvSpPr/>
          <p:nvPr/>
        </p:nvSpPr>
        <p:spPr>
          <a:xfrm>
            <a:off x="279135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130"/>
          <p:cNvSpPr/>
          <p:nvPr/>
        </p:nvSpPr>
        <p:spPr>
          <a:xfrm>
            <a:off x="3016453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131"/>
          <p:cNvSpPr/>
          <p:nvPr/>
        </p:nvSpPr>
        <p:spPr>
          <a:xfrm>
            <a:off x="324154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132"/>
          <p:cNvSpPr/>
          <p:nvPr/>
        </p:nvSpPr>
        <p:spPr>
          <a:xfrm>
            <a:off x="3466643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133"/>
          <p:cNvSpPr/>
          <p:nvPr/>
        </p:nvSpPr>
        <p:spPr>
          <a:xfrm>
            <a:off x="369173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134"/>
          <p:cNvSpPr/>
          <p:nvPr/>
        </p:nvSpPr>
        <p:spPr>
          <a:xfrm>
            <a:off x="3916832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135"/>
          <p:cNvSpPr/>
          <p:nvPr/>
        </p:nvSpPr>
        <p:spPr>
          <a:xfrm>
            <a:off x="4141927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136"/>
          <p:cNvSpPr/>
          <p:nvPr/>
        </p:nvSpPr>
        <p:spPr>
          <a:xfrm>
            <a:off x="2116074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137"/>
          <p:cNvSpPr/>
          <p:nvPr/>
        </p:nvSpPr>
        <p:spPr>
          <a:xfrm>
            <a:off x="2341169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138"/>
          <p:cNvSpPr/>
          <p:nvPr/>
        </p:nvSpPr>
        <p:spPr>
          <a:xfrm>
            <a:off x="2566264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139"/>
          <p:cNvSpPr/>
          <p:nvPr/>
        </p:nvSpPr>
        <p:spPr>
          <a:xfrm>
            <a:off x="279135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140"/>
          <p:cNvSpPr/>
          <p:nvPr/>
        </p:nvSpPr>
        <p:spPr>
          <a:xfrm>
            <a:off x="3016453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141"/>
          <p:cNvSpPr/>
          <p:nvPr/>
        </p:nvSpPr>
        <p:spPr>
          <a:xfrm>
            <a:off x="324154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142"/>
          <p:cNvSpPr/>
          <p:nvPr/>
        </p:nvSpPr>
        <p:spPr>
          <a:xfrm>
            <a:off x="3466643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143"/>
          <p:cNvSpPr/>
          <p:nvPr/>
        </p:nvSpPr>
        <p:spPr>
          <a:xfrm>
            <a:off x="369173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144"/>
          <p:cNvSpPr/>
          <p:nvPr/>
        </p:nvSpPr>
        <p:spPr>
          <a:xfrm>
            <a:off x="3916832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145"/>
          <p:cNvSpPr/>
          <p:nvPr/>
        </p:nvSpPr>
        <p:spPr>
          <a:xfrm>
            <a:off x="4141927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146"/>
          <p:cNvSpPr/>
          <p:nvPr/>
        </p:nvSpPr>
        <p:spPr>
          <a:xfrm>
            <a:off x="211607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147"/>
          <p:cNvSpPr/>
          <p:nvPr/>
        </p:nvSpPr>
        <p:spPr>
          <a:xfrm>
            <a:off x="2341169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148"/>
          <p:cNvSpPr/>
          <p:nvPr/>
        </p:nvSpPr>
        <p:spPr>
          <a:xfrm>
            <a:off x="256626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149"/>
          <p:cNvSpPr/>
          <p:nvPr/>
        </p:nvSpPr>
        <p:spPr>
          <a:xfrm>
            <a:off x="279135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150"/>
          <p:cNvSpPr/>
          <p:nvPr/>
        </p:nvSpPr>
        <p:spPr>
          <a:xfrm>
            <a:off x="301645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cell151"/>
          <p:cNvSpPr/>
          <p:nvPr/>
        </p:nvSpPr>
        <p:spPr>
          <a:xfrm>
            <a:off x="324154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cell152"/>
          <p:cNvSpPr/>
          <p:nvPr/>
        </p:nvSpPr>
        <p:spPr>
          <a:xfrm>
            <a:off x="346664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153"/>
          <p:cNvSpPr/>
          <p:nvPr/>
        </p:nvSpPr>
        <p:spPr>
          <a:xfrm>
            <a:off x="369173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154"/>
          <p:cNvSpPr/>
          <p:nvPr/>
        </p:nvSpPr>
        <p:spPr>
          <a:xfrm>
            <a:off x="3916832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155"/>
          <p:cNvSpPr/>
          <p:nvPr/>
        </p:nvSpPr>
        <p:spPr>
          <a:xfrm>
            <a:off x="4141927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156"/>
          <p:cNvSpPr/>
          <p:nvPr/>
        </p:nvSpPr>
        <p:spPr>
          <a:xfrm>
            <a:off x="211607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157"/>
          <p:cNvSpPr/>
          <p:nvPr/>
        </p:nvSpPr>
        <p:spPr>
          <a:xfrm>
            <a:off x="234116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158"/>
          <p:cNvSpPr/>
          <p:nvPr/>
        </p:nvSpPr>
        <p:spPr>
          <a:xfrm>
            <a:off x="256626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159"/>
          <p:cNvSpPr/>
          <p:nvPr/>
        </p:nvSpPr>
        <p:spPr>
          <a:xfrm>
            <a:off x="279135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160"/>
          <p:cNvSpPr/>
          <p:nvPr/>
        </p:nvSpPr>
        <p:spPr>
          <a:xfrm>
            <a:off x="301645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161"/>
          <p:cNvSpPr/>
          <p:nvPr/>
        </p:nvSpPr>
        <p:spPr>
          <a:xfrm>
            <a:off x="324154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cell162"/>
          <p:cNvSpPr/>
          <p:nvPr/>
        </p:nvSpPr>
        <p:spPr>
          <a:xfrm>
            <a:off x="346664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163"/>
          <p:cNvSpPr/>
          <p:nvPr/>
        </p:nvSpPr>
        <p:spPr>
          <a:xfrm>
            <a:off x="369173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164"/>
          <p:cNvSpPr/>
          <p:nvPr/>
        </p:nvSpPr>
        <p:spPr>
          <a:xfrm>
            <a:off x="3916832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65"/>
          <p:cNvSpPr/>
          <p:nvPr/>
        </p:nvSpPr>
        <p:spPr>
          <a:xfrm>
            <a:off x="4141927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66"/>
          <p:cNvSpPr/>
          <p:nvPr/>
        </p:nvSpPr>
        <p:spPr>
          <a:xfrm>
            <a:off x="211607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67"/>
          <p:cNvSpPr/>
          <p:nvPr/>
        </p:nvSpPr>
        <p:spPr>
          <a:xfrm>
            <a:off x="234116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68"/>
          <p:cNvSpPr/>
          <p:nvPr/>
        </p:nvSpPr>
        <p:spPr>
          <a:xfrm>
            <a:off x="256626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69"/>
          <p:cNvSpPr/>
          <p:nvPr/>
        </p:nvSpPr>
        <p:spPr>
          <a:xfrm>
            <a:off x="279135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cell170"/>
          <p:cNvSpPr/>
          <p:nvPr/>
        </p:nvSpPr>
        <p:spPr>
          <a:xfrm>
            <a:off x="301645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cell171"/>
          <p:cNvSpPr/>
          <p:nvPr/>
        </p:nvSpPr>
        <p:spPr>
          <a:xfrm>
            <a:off x="324154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cell172"/>
          <p:cNvSpPr/>
          <p:nvPr/>
        </p:nvSpPr>
        <p:spPr>
          <a:xfrm>
            <a:off x="346664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cell173"/>
          <p:cNvSpPr/>
          <p:nvPr/>
        </p:nvSpPr>
        <p:spPr>
          <a:xfrm>
            <a:off x="369173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cell174"/>
          <p:cNvSpPr/>
          <p:nvPr/>
        </p:nvSpPr>
        <p:spPr>
          <a:xfrm>
            <a:off x="3916832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cell175"/>
          <p:cNvSpPr/>
          <p:nvPr/>
        </p:nvSpPr>
        <p:spPr>
          <a:xfrm>
            <a:off x="4141927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cell176"/>
          <p:cNvSpPr/>
          <p:nvPr/>
        </p:nvSpPr>
        <p:spPr>
          <a:xfrm>
            <a:off x="211607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cell177"/>
          <p:cNvSpPr/>
          <p:nvPr/>
        </p:nvSpPr>
        <p:spPr>
          <a:xfrm>
            <a:off x="234116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cell178"/>
          <p:cNvSpPr/>
          <p:nvPr/>
        </p:nvSpPr>
        <p:spPr>
          <a:xfrm>
            <a:off x="256626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cell179"/>
          <p:cNvSpPr/>
          <p:nvPr/>
        </p:nvSpPr>
        <p:spPr>
          <a:xfrm>
            <a:off x="279135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cell180"/>
          <p:cNvSpPr/>
          <p:nvPr/>
        </p:nvSpPr>
        <p:spPr>
          <a:xfrm>
            <a:off x="301645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cell181"/>
          <p:cNvSpPr/>
          <p:nvPr/>
        </p:nvSpPr>
        <p:spPr>
          <a:xfrm>
            <a:off x="324154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cell182"/>
          <p:cNvSpPr/>
          <p:nvPr/>
        </p:nvSpPr>
        <p:spPr>
          <a:xfrm>
            <a:off x="346664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3-cell183"/>
          <p:cNvSpPr/>
          <p:nvPr/>
        </p:nvSpPr>
        <p:spPr>
          <a:xfrm>
            <a:off x="369173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cell184"/>
          <p:cNvSpPr/>
          <p:nvPr/>
        </p:nvSpPr>
        <p:spPr>
          <a:xfrm>
            <a:off x="3916832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3-cell185"/>
          <p:cNvSpPr/>
          <p:nvPr/>
        </p:nvSpPr>
        <p:spPr>
          <a:xfrm>
            <a:off x="4141927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3-cell186"/>
          <p:cNvSpPr/>
          <p:nvPr/>
        </p:nvSpPr>
        <p:spPr>
          <a:xfrm>
            <a:off x="211607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3-cell187"/>
          <p:cNvSpPr/>
          <p:nvPr/>
        </p:nvSpPr>
        <p:spPr>
          <a:xfrm>
            <a:off x="234116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3-cell188"/>
          <p:cNvSpPr/>
          <p:nvPr/>
        </p:nvSpPr>
        <p:spPr>
          <a:xfrm>
            <a:off x="256626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3-cell189"/>
          <p:cNvSpPr/>
          <p:nvPr/>
        </p:nvSpPr>
        <p:spPr>
          <a:xfrm>
            <a:off x="279135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3-cell190"/>
          <p:cNvSpPr/>
          <p:nvPr/>
        </p:nvSpPr>
        <p:spPr>
          <a:xfrm>
            <a:off x="301645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3-cell191"/>
          <p:cNvSpPr/>
          <p:nvPr/>
        </p:nvSpPr>
        <p:spPr>
          <a:xfrm>
            <a:off x="324154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3-cell192"/>
          <p:cNvSpPr/>
          <p:nvPr/>
        </p:nvSpPr>
        <p:spPr>
          <a:xfrm>
            <a:off x="346664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3-cell193"/>
          <p:cNvSpPr/>
          <p:nvPr/>
        </p:nvSpPr>
        <p:spPr>
          <a:xfrm>
            <a:off x="369173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cell194"/>
          <p:cNvSpPr/>
          <p:nvPr/>
        </p:nvSpPr>
        <p:spPr>
          <a:xfrm>
            <a:off x="3916832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3-cell195"/>
          <p:cNvSpPr/>
          <p:nvPr/>
        </p:nvSpPr>
        <p:spPr>
          <a:xfrm>
            <a:off x="4141927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3-cell196"/>
          <p:cNvSpPr/>
          <p:nvPr/>
        </p:nvSpPr>
        <p:spPr>
          <a:xfrm>
            <a:off x="211607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3-cell197"/>
          <p:cNvSpPr/>
          <p:nvPr/>
        </p:nvSpPr>
        <p:spPr>
          <a:xfrm>
            <a:off x="234116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3-cell198"/>
          <p:cNvSpPr/>
          <p:nvPr/>
        </p:nvSpPr>
        <p:spPr>
          <a:xfrm>
            <a:off x="256626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3-cell199"/>
          <p:cNvSpPr/>
          <p:nvPr/>
        </p:nvSpPr>
        <p:spPr>
          <a:xfrm>
            <a:off x="279135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cell200"/>
          <p:cNvSpPr/>
          <p:nvPr/>
        </p:nvSpPr>
        <p:spPr>
          <a:xfrm>
            <a:off x="301645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3-cell201"/>
          <p:cNvSpPr/>
          <p:nvPr/>
        </p:nvSpPr>
        <p:spPr>
          <a:xfrm>
            <a:off x="324154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3-cell202"/>
          <p:cNvSpPr/>
          <p:nvPr/>
        </p:nvSpPr>
        <p:spPr>
          <a:xfrm>
            <a:off x="346664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3-cell203"/>
          <p:cNvSpPr/>
          <p:nvPr/>
        </p:nvSpPr>
        <p:spPr>
          <a:xfrm>
            <a:off x="369173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cell204"/>
          <p:cNvSpPr/>
          <p:nvPr/>
        </p:nvSpPr>
        <p:spPr>
          <a:xfrm>
            <a:off x="3916832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3-cell205"/>
          <p:cNvSpPr/>
          <p:nvPr/>
        </p:nvSpPr>
        <p:spPr>
          <a:xfrm>
            <a:off x="4141927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3-cell206"/>
          <p:cNvSpPr/>
          <p:nvPr/>
        </p:nvSpPr>
        <p:spPr>
          <a:xfrm>
            <a:off x="211607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3-cell207"/>
          <p:cNvSpPr/>
          <p:nvPr/>
        </p:nvSpPr>
        <p:spPr>
          <a:xfrm>
            <a:off x="234116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3-cell208"/>
          <p:cNvSpPr/>
          <p:nvPr/>
        </p:nvSpPr>
        <p:spPr>
          <a:xfrm>
            <a:off x="256626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3-cell209"/>
          <p:cNvSpPr/>
          <p:nvPr/>
        </p:nvSpPr>
        <p:spPr>
          <a:xfrm>
            <a:off x="279135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3-cell210"/>
          <p:cNvSpPr/>
          <p:nvPr/>
        </p:nvSpPr>
        <p:spPr>
          <a:xfrm>
            <a:off x="301645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3-cell211"/>
          <p:cNvSpPr/>
          <p:nvPr/>
        </p:nvSpPr>
        <p:spPr>
          <a:xfrm>
            <a:off x="324154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3-cell212"/>
          <p:cNvSpPr/>
          <p:nvPr/>
        </p:nvSpPr>
        <p:spPr>
          <a:xfrm>
            <a:off x="346664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cell213"/>
          <p:cNvSpPr/>
          <p:nvPr/>
        </p:nvSpPr>
        <p:spPr>
          <a:xfrm>
            <a:off x="369173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3-cell214"/>
          <p:cNvSpPr/>
          <p:nvPr/>
        </p:nvSpPr>
        <p:spPr>
          <a:xfrm>
            <a:off x="3916832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3-cell215"/>
          <p:cNvSpPr/>
          <p:nvPr/>
        </p:nvSpPr>
        <p:spPr>
          <a:xfrm>
            <a:off x="4141927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3-figure216" descr="100칸 모눈 중 1칸 색칠"/>
          <p:cNvSpPr/>
          <p:nvPr/>
        </p:nvSpPr>
        <p:spPr>
          <a:xfrm>
            <a:off x="2116074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9" name="S03-label21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</a:t>
            </a:r>
            <a:endParaRPr lang="ko-KR" sz="2400" dirty="0"/>
          </a:p>
        </p:txBody>
      </p:sp>
      <p:sp>
        <p:nvSpPr>
          <p:cNvPr id="110" name="S03-cell218"/>
          <p:cNvSpPr/>
          <p:nvPr/>
        </p:nvSpPr>
        <p:spPr>
          <a:xfrm>
            <a:off x="782193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3-cell219"/>
          <p:cNvSpPr/>
          <p:nvPr/>
        </p:nvSpPr>
        <p:spPr>
          <a:xfrm>
            <a:off x="8047025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3-cell220"/>
          <p:cNvSpPr/>
          <p:nvPr/>
        </p:nvSpPr>
        <p:spPr>
          <a:xfrm>
            <a:off x="827212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3-cell221"/>
          <p:cNvSpPr/>
          <p:nvPr/>
        </p:nvSpPr>
        <p:spPr>
          <a:xfrm>
            <a:off x="849721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3-cell222"/>
          <p:cNvSpPr/>
          <p:nvPr/>
        </p:nvSpPr>
        <p:spPr>
          <a:xfrm>
            <a:off x="872230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3-cell223"/>
          <p:cNvSpPr/>
          <p:nvPr/>
        </p:nvSpPr>
        <p:spPr>
          <a:xfrm>
            <a:off x="894740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3-cell224"/>
          <p:cNvSpPr/>
          <p:nvPr/>
        </p:nvSpPr>
        <p:spPr>
          <a:xfrm>
            <a:off x="917249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3-cell225"/>
          <p:cNvSpPr/>
          <p:nvPr/>
        </p:nvSpPr>
        <p:spPr>
          <a:xfrm>
            <a:off x="939759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3-cell226"/>
          <p:cNvSpPr/>
          <p:nvPr/>
        </p:nvSpPr>
        <p:spPr>
          <a:xfrm>
            <a:off x="962268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3-cell227"/>
          <p:cNvSpPr/>
          <p:nvPr/>
        </p:nvSpPr>
        <p:spPr>
          <a:xfrm>
            <a:off x="984778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3-cell228"/>
          <p:cNvSpPr/>
          <p:nvPr/>
        </p:nvSpPr>
        <p:spPr>
          <a:xfrm>
            <a:off x="782193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3-cell229"/>
          <p:cNvSpPr/>
          <p:nvPr/>
        </p:nvSpPr>
        <p:spPr>
          <a:xfrm>
            <a:off x="8047025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3-cell230"/>
          <p:cNvSpPr/>
          <p:nvPr/>
        </p:nvSpPr>
        <p:spPr>
          <a:xfrm>
            <a:off x="827212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3-cell231"/>
          <p:cNvSpPr/>
          <p:nvPr/>
        </p:nvSpPr>
        <p:spPr>
          <a:xfrm>
            <a:off x="849721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3-cell232"/>
          <p:cNvSpPr/>
          <p:nvPr/>
        </p:nvSpPr>
        <p:spPr>
          <a:xfrm>
            <a:off x="872230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3-cell233"/>
          <p:cNvSpPr/>
          <p:nvPr/>
        </p:nvSpPr>
        <p:spPr>
          <a:xfrm>
            <a:off x="894740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3-cell234"/>
          <p:cNvSpPr/>
          <p:nvPr/>
        </p:nvSpPr>
        <p:spPr>
          <a:xfrm>
            <a:off x="917249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3-cell235"/>
          <p:cNvSpPr/>
          <p:nvPr/>
        </p:nvSpPr>
        <p:spPr>
          <a:xfrm>
            <a:off x="939759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3-cell236"/>
          <p:cNvSpPr/>
          <p:nvPr/>
        </p:nvSpPr>
        <p:spPr>
          <a:xfrm>
            <a:off x="962268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3-cell237"/>
          <p:cNvSpPr/>
          <p:nvPr/>
        </p:nvSpPr>
        <p:spPr>
          <a:xfrm>
            <a:off x="984778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3-cell238"/>
          <p:cNvSpPr/>
          <p:nvPr/>
        </p:nvSpPr>
        <p:spPr>
          <a:xfrm>
            <a:off x="782193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3-cell239"/>
          <p:cNvSpPr/>
          <p:nvPr/>
        </p:nvSpPr>
        <p:spPr>
          <a:xfrm>
            <a:off x="8047025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3-cell240"/>
          <p:cNvSpPr/>
          <p:nvPr/>
        </p:nvSpPr>
        <p:spPr>
          <a:xfrm>
            <a:off x="827212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3-cell241"/>
          <p:cNvSpPr/>
          <p:nvPr/>
        </p:nvSpPr>
        <p:spPr>
          <a:xfrm>
            <a:off x="849721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3-cell242"/>
          <p:cNvSpPr/>
          <p:nvPr/>
        </p:nvSpPr>
        <p:spPr>
          <a:xfrm>
            <a:off x="872230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3-cell243"/>
          <p:cNvSpPr/>
          <p:nvPr/>
        </p:nvSpPr>
        <p:spPr>
          <a:xfrm>
            <a:off x="894740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3-cell244"/>
          <p:cNvSpPr/>
          <p:nvPr/>
        </p:nvSpPr>
        <p:spPr>
          <a:xfrm>
            <a:off x="917249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3-cell245"/>
          <p:cNvSpPr/>
          <p:nvPr/>
        </p:nvSpPr>
        <p:spPr>
          <a:xfrm>
            <a:off x="939759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3-cell246"/>
          <p:cNvSpPr/>
          <p:nvPr/>
        </p:nvSpPr>
        <p:spPr>
          <a:xfrm>
            <a:off x="962268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3-cell247"/>
          <p:cNvSpPr/>
          <p:nvPr/>
        </p:nvSpPr>
        <p:spPr>
          <a:xfrm>
            <a:off x="984778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3-cell248"/>
          <p:cNvSpPr/>
          <p:nvPr/>
        </p:nvSpPr>
        <p:spPr>
          <a:xfrm>
            <a:off x="782193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3-cell249"/>
          <p:cNvSpPr/>
          <p:nvPr/>
        </p:nvSpPr>
        <p:spPr>
          <a:xfrm>
            <a:off x="8047025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3-cell250"/>
          <p:cNvSpPr/>
          <p:nvPr/>
        </p:nvSpPr>
        <p:spPr>
          <a:xfrm>
            <a:off x="827212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3-cell251"/>
          <p:cNvSpPr/>
          <p:nvPr/>
        </p:nvSpPr>
        <p:spPr>
          <a:xfrm>
            <a:off x="849721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3-cell252"/>
          <p:cNvSpPr/>
          <p:nvPr/>
        </p:nvSpPr>
        <p:spPr>
          <a:xfrm>
            <a:off x="872230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3-cell253"/>
          <p:cNvSpPr/>
          <p:nvPr/>
        </p:nvSpPr>
        <p:spPr>
          <a:xfrm>
            <a:off x="894740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3-cell254"/>
          <p:cNvSpPr/>
          <p:nvPr/>
        </p:nvSpPr>
        <p:spPr>
          <a:xfrm>
            <a:off x="917249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3-cell255"/>
          <p:cNvSpPr/>
          <p:nvPr/>
        </p:nvSpPr>
        <p:spPr>
          <a:xfrm>
            <a:off x="939759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3-cell256"/>
          <p:cNvSpPr/>
          <p:nvPr/>
        </p:nvSpPr>
        <p:spPr>
          <a:xfrm>
            <a:off x="962268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3-cell257"/>
          <p:cNvSpPr/>
          <p:nvPr/>
        </p:nvSpPr>
        <p:spPr>
          <a:xfrm>
            <a:off x="984778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3-cell258"/>
          <p:cNvSpPr/>
          <p:nvPr/>
        </p:nvSpPr>
        <p:spPr>
          <a:xfrm>
            <a:off x="782193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3-cell259"/>
          <p:cNvSpPr/>
          <p:nvPr/>
        </p:nvSpPr>
        <p:spPr>
          <a:xfrm>
            <a:off x="8047025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3-cell260"/>
          <p:cNvSpPr/>
          <p:nvPr/>
        </p:nvSpPr>
        <p:spPr>
          <a:xfrm>
            <a:off x="827212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3-cell261"/>
          <p:cNvSpPr/>
          <p:nvPr/>
        </p:nvSpPr>
        <p:spPr>
          <a:xfrm>
            <a:off x="849721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3-cell262"/>
          <p:cNvSpPr/>
          <p:nvPr/>
        </p:nvSpPr>
        <p:spPr>
          <a:xfrm>
            <a:off x="872230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3-cell263"/>
          <p:cNvSpPr/>
          <p:nvPr/>
        </p:nvSpPr>
        <p:spPr>
          <a:xfrm>
            <a:off x="894740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3-cell264"/>
          <p:cNvSpPr/>
          <p:nvPr/>
        </p:nvSpPr>
        <p:spPr>
          <a:xfrm>
            <a:off x="917249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3-cell265"/>
          <p:cNvSpPr/>
          <p:nvPr/>
        </p:nvSpPr>
        <p:spPr>
          <a:xfrm>
            <a:off x="939759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3-cell266"/>
          <p:cNvSpPr/>
          <p:nvPr/>
        </p:nvSpPr>
        <p:spPr>
          <a:xfrm>
            <a:off x="962268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3-cell267"/>
          <p:cNvSpPr/>
          <p:nvPr/>
        </p:nvSpPr>
        <p:spPr>
          <a:xfrm>
            <a:off x="984778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3-cell268"/>
          <p:cNvSpPr/>
          <p:nvPr/>
        </p:nvSpPr>
        <p:spPr>
          <a:xfrm>
            <a:off x="782193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3-cell269"/>
          <p:cNvSpPr/>
          <p:nvPr/>
        </p:nvSpPr>
        <p:spPr>
          <a:xfrm>
            <a:off x="8047025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3-cell270"/>
          <p:cNvSpPr/>
          <p:nvPr/>
        </p:nvSpPr>
        <p:spPr>
          <a:xfrm>
            <a:off x="827212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3-cell271"/>
          <p:cNvSpPr/>
          <p:nvPr/>
        </p:nvSpPr>
        <p:spPr>
          <a:xfrm>
            <a:off x="849721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3-cell272"/>
          <p:cNvSpPr/>
          <p:nvPr/>
        </p:nvSpPr>
        <p:spPr>
          <a:xfrm>
            <a:off x="872230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3-cell273"/>
          <p:cNvSpPr/>
          <p:nvPr/>
        </p:nvSpPr>
        <p:spPr>
          <a:xfrm>
            <a:off x="894740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3-cell274"/>
          <p:cNvSpPr/>
          <p:nvPr/>
        </p:nvSpPr>
        <p:spPr>
          <a:xfrm>
            <a:off x="917249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3-cell275"/>
          <p:cNvSpPr/>
          <p:nvPr/>
        </p:nvSpPr>
        <p:spPr>
          <a:xfrm>
            <a:off x="939759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3-cell276"/>
          <p:cNvSpPr/>
          <p:nvPr/>
        </p:nvSpPr>
        <p:spPr>
          <a:xfrm>
            <a:off x="962268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3-cell277"/>
          <p:cNvSpPr/>
          <p:nvPr/>
        </p:nvSpPr>
        <p:spPr>
          <a:xfrm>
            <a:off x="984778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3-cell278"/>
          <p:cNvSpPr/>
          <p:nvPr/>
        </p:nvSpPr>
        <p:spPr>
          <a:xfrm>
            <a:off x="782193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3-cell279"/>
          <p:cNvSpPr/>
          <p:nvPr/>
        </p:nvSpPr>
        <p:spPr>
          <a:xfrm>
            <a:off x="8047025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3-cell280"/>
          <p:cNvSpPr/>
          <p:nvPr/>
        </p:nvSpPr>
        <p:spPr>
          <a:xfrm>
            <a:off x="827212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3-cell281"/>
          <p:cNvSpPr/>
          <p:nvPr/>
        </p:nvSpPr>
        <p:spPr>
          <a:xfrm>
            <a:off x="849721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3-cell282"/>
          <p:cNvSpPr/>
          <p:nvPr/>
        </p:nvSpPr>
        <p:spPr>
          <a:xfrm>
            <a:off x="872230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03-cell283"/>
          <p:cNvSpPr/>
          <p:nvPr/>
        </p:nvSpPr>
        <p:spPr>
          <a:xfrm>
            <a:off x="894740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3-cell284"/>
          <p:cNvSpPr/>
          <p:nvPr/>
        </p:nvSpPr>
        <p:spPr>
          <a:xfrm>
            <a:off x="917249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7" name="S03-cell285"/>
          <p:cNvSpPr/>
          <p:nvPr/>
        </p:nvSpPr>
        <p:spPr>
          <a:xfrm>
            <a:off x="939759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03-cell286"/>
          <p:cNvSpPr/>
          <p:nvPr/>
        </p:nvSpPr>
        <p:spPr>
          <a:xfrm>
            <a:off x="962268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03-cell287"/>
          <p:cNvSpPr/>
          <p:nvPr/>
        </p:nvSpPr>
        <p:spPr>
          <a:xfrm>
            <a:off x="984778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0" name="S03-cell288"/>
          <p:cNvSpPr/>
          <p:nvPr/>
        </p:nvSpPr>
        <p:spPr>
          <a:xfrm>
            <a:off x="782193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3-cell289"/>
          <p:cNvSpPr/>
          <p:nvPr/>
        </p:nvSpPr>
        <p:spPr>
          <a:xfrm>
            <a:off x="8047025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2" name="S03-cell290"/>
          <p:cNvSpPr/>
          <p:nvPr/>
        </p:nvSpPr>
        <p:spPr>
          <a:xfrm>
            <a:off x="827212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3" name="S03-cell291"/>
          <p:cNvSpPr/>
          <p:nvPr/>
        </p:nvSpPr>
        <p:spPr>
          <a:xfrm>
            <a:off x="849721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03-cell292"/>
          <p:cNvSpPr/>
          <p:nvPr/>
        </p:nvSpPr>
        <p:spPr>
          <a:xfrm>
            <a:off x="872230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5" name="S03-cell293"/>
          <p:cNvSpPr/>
          <p:nvPr/>
        </p:nvSpPr>
        <p:spPr>
          <a:xfrm>
            <a:off x="894740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3-cell294"/>
          <p:cNvSpPr/>
          <p:nvPr/>
        </p:nvSpPr>
        <p:spPr>
          <a:xfrm>
            <a:off x="917249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3-cell295"/>
          <p:cNvSpPr/>
          <p:nvPr/>
        </p:nvSpPr>
        <p:spPr>
          <a:xfrm>
            <a:off x="939759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3-cell296"/>
          <p:cNvSpPr/>
          <p:nvPr/>
        </p:nvSpPr>
        <p:spPr>
          <a:xfrm>
            <a:off x="962268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3-cell297"/>
          <p:cNvSpPr/>
          <p:nvPr/>
        </p:nvSpPr>
        <p:spPr>
          <a:xfrm>
            <a:off x="984778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3-cell298"/>
          <p:cNvSpPr/>
          <p:nvPr/>
        </p:nvSpPr>
        <p:spPr>
          <a:xfrm>
            <a:off x="782193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3-cell299"/>
          <p:cNvSpPr/>
          <p:nvPr/>
        </p:nvSpPr>
        <p:spPr>
          <a:xfrm>
            <a:off x="8047025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3-cell300"/>
          <p:cNvSpPr/>
          <p:nvPr/>
        </p:nvSpPr>
        <p:spPr>
          <a:xfrm>
            <a:off x="827212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3-cell301"/>
          <p:cNvSpPr/>
          <p:nvPr/>
        </p:nvSpPr>
        <p:spPr>
          <a:xfrm>
            <a:off x="849721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03-cell302"/>
          <p:cNvSpPr/>
          <p:nvPr/>
        </p:nvSpPr>
        <p:spPr>
          <a:xfrm>
            <a:off x="872230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5" name="S03-cell303"/>
          <p:cNvSpPr/>
          <p:nvPr/>
        </p:nvSpPr>
        <p:spPr>
          <a:xfrm>
            <a:off x="894740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6" name="S03-cell304"/>
          <p:cNvSpPr/>
          <p:nvPr/>
        </p:nvSpPr>
        <p:spPr>
          <a:xfrm>
            <a:off x="917249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7" name="S03-cell305"/>
          <p:cNvSpPr/>
          <p:nvPr/>
        </p:nvSpPr>
        <p:spPr>
          <a:xfrm>
            <a:off x="939759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03-cell306"/>
          <p:cNvSpPr/>
          <p:nvPr/>
        </p:nvSpPr>
        <p:spPr>
          <a:xfrm>
            <a:off x="962268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03-cell307"/>
          <p:cNvSpPr/>
          <p:nvPr/>
        </p:nvSpPr>
        <p:spPr>
          <a:xfrm>
            <a:off x="984778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0" name="S03-cell308"/>
          <p:cNvSpPr/>
          <p:nvPr/>
        </p:nvSpPr>
        <p:spPr>
          <a:xfrm>
            <a:off x="782193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1" name="S03-cell309"/>
          <p:cNvSpPr/>
          <p:nvPr/>
        </p:nvSpPr>
        <p:spPr>
          <a:xfrm>
            <a:off x="8047025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2" name="S03-cell310"/>
          <p:cNvSpPr/>
          <p:nvPr/>
        </p:nvSpPr>
        <p:spPr>
          <a:xfrm>
            <a:off x="827212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3" name="S03-cell311"/>
          <p:cNvSpPr/>
          <p:nvPr/>
        </p:nvSpPr>
        <p:spPr>
          <a:xfrm>
            <a:off x="849721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4" name="S03-cell312"/>
          <p:cNvSpPr/>
          <p:nvPr/>
        </p:nvSpPr>
        <p:spPr>
          <a:xfrm>
            <a:off x="872230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5" name="S03-cell313"/>
          <p:cNvSpPr/>
          <p:nvPr/>
        </p:nvSpPr>
        <p:spPr>
          <a:xfrm>
            <a:off x="894740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6" name="S03-cell314"/>
          <p:cNvSpPr/>
          <p:nvPr/>
        </p:nvSpPr>
        <p:spPr>
          <a:xfrm>
            <a:off x="917249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7" name="S03-cell315"/>
          <p:cNvSpPr/>
          <p:nvPr/>
        </p:nvSpPr>
        <p:spPr>
          <a:xfrm>
            <a:off x="939759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03-cell316"/>
          <p:cNvSpPr/>
          <p:nvPr/>
        </p:nvSpPr>
        <p:spPr>
          <a:xfrm>
            <a:off x="962268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03-cell317"/>
          <p:cNvSpPr/>
          <p:nvPr/>
        </p:nvSpPr>
        <p:spPr>
          <a:xfrm>
            <a:off x="984778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03-figure318" descr="100칸 모눈 중 37칸 색칠(3줄과 7칸)"/>
          <p:cNvSpPr/>
          <p:nvPr/>
        </p:nvSpPr>
        <p:spPr>
          <a:xfrm>
            <a:off x="7821930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1" name="S03-label31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37칸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0.001을 알아봐요</a:t>
            </a:r>
            <a:endParaRPr lang="ko-KR" sz="40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10으로 똑같이 나눌 때마다 작아져요.</a:t>
            </a:r>
            <a:endParaRPr lang="ko-KR" sz="3000" dirty="0"/>
          </a:p>
        </p:txBody>
      </p:sp>
      <p:sp>
        <p:nvSpPr>
          <p:cNvPr id="4" name="S04-card32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1000으로 똑같이 나눈 하나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영영일</a:t>
            </a:r>
            <a:endParaRPr lang="ko-KR" sz="3000" dirty="0"/>
          </a:p>
        </p:txBody>
      </p:sp>
      <p:sp>
        <p:nvSpPr>
          <p:cNvPr id="6" name="S04-card32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2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mL = 0.001 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L는 1000 mL예요.</a:t>
            </a:r>
            <a:endParaRPr lang="ko-KR" sz="3000" dirty="0"/>
          </a:p>
        </p:txBody>
      </p:sp>
      <p:sp>
        <p:nvSpPr>
          <p:cNvPr id="8" name="S04-step325"/>
          <p:cNvSpPr txBox="1"/>
          <p:nvPr/>
        </p:nvSpPr>
        <p:spPr>
          <a:xfrm>
            <a:off x="548640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line326"/>
          <p:cNvSpPr/>
          <p:nvPr/>
        </p:nvSpPr>
        <p:spPr>
          <a:xfrm>
            <a:off x="3067812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step327"/>
          <p:cNvSpPr txBox="1"/>
          <p:nvPr/>
        </p:nvSpPr>
        <p:spPr>
          <a:xfrm>
            <a:off x="3424428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</a:t>
            </a:r>
            <a:endParaRPr lang="ko-KR" sz="2400" dirty="0"/>
          </a:p>
        </p:txBody>
      </p:sp>
      <p:sp>
        <p:nvSpPr>
          <p:cNvPr id="11" name="S04-line328"/>
          <p:cNvSpPr/>
          <p:nvPr/>
        </p:nvSpPr>
        <p:spPr>
          <a:xfrm>
            <a:off x="594360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4-step329"/>
          <p:cNvSpPr txBox="1"/>
          <p:nvPr/>
        </p:nvSpPr>
        <p:spPr>
          <a:xfrm>
            <a:off x="6300216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</a:t>
            </a:r>
            <a:endParaRPr lang="ko-KR" sz="2400" dirty="0"/>
          </a:p>
        </p:txBody>
      </p:sp>
      <p:sp>
        <p:nvSpPr>
          <p:cNvPr id="13" name="S04-line330"/>
          <p:cNvSpPr/>
          <p:nvPr/>
        </p:nvSpPr>
        <p:spPr>
          <a:xfrm>
            <a:off x="8819388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step331"/>
          <p:cNvSpPr txBox="1"/>
          <p:nvPr/>
        </p:nvSpPr>
        <p:spPr>
          <a:xfrm>
            <a:off x="9176004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표로 보아요</a:t>
            </a:r>
            <a:endParaRPr lang="ko-KR" sz="4000" dirty="0"/>
          </a:p>
        </p:txBody>
      </p:sp>
      <p:sp>
        <p:nvSpPr>
          <p:cNvPr id="3" name="S05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2.375의 각 자리 숫자를 살펴봐요.</a:t>
            </a:r>
            <a:endParaRPr lang="ko-KR" sz="3000" dirty="0"/>
          </a:p>
        </p:txBody>
      </p:sp>
      <p:sp>
        <p:nvSpPr>
          <p:cNvPr id="4" name="S05-card33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3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2.375 = 2 + 0.3 + 0.07 + 0.005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점 삼칠오라고 읽어요.</a:t>
            </a:r>
            <a:endParaRPr lang="ko-KR" sz="3000" dirty="0"/>
          </a:p>
        </p:txBody>
      </p:sp>
      <p:graphicFrame>
        <p:nvGraphicFramePr>
          <p:cNvPr id="6" name="S05-table3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7081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1755648"/>
                <a:gridCol w="2414016"/>
                <a:gridCol w="2414016"/>
                <a:gridCol w="241401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셋째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나타내는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연습</a:t>
            </a:r>
            <a:endParaRPr lang="ko-KR" sz="4000" dirty="0"/>
          </a:p>
        </p:txBody>
      </p:sp>
      <p:sp>
        <p:nvSpPr>
          <p:cNvPr id="3" name="S06-text3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6-card3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표를 그리고 숫자를 넣어 봐요.</a:t>
            </a:r>
            <a:endParaRPr lang="ko-KR" sz="3000" dirty="0"/>
          </a:p>
        </p:txBody>
      </p:sp>
      <p:sp>
        <p:nvSpPr>
          <p:cNvPr id="6" name="S06-chip3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4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58개인 수는?</a:t>
            </a:r>
            <a:endParaRPr lang="ko-KR" sz="3000" dirty="0"/>
          </a:p>
        </p:txBody>
      </p:sp>
      <p:sp>
        <p:nvSpPr>
          <p:cNvPr id="8" name="S06-chip3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4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0.001이 9개인 수는?</a:t>
            </a:r>
            <a:endParaRPr lang="ko-KR" sz="3000" dirty="0"/>
          </a:p>
        </p:txBody>
      </p:sp>
      <p:sp>
        <p:nvSpPr>
          <p:cNvPr id="10" name="S06-chip34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4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4.725를 읽어 보세요.</a:t>
            </a:r>
            <a:endParaRPr lang="ko-KR" sz="3000" dirty="0"/>
          </a:p>
        </p:txBody>
      </p:sp>
      <p:sp>
        <p:nvSpPr>
          <p:cNvPr id="12" name="S06-chip34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4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4.725에서 2가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0.4와 0.40</a:t>
            </a:r>
            <a:endParaRPr lang="ko-KR" sz="4000" dirty="0"/>
          </a:p>
        </p:txBody>
      </p:sp>
      <p:sp>
        <p:nvSpPr>
          <p:cNvPr id="3" name="S07-text3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모눈 모두 전체가 1이에요.</a:t>
            </a:r>
            <a:endParaRPr lang="ko-KR" sz="3000" dirty="0"/>
          </a:p>
        </p:txBody>
      </p:sp>
      <p:sp>
        <p:nvSpPr>
          <p:cNvPr id="4" name="S07-card34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34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= 0.40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양이 같아요.</a:t>
            </a:r>
            <a:endParaRPr lang="ko-KR" sz="3000" dirty="0"/>
          </a:p>
        </p:txBody>
      </p:sp>
      <p:sp>
        <p:nvSpPr>
          <p:cNvPr id="6" name="S07-card35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35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끝자리의 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끝자리 0은 생략할 수 있어요.</a:t>
            </a:r>
            <a:endParaRPr lang="ko-KR" sz="3000" dirty="0"/>
          </a:p>
        </p:txBody>
      </p:sp>
      <p:sp>
        <p:nvSpPr>
          <p:cNvPr id="8" name="S07-cell352"/>
          <p:cNvSpPr/>
          <p:nvPr/>
        </p:nvSpPr>
        <p:spPr>
          <a:xfrm>
            <a:off x="211607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353"/>
          <p:cNvSpPr/>
          <p:nvPr/>
        </p:nvSpPr>
        <p:spPr>
          <a:xfrm>
            <a:off x="234116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354"/>
          <p:cNvSpPr/>
          <p:nvPr/>
        </p:nvSpPr>
        <p:spPr>
          <a:xfrm>
            <a:off x="256626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355"/>
          <p:cNvSpPr/>
          <p:nvPr/>
        </p:nvSpPr>
        <p:spPr>
          <a:xfrm>
            <a:off x="279135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356"/>
          <p:cNvSpPr/>
          <p:nvPr/>
        </p:nvSpPr>
        <p:spPr>
          <a:xfrm>
            <a:off x="301645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357"/>
          <p:cNvSpPr/>
          <p:nvPr/>
        </p:nvSpPr>
        <p:spPr>
          <a:xfrm>
            <a:off x="324154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358"/>
          <p:cNvSpPr/>
          <p:nvPr/>
        </p:nvSpPr>
        <p:spPr>
          <a:xfrm>
            <a:off x="346664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359"/>
          <p:cNvSpPr/>
          <p:nvPr/>
        </p:nvSpPr>
        <p:spPr>
          <a:xfrm>
            <a:off x="369173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360"/>
          <p:cNvSpPr/>
          <p:nvPr/>
        </p:nvSpPr>
        <p:spPr>
          <a:xfrm>
            <a:off x="3916832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361"/>
          <p:cNvSpPr/>
          <p:nvPr/>
        </p:nvSpPr>
        <p:spPr>
          <a:xfrm>
            <a:off x="4141927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362"/>
          <p:cNvSpPr/>
          <p:nvPr/>
        </p:nvSpPr>
        <p:spPr>
          <a:xfrm>
            <a:off x="211607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363"/>
          <p:cNvSpPr/>
          <p:nvPr/>
        </p:nvSpPr>
        <p:spPr>
          <a:xfrm>
            <a:off x="234116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364"/>
          <p:cNvSpPr/>
          <p:nvPr/>
        </p:nvSpPr>
        <p:spPr>
          <a:xfrm>
            <a:off x="256626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365"/>
          <p:cNvSpPr/>
          <p:nvPr/>
        </p:nvSpPr>
        <p:spPr>
          <a:xfrm>
            <a:off x="279135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366"/>
          <p:cNvSpPr/>
          <p:nvPr/>
        </p:nvSpPr>
        <p:spPr>
          <a:xfrm>
            <a:off x="301645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367"/>
          <p:cNvSpPr/>
          <p:nvPr/>
        </p:nvSpPr>
        <p:spPr>
          <a:xfrm>
            <a:off x="324154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368"/>
          <p:cNvSpPr/>
          <p:nvPr/>
        </p:nvSpPr>
        <p:spPr>
          <a:xfrm>
            <a:off x="346664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369"/>
          <p:cNvSpPr/>
          <p:nvPr/>
        </p:nvSpPr>
        <p:spPr>
          <a:xfrm>
            <a:off x="369173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370"/>
          <p:cNvSpPr/>
          <p:nvPr/>
        </p:nvSpPr>
        <p:spPr>
          <a:xfrm>
            <a:off x="3916832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371"/>
          <p:cNvSpPr/>
          <p:nvPr/>
        </p:nvSpPr>
        <p:spPr>
          <a:xfrm>
            <a:off x="4141927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372"/>
          <p:cNvSpPr/>
          <p:nvPr/>
        </p:nvSpPr>
        <p:spPr>
          <a:xfrm>
            <a:off x="211607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373"/>
          <p:cNvSpPr/>
          <p:nvPr/>
        </p:nvSpPr>
        <p:spPr>
          <a:xfrm>
            <a:off x="234116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374"/>
          <p:cNvSpPr/>
          <p:nvPr/>
        </p:nvSpPr>
        <p:spPr>
          <a:xfrm>
            <a:off x="256626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375"/>
          <p:cNvSpPr/>
          <p:nvPr/>
        </p:nvSpPr>
        <p:spPr>
          <a:xfrm>
            <a:off x="279135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376"/>
          <p:cNvSpPr/>
          <p:nvPr/>
        </p:nvSpPr>
        <p:spPr>
          <a:xfrm>
            <a:off x="301645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377"/>
          <p:cNvSpPr/>
          <p:nvPr/>
        </p:nvSpPr>
        <p:spPr>
          <a:xfrm>
            <a:off x="324154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378"/>
          <p:cNvSpPr/>
          <p:nvPr/>
        </p:nvSpPr>
        <p:spPr>
          <a:xfrm>
            <a:off x="346664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cell379"/>
          <p:cNvSpPr/>
          <p:nvPr/>
        </p:nvSpPr>
        <p:spPr>
          <a:xfrm>
            <a:off x="369173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cell380"/>
          <p:cNvSpPr/>
          <p:nvPr/>
        </p:nvSpPr>
        <p:spPr>
          <a:xfrm>
            <a:off x="3916832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cell381"/>
          <p:cNvSpPr/>
          <p:nvPr/>
        </p:nvSpPr>
        <p:spPr>
          <a:xfrm>
            <a:off x="4141927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382"/>
          <p:cNvSpPr/>
          <p:nvPr/>
        </p:nvSpPr>
        <p:spPr>
          <a:xfrm>
            <a:off x="211607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383"/>
          <p:cNvSpPr/>
          <p:nvPr/>
        </p:nvSpPr>
        <p:spPr>
          <a:xfrm>
            <a:off x="234116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84"/>
          <p:cNvSpPr/>
          <p:nvPr/>
        </p:nvSpPr>
        <p:spPr>
          <a:xfrm>
            <a:off x="256626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85"/>
          <p:cNvSpPr/>
          <p:nvPr/>
        </p:nvSpPr>
        <p:spPr>
          <a:xfrm>
            <a:off x="279135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86"/>
          <p:cNvSpPr/>
          <p:nvPr/>
        </p:nvSpPr>
        <p:spPr>
          <a:xfrm>
            <a:off x="301645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cell387"/>
          <p:cNvSpPr/>
          <p:nvPr/>
        </p:nvSpPr>
        <p:spPr>
          <a:xfrm>
            <a:off x="324154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7-cell388"/>
          <p:cNvSpPr/>
          <p:nvPr/>
        </p:nvSpPr>
        <p:spPr>
          <a:xfrm>
            <a:off x="346664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cell389"/>
          <p:cNvSpPr/>
          <p:nvPr/>
        </p:nvSpPr>
        <p:spPr>
          <a:xfrm>
            <a:off x="369173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90"/>
          <p:cNvSpPr/>
          <p:nvPr/>
        </p:nvSpPr>
        <p:spPr>
          <a:xfrm>
            <a:off x="3916832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91"/>
          <p:cNvSpPr/>
          <p:nvPr/>
        </p:nvSpPr>
        <p:spPr>
          <a:xfrm>
            <a:off x="4141927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92"/>
          <p:cNvSpPr/>
          <p:nvPr/>
        </p:nvSpPr>
        <p:spPr>
          <a:xfrm>
            <a:off x="211607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93"/>
          <p:cNvSpPr/>
          <p:nvPr/>
        </p:nvSpPr>
        <p:spPr>
          <a:xfrm>
            <a:off x="234116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94"/>
          <p:cNvSpPr/>
          <p:nvPr/>
        </p:nvSpPr>
        <p:spPr>
          <a:xfrm>
            <a:off x="256626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cell395"/>
          <p:cNvSpPr/>
          <p:nvPr/>
        </p:nvSpPr>
        <p:spPr>
          <a:xfrm>
            <a:off x="279135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cell396"/>
          <p:cNvSpPr/>
          <p:nvPr/>
        </p:nvSpPr>
        <p:spPr>
          <a:xfrm>
            <a:off x="301645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cell397"/>
          <p:cNvSpPr/>
          <p:nvPr/>
        </p:nvSpPr>
        <p:spPr>
          <a:xfrm>
            <a:off x="324154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7-cell398"/>
          <p:cNvSpPr/>
          <p:nvPr/>
        </p:nvSpPr>
        <p:spPr>
          <a:xfrm>
            <a:off x="346664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cell399"/>
          <p:cNvSpPr/>
          <p:nvPr/>
        </p:nvSpPr>
        <p:spPr>
          <a:xfrm>
            <a:off x="369173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cell400"/>
          <p:cNvSpPr/>
          <p:nvPr/>
        </p:nvSpPr>
        <p:spPr>
          <a:xfrm>
            <a:off x="3916832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cell401"/>
          <p:cNvSpPr/>
          <p:nvPr/>
        </p:nvSpPr>
        <p:spPr>
          <a:xfrm>
            <a:off x="4141927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7-cell402"/>
          <p:cNvSpPr/>
          <p:nvPr/>
        </p:nvSpPr>
        <p:spPr>
          <a:xfrm>
            <a:off x="211607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403"/>
          <p:cNvSpPr/>
          <p:nvPr/>
        </p:nvSpPr>
        <p:spPr>
          <a:xfrm>
            <a:off x="234116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404"/>
          <p:cNvSpPr/>
          <p:nvPr/>
        </p:nvSpPr>
        <p:spPr>
          <a:xfrm>
            <a:off x="256626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405"/>
          <p:cNvSpPr/>
          <p:nvPr/>
        </p:nvSpPr>
        <p:spPr>
          <a:xfrm>
            <a:off x="279135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406"/>
          <p:cNvSpPr/>
          <p:nvPr/>
        </p:nvSpPr>
        <p:spPr>
          <a:xfrm>
            <a:off x="301645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407"/>
          <p:cNvSpPr/>
          <p:nvPr/>
        </p:nvSpPr>
        <p:spPr>
          <a:xfrm>
            <a:off x="324154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408"/>
          <p:cNvSpPr/>
          <p:nvPr/>
        </p:nvSpPr>
        <p:spPr>
          <a:xfrm>
            <a:off x="346664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cell409"/>
          <p:cNvSpPr/>
          <p:nvPr/>
        </p:nvSpPr>
        <p:spPr>
          <a:xfrm>
            <a:off x="369173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cell410"/>
          <p:cNvSpPr/>
          <p:nvPr/>
        </p:nvSpPr>
        <p:spPr>
          <a:xfrm>
            <a:off x="3916832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cell411"/>
          <p:cNvSpPr/>
          <p:nvPr/>
        </p:nvSpPr>
        <p:spPr>
          <a:xfrm>
            <a:off x="4141927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cell412"/>
          <p:cNvSpPr/>
          <p:nvPr/>
        </p:nvSpPr>
        <p:spPr>
          <a:xfrm>
            <a:off x="211607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7-cell413"/>
          <p:cNvSpPr/>
          <p:nvPr/>
        </p:nvSpPr>
        <p:spPr>
          <a:xfrm>
            <a:off x="234116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414"/>
          <p:cNvSpPr/>
          <p:nvPr/>
        </p:nvSpPr>
        <p:spPr>
          <a:xfrm>
            <a:off x="256626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415"/>
          <p:cNvSpPr/>
          <p:nvPr/>
        </p:nvSpPr>
        <p:spPr>
          <a:xfrm>
            <a:off x="279135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416"/>
          <p:cNvSpPr/>
          <p:nvPr/>
        </p:nvSpPr>
        <p:spPr>
          <a:xfrm>
            <a:off x="301645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417"/>
          <p:cNvSpPr/>
          <p:nvPr/>
        </p:nvSpPr>
        <p:spPr>
          <a:xfrm>
            <a:off x="324154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418"/>
          <p:cNvSpPr/>
          <p:nvPr/>
        </p:nvSpPr>
        <p:spPr>
          <a:xfrm>
            <a:off x="346664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419"/>
          <p:cNvSpPr/>
          <p:nvPr/>
        </p:nvSpPr>
        <p:spPr>
          <a:xfrm>
            <a:off x="369173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420"/>
          <p:cNvSpPr/>
          <p:nvPr/>
        </p:nvSpPr>
        <p:spPr>
          <a:xfrm>
            <a:off x="3916832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421"/>
          <p:cNvSpPr/>
          <p:nvPr/>
        </p:nvSpPr>
        <p:spPr>
          <a:xfrm>
            <a:off x="4141927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cell422"/>
          <p:cNvSpPr/>
          <p:nvPr/>
        </p:nvSpPr>
        <p:spPr>
          <a:xfrm>
            <a:off x="211607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7-cell423"/>
          <p:cNvSpPr/>
          <p:nvPr/>
        </p:nvSpPr>
        <p:spPr>
          <a:xfrm>
            <a:off x="234116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cell424"/>
          <p:cNvSpPr/>
          <p:nvPr/>
        </p:nvSpPr>
        <p:spPr>
          <a:xfrm>
            <a:off x="256626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cell425"/>
          <p:cNvSpPr/>
          <p:nvPr/>
        </p:nvSpPr>
        <p:spPr>
          <a:xfrm>
            <a:off x="279135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cell426"/>
          <p:cNvSpPr/>
          <p:nvPr/>
        </p:nvSpPr>
        <p:spPr>
          <a:xfrm>
            <a:off x="301645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7-cell427"/>
          <p:cNvSpPr/>
          <p:nvPr/>
        </p:nvSpPr>
        <p:spPr>
          <a:xfrm>
            <a:off x="324154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cell428"/>
          <p:cNvSpPr/>
          <p:nvPr/>
        </p:nvSpPr>
        <p:spPr>
          <a:xfrm>
            <a:off x="346664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7-cell429"/>
          <p:cNvSpPr/>
          <p:nvPr/>
        </p:nvSpPr>
        <p:spPr>
          <a:xfrm>
            <a:off x="369173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cell430"/>
          <p:cNvSpPr/>
          <p:nvPr/>
        </p:nvSpPr>
        <p:spPr>
          <a:xfrm>
            <a:off x="3916832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7-cell431"/>
          <p:cNvSpPr/>
          <p:nvPr/>
        </p:nvSpPr>
        <p:spPr>
          <a:xfrm>
            <a:off x="4141927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cell432"/>
          <p:cNvSpPr/>
          <p:nvPr/>
        </p:nvSpPr>
        <p:spPr>
          <a:xfrm>
            <a:off x="211607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7-cell433"/>
          <p:cNvSpPr/>
          <p:nvPr/>
        </p:nvSpPr>
        <p:spPr>
          <a:xfrm>
            <a:off x="234116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cell434"/>
          <p:cNvSpPr/>
          <p:nvPr/>
        </p:nvSpPr>
        <p:spPr>
          <a:xfrm>
            <a:off x="256626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cell435"/>
          <p:cNvSpPr/>
          <p:nvPr/>
        </p:nvSpPr>
        <p:spPr>
          <a:xfrm>
            <a:off x="279135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436"/>
          <p:cNvSpPr/>
          <p:nvPr/>
        </p:nvSpPr>
        <p:spPr>
          <a:xfrm>
            <a:off x="301645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437"/>
          <p:cNvSpPr/>
          <p:nvPr/>
        </p:nvSpPr>
        <p:spPr>
          <a:xfrm>
            <a:off x="324154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438"/>
          <p:cNvSpPr/>
          <p:nvPr/>
        </p:nvSpPr>
        <p:spPr>
          <a:xfrm>
            <a:off x="346664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cell439"/>
          <p:cNvSpPr/>
          <p:nvPr/>
        </p:nvSpPr>
        <p:spPr>
          <a:xfrm>
            <a:off x="369173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7-cell440"/>
          <p:cNvSpPr/>
          <p:nvPr/>
        </p:nvSpPr>
        <p:spPr>
          <a:xfrm>
            <a:off x="3916832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7-cell441"/>
          <p:cNvSpPr/>
          <p:nvPr/>
        </p:nvSpPr>
        <p:spPr>
          <a:xfrm>
            <a:off x="4141927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7-cell442"/>
          <p:cNvSpPr/>
          <p:nvPr/>
        </p:nvSpPr>
        <p:spPr>
          <a:xfrm>
            <a:off x="211607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7-cell443"/>
          <p:cNvSpPr/>
          <p:nvPr/>
        </p:nvSpPr>
        <p:spPr>
          <a:xfrm>
            <a:off x="234116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7-cell444"/>
          <p:cNvSpPr/>
          <p:nvPr/>
        </p:nvSpPr>
        <p:spPr>
          <a:xfrm>
            <a:off x="256626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cell445"/>
          <p:cNvSpPr/>
          <p:nvPr/>
        </p:nvSpPr>
        <p:spPr>
          <a:xfrm>
            <a:off x="279135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7-cell446"/>
          <p:cNvSpPr/>
          <p:nvPr/>
        </p:nvSpPr>
        <p:spPr>
          <a:xfrm>
            <a:off x="301645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7-cell447"/>
          <p:cNvSpPr/>
          <p:nvPr/>
        </p:nvSpPr>
        <p:spPr>
          <a:xfrm>
            <a:off x="324154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7-cell448"/>
          <p:cNvSpPr/>
          <p:nvPr/>
        </p:nvSpPr>
        <p:spPr>
          <a:xfrm>
            <a:off x="346664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7-cell449"/>
          <p:cNvSpPr/>
          <p:nvPr/>
        </p:nvSpPr>
        <p:spPr>
          <a:xfrm>
            <a:off x="369173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7-cell450"/>
          <p:cNvSpPr/>
          <p:nvPr/>
        </p:nvSpPr>
        <p:spPr>
          <a:xfrm>
            <a:off x="3916832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7-cell451"/>
          <p:cNvSpPr/>
          <p:nvPr/>
        </p:nvSpPr>
        <p:spPr>
          <a:xfrm>
            <a:off x="4141927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7-figure452" descr="100칸 모눈 중 4줄(40칸) 색칠"/>
          <p:cNvSpPr/>
          <p:nvPr/>
        </p:nvSpPr>
        <p:spPr>
          <a:xfrm>
            <a:off x="2116074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9" name="S07-label45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4개: 0.4</a:t>
            </a:r>
            <a:endParaRPr lang="ko-KR" sz="2400" dirty="0"/>
          </a:p>
        </p:txBody>
      </p:sp>
      <p:sp>
        <p:nvSpPr>
          <p:cNvPr id="110" name="S07-cell454"/>
          <p:cNvSpPr/>
          <p:nvPr/>
        </p:nvSpPr>
        <p:spPr>
          <a:xfrm>
            <a:off x="782193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cell455"/>
          <p:cNvSpPr/>
          <p:nvPr/>
        </p:nvSpPr>
        <p:spPr>
          <a:xfrm>
            <a:off x="8047025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7-cell456"/>
          <p:cNvSpPr/>
          <p:nvPr/>
        </p:nvSpPr>
        <p:spPr>
          <a:xfrm>
            <a:off x="827212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7-cell457"/>
          <p:cNvSpPr/>
          <p:nvPr/>
        </p:nvSpPr>
        <p:spPr>
          <a:xfrm>
            <a:off x="849721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7-cell458"/>
          <p:cNvSpPr/>
          <p:nvPr/>
        </p:nvSpPr>
        <p:spPr>
          <a:xfrm>
            <a:off x="872230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7-cell459"/>
          <p:cNvSpPr/>
          <p:nvPr/>
        </p:nvSpPr>
        <p:spPr>
          <a:xfrm>
            <a:off x="894740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7-cell460"/>
          <p:cNvSpPr/>
          <p:nvPr/>
        </p:nvSpPr>
        <p:spPr>
          <a:xfrm>
            <a:off x="917249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7-cell461"/>
          <p:cNvSpPr/>
          <p:nvPr/>
        </p:nvSpPr>
        <p:spPr>
          <a:xfrm>
            <a:off x="939759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7-cell462"/>
          <p:cNvSpPr/>
          <p:nvPr/>
        </p:nvSpPr>
        <p:spPr>
          <a:xfrm>
            <a:off x="962268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7-cell463"/>
          <p:cNvSpPr/>
          <p:nvPr/>
        </p:nvSpPr>
        <p:spPr>
          <a:xfrm>
            <a:off x="984778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7-cell464"/>
          <p:cNvSpPr/>
          <p:nvPr/>
        </p:nvSpPr>
        <p:spPr>
          <a:xfrm>
            <a:off x="782193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cell465"/>
          <p:cNvSpPr/>
          <p:nvPr/>
        </p:nvSpPr>
        <p:spPr>
          <a:xfrm>
            <a:off x="8047025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7-cell466"/>
          <p:cNvSpPr/>
          <p:nvPr/>
        </p:nvSpPr>
        <p:spPr>
          <a:xfrm>
            <a:off x="827212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7-cell467"/>
          <p:cNvSpPr/>
          <p:nvPr/>
        </p:nvSpPr>
        <p:spPr>
          <a:xfrm>
            <a:off x="849721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7-cell468"/>
          <p:cNvSpPr/>
          <p:nvPr/>
        </p:nvSpPr>
        <p:spPr>
          <a:xfrm>
            <a:off x="872230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7-cell469"/>
          <p:cNvSpPr/>
          <p:nvPr/>
        </p:nvSpPr>
        <p:spPr>
          <a:xfrm>
            <a:off x="894740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7-cell470"/>
          <p:cNvSpPr/>
          <p:nvPr/>
        </p:nvSpPr>
        <p:spPr>
          <a:xfrm>
            <a:off x="917249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7-cell471"/>
          <p:cNvSpPr/>
          <p:nvPr/>
        </p:nvSpPr>
        <p:spPr>
          <a:xfrm>
            <a:off x="939759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7-cell472"/>
          <p:cNvSpPr/>
          <p:nvPr/>
        </p:nvSpPr>
        <p:spPr>
          <a:xfrm>
            <a:off x="962268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7-cell473"/>
          <p:cNvSpPr/>
          <p:nvPr/>
        </p:nvSpPr>
        <p:spPr>
          <a:xfrm>
            <a:off x="984778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7-cell474"/>
          <p:cNvSpPr/>
          <p:nvPr/>
        </p:nvSpPr>
        <p:spPr>
          <a:xfrm>
            <a:off x="782193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cell475"/>
          <p:cNvSpPr/>
          <p:nvPr/>
        </p:nvSpPr>
        <p:spPr>
          <a:xfrm>
            <a:off x="8047025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7-cell476"/>
          <p:cNvSpPr/>
          <p:nvPr/>
        </p:nvSpPr>
        <p:spPr>
          <a:xfrm>
            <a:off x="827212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7-cell477"/>
          <p:cNvSpPr/>
          <p:nvPr/>
        </p:nvSpPr>
        <p:spPr>
          <a:xfrm>
            <a:off x="849721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7-cell478"/>
          <p:cNvSpPr/>
          <p:nvPr/>
        </p:nvSpPr>
        <p:spPr>
          <a:xfrm>
            <a:off x="872230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7-cell479"/>
          <p:cNvSpPr/>
          <p:nvPr/>
        </p:nvSpPr>
        <p:spPr>
          <a:xfrm>
            <a:off x="894740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7-cell480"/>
          <p:cNvSpPr/>
          <p:nvPr/>
        </p:nvSpPr>
        <p:spPr>
          <a:xfrm>
            <a:off x="917249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7-cell481"/>
          <p:cNvSpPr/>
          <p:nvPr/>
        </p:nvSpPr>
        <p:spPr>
          <a:xfrm>
            <a:off x="939759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7-cell482"/>
          <p:cNvSpPr/>
          <p:nvPr/>
        </p:nvSpPr>
        <p:spPr>
          <a:xfrm>
            <a:off x="962268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7-cell483"/>
          <p:cNvSpPr/>
          <p:nvPr/>
        </p:nvSpPr>
        <p:spPr>
          <a:xfrm>
            <a:off x="984778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7-cell484"/>
          <p:cNvSpPr/>
          <p:nvPr/>
        </p:nvSpPr>
        <p:spPr>
          <a:xfrm>
            <a:off x="782193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cell485"/>
          <p:cNvSpPr/>
          <p:nvPr/>
        </p:nvSpPr>
        <p:spPr>
          <a:xfrm>
            <a:off x="8047025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7-cell486"/>
          <p:cNvSpPr/>
          <p:nvPr/>
        </p:nvSpPr>
        <p:spPr>
          <a:xfrm>
            <a:off x="827212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7-cell487"/>
          <p:cNvSpPr/>
          <p:nvPr/>
        </p:nvSpPr>
        <p:spPr>
          <a:xfrm>
            <a:off x="849721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7-cell488"/>
          <p:cNvSpPr/>
          <p:nvPr/>
        </p:nvSpPr>
        <p:spPr>
          <a:xfrm>
            <a:off x="872230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7-cell489"/>
          <p:cNvSpPr/>
          <p:nvPr/>
        </p:nvSpPr>
        <p:spPr>
          <a:xfrm>
            <a:off x="894740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7-cell490"/>
          <p:cNvSpPr/>
          <p:nvPr/>
        </p:nvSpPr>
        <p:spPr>
          <a:xfrm>
            <a:off x="917249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7-cell491"/>
          <p:cNvSpPr/>
          <p:nvPr/>
        </p:nvSpPr>
        <p:spPr>
          <a:xfrm>
            <a:off x="939759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7-cell492"/>
          <p:cNvSpPr/>
          <p:nvPr/>
        </p:nvSpPr>
        <p:spPr>
          <a:xfrm>
            <a:off x="962268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7-cell493"/>
          <p:cNvSpPr/>
          <p:nvPr/>
        </p:nvSpPr>
        <p:spPr>
          <a:xfrm>
            <a:off x="984778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7-cell494"/>
          <p:cNvSpPr/>
          <p:nvPr/>
        </p:nvSpPr>
        <p:spPr>
          <a:xfrm>
            <a:off x="782193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cell495"/>
          <p:cNvSpPr/>
          <p:nvPr/>
        </p:nvSpPr>
        <p:spPr>
          <a:xfrm>
            <a:off x="8047025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cell496"/>
          <p:cNvSpPr/>
          <p:nvPr/>
        </p:nvSpPr>
        <p:spPr>
          <a:xfrm>
            <a:off x="827212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cell497"/>
          <p:cNvSpPr/>
          <p:nvPr/>
        </p:nvSpPr>
        <p:spPr>
          <a:xfrm>
            <a:off x="849721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cell498"/>
          <p:cNvSpPr/>
          <p:nvPr/>
        </p:nvSpPr>
        <p:spPr>
          <a:xfrm>
            <a:off x="872230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cell499"/>
          <p:cNvSpPr/>
          <p:nvPr/>
        </p:nvSpPr>
        <p:spPr>
          <a:xfrm>
            <a:off x="894740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cell500"/>
          <p:cNvSpPr/>
          <p:nvPr/>
        </p:nvSpPr>
        <p:spPr>
          <a:xfrm>
            <a:off x="917249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7-cell501"/>
          <p:cNvSpPr/>
          <p:nvPr/>
        </p:nvSpPr>
        <p:spPr>
          <a:xfrm>
            <a:off x="939759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7-cell502"/>
          <p:cNvSpPr/>
          <p:nvPr/>
        </p:nvSpPr>
        <p:spPr>
          <a:xfrm>
            <a:off x="962268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7-cell503"/>
          <p:cNvSpPr/>
          <p:nvPr/>
        </p:nvSpPr>
        <p:spPr>
          <a:xfrm>
            <a:off x="984778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7-cell504"/>
          <p:cNvSpPr/>
          <p:nvPr/>
        </p:nvSpPr>
        <p:spPr>
          <a:xfrm>
            <a:off x="782193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7-cell505"/>
          <p:cNvSpPr/>
          <p:nvPr/>
        </p:nvSpPr>
        <p:spPr>
          <a:xfrm>
            <a:off x="8047025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7-cell506"/>
          <p:cNvSpPr/>
          <p:nvPr/>
        </p:nvSpPr>
        <p:spPr>
          <a:xfrm>
            <a:off x="827212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7-cell507"/>
          <p:cNvSpPr/>
          <p:nvPr/>
        </p:nvSpPr>
        <p:spPr>
          <a:xfrm>
            <a:off x="849721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7-cell508"/>
          <p:cNvSpPr/>
          <p:nvPr/>
        </p:nvSpPr>
        <p:spPr>
          <a:xfrm>
            <a:off x="872230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7-cell509"/>
          <p:cNvSpPr/>
          <p:nvPr/>
        </p:nvSpPr>
        <p:spPr>
          <a:xfrm>
            <a:off x="894740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7-cell510"/>
          <p:cNvSpPr/>
          <p:nvPr/>
        </p:nvSpPr>
        <p:spPr>
          <a:xfrm>
            <a:off x="917249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7-cell511"/>
          <p:cNvSpPr/>
          <p:nvPr/>
        </p:nvSpPr>
        <p:spPr>
          <a:xfrm>
            <a:off x="939759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7-cell512"/>
          <p:cNvSpPr/>
          <p:nvPr/>
        </p:nvSpPr>
        <p:spPr>
          <a:xfrm>
            <a:off x="962268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7-cell513"/>
          <p:cNvSpPr/>
          <p:nvPr/>
        </p:nvSpPr>
        <p:spPr>
          <a:xfrm>
            <a:off x="984778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7-cell514"/>
          <p:cNvSpPr/>
          <p:nvPr/>
        </p:nvSpPr>
        <p:spPr>
          <a:xfrm>
            <a:off x="782193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7-cell515"/>
          <p:cNvSpPr/>
          <p:nvPr/>
        </p:nvSpPr>
        <p:spPr>
          <a:xfrm>
            <a:off x="8047025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7-cell516"/>
          <p:cNvSpPr/>
          <p:nvPr/>
        </p:nvSpPr>
        <p:spPr>
          <a:xfrm>
            <a:off x="827212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7-cell517"/>
          <p:cNvSpPr/>
          <p:nvPr/>
        </p:nvSpPr>
        <p:spPr>
          <a:xfrm>
            <a:off x="849721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7-cell518"/>
          <p:cNvSpPr/>
          <p:nvPr/>
        </p:nvSpPr>
        <p:spPr>
          <a:xfrm>
            <a:off x="872230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07-cell519"/>
          <p:cNvSpPr/>
          <p:nvPr/>
        </p:nvSpPr>
        <p:spPr>
          <a:xfrm>
            <a:off x="894740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7-cell520"/>
          <p:cNvSpPr/>
          <p:nvPr/>
        </p:nvSpPr>
        <p:spPr>
          <a:xfrm>
            <a:off x="917249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7" name="S07-cell521"/>
          <p:cNvSpPr/>
          <p:nvPr/>
        </p:nvSpPr>
        <p:spPr>
          <a:xfrm>
            <a:off x="939759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07-cell522"/>
          <p:cNvSpPr/>
          <p:nvPr/>
        </p:nvSpPr>
        <p:spPr>
          <a:xfrm>
            <a:off x="962268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07-cell523"/>
          <p:cNvSpPr/>
          <p:nvPr/>
        </p:nvSpPr>
        <p:spPr>
          <a:xfrm>
            <a:off x="984778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0" name="S07-cell524"/>
          <p:cNvSpPr/>
          <p:nvPr/>
        </p:nvSpPr>
        <p:spPr>
          <a:xfrm>
            <a:off x="782193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7-cell525"/>
          <p:cNvSpPr/>
          <p:nvPr/>
        </p:nvSpPr>
        <p:spPr>
          <a:xfrm>
            <a:off x="8047025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2" name="S07-cell526"/>
          <p:cNvSpPr/>
          <p:nvPr/>
        </p:nvSpPr>
        <p:spPr>
          <a:xfrm>
            <a:off x="827212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3" name="S07-cell527"/>
          <p:cNvSpPr/>
          <p:nvPr/>
        </p:nvSpPr>
        <p:spPr>
          <a:xfrm>
            <a:off x="849721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07-cell528"/>
          <p:cNvSpPr/>
          <p:nvPr/>
        </p:nvSpPr>
        <p:spPr>
          <a:xfrm>
            <a:off x="872230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5" name="S07-cell529"/>
          <p:cNvSpPr/>
          <p:nvPr/>
        </p:nvSpPr>
        <p:spPr>
          <a:xfrm>
            <a:off x="894740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7-cell530"/>
          <p:cNvSpPr/>
          <p:nvPr/>
        </p:nvSpPr>
        <p:spPr>
          <a:xfrm>
            <a:off x="917249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7-cell531"/>
          <p:cNvSpPr/>
          <p:nvPr/>
        </p:nvSpPr>
        <p:spPr>
          <a:xfrm>
            <a:off x="939759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7-cell532"/>
          <p:cNvSpPr/>
          <p:nvPr/>
        </p:nvSpPr>
        <p:spPr>
          <a:xfrm>
            <a:off x="962268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7-cell533"/>
          <p:cNvSpPr/>
          <p:nvPr/>
        </p:nvSpPr>
        <p:spPr>
          <a:xfrm>
            <a:off x="984778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7-cell534"/>
          <p:cNvSpPr/>
          <p:nvPr/>
        </p:nvSpPr>
        <p:spPr>
          <a:xfrm>
            <a:off x="782193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7-cell535"/>
          <p:cNvSpPr/>
          <p:nvPr/>
        </p:nvSpPr>
        <p:spPr>
          <a:xfrm>
            <a:off x="8047025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7-cell536"/>
          <p:cNvSpPr/>
          <p:nvPr/>
        </p:nvSpPr>
        <p:spPr>
          <a:xfrm>
            <a:off x="827212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7-cell537"/>
          <p:cNvSpPr/>
          <p:nvPr/>
        </p:nvSpPr>
        <p:spPr>
          <a:xfrm>
            <a:off x="849721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07-cell538"/>
          <p:cNvSpPr/>
          <p:nvPr/>
        </p:nvSpPr>
        <p:spPr>
          <a:xfrm>
            <a:off x="872230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5" name="S07-cell539"/>
          <p:cNvSpPr/>
          <p:nvPr/>
        </p:nvSpPr>
        <p:spPr>
          <a:xfrm>
            <a:off x="894740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6" name="S07-cell540"/>
          <p:cNvSpPr/>
          <p:nvPr/>
        </p:nvSpPr>
        <p:spPr>
          <a:xfrm>
            <a:off x="917249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7" name="S07-cell541"/>
          <p:cNvSpPr/>
          <p:nvPr/>
        </p:nvSpPr>
        <p:spPr>
          <a:xfrm>
            <a:off x="939759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07-cell542"/>
          <p:cNvSpPr/>
          <p:nvPr/>
        </p:nvSpPr>
        <p:spPr>
          <a:xfrm>
            <a:off x="962268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07-cell543"/>
          <p:cNvSpPr/>
          <p:nvPr/>
        </p:nvSpPr>
        <p:spPr>
          <a:xfrm>
            <a:off x="984778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0" name="S07-cell544"/>
          <p:cNvSpPr/>
          <p:nvPr/>
        </p:nvSpPr>
        <p:spPr>
          <a:xfrm>
            <a:off x="782193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1" name="S07-cell545"/>
          <p:cNvSpPr/>
          <p:nvPr/>
        </p:nvSpPr>
        <p:spPr>
          <a:xfrm>
            <a:off x="8047025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2" name="S07-cell546"/>
          <p:cNvSpPr/>
          <p:nvPr/>
        </p:nvSpPr>
        <p:spPr>
          <a:xfrm>
            <a:off x="827212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3" name="S07-cell547"/>
          <p:cNvSpPr/>
          <p:nvPr/>
        </p:nvSpPr>
        <p:spPr>
          <a:xfrm>
            <a:off x="849721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4" name="S07-cell548"/>
          <p:cNvSpPr/>
          <p:nvPr/>
        </p:nvSpPr>
        <p:spPr>
          <a:xfrm>
            <a:off x="872230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5" name="S07-cell549"/>
          <p:cNvSpPr/>
          <p:nvPr/>
        </p:nvSpPr>
        <p:spPr>
          <a:xfrm>
            <a:off x="894740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6" name="S07-cell550"/>
          <p:cNvSpPr/>
          <p:nvPr/>
        </p:nvSpPr>
        <p:spPr>
          <a:xfrm>
            <a:off x="917249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7" name="S07-cell551"/>
          <p:cNvSpPr/>
          <p:nvPr/>
        </p:nvSpPr>
        <p:spPr>
          <a:xfrm>
            <a:off x="939759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07-cell552"/>
          <p:cNvSpPr/>
          <p:nvPr/>
        </p:nvSpPr>
        <p:spPr>
          <a:xfrm>
            <a:off x="962268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07-cell553"/>
          <p:cNvSpPr/>
          <p:nvPr/>
        </p:nvSpPr>
        <p:spPr>
          <a:xfrm>
            <a:off x="984778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07-figure554" descr="100칸 모눈 중 40칸 색칠"/>
          <p:cNvSpPr/>
          <p:nvPr/>
        </p:nvSpPr>
        <p:spPr>
          <a:xfrm>
            <a:off x="7821930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1" name="S07-label555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40개: 0.40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비교해요</a:t>
            </a:r>
            <a:endParaRPr lang="ko-KR" sz="4000" dirty="0"/>
          </a:p>
        </p:txBody>
      </p:sp>
      <p:sp>
        <p:nvSpPr>
          <p:cNvPr id="3" name="S08-text5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0.35와 0.4를 자릿값 표에 써요.</a:t>
            </a:r>
            <a:endParaRPr lang="ko-KR" sz="3000" dirty="0"/>
          </a:p>
        </p:txBody>
      </p:sp>
      <p:sp>
        <p:nvSpPr>
          <p:cNvPr id="4" name="S08-card55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5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 &lt; 0.4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자리가 같으니 소수 첫째 자리를 비교해요.</a:t>
            </a:r>
            <a:endParaRPr lang="ko-KR" sz="3000" dirty="0"/>
          </a:p>
        </p:txBody>
      </p:sp>
      <p:graphicFrame>
        <p:nvGraphicFramePr>
          <p:cNvPr id="9" name="S08-table5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611755"/>
          <a:ext cx="8686800" cy="914400"/>
        </p:xfrm>
        <a:graphic>
          <a:graphicData uri="http://schemas.openxmlformats.org/drawingml/2006/table">
            <a:tbl>
              <a:tblPr/>
              <a:tblGrid>
                <a:gridCol w="1650492"/>
                <a:gridCol w="1997964"/>
                <a:gridCol w="2519172"/>
                <a:gridCol w="251917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56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6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2.6과 2.58 중 어느 수가 더 클까요?</a:t>
            </a:r>
            <a:endParaRPr lang="ko-KR" sz="3000" dirty="0"/>
          </a:p>
        </p:txBody>
      </p:sp>
      <p:sp>
        <p:nvSpPr>
          <p:cNvPr id="5" name="S09-card5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2.6을 2.60으로 써서 설명해요.</a:t>
            </a:r>
            <a:endParaRPr lang="ko-KR" sz="3000" dirty="0"/>
          </a:p>
        </p:txBody>
      </p:sp>
      <p:sp>
        <p:nvSpPr>
          <p:cNvPr id="7" name="S09-chip56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2.58</a:t>
            </a:r>
            <a:endParaRPr lang="ko-KR" sz="2400" dirty="0"/>
          </a:p>
        </p:txBody>
      </p:sp>
      <p:sp>
        <p:nvSpPr>
          <p:cNvPr id="8" name="S09-text56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“숫자가 더 많으니까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2.58이 더 커요.”</a:t>
            </a:r>
            <a:endParaRPr lang="ko-KR" sz="3000" dirty="0"/>
          </a:p>
        </p:txBody>
      </p:sp>
      <p:sp>
        <p:nvSpPr>
          <p:cNvPr id="9" name="S09-chip56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2.6</a:t>
            </a:r>
            <a:endParaRPr lang="ko-KR" sz="2400" dirty="0"/>
          </a:p>
        </p:txBody>
      </p:sp>
      <p:sp>
        <p:nvSpPr>
          <p:cNvPr id="10" name="S09-text56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“소수 첫째 자리가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6이라서 더 커요.”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쓰고, ○에는 &gt; 또는 &lt;를 써요.</a:t>
            </a:r>
            <a:endParaRPr lang="ko-KR" sz="3000" dirty="0"/>
          </a:p>
        </p:txBody>
      </p:sp>
      <p:sp>
        <p:nvSpPr>
          <p:cNvPr id="4" name="S10-chip56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46개인 수를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읽어요.</a:t>
            </a:r>
            <a:endParaRPr lang="ko-KR" sz="3000" dirty="0"/>
          </a:p>
        </p:txBody>
      </p:sp>
      <p:sp>
        <p:nvSpPr>
          <p:cNvPr id="6" name="S10-chip57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7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5.284에서 8이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3000" dirty="0"/>
          </a:p>
        </p:txBody>
      </p:sp>
      <p:sp>
        <p:nvSpPr>
          <p:cNvPr id="8" name="S10-chip57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57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 ○ 0.87</a:t>
            </a:r>
            <a:endParaRPr lang="ko-KR" sz="3400" dirty="0"/>
          </a:p>
        </p:txBody>
      </p:sp>
      <p:sp>
        <p:nvSpPr>
          <p:cNvPr id="10" name="S10-chip57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57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1.205 ○ 1.25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5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자릿값 표에 위아래로 써서 다시 비교하게 하세요.</a:t>
            </a:r>
            <a:endParaRPr lang="ko-KR" sz="3000" dirty="0"/>
          </a:p>
        </p:txBody>
      </p:sp>
      <p:sp>
        <p:nvSpPr>
          <p:cNvPr id="5" name="S11-chip5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58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0.46</a:t>
            </a:r>
            <a:endParaRPr lang="ko-KR" sz="3000" dirty="0"/>
          </a:p>
        </p:txBody>
      </p:sp>
      <p:sp>
        <p:nvSpPr>
          <p:cNvPr id="7" name="S11-text58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사육</a:t>
            </a:r>
            <a:endParaRPr lang="ko-KR" sz="2400" dirty="0"/>
          </a:p>
        </p:txBody>
      </p:sp>
      <p:sp>
        <p:nvSpPr>
          <p:cNvPr id="8" name="S11-text58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0.08</a:t>
            </a:r>
            <a:endParaRPr lang="ko-KR" sz="3000" dirty="0"/>
          </a:p>
        </p:txBody>
      </p:sp>
      <p:sp>
        <p:nvSpPr>
          <p:cNvPr id="9" name="S11-text58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둘째 자리</a:t>
            </a:r>
            <a:endParaRPr lang="ko-KR" sz="2400" dirty="0"/>
          </a:p>
        </p:txBody>
      </p:sp>
      <p:sp>
        <p:nvSpPr>
          <p:cNvPr id="10" name="S11-text58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&gt;</a:t>
            </a:r>
            <a:endParaRPr lang="ko-KR" sz="3000" dirty="0"/>
          </a:p>
        </p:txBody>
      </p:sp>
      <p:sp>
        <p:nvSpPr>
          <p:cNvPr id="11" name="S11-text58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자리 9 &gt; 8</a:t>
            </a:r>
            <a:endParaRPr lang="ko-KR" sz="2400" dirty="0"/>
          </a:p>
        </p:txBody>
      </p:sp>
      <p:sp>
        <p:nvSpPr>
          <p:cNvPr id="12" name="S11-text58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&lt;</a:t>
            </a:r>
            <a:endParaRPr lang="ko-KR" sz="3000" dirty="0"/>
          </a:p>
        </p:txBody>
      </p:sp>
      <p:sp>
        <p:nvSpPr>
          <p:cNvPr id="13" name="S11-text58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자리 0 &lt; 5</a:t>
            </a:r>
            <a:endParaRPr lang="ko-KR" sz="2400" dirty="0"/>
          </a:p>
        </p:txBody>
      </p:sp>
      <p:sp>
        <p:nvSpPr>
          <p:cNvPr id="14" name="S11-chip5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5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영 점 사십육</a:t>
            </a:r>
            <a:endParaRPr lang="ko-KR" sz="3000" dirty="0"/>
          </a:p>
        </p:txBody>
      </p:sp>
      <p:sp>
        <p:nvSpPr>
          <p:cNvPr id="16" name="S11-text5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읽음</a:t>
            </a:r>
            <a:endParaRPr lang="ko-KR" sz="2400" dirty="0"/>
          </a:p>
        </p:txBody>
      </p:sp>
      <p:sp>
        <p:nvSpPr>
          <p:cNvPr id="17" name="S11-text5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&lt;</a:t>
            </a:r>
            <a:endParaRPr lang="ko-KR" sz="3000" dirty="0"/>
          </a:p>
        </p:txBody>
      </p:sp>
      <p:sp>
        <p:nvSpPr>
          <p:cNvPr id="18" name="S11-text5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많으면 크다고 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 찾기</a:t>
            </a:r>
            <a:endParaRPr lang="ko-KR" sz="4000" dirty="0"/>
          </a:p>
        </p:txBody>
      </p:sp>
      <p:sp>
        <p:nvSpPr>
          <p:cNvPr id="3" name="S12-text5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골라요.</a:t>
            </a:r>
            <a:endParaRPr lang="ko-KR" sz="3000" dirty="0"/>
          </a:p>
        </p:txBody>
      </p:sp>
      <p:sp>
        <p:nvSpPr>
          <p:cNvPr id="4" name="S12-card5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000" dirty="0"/>
          </a:p>
        </p:txBody>
      </p:sp>
      <p:sp>
        <p:nvSpPr>
          <p:cNvPr id="6" name="S12-chip59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59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59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</a:t>
            </a:r>
            <a:endParaRPr lang="ko-KR" sz="3000" dirty="0"/>
          </a:p>
        </p:txBody>
      </p:sp>
      <p:sp>
        <p:nvSpPr>
          <p:cNvPr id="9" name="S12-chip59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60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60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0.68</a:t>
            </a:r>
            <a:endParaRPr lang="ko-KR" sz="3000" dirty="0"/>
          </a:p>
        </p:txBody>
      </p:sp>
      <p:sp>
        <p:nvSpPr>
          <p:cNvPr id="12" name="S12-chip60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60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60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0.705</a:t>
            </a:r>
            <a:endParaRPr lang="ko-KR" sz="3000" dirty="0"/>
          </a:p>
        </p:txBody>
      </p:sp>
      <p:sp>
        <p:nvSpPr>
          <p:cNvPr id="15" name="S12-chip60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2-card60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60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0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0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0.01은 1을 100으로, 0.001은 1을 1000으로 똑같이 나눈 하나예요.</a:t>
            </a:r>
            <a:endParaRPr lang="ko-KR" sz="3000" dirty="0"/>
          </a:p>
        </p:txBody>
      </p:sp>
      <p:sp>
        <p:nvSpPr>
          <p:cNvPr id="5" name="S13-chip61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높은 자리부터 비교하기</a:t>
            </a:r>
            <a:endParaRPr lang="ko-KR" sz="2400" dirty="0"/>
          </a:p>
        </p:txBody>
      </p:sp>
      <p:sp>
        <p:nvSpPr>
          <p:cNvPr id="6" name="S13-chip61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숫자가 많으면 크다고 하기</a:t>
            </a:r>
            <a:endParaRPr lang="ko-KR" sz="2400" dirty="0"/>
          </a:p>
        </p:txBody>
      </p:sp>
      <p:sp>
        <p:nvSpPr>
          <p:cNvPr id="7" name="S13-text61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61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0.001이 25개인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수는?</a:t>
            </a:r>
            <a:endParaRPr lang="ko-KR" sz="2400" dirty="0"/>
          </a:p>
        </p:txBody>
      </p:sp>
      <p:sp>
        <p:nvSpPr>
          <p:cNvPr id="9" name="S13-eqtext61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0.6 ○ 0.59</a:t>
            </a:r>
            <a:endParaRPr lang="ko-KR" sz="2800" dirty="0"/>
          </a:p>
        </p:txBody>
      </p:sp>
      <p:sp>
        <p:nvSpPr>
          <p:cNvPr id="10" name="S13-text61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3.07에서 7이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2400" dirty="0"/>
          </a:p>
        </p:txBody>
      </p:sp>
      <p:sp>
        <p:nvSpPr>
          <p:cNvPr id="11" name="S13-text61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덧셈과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 다시 보기</a:t>
            </a:r>
            <a:endParaRPr lang="ko-KR" sz="4000" dirty="0"/>
          </a:p>
        </p:txBody>
      </p:sp>
      <p:sp>
        <p:nvSpPr>
          <p:cNvPr id="3" name="S14-text6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10칸으로 똑같이 나눴어요.</a:t>
            </a:r>
            <a:endParaRPr lang="ko-KR" sz="3000" dirty="0"/>
          </a:p>
        </p:txBody>
      </p:sp>
      <p:sp>
        <p:nvSpPr>
          <p:cNvPr id="4" name="S14-card618"/>
          <p:cNvSpPr/>
          <p:nvPr/>
        </p:nvSpPr>
        <p:spPr>
          <a:xfrm>
            <a:off x="548640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619"/>
          <p:cNvSpPr txBox="1"/>
          <p:nvPr/>
        </p:nvSpPr>
        <p:spPr>
          <a:xfrm>
            <a:off x="822960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1칸은 0.1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일이라고 읽어요.</a:t>
            </a:r>
            <a:endParaRPr lang="ko-KR" sz="3000" dirty="0"/>
          </a:p>
        </p:txBody>
      </p:sp>
      <p:sp>
        <p:nvSpPr>
          <p:cNvPr id="6" name="S14-card620"/>
          <p:cNvSpPr/>
          <p:nvPr/>
        </p:nvSpPr>
        <p:spPr>
          <a:xfrm>
            <a:off x="4322064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621"/>
          <p:cNvSpPr txBox="1"/>
          <p:nvPr/>
        </p:nvSpPr>
        <p:spPr>
          <a:xfrm>
            <a:off x="4596384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3칸은 0.3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3개, 영 점 삼</a:t>
            </a:r>
            <a:endParaRPr lang="ko-KR" sz="3000" dirty="0"/>
          </a:p>
        </p:txBody>
      </p:sp>
      <p:sp>
        <p:nvSpPr>
          <p:cNvPr id="8" name="S14-card622"/>
          <p:cNvSpPr/>
          <p:nvPr/>
        </p:nvSpPr>
        <p:spPr>
          <a:xfrm>
            <a:off x="8095488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623"/>
          <p:cNvSpPr txBox="1"/>
          <p:nvPr/>
        </p:nvSpPr>
        <p:spPr>
          <a:xfrm>
            <a:off x="8369808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10칸은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10개면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1이에요.</a:t>
            </a:r>
            <a:endParaRPr lang="ko-KR" sz="3000" dirty="0"/>
          </a:p>
        </p:txBody>
      </p:sp>
      <p:sp>
        <p:nvSpPr>
          <p:cNvPr id="10" name="S14-cell624"/>
          <p:cNvSpPr/>
          <p:nvPr/>
        </p:nvSpPr>
        <p:spPr>
          <a:xfrm>
            <a:off x="106527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625"/>
          <p:cNvSpPr/>
          <p:nvPr/>
        </p:nvSpPr>
        <p:spPr>
          <a:xfrm>
            <a:off x="207111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626"/>
          <p:cNvSpPr/>
          <p:nvPr/>
        </p:nvSpPr>
        <p:spPr>
          <a:xfrm>
            <a:off x="307695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627"/>
          <p:cNvSpPr/>
          <p:nvPr/>
        </p:nvSpPr>
        <p:spPr>
          <a:xfrm>
            <a:off x="408279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628"/>
          <p:cNvSpPr/>
          <p:nvPr/>
        </p:nvSpPr>
        <p:spPr>
          <a:xfrm>
            <a:off x="508863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629"/>
          <p:cNvSpPr/>
          <p:nvPr/>
        </p:nvSpPr>
        <p:spPr>
          <a:xfrm>
            <a:off x="609447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630"/>
          <p:cNvSpPr/>
          <p:nvPr/>
        </p:nvSpPr>
        <p:spPr>
          <a:xfrm>
            <a:off x="710031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631"/>
          <p:cNvSpPr/>
          <p:nvPr/>
        </p:nvSpPr>
        <p:spPr>
          <a:xfrm>
            <a:off x="810615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632"/>
          <p:cNvSpPr/>
          <p:nvPr/>
        </p:nvSpPr>
        <p:spPr>
          <a:xfrm>
            <a:off x="911199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633"/>
          <p:cNvSpPr/>
          <p:nvPr/>
        </p:nvSpPr>
        <p:spPr>
          <a:xfrm>
            <a:off x="1011783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figure634" descr="10칸 띠 중 3칸 색칠"/>
          <p:cNvSpPr/>
          <p:nvPr/>
        </p:nvSpPr>
        <p:spPr>
          <a:xfrm>
            <a:off x="1065276" y="2690622"/>
            <a:ext cx="1005840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소수 두 자리 수와 세 자리 수</dc:title>
  <dc:subject>KR22-G04-MAT-DEC2-L01</dc:subject>
  <dc:creator>education-ppt</dc:creator>
  <cp:lastModifiedBy>education-ppt</cp:lastModifiedBy>
  <cp:revision>1</cp:revision>
  <dcterms:created xsi:type="dcterms:W3CDTF">2026-10-26T07:43:08Z</dcterms:created>
  <dcterms:modified xsi:type="dcterms:W3CDTF">2026-10-26T07:43:08Z</dcterms:modified>
</cp:coreProperties>
</file>