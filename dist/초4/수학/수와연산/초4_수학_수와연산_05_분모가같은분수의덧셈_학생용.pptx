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796b45d-802c-6438-b2aa-ba51d12e5191}">
          <p14:sldIdLst>
            <p14:sldId id="256"/>
            <p14:sldId id="257"/>
          </p14:sldIdLst>
        </p14:section>
        <p14:section name="개념" id="{2d8cc820-2e2b-9b2e-b970-e4a3dcd63b04}">
          <p14:sldIdLst>
            <p14:sldId id="258"/>
            <p14:sldId id="259"/>
            <p14:sldId id="262"/>
            <p14:sldId id="263"/>
          </p14:sldIdLst>
        </p14:section>
        <p14:section name="연습" id="{eb9da1d5-c6f9-4625-5573-e16495897ece}">
          <p14:sldIdLst>
            <p14:sldId id="260"/>
            <p14:sldId id="261"/>
            <p14:sldId id="264"/>
          </p14:sldIdLst>
        </p14:section>
        <p14:section name="개념" id="{7a1c7515-e469-0e6f-644a-cbfa0e49f09a}">
          <p14:sldIdLst/>
        </p14:section>
        <p14:section name="연습" id="{ab9ca75c-46cd-c944-f5d4-df13588cd471}">
          <p14:sldIdLst/>
        </p14:section>
        <p14:section name="확인" id="{82e01672-1afd-5a38-3465-46656777d869}">
          <p14:sldIdLst>
            <p14:sldId id="265"/>
            <p14:sldId id="266"/>
          </p14:sldIdLst>
        </p14:section>
        <p14:section name="정리" id="{35532eaa-08e6-5603-cca3-5c9381d09c0c}">
          <p14:sldIdLst>
            <p14:sldId id="267"/>
          </p14:sldIdLst>
        </p14:section>
        <p14:section name="보충" id="{459aec37-aef8-3af1-abb7-3299a0a6f5b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분모가 같은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분모가 같은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분모가 같은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같은 분수의 덧셈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2와 5분의 1을 더하면?</a:t>
            </a:r>
            <a:endParaRPr lang="ko-KR" sz="3000" dirty="0"/>
          </a:p>
        </p:txBody>
      </p:sp>
      <p:sp>
        <p:nvSpPr>
          <p:cNvPr id="4" name="S01-num1"/>
          <p:cNvSpPr txBox="1"/>
          <p:nvPr/>
        </p:nvSpPr>
        <p:spPr>
          <a:xfrm>
            <a:off x="8034528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5" name="S01-fracbar2"/>
          <p:cNvSpPr/>
          <p:nvPr/>
        </p:nvSpPr>
        <p:spPr>
          <a:xfrm>
            <a:off x="8071104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8034528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7" name="S01-op4"/>
          <p:cNvSpPr txBox="1"/>
          <p:nvPr/>
        </p:nvSpPr>
        <p:spPr>
          <a:xfrm>
            <a:off x="8787384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4000" dirty="0"/>
          </a:p>
        </p:txBody>
      </p:sp>
      <p:sp>
        <p:nvSpPr>
          <p:cNvPr id="8" name="S01-num5"/>
          <p:cNvSpPr txBox="1"/>
          <p:nvPr/>
        </p:nvSpPr>
        <p:spPr>
          <a:xfrm>
            <a:off x="9366504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9" name="S01-fracbar6"/>
          <p:cNvSpPr/>
          <p:nvPr/>
        </p:nvSpPr>
        <p:spPr>
          <a:xfrm>
            <a:off x="9403080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9366504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11" name="S01-op8"/>
          <p:cNvSpPr txBox="1"/>
          <p:nvPr/>
        </p:nvSpPr>
        <p:spPr>
          <a:xfrm>
            <a:off x="10119360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2" name="S01-op9"/>
          <p:cNvSpPr txBox="1"/>
          <p:nvPr/>
        </p:nvSpPr>
        <p:spPr>
          <a:xfrm>
            <a:off x="10698480" y="1467104"/>
            <a:ext cx="5608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3" name="S01-card10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그림으로 분수의 덧셈을 설명해요.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대분수끼리 더해요.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기억하기</a:t>
            </a:r>
            <a:endParaRPr lang="ko-KR" sz="4000" dirty="0"/>
          </a:p>
        </p:txBody>
      </p:sp>
      <p:sp>
        <p:nvSpPr>
          <p:cNvPr id="3" name="S02-chip1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3개인 수는?</a:t>
            </a:r>
            <a:endParaRPr lang="ko-KR" sz="3000" dirty="0"/>
          </a:p>
        </p:txBody>
      </p:sp>
      <p:sp>
        <p:nvSpPr>
          <p:cNvPr id="5" name="S02-chip1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num15"/>
          <p:cNvSpPr txBox="1"/>
          <p:nvPr/>
        </p:nvSpPr>
        <p:spPr>
          <a:xfrm>
            <a:off x="1344168" y="320294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7" name="S02-fracbar16"/>
          <p:cNvSpPr/>
          <p:nvPr/>
        </p:nvSpPr>
        <p:spPr>
          <a:xfrm>
            <a:off x="1380744" y="37490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8" name="S02-num17"/>
          <p:cNvSpPr txBox="1"/>
          <p:nvPr/>
        </p:nvSpPr>
        <p:spPr>
          <a:xfrm>
            <a:off x="1344168" y="37856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9" name="S02-op18"/>
          <p:cNvSpPr txBox="1"/>
          <p:nvPr/>
        </p:nvSpPr>
        <p:spPr>
          <a:xfrm>
            <a:off x="2017014" y="320294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0" name="S02-blank19"/>
          <p:cNvSpPr/>
          <p:nvPr/>
        </p:nvSpPr>
        <p:spPr>
          <a:xfrm>
            <a:off x="2715204" y="356051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2-blank20"/>
          <p:cNvSpPr/>
          <p:nvPr/>
        </p:nvSpPr>
        <p:spPr>
          <a:xfrm>
            <a:off x="3446089" y="326917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2-fracbar21"/>
          <p:cNvSpPr/>
          <p:nvPr/>
        </p:nvSpPr>
        <p:spPr>
          <a:xfrm>
            <a:off x="3389630" y="37490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3" name="S02-num22"/>
          <p:cNvSpPr txBox="1"/>
          <p:nvPr/>
        </p:nvSpPr>
        <p:spPr>
          <a:xfrm>
            <a:off x="3353054" y="37856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4" name="S02-chip2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02-op24"/>
          <p:cNvSpPr txBox="1"/>
          <p:nvPr/>
        </p:nvSpPr>
        <p:spPr>
          <a:xfrm>
            <a:off x="1344168" y="48945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6" name="S02-num25"/>
          <p:cNvSpPr txBox="1"/>
          <p:nvPr/>
        </p:nvSpPr>
        <p:spPr>
          <a:xfrm>
            <a:off x="1994916" y="48945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7" name="S02-fracbar26"/>
          <p:cNvSpPr/>
          <p:nvPr/>
        </p:nvSpPr>
        <p:spPr>
          <a:xfrm>
            <a:off x="2031492" y="54406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8" name="S02-num27"/>
          <p:cNvSpPr txBox="1"/>
          <p:nvPr/>
        </p:nvSpPr>
        <p:spPr>
          <a:xfrm>
            <a:off x="1994916" y="54772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9" name="S02-op28"/>
          <p:cNvSpPr txBox="1"/>
          <p:nvPr/>
        </p:nvSpPr>
        <p:spPr>
          <a:xfrm>
            <a:off x="2667762" y="48945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0" name="S02-blank29"/>
          <p:cNvSpPr/>
          <p:nvPr/>
        </p:nvSpPr>
        <p:spPr>
          <a:xfrm>
            <a:off x="3307913" y="496081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02-fracbar30"/>
          <p:cNvSpPr/>
          <p:nvPr/>
        </p:nvSpPr>
        <p:spPr>
          <a:xfrm>
            <a:off x="3251454" y="54406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2" name="S02-num31"/>
          <p:cNvSpPr txBox="1"/>
          <p:nvPr/>
        </p:nvSpPr>
        <p:spPr>
          <a:xfrm>
            <a:off x="3214878" y="54772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단위분수의 개수로 더해요</a:t>
            </a:r>
            <a:endParaRPr lang="ko-KR" sz="4000" dirty="0"/>
          </a:p>
        </p:txBody>
      </p:sp>
      <p:sp>
        <p:nvSpPr>
          <p:cNvPr id="3" name="S03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2 + 5분의 1을 막대로 봐요.</a:t>
            </a:r>
            <a:endParaRPr lang="ko-KR" sz="3000" dirty="0"/>
          </a:p>
        </p:txBody>
      </p:sp>
      <p:sp>
        <p:nvSpPr>
          <p:cNvPr id="4" name="S03-card3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2개 + 1개 = 3개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분자끼리 더해요.</a:t>
            </a:r>
            <a:endParaRPr lang="ko-KR" sz="3000" dirty="0"/>
          </a:p>
        </p:txBody>
      </p:sp>
      <p:sp>
        <p:nvSpPr>
          <p:cNvPr id="6" name="S03-num35"/>
          <p:cNvSpPr txBox="1"/>
          <p:nvPr/>
        </p:nvSpPr>
        <p:spPr>
          <a:xfrm>
            <a:off x="784289" y="2062480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7" name="S03-fracbar36"/>
          <p:cNvSpPr/>
          <p:nvPr/>
        </p:nvSpPr>
        <p:spPr>
          <a:xfrm>
            <a:off x="820865" y="2473706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8" name="S03-num37"/>
          <p:cNvSpPr txBox="1"/>
          <p:nvPr/>
        </p:nvSpPr>
        <p:spPr>
          <a:xfrm>
            <a:off x="784289" y="2510282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9" name="S03-cell38"/>
          <p:cNvSpPr/>
          <p:nvPr/>
        </p:nvSpPr>
        <p:spPr>
          <a:xfrm>
            <a:off x="1600200" y="2148840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39"/>
          <p:cNvSpPr/>
          <p:nvPr/>
        </p:nvSpPr>
        <p:spPr>
          <a:xfrm>
            <a:off x="3608222" y="2148840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40"/>
          <p:cNvSpPr/>
          <p:nvPr/>
        </p:nvSpPr>
        <p:spPr>
          <a:xfrm>
            <a:off x="5616245" y="2148840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41"/>
          <p:cNvSpPr/>
          <p:nvPr/>
        </p:nvSpPr>
        <p:spPr>
          <a:xfrm>
            <a:off x="7624267" y="2148840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42"/>
          <p:cNvSpPr/>
          <p:nvPr/>
        </p:nvSpPr>
        <p:spPr>
          <a:xfrm>
            <a:off x="9632290" y="2148840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figure43" descr="똑같이 5칸으로 나눈 띠, 2칸 색칠"/>
          <p:cNvSpPr/>
          <p:nvPr/>
        </p:nvSpPr>
        <p:spPr>
          <a:xfrm>
            <a:off x="1600200" y="2148840"/>
            <a:ext cx="10040112" cy="6497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3-num44"/>
          <p:cNvSpPr txBox="1"/>
          <p:nvPr/>
        </p:nvSpPr>
        <p:spPr>
          <a:xfrm>
            <a:off x="784289" y="2968244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16" name="S03-fracbar45"/>
          <p:cNvSpPr/>
          <p:nvPr/>
        </p:nvSpPr>
        <p:spPr>
          <a:xfrm>
            <a:off x="820865" y="3379470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17" name="S03-num46"/>
          <p:cNvSpPr txBox="1"/>
          <p:nvPr/>
        </p:nvSpPr>
        <p:spPr>
          <a:xfrm>
            <a:off x="784289" y="3416046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18" name="S03-cell47"/>
          <p:cNvSpPr/>
          <p:nvPr/>
        </p:nvSpPr>
        <p:spPr>
          <a:xfrm>
            <a:off x="1600200" y="3054604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48"/>
          <p:cNvSpPr/>
          <p:nvPr/>
        </p:nvSpPr>
        <p:spPr>
          <a:xfrm>
            <a:off x="3608222" y="3054604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49"/>
          <p:cNvSpPr/>
          <p:nvPr/>
        </p:nvSpPr>
        <p:spPr>
          <a:xfrm>
            <a:off x="5616245" y="3054604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50"/>
          <p:cNvSpPr/>
          <p:nvPr/>
        </p:nvSpPr>
        <p:spPr>
          <a:xfrm>
            <a:off x="7624267" y="3054604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51"/>
          <p:cNvSpPr/>
          <p:nvPr/>
        </p:nvSpPr>
        <p:spPr>
          <a:xfrm>
            <a:off x="9632290" y="3054604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figure52" descr="똑같이 5칸으로 나눈 띠, 1칸 색칠"/>
          <p:cNvSpPr/>
          <p:nvPr/>
        </p:nvSpPr>
        <p:spPr>
          <a:xfrm>
            <a:off x="1600200" y="3054604"/>
            <a:ext cx="10040112" cy="6497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3-num53"/>
          <p:cNvSpPr txBox="1"/>
          <p:nvPr/>
        </p:nvSpPr>
        <p:spPr>
          <a:xfrm>
            <a:off x="784289" y="3874008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25" name="S03-fracbar54"/>
          <p:cNvSpPr/>
          <p:nvPr/>
        </p:nvSpPr>
        <p:spPr>
          <a:xfrm>
            <a:off x="820865" y="4285234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26" name="S03-num55"/>
          <p:cNvSpPr txBox="1"/>
          <p:nvPr/>
        </p:nvSpPr>
        <p:spPr>
          <a:xfrm>
            <a:off x="784289" y="4321810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27" name="S03-cell56"/>
          <p:cNvSpPr/>
          <p:nvPr/>
        </p:nvSpPr>
        <p:spPr>
          <a:xfrm>
            <a:off x="1600200" y="3960368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57"/>
          <p:cNvSpPr/>
          <p:nvPr/>
        </p:nvSpPr>
        <p:spPr>
          <a:xfrm>
            <a:off x="3608222" y="3960368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cell58"/>
          <p:cNvSpPr/>
          <p:nvPr/>
        </p:nvSpPr>
        <p:spPr>
          <a:xfrm>
            <a:off x="5616245" y="3960368"/>
            <a:ext cx="2008022" cy="64973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59"/>
          <p:cNvSpPr/>
          <p:nvPr/>
        </p:nvSpPr>
        <p:spPr>
          <a:xfrm>
            <a:off x="7624267" y="3960368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60"/>
          <p:cNvSpPr/>
          <p:nvPr/>
        </p:nvSpPr>
        <p:spPr>
          <a:xfrm>
            <a:off x="9632290" y="3960368"/>
            <a:ext cx="2008022" cy="6497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figure61" descr="똑같이 5칸으로 나눈 띠, 3칸 색칠"/>
          <p:cNvSpPr/>
          <p:nvPr/>
        </p:nvSpPr>
        <p:spPr>
          <a:xfrm>
            <a:off x="1600200" y="3960368"/>
            <a:ext cx="10040112" cy="6497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합이 1보다 크면</a:t>
            </a:r>
            <a:endParaRPr lang="ko-KR" sz="4000" dirty="0"/>
          </a:p>
        </p:txBody>
      </p:sp>
      <p:sp>
        <p:nvSpPr>
          <p:cNvPr id="3" name="S04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4 + 5분의 3을 해요.</a:t>
            </a:r>
            <a:endParaRPr lang="ko-KR" sz="3000" dirty="0"/>
          </a:p>
        </p:txBody>
      </p:sp>
      <p:sp>
        <p:nvSpPr>
          <p:cNvPr id="4" name="S04-card6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4 + 5분의 3 = 5분의 7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7은 1과 5분의 2예요.</a:t>
            </a:r>
            <a:endParaRPr lang="ko-KR" sz="3000" dirty="0"/>
          </a:p>
        </p:txBody>
      </p:sp>
      <p:sp>
        <p:nvSpPr>
          <p:cNvPr id="6" name="S04-num65"/>
          <p:cNvSpPr txBox="1"/>
          <p:nvPr/>
        </p:nvSpPr>
        <p:spPr>
          <a:xfrm>
            <a:off x="764286" y="214147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7" name="S04-fracbar66"/>
          <p:cNvSpPr/>
          <p:nvPr/>
        </p:nvSpPr>
        <p:spPr>
          <a:xfrm>
            <a:off x="800862" y="259765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num67"/>
          <p:cNvSpPr txBox="1"/>
          <p:nvPr/>
        </p:nvSpPr>
        <p:spPr>
          <a:xfrm>
            <a:off x="764286" y="263423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9" name="S04-cell68"/>
          <p:cNvSpPr/>
          <p:nvPr/>
        </p:nvSpPr>
        <p:spPr>
          <a:xfrm>
            <a:off x="1600200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69"/>
          <p:cNvSpPr/>
          <p:nvPr/>
        </p:nvSpPr>
        <p:spPr>
          <a:xfrm>
            <a:off x="2467051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70"/>
          <p:cNvSpPr/>
          <p:nvPr/>
        </p:nvSpPr>
        <p:spPr>
          <a:xfrm>
            <a:off x="3333902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71"/>
          <p:cNvSpPr/>
          <p:nvPr/>
        </p:nvSpPr>
        <p:spPr>
          <a:xfrm>
            <a:off x="4200754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72"/>
          <p:cNvSpPr/>
          <p:nvPr/>
        </p:nvSpPr>
        <p:spPr>
          <a:xfrm>
            <a:off x="5067605" y="2186178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figure73" descr="똑같이 5칸으로 나눈 띠, 4칸 색칠"/>
          <p:cNvSpPr/>
          <p:nvPr/>
        </p:nvSpPr>
        <p:spPr>
          <a:xfrm>
            <a:off x="1600200" y="2186178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4-num74"/>
          <p:cNvSpPr txBox="1"/>
          <p:nvPr/>
        </p:nvSpPr>
        <p:spPr>
          <a:xfrm>
            <a:off x="764286" y="322046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4-fracbar75"/>
          <p:cNvSpPr/>
          <p:nvPr/>
        </p:nvSpPr>
        <p:spPr>
          <a:xfrm>
            <a:off x="800862" y="367665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num76"/>
          <p:cNvSpPr txBox="1"/>
          <p:nvPr/>
        </p:nvSpPr>
        <p:spPr>
          <a:xfrm>
            <a:off x="764286" y="371322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8" name="S04-cell77"/>
          <p:cNvSpPr/>
          <p:nvPr/>
        </p:nvSpPr>
        <p:spPr>
          <a:xfrm>
            <a:off x="1600200" y="3265170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78"/>
          <p:cNvSpPr/>
          <p:nvPr/>
        </p:nvSpPr>
        <p:spPr>
          <a:xfrm>
            <a:off x="2467051" y="3265170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79"/>
          <p:cNvSpPr/>
          <p:nvPr/>
        </p:nvSpPr>
        <p:spPr>
          <a:xfrm>
            <a:off x="3333902" y="3265170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80"/>
          <p:cNvSpPr/>
          <p:nvPr/>
        </p:nvSpPr>
        <p:spPr>
          <a:xfrm>
            <a:off x="4200754" y="3265170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81"/>
          <p:cNvSpPr/>
          <p:nvPr/>
        </p:nvSpPr>
        <p:spPr>
          <a:xfrm>
            <a:off x="5067605" y="3265170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figure82" descr="똑같이 5칸으로 나눈 띠, 3칸 색칠"/>
          <p:cNvSpPr/>
          <p:nvPr/>
        </p:nvSpPr>
        <p:spPr>
          <a:xfrm>
            <a:off x="1600200" y="3265170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4-label83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4개와 3개</a:t>
            </a:r>
            <a:endParaRPr lang="ko-KR" sz="2400" dirty="0"/>
          </a:p>
        </p:txBody>
      </p:sp>
      <p:sp>
        <p:nvSpPr>
          <p:cNvPr id="25" name="S04-label84"/>
          <p:cNvSpPr txBox="1"/>
          <p:nvPr/>
        </p:nvSpPr>
        <p:spPr>
          <a:xfrm>
            <a:off x="6254496" y="218617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6" name="S04-cell85"/>
          <p:cNvSpPr/>
          <p:nvPr/>
        </p:nvSpPr>
        <p:spPr>
          <a:xfrm>
            <a:off x="7306056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cell86"/>
          <p:cNvSpPr/>
          <p:nvPr/>
        </p:nvSpPr>
        <p:spPr>
          <a:xfrm>
            <a:off x="8172907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cell87"/>
          <p:cNvSpPr/>
          <p:nvPr/>
        </p:nvSpPr>
        <p:spPr>
          <a:xfrm>
            <a:off x="9039758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cell88"/>
          <p:cNvSpPr/>
          <p:nvPr/>
        </p:nvSpPr>
        <p:spPr>
          <a:xfrm>
            <a:off x="9906610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4-cell89"/>
          <p:cNvSpPr/>
          <p:nvPr/>
        </p:nvSpPr>
        <p:spPr>
          <a:xfrm>
            <a:off x="10773461" y="2186178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4-figure90" descr="똑같이 5칸으로 나눈 띠, 5칸 색칠"/>
          <p:cNvSpPr/>
          <p:nvPr/>
        </p:nvSpPr>
        <p:spPr>
          <a:xfrm>
            <a:off x="7306056" y="2186178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4-num91"/>
          <p:cNvSpPr txBox="1"/>
          <p:nvPr/>
        </p:nvSpPr>
        <p:spPr>
          <a:xfrm>
            <a:off x="6470142" y="322046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3" name="S04-fracbar92"/>
          <p:cNvSpPr/>
          <p:nvPr/>
        </p:nvSpPr>
        <p:spPr>
          <a:xfrm>
            <a:off x="6506718" y="367665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4-num93"/>
          <p:cNvSpPr txBox="1"/>
          <p:nvPr/>
        </p:nvSpPr>
        <p:spPr>
          <a:xfrm>
            <a:off x="6470142" y="371322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5" name="S04-cell94"/>
          <p:cNvSpPr/>
          <p:nvPr/>
        </p:nvSpPr>
        <p:spPr>
          <a:xfrm>
            <a:off x="7306056" y="3265170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4-cell95"/>
          <p:cNvSpPr/>
          <p:nvPr/>
        </p:nvSpPr>
        <p:spPr>
          <a:xfrm>
            <a:off x="8172907" y="3265170"/>
            <a:ext cx="86685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cell96"/>
          <p:cNvSpPr/>
          <p:nvPr/>
        </p:nvSpPr>
        <p:spPr>
          <a:xfrm>
            <a:off x="9039758" y="3265170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4-cell97"/>
          <p:cNvSpPr/>
          <p:nvPr/>
        </p:nvSpPr>
        <p:spPr>
          <a:xfrm>
            <a:off x="9906610" y="3265170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4-cell98"/>
          <p:cNvSpPr/>
          <p:nvPr/>
        </p:nvSpPr>
        <p:spPr>
          <a:xfrm>
            <a:off x="10773461" y="3265170"/>
            <a:ext cx="86685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4-figure99" descr="똑같이 5칸으로 나눈 띠, 2칸 색칠"/>
          <p:cNvSpPr/>
          <p:nvPr/>
        </p:nvSpPr>
        <p:spPr>
          <a:xfrm>
            <a:off x="7306056" y="3265170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4-label100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모으면 1과 5분의 2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진분수끼리 더해요</a:t>
            </a:r>
            <a:endParaRPr lang="ko-KR" sz="4000" dirty="0"/>
          </a:p>
        </p:txBody>
      </p:sp>
      <p:sp>
        <p:nvSpPr>
          <p:cNvPr id="3" name="S05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써요.</a:t>
            </a:r>
            <a:endParaRPr lang="ko-KR" sz="3000" dirty="0"/>
          </a:p>
        </p:txBody>
      </p:sp>
      <p:sp>
        <p:nvSpPr>
          <p:cNvPr id="4" name="S05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 두고 분자끼리 더해요.</a:t>
            </a:r>
            <a:endParaRPr lang="ko-KR" sz="3000" dirty="0"/>
          </a:p>
        </p:txBody>
      </p:sp>
      <p:sp>
        <p:nvSpPr>
          <p:cNvPr id="6" name="S05-chip10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num105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05-fracbar106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num107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0" name="S05-op108"/>
          <p:cNvSpPr txBox="1"/>
          <p:nvPr/>
        </p:nvSpPr>
        <p:spPr>
          <a:xfrm>
            <a:off x="193700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1" name="S05-num109"/>
          <p:cNvSpPr txBox="1"/>
          <p:nvPr/>
        </p:nvSpPr>
        <p:spPr>
          <a:xfrm>
            <a:off x="245211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05-fracbar110"/>
          <p:cNvSpPr/>
          <p:nvPr/>
        </p:nvSpPr>
        <p:spPr>
          <a:xfrm>
            <a:off x="248869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111"/>
          <p:cNvSpPr txBox="1"/>
          <p:nvPr/>
        </p:nvSpPr>
        <p:spPr>
          <a:xfrm>
            <a:off x="245211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4" name="S05-op112"/>
          <p:cNvSpPr txBox="1"/>
          <p:nvPr/>
        </p:nvSpPr>
        <p:spPr>
          <a:xfrm>
            <a:off x="304495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5-blank113"/>
          <p:cNvSpPr/>
          <p:nvPr/>
        </p:nvSpPr>
        <p:spPr>
          <a:xfrm>
            <a:off x="364636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fracbar114"/>
          <p:cNvSpPr/>
          <p:nvPr/>
        </p:nvSpPr>
        <p:spPr>
          <a:xfrm>
            <a:off x="359664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num115"/>
          <p:cNvSpPr txBox="1"/>
          <p:nvPr/>
        </p:nvSpPr>
        <p:spPr>
          <a:xfrm>
            <a:off x="356006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8" name="S05-chip1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9" name="S05-num117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0" name="S05-fracbar118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num119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2" name="S05-op120"/>
          <p:cNvSpPr txBox="1"/>
          <p:nvPr/>
        </p:nvSpPr>
        <p:spPr>
          <a:xfrm>
            <a:off x="193700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3" name="S05-num121"/>
          <p:cNvSpPr txBox="1"/>
          <p:nvPr/>
        </p:nvSpPr>
        <p:spPr>
          <a:xfrm>
            <a:off x="2452116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4" name="S05-fracbar122"/>
          <p:cNvSpPr/>
          <p:nvPr/>
        </p:nvSpPr>
        <p:spPr>
          <a:xfrm>
            <a:off x="248869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num123"/>
          <p:cNvSpPr txBox="1"/>
          <p:nvPr/>
        </p:nvSpPr>
        <p:spPr>
          <a:xfrm>
            <a:off x="245211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6" name="S05-op124"/>
          <p:cNvSpPr txBox="1"/>
          <p:nvPr/>
        </p:nvSpPr>
        <p:spPr>
          <a:xfrm>
            <a:off x="304495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5-blank125"/>
          <p:cNvSpPr/>
          <p:nvPr/>
        </p:nvSpPr>
        <p:spPr>
          <a:xfrm>
            <a:off x="3646363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5-fracbar126"/>
          <p:cNvSpPr/>
          <p:nvPr/>
        </p:nvSpPr>
        <p:spPr>
          <a:xfrm>
            <a:off x="359664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num127"/>
          <p:cNvSpPr txBox="1"/>
          <p:nvPr/>
        </p:nvSpPr>
        <p:spPr>
          <a:xfrm>
            <a:off x="356006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30" name="S05-chip12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1" name="S05-num129"/>
          <p:cNvSpPr txBox="1"/>
          <p:nvPr/>
        </p:nvSpPr>
        <p:spPr>
          <a:xfrm>
            <a:off x="134416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2" name="S05-fracbar130"/>
          <p:cNvSpPr/>
          <p:nvPr/>
        </p:nvSpPr>
        <p:spPr>
          <a:xfrm>
            <a:off x="138074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num131"/>
          <p:cNvSpPr txBox="1"/>
          <p:nvPr/>
        </p:nvSpPr>
        <p:spPr>
          <a:xfrm>
            <a:off x="134416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4" name="S05-op132"/>
          <p:cNvSpPr txBox="1"/>
          <p:nvPr/>
        </p:nvSpPr>
        <p:spPr>
          <a:xfrm>
            <a:off x="193700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35" name="S05-num133"/>
          <p:cNvSpPr txBox="1"/>
          <p:nvPr/>
        </p:nvSpPr>
        <p:spPr>
          <a:xfrm>
            <a:off x="245211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6" name="S05-fracbar134"/>
          <p:cNvSpPr/>
          <p:nvPr/>
        </p:nvSpPr>
        <p:spPr>
          <a:xfrm>
            <a:off x="2488692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5-num135"/>
          <p:cNvSpPr txBox="1"/>
          <p:nvPr/>
        </p:nvSpPr>
        <p:spPr>
          <a:xfrm>
            <a:off x="245211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8" name="S05-op136"/>
          <p:cNvSpPr txBox="1"/>
          <p:nvPr/>
        </p:nvSpPr>
        <p:spPr>
          <a:xfrm>
            <a:off x="304495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5-blank137"/>
          <p:cNvSpPr/>
          <p:nvPr/>
        </p:nvSpPr>
        <p:spPr>
          <a:xfrm>
            <a:off x="364636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5-fracbar138"/>
          <p:cNvSpPr/>
          <p:nvPr/>
        </p:nvSpPr>
        <p:spPr>
          <a:xfrm>
            <a:off x="359664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5-num139"/>
          <p:cNvSpPr txBox="1"/>
          <p:nvPr/>
        </p:nvSpPr>
        <p:spPr>
          <a:xfrm>
            <a:off x="356006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42" name="S05-op140"/>
          <p:cNvSpPr txBox="1"/>
          <p:nvPr/>
        </p:nvSpPr>
        <p:spPr>
          <a:xfrm>
            <a:off x="415290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3" name="S05-blank141"/>
          <p:cNvSpPr/>
          <p:nvPr/>
        </p:nvSpPr>
        <p:spPr>
          <a:xfrm>
            <a:off x="4815017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5-blank142"/>
          <p:cNvSpPr/>
          <p:nvPr/>
        </p:nvSpPr>
        <p:spPr>
          <a:xfrm>
            <a:off x="5468559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5" name="S05-fracbar143"/>
          <p:cNvSpPr/>
          <p:nvPr/>
        </p:nvSpPr>
        <p:spPr>
          <a:xfrm>
            <a:off x="5418836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5-num144"/>
          <p:cNvSpPr txBox="1"/>
          <p:nvPr/>
        </p:nvSpPr>
        <p:spPr>
          <a:xfrm>
            <a:off x="5382260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2 + 5분의 1을 계산했어요.</a:t>
            </a:r>
            <a:endParaRPr lang="ko-KR" sz="3000" dirty="0"/>
          </a:p>
        </p:txBody>
      </p:sp>
      <p:sp>
        <p:nvSpPr>
          <p:cNvPr id="5" name="S06-card1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막대로 까닭을 말해요.</a:t>
            </a:r>
            <a:endParaRPr lang="ko-KR" sz="3000" dirty="0"/>
          </a:p>
        </p:txBody>
      </p:sp>
      <p:sp>
        <p:nvSpPr>
          <p:cNvPr id="7" name="S06-chip1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6-num150"/>
          <p:cNvSpPr txBox="1"/>
          <p:nvPr/>
        </p:nvSpPr>
        <p:spPr>
          <a:xfrm>
            <a:off x="1677416" y="3173984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9" name="S06-fracbar151"/>
          <p:cNvSpPr/>
          <p:nvPr/>
        </p:nvSpPr>
        <p:spPr>
          <a:xfrm>
            <a:off x="1713992" y="3720084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0" name="S06-num152"/>
          <p:cNvSpPr txBox="1"/>
          <p:nvPr/>
        </p:nvSpPr>
        <p:spPr>
          <a:xfrm>
            <a:off x="1677416" y="3756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1" name="S06-op153"/>
          <p:cNvSpPr txBox="1"/>
          <p:nvPr/>
        </p:nvSpPr>
        <p:spPr>
          <a:xfrm>
            <a:off x="2350262" y="3173984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12" name="S06-num154"/>
          <p:cNvSpPr txBox="1"/>
          <p:nvPr/>
        </p:nvSpPr>
        <p:spPr>
          <a:xfrm>
            <a:off x="2897378" y="3173984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3" name="S06-fracbar155"/>
          <p:cNvSpPr/>
          <p:nvPr/>
        </p:nvSpPr>
        <p:spPr>
          <a:xfrm>
            <a:off x="2933954" y="3720084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4" name="S06-num156"/>
          <p:cNvSpPr txBox="1"/>
          <p:nvPr/>
        </p:nvSpPr>
        <p:spPr>
          <a:xfrm>
            <a:off x="2897378" y="3756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5" name="S06-op157"/>
          <p:cNvSpPr txBox="1"/>
          <p:nvPr/>
        </p:nvSpPr>
        <p:spPr>
          <a:xfrm>
            <a:off x="3570224" y="3173984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6" name="S06-num158"/>
          <p:cNvSpPr txBox="1"/>
          <p:nvPr/>
        </p:nvSpPr>
        <p:spPr>
          <a:xfrm>
            <a:off x="4117340" y="3173984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7" name="S06-fracbar159"/>
          <p:cNvSpPr/>
          <p:nvPr/>
        </p:nvSpPr>
        <p:spPr>
          <a:xfrm>
            <a:off x="4153916" y="3720084"/>
            <a:ext cx="592328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8" name="S06-num160"/>
          <p:cNvSpPr txBox="1"/>
          <p:nvPr/>
        </p:nvSpPr>
        <p:spPr>
          <a:xfrm>
            <a:off x="4117340" y="3756660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19" name="S06-text161"/>
          <p:cNvSpPr txBox="1"/>
          <p:nvPr/>
        </p:nvSpPr>
        <p:spPr>
          <a:xfrm>
            <a:off x="548640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분모끼리, 분자끼리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더했어요.</a:t>
            </a:r>
            <a:endParaRPr lang="ko-KR" sz="2400" dirty="0"/>
          </a:p>
        </p:txBody>
      </p:sp>
      <p:sp>
        <p:nvSpPr>
          <p:cNvPr id="20" name="S06-chip16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21" name="S06-num163"/>
          <p:cNvSpPr txBox="1"/>
          <p:nvPr/>
        </p:nvSpPr>
        <p:spPr>
          <a:xfrm>
            <a:off x="7457313" y="3173984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22" name="S06-fracbar164"/>
          <p:cNvSpPr/>
          <p:nvPr/>
        </p:nvSpPr>
        <p:spPr>
          <a:xfrm>
            <a:off x="7493889" y="3720084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3" name="S06-num165"/>
          <p:cNvSpPr txBox="1"/>
          <p:nvPr/>
        </p:nvSpPr>
        <p:spPr>
          <a:xfrm>
            <a:off x="7457313" y="3756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4" name="S06-op166"/>
          <p:cNvSpPr txBox="1"/>
          <p:nvPr/>
        </p:nvSpPr>
        <p:spPr>
          <a:xfrm>
            <a:off x="8130159" y="3173984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25" name="S06-num167"/>
          <p:cNvSpPr txBox="1"/>
          <p:nvPr/>
        </p:nvSpPr>
        <p:spPr>
          <a:xfrm>
            <a:off x="8677275" y="3173984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26" name="S06-fracbar168"/>
          <p:cNvSpPr/>
          <p:nvPr/>
        </p:nvSpPr>
        <p:spPr>
          <a:xfrm>
            <a:off x="8713851" y="3720084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7" name="S06-num169"/>
          <p:cNvSpPr txBox="1"/>
          <p:nvPr/>
        </p:nvSpPr>
        <p:spPr>
          <a:xfrm>
            <a:off x="8677275" y="3756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8" name="S06-op170"/>
          <p:cNvSpPr txBox="1"/>
          <p:nvPr/>
        </p:nvSpPr>
        <p:spPr>
          <a:xfrm>
            <a:off x="9350121" y="3173984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9" name="S06-num171"/>
          <p:cNvSpPr txBox="1"/>
          <p:nvPr/>
        </p:nvSpPr>
        <p:spPr>
          <a:xfrm>
            <a:off x="9897237" y="3173984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30" name="S06-fracbar172"/>
          <p:cNvSpPr/>
          <p:nvPr/>
        </p:nvSpPr>
        <p:spPr>
          <a:xfrm>
            <a:off x="9933813" y="3720084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1" name="S06-num173"/>
          <p:cNvSpPr txBox="1"/>
          <p:nvPr/>
        </p:nvSpPr>
        <p:spPr>
          <a:xfrm>
            <a:off x="9897237" y="3756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32" name="S06-text174"/>
          <p:cNvSpPr txBox="1"/>
          <p:nvPr/>
        </p:nvSpPr>
        <p:spPr>
          <a:xfrm>
            <a:off x="6277356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 두고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더했어요.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대분수끼리 더해요</a:t>
            </a:r>
            <a:endParaRPr lang="ko-KR" sz="4000" dirty="0"/>
          </a:p>
        </p:txBody>
      </p:sp>
      <p:sp>
        <p:nvSpPr>
          <p:cNvPr id="3" name="S07-op175"/>
          <p:cNvSpPr txBox="1"/>
          <p:nvPr/>
        </p:nvSpPr>
        <p:spPr>
          <a:xfrm>
            <a:off x="54864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4" name="S07-num176"/>
          <p:cNvSpPr txBox="1"/>
          <p:nvPr/>
        </p:nvSpPr>
        <p:spPr>
          <a:xfrm>
            <a:off x="119938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5" name="S07-fracbar177"/>
          <p:cNvSpPr/>
          <p:nvPr/>
        </p:nvSpPr>
        <p:spPr>
          <a:xfrm>
            <a:off x="123596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6" name="S07-num178"/>
          <p:cNvSpPr txBox="1"/>
          <p:nvPr/>
        </p:nvSpPr>
        <p:spPr>
          <a:xfrm>
            <a:off x="119938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7" name="S07-op179"/>
          <p:cNvSpPr txBox="1"/>
          <p:nvPr/>
        </p:nvSpPr>
        <p:spPr>
          <a:xfrm>
            <a:off x="1872234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8" name="S07-op180"/>
          <p:cNvSpPr txBox="1"/>
          <p:nvPr/>
        </p:nvSpPr>
        <p:spPr>
          <a:xfrm>
            <a:off x="241935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9" name="S07-num181"/>
          <p:cNvSpPr txBox="1"/>
          <p:nvPr/>
        </p:nvSpPr>
        <p:spPr>
          <a:xfrm>
            <a:off x="307009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0" name="S07-fracbar182"/>
          <p:cNvSpPr/>
          <p:nvPr/>
        </p:nvSpPr>
        <p:spPr>
          <a:xfrm>
            <a:off x="310667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07-num183"/>
          <p:cNvSpPr txBox="1"/>
          <p:nvPr/>
        </p:nvSpPr>
        <p:spPr>
          <a:xfrm>
            <a:off x="307009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2" name="S07-stepno184"/>
          <p:cNvSpPr txBox="1"/>
          <p:nvPr/>
        </p:nvSpPr>
        <p:spPr>
          <a:xfrm>
            <a:off x="548640" y="30007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7-text185"/>
          <p:cNvSpPr txBox="1"/>
          <p:nvPr/>
        </p:nvSpPr>
        <p:spPr>
          <a:xfrm>
            <a:off x="1325880" y="300075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 더해요.</a:t>
            </a:r>
            <a:endParaRPr lang="ko-KR" sz="3000" dirty="0"/>
          </a:p>
        </p:txBody>
      </p:sp>
      <p:sp>
        <p:nvSpPr>
          <p:cNvPr id="14" name="S07-eqtext186"/>
          <p:cNvSpPr txBox="1"/>
          <p:nvPr/>
        </p:nvSpPr>
        <p:spPr>
          <a:xfrm>
            <a:off x="6981810" y="300075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+ 2 = 3</a:t>
            </a:r>
            <a:endParaRPr lang="ko-KR" sz="3000" dirty="0"/>
          </a:p>
        </p:txBody>
      </p:sp>
      <p:sp>
        <p:nvSpPr>
          <p:cNvPr id="15" name="S07-stepno187"/>
          <p:cNvSpPr txBox="1"/>
          <p:nvPr/>
        </p:nvSpPr>
        <p:spPr>
          <a:xfrm>
            <a:off x="548640" y="3759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7-text188"/>
          <p:cNvSpPr txBox="1"/>
          <p:nvPr/>
        </p:nvSpPr>
        <p:spPr>
          <a:xfrm>
            <a:off x="1325880" y="3713988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더해요.</a:t>
            </a:r>
            <a:endParaRPr lang="ko-KR" sz="3000" dirty="0"/>
          </a:p>
        </p:txBody>
      </p:sp>
      <p:sp>
        <p:nvSpPr>
          <p:cNvPr id="17" name="S07-num189"/>
          <p:cNvSpPr txBox="1"/>
          <p:nvPr/>
        </p:nvSpPr>
        <p:spPr>
          <a:xfrm>
            <a:off x="6981810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18" name="S07-fracbar190"/>
          <p:cNvSpPr/>
          <p:nvPr/>
        </p:nvSpPr>
        <p:spPr>
          <a:xfrm>
            <a:off x="7018386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07-num191"/>
          <p:cNvSpPr txBox="1"/>
          <p:nvPr/>
        </p:nvSpPr>
        <p:spPr>
          <a:xfrm>
            <a:off x="6981810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0" name="S07-op192"/>
          <p:cNvSpPr txBox="1"/>
          <p:nvPr/>
        </p:nvSpPr>
        <p:spPr>
          <a:xfrm>
            <a:off x="7601316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000" dirty="0"/>
          </a:p>
        </p:txBody>
      </p:sp>
      <p:sp>
        <p:nvSpPr>
          <p:cNvPr id="21" name="S07-num193"/>
          <p:cNvSpPr txBox="1"/>
          <p:nvPr/>
        </p:nvSpPr>
        <p:spPr>
          <a:xfrm>
            <a:off x="8127096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22" name="S07-fracbar194"/>
          <p:cNvSpPr/>
          <p:nvPr/>
        </p:nvSpPr>
        <p:spPr>
          <a:xfrm>
            <a:off x="8163672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3" name="S07-num195"/>
          <p:cNvSpPr txBox="1"/>
          <p:nvPr/>
        </p:nvSpPr>
        <p:spPr>
          <a:xfrm>
            <a:off x="8127096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4" name="S07-op196"/>
          <p:cNvSpPr txBox="1"/>
          <p:nvPr/>
        </p:nvSpPr>
        <p:spPr>
          <a:xfrm>
            <a:off x="8746602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5" name="S07-num197"/>
          <p:cNvSpPr txBox="1"/>
          <p:nvPr/>
        </p:nvSpPr>
        <p:spPr>
          <a:xfrm>
            <a:off x="9272382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6" name="S07-fracbar198"/>
          <p:cNvSpPr/>
          <p:nvPr/>
        </p:nvSpPr>
        <p:spPr>
          <a:xfrm>
            <a:off x="9308958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7" name="S07-num199"/>
          <p:cNvSpPr txBox="1"/>
          <p:nvPr/>
        </p:nvSpPr>
        <p:spPr>
          <a:xfrm>
            <a:off x="9272382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8" name="S07-stepno200"/>
          <p:cNvSpPr txBox="1"/>
          <p:nvPr/>
        </p:nvSpPr>
        <p:spPr>
          <a:xfrm>
            <a:off x="548640" y="48966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7-text201"/>
          <p:cNvSpPr txBox="1"/>
          <p:nvPr/>
        </p:nvSpPr>
        <p:spPr>
          <a:xfrm>
            <a:off x="1325880" y="4850892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합쳐요.</a:t>
            </a:r>
            <a:endParaRPr lang="ko-KR" sz="3000" dirty="0"/>
          </a:p>
        </p:txBody>
      </p:sp>
      <p:sp>
        <p:nvSpPr>
          <p:cNvPr id="30" name="S07-op202"/>
          <p:cNvSpPr txBox="1"/>
          <p:nvPr/>
        </p:nvSpPr>
        <p:spPr>
          <a:xfrm>
            <a:off x="6981810" y="48508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1" name="S07-num203"/>
          <p:cNvSpPr txBox="1"/>
          <p:nvPr/>
        </p:nvSpPr>
        <p:spPr>
          <a:xfrm>
            <a:off x="7599030" y="48508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2" name="S07-fracbar204"/>
          <p:cNvSpPr/>
          <p:nvPr/>
        </p:nvSpPr>
        <p:spPr>
          <a:xfrm>
            <a:off x="7635606" y="53370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3" name="S07-num205"/>
          <p:cNvSpPr txBox="1"/>
          <p:nvPr/>
        </p:nvSpPr>
        <p:spPr>
          <a:xfrm>
            <a:off x="7599030" y="53736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더해 1이 넘으면</a:t>
            </a:r>
            <a:endParaRPr lang="ko-KR" sz="4000" dirty="0"/>
          </a:p>
        </p:txBody>
      </p:sp>
      <p:sp>
        <p:nvSpPr>
          <p:cNvPr id="3" name="S08-op206"/>
          <p:cNvSpPr txBox="1"/>
          <p:nvPr/>
        </p:nvSpPr>
        <p:spPr>
          <a:xfrm>
            <a:off x="54864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4" name="S08-num207"/>
          <p:cNvSpPr txBox="1"/>
          <p:nvPr/>
        </p:nvSpPr>
        <p:spPr>
          <a:xfrm>
            <a:off x="119938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5" name="S08-fracbar208"/>
          <p:cNvSpPr/>
          <p:nvPr/>
        </p:nvSpPr>
        <p:spPr>
          <a:xfrm>
            <a:off x="123596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6" name="S08-num209"/>
          <p:cNvSpPr txBox="1"/>
          <p:nvPr/>
        </p:nvSpPr>
        <p:spPr>
          <a:xfrm>
            <a:off x="119938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7" name="S08-op210"/>
          <p:cNvSpPr txBox="1"/>
          <p:nvPr/>
        </p:nvSpPr>
        <p:spPr>
          <a:xfrm>
            <a:off x="1872234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8" name="S08-op211"/>
          <p:cNvSpPr txBox="1"/>
          <p:nvPr/>
        </p:nvSpPr>
        <p:spPr>
          <a:xfrm>
            <a:off x="241935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9" name="S08-num212"/>
          <p:cNvSpPr txBox="1"/>
          <p:nvPr/>
        </p:nvSpPr>
        <p:spPr>
          <a:xfrm>
            <a:off x="307009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10" name="S08-fracbar213"/>
          <p:cNvSpPr/>
          <p:nvPr/>
        </p:nvSpPr>
        <p:spPr>
          <a:xfrm>
            <a:off x="310667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08-num214"/>
          <p:cNvSpPr txBox="1"/>
          <p:nvPr/>
        </p:nvSpPr>
        <p:spPr>
          <a:xfrm>
            <a:off x="307009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2" name="S08-stepno215"/>
          <p:cNvSpPr txBox="1"/>
          <p:nvPr/>
        </p:nvSpPr>
        <p:spPr>
          <a:xfrm>
            <a:off x="548640" y="30007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8-text216"/>
          <p:cNvSpPr txBox="1"/>
          <p:nvPr/>
        </p:nvSpPr>
        <p:spPr>
          <a:xfrm>
            <a:off x="1325880" y="300075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 더해요.</a:t>
            </a:r>
            <a:endParaRPr lang="ko-KR" sz="3000" dirty="0"/>
          </a:p>
        </p:txBody>
      </p:sp>
      <p:sp>
        <p:nvSpPr>
          <p:cNvPr id="14" name="S08-eqtext217"/>
          <p:cNvSpPr txBox="1"/>
          <p:nvPr/>
        </p:nvSpPr>
        <p:spPr>
          <a:xfrm>
            <a:off x="6981810" y="300075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+ 1 = 2</a:t>
            </a:r>
            <a:endParaRPr lang="ko-KR" sz="3000" dirty="0"/>
          </a:p>
        </p:txBody>
      </p:sp>
      <p:sp>
        <p:nvSpPr>
          <p:cNvPr id="15" name="S08-stepno218"/>
          <p:cNvSpPr txBox="1"/>
          <p:nvPr/>
        </p:nvSpPr>
        <p:spPr>
          <a:xfrm>
            <a:off x="548640" y="3759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8-text219"/>
          <p:cNvSpPr txBox="1"/>
          <p:nvPr/>
        </p:nvSpPr>
        <p:spPr>
          <a:xfrm>
            <a:off x="1325880" y="3713988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더해요.</a:t>
            </a:r>
            <a:endParaRPr lang="ko-KR" sz="3000" dirty="0"/>
          </a:p>
        </p:txBody>
      </p:sp>
      <p:sp>
        <p:nvSpPr>
          <p:cNvPr id="17" name="S08-num220"/>
          <p:cNvSpPr txBox="1"/>
          <p:nvPr/>
        </p:nvSpPr>
        <p:spPr>
          <a:xfrm>
            <a:off x="6981810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8" name="S08-fracbar221"/>
          <p:cNvSpPr/>
          <p:nvPr/>
        </p:nvSpPr>
        <p:spPr>
          <a:xfrm>
            <a:off x="7018386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08-num222"/>
          <p:cNvSpPr txBox="1"/>
          <p:nvPr/>
        </p:nvSpPr>
        <p:spPr>
          <a:xfrm>
            <a:off x="6981810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0" name="S08-op223"/>
          <p:cNvSpPr txBox="1"/>
          <p:nvPr/>
        </p:nvSpPr>
        <p:spPr>
          <a:xfrm>
            <a:off x="7601316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000" dirty="0"/>
          </a:p>
        </p:txBody>
      </p:sp>
      <p:sp>
        <p:nvSpPr>
          <p:cNvPr id="21" name="S08-num224"/>
          <p:cNvSpPr txBox="1"/>
          <p:nvPr/>
        </p:nvSpPr>
        <p:spPr>
          <a:xfrm>
            <a:off x="8127096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22" name="S08-fracbar225"/>
          <p:cNvSpPr/>
          <p:nvPr/>
        </p:nvSpPr>
        <p:spPr>
          <a:xfrm>
            <a:off x="8163672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3" name="S08-num226"/>
          <p:cNvSpPr txBox="1"/>
          <p:nvPr/>
        </p:nvSpPr>
        <p:spPr>
          <a:xfrm>
            <a:off x="8127096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4" name="S08-op227"/>
          <p:cNvSpPr txBox="1"/>
          <p:nvPr/>
        </p:nvSpPr>
        <p:spPr>
          <a:xfrm>
            <a:off x="8746602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5" name="S08-num228"/>
          <p:cNvSpPr txBox="1"/>
          <p:nvPr/>
        </p:nvSpPr>
        <p:spPr>
          <a:xfrm>
            <a:off x="9272382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000" dirty="0"/>
          </a:p>
        </p:txBody>
      </p:sp>
      <p:sp>
        <p:nvSpPr>
          <p:cNvPr id="26" name="S08-fracbar229"/>
          <p:cNvSpPr/>
          <p:nvPr/>
        </p:nvSpPr>
        <p:spPr>
          <a:xfrm>
            <a:off x="9308958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7" name="S08-num230"/>
          <p:cNvSpPr txBox="1"/>
          <p:nvPr/>
        </p:nvSpPr>
        <p:spPr>
          <a:xfrm>
            <a:off x="9272382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8" name="S08-stepno231"/>
          <p:cNvSpPr txBox="1"/>
          <p:nvPr/>
        </p:nvSpPr>
        <p:spPr>
          <a:xfrm>
            <a:off x="548640" y="48966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8-text232"/>
          <p:cNvSpPr txBox="1"/>
          <p:nvPr/>
        </p:nvSpPr>
        <p:spPr>
          <a:xfrm>
            <a:off x="1325880" y="4850892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7은 1과 5분의 2,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자연수에 더해요.</a:t>
            </a:r>
            <a:endParaRPr lang="ko-KR" sz="3000" dirty="0"/>
          </a:p>
        </p:txBody>
      </p:sp>
      <p:sp>
        <p:nvSpPr>
          <p:cNvPr id="30" name="S08-op233"/>
          <p:cNvSpPr txBox="1"/>
          <p:nvPr/>
        </p:nvSpPr>
        <p:spPr>
          <a:xfrm>
            <a:off x="6981810" y="48508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1" name="S08-op234"/>
          <p:cNvSpPr txBox="1"/>
          <p:nvPr/>
        </p:nvSpPr>
        <p:spPr>
          <a:xfrm>
            <a:off x="7599030" y="4850892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000" dirty="0"/>
          </a:p>
        </p:txBody>
      </p:sp>
      <p:sp>
        <p:nvSpPr>
          <p:cNvPr id="32" name="S08-op235"/>
          <p:cNvSpPr txBox="1"/>
          <p:nvPr/>
        </p:nvSpPr>
        <p:spPr>
          <a:xfrm>
            <a:off x="8124810" y="48508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33" name="S08-num236"/>
          <p:cNvSpPr txBox="1"/>
          <p:nvPr/>
        </p:nvSpPr>
        <p:spPr>
          <a:xfrm>
            <a:off x="8742030" y="48508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4" name="S08-fracbar237"/>
          <p:cNvSpPr/>
          <p:nvPr/>
        </p:nvSpPr>
        <p:spPr>
          <a:xfrm>
            <a:off x="8778606" y="53370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5" name="S08-num238"/>
          <p:cNvSpPr txBox="1"/>
          <p:nvPr/>
        </p:nvSpPr>
        <p:spPr>
          <a:xfrm>
            <a:off x="8742030" y="53736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36" name="S08-op239"/>
          <p:cNvSpPr txBox="1"/>
          <p:nvPr/>
        </p:nvSpPr>
        <p:spPr>
          <a:xfrm>
            <a:off x="9361536" y="4850892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7" name="S08-op240"/>
          <p:cNvSpPr txBox="1"/>
          <p:nvPr/>
        </p:nvSpPr>
        <p:spPr>
          <a:xfrm>
            <a:off x="9887316" y="48508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8" name="S08-num241"/>
          <p:cNvSpPr txBox="1"/>
          <p:nvPr/>
        </p:nvSpPr>
        <p:spPr>
          <a:xfrm>
            <a:off x="10504536" y="48508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9" name="S08-fracbar242"/>
          <p:cNvSpPr/>
          <p:nvPr/>
        </p:nvSpPr>
        <p:spPr>
          <a:xfrm>
            <a:off x="10541112" y="53370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0" name="S08-num243"/>
          <p:cNvSpPr txBox="1"/>
          <p:nvPr/>
        </p:nvSpPr>
        <p:spPr>
          <a:xfrm>
            <a:off x="10504536" y="53736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 덧셈 연습</a:t>
            </a:r>
            <a:endParaRPr lang="ko-KR" sz="4000" dirty="0"/>
          </a:p>
        </p:txBody>
      </p:sp>
      <p:sp>
        <p:nvSpPr>
          <p:cNvPr id="3" name="S09-text2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 더해요.</a:t>
            </a:r>
            <a:endParaRPr lang="ko-KR" sz="3000" dirty="0"/>
          </a:p>
        </p:txBody>
      </p:sp>
      <p:sp>
        <p:nvSpPr>
          <p:cNvPr id="4" name="S09-card2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부분이 1보다 크면 1을 자연수로 보내요.</a:t>
            </a:r>
            <a:endParaRPr lang="ko-KR" sz="3000" dirty="0"/>
          </a:p>
        </p:txBody>
      </p:sp>
      <p:sp>
        <p:nvSpPr>
          <p:cNvPr id="6" name="S09-chip24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op248"/>
          <p:cNvSpPr txBox="1"/>
          <p:nvPr/>
        </p:nvSpPr>
        <p:spPr>
          <a:xfrm>
            <a:off x="1344168" y="201269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8" name="S09-num249"/>
          <p:cNvSpPr txBox="1"/>
          <p:nvPr/>
        </p:nvSpPr>
        <p:spPr>
          <a:xfrm>
            <a:off x="1944624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9" name="S09-fracbar250"/>
          <p:cNvSpPr/>
          <p:nvPr/>
        </p:nvSpPr>
        <p:spPr>
          <a:xfrm>
            <a:off x="198120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num251"/>
          <p:cNvSpPr txBox="1"/>
          <p:nvPr/>
        </p:nvSpPr>
        <p:spPr>
          <a:xfrm>
            <a:off x="194462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1" name="S09-op252"/>
          <p:cNvSpPr txBox="1"/>
          <p:nvPr/>
        </p:nvSpPr>
        <p:spPr>
          <a:xfrm>
            <a:off x="2537460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2" name="S09-op253"/>
          <p:cNvSpPr txBox="1"/>
          <p:nvPr/>
        </p:nvSpPr>
        <p:spPr>
          <a:xfrm>
            <a:off x="3052572" y="201269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3" name="S09-num254"/>
          <p:cNvSpPr txBox="1"/>
          <p:nvPr/>
        </p:nvSpPr>
        <p:spPr>
          <a:xfrm>
            <a:off x="365302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4" name="S09-fracbar255"/>
          <p:cNvSpPr/>
          <p:nvPr/>
        </p:nvSpPr>
        <p:spPr>
          <a:xfrm>
            <a:off x="368960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num256"/>
          <p:cNvSpPr txBox="1"/>
          <p:nvPr/>
        </p:nvSpPr>
        <p:spPr>
          <a:xfrm>
            <a:off x="365302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6" name="S09-op257"/>
          <p:cNvSpPr txBox="1"/>
          <p:nvPr/>
        </p:nvSpPr>
        <p:spPr>
          <a:xfrm>
            <a:off x="424586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7" name="S09-blank258"/>
          <p:cNvSpPr/>
          <p:nvPr/>
        </p:nvSpPr>
        <p:spPr>
          <a:xfrm>
            <a:off x="4907981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9-blank259"/>
          <p:cNvSpPr/>
          <p:nvPr/>
        </p:nvSpPr>
        <p:spPr>
          <a:xfrm>
            <a:off x="556152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9-fracbar260"/>
          <p:cNvSpPr/>
          <p:nvPr/>
        </p:nvSpPr>
        <p:spPr>
          <a:xfrm>
            <a:off x="551180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num261"/>
          <p:cNvSpPr txBox="1"/>
          <p:nvPr/>
        </p:nvSpPr>
        <p:spPr>
          <a:xfrm>
            <a:off x="547522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1" name="S09-chip26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2" name="S09-op263"/>
          <p:cNvSpPr txBox="1"/>
          <p:nvPr/>
        </p:nvSpPr>
        <p:spPr>
          <a:xfrm>
            <a:off x="1344168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3" name="S09-num264"/>
          <p:cNvSpPr txBox="1"/>
          <p:nvPr/>
        </p:nvSpPr>
        <p:spPr>
          <a:xfrm>
            <a:off x="1944624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4" name="S09-fracbar265"/>
          <p:cNvSpPr/>
          <p:nvPr/>
        </p:nvSpPr>
        <p:spPr>
          <a:xfrm>
            <a:off x="198120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9-num266"/>
          <p:cNvSpPr txBox="1"/>
          <p:nvPr/>
        </p:nvSpPr>
        <p:spPr>
          <a:xfrm>
            <a:off x="194462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6" name="S09-op267"/>
          <p:cNvSpPr txBox="1"/>
          <p:nvPr/>
        </p:nvSpPr>
        <p:spPr>
          <a:xfrm>
            <a:off x="2537460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7" name="S09-op268"/>
          <p:cNvSpPr txBox="1"/>
          <p:nvPr/>
        </p:nvSpPr>
        <p:spPr>
          <a:xfrm>
            <a:off x="3052572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8" name="S09-num269"/>
          <p:cNvSpPr txBox="1"/>
          <p:nvPr/>
        </p:nvSpPr>
        <p:spPr>
          <a:xfrm>
            <a:off x="365302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9" name="S09-fracbar270"/>
          <p:cNvSpPr/>
          <p:nvPr/>
        </p:nvSpPr>
        <p:spPr>
          <a:xfrm>
            <a:off x="368960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num271"/>
          <p:cNvSpPr txBox="1"/>
          <p:nvPr/>
        </p:nvSpPr>
        <p:spPr>
          <a:xfrm>
            <a:off x="365302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1" name="S09-op272"/>
          <p:cNvSpPr txBox="1"/>
          <p:nvPr/>
        </p:nvSpPr>
        <p:spPr>
          <a:xfrm>
            <a:off x="424586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2" name="S09-blank273"/>
          <p:cNvSpPr/>
          <p:nvPr/>
        </p:nvSpPr>
        <p:spPr>
          <a:xfrm>
            <a:off x="4907981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09-blank274"/>
          <p:cNvSpPr/>
          <p:nvPr/>
        </p:nvSpPr>
        <p:spPr>
          <a:xfrm>
            <a:off x="5561523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9-fracbar275"/>
          <p:cNvSpPr/>
          <p:nvPr/>
        </p:nvSpPr>
        <p:spPr>
          <a:xfrm>
            <a:off x="551180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9-num276"/>
          <p:cNvSpPr txBox="1"/>
          <p:nvPr/>
        </p:nvSpPr>
        <p:spPr>
          <a:xfrm>
            <a:off x="547522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6" name="S09-chip27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7" name="S09-op278"/>
          <p:cNvSpPr txBox="1"/>
          <p:nvPr/>
        </p:nvSpPr>
        <p:spPr>
          <a:xfrm>
            <a:off x="1344168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8" name="S09-num279"/>
          <p:cNvSpPr txBox="1"/>
          <p:nvPr/>
        </p:nvSpPr>
        <p:spPr>
          <a:xfrm>
            <a:off x="19446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9" name="S09-fracbar280"/>
          <p:cNvSpPr/>
          <p:nvPr/>
        </p:nvSpPr>
        <p:spPr>
          <a:xfrm>
            <a:off x="19812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9-num281"/>
          <p:cNvSpPr txBox="1"/>
          <p:nvPr/>
        </p:nvSpPr>
        <p:spPr>
          <a:xfrm>
            <a:off x="19446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41" name="S09-op282"/>
          <p:cNvSpPr txBox="1"/>
          <p:nvPr/>
        </p:nvSpPr>
        <p:spPr>
          <a:xfrm>
            <a:off x="253746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42" name="S09-op283"/>
          <p:cNvSpPr txBox="1"/>
          <p:nvPr/>
        </p:nvSpPr>
        <p:spPr>
          <a:xfrm>
            <a:off x="3052572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43" name="S09-num284"/>
          <p:cNvSpPr txBox="1"/>
          <p:nvPr/>
        </p:nvSpPr>
        <p:spPr>
          <a:xfrm>
            <a:off x="36530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4" name="S09-fracbar285"/>
          <p:cNvSpPr/>
          <p:nvPr/>
        </p:nvSpPr>
        <p:spPr>
          <a:xfrm>
            <a:off x="36896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9-num286"/>
          <p:cNvSpPr txBox="1"/>
          <p:nvPr/>
        </p:nvSpPr>
        <p:spPr>
          <a:xfrm>
            <a:off x="36530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46" name="S09-op287"/>
          <p:cNvSpPr txBox="1"/>
          <p:nvPr/>
        </p:nvSpPr>
        <p:spPr>
          <a:xfrm>
            <a:off x="424586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7" name="S09-blank288"/>
          <p:cNvSpPr/>
          <p:nvPr/>
        </p:nvSpPr>
        <p:spPr>
          <a:xfrm>
            <a:off x="4907981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8" name="S09-blank289"/>
          <p:cNvSpPr/>
          <p:nvPr/>
        </p:nvSpPr>
        <p:spPr>
          <a:xfrm>
            <a:off x="556152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9" name="S09-fracbar290"/>
          <p:cNvSpPr/>
          <p:nvPr/>
        </p:nvSpPr>
        <p:spPr>
          <a:xfrm>
            <a:off x="55118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9-num291"/>
          <p:cNvSpPr txBox="1"/>
          <p:nvPr/>
        </p:nvSpPr>
        <p:spPr>
          <a:xfrm>
            <a:off x="54752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2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더했는지 말해요.</a:t>
            </a:r>
            <a:endParaRPr lang="ko-KR" sz="3000" dirty="0"/>
          </a:p>
        </p:txBody>
      </p:sp>
      <p:sp>
        <p:nvSpPr>
          <p:cNvPr id="4" name="S10-chip29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num294"/>
          <p:cNvSpPr txBox="1"/>
          <p:nvPr/>
        </p:nvSpPr>
        <p:spPr>
          <a:xfrm>
            <a:off x="1344168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6" name="S10-fracbar295"/>
          <p:cNvSpPr/>
          <p:nvPr/>
        </p:nvSpPr>
        <p:spPr>
          <a:xfrm>
            <a:off x="138074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7" name="S10-num296"/>
          <p:cNvSpPr txBox="1"/>
          <p:nvPr/>
        </p:nvSpPr>
        <p:spPr>
          <a:xfrm>
            <a:off x="134416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8" name="S10-op297"/>
          <p:cNvSpPr txBox="1"/>
          <p:nvPr/>
        </p:nvSpPr>
        <p:spPr>
          <a:xfrm>
            <a:off x="2017014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9" name="S10-num298"/>
          <p:cNvSpPr txBox="1"/>
          <p:nvPr/>
        </p:nvSpPr>
        <p:spPr>
          <a:xfrm>
            <a:off x="2564130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10" name="S10-fracbar299"/>
          <p:cNvSpPr/>
          <p:nvPr/>
        </p:nvSpPr>
        <p:spPr>
          <a:xfrm>
            <a:off x="2600706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10-num300"/>
          <p:cNvSpPr txBox="1"/>
          <p:nvPr/>
        </p:nvSpPr>
        <p:spPr>
          <a:xfrm>
            <a:off x="2564130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2" name="S10-op301"/>
          <p:cNvSpPr txBox="1"/>
          <p:nvPr/>
        </p:nvSpPr>
        <p:spPr>
          <a:xfrm>
            <a:off x="3236976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3" name="S10-blank302"/>
          <p:cNvSpPr/>
          <p:nvPr/>
        </p:nvSpPr>
        <p:spPr>
          <a:xfrm>
            <a:off x="3877127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0-fracbar303"/>
          <p:cNvSpPr/>
          <p:nvPr/>
        </p:nvSpPr>
        <p:spPr>
          <a:xfrm>
            <a:off x="3820668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5" name="S10-num304"/>
          <p:cNvSpPr txBox="1"/>
          <p:nvPr/>
        </p:nvSpPr>
        <p:spPr>
          <a:xfrm>
            <a:off x="3784092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6" name="S10-chip30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7" name="S10-num306"/>
          <p:cNvSpPr txBox="1"/>
          <p:nvPr/>
        </p:nvSpPr>
        <p:spPr>
          <a:xfrm>
            <a:off x="7072884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8" name="S10-fracbar307"/>
          <p:cNvSpPr/>
          <p:nvPr/>
        </p:nvSpPr>
        <p:spPr>
          <a:xfrm>
            <a:off x="7109460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9" name="S10-num308"/>
          <p:cNvSpPr txBox="1"/>
          <p:nvPr/>
        </p:nvSpPr>
        <p:spPr>
          <a:xfrm>
            <a:off x="7072884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0" name="S10-op309"/>
          <p:cNvSpPr txBox="1"/>
          <p:nvPr/>
        </p:nvSpPr>
        <p:spPr>
          <a:xfrm>
            <a:off x="7745730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21" name="S10-num310"/>
          <p:cNvSpPr txBox="1"/>
          <p:nvPr/>
        </p:nvSpPr>
        <p:spPr>
          <a:xfrm>
            <a:off x="8292846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22" name="S10-fracbar311"/>
          <p:cNvSpPr/>
          <p:nvPr/>
        </p:nvSpPr>
        <p:spPr>
          <a:xfrm>
            <a:off x="8329422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3" name="S10-num312"/>
          <p:cNvSpPr txBox="1"/>
          <p:nvPr/>
        </p:nvSpPr>
        <p:spPr>
          <a:xfrm>
            <a:off x="8292846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4" name="S10-op313"/>
          <p:cNvSpPr txBox="1"/>
          <p:nvPr/>
        </p:nvSpPr>
        <p:spPr>
          <a:xfrm>
            <a:off x="8965692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5" name="S10-blank314"/>
          <p:cNvSpPr/>
          <p:nvPr/>
        </p:nvSpPr>
        <p:spPr>
          <a:xfrm>
            <a:off x="9663882" y="255467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0-blank315"/>
          <p:cNvSpPr/>
          <p:nvPr/>
        </p:nvSpPr>
        <p:spPr>
          <a:xfrm>
            <a:off x="10394767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10-fracbar316"/>
          <p:cNvSpPr/>
          <p:nvPr/>
        </p:nvSpPr>
        <p:spPr>
          <a:xfrm>
            <a:off x="10338308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8" name="S10-num317"/>
          <p:cNvSpPr txBox="1"/>
          <p:nvPr/>
        </p:nvSpPr>
        <p:spPr>
          <a:xfrm>
            <a:off x="10301732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9" name="S10-chip31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0" name="S10-op319"/>
          <p:cNvSpPr txBox="1"/>
          <p:nvPr/>
        </p:nvSpPr>
        <p:spPr>
          <a:xfrm>
            <a:off x="1344168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31" name="S10-num320"/>
          <p:cNvSpPr txBox="1"/>
          <p:nvPr/>
        </p:nvSpPr>
        <p:spPr>
          <a:xfrm>
            <a:off x="1927860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32" name="S10-fracbar321"/>
          <p:cNvSpPr/>
          <p:nvPr/>
        </p:nvSpPr>
        <p:spPr>
          <a:xfrm>
            <a:off x="1964436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33" name="S10-num322"/>
          <p:cNvSpPr txBox="1"/>
          <p:nvPr/>
        </p:nvSpPr>
        <p:spPr>
          <a:xfrm>
            <a:off x="1927860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34" name="S10-op323"/>
          <p:cNvSpPr txBox="1"/>
          <p:nvPr/>
        </p:nvSpPr>
        <p:spPr>
          <a:xfrm>
            <a:off x="2494026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600" dirty="0"/>
          </a:p>
        </p:txBody>
      </p:sp>
      <p:sp>
        <p:nvSpPr>
          <p:cNvPr id="35" name="S10-op324"/>
          <p:cNvSpPr txBox="1"/>
          <p:nvPr/>
        </p:nvSpPr>
        <p:spPr>
          <a:xfrm>
            <a:off x="2998470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6" name="S10-num325"/>
          <p:cNvSpPr txBox="1"/>
          <p:nvPr/>
        </p:nvSpPr>
        <p:spPr>
          <a:xfrm>
            <a:off x="3582162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37" name="S10-fracbar326"/>
          <p:cNvSpPr/>
          <p:nvPr/>
        </p:nvSpPr>
        <p:spPr>
          <a:xfrm>
            <a:off x="3618738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38" name="S10-num327"/>
          <p:cNvSpPr txBox="1"/>
          <p:nvPr/>
        </p:nvSpPr>
        <p:spPr>
          <a:xfrm>
            <a:off x="3582162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39" name="S10-op328"/>
          <p:cNvSpPr txBox="1"/>
          <p:nvPr/>
        </p:nvSpPr>
        <p:spPr>
          <a:xfrm>
            <a:off x="4148328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40" name="S10-blank329"/>
          <p:cNvSpPr/>
          <p:nvPr/>
        </p:nvSpPr>
        <p:spPr>
          <a:xfrm>
            <a:off x="4798421" y="479359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10-blank330"/>
          <p:cNvSpPr/>
          <p:nvPr/>
        </p:nvSpPr>
        <p:spPr>
          <a:xfrm>
            <a:off x="5426182" y="456220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2" name="S10-fracbar331"/>
          <p:cNvSpPr/>
          <p:nvPr/>
        </p:nvSpPr>
        <p:spPr>
          <a:xfrm>
            <a:off x="5378704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43" name="S10-num332"/>
          <p:cNvSpPr txBox="1"/>
          <p:nvPr/>
        </p:nvSpPr>
        <p:spPr>
          <a:xfrm>
            <a:off x="5342128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44" name="S10-chip33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45" name="S10-op334"/>
          <p:cNvSpPr txBox="1"/>
          <p:nvPr/>
        </p:nvSpPr>
        <p:spPr>
          <a:xfrm>
            <a:off x="7072884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6" name="S10-num335"/>
          <p:cNvSpPr txBox="1"/>
          <p:nvPr/>
        </p:nvSpPr>
        <p:spPr>
          <a:xfrm>
            <a:off x="7656576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47" name="S10-fracbar336"/>
          <p:cNvSpPr/>
          <p:nvPr/>
        </p:nvSpPr>
        <p:spPr>
          <a:xfrm>
            <a:off x="7693152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48" name="S10-num337"/>
          <p:cNvSpPr txBox="1"/>
          <p:nvPr/>
        </p:nvSpPr>
        <p:spPr>
          <a:xfrm>
            <a:off x="7656576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49" name="S10-op338"/>
          <p:cNvSpPr txBox="1"/>
          <p:nvPr/>
        </p:nvSpPr>
        <p:spPr>
          <a:xfrm>
            <a:off x="8222742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600" dirty="0"/>
          </a:p>
        </p:txBody>
      </p:sp>
      <p:sp>
        <p:nvSpPr>
          <p:cNvPr id="50" name="S10-op339"/>
          <p:cNvSpPr txBox="1"/>
          <p:nvPr/>
        </p:nvSpPr>
        <p:spPr>
          <a:xfrm>
            <a:off x="8727186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51" name="S10-num340"/>
          <p:cNvSpPr txBox="1"/>
          <p:nvPr/>
        </p:nvSpPr>
        <p:spPr>
          <a:xfrm>
            <a:off x="9310878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52" name="S10-fracbar341"/>
          <p:cNvSpPr/>
          <p:nvPr/>
        </p:nvSpPr>
        <p:spPr>
          <a:xfrm>
            <a:off x="9347454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53" name="S10-num342"/>
          <p:cNvSpPr txBox="1"/>
          <p:nvPr/>
        </p:nvSpPr>
        <p:spPr>
          <a:xfrm>
            <a:off x="9310878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54" name="S10-op343"/>
          <p:cNvSpPr txBox="1"/>
          <p:nvPr/>
        </p:nvSpPr>
        <p:spPr>
          <a:xfrm>
            <a:off x="9877044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55" name="S10-blank344"/>
          <p:cNvSpPr/>
          <p:nvPr/>
        </p:nvSpPr>
        <p:spPr>
          <a:xfrm>
            <a:off x="10527137" y="479359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6" name="S10-blank345"/>
          <p:cNvSpPr/>
          <p:nvPr/>
        </p:nvSpPr>
        <p:spPr>
          <a:xfrm>
            <a:off x="11154898" y="456220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7" name="S10-fracbar346"/>
          <p:cNvSpPr/>
          <p:nvPr/>
        </p:nvSpPr>
        <p:spPr>
          <a:xfrm>
            <a:off x="11107420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58" name="S10-num347"/>
          <p:cNvSpPr txBox="1"/>
          <p:nvPr/>
        </p:nvSpPr>
        <p:spPr>
          <a:xfrm>
            <a:off x="11070844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것을 모두 골라요</a:t>
            </a:r>
            <a:endParaRPr lang="ko-KR" sz="4000" dirty="0"/>
          </a:p>
        </p:txBody>
      </p:sp>
      <p:sp>
        <p:nvSpPr>
          <p:cNvPr id="3" name="S12-text3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 + 5분의 4와 같은 것을 골라요.</a:t>
            </a:r>
            <a:endParaRPr lang="ko-KR" sz="3000" dirty="0"/>
          </a:p>
        </p:txBody>
      </p:sp>
      <p:sp>
        <p:nvSpPr>
          <p:cNvPr id="4" name="S12-card3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3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고르고, 막대나 말로 까닭을 말해요.</a:t>
            </a:r>
            <a:endParaRPr lang="ko-KR" sz="3000" dirty="0"/>
          </a:p>
        </p:txBody>
      </p:sp>
      <p:sp>
        <p:nvSpPr>
          <p:cNvPr id="6" name="S12-chip35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num352"/>
          <p:cNvSpPr txBox="1"/>
          <p:nvPr/>
        </p:nvSpPr>
        <p:spPr>
          <a:xfrm>
            <a:off x="1953768" y="328218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000" dirty="0"/>
          </a:p>
        </p:txBody>
      </p:sp>
      <p:sp>
        <p:nvSpPr>
          <p:cNvPr id="8" name="S12-fracbar353"/>
          <p:cNvSpPr/>
          <p:nvPr/>
        </p:nvSpPr>
        <p:spPr>
          <a:xfrm>
            <a:off x="1990344" y="391820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2-num354"/>
          <p:cNvSpPr txBox="1"/>
          <p:nvPr/>
        </p:nvSpPr>
        <p:spPr>
          <a:xfrm>
            <a:off x="1953768" y="395478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10" name="S12-chip35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1" name="S12-op356"/>
          <p:cNvSpPr txBox="1"/>
          <p:nvPr/>
        </p:nvSpPr>
        <p:spPr>
          <a:xfrm>
            <a:off x="5422392" y="3282188"/>
            <a:ext cx="59131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12" name="S12-num357"/>
          <p:cNvSpPr txBox="1"/>
          <p:nvPr/>
        </p:nvSpPr>
        <p:spPr>
          <a:xfrm>
            <a:off x="6123432" y="328218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13" name="S12-fracbar358"/>
          <p:cNvSpPr/>
          <p:nvPr/>
        </p:nvSpPr>
        <p:spPr>
          <a:xfrm>
            <a:off x="6160008" y="391820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12-num359"/>
          <p:cNvSpPr txBox="1"/>
          <p:nvPr/>
        </p:nvSpPr>
        <p:spPr>
          <a:xfrm>
            <a:off x="6123432" y="395478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15" name="S12-chip36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6" name="S12-num361"/>
          <p:cNvSpPr txBox="1"/>
          <p:nvPr/>
        </p:nvSpPr>
        <p:spPr>
          <a:xfrm>
            <a:off x="9536684" y="3282188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000" dirty="0"/>
          </a:p>
        </p:txBody>
      </p:sp>
      <p:sp>
        <p:nvSpPr>
          <p:cNvPr id="17" name="S12-fracbar362"/>
          <p:cNvSpPr/>
          <p:nvPr/>
        </p:nvSpPr>
        <p:spPr>
          <a:xfrm>
            <a:off x="9573260" y="3918204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8" name="S12-num363"/>
          <p:cNvSpPr txBox="1"/>
          <p:nvPr/>
        </p:nvSpPr>
        <p:spPr>
          <a:xfrm>
            <a:off x="9536684" y="3954780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분자끼리 더해요.</a:t>
            </a:r>
            <a:endParaRPr lang="ko-KR" sz="3000" dirty="0"/>
          </a:p>
        </p:txBody>
      </p:sp>
      <p:sp>
        <p:nvSpPr>
          <p:cNvPr id="5" name="S13-chip36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1이 넘으면 대분수로</a:t>
            </a:r>
            <a:endParaRPr lang="ko-KR" sz="2400" dirty="0"/>
          </a:p>
        </p:txBody>
      </p:sp>
      <p:sp>
        <p:nvSpPr>
          <p:cNvPr id="6" name="S13-chip36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분모끼리 더하기</a:t>
            </a:r>
            <a:endParaRPr lang="ko-KR" sz="2400" dirty="0"/>
          </a:p>
        </p:txBody>
      </p:sp>
      <p:sp>
        <p:nvSpPr>
          <p:cNvPr id="7" name="S13-text36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op369"/>
          <p:cNvSpPr txBox="1"/>
          <p:nvPr/>
        </p:nvSpPr>
        <p:spPr>
          <a:xfrm>
            <a:off x="548640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800" dirty="0"/>
          </a:p>
        </p:txBody>
      </p:sp>
      <p:sp>
        <p:nvSpPr>
          <p:cNvPr id="9" name="S13-num370"/>
          <p:cNvSpPr txBox="1"/>
          <p:nvPr/>
        </p:nvSpPr>
        <p:spPr>
          <a:xfrm>
            <a:off x="126288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0" name="S13-fracbar371"/>
          <p:cNvSpPr/>
          <p:nvPr/>
        </p:nvSpPr>
        <p:spPr>
          <a:xfrm>
            <a:off x="1299464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1" name="S13-num372"/>
          <p:cNvSpPr txBox="1"/>
          <p:nvPr/>
        </p:nvSpPr>
        <p:spPr>
          <a:xfrm>
            <a:off x="126288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2" name="S13-op373"/>
          <p:cNvSpPr txBox="1"/>
          <p:nvPr/>
        </p:nvSpPr>
        <p:spPr>
          <a:xfrm>
            <a:off x="185572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3" name="S13-num374"/>
          <p:cNvSpPr txBox="1"/>
          <p:nvPr/>
        </p:nvSpPr>
        <p:spPr>
          <a:xfrm>
            <a:off x="237083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4" name="S13-fracbar375"/>
          <p:cNvSpPr/>
          <p:nvPr/>
        </p:nvSpPr>
        <p:spPr>
          <a:xfrm>
            <a:off x="2407412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5" name="S13-num376"/>
          <p:cNvSpPr txBox="1"/>
          <p:nvPr/>
        </p:nvSpPr>
        <p:spPr>
          <a:xfrm>
            <a:off x="237083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6" name="S13-op377"/>
          <p:cNvSpPr txBox="1"/>
          <p:nvPr/>
        </p:nvSpPr>
        <p:spPr>
          <a:xfrm>
            <a:off x="432206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</p:txBody>
      </p:sp>
      <p:sp>
        <p:nvSpPr>
          <p:cNvPr id="17" name="S13-num378"/>
          <p:cNvSpPr txBox="1"/>
          <p:nvPr/>
        </p:nvSpPr>
        <p:spPr>
          <a:xfrm>
            <a:off x="503631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8" name="S13-fracbar379"/>
          <p:cNvSpPr/>
          <p:nvPr/>
        </p:nvSpPr>
        <p:spPr>
          <a:xfrm>
            <a:off x="5072888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9" name="S13-num380"/>
          <p:cNvSpPr txBox="1"/>
          <p:nvPr/>
        </p:nvSpPr>
        <p:spPr>
          <a:xfrm>
            <a:off x="503631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0" name="S13-op381"/>
          <p:cNvSpPr txBox="1"/>
          <p:nvPr/>
        </p:nvSpPr>
        <p:spPr>
          <a:xfrm>
            <a:off x="562914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1" name="S13-num382"/>
          <p:cNvSpPr txBox="1"/>
          <p:nvPr/>
        </p:nvSpPr>
        <p:spPr>
          <a:xfrm>
            <a:off x="6144260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2" name="S13-fracbar383"/>
          <p:cNvSpPr/>
          <p:nvPr/>
        </p:nvSpPr>
        <p:spPr>
          <a:xfrm>
            <a:off x="6180836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3" name="S13-num384"/>
          <p:cNvSpPr txBox="1"/>
          <p:nvPr/>
        </p:nvSpPr>
        <p:spPr>
          <a:xfrm>
            <a:off x="6144260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4" name="S13-op385"/>
          <p:cNvSpPr txBox="1"/>
          <p:nvPr/>
        </p:nvSpPr>
        <p:spPr>
          <a:xfrm>
            <a:off x="8095488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800" dirty="0"/>
          </a:p>
        </p:txBody>
      </p:sp>
      <p:sp>
        <p:nvSpPr>
          <p:cNvPr id="25" name="S13-op386"/>
          <p:cNvSpPr txBox="1"/>
          <p:nvPr/>
        </p:nvSpPr>
        <p:spPr>
          <a:xfrm>
            <a:off x="8809736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6" name="S13-num387"/>
          <p:cNvSpPr txBox="1"/>
          <p:nvPr/>
        </p:nvSpPr>
        <p:spPr>
          <a:xfrm>
            <a:off x="941019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7" name="S13-fracbar388"/>
          <p:cNvSpPr/>
          <p:nvPr/>
        </p:nvSpPr>
        <p:spPr>
          <a:xfrm>
            <a:off x="9446768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8" name="S13-num389"/>
          <p:cNvSpPr txBox="1"/>
          <p:nvPr/>
        </p:nvSpPr>
        <p:spPr>
          <a:xfrm>
            <a:off x="941019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9" name="S13-op390"/>
          <p:cNvSpPr txBox="1"/>
          <p:nvPr/>
        </p:nvSpPr>
        <p:spPr>
          <a:xfrm>
            <a:off x="1000302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30" name="S13-op391"/>
          <p:cNvSpPr txBox="1"/>
          <p:nvPr/>
        </p:nvSpPr>
        <p:spPr>
          <a:xfrm>
            <a:off x="10518140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1" name="S13-num392"/>
          <p:cNvSpPr txBox="1"/>
          <p:nvPr/>
        </p:nvSpPr>
        <p:spPr>
          <a:xfrm>
            <a:off x="1111859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2" name="S13-fracbar393"/>
          <p:cNvSpPr/>
          <p:nvPr/>
        </p:nvSpPr>
        <p:spPr>
          <a:xfrm>
            <a:off x="11155172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33" name="S13-num394"/>
          <p:cNvSpPr txBox="1"/>
          <p:nvPr/>
        </p:nvSpPr>
        <p:spPr>
          <a:xfrm>
            <a:off x="1111859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4" name="S13-text3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분모가 같은 분수의 뺄셈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가분수와 대분수</a:t>
            </a:r>
            <a:endParaRPr lang="ko-KR" sz="4000" dirty="0"/>
          </a:p>
        </p:txBody>
      </p:sp>
      <p:sp>
        <p:nvSpPr>
          <p:cNvPr id="3" name="S14-text3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7을 원으로 나타내요.</a:t>
            </a:r>
            <a:endParaRPr lang="ko-KR" sz="3000" dirty="0"/>
          </a:p>
        </p:txBody>
      </p:sp>
      <p:sp>
        <p:nvSpPr>
          <p:cNvPr id="4" name="S14-card39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39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7 = 1과 5분의 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5조각이 모이면 1이에요.</a:t>
            </a:r>
            <a:endParaRPr lang="ko-KR" sz="3000" dirty="0"/>
          </a:p>
        </p:txBody>
      </p:sp>
      <p:sp>
        <p:nvSpPr>
          <p:cNvPr id="6" name="S14-sector399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16200000"/>
              <a:gd name="adj2" fmla="val 2052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4-sector400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20520000"/>
              <a:gd name="adj2" fmla="val 324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4-sector401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3240000"/>
              <a:gd name="adj2" fmla="val 756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4-sector402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7560000"/>
              <a:gd name="adj2" fmla="val 1188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4-sector403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11880000"/>
              <a:gd name="adj2" fmla="val 162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figure404" descr="5조각 원, 5조각 모두 색칠"/>
          <p:cNvSpPr/>
          <p:nvPr/>
        </p:nvSpPr>
        <p:spPr>
          <a:xfrm>
            <a:off x="2116074" y="2011680"/>
            <a:ext cx="2250948" cy="225094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4-label405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5 = 1</a:t>
            </a:r>
            <a:endParaRPr lang="ko-KR" sz="2400" dirty="0"/>
          </a:p>
        </p:txBody>
      </p:sp>
      <p:sp>
        <p:nvSpPr>
          <p:cNvPr id="13" name="S14-sector406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6200000"/>
              <a:gd name="adj2" fmla="val 2052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sector407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20520000"/>
              <a:gd name="adj2" fmla="val 324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sector408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3240000"/>
              <a:gd name="adj2" fmla="val 756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sector409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7560000"/>
              <a:gd name="adj2" fmla="val 1188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sector410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188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4-figure411" descr="5조각 원, 2조각 색칠"/>
          <p:cNvSpPr/>
          <p:nvPr/>
        </p:nvSpPr>
        <p:spPr>
          <a:xfrm>
            <a:off x="7821930" y="2011680"/>
            <a:ext cx="2250948" cy="225094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4-label412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2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분모가 같은 분수의 덧셈</dc:title>
  <dc:subject>KR22-G04-MAT-FRACADD-L01</dc:subject>
  <dc:creator>education-ppt</dc:creator>
  <cp:lastModifiedBy>education-ppt</cp:lastModifiedBy>
  <cp:revision>1</cp:revision>
  <dcterms:created xsi:type="dcterms:W3CDTF">2026-10-26T07:46:22Z</dcterms:created>
  <dcterms:modified xsi:type="dcterms:W3CDTF">2026-10-26T07:46:22Z</dcterms:modified>
</cp:coreProperties>
</file>