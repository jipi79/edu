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fb63e23-50d7-12fb-fa3c-5900fcc933d8}">
          <p14:sldIdLst>
            <p14:sldId id="256"/>
            <p14:sldId id="257"/>
          </p14:sldIdLst>
        </p14:section>
        <p14:section name="개념" id="{201e4bea-c847-3302-6857-adec035da210}">
          <p14:sldIdLst>
            <p14:sldId id="258"/>
            <p14:sldId id="259"/>
            <p14:sldId id="261"/>
            <p14:sldId id="262"/>
          </p14:sldIdLst>
        </p14:section>
        <p14:section name="연습" id="{fbbac144-ecb7-c8e5-782a-18848c01b705}">
          <p14:sldIdLst>
            <p14:sldId id="260"/>
            <p14:sldId id="263"/>
            <p14:sldId id="264"/>
          </p14:sldIdLst>
        </p14:section>
        <p14:section name="개념" id="{3dfb1aa5-c3fb-f8a2-d2f9-6dc2d226d308}">
          <p14:sldIdLst/>
        </p14:section>
        <p14:section name="연습" id="{1f493149-4620-c897-ef5a-bba6942afcca}">
          <p14:sldIdLst/>
        </p14:section>
        <p14:section name="확인" id="{6de89ef1-13b7-935c-f602-ba2f76e52b44}">
          <p14:sldIdLst>
            <p14:sldId id="265"/>
            <p14:sldId id="266"/>
            <p14:sldId id="267"/>
          </p14:sldIdLst>
        </p14:section>
        <p14:section name="정리" id="{6eb5dcbf-8eb6-356e-abb7-7455e5e5b96c}">
          <p14:sldIdLst>
            <p14:sldId id="268"/>
          </p14:sldIdLst>
        </p14:section>
        <p14:section name="보충" id="{affc62f5-17bb-1e69-83ce-4daf4c94e9a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큰 수를 보여 주고, 네 자리 수 다음에 어떤 자리가 오는지 궁금하게 합니다.
시간: 약 2분
이렇게 말해 보세요
- “지난번에는 천, 백, 십, 일의 자리까지 배웠지? 오늘은 그보다 한 자리 더 큰 수를 배울 거야.”
- “오른쪽 표에 처음 보는 자리가 있어. 무슨 자리일까? 이 수를 읽을 수 있겠어?”
예상 답
- “만이요.” “사만… 이천…?” 또는 “모르겠어요.”
막히면
- 지금은 답을 알려 주지 않습니다. S06에서 같은 수를 함께 읽습니다.
주의
- 표의 ‘만’은 만의 자리를 뜻합니다. 읽지 못해도 괜찮다고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확인(네 자리 수)]
목적: 네 자리 수의 자릿값, 0이 있는 수 쓰기, ‘10개가 모이면 한 자리 올라간다’는 것을 기억하는지 확인합니다.
시간: 약 3분
이렇게 말해 보세요
- “①은 1000이 3개, 10이 5개야. 숫자로 써 볼래?”
- “②는 6482에서 4가 어느 자리에 있는지 보고, 얼마를 나타내는지 말해 줘.”
- “③은 100이 10개면 얼마일까?”
정답
- ① 3050
- ② 400(백의 자리)
- ③ 1000
막히면
- ①을 350으로 쓰면 천·백·십·일 칸을 그려 3, 0, 5, 0을 차례로 넣어 보게 합니다.
- 두 문제 이상 틀리면 S14(보충)를 먼저 합니다. 보충으로도 어려우면 초2 수와계산 2차시 ‘네 자리 수’(KR22-G02-MAT-NUM4D-L01)를 먼저 합니다.
주의
- ③의 ‘10개가 모이면 한 자리 올라간다’는 생각을 오늘 10000에서도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1000이 10개인 수(10000)]
목적: 1000이 10개 모이면 10000이 되고, 10000을 ‘만’이라고 읽는다는 것을 압니다.
시간: 약 3분
이렇게 말해 보세요
- “1000이 7개면 칠천, 8개면 팔천, 9개면 구천이야. 그럼 1000이 10개면?”
- “1000이 몇 개 모이면 10000이 될까? 수 카드 1000을 하나씩 놓으며 세어 보자.”
예상 답
- “만이요.” “1000이 10개요.”
- “십천”이라고 하면 “1000이 10개 모인 수에는 새 이름이 있어. 만이야.”라고 알려 줍니다.
막히면
- 수 카드 1000을 10장 늘어놓고 하나씩 세게 합니다. 천 원짜리 10장이 만 원이라는 것과 이어 말해도 좋습니다.
주의
- 10000은 0이 4개인 다섯 자리 수입니다. 0의 개수를 함께 세어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10000을 여러 가지로 설명]
목적: 10000을 9000, 9900, 9990, 9999보다 얼마 큰 수로 설명합니다.
시간: 약 3분
이렇게 말해 보세요
- “9000보다 1000 큰 수는 얼마야? 9900보다 100 큰 수는?”
- “모두 10000이 되네. 9999보다 1 큰 수도 10000이야. 왜 그럴까?”
예상 답
- “모두 만이에요.” “9999에 1을 더하면 9가 차례로 넘쳐서 10000이 돼요.”
막히면
- 9990 + 10은 수 카드로 해 봅니다. 10이 하나 더 오면 10이 10개 → 100, 100이 10개 → 1000, 1000이 10개 → 10000으로 차례로 바뀝니다.
주의
- 9999 + 1은 받아올림이 네 번 일어납니다. 까닭을 설명하기 어려워하면 ‘9999 다음 수가 10000’이라고만 기억해도 괜찮습니다.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10000이 되는 수 찾기]
목적: 10000이 되려면 얼마가 더 필요한지 찾으며 10000의 크기를 익힙니다.
시간: 약 4분
이렇게 말해 보세요
- “①은 9000에 얼마를 더하면 10000이 될까?”
- “②는 9800이야. 100씩 세어 봐. 9900, 그다음은?”
- “④는 1000을 몇 번 곱해야, 그러니까 1000이 몇 개 있어야 10000일까?”
정답
- ① 1000
- ② 200
- ③ 5
- ④ 10
막히면
- ②는 9800에서 100씩 세어 봅니다: 9900, 10000 → 100이 2개라서 200입니다.
- ③은 9995에서 1씩 세어 봅니다: 9996, 9997, 9998, 9999, 10000 → 5입니다.
주의
- ②를 2000이나 20으로 답하면 수 카드로 직접 더해 10000이 되는지 확인합니다.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다섯 자리 수의 자릿값]
목적: 다섯 자리 수의 각 자리 숫자가 나타내는 값을 알고, 만의 자리부터 읽습니다.
시간: 약 4분
이렇게 말해 보세요
- “10000이 4개면 40000이야. 그래서 만의 자리에 4를 써. 천의 자리에는 무엇을 쓸까?”
- “만의 자리 4는 40000, 천의 자리 2는 2000을 나타내. 백의 자리 7은 얼마를 나타낼까?”
- “읽을 때는 만의 자리부터 읽어: 사만 이천칠백오십삼.”
예상 답
- “700이요.” “사만 이천칠백오십삼.”
막히면
- 수 카드(10000 4장, 1000 2장, 100 7장, 10 5장, 1 3장)를 자리별로 놓고 세게 합니다.
주의
- ‘사만’ 다음에 한 칸 띄어 읽고 씁니다(사만 이천칠백오십삼). 숫자와 섞어 4만 2753처럼 쓰기도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0이 있는 수를 네 자리씩 끊어 읽기]
목적: 0이 있는 다섯 자리 수를 오른쪽에서 네 자리를 끊어 바르게 읽습니다. 다음 차시(억과 조)의 ‘네 자리씩 끊어 읽기’로 이어집니다.
시간: 약 3분
이렇게 말해 보세요
- “30705에서 오른쪽부터 네 자리를 세어 선을 그어 봐. 선 앞의 3은 무엇이 3개라는 뜻일까?”
- “선 뒤의 0705는 칠백오야. 그래서 삼만 칠백오라고 읽어.”
예상 답
- “10000이 3개요.” “삼만 칠백오.”
막히면
- 자릿값 표의 칸을 짚으며 ‘삼만, 천은 0이라 안 읽고, 칠백, 십은 0이라 안 읽고, 오’라고 함께 읽습니다.
주의
- 숫자 1은 ‘일’을 빼고 읽습니다. 만의 자리 숫자가 1이면 보통 ‘만’이라고 읽습니다(예: 15000은 만 오천).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다섯 자리 수 읽고 쓰기]
목적: 도움을 받으며 다섯 자리 수를 읽고 쓰고, 숫자가 나타내는 값을 말합니다.
시간: 약 4분
이렇게 말해 보세요
- “①은 ‘육만’에서 한 번 끊어. 육만은 만의 자리 6, 뒤의 사천이백구십은 네 자리 수로 써 봐.”
- “②는 오른쪽부터 네 자리를 끊고 읽어 볼래?”
- “④는 3이 무슨 자리에 있는지 먼저 말해 줘.”
정답
- ① 64290
- ② 이만 칠천오백팔
- ③ 50308
- ④ 3000(천의 자리)
막히면
- ①은 6 | 4290처럼 만의 자리와 뒤의 네 자리를 나누어 씁니다.
- ③은 자릿값 표를 그려 만 5, 천 0, 백 3, 십 0, 일 8을 넣게 합니다.
주의
- ③을 538처럼 쓰면 0인 자리를 빠뜨린 것입니다(M2). ④를 3이라고만 하면 “3이 무엇을 나타내?”라고 다시 묻습니다(M3).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비교(들리는 대로 이어 쓰기)]
목적: 읽은 대로 숫자를 이어 쓰는 실수를 찾고, 자릿값으로 까닭을 설명합니다(M1).
시간: 약 3분
이렇게 말해 보세요
- “토끼와 곰이 ‘사만 오백칠’을 다르게 썼어. 누가 맞았을까?”
- “토끼가 쓴 수는 몇 자리 수야? 다섯 자리 수가 맞을까?”
예상 답
- “곰이요. 토끼는 숫자가 너무 길어요.” “사만이면 만의 자리에 4만 써야 해요.”
정답
- 곰이 맞습니다. 사만 오백칠은 40000 + 507 = 40507입니다.
- 토끼는 40000 뒤에 507을 이어 써서 여덟 자리 수(40000507)가 되었습니다.
막히면
- 자릿값 표를 그려 만 4, 천 0, 백 5, 십 0, 일 7을 함께 채웁니다.
주의
- ‘사만’은 만의 자리 숫자 하나(4)라는 것을 강조합니다. 숫자 자리 수를 세는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10000을 설명하고, 다섯 자리 수를 읽고 쓰는지 확인합니다.
시간: 약 5분
이렇게 말해 보세요
- “이번에는 혼자 풀어 볼래? 다 풀면 어떻게 알았는지 말해 줘.”
정답
- ① 10000
- ② 70302
- ③ 삼만 오천사십삼
- ④ 60000(만의 자리)
막히면
- 바로 알려 주지 말고 “자릿값 표에 써 볼까?”라고만 묻습니다.
- 도움을 받아 해결했다면 기록표에 ‘도움’으로 표시합니다.
주의
- ②는 0인 자리가 두 곳(천, 십)입니다. ③은 띄어 읽기까지 맞지 않아도 수를 바르게 읽으면 맞은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10000 ② 70302 ③ 삼만 오천사십삼 ④ 60000
막히면
- 이어 썼으면 S09로, 0을 빠뜨렸으면 S07로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확인(숫자가 나타내는 값)]
목적: 처음 보는 수에서 숫자 5가 나타내는 값을 자리로 판단하고 설명하는지 확인합니다.
시간: 약 2분
이렇게 말해 보세요
- “가, 나, 다에서 5는 각각 어느 자리에 있어? 50000을 나타내는 것은 어느 것일까?”
정답
- 나(52104). 5가 만의 자리에 있어 50000을 나타냅니다. 가의 5는 천의 자리라 5000, 다의 5는 백의 자리라 500입니다.
막히면
- 각 수를 자릿값 표에 써 보게 합니다.
주의
- 답과 함께 ‘만의 자리’라는 말로 까닭을 말하면 목표 B를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“오늘 배운 것을 말해 볼래? 10000은 어떤 수야? 다섯 자리 수는 어디부터 읽어?”
예상 답
- “1000이 10개인 수요.” “만의 자리부터 읽어요.”
정답
- ① 10000 ② 30460 ③ 70000
막히면
- S06의 자릿값 표를 다시 보여 주며 함께 말합니다.
주의
- 다음 차시(억과 조)에서는 오늘처럼 네 자리씩 끊어 더 큰 수를 읽습니다.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보충(네 자리 수)]
목적: S02에서 네 자리 수가 흔들리면 자릿값을 다시 익힙니다.
시간: 약 5분
이렇게 말해 보세요
- “3407에서 3은 천의 자리라서 3000이야. 4는 무슨 자리고 얼마를 나타낼까?”
- “십의 자리는 0이야. 0은 읽지 않아서 삼천사백칠이라고 읽어.”
정답
- 4는 백의 자리, 400 / 3407 = 3000 + 400 + 7
막히면
- 수 카드 1000 3장, 100 4장, 1 7장을 놓고 세게 합니다. 2508, 6030으로도 해 봅니다(이천오백팔, 육천삼십).
주의
- 보충으로도 어려우면 초2 수와계산 2차시 ‘네 자리 수’(KR22-G02-MAT-NUM4D-L01)를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만과 다섯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만과 다섯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만과 다섯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만과 다섯 자리 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10개면 얼마일까?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493520"/>
          <a:ext cx="3931920" cy="914400"/>
        </p:xfrm>
        <a:graphic>
          <a:graphicData uri="http://schemas.openxmlformats.org/drawingml/2006/table">
            <a:tbl>
              <a:tblPr/>
              <a:tblGrid>
                <a:gridCol w="786384"/>
                <a:gridCol w="786384"/>
                <a:gridCol w="786384"/>
                <a:gridCol w="786384"/>
                <a:gridCol w="786384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10000이 어떤 수인지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다섯 자리 수를 읽고 써요.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 수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3개, 10이 5개인 수는?</a:t>
            </a:r>
            <a:endParaRPr lang="ko-KR" sz="30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6482에서 4는 얼마일까요?</a:t>
            </a:r>
            <a:endParaRPr lang="ko-KR" sz="30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10개인 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10개면 10000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하나씩 늘어나요.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10개인 수 → 10000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또는 일만이라고 읽어요.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058670"/>
          <a:ext cx="73152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칠천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10000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수를 더하면 모두 10000이에요.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10000은 9999보다 1 큰 수예요.</a:t>
            </a:r>
            <a:endParaRPr lang="ko-KR" sz="30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042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 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더하는 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모두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9990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9999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 만들기</a:t>
            </a:r>
            <a:endParaRPr lang="ko-KR" sz="4000" dirty="0"/>
          </a:p>
        </p:txBody>
      </p:sp>
      <p:sp>
        <p:nvSpPr>
          <p:cNvPr id="3" name="S05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써요.</a:t>
            </a:r>
            <a:endParaRPr lang="ko-KR" sz="3000" dirty="0"/>
          </a:p>
        </p:txBody>
      </p:sp>
      <p:sp>
        <p:nvSpPr>
          <p:cNvPr id="4" name="S05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모자란 만큼을 100씩, 1씩 세어 봐요.</a:t>
            </a:r>
            <a:endParaRPr lang="ko-KR" sz="3000" dirty="0"/>
          </a:p>
        </p:txBody>
      </p:sp>
      <p:sp>
        <p:nvSpPr>
          <p:cNvPr id="6" name="S05-chip2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2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9000 + □ = 10000</a:t>
            </a:r>
            <a:endParaRPr lang="ko-KR" sz="3400" dirty="0"/>
          </a:p>
        </p:txBody>
      </p:sp>
      <p:sp>
        <p:nvSpPr>
          <p:cNvPr id="8" name="S05-chip2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2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9800 + □ = 10000</a:t>
            </a:r>
            <a:endParaRPr lang="ko-KR" sz="3400" dirty="0"/>
          </a:p>
        </p:txBody>
      </p:sp>
      <p:sp>
        <p:nvSpPr>
          <p:cNvPr id="10" name="S05-chip2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2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9995 + □ = 10000</a:t>
            </a:r>
            <a:endParaRPr lang="ko-KR" sz="3400" dirty="0"/>
          </a:p>
        </p:txBody>
      </p:sp>
      <p:sp>
        <p:nvSpPr>
          <p:cNvPr id="12" name="S05-chip2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eqtext2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× □ = 10000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자리 수</a:t>
            </a:r>
            <a:endParaRPr lang="ko-KR" sz="4000" dirty="0"/>
          </a:p>
        </p:txBody>
      </p:sp>
      <p:sp>
        <p:nvSpPr>
          <p:cNvPr id="3" name="S06-text29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10000이 4개, 1000이 2개, 100이 7개,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5개, 1이 3개인 수</a:t>
            </a:r>
            <a:endParaRPr lang="ko-KR" sz="3000" dirty="0"/>
          </a:p>
        </p:txBody>
      </p:sp>
      <p:sp>
        <p:nvSpPr>
          <p:cNvPr id="4" name="S06-card30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1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42753 = 40000 + 2000 + 700 + 50 + 3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사만 이천칠백오십삼이라고 읽어요.</a:t>
            </a:r>
            <a:endParaRPr lang="ko-KR" sz="3000" dirty="0"/>
          </a:p>
        </p:txBody>
      </p:sp>
      <p:graphicFrame>
        <p:nvGraphicFramePr>
          <p:cNvPr id="7" name="S06-table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273939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있는 수 읽기</a:t>
            </a:r>
            <a:endParaRPr lang="ko-KR" sz="4000" dirty="0"/>
          </a:p>
        </p:txBody>
      </p:sp>
      <p:sp>
        <p:nvSpPr>
          <p:cNvPr id="3" name="S07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30705를 오른쪽에서 네 자리를 끊어 읽어요.</a:t>
            </a:r>
            <a:endParaRPr lang="ko-KR" sz="3000" dirty="0"/>
          </a:p>
        </p:txBody>
      </p:sp>
      <p:sp>
        <p:nvSpPr>
          <p:cNvPr id="4" name="S07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 자리는 읽지 않아요.</a:t>
            </a:r>
            <a:endParaRPr lang="ko-KR" sz="3000" dirty="0"/>
          </a:p>
        </p:txBody>
      </p:sp>
      <p:graphicFrame>
        <p:nvGraphicFramePr>
          <p:cNvPr id="8" name="S07-table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56560"/>
          <a:ext cx="5362956" cy="914400"/>
        </p:xfrm>
        <a:graphic>
          <a:graphicData uri="http://schemas.openxmlformats.org/drawingml/2006/table">
            <a:tbl>
              <a:tblPr/>
              <a:tblGrid>
                <a:gridCol w="1072591"/>
                <a:gridCol w="1072591"/>
                <a:gridCol w="1072591"/>
                <a:gridCol w="1072591"/>
                <a:gridCol w="1072591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card37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38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끊기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| 0705</a:t>
            </a:r>
            <a:endParaRPr lang="ko-KR" sz="3000" dirty="0"/>
          </a:p>
        </p:txBody>
      </p:sp>
      <p:sp>
        <p:nvSpPr>
          <p:cNvPr id="9" name="S07-card39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0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읽기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삼만 칠백오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읽어 봐요</a:t>
            </a:r>
            <a:endParaRPr lang="ko-KR" sz="4000" dirty="0"/>
          </a:p>
        </p:txBody>
      </p:sp>
      <p:sp>
        <p:nvSpPr>
          <p:cNvPr id="3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 자리에는 0을 꼭 써요.</a:t>
            </a:r>
            <a:endParaRPr lang="ko-KR" sz="3000" dirty="0"/>
          </a:p>
        </p:txBody>
      </p:sp>
      <p:sp>
        <p:nvSpPr>
          <p:cNvPr id="5" name="S08-chip4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8-text4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육만 사천이백구십을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써요.</a:t>
            </a:r>
            <a:endParaRPr lang="ko-KR" sz="3000" dirty="0"/>
          </a:p>
        </p:txBody>
      </p:sp>
      <p:sp>
        <p:nvSpPr>
          <p:cNvPr id="7" name="S08-chip4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8-text4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27508을 읽어요.</a:t>
            </a:r>
            <a:endParaRPr lang="ko-KR" sz="3000" dirty="0"/>
          </a:p>
        </p:txBody>
      </p:sp>
      <p:sp>
        <p:nvSpPr>
          <p:cNvPr id="9" name="S08-chip4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8-text48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10000이 5개,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3개,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 8개인 수는?</a:t>
            </a:r>
            <a:endParaRPr lang="ko-KR" sz="3000" dirty="0"/>
          </a:p>
        </p:txBody>
      </p:sp>
      <p:sp>
        <p:nvSpPr>
          <p:cNvPr id="11" name="S08-chip49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08-text50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83916에서 3은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5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‘사만 오백칠’을 숫자로 썼어요.</a:t>
            </a:r>
            <a:endParaRPr lang="ko-KR" sz="3000" dirty="0"/>
          </a:p>
        </p:txBody>
      </p:sp>
      <p:sp>
        <p:nvSpPr>
          <p:cNvPr id="5" name="S09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9-chip5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40000507</a:t>
            </a:r>
            <a:endParaRPr lang="ko-KR" sz="2400" dirty="0"/>
          </a:p>
        </p:txBody>
      </p:sp>
      <p:sp>
        <p:nvSpPr>
          <p:cNvPr id="8" name="S09-text5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사만은 40000,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오백칠은 507을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썼어요.</a:t>
            </a:r>
            <a:endParaRPr lang="ko-KR" sz="3000" dirty="0"/>
          </a:p>
        </p:txBody>
      </p:sp>
      <p:sp>
        <p:nvSpPr>
          <p:cNvPr id="9" name="S09-chip5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40507</a:t>
            </a:r>
            <a:endParaRPr lang="ko-KR" sz="2400" dirty="0"/>
          </a:p>
        </p:txBody>
      </p:sp>
      <p:sp>
        <p:nvSpPr>
          <p:cNvPr id="10" name="S09-text5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만의 자리 4, 백의 자리 5,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7을 쓰고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0을 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000" dirty="0"/>
          </a:p>
        </p:txBody>
      </p:sp>
      <p:sp>
        <p:nvSpPr>
          <p:cNvPr id="4" name="S10-chip6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6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9990보다 10 큰 수는?</a:t>
            </a:r>
            <a:endParaRPr lang="ko-KR" sz="3000" dirty="0"/>
          </a:p>
        </p:txBody>
      </p:sp>
      <p:sp>
        <p:nvSpPr>
          <p:cNvPr id="6" name="S10-chip6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6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칠만 삼백이를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써요.</a:t>
            </a:r>
            <a:endParaRPr lang="ko-KR" sz="3000" dirty="0"/>
          </a:p>
        </p:txBody>
      </p:sp>
      <p:sp>
        <p:nvSpPr>
          <p:cNvPr id="8" name="S10-chip6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6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35043을 읽어요.</a:t>
            </a:r>
            <a:endParaRPr lang="ko-KR" sz="3000" dirty="0"/>
          </a:p>
        </p:txBody>
      </p:sp>
      <p:sp>
        <p:nvSpPr>
          <p:cNvPr id="10" name="S10-chip6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text6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62835에서 6은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자릿값 표에 다시 써 보게 하세요.</a:t>
            </a:r>
            <a:endParaRPr lang="ko-KR" sz="3000" dirty="0"/>
          </a:p>
        </p:txBody>
      </p:sp>
      <p:sp>
        <p:nvSpPr>
          <p:cNvPr id="5" name="S11-chip7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71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10000</a:t>
            </a:r>
            <a:endParaRPr lang="ko-KR" sz="3000" dirty="0"/>
          </a:p>
        </p:txBody>
      </p:sp>
      <p:sp>
        <p:nvSpPr>
          <p:cNvPr id="7" name="S11-text72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하나 더</a:t>
            </a:r>
            <a:endParaRPr lang="ko-KR" sz="2400" dirty="0"/>
          </a:p>
        </p:txBody>
      </p:sp>
      <p:sp>
        <p:nvSpPr>
          <p:cNvPr id="8" name="S11-text73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70302</a:t>
            </a:r>
            <a:endParaRPr lang="ko-KR" sz="3000" dirty="0"/>
          </a:p>
        </p:txBody>
      </p:sp>
      <p:sp>
        <p:nvSpPr>
          <p:cNvPr id="9" name="S11-text74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천·십은 0</a:t>
            </a:r>
            <a:endParaRPr lang="ko-KR" sz="2400" dirty="0"/>
          </a:p>
        </p:txBody>
      </p:sp>
      <p:sp>
        <p:nvSpPr>
          <p:cNvPr id="10" name="S11-text75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삼만 오천사십삼</a:t>
            </a:r>
            <a:endParaRPr lang="ko-KR" sz="3000" dirty="0"/>
          </a:p>
        </p:txBody>
      </p:sp>
      <p:sp>
        <p:nvSpPr>
          <p:cNvPr id="11" name="S11-text76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60000</a:t>
            </a:r>
            <a:endParaRPr lang="ko-KR" sz="3000" dirty="0"/>
          </a:p>
        </p:txBody>
      </p:sp>
      <p:sp>
        <p:nvSpPr>
          <p:cNvPr id="12" name="S11-text77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만의 자리</a:t>
            </a:r>
            <a:endParaRPr lang="ko-KR" sz="2400" dirty="0"/>
          </a:p>
        </p:txBody>
      </p:sp>
      <p:sp>
        <p:nvSpPr>
          <p:cNvPr id="13" name="S11-chip7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4" name="S11-text7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7000302</a:t>
            </a:r>
            <a:endParaRPr lang="ko-KR" sz="3000" dirty="0"/>
          </a:p>
        </p:txBody>
      </p:sp>
      <p:sp>
        <p:nvSpPr>
          <p:cNvPr id="15" name="S11-text8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씀</a:t>
            </a:r>
            <a:endParaRPr lang="ko-KR" sz="2400" dirty="0"/>
          </a:p>
        </p:txBody>
      </p:sp>
      <p:sp>
        <p:nvSpPr>
          <p:cNvPr id="16" name="S11-text8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6</a:t>
            </a:r>
            <a:endParaRPr lang="ko-KR" sz="3000" dirty="0"/>
          </a:p>
        </p:txBody>
      </p:sp>
      <p:sp>
        <p:nvSpPr>
          <p:cNvPr id="17" name="S11-text8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아닌 숫자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5가 50000인 수는?</a:t>
            </a:r>
            <a:endParaRPr lang="ko-KR" sz="4000" dirty="0"/>
          </a:p>
        </p:txBody>
      </p:sp>
      <p:sp>
        <p:nvSpPr>
          <p:cNvPr id="3" name="S12-text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5가 50000을 나타내는 수를 골라요.</a:t>
            </a:r>
            <a:endParaRPr lang="ko-KR" sz="3000" dirty="0"/>
          </a:p>
        </p:txBody>
      </p:sp>
      <p:sp>
        <p:nvSpPr>
          <p:cNvPr id="4" name="S12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자리의 이름으로 말해요.</a:t>
            </a:r>
            <a:endParaRPr lang="ko-KR" sz="3000" dirty="0"/>
          </a:p>
        </p:txBody>
      </p:sp>
      <p:sp>
        <p:nvSpPr>
          <p:cNvPr id="6" name="S12-chip8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8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8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45210</a:t>
            </a:r>
            <a:endParaRPr lang="ko-KR" sz="3000" dirty="0"/>
          </a:p>
        </p:txBody>
      </p:sp>
      <p:sp>
        <p:nvSpPr>
          <p:cNvPr id="9" name="S12-chip8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9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52104</a:t>
            </a:r>
            <a:endParaRPr lang="ko-KR" sz="3000" dirty="0"/>
          </a:p>
        </p:txBody>
      </p:sp>
      <p:sp>
        <p:nvSpPr>
          <p:cNvPr id="12" name="S12-chip9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9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9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10542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10개면 10000! 만의 자리부터 읽어요.</a:t>
            </a:r>
            <a:endParaRPr lang="ko-KR" sz="3000" dirty="0"/>
          </a:p>
        </p:txBody>
      </p:sp>
      <p:sp>
        <p:nvSpPr>
          <p:cNvPr id="5" name="S13-chip9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0인 자리에 0 쓰기</a:t>
            </a:r>
            <a:endParaRPr lang="ko-KR" sz="2400" dirty="0"/>
          </a:p>
        </p:txBody>
      </p:sp>
      <p:sp>
        <p:nvSpPr>
          <p:cNvPr id="6" name="S13-chip9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들리는 대로 이어 쓰기</a:t>
            </a:r>
            <a:endParaRPr lang="ko-KR" sz="2400" dirty="0"/>
          </a:p>
        </p:txBody>
      </p:sp>
      <p:sp>
        <p:nvSpPr>
          <p:cNvPr id="7" name="S13-text9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0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1000이 10개인 수</a:t>
            </a:r>
            <a:endParaRPr lang="ko-KR" sz="2400" dirty="0"/>
          </a:p>
        </p:txBody>
      </p:sp>
      <p:sp>
        <p:nvSpPr>
          <p:cNvPr id="9" name="S13-text10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삼만 사백육십을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</a:t>
            </a:r>
            <a:endParaRPr lang="ko-KR" sz="2400" dirty="0"/>
          </a:p>
        </p:txBody>
      </p:sp>
      <p:sp>
        <p:nvSpPr>
          <p:cNvPr id="10" name="S13-text10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71205에서 7은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얼마?</a:t>
            </a:r>
            <a:endParaRPr lang="ko-KR" sz="2400" dirty="0"/>
          </a:p>
        </p:txBody>
      </p:sp>
      <p:sp>
        <p:nvSpPr>
          <p:cNvPr id="11" name="S13-text10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억과 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네 자리 수</a:t>
            </a:r>
            <a:endParaRPr lang="ko-KR" sz="4000" dirty="0"/>
          </a:p>
        </p:txBody>
      </p:sp>
      <p:sp>
        <p:nvSpPr>
          <p:cNvPr id="3" name="S14-text1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3407을 자리별로 나누어 봐요.</a:t>
            </a:r>
            <a:endParaRPr lang="ko-KR" sz="3000" dirty="0"/>
          </a:p>
        </p:txBody>
      </p:sp>
      <p:sp>
        <p:nvSpPr>
          <p:cNvPr id="4" name="S14-card105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6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3407 = 3000 + 400 + 7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삼천사백칠이라고 읽어요.</a:t>
            </a:r>
            <a:endParaRPr lang="ko-KR" sz="3000" dirty="0"/>
          </a:p>
        </p:txBody>
      </p:sp>
      <p:graphicFrame>
        <p:nvGraphicFramePr>
          <p:cNvPr id="15" name="S14-table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5516" y="2526030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만과 다섯 자리 수</dc:title>
  <dc:subject>KR22-G04-MAT-MAN-L01</dc:subject>
  <dc:creator>education-ppt</dc:creator>
  <cp:lastModifiedBy>education-ppt</cp:lastModifiedBy>
  <cp:revision>1</cp:revision>
  <dcterms:created xsi:type="dcterms:W3CDTF">2026-10-26T07:33:24Z</dcterms:created>
  <dcterms:modified xsi:type="dcterms:W3CDTF">2026-10-26T07:33:24Z</dcterms:modified>
</cp:coreProperties>
</file>