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d39b66e-0f1c-0df6-ee11-6db7df4ffd9b}">
          <p14:sldIdLst>
            <p14:sldId id="256"/>
            <p14:sldId id="257"/>
          </p14:sldIdLst>
        </p14:section>
        <p14:section name="개념" id="{8d04e231-de79-0c2d-47ee-3736d3e475dc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80cae1f9-0a39-51e6-c1a9-1e5dbedb946f}">
          <p14:sldIdLst>
            <p14:sldId id="260"/>
            <p14:sldId id="264"/>
            <p14:sldId id="265"/>
          </p14:sldIdLst>
        </p14:section>
        <p14:section name="개념" id="{87e47d79-855f-bdc9-c109-34ad29f5967c}">
          <p14:sldIdLst/>
        </p14:section>
        <p14:section name="연습" id="{59cb7ff1-e2bf-1c40-1bf9-a0bb57b331a4}">
          <p14:sldIdLst/>
        </p14:section>
        <p14:section name="확인" id="{df18f861-8130-2bba-f382-5516d4e077e9}">
          <p14:sldIdLst>
            <p14:sldId id="266"/>
            <p14:sldId id="267"/>
            <p14:sldId id="268"/>
          </p14:sldIdLst>
        </p14:section>
        <p14:section name="정리" id="{409b0309-4a76-2ed8-1d27-85c3c47d08e7}">
          <p14:sldIdLst>
            <p14:sldId id="269"/>
          </p14:sldIdLst>
        </p14:section>
        <p14:section name="보충" id="{73a4b8e1-54df-5e49-b115-8c69a004c7a3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분수의 뺄셈을 보여 주고, 분수 부분끼리 뺄 수 없을 때 어떻게 할지 궁금하게 합니다.
시간: 약 2분
이렇게 말해 보세요
- “지난 시간에는 분수를 더했지? 오늘은 빼 볼 거야.”
- “3과 5분의 1에서 1과 5분의 3을 빼려고 해. 5분의 1에서 5분의 3을 뺄 수 있을까?”
예상 답
- “못 빼요.” “거꾸로 빼면 돼요.” “모르겠어요.”
막히면
- 지금은 답을 알려 주지 않습니다. S07, S08에서 같은 문제를 함께 풉니다.
주의
- 아이가 ‘거꾸로 빼면 된다’고 하면 그 생각을 적어 두고 S10에서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확인(분수의 덧셈, 1과 가분수)]
목적: 분모가 같은 분수의 덧셈, 1을 분수로 나타내기, 가분수를 대분수로 바꾸기를 기억하는지 확인합니다.
시간: 약 3분
이렇게 말해 보세요
- “①은 지난 시간에 배운 덧셈이야. 분모는 어떻게 해?”
- “②는 1을 분모가 5인 분수로 나타내 볼래?”
- “③은 5분의 8을 대분수로 바꿔 봐.”
정답
- ① 7분의 5
- ② 5분의 5
- ③ 1과 5분의 3
막히면
- ②, ③이 어려우면 S15(보충)를 먼저 합니다.
- 보충으로도 어려우면 초4 수와연산 5차시 ‘분모가 같은 분수의 덧셈’(KR22-G04-MAT-FRACADD-L01)와 초3 분수와소수 5차시 ‘진분수·가분수·대분수’(KR22-G03-MAT-MIXED-L01)를 먼저 합니다.
주의
- ②의 ‘1 = 5분의 5’가 오늘 받아내림의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진분수의 뺄셈]
목적: 분모가 같은 분수의 뺄셈은 단위분수가 몇 개 남는지 세는 것임을 막대로 봅니다.
시간: 약 3분
이렇게 말해 보세요
- “5분의 4는 5분의 1이 몇 개야? 거기서 5분의 1을 1개 덜어 내면 몇 개 남아?”
- “그래서 5분의 4 − 5분의 1 = 5분의 3이야. 분모는 바뀌었어?”
예상 답
- “4개요.” “3개요.” “분모는 그대로예요.”
막히면
- 종이 띠를 다섯 칸으로 접어 네 칸을 색칠하고, 한 칸에 ×표를 하며 셉니다.
주의
- 덧셈과 마찬가지로 분모는 ‘몇 칸으로 나누었는지’라서 빼도 바뀌지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받아내림이 없는 대분수의 뺄셈]
목적: 대분수끼리 뺄 때 자연수끼리, 분수끼리 뺀다는 것을 압니다(덧셈과 같은 방법).
시간: 약 2분
이렇게 말해 보세요
- “덧셈처럼 자연수는 자연수끼리, 분수는 분수끼리 빼 보자. 3 − 1은?”
- “5분의 4 − 5분의 2는? 둘을 합치면?”
예상 답
- “2요.” “5분의 2요.” “2와 5분의 2예요.”
막히면
- 종이 띠로 꽉 찬 띠 3개와 4칸 색칠한 띠를 놓고, 꽉 찬 띠 1개와 2칸을 덜어 냅니다.
주의
- 여기서는 분수 부분끼리 뺄 수 있는 경우만 봅니다. 뺄 수 없는 경우는 S06부터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받아내림 없는 뺄셈 연습]
목적: 도움을 받으며 진분수끼리, 대분수끼리(받아내림 없음) 뺍니다.
시간: 약 3분
이렇게 말해 보세요
- “①은 6분의 1이 5개에서 2개를 빼면?”
- “③은 자연수끼리 얼마, 분수끼리 얼마야?”
정답
- ① 6분의 3
- ② 9분의 3
- ③ 2와 8분의 4
막히면
- 단위분수 개수를 말로 먼저 세게 합니다(“6분의 1이 몇 개 남아?”).
주의
- 6분의 3, 9분의 3, 8분의 4는 약분하지 않은 그대로가 정답입니다(약분은 5학년에서 배웁니다).
- 지치면 여기서 쉬고, 다음에 S03을 짧게 다시 본 뒤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1에서 진분수 빼기]
목적: 1을 분모가 같은 분수(5분의 5)로 바꾸어 빼는 방법을 막대로 봅니다.
시간: 약 3분
이렇게 말해 보세요
- “1에서 5분의 2를 빼려고 해. 1을 5칸으로 나누면 1은 5분의 몇이야?”
- “5분의 5에서 5분의 2를 덜어 내면?”
예상 답
- “5분의 5요.” “5분의 3이요.”
막히면
- 종이 띠 하나를 5칸으로 접어 모두 색칠한 뒤 두 칸에 ×표를 합니다.
주의
- 분모가 7이면 1 = 7분의 7, 분모가 8이면 1 = 8분의 8입니다. 빼는 분수의 분모에 맞추어 바꾼다는 것을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받아내림의 뜻(막대 그림)]
목적: 3과 5분의 1에서 막대 하나(1)를 5분의 5로 쪼개면 2와 5분의 6이 된다는 것을 그림으로 봅니다.
시간: 약 3분
이렇게 말해 보세요
- “3과 5분의 1은 꽉 찬 막대 3개와 1칸이야. 5분의 3을 빼려면 칸이 모자라지?”
- “셋째 막대처럼 꽉 찬 막대 하나를 5칸으로 쪼개 보자. 그러면 쪼개지 않은 막대는 몇 개, 낱칸은 모두 몇 칸이야?”
예상 답
- “꽉 찬 막대 2개, 낱칸 6칸이요.” “2와 5분의 6이요.”
막히면
- 종이 띠 4장으로 직접 해 봅니다. 셋째 띠를 5칸으로 잘라 넷째 띠의 1칸과 모읍니다.
주의
- 자연수 1을 분수로 바꾸는 것을 ‘받아내림’이라고 합니다. 3이 2로 줄어든다는 것도 꼭 짚어 줍니다(M3).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받아내림이 있는 대분수의 뺄셈]
목적: S07의 그림을 식으로 옮겨 받아내림이 있는 대분수의 뺄셈을 합니다.
시간: 약 3분
이렇게 말해 보세요
- “5분의 1에서 5분의 3은 뺄 수 없지? 그래서 3과 5분의 1을 2와 5분의 6으로 바꿔.”
- “이제 자연수끼리 2 − 1 = 1, 분수끼리 5분의 6 − 5분의 3 = 5분의 3. 답은 1과 5분의 3이야.”
예상 답
- “1과 5분의 3이요.”
막히면
- S07의 막대 그림에서 꽉 찬 막대 1개와 3칸을 ×표 하며 덜어 내고 남은 것을 셉니다.
주의
- 대분수를 가분수로 바꾸어 빼는 방법(5분의 16 − 5분의 8 = 5분의 8 = 1과 5분의 3)도 있습니다. 오늘은 받아내림 방법을 중심으로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받아내림이 있는 뺄셈 연습]
목적: 도움을 받으며 (1)−(분수), (자연수)−(대분수), 받아내림이 있는 (대분수)−(대분수)를 계산합니다.
시간: 약 4분
이렇게 말해 보세요
- “①은 1을 8분의 몇으로 바꿀까?”
- “②는 4를 3과 7분의 몇으로 바꿀 수 있을까?”
- “③은 6분의 2에서 6분의 5를 뺄 수 있어? 없으면 어떻게 해?”
정답
- ① 8분의 5(1 = 8분의 8)
- ② 2와 7분의 5(4 = 3과 7분의 7)
- ③ 2와 6분의 3(4와 6분의 2 = 3과 6분의 8)
막히면
- 종이 띠나 막대 그림을 그려 1을 쪼개게 합니다.
- ②에서 4 − 1 = 3, 분수는 7분의 2를 그대로 써서 3과 7분의 2로 답하면 M4입니다. “7분의 2를 빼야 하는데 어디서 뺐어?”라고 묻습니다.
주의
- 받아내림한 뒤 자연수 부분에서 1을 빼는 것을 잊지 않는지 봅니다(M3).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비교(분자를 거꾸로 빼기)]
목적: 분수 부분을 거꾸로 빼는 실수를 찾고, 막대 그림으로 까닭을 설명합니다(M1).
시간: 약 3분
이렇게 말해 보세요
- “토끼는 분수 부분을 큰 수에서 작은 수를 뺐어. 곰은 1을 쪼갰어. 누가 맞았을까?”
- “토끼처럼 하면 5분의 3을 뺀 걸까, 5분의 3을 더 가져온 걸까?”
예상 답
- “곰이요. 토끼는 거꾸로 뺐어요.”
정답
- 곰이 맞습니다. 3과 5분의 1 − 1과 5분의 3 = 1과 5분의 3입니다.
- 토끼는 5분의 1에서 5분의 3을 빼야 하는데 5분의 3에서 5분의 1을 뺐습니다. 답(2와 5분의 2)이 바른 답보다 큽니다.
막히면
- S07의 막대 그림에서 꽉 찬 막대 1개와 3칸을 실제로 덜어 내 봅니다. 남는 것은 꽉 찬 막대 1개와 3칸입니다.
주의
- S01에서 아이가 ‘거꾸로 빼면 된다’고 했다면 이 장에서 다시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분모가 같은 분수의 뺄셈을 하는지 확인합니다.
시간: 약 5분
이렇게 말해 보세요
- “이번에는 혼자 풀어 볼래? 다 풀면 1을 분수로 바꾼 곳이 있는지 말해 줘.”
정답
- ① 7분의 4
- ② 3과 4분의 2
- ③ 1과 3분의 2(3 = 2와 3분의 3)
- ④ 2와 9분의 4(5와 9분의 2 = 4와 9분의 11)
막히면
- 바로 알려 주지 말고 “분수끼리 뺄 수 있어?”라고만 묻습니다.
- 도움을 받아 해결했다면 기록표에 ‘도움’으로 표시합니다.
주의
- ①, ②는 목표 A, ③, ④는 목표 B입니다. ③, ④를 틀렸다면 S07의 막대 그림부터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7분의 4 ② 3과 4분의 2 ③ 1과 3분의 2 ④ 2와 9분의 4
막히면
- 거꾸로 뺐으면 S10으로, 1을 분수로 바꾸지 못했으면 S06·S07로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확인(받아내림 설명)]
목적: 처음 보는 문제에서 받아내림을 바르게 한 것을 고르고, 까닭을 막대나 말로 설명하는지 확인합니다.
시간: 약 2분
이렇게 말해 보세요
- “3과 6분의 2 − 1과 6분의 4를 하려고 3과 6분의 2를 바꾸었어. 바르게 바꾼 것은?”
- “나와 다는 무엇이 잘못됐을까?”
정답
- 가(2와 6분의 8). 막대 하나(1 = 6분의 6)를 쪼개 6분의 2에 더하면 6분의 8, 자연수는 3에서 2가 됩니다.
- 나(2와 6분의 12)는 분자에 10을 더했고(M2), 다(3과 6분의 8)는 자연수에서 1을 빼지 않았습니다(M3). 바르게 바꾸면 2와 6분의 8 − 1과 6분의 4 = 1과 6분의 4입니다.
막히면
- 막대 3개와 2칸을 그리고 막대 하나를 6칸으로 쪼개게 합니다.
주의
- ‘1은 6분의 6이라서’라는 까닭을 말하면 목표 B를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“분수끼리 뺄 수 없을 때는 어떻게 했어? 1은 무엇으로 바꿨어?”
예상 답
- “1을 분모와 분자가 같은 분수로 바꿔요.”
정답
- ① 8분의 4 ② 5분의 3 ③ 2와 6분의 2(4와 6분의 1 = 3과 6분의 7)
막히면
- S07의 막대 그림과 S08의 단계를 다시 보여 줍니다.
주의
- 다음 차시는 소수 두 자리 수와 세 자리 수입니다.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보충(1을 분수로)]
목적: S02에서 1을 분수로 나타내기나 가분수가 흔들리면, 원 그림으로 ‘1 = 분모와 분자가 같은 분수’를 다시 익힙니다.
시간: 약 5분
이렇게 말해 보세요
- “원을 5조각으로 나누어 모두 색칠하면 5분의 5, 원 하나야. 8조각이면?”
- “2와 5분의 1에서 원 하나를 5조각으로 쪼개면 1과 5분의 몇이 될까?”
정답
- 8분의 8 = 1
- 2와 5분의 1 = 1과 5분의 6
막히면
- 종이 원을 접어 조각을 직접 세어 봅니다. 3분의 3, 4분의 4로도 해 봅니다.
주의
- 보충으로도 어려우면 초4 수와연산 5차시 ‘분모가 같은 분수의 덧셈’(KR22-G04-MAT-FRACADD-L01)와 초3 분수와소수 5차시 ‘진분수·가분수·대분수’(KR22-G03-MAT-MIXED-L01)를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분모가 같은 분수의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분모가 같은 분수의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분모가 같은 분수의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같은 분수의 뺄셈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5분의 1에서 1과 5분의 3을 빼려면?</a:t>
            </a:r>
            <a:endParaRPr lang="ko-KR" sz="3000" dirty="0"/>
          </a:p>
        </p:txBody>
      </p:sp>
      <p:sp>
        <p:nvSpPr>
          <p:cNvPr id="4" name="S01-op1"/>
          <p:cNvSpPr txBox="1"/>
          <p:nvPr/>
        </p:nvSpPr>
        <p:spPr>
          <a:xfrm>
            <a:off x="7703820" y="164693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5" name="S01-num2"/>
          <p:cNvSpPr txBox="1"/>
          <p:nvPr/>
        </p:nvSpPr>
        <p:spPr>
          <a:xfrm>
            <a:off x="8304276" y="16469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6" name="S01-fracbar3"/>
          <p:cNvSpPr/>
          <p:nvPr/>
        </p:nvSpPr>
        <p:spPr>
          <a:xfrm>
            <a:off x="8340852" y="210312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7" name="S01-num4"/>
          <p:cNvSpPr txBox="1"/>
          <p:nvPr/>
        </p:nvSpPr>
        <p:spPr>
          <a:xfrm>
            <a:off x="8304276" y="2139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8" name="S01-op5"/>
          <p:cNvSpPr txBox="1"/>
          <p:nvPr/>
        </p:nvSpPr>
        <p:spPr>
          <a:xfrm>
            <a:off x="8897112" y="16469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9" name="S01-op6"/>
          <p:cNvSpPr txBox="1"/>
          <p:nvPr/>
        </p:nvSpPr>
        <p:spPr>
          <a:xfrm>
            <a:off x="9412224" y="164693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0" name="S01-num7"/>
          <p:cNvSpPr txBox="1"/>
          <p:nvPr/>
        </p:nvSpPr>
        <p:spPr>
          <a:xfrm>
            <a:off x="10012680" y="16469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1" name="S01-fracbar8"/>
          <p:cNvSpPr/>
          <p:nvPr/>
        </p:nvSpPr>
        <p:spPr>
          <a:xfrm>
            <a:off x="10049256" y="210312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2" name="S01-num9"/>
          <p:cNvSpPr txBox="1"/>
          <p:nvPr/>
        </p:nvSpPr>
        <p:spPr>
          <a:xfrm>
            <a:off x="10012680" y="2139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3" name="S01-op10"/>
          <p:cNvSpPr txBox="1"/>
          <p:nvPr/>
        </p:nvSpPr>
        <p:spPr>
          <a:xfrm>
            <a:off x="10605516" y="16469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4" name="S01-op11"/>
          <p:cNvSpPr txBox="1"/>
          <p:nvPr/>
        </p:nvSpPr>
        <p:spPr>
          <a:xfrm>
            <a:off x="11120628" y="164693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800" dirty="0"/>
          </a:p>
        </p:txBody>
      </p:sp>
      <p:sp>
        <p:nvSpPr>
          <p:cNvPr id="15" name="S01-card1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6" name="S01-cardtext1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분수의 뺄셈을 그림과 식으로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받아내림이 있는 뺄셈을 설명해요.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num15"/>
          <p:cNvSpPr txBox="1"/>
          <p:nvPr/>
        </p:nvSpPr>
        <p:spPr>
          <a:xfrm>
            <a:off x="1344168" y="15113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5" name="S02-fracbar16"/>
          <p:cNvSpPr/>
          <p:nvPr/>
        </p:nvSpPr>
        <p:spPr>
          <a:xfrm>
            <a:off x="1380744" y="20574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6" name="S02-num17"/>
          <p:cNvSpPr txBox="1"/>
          <p:nvPr/>
        </p:nvSpPr>
        <p:spPr>
          <a:xfrm>
            <a:off x="1344168" y="20939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7" name="S02-op18"/>
          <p:cNvSpPr txBox="1"/>
          <p:nvPr/>
        </p:nvSpPr>
        <p:spPr>
          <a:xfrm>
            <a:off x="2017014" y="15113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8" name="S02-num19"/>
          <p:cNvSpPr txBox="1"/>
          <p:nvPr/>
        </p:nvSpPr>
        <p:spPr>
          <a:xfrm>
            <a:off x="2564130" y="15113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9" name="S02-fracbar20"/>
          <p:cNvSpPr/>
          <p:nvPr/>
        </p:nvSpPr>
        <p:spPr>
          <a:xfrm>
            <a:off x="2600706" y="20574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0" name="S02-num21"/>
          <p:cNvSpPr txBox="1"/>
          <p:nvPr/>
        </p:nvSpPr>
        <p:spPr>
          <a:xfrm>
            <a:off x="2564130" y="20939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1" name="S02-op22"/>
          <p:cNvSpPr txBox="1"/>
          <p:nvPr/>
        </p:nvSpPr>
        <p:spPr>
          <a:xfrm>
            <a:off x="3236976" y="15113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2" name="S02-blank23"/>
          <p:cNvSpPr/>
          <p:nvPr/>
        </p:nvSpPr>
        <p:spPr>
          <a:xfrm>
            <a:off x="3877127" y="15775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02-fracbar24"/>
          <p:cNvSpPr/>
          <p:nvPr/>
        </p:nvSpPr>
        <p:spPr>
          <a:xfrm>
            <a:off x="3820668" y="20574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4" name="S02-num25"/>
          <p:cNvSpPr txBox="1"/>
          <p:nvPr/>
        </p:nvSpPr>
        <p:spPr>
          <a:xfrm>
            <a:off x="3784092" y="20939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5" name="S02-chip2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" name="S02-op27"/>
          <p:cNvSpPr txBox="1"/>
          <p:nvPr/>
        </p:nvSpPr>
        <p:spPr>
          <a:xfrm>
            <a:off x="1344168" y="320294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7" name="S02-op28"/>
          <p:cNvSpPr txBox="1"/>
          <p:nvPr/>
        </p:nvSpPr>
        <p:spPr>
          <a:xfrm>
            <a:off x="1994916" y="320294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8" name="S02-blank29"/>
          <p:cNvSpPr/>
          <p:nvPr/>
        </p:nvSpPr>
        <p:spPr>
          <a:xfrm>
            <a:off x="2635067" y="326917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2-fracbar30"/>
          <p:cNvSpPr/>
          <p:nvPr/>
        </p:nvSpPr>
        <p:spPr>
          <a:xfrm>
            <a:off x="2578608" y="37490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0" name="S02-num31"/>
          <p:cNvSpPr txBox="1"/>
          <p:nvPr/>
        </p:nvSpPr>
        <p:spPr>
          <a:xfrm>
            <a:off x="2542032" y="37856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1" name="S02-chip3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2" name="S02-num33"/>
          <p:cNvSpPr txBox="1"/>
          <p:nvPr/>
        </p:nvSpPr>
        <p:spPr>
          <a:xfrm>
            <a:off x="1344168" y="48945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23" name="S02-fracbar34"/>
          <p:cNvSpPr/>
          <p:nvPr/>
        </p:nvSpPr>
        <p:spPr>
          <a:xfrm>
            <a:off x="1380744" y="54406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4" name="S02-num35"/>
          <p:cNvSpPr txBox="1"/>
          <p:nvPr/>
        </p:nvSpPr>
        <p:spPr>
          <a:xfrm>
            <a:off x="1344168" y="54772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5" name="S02-op36"/>
          <p:cNvSpPr txBox="1"/>
          <p:nvPr/>
        </p:nvSpPr>
        <p:spPr>
          <a:xfrm>
            <a:off x="2017014" y="48945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6" name="S02-blank37"/>
          <p:cNvSpPr/>
          <p:nvPr/>
        </p:nvSpPr>
        <p:spPr>
          <a:xfrm>
            <a:off x="2715204" y="525215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2-blank38"/>
          <p:cNvSpPr/>
          <p:nvPr/>
        </p:nvSpPr>
        <p:spPr>
          <a:xfrm>
            <a:off x="3446089" y="496081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2-fracbar39"/>
          <p:cNvSpPr/>
          <p:nvPr/>
        </p:nvSpPr>
        <p:spPr>
          <a:xfrm>
            <a:off x="3389630" y="54406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9" name="S02-num40"/>
          <p:cNvSpPr txBox="1"/>
          <p:nvPr/>
        </p:nvSpPr>
        <p:spPr>
          <a:xfrm>
            <a:off x="3353054" y="54772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빼요</a:t>
            </a:r>
            <a:endParaRPr lang="ko-KR" sz="4000" dirty="0"/>
          </a:p>
        </p:txBody>
      </p:sp>
      <p:sp>
        <p:nvSpPr>
          <p:cNvPr id="3" name="S03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4 − 5분의 1을 막대로 봐요.</a:t>
            </a:r>
            <a:endParaRPr lang="ko-KR" sz="3000" dirty="0"/>
          </a:p>
        </p:txBody>
      </p:sp>
      <p:sp>
        <p:nvSpPr>
          <p:cNvPr id="4" name="S03-card42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3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4개 − 1개 = 3개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그대로, 분자끼리 빼요.</a:t>
            </a:r>
            <a:endParaRPr lang="ko-KR" sz="3000" dirty="0"/>
          </a:p>
        </p:txBody>
      </p:sp>
      <p:sp>
        <p:nvSpPr>
          <p:cNvPr id="6" name="S03-num44"/>
          <p:cNvSpPr txBox="1"/>
          <p:nvPr/>
        </p:nvSpPr>
        <p:spPr>
          <a:xfrm>
            <a:off x="764286" y="214147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7" name="S03-fracbar45"/>
          <p:cNvSpPr/>
          <p:nvPr/>
        </p:nvSpPr>
        <p:spPr>
          <a:xfrm>
            <a:off x="800862" y="259765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3-num46"/>
          <p:cNvSpPr txBox="1"/>
          <p:nvPr/>
        </p:nvSpPr>
        <p:spPr>
          <a:xfrm>
            <a:off x="764286" y="263423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9" name="S03-cell47"/>
          <p:cNvSpPr/>
          <p:nvPr/>
        </p:nvSpPr>
        <p:spPr>
          <a:xfrm>
            <a:off x="1600200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48"/>
          <p:cNvSpPr/>
          <p:nvPr/>
        </p:nvSpPr>
        <p:spPr>
          <a:xfrm>
            <a:off x="3608222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49"/>
          <p:cNvSpPr/>
          <p:nvPr/>
        </p:nvSpPr>
        <p:spPr>
          <a:xfrm>
            <a:off x="5616245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50"/>
          <p:cNvSpPr/>
          <p:nvPr/>
        </p:nvSpPr>
        <p:spPr>
          <a:xfrm>
            <a:off x="7624267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51"/>
          <p:cNvSpPr/>
          <p:nvPr/>
        </p:nvSpPr>
        <p:spPr>
          <a:xfrm>
            <a:off x="9632290" y="2186178"/>
            <a:ext cx="200802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figure52" descr="똑같이 5칸으로 나눈 띠, 4칸 색칠"/>
          <p:cNvSpPr/>
          <p:nvPr/>
        </p:nvSpPr>
        <p:spPr>
          <a:xfrm>
            <a:off x="1600200" y="2186178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3-num53"/>
          <p:cNvSpPr txBox="1"/>
          <p:nvPr/>
        </p:nvSpPr>
        <p:spPr>
          <a:xfrm>
            <a:off x="764286" y="322046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03-fracbar54"/>
          <p:cNvSpPr/>
          <p:nvPr/>
        </p:nvSpPr>
        <p:spPr>
          <a:xfrm>
            <a:off x="800862" y="367665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3-num55"/>
          <p:cNvSpPr txBox="1"/>
          <p:nvPr/>
        </p:nvSpPr>
        <p:spPr>
          <a:xfrm>
            <a:off x="764286" y="371322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8" name="S03-cell56"/>
          <p:cNvSpPr/>
          <p:nvPr/>
        </p:nvSpPr>
        <p:spPr>
          <a:xfrm>
            <a:off x="1600200" y="3265170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57"/>
          <p:cNvSpPr/>
          <p:nvPr/>
        </p:nvSpPr>
        <p:spPr>
          <a:xfrm>
            <a:off x="3608222" y="3265170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58"/>
          <p:cNvSpPr/>
          <p:nvPr/>
        </p:nvSpPr>
        <p:spPr>
          <a:xfrm>
            <a:off x="5616245" y="3265170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59"/>
          <p:cNvSpPr/>
          <p:nvPr/>
        </p:nvSpPr>
        <p:spPr>
          <a:xfrm>
            <a:off x="7624267" y="3265170"/>
            <a:ext cx="200802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60"/>
          <p:cNvSpPr/>
          <p:nvPr/>
        </p:nvSpPr>
        <p:spPr>
          <a:xfrm>
            <a:off x="9632290" y="3265170"/>
            <a:ext cx="200802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figure61" descr="똑같이 5칸으로 나눈 띠, 3칸 색칠"/>
          <p:cNvSpPr/>
          <p:nvPr/>
        </p:nvSpPr>
        <p:spPr>
          <a:xfrm>
            <a:off x="1600200" y="3265170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3-label62"/>
          <p:cNvSpPr txBox="1"/>
          <p:nvPr/>
        </p:nvSpPr>
        <p:spPr>
          <a:xfrm>
            <a:off x="548640" y="43357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1을 1칸 덜어 내면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대분수끼리 빼요</a:t>
            </a:r>
            <a:endParaRPr lang="ko-KR" sz="4000" dirty="0"/>
          </a:p>
        </p:txBody>
      </p:sp>
      <p:sp>
        <p:nvSpPr>
          <p:cNvPr id="3" name="S04-op63"/>
          <p:cNvSpPr txBox="1"/>
          <p:nvPr/>
        </p:nvSpPr>
        <p:spPr>
          <a:xfrm>
            <a:off x="54864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4" name="S04-num64"/>
          <p:cNvSpPr txBox="1"/>
          <p:nvPr/>
        </p:nvSpPr>
        <p:spPr>
          <a:xfrm>
            <a:off x="119938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5" name="S04-fracbar65"/>
          <p:cNvSpPr/>
          <p:nvPr/>
        </p:nvSpPr>
        <p:spPr>
          <a:xfrm>
            <a:off x="123596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6" name="S04-num66"/>
          <p:cNvSpPr txBox="1"/>
          <p:nvPr/>
        </p:nvSpPr>
        <p:spPr>
          <a:xfrm>
            <a:off x="119938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7" name="S04-op67"/>
          <p:cNvSpPr txBox="1"/>
          <p:nvPr/>
        </p:nvSpPr>
        <p:spPr>
          <a:xfrm>
            <a:off x="1872234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400" dirty="0"/>
          </a:p>
        </p:txBody>
      </p:sp>
      <p:sp>
        <p:nvSpPr>
          <p:cNvPr id="8" name="S04-op68"/>
          <p:cNvSpPr txBox="1"/>
          <p:nvPr/>
        </p:nvSpPr>
        <p:spPr>
          <a:xfrm>
            <a:off x="241935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9" name="S04-num69"/>
          <p:cNvSpPr txBox="1"/>
          <p:nvPr/>
        </p:nvSpPr>
        <p:spPr>
          <a:xfrm>
            <a:off x="307009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0" name="S04-fracbar70"/>
          <p:cNvSpPr/>
          <p:nvPr/>
        </p:nvSpPr>
        <p:spPr>
          <a:xfrm>
            <a:off x="310667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04-num71"/>
          <p:cNvSpPr txBox="1"/>
          <p:nvPr/>
        </p:nvSpPr>
        <p:spPr>
          <a:xfrm>
            <a:off x="307009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2" name="S04-stepno72"/>
          <p:cNvSpPr txBox="1"/>
          <p:nvPr/>
        </p:nvSpPr>
        <p:spPr>
          <a:xfrm>
            <a:off x="548640" y="30007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4-text73"/>
          <p:cNvSpPr txBox="1"/>
          <p:nvPr/>
        </p:nvSpPr>
        <p:spPr>
          <a:xfrm>
            <a:off x="1325880" y="300075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 빼요.</a:t>
            </a:r>
            <a:endParaRPr lang="ko-KR" sz="3000" dirty="0"/>
          </a:p>
        </p:txBody>
      </p:sp>
      <p:sp>
        <p:nvSpPr>
          <p:cNvPr id="14" name="S04-eqtext74"/>
          <p:cNvSpPr txBox="1"/>
          <p:nvPr/>
        </p:nvSpPr>
        <p:spPr>
          <a:xfrm>
            <a:off x="6981810" y="300075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3 − 1 = 2</a:t>
            </a:r>
            <a:endParaRPr lang="ko-KR" sz="3000" dirty="0"/>
          </a:p>
        </p:txBody>
      </p:sp>
      <p:sp>
        <p:nvSpPr>
          <p:cNvPr id="15" name="S04-stepno75"/>
          <p:cNvSpPr txBox="1"/>
          <p:nvPr/>
        </p:nvSpPr>
        <p:spPr>
          <a:xfrm>
            <a:off x="548640" y="3759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4-text76"/>
          <p:cNvSpPr txBox="1"/>
          <p:nvPr/>
        </p:nvSpPr>
        <p:spPr>
          <a:xfrm>
            <a:off x="1325880" y="3713988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빼요.</a:t>
            </a:r>
            <a:endParaRPr lang="ko-KR" sz="3000" dirty="0"/>
          </a:p>
        </p:txBody>
      </p:sp>
      <p:sp>
        <p:nvSpPr>
          <p:cNvPr id="17" name="S04-num77"/>
          <p:cNvSpPr txBox="1"/>
          <p:nvPr/>
        </p:nvSpPr>
        <p:spPr>
          <a:xfrm>
            <a:off x="6981810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18" name="S04-fracbar78"/>
          <p:cNvSpPr/>
          <p:nvPr/>
        </p:nvSpPr>
        <p:spPr>
          <a:xfrm>
            <a:off x="7018386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9" name="S04-num79"/>
          <p:cNvSpPr txBox="1"/>
          <p:nvPr/>
        </p:nvSpPr>
        <p:spPr>
          <a:xfrm>
            <a:off x="6981810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0" name="S04-op80"/>
          <p:cNvSpPr txBox="1"/>
          <p:nvPr/>
        </p:nvSpPr>
        <p:spPr>
          <a:xfrm>
            <a:off x="7601316" y="37139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000" dirty="0"/>
          </a:p>
        </p:txBody>
      </p:sp>
      <p:sp>
        <p:nvSpPr>
          <p:cNvPr id="21" name="S04-num81"/>
          <p:cNvSpPr txBox="1"/>
          <p:nvPr/>
        </p:nvSpPr>
        <p:spPr>
          <a:xfrm>
            <a:off x="8127096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2" name="S04-fracbar82"/>
          <p:cNvSpPr/>
          <p:nvPr/>
        </p:nvSpPr>
        <p:spPr>
          <a:xfrm>
            <a:off x="8163672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3" name="S04-num83"/>
          <p:cNvSpPr txBox="1"/>
          <p:nvPr/>
        </p:nvSpPr>
        <p:spPr>
          <a:xfrm>
            <a:off x="8127096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4" name="S04-op84"/>
          <p:cNvSpPr txBox="1"/>
          <p:nvPr/>
        </p:nvSpPr>
        <p:spPr>
          <a:xfrm>
            <a:off x="8746602" y="37139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5" name="S04-num85"/>
          <p:cNvSpPr txBox="1"/>
          <p:nvPr/>
        </p:nvSpPr>
        <p:spPr>
          <a:xfrm>
            <a:off x="9272382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6" name="S04-fracbar86"/>
          <p:cNvSpPr/>
          <p:nvPr/>
        </p:nvSpPr>
        <p:spPr>
          <a:xfrm>
            <a:off x="9308958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7" name="S04-num87"/>
          <p:cNvSpPr txBox="1"/>
          <p:nvPr/>
        </p:nvSpPr>
        <p:spPr>
          <a:xfrm>
            <a:off x="9272382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8" name="S04-stepno88"/>
          <p:cNvSpPr txBox="1"/>
          <p:nvPr/>
        </p:nvSpPr>
        <p:spPr>
          <a:xfrm>
            <a:off x="548640" y="48966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4-text89"/>
          <p:cNvSpPr txBox="1"/>
          <p:nvPr/>
        </p:nvSpPr>
        <p:spPr>
          <a:xfrm>
            <a:off x="1325880" y="4850892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합쳐요.</a:t>
            </a:r>
            <a:endParaRPr lang="ko-KR" sz="3000" dirty="0"/>
          </a:p>
        </p:txBody>
      </p:sp>
      <p:sp>
        <p:nvSpPr>
          <p:cNvPr id="30" name="S04-op90"/>
          <p:cNvSpPr txBox="1"/>
          <p:nvPr/>
        </p:nvSpPr>
        <p:spPr>
          <a:xfrm>
            <a:off x="6981810" y="48508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1" name="S04-num91"/>
          <p:cNvSpPr txBox="1"/>
          <p:nvPr/>
        </p:nvSpPr>
        <p:spPr>
          <a:xfrm>
            <a:off x="7599030" y="48508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2" name="S04-fracbar92"/>
          <p:cNvSpPr/>
          <p:nvPr/>
        </p:nvSpPr>
        <p:spPr>
          <a:xfrm>
            <a:off x="7635606" y="53370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3" name="S04-num93"/>
          <p:cNvSpPr txBox="1"/>
          <p:nvPr/>
        </p:nvSpPr>
        <p:spPr>
          <a:xfrm>
            <a:off x="7599030" y="53736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빼 봐요</a:t>
            </a:r>
            <a:endParaRPr lang="ko-KR" sz="4000" dirty="0"/>
          </a:p>
        </p:txBody>
      </p:sp>
      <p:sp>
        <p:nvSpPr>
          <p:cNvPr id="3" name="S05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써요.</a:t>
            </a:r>
            <a:endParaRPr lang="ko-KR" sz="3000" dirty="0"/>
          </a:p>
        </p:txBody>
      </p:sp>
      <p:sp>
        <p:nvSpPr>
          <p:cNvPr id="4" name="S05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 두고 분자끼리 빼요.</a:t>
            </a:r>
            <a:endParaRPr lang="ko-KR" sz="3000" dirty="0"/>
          </a:p>
        </p:txBody>
      </p:sp>
      <p:sp>
        <p:nvSpPr>
          <p:cNvPr id="6" name="S05-chip9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num98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8" name="S05-fracbar99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5-num100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0" name="S05-op101"/>
          <p:cNvSpPr txBox="1"/>
          <p:nvPr/>
        </p:nvSpPr>
        <p:spPr>
          <a:xfrm>
            <a:off x="193700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1" name="S05-num102"/>
          <p:cNvSpPr txBox="1"/>
          <p:nvPr/>
        </p:nvSpPr>
        <p:spPr>
          <a:xfrm>
            <a:off x="245211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05-fracbar103"/>
          <p:cNvSpPr/>
          <p:nvPr/>
        </p:nvSpPr>
        <p:spPr>
          <a:xfrm>
            <a:off x="248869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num104"/>
          <p:cNvSpPr txBox="1"/>
          <p:nvPr/>
        </p:nvSpPr>
        <p:spPr>
          <a:xfrm>
            <a:off x="245211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4" name="S05-op105"/>
          <p:cNvSpPr txBox="1"/>
          <p:nvPr/>
        </p:nvSpPr>
        <p:spPr>
          <a:xfrm>
            <a:off x="304495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5-blank106"/>
          <p:cNvSpPr/>
          <p:nvPr/>
        </p:nvSpPr>
        <p:spPr>
          <a:xfrm>
            <a:off x="364636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5-fracbar107"/>
          <p:cNvSpPr/>
          <p:nvPr/>
        </p:nvSpPr>
        <p:spPr>
          <a:xfrm>
            <a:off x="359664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num108"/>
          <p:cNvSpPr txBox="1"/>
          <p:nvPr/>
        </p:nvSpPr>
        <p:spPr>
          <a:xfrm>
            <a:off x="356006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8" name="S05-chip10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9" name="S05-num110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0" name="S05-fracbar111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num112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22" name="S05-op113"/>
          <p:cNvSpPr txBox="1"/>
          <p:nvPr/>
        </p:nvSpPr>
        <p:spPr>
          <a:xfrm>
            <a:off x="193700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23" name="S05-num114"/>
          <p:cNvSpPr txBox="1"/>
          <p:nvPr/>
        </p:nvSpPr>
        <p:spPr>
          <a:xfrm>
            <a:off x="2452116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4" name="S05-fracbar115"/>
          <p:cNvSpPr/>
          <p:nvPr/>
        </p:nvSpPr>
        <p:spPr>
          <a:xfrm>
            <a:off x="2488692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5-num116"/>
          <p:cNvSpPr txBox="1"/>
          <p:nvPr/>
        </p:nvSpPr>
        <p:spPr>
          <a:xfrm>
            <a:off x="2452116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26" name="S05-op117"/>
          <p:cNvSpPr txBox="1"/>
          <p:nvPr/>
        </p:nvSpPr>
        <p:spPr>
          <a:xfrm>
            <a:off x="3044952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7" name="S05-blank118"/>
          <p:cNvSpPr/>
          <p:nvPr/>
        </p:nvSpPr>
        <p:spPr>
          <a:xfrm>
            <a:off x="3646363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5-fracbar119"/>
          <p:cNvSpPr/>
          <p:nvPr/>
        </p:nvSpPr>
        <p:spPr>
          <a:xfrm>
            <a:off x="359664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5-num120"/>
          <p:cNvSpPr txBox="1"/>
          <p:nvPr/>
        </p:nvSpPr>
        <p:spPr>
          <a:xfrm>
            <a:off x="356006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30" name="S05-chip12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1" name="S05-op122"/>
          <p:cNvSpPr txBox="1"/>
          <p:nvPr/>
        </p:nvSpPr>
        <p:spPr>
          <a:xfrm>
            <a:off x="1344168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2" name="S05-num123"/>
          <p:cNvSpPr txBox="1"/>
          <p:nvPr/>
        </p:nvSpPr>
        <p:spPr>
          <a:xfrm>
            <a:off x="194462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3" name="S05-fracbar124"/>
          <p:cNvSpPr/>
          <p:nvPr/>
        </p:nvSpPr>
        <p:spPr>
          <a:xfrm>
            <a:off x="19812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5-num125"/>
          <p:cNvSpPr txBox="1"/>
          <p:nvPr/>
        </p:nvSpPr>
        <p:spPr>
          <a:xfrm>
            <a:off x="19446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35" name="S05-op126"/>
          <p:cNvSpPr txBox="1"/>
          <p:nvPr/>
        </p:nvSpPr>
        <p:spPr>
          <a:xfrm>
            <a:off x="253746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36" name="S05-op127"/>
          <p:cNvSpPr txBox="1"/>
          <p:nvPr/>
        </p:nvSpPr>
        <p:spPr>
          <a:xfrm>
            <a:off x="3052572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7" name="S05-num128"/>
          <p:cNvSpPr txBox="1"/>
          <p:nvPr/>
        </p:nvSpPr>
        <p:spPr>
          <a:xfrm>
            <a:off x="36530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8" name="S05-fracbar129"/>
          <p:cNvSpPr/>
          <p:nvPr/>
        </p:nvSpPr>
        <p:spPr>
          <a:xfrm>
            <a:off x="36896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5-num130"/>
          <p:cNvSpPr txBox="1"/>
          <p:nvPr/>
        </p:nvSpPr>
        <p:spPr>
          <a:xfrm>
            <a:off x="36530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40" name="S05-op131"/>
          <p:cNvSpPr txBox="1"/>
          <p:nvPr/>
        </p:nvSpPr>
        <p:spPr>
          <a:xfrm>
            <a:off x="424586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1" name="S05-blank132"/>
          <p:cNvSpPr/>
          <p:nvPr/>
        </p:nvSpPr>
        <p:spPr>
          <a:xfrm>
            <a:off x="4907981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2" name="S05-blank133"/>
          <p:cNvSpPr/>
          <p:nvPr/>
        </p:nvSpPr>
        <p:spPr>
          <a:xfrm>
            <a:off x="556152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3" name="S05-fracbar134"/>
          <p:cNvSpPr/>
          <p:nvPr/>
        </p:nvSpPr>
        <p:spPr>
          <a:xfrm>
            <a:off x="55118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5-num135"/>
          <p:cNvSpPr txBox="1"/>
          <p:nvPr/>
        </p:nvSpPr>
        <p:spPr>
          <a:xfrm>
            <a:off x="54752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1에서 빼려면</a:t>
            </a:r>
            <a:endParaRPr lang="ko-KR" sz="4000" dirty="0"/>
          </a:p>
        </p:txBody>
      </p:sp>
      <p:sp>
        <p:nvSpPr>
          <p:cNvPr id="3" name="S06-text1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1 − 5분의 2를 해요.</a:t>
            </a:r>
            <a:endParaRPr lang="ko-KR" sz="3000" dirty="0"/>
          </a:p>
        </p:txBody>
      </p:sp>
      <p:sp>
        <p:nvSpPr>
          <p:cNvPr id="4" name="S06-card137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38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1 − 5분의 2 = 5분의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5분의 5로 바꾸어 빼요.</a:t>
            </a:r>
            <a:endParaRPr lang="ko-KR" sz="3000" dirty="0"/>
          </a:p>
        </p:txBody>
      </p:sp>
      <p:sp>
        <p:nvSpPr>
          <p:cNvPr id="6" name="S06-num139"/>
          <p:cNvSpPr txBox="1"/>
          <p:nvPr/>
        </p:nvSpPr>
        <p:spPr>
          <a:xfrm>
            <a:off x="764286" y="214147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7" name="S06-fracbar140"/>
          <p:cNvSpPr/>
          <p:nvPr/>
        </p:nvSpPr>
        <p:spPr>
          <a:xfrm>
            <a:off x="800862" y="259765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6-num141"/>
          <p:cNvSpPr txBox="1"/>
          <p:nvPr/>
        </p:nvSpPr>
        <p:spPr>
          <a:xfrm>
            <a:off x="764286" y="263423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9" name="S06-cell142"/>
          <p:cNvSpPr/>
          <p:nvPr/>
        </p:nvSpPr>
        <p:spPr>
          <a:xfrm>
            <a:off x="1600200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143"/>
          <p:cNvSpPr/>
          <p:nvPr/>
        </p:nvSpPr>
        <p:spPr>
          <a:xfrm>
            <a:off x="3608222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144"/>
          <p:cNvSpPr/>
          <p:nvPr/>
        </p:nvSpPr>
        <p:spPr>
          <a:xfrm>
            <a:off x="5616245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45"/>
          <p:cNvSpPr/>
          <p:nvPr/>
        </p:nvSpPr>
        <p:spPr>
          <a:xfrm>
            <a:off x="7624267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46"/>
          <p:cNvSpPr/>
          <p:nvPr/>
        </p:nvSpPr>
        <p:spPr>
          <a:xfrm>
            <a:off x="9632290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figure147" descr="똑같이 5칸으로 나눈 띠, 5칸 색칠"/>
          <p:cNvSpPr/>
          <p:nvPr/>
        </p:nvSpPr>
        <p:spPr>
          <a:xfrm>
            <a:off x="1600200" y="2186178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6-num148"/>
          <p:cNvSpPr txBox="1"/>
          <p:nvPr/>
        </p:nvSpPr>
        <p:spPr>
          <a:xfrm>
            <a:off x="764286" y="322046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06-fracbar149"/>
          <p:cNvSpPr/>
          <p:nvPr/>
        </p:nvSpPr>
        <p:spPr>
          <a:xfrm>
            <a:off x="800862" y="367665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6-num150"/>
          <p:cNvSpPr txBox="1"/>
          <p:nvPr/>
        </p:nvSpPr>
        <p:spPr>
          <a:xfrm>
            <a:off x="764286" y="371322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8" name="S06-cell151"/>
          <p:cNvSpPr/>
          <p:nvPr/>
        </p:nvSpPr>
        <p:spPr>
          <a:xfrm>
            <a:off x="1600200" y="3265170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152"/>
          <p:cNvSpPr/>
          <p:nvPr/>
        </p:nvSpPr>
        <p:spPr>
          <a:xfrm>
            <a:off x="3608222" y="3265170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cell153"/>
          <p:cNvSpPr/>
          <p:nvPr/>
        </p:nvSpPr>
        <p:spPr>
          <a:xfrm>
            <a:off x="5616245" y="3265170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54"/>
          <p:cNvSpPr/>
          <p:nvPr/>
        </p:nvSpPr>
        <p:spPr>
          <a:xfrm>
            <a:off x="7624267" y="3265170"/>
            <a:ext cx="200802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55"/>
          <p:cNvSpPr/>
          <p:nvPr/>
        </p:nvSpPr>
        <p:spPr>
          <a:xfrm>
            <a:off x="9632290" y="3265170"/>
            <a:ext cx="200802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figure156" descr="똑같이 5칸으로 나눈 띠, 3칸 색칠"/>
          <p:cNvSpPr/>
          <p:nvPr/>
        </p:nvSpPr>
        <p:spPr>
          <a:xfrm>
            <a:off x="1600200" y="3265170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6-label157"/>
          <p:cNvSpPr txBox="1"/>
          <p:nvPr/>
        </p:nvSpPr>
        <p:spPr>
          <a:xfrm>
            <a:off x="548640" y="43357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= 5분의 5에서 2칸을 덜어 내면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하나를 쪼개요</a:t>
            </a:r>
            <a:endParaRPr lang="ko-KR" sz="4000" dirty="0"/>
          </a:p>
        </p:txBody>
      </p:sp>
      <p:sp>
        <p:nvSpPr>
          <p:cNvPr id="3" name="S07-card158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59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 막대 1 = 5분의 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5칸으로 쪼개요.</a:t>
            </a:r>
            <a:endParaRPr lang="ko-KR" sz="3000" dirty="0"/>
          </a:p>
        </p:txBody>
      </p:sp>
      <p:sp>
        <p:nvSpPr>
          <p:cNvPr id="5" name="S07-card160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161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5분의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2와 5분의 6</a:t>
            </a:r>
            <a:endParaRPr lang="ko-KR" sz="3000" dirty="0"/>
          </a:p>
        </p:txBody>
      </p:sp>
      <p:sp>
        <p:nvSpPr>
          <p:cNvPr id="7" name="S07-label162"/>
          <p:cNvSpPr txBox="1"/>
          <p:nvPr/>
        </p:nvSpPr>
        <p:spPr>
          <a:xfrm>
            <a:off x="548640" y="1463040"/>
            <a:ext cx="914400" cy="594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cell163"/>
          <p:cNvSpPr/>
          <p:nvPr/>
        </p:nvSpPr>
        <p:spPr>
          <a:xfrm>
            <a:off x="1600200" y="1463040"/>
            <a:ext cx="1004011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figure164" descr="똑같이 1칸으로 나눈 띠, 1칸 색칠"/>
          <p:cNvSpPr/>
          <p:nvPr/>
        </p:nvSpPr>
        <p:spPr>
          <a:xfrm>
            <a:off x="1600200" y="1463040"/>
            <a:ext cx="10040112" cy="59474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7-label165"/>
          <p:cNvSpPr txBox="1"/>
          <p:nvPr/>
        </p:nvSpPr>
        <p:spPr>
          <a:xfrm>
            <a:off x="548640" y="2313813"/>
            <a:ext cx="914400" cy="594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1" name="S07-cell166"/>
          <p:cNvSpPr/>
          <p:nvPr/>
        </p:nvSpPr>
        <p:spPr>
          <a:xfrm>
            <a:off x="1600200" y="2313813"/>
            <a:ext cx="1004011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figure167" descr="똑같이 1칸으로 나눈 띠, 1칸 색칠"/>
          <p:cNvSpPr/>
          <p:nvPr/>
        </p:nvSpPr>
        <p:spPr>
          <a:xfrm>
            <a:off x="1600200" y="2313813"/>
            <a:ext cx="10040112" cy="59474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7-num168"/>
          <p:cNvSpPr txBox="1"/>
          <p:nvPr/>
        </p:nvSpPr>
        <p:spPr>
          <a:xfrm>
            <a:off x="797624" y="3080703"/>
            <a:ext cx="416433" cy="344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14" name="S07-fracbar169"/>
          <p:cNvSpPr/>
          <p:nvPr/>
        </p:nvSpPr>
        <p:spPr>
          <a:xfrm>
            <a:off x="834200" y="3461957"/>
            <a:ext cx="34328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07-num170"/>
          <p:cNvSpPr txBox="1"/>
          <p:nvPr/>
        </p:nvSpPr>
        <p:spPr>
          <a:xfrm>
            <a:off x="797624" y="3498533"/>
            <a:ext cx="416433" cy="344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16" name="S07-cell171"/>
          <p:cNvSpPr/>
          <p:nvPr/>
        </p:nvSpPr>
        <p:spPr>
          <a:xfrm>
            <a:off x="1600200" y="3164586"/>
            <a:ext cx="200802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172"/>
          <p:cNvSpPr/>
          <p:nvPr/>
        </p:nvSpPr>
        <p:spPr>
          <a:xfrm>
            <a:off x="3608222" y="3164586"/>
            <a:ext cx="200802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173"/>
          <p:cNvSpPr/>
          <p:nvPr/>
        </p:nvSpPr>
        <p:spPr>
          <a:xfrm>
            <a:off x="5616245" y="3164586"/>
            <a:ext cx="200802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cell174"/>
          <p:cNvSpPr/>
          <p:nvPr/>
        </p:nvSpPr>
        <p:spPr>
          <a:xfrm>
            <a:off x="7624267" y="3164586"/>
            <a:ext cx="200802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cell175"/>
          <p:cNvSpPr/>
          <p:nvPr/>
        </p:nvSpPr>
        <p:spPr>
          <a:xfrm>
            <a:off x="9632290" y="3164586"/>
            <a:ext cx="200802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figure176" descr="똑같이 5칸으로 나눈 띠, 5칸 색칠"/>
          <p:cNvSpPr/>
          <p:nvPr/>
        </p:nvSpPr>
        <p:spPr>
          <a:xfrm>
            <a:off x="1600200" y="3164586"/>
            <a:ext cx="10040112" cy="59474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7-num177"/>
          <p:cNvSpPr txBox="1"/>
          <p:nvPr/>
        </p:nvSpPr>
        <p:spPr>
          <a:xfrm>
            <a:off x="797624" y="3931476"/>
            <a:ext cx="416433" cy="344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23" name="S07-fracbar178"/>
          <p:cNvSpPr/>
          <p:nvPr/>
        </p:nvSpPr>
        <p:spPr>
          <a:xfrm>
            <a:off x="834200" y="4312730"/>
            <a:ext cx="34328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07-num179"/>
          <p:cNvSpPr txBox="1"/>
          <p:nvPr/>
        </p:nvSpPr>
        <p:spPr>
          <a:xfrm>
            <a:off x="797624" y="4349306"/>
            <a:ext cx="416433" cy="344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25" name="S07-cell180"/>
          <p:cNvSpPr/>
          <p:nvPr/>
        </p:nvSpPr>
        <p:spPr>
          <a:xfrm>
            <a:off x="1600200" y="4015359"/>
            <a:ext cx="200802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cell181"/>
          <p:cNvSpPr/>
          <p:nvPr/>
        </p:nvSpPr>
        <p:spPr>
          <a:xfrm>
            <a:off x="3608222" y="4015359"/>
            <a:ext cx="2008022" cy="59474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cell182"/>
          <p:cNvSpPr/>
          <p:nvPr/>
        </p:nvSpPr>
        <p:spPr>
          <a:xfrm>
            <a:off x="5616245" y="4015359"/>
            <a:ext cx="2008022" cy="59474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cell183"/>
          <p:cNvSpPr/>
          <p:nvPr/>
        </p:nvSpPr>
        <p:spPr>
          <a:xfrm>
            <a:off x="7624267" y="4015359"/>
            <a:ext cx="2008022" cy="59474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cell184"/>
          <p:cNvSpPr/>
          <p:nvPr/>
        </p:nvSpPr>
        <p:spPr>
          <a:xfrm>
            <a:off x="9632290" y="4015359"/>
            <a:ext cx="2008022" cy="59474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figure185" descr="똑같이 5칸으로 나눈 띠, 1칸 색칠"/>
          <p:cNvSpPr/>
          <p:nvPr/>
        </p:nvSpPr>
        <p:spPr>
          <a:xfrm>
            <a:off x="1600200" y="4015359"/>
            <a:ext cx="10040112" cy="59474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받아내림이 있는 뺄셈</a:t>
            </a:r>
            <a:endParaRPr lang="ko-KR" sz="4000" dirty="0"/>
          </a:p>
        </p:txBody>
      </p:sp>
      <p:sp>
        <p:nvSpPr>
          <p:cNvPr id="3" name="S08-op186"/>
          <p:cNvSpPr txBox="1"/>
          <p:nvPr/>
        </p:nvSpPr>
        <p:spPr>
          <a:xfrm>
            <a:off x="54864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4" name="S08-num187"/>
          <p:cNvSpPr txBox="1"/>
          <p:nvPr/>
        </p:nvSpPr>
        <p:spPr>
          <a:xfrm>
            <a:off x="119938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5" name="S08-fracbar188"/>
          <p:cNvSpPr/>
          <p:nvPr/>
        </p:nvSpPr>
        <p:spPr>
          <a:xfrm>
            <a:off x="123596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6" name="S08-num189"/>
          <p:cNvSpPr txBox="1"/>
          <p:nvPr/>
        </p:nvSpPr>
        <p:spPr>
          <a:xfrm>
            <a:off x="119938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7" name="S08-op190"/>
          <p:cNvSpPr txBox="1"/>
          <p:nvPr/>
        </p:nvSpPr>
        <p:spPr>
          <a:xfrm>
            <a:off x="1872234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400" dirty="0"/>
          </a:p>
        </p:txBody>
      </p:sp>
      <p:sp>
        <p:nvSpPr>
          <p:cNvPr id="8" name="S08-op191"/>
          <p:cNvSpPr txBox="1"/>
          <p:nvPr/>
        </p:nvSpPr>
        <p:spPr>
          <a:xfrm>
            <a:off x="241935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9" name="S08-num192"/>
          <p:cNvSpPr txBox="1"/>
          <p:nvPr/>
        </p:nvSpPr>
        <p:spPr>
          <a:xfrm>
            <a:off x="307009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0" name="S08-fracbar193"/>
          <p:cNvSpPr/>
          <p:nvPr/>
        </p:nvSpPr>
        <p:spPr>
          <a:xfrm>
            <a:off x="310667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08-num194"/>
          <p:cNvSpPr txBox="1"/>
          <p:nvPr/>
        </p:nvSpPr>
        <p:spPr>
          <a:xfrm>
            <a:off x="307009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2" name="S08-stepno195"/>
          <p:cNvSpPr txBox="1"/>
          <p:nvPr/>
        </p:nvSpPr>
        <p:spPr>
          <a:xfrm>
            <a:off x="548640" y="28559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8-text196"/>
          <p:cNvSpPr txBox="1"/>
          <p:nvPr/>
        </p:nvSpPr>
        <p:spPr>
          <a:xfrm>
            <a:off x="1325880" y="2810256"/>
            <a:ext cx="1031443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1에서 5분의 3을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없어요.</a:t>
            </a:r>
            <a:endParaRPr lang="ko-KR" sz="3000" dirty="0"/>
          </a:p>
        </p:txBody>
      </p:sp>
      <p:sp>
        <p:nvSpPr>
          <p:cNvPr id="14" name="S08-stepno197"/>
          <p:cNvSpPr txBox="1"/>
          <p:nvPr/>
        </p:nvSpPr>
        <p:spPr>
          <a:xfrm>
            <a:off x="548640" y="39502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08-text198"/>
          <p:cNvSpPr txBox="1"/>
          <p:nvPr/>
        </p:nvSpPr>
        <p:spPr>
          <a:xfrm>
            <a:off x="1325880" y="3904488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5분의 5로 바꿔요.</a:t>
            </a:r>
            <a:endParaRPr lang="ko-KR" sz="3000" dirty="0"/>
          </a:p>
        </p:txBody>
      </p:sp>
      <p:sp>
        <p:nvSpPr>
          <p:cNvPr id="16" name="S08-op199"/>
          <p:cNvSpPr txBox="1"/>
          <p:nvPr/>
        </p:nvSpPr>
        <p:spPr>
          <a:xfrm>
            <a:off x="6981810" y="3904488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17" name="S08-num200"/>
          <p:cNvSpPr txBox="1"/>
          <p:nvPr/>
        </p:nvSpPr>
        <p:spPr>
          <a:xfrm>
            <a:off x="7599030" y="39044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18" name="S08-fracbar201"/>
          <p:cNvSpPr/>
          <p:nvPr/>
        </p:nvSpPr>
        <p:spPr>
          <a:xfrm>
            <a:off x="7635606" y="43906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9" name="S08-num202"/>
          <p:cNvSpPr txBox="1"/>
          <p:nvPr/>
        </p:nvSpPr>
        <p:spPr>
          <a:xfrm>
            <a:off x="7599030" y="44272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0" name="S08-op203"/>
          <p:cNvSpPr txBox="1"/>
          <p:nvPr/>
        </p:nvSpPr>
        <p:spPr>
          <a:xfrm>
            <a:off x="8218536" y="39044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1" name="S08-op204"/>
          <p:cNvSpPr txBox="1"/>
          <p:nvPr/>
        </p:nvSpPr>
        <p:spPr>
          <a:xfrm>
            <a:off x="8744316" y="3904488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2" name="S08-num205"/>
          <p:cNvSpPr txBox="1"/>
          <p:nvPr/>
        </p:nvSpPr>
        <p:spPr>
          <a:xfrm>
            <a:off x="9361536" y="39044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23" name="S08-fracbar206"/>
          <p:cNvSpPr/>
          <p:nvPr/>
        </p:nvSpPr>
        <p:spPr>
          <a:xfrm>
            <a:off x="9398112" y="43906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4" name="S08-num207"/>
          <p:cNvSpPr txBox="1"/>
          <p:nvPr/>
        </p:nvSpPr>
        <p:spPr>
          <a:xfrm>
            <a:off x="9361536" y="44272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5" name="S08-stepno208"/>
          <p:cNvSpPr txBox="1"/>
          <p:nvPr/>
        </p:nvSpPr>
        <p:spPr>
          <a:xfrm>
            <a:off x="548640" y="50871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6" name="S08-text209"/>
          <p:cNvSpPr txBox="1"/>
          <p:nvPr/>
        </p:nvSpPr>
        <p:spPr>
          <a:xfrm>
            <a:off x="1325880" y="5041392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빼요.</a:t>
            </a:r>
            <a:endParaRPr lang="ko-KR" sz="3000" dirty="0"/>
          </a:p>
        </p:txBody>
      </p:sp>
      <p:sp>
        <p:nvSpPr>
          <p:cNvPr id="27" name="S08-op210"/>
          <p:cNvSpPr txBox="1"/>
          <p:nvPr/>
        </p:nvSpPr>
        <p:spPr>
          <a:xfrm>
            <a:off x="6981810" y="50413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8" name="S08-num211"/>
          <p:cNvSpPr txBox="1"/>
          <p:nvPr/>
        </p:nvSpPr>
        <p:spPr>
          <a:xfrm>
            <a:off x="7599030" y="50413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29" name="S08-fracbar212"/>
          <p:cNvSpPr/>
          <p:nvPr/>
        </p:nvSpPr>
        <p:spPr>
          <a:xfrm>
            <a:off x="7635606" y="55275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0" name="S08-num213"/>
          <p:cNvSpPr txBox="1"/>
          <p:nvPr/>
        </p:nvSpPr>
        <p:spPr>
          <a:xfrm>
            <a:off x="7599030" y="55641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31" name="S08-op214"/>
          <p:cNvSpPr txBox="1"/>
          <p:nvPr/>
        </p:nvSpPr>
        <p:spPr>
          <a:xfrm>
            <a:off x="8218536" y="5041392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000" dirty="0"/>
          </a:p>
        </p:txBody>
      </p:sp>
      <p:sp>
        <p:nvSpPr>
          <p:cNvPr id="32" name="S08-op215"/>
          <p:cNvSpPr txBox="1"/>
          <p:nvPr/>
        </p:nvSpPr>
        <p:spPr>
          <a:xfrm>
            <a:off x="8744316" y="50413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33" name="S08-num216"/>
          <p:cNvSpPr txBox="1"/>
          <p:nvPr/>
        </p:nvSpPr>
        <p:spPr>
          <a:xfrm>
            <a:off x="9361536" y="50413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4" name="S08-fracbar217"/>
          <p:cNvSpPr/>
          <p:nvPr/>
        </p:nvSpPr>
        <p:spPr>
          <a:xfrm>
            <a:off x="9398112" y="55275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5" name="S08-num218"/>
          <p:cNvSpPr txBox="1"/>
          <p:nvPr/>
        </p:nvSpPr>
        <p:spPr>
          <a:xfrm>
            <a:off x="9361536" y="55641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36" name="S08-op219"/>
          <p:cNvSpPr txBox="1"/>
          <p:nvPr/>
        </p:nvSpPr>
        <p:spPr>
          <a:xfrm>
            <a:off x="9981042" y="5041392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37" name="S08-op220"/>
          <p:cNvSpPr txBox="1"/>
          <p:nvPr/>
        </p:nvSpPr>
        <p:spPr>
          <a:xfrm>
            <a:off x="10506822" y="50413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38" name="S08-num221"/>
          <p:cNvSpPr txBox="1"/>
          <p:nvPr/>
        </p:nvSpPr>
        <p:spPr>
          <a:xfrm>
            <a:off x="11124042" y="50413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9" name="S08-fracbar222"/>
          <p:cNvSpPr/>
          <p:nvPr/>
        </p:nvSpPr>
        <p:spPr>
          <a:xfrm>
            <a:off x="11160618" y="55275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40" name="S08-num223"/>
          <p:cNvSpPr txBox="1"/>
          <p:nvPr/>
        </p:nvSpPr>
        <p:spPr>
          <a:xfrm>
            <a:off x="11124042" y="55641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 연습</a:t>
            </a:r>
            <a:endParaRPr lang="ko-KR" sz="4000" dirty="0"/>
          </a:p>
        </p:txBody>
      </p:sp>
      <p:sp>
        <p:nvSpPr>
          <p:cNvPr id="3" name="S09-text2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1을 분수로 바꿔요.</a:t>
            </a:r>
            <a:endParaRPr lang="ko-KR" sz="3000" dirty="0"/>
          </a:p>
        </p:txBody>
      </p:sp>
      <p:sp>
        <p:nvSpPr>
          <p:cNvPr id="4" name="S09-card2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= 8분의 8, 1 = 7분의 7, 1 = 6분의 6</a:t>
            </a:r>
            <a:endParaRPr lang="ko-KR" sz="3000" dirty="0"/>
          </a:p>
        </p:txBody>
      </p:sp>
      <p:sp>
        <p:nvSpPr>
          <p:cNvPr id="6" name="S09-chip22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op228"/>
          <p:cNvSpPr txBox="1"/>
          <p:nvPr/>
        </p:nvSpPr>
        <p:spPr>
          <a:xfrm>
            <a:off x="1344168" y="201269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8" name="S09-op229"/>
          <p:cNvSpPr txBox="1"/>
          <p:nvPr/>
        </p:nvSpPr>
        <p:spPr>
          <a:xfrm>
            <a:off x="194462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9" name="S09-num230"/>
          <p:cNvSpPr txBox="1"/>
          <p:nvPr/>
        </p:nvSpPr>
        <p:spPr>
          <a:xfrm>
            <a:off x="245973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0" name="S09-fracbar231"/>
          <p:cNvSpPr/>
          <p:nvPr/>
        </p:nvSpPr>
        <p:spPr>
          <a:xfrm>
            <a:off x="249631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9-num232"/>
          <p:cNvSpPr txBox="1"/>
          <p:nvPr/>
        </p:nvSpPr>
        <p:spPr>
          <a:xfrm>
            <a:off x="245973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2" name="S09-op233"/>
          <p:cNvSpPr txBox="1"/>
          <p:nvPr/>
        </p:nvSpPr>
        <p:spPr>
          <a:xfrm>
            <a:off x="305257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3" name="S09-blank234"/>
          <p:cNvSpPr/>
          <p:nvPr/>
        </p:nvSpPr>
        <p:spPr>
          <a:xfrm>
            <a:off x="365398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9-fracbar235"/>
          <p:cNvSpPr/>
          <p:nvPr/>
        </p:nvSpPr>
        <p:spPr>
          <a:xfrm>
            <a:off x="360426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9-num236"/>
          <p:cNvSpPr txBox="1"/>
          <p:nvPr/>
        </p:nvSpPr>
        <p:spPr>
          <a:xfrm>
            <a:off x="356768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6" name="S09-chip23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7" name="S09-op238"/>
          <p:cNvSpPr txBox="1"/>
          <p:nvPr/>
        </p:nvSpPr>
        <p:spPr>
          <a:xfrm>
            <a:off x="1344168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8" name="S09-op239"/>
          <p:cNvSpPr txBox="1"/>
          <p:nvPr/>
        </p:nvSpPr>
        <p:spPr>
          <a:xfrm>
            <a:off x="194462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9" name="S09-op240"/>
          <p:cNvSpPr txBox="1"/>
          <p:nvPr/>
        </p:nvSpPr>
        <p:spPr>
          <a:xfrm>
            <a:off x="2459736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0" name="S09-num241"/>
          <p:cNvSpPr txBox="1"/>
          <p:nvPr/>
        </p:nvSpPr>
        <p:spPr>
          <a:xfrm>
            <a:off x="3060192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1" name="S09-fracbar242"/>
          <p:cNvSpPr/>
          <p:nvPr/>
        </p:nvSpPr>
        <p:spPr>
          <a:xfrm>
            <a:off x="309676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9-num243"/>
          <p:cNvSpPr txBox="1"/>
          <p:nvPr/>
        </p:nvSpPr>
        <p:spPr>
          <a:xfrm>
            <a:off x="306019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3" name="S09-op244"/>
          <p:cNvSpPr txBox="1"/>
          <p:nvPr/>
        </p:nvSpPr>
        <p:spPr>
          <a:xfrm>
            <a:off x="3653028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4" name="S09-blank245"/>
          <p:cNvSpPr/>
          <p:nvPr/>
        </p:nvSpPr>
        <p:spPr>
          <a:xfrm>
            <a:off x="4315145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09-blank246"/>
          <p:cNvSpPr/>
          <p:nvPr/>
        </p:nvSpPr>
        <p:spPr>
          <a:xfrm>
            <a:off x="4968687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9-fracbar247"/>
          <p:cNvSpPr/>
          <p:nvPr/>
        </p:nvSpPr>
        <p:spPr>
          <a:xfrm>
            <a:off x="491896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9-num248"/>
          <p:cNvSpPr txBox="1"/>
          <p:nvPr/>
        </p:nvSpPr>
        <p:spPr>
          <a:xfrm>
            <a:off x="488238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8" name="S09-chip24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9" name="S09-op250"/>
          <p:cNvSpPr txBox="1"/>
          <p:nvPr/>
        </p:nvSpPr>
        <p:spPr>
          <a:xfrm>
            <a:off x="1344168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0" name="S09-num251"/>
          <p:cNvSpPr txBox="1"/>
          <p:nvPr/>
        </p:nvSpPr>
        <p:spPr>
          <a:xfrm>
            <a:off x="194462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1" name="S09-fracbar252"/>
          <p:cNvSpPr/>
          <p:nvPr/>
        </p:nvSpPr>
        <p:spPr>
          <a:xfrm>
            <a:off x="19812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9-num253"/>
          <p:cNvSpPr txBox="1"/>
          <p:nvPr/>
        </p:nvSpPr>
        <p:spPr>
          <a:xfrm>
            <a:off x="19446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3" name="S09-op254"/>
          <p:cNvSpPr txBox="1"/>
          <p:nvPr/>
        </p:nvSpPr>
        <p:spPr>
          <a:xfrm>
            <a:off x="253746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34" name="S09-op255"/>
          <p:cNvSpPr txBox="1"/>
          <p:nvPr/>
        </p:nvSpPr>
        <p:spPr>
          <a:xfrm>
            <a:off x="3052572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5" name="S09-num256"/>
          <p:cNvSpPr txBox="1"/>
          <p:nvPr/>
        </p:nvSpPr>
        <p:spPr>
          <a:xfrm>
            <a:off x="36530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6" name="S09-fracbar257"/>
          <p:cNvSpPr/>
          <p:nvPr/>
        </p:nvSpPr>
        <p:spPr>
          <a:xfrm>
            <a:off x="36896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9-num258"/>
          <p:cNvSpPr txBox="1"/>
          <p:nvPr/>
        </p:nvSpPr>
        <p:spPr>
          <a:xfrm>
            <a:off x="36530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8" name="S09-op259"/>
          <p:cNvSpPr txBox="1"/>
          <p:nvPr/>
        </p:nvSpPr>
        <p:spPr>
          <a:xfrm>
            <a:off x="424586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9" name="S09-blank260"/>
          <p:cNvSpPr/>
          <p:nvPr/>
        </p:nvSpPr>
        <p:spPr>
          <a:xfrm>
            <a:off x="4907981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09-blank261"/>
          <p:cNvSpPr/>
          <p:nvPr/>
        </p:nvSpPr>
        <p:spPr>
          <a:xfrm>
            <a:off x="556152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09-fracbar262"/>
          <p:cNvSpPr/>
          <p:nvPr/>
        </p:nvSpPr>
        <p:spPr>
          <a:xfrm>
            <a:off x="55118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9-num263"/>
          <p:cNvSpPr txBox="1"/>
          <p:nvPr/>
        </p:nvSpPr>
        <p:spPr>
          <a:xfrm>
            <a:off x="54752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10-card2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5분의 1 − 1과 5분의 3을 계산했어요.</a:t>
            </a:r>
            <a:endParaRPr lang="ko-KR" sz="3000" dirty="0"/>
          </a:p>
        </p:txBody>
      </p:sp>
      <p:sp>
        <p:nvSpPr>
          <p:cNvPr id="5" name="S10-card2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막대로 까닭을 말해요.</a:t>
            </a:r>
            <a:endParaRPr lang="ko-KR" sz="3000" dirty="0"/>
          </a:p>
        </p:txBody>
      </p:sp>
      <p:sp>
        <p:nvSpPr>
          <p:cNvPr id="7" name="S10-chip26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2와 5분의 2</a:t>
            </a:r>
            <a:endParaRPr lang="ko-KR" sz="2400" dirty="0"/>
          </a:p>
        </p:txBody>
      </p:sp>
      <p:sp>
        <p:nvSpPr>
          <p:cNvPr id="8" name="S10-text26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자연수: 3 − 1 = 2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분수: 큰 것에서 작은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3 − 5분의 1</a:t>
            </a:r>
            <a:endParaRPr lang="ko-KR" sz="3000" dirty="0"/>
          </a:p>
        </p:txBody>
      </p:sp>
      <p:sp>
        <p:nvSpPr>
          <p:cNvPr id="9" name="S10-chip27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1과 5분의 3</a:t>
            </a:r>
            <a:endParaRPr lang="ko-KR" sz="2400" dirty="0"/>
          </a:p>
        </p:txBody>
      </p:sp>
      <p:sp>
        <p:nvSpPr>
          <p:cNvPr id="10" name="S10-text27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5분의 1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2와 5분의 6으로 바꾸고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 뺐어요.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뺐는지 말해요.</a:t>
            </a:r>
            <a:endParaRPr lang="ko-KR" sz="3000" dirty="0"/>
          </a:p>
        </p:txBody>
      </p:sp>
      <p:sp>
        <p:nvSpPr>
          <p:cNvPr id="4" name="S11-chip2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num274"/>
          <p:cNvSpPr txBox="1"/>
          <p:nvPr/>
        </p:nvSpPr>
        <p:spPr>
          <a:xfrm>
            <a:off x="1344168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6" name="S11-fracbar275"/>
          <p:cNvSpPr/>
          <p:nvPr/>
        </p:nvSpPr>
        <p:spPr>
          <a:xfrm>
            <a:off x="1380744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7" name="S11-num276"/>
          <p:cNvSpPr txBox="1"/>
          <p:nvPr/>
        </p:nvSpPr>
        <p:spPr>
          <a:xfrm>
            <a:off x="1344168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8" name="S11-op277"/>
          <p:cNvSpPr txBox="1"/>
          <p:nvPr/>
        </p:nvSpPr>
        <p:spPr>
          <a:xfrm>
            <a:off x="2017014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400" dirty="0"/>
          </a:p>
        </p:txBody>
      </p:sp>
      <p:sp>
        <p:nvSpPr>
          <p:cNvPr id="9" name="S11-num278"/>
          <p:cNvSpPr txBox="1"/>
          <p:nvPr/>
        </p:nvSpPr>
        <p:spPr>
          <a:xfrm>
            <a:off x="2564130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0" name="S11-fracbar279"/>
          <p:cNvSpPr/>
          <p:nvPr/>
        </p:nvSpPr>
        <p:spPr>
          <a:xfrm>
            <a:off x="2600706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11-num280"/>
          <p:cNvSpPr txBox="1"/>
          <p:nvPr/>
        </p:nvSpPr>
        <p:spPr>
          <a:xfrm>
            <a:off x="2564130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2" name="S11-op281"/>
          <p:cNvSpPr txBox="1"/>
          <p:nvPr/>
        </p:nvSpPr>
        <p:spPr>
          <a:xfrm>
            <a:off x="3236976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3" name="S11-blank282"/>
          <p:cNvSpPr/>
          <p:nvPr/>
        </p:nvSpPr>
        <p:spPr>
          <a:xfrm>
            <a:off x="3877127" y="22633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1-fracbar283"/>
          <p:cNvSpPr/>
          <p:nvPr/>
        </p:nvSpPr>
        <p:spPr>
          <a:xfrm>
            <a:off x="3820668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5" name="S11-num284"/>
          <p:cNvSpPr txBox="1"/>
          <p:nvPr/>
        </p:nvSpPr>
        <p:spPr>
          <a:xfrm>
            <a:off x="3784092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6" name="S11-chip28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7" name="S11-op286"/>
          <p:cNvSpPr txBox="1"/>
          <p:nvPr/>
        </p:nvSpPr>
        <p:spPr>
          <a:xfrm>
            <a:off x="7072884" y="231698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8" name="S11-num287"/>
          <p:cNvSpPr txBox="1"/>
          <p:nvPr/>
        </p:nvSpPr>
        <p:spPr>
          <a:xfrm>
            <a:off x="7656576" y="231698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9" name="S11-fracbar288"/>
          <p:cNvSpPr/>
          <p:nvPr/>
        </p:nvSpPr>
        <p:spPr>
          <a:xfrm>
            <a:off x="7693152" y="274320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0" name="S11-num289"/>
          <p:cNvSpPr txBox="1"/>
          <p:nvPr/>
        </p:nvSpPr>
        <p:spPr>
          <a:xfrm>
            <a:off x="7656576" y="277977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1" name="S11-op290"/>
          <p:cNvSpPr txBox="1"/>
          <p:nvPr/>
        </p:nvSpPr>
        <p:spPr>
          <a:xfrm>
            <a:off x="8222742" y="231698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600" dirty="0"/>
          </a:p>
        </p:txBody>
      </p:sp>
      <p:sp>
        <p:nvSpPr>
          <p:cNvPr id="22" name="S11-op291"/>
          <p:cNvSpPr txBox="1"/>
          <p:nvPr/>
        </p:nvSpPr>
        <p:spPr>
          <a:xfrm>
            <a:off x="8727186" y="231698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3" name="S11-num292"/>
          <p:cNvSpPr txBox="1"/>
          <p:nvPr/>
        </p:nvSpPr>
        <p:spPr>
          <a:xfrm>
            <a:off x="9310878" y="231698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4" name="S11-fracbar293"/>
          <p:cNvSpPr/>
          <p:nvPr/>
        </p:nvSpPr>
        <p:spPr>
          <a:xfrm>
            <a:off x="9347454" y="274320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5" name="S11-num294"/>
          <p:cNvSpPr txBox="1"/>
          <p:nvPr/>
        </p:nvSpPr>
        <p:spPr>
          <a:xfrm>
            <a:off x="9310878" y="277977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6" name="S11-op295"/>
          <p:cNvSpPr txBox="1"/>
          <p:nvPr/>
        </p:nvSpPr>
        <p:spPr>
          <a:xfrm>
            <a:off x="9877044" y="231698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27" name="S11-blank296"/>
          <p:cNvSpPr/>
          <p:nvPr/>
        </p:nvSpPr>
        <p:spPr>
          <a:xfrm>
            <a:off x="10527137" y="259903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11-blank297"/>
          <p:cNvSpPr/>
          <p:nvPr/>
        </p:nvSpPr>
        <p:spPr>
          <a:xfrm>
            <a:off x="11154898" y="236764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11-fracbar298"/>
          <p:cNvSpPr/>
          <p:nvPr/>
        </p:nvSpPr>
        <p:spPr>
          <a:xfrm>
            <a:off x="11107420" y="274320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30" name="S11-num299"/>
          <p:cNvSpPr txBox="1"/>
          <p:nvPr/>
        </p:nvSpPr>
        <p:spPr>
          <a:xfrm>
            <a:off x="11070844" y="277977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31" name="S11-chip30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2" name="S11-op301"/>
          <p:cNvSpPr txBox="1"/>
          <p:nvPr/>
        </p:nvSpPr>
        <p:spPr>
          <a:xfrm>
            <a:off x="1344168" y="439166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33" name="S11-op302"/>
          <p:cNvSpPr txBox="1"/>
          <p:nvPr/>
        </p:nvSpPr>
        <p:spPr>
          <a:xfrm>
            <a:off x="1994916" y="439166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400" dirty="0"/>
          </a:p>
        </p:txBody>
      </p:sp>
      <p:sp>
        <p:nvSpPr>
          <p:cNvPr id="34" name="S11-op303"/>
          <p:cNvSpPr txBox="1"/>
          <p:nvPr/>
        </p:nvSpPr>
        <p:spPr>
          <a:xfrm>
            <a:off x="2542032" y="439166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35" name="S11-num304"/>
          <p:cNvSpPr txBox="1"/>
          <p:nvPr/>
        </p:nvSpPr>
        <p:spPr>
          <a:xfrm>
            <a:off x="3192780" y="4391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36" name="S11-fracbar305"/>
          <p:cNvSpPr/>
          <p:nvPr/>
        </p:nvSpPr>
        <p:spPr>
          <a:xfrm>
            <a:off x="3229356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7" name="S11-num306"/>
          <p:cNvSpPr txBox="1"/>
          <p:nvPr/>
        </p:nvSpPr>
        <p:spPr>
          <a:xfrm>
            <a:off x="3192780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38" name="S11-op307"/>
          <p:cNvSpPr txBox="1"/>
          <p:nvPr/>
        </p:nvSpPr>
        <p:spPr>
          <a:xfrm>
            <a:off x="3865626" y="439166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39" name="S11-blank308"/>
          <p:cNvSpPr/>
          <p:nvPr/>
        </p:nvSpPr>
        <p:spPr>
          <a:xfrm>
            <a:off x="4563816" y="474923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11-blank309"/>
          <p:cNvSpPr/>
          <p:nvPr/>
        </p:nvSpPr>
        <p:spPr>
          <a:xfrm>
            <a:off x="5294701" y="445789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11-fracbar310"/>
          <p:cNvSpPr/>
          <p:nvPr/>
        </p:nvSpPr>
        <p:spPr>
          <a:xfrm>
            <a:off x="5238242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42" name="S11-num311"/>
          <p:cNvSpPr txBox="1"/>
          <p:nvPr/>
        </p:nvSpPr>
        <p:spPr>
          <a:xfrm>
            <a:off x="5201666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43" name="S11-chip31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44" name="S11-op313"/>
          <p:cNvSpPr txBox="1"/>
          <p:nvPr/>
        </p:nvSpPr>
        <p:spPr>
          <a:xfrm>
            <a:off x="7072884" y="451154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45" name="S11-num314"/>
          <p:cNvSpPr txBox="1"/>
          <p:nvPr/>
        </p:nvSpPr>
        <p:spPr>
          <a:xfrm>
            <a:off x="7656576" y="451154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6" name="S11-fracbar315"/>
          <p:cNvSpPr/>
          <p:nvPr/>
        </p:nvSpPr>
        <p:spPr>
          <a:xfrm>
            <a:off x="7693152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47" name="S11-num316"/>
          <p:cNvSpPr txBox="1"/>
          <p:nvPr/>
        </p:nvSpPr>
        <p:spPr>
          <a:xfrm>
            <a:off x="7656576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48" name="S11-op317"/>
          <p:cNvSpPr txBox="1"/>
          <p:nvPr/>
        </p:nvSpPr>
        <p:spPr>
          <a:xfrm>
            <a:off x="8222742" y="451154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600" dirty="0"/>
          </a:p>
        </p:txBody>
      </p:sp>
      <p:sp>
        <p:nvSpPr>
          <p:cNvPr id="49" name="S11-op318"/>
          <p:cNvSpPr txBox="1"/>
          <p:nvPr/>
        </p:nvSpPr>
        <p:spPr>
          <a:xfrm>
            <a:off x="8727186" y="451154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50" name="S11-num319"/>
          <p:cNvSpPr txBox="1"/>
          <p:nvPr/>
        </p:nvSpPr>
        <p:spPr>
          <a:xfrm>
            <a:off x="9310878" y="451154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51" name="S11-fracbar320"/>
          <p:cNvSpPr/>
          <p:nvPr/>
        </p:nvSpPr>
        <p:spPr>
          <a:xfrm>
            <a:off x="9347454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52" name="S11-num321"/>
          <p:cNvSpPr txBox="1"/>
          <p:nvPr/>
        </p:nvSpPr>
        <p:spPr>
          <a:xfrm>
            <a:off x="9310878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53" name="S11-op322"/>
          <p:cNvSpPr txBox="1"/>
          <p:nvPr/>
        </p:nvSpPr>
        <p:spPr>
          <a:xfrm>
            <a:off x="9877044" y="451154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54" name="S11-blank323"/>
          <p:cNvSpPr/>
          <p:nvPr/>
        </p:nvSpPr>
        <p:spPr>
          <a:xfrm>
            <a:off x="10527137" y="479359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5" name="S11-blank324"/>
          <p:cNvSpPr/>
          <p:nvPr/>
        </p:nvSpPr>
        <p:spPr>
          <a:xfrm>
            <a:off x="11154898" y="456220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6" name="S11-fracbar325"/>
          <p:cNvSpPr/>
          <p:nvPr/>
        </p:nvSpPr>
        <p:spPr>
          <a:xfrm>
            <a:off x="11107420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57" name="S11-num326"/>
          <p:cNvSpPr txBox="1"/>
          <p:nvPr/>
        </p:nvSpPr>
        <p:spPr>
          <a:xfrm>
            <a:off x="11070844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3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답은 막대를 그려 다시 덜어 내 보게 하세요.</a:t>
            </a:r>
            <a:endParaRPr lang="ko-KR" sz="3000" dirty="0"/>
          </a:p>
        </p:txBody>
      </p:sp>
      <p:sp>
        <p:nvSpPr>
          <p:cNvPr id="5" name="S12-chip32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330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7분의 4</a:t>
            </a:r>
            <a:endParaRPr lang="ko-KR" sz="3000" dirty="0"/>
          </a:p>
        </p:txBody>
      </p:sp>
      <p:sp>
        <p:nvSpPr>
          <p:cNvPr id="7" name="S12-text331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3과 4분의 2</a:t>
            </a:r>
            <a:endParaRPr lang="ko-KR" sz="3000" dirty="0"/>
          </a:p>
        </p:txBody>
      </p:sp>
      <p:sp>
        <p:nvSpPr>
          <p:cNvPr id="8" name="S12-text332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1과 3분의 2</a:t>
            </a:r>
            <a:endParaRPr lang="ko-KR" sz="3000" dirty="0"/>
          </a:p>
        </p:txBody>
      </p:sp>
      <p:sp>
        <p:nvSpPr>
          <p:cNvPr id="9" name="S12-text333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2와 9분의 4</a:t>
            </a:r>
            <a:endParaRPr lang="ko-KR" sz="3000" dirty="0"/>
          </a:p>
        </p:txBody>
      </p:sp>
      <p:sp>
        <p:nvSpPr>
          <p:cNvPr id="10" name="S12-chip33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1" name="S12-text335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2와 3분의 1: 분수를 안 뺌</a:t>
            </a:r>
            <a:endParaRPr lang="ko-KR" sz="3000" dirty="0"/>
          </a:p>
        </p:txBody>
      </p:sp>
      <p:sp>
        <p:nvSpPr>
          <p:cNvPr id="12" name="S12-text336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3과 9분의 5: 거꾸로 뺌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바꾼 것은?</a:t>
            </a:r>
            <a:endParaRPr lang="ko-KR" sz="4000" dirty="0"/>
          </a:p>
        </p:txBody>
      </p:sp>
      <p:sp>
        <p:nvSpPr>
          <p:cNvPr id="3" name="S13-text337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6분의 2 − 1과 6분의 4를 하려고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6분의 2를 바꾸었어요.</a:t>
            </a:r>
            <a:endParaRPr lang="ko-KR" sz="3000" dirty="0"/>
          </a:p>
        </p:txBody>
      </p:sp>
      <p:sp>
        <p:nvSpPr>
          <p:cNvPr id="4" name="S13-card3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바꾼 것을 고르고, 까닭을 말해요.</a:t>
            </a:r>
            <a:endParaRPr lang="ko-KR" sz="3000" dirty="0"/>
          </a:p>
        </p:txBody>
      </p:sp>
      <p:sp>
        <p:nvSpPr>
          <p:cNvPr id="6" name="S13-chip340"/>
          <p:cNvSpPr txBox="1"/>
          <p:nvPr/>
        </p:nvSpPr>
        <p:spPr>
          <a:xfrm>
            <a:off x="1991868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op341"/>
          <p:cNvSpPr txBox="1"/>
          <p:nvPr/>
        </p:nvSpPr>
        <p:spPr>
          <a:xfrm>
            <a:off x="1603248" y="3495548"/>
            <a:ext cx="59131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8" name="S13-num342"/>
          <p:cNvSpPr txBox="1"/>
          <p:nvPr/>
        </p:nvSpPr>
        <p:spPr>
          <a:xfrm>
            <a:off x="2304288" y="3495548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4000" dirty="0"/>
          </a:p>
        </p:txBody>
      </p:sp>
      <p:sp>
        <p:nvSpPr>
          <p:cNvPr id="9" name="S13-fracbar343"/>
          <p:cNvSpPr/>
          <p:nvPr/>
        </p:nvSpPr>
        <p:spPr>
          <a:xfrm>
            <a:off x="2340864" y="4131564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0" name="S13-num344"/>
          <p:cNvSpPr txBox="1"/>
          <p:nvPr/>
        </p:nvSpPr>
        <p:spPr>
          <a:xfrm>
            <a:off x="2304288" y="416814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000" dirty="0"/>
          </a:p>
        </p:txBody>
      </p:sp>
      <p:sp>
        <p:nvSpPr>
          <p:cNvPr id="11" name="S13-chip345"/>
          <p:cNvSpPr txBox="1"/>
          <p:nvPr/>
        </p:nvSpPr>
        <p:spPr>
          <a:xfrm>
            <a:off x="5811012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2" name="S13-op346"/>
          <p:cNvSpPr txBox="1"/>
          <p:nvPr/>
        </p:nvSpPr>
        <p:spPr>
          <a:xfrm>
            <a:off x="5367020" y="3495548"/>
            <a:ext cx="59131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13" name="S13-num347"/>
          <p:cNvSpPr txBox="1"/>
          <p:nvPr/>
        </p:nvSpPr>
        <p:spPr>
          <a:xfrm>
            <a:off x="6068060" y="3495548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14" name="S13-fracbar348"/>
          <p:cNvSpPr/>
          <p:nvPr/>
        </p:nvSpPr>
        <p:spPr>
          <a:xfrm>
            <a:off x="6104636" y="4131564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5" name="S13-num349"/>
          <p:cNvSpPr txBox="1"/>
          <p:nvPr/>
        </p:nvSpPr>
        <p:spPr>
          <a:xfrm>
            <a:off x="6068060" y="4168140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000" dirty="0"/>
          </a:p>
        </p:txBody>
      </p:sp>
      <p:sp>
        <p:nvSpPr>
          <p:cNvPr id="16" name="S13-chip350"/>
          <p:cNvSpPr txBox="1"/>
          <p:nvPr/>
        </p:nvSpPr>
        <p:spPr>
          <a:xfrm>
            <a:off x="9630156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7" name="S13-op351"/>
          <p:cNvSpPr txBox="1"/>
          <p:nvPr/>
        </p:nvSpPr>
        <p:spPr>
          <a:xfrm>
            <a:off x="9241536" y="3495548"/>
            <a:ext cx="59131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18" name="S13-num352"/>
          <p:cNvSpPr txBox="1"/>
          <p:nvPr/>
        </p:nvSpPr>
        <p:spPr>
          <a:xfrm>
            <a:off x="9942576" y="3495548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4000" dirty="0"/>
          </a:p>
        </p:txBody>
      </p:sp>
      <p:sp>
        <p:nvSpPr>
          <p:cNvPr id="19" name="S13-fracbar353"/>
          <p:cNvSpPr/>
          <p:nvPr/>
        </p:nvSpPr>
        <p:spPr>
          <a:xfrm>
            <a:off x="9979152" y="4131564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13-num354"/>
          <p:cNvSpPr txBox="1"/>
          <p:nvPr/>
        </p:nvSpPr>
        <p:spPr>
          <a:xfrm>
            <a:off x="9942576" y="416814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빼고, 모자라면 1을 분수로 바꿔요.</a:t>
            </a:r>
            <a:endParaRPr lang="ko-KR" sz="3000" dirty="0"/>
          </a:p>
        </p:txBody>
      </p:sp>
      <p:sp>
        <p:nvSpPr>
          <p:cNvPr id="5" name="S14-chip35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 = 분모만큼의 조각</a:t>
            </a:r>
            <a:endParaRPr lang="ko-KR" sz="2400" dirty="0"/>
          </a:p>
        </p:txBody>
      </p:sp>
      <p:sp>
        <p:nvSpPr>
          <p:cNvPr id="6" name="S14-chip35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분자를 거꾸로 빼기</a:t>
            </a:r>
            <a:endParaRPr lang="ko-KR" sz="2400" dirty="0"/>
          </a:p>
        </p:txBody>
      </p:sp>
      <p:sp>
        <p:nvSpPr>
          <p:cNvPr id="7" name="S14-text35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op360"/>
          <p:cNvSpPr txBox="1"/>
          <p:nvPr/>
        </p:nvSpPr>
        <p:spPr>
          <a:xfrm>
            <a:off x="548640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800" dirty="0"/>
          </a:p>
        </p:txBody>
      </p:sp>
      <p:sp>
        <p:nvSpPr>
          <p:cNvPr id="9" name="S14-num361"/>
          <p:cNvSpPr txBox="1"/>
          <p:nvPr/>
        </p:nvSpPr>
        <p:spPr>
          <a:xfrm>
            <a:off x="126288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0" name="S14-fracbar362"/>
          <p:cNvSpPr/>
          <p:nvPr/>
        </p:nvSpPr>
        <p:spPr>
          <a:xfrm>
            <a:off x="1299464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1" name="S14-num363"/>
          <p:cNvSpPr txBox="1"/>
          <p:nvPr/>
        </p:nvSpPr>
        <p:spPr>
          <a:xfrm>
            <a:off x="126288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2" name="S14-op364"/>
          <p:cNvSpPr txBox="1"/>
          <p:nvPr/>
        </p:nvSpPr>
        <p:spPr>
          <a:xfrm>
            <a:off x="185572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3" name="S14-num365"/>
          <p:cNvSpPr txBox="1"/>
          <p:nvPr/>
        </p:nvSpPr>
        <p:spPr>
          <a:xfrm>
            <a:off x="237083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4" name="S14-fracbar366"/>
          <p:cNvSpPr/>
          <p:nvPr/>
        </p:nvSpPr>
        <p:spPr>
          <a:xfrm>
            <a:off x="2407412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5" name="S14-num367"/>
          <p:cNvSpPr txBox="1"/>
          <p:nvPr/>
        </p:nvSpPr>
        <p:spPr>
          <a:xfrm>
            <a:off x="237083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6" name="S14-op368"/>
          <p:cNvSpPr txBox="1"/>
          <p:nvPr/>
        </p:nvSpPr>
        <p:spPr>
          <a:xfrm>
            <a:off x="4322064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</p:txBody>
      </p:sp>
      <p:sp>
        <p:nvSpPr>
          <p:cNvPr id="17" name="S14-op369"/>
          <p:cNvSpPr txBox="1"/>
          <p:nvPr/>
        </p:nvSpPr>
        <p:spPr>
          <a:xfrm>
            <a:off x="5036312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8" name="S14-op370"/>
          <p:cNvSpPr txBox="1"/>
          <p:nvPr/>
        </p:nvSpPr>
        <p:spPr>
          <a:xfrm>
            <a:off x="563676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9" name="S14-num371"/>
          <p:cNvSpPr txBox="1"/>
          <p:nvPr/>
        </p:nvSpPr>
        <p:spPr>
          <a:xfrm>
            <a:off x="6151880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0" name="S14-fracbar372"/>
          <p:cNvSpPr/>
          <p:nvPr/>
        </p:nvSpPr>
        <p:spPr>
          <a:xfrm>
            <a:off x="6188456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1" name="S14-num373"/>
          <p:cNvSpPr txBox="1"/>
          <p:nvPr/>
        </p:nvSpPr>
        <p:spPr>
          <a:xfrm>
            <a:off x="6151880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2" name="S14-op374"/>
          <p:cNvSpPr txBox="1"/>
          <p:nvPr/>
        </p:nvSpPr>
        <p:spPr>
          <a:xfrm>
            <a:off x="8095488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800" dirty="0"/>
          </a:p>
        </p:txBody>
      </p:sp>
      <p:sp>
        <p:nvSpPr>
          <p:cNvPr id="23" name="S14-op375"/>
          <p:cNvSpPr txBox="1"/>
          <p:nvPr/>
        </p:nvSpPr>
        <p:spPr>
          <a:xfrm>
            <a:off x="8809736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4" name="S14-num376"/>
          <p:cNvSpPr txBox="1"/>
          <p:nvPr/>
        </p:nvSpPr>
        <p:spPr>
          <a:xfrm>
            <a:off x="941019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5" name="S14-fracbar377"/>
          <p:cNvSpPr/>
          <p:nvPr/>
        </p:nvSpPr>
        <p:spPr>
          <a:xfrm>
            <a:off x="9446768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6" name="S14-num378"/>
          <p:cNvSpPr txBox="1"/>
          <p:nvPr/>
        </p:nvSpPr>
        <p:spPr>
          <a:xfrm>
            <a:off x="941019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7" name="S14-op379"/>
          <p:cNvSpPr txBox="1"/>
          <p:nvPr/>
        </p:nvSpPr>
        <p:spPr>
          <a:xfrm>
            <a:off x="1000302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28" name="S14-op380"/>
          <p:cNvSpPr txBox="1"/>
          <p:nvPr/>
        </p:nvSpPr>
        <p:spPr>
          <a:xfrm>
            <a:off x="10518140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9" name="S14-num381"/>
          <p:cNvSpPr txBox="1"/>
          <p:nvPr/>
        </p:nvSpPr>
        <p:spPr>
          <a:xfrm>
            <a:off x="1111859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0" name="S14-fracbar382"/>
          <p:cNvSpPr/>
          <p:nvPr/>
        </p:nvSpPr>
        <p:spPr>
          <a:xfrm>
            <a:off x="11155172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31" name="S14-num383"/>
          <p:cNvSpPr txBox="1"/>
          <p:nvPr/>
        </p:nvSpPr>
        <p:spPr>
          <a:xfrm>
            <a:off x="1111859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2" name="S14-text38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소수 두 자리 수와 세 자리 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1을 분수로</a:t>
            </a:r>
            <a:endParaRPr lang="ko-KR" sz="4000" dirty="0"/>
          </a:p>
        </p:txBody>
      </p:sp>
      <p:sp>
        <p:nvSpPr>
          <p:cNvPr id="3" name="S15-text3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하나를 똑같이 나누어 모두 색칠했어요.</a:t>
            </a:r>
            <a:endParaRPr lang="ko-KR" sz="3000" dirty="0"/>
          </a:p>
        </p:txBody>
      </p:sp>
      <p:sp>
        <p:nvSpPr>
          <p:cNvPr id="4" name="S15-card386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87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1은 분모와 분자가 같은 분수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5분의 1 = 1과 5분의 6</a:t>
            </a:r>
            <a:endParaRPr lang="ko-KR" sz="3000" dirty="0"/>
          </a:p>
        </p:txBody>
      </p:sp>
      <p:sp>
        <p:nvSpPr>
          <p:cNvPr id="6" name="S15-sector388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16200000"/>
              <a:gd name="adj2" fmla="val 2052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sector389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20520000"/>
              <a:gd name="adj2" fmla="val 324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sector390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3240000"/>
              <a:gd name="adj2" fmla="val 756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5-sector391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7560000"/>
              <a:gd name="adj2" fmla="val 1188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5-sector392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11880000"/>
              <a:gd name="adj2" fmla="val 162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figure393" descr="5조각 원, 모두 색칠"/>
          <p:cNvSpPr/>
          <p:nvPr/>
        </p:nvSpPr>
        <p:spPr>
          <a:xfrm>
            <a:off x="2116074" y="2011680"/>
            <a:ext cx="2250948" cy="2250948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5-label394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= 5분의 5</a:t>
            </a:r>
            <a:endParaRPr lang="ko-KR" sz="2400" dirty="0"/>
          </a:p>
        </p:txBody>
      </p:sp>
      <p:sp>
        <p:nvSpPr>
          <p:cNvPr id="13" name="S15-sector395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16200000"/>
              <a:gd name="adj2" fmla="val 189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sector396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189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sector397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0"/>
              <a:gd name="adj2" fmla="val 27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5-sector398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270000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sector399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5400000"/>
              <a:gd name="adj2" fmla="val 81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5-sector400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8100000"/>
              <a:gd name="adj2" fmla="val 10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sector401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10800000"/>
              <a:gd name="adj2" fmla="val 135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sector402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13500000"/>
              <a:gd name="adj2" fmla="val 162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figure403" descr="8조각 원, 모두 색칠"/>
          <p:cNvSpPr/>
          <p:nvPr/>
        </p:nvSpPr>
        <p:spPr>
          <a:xfrm>
            <a:off x="7821930" y="2011680"/>
            <a:ext cx="2250948" cy="2250948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5-label404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= 8분의 8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분모가 같은 분수의 뺄셈</dc:title>
  <dc:subject>KR22-G04-MAT-FRACSUB-L01</dc:subject>
  <dc:creator>education-ppt</dc:creator>
  <cp:lastModifiedBy>education-ppt</cp:lastModifiedBy>
  <cp:revision>1</cp:revision>
  <dcterms:created xsi:type="dcterms:W3CDTF">2026-10-26T07:51:25Z</dcterms:created>
  <dcterms:modified xsi:type="dcterms:W3CDTF">2026-10-26T07:51:25Z</dcterms:modified>
</cp:coreProperties>
</file>