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5235ae6-2234-d3a1-e21a-d666f7fd8d85}">
          <p14:sldIdLst>
            <p14:sldId id="256"/>
            <p14:sldId id="257"/>
          </p14:sldIdLst>
        </p14:section>
        <p14:section name="개념" id="{3452d4e0-1440-2f5c-0a44-7da0195fd05a}">
          <p14:sldIdLst>
            <p14:sldId id="258"/>
            <p14:sldId id="259"/>
            <p14:sldId id="261"/>
            <p14:sldId id="262"/>
          </p14:sldIdLst>
        </p14:section>
        <p14:section name="연습" id="{06ec7126-e2de-0f91-83da-4e849804034d}">
          <p14:sldIdLst>
            <p14:sldId id="260"/>
            <p14:sldId id="263"/>
            <p14:sldId id="264"/>
          </p14:sldIdLst>
        </p14:section>
        <p14:section name="개념" id="{bca2933b-43fe-9abf-51c9-d26f33c99c4e}">
          <p14:sldIdLst/>
        </p14:section>
        <p14:section name="연습" id="{f874d7f4-fa97-4b53-4d24-d0500619953b}">
          <p14:sldIdLst/>
        </p14:section>
        <p14:section name="확인" id="{b42df0fd-6b67-ee56-ec2d-b7cbecdaf452}">
          <p14:sldIdLst>
            <p14:sldId id="265"/>
            <p14:sldId id="266"/>
          </p14:sldIdLst>
        </p14:section>
        <p14:section name="정리" id="{930d6049-3275-1188-a9e3-fcd13a9cf2c8}">
          <p14:sldIdLst>
            <p14:sldId id="267"/>
          </p14:sldIdLst>
        </p14:section>
        <p14:section name="보충" id="{5f59e2e9-c809-e2d3-1e3e-f7804f84369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수와연산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만과 다섯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만과 다섯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만과 다섯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만과 다섯 자리 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10개면 얼마일까?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493520"/>
          <a:ext cx="3931920" cy="914400"/>
        </p:xfrm>
        <a:graphic>
          <a:graphicData uri="http://schemas.openxmlformats.org/drawingml/2006/table">
            <a:tbl>
              <a:tblPr/>
              <a:tblGrid>
                <a:gridCol w="786384"/>
                <a:gridCol w="786384"/>
                <a:gridCol w="786384"/>
                <a:gridCol w="786384"/>
                <a:gridCol w="786384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10000이 어떤 수인지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다섯 자리 수를 읽고 써요.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자리 수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3개, 10이 5개인 수는?</a:t>
            </a:r>
            <a:endParaRPr lang="ko-KR" sz="30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6482에서 4는 얼마일까요?</a:t>
            </a:r>
            <a:endParaRPr lang="ko-KR" sz="30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10개인 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10개면 10000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하나씩 늘어나요.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10개인 수 → 10000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또는 일만이라고 읽어요.</a:t>
            </a:r>
            <a:endParaRPr lang="ko-KR" sz="30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2058670"/>
          <a:ext cx="7315200" cy="9144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칠천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10000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표의 수를 더하면 모두 10000이에요.</a:t>
            </a:r>
            <a:endParaRPr lang="ko-KR" sz="30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10000은 9999보다 1 큰 수예요.</a:t>
            </a:r>
            <a:endParaRPr lang="ko-KR" sz="3000" dirty="0"/>
          </a:p>
        </p:txBody>
      </p:sp>
      <p:graphicFrame>
        <p:nvGraphicFramePr>
          <p:cNvPr id="5" name="S04-tabl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042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처음 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더하는 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모두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9990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9999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 만들기</a:t>
            </a:r>
            <a:endParaRPr lang="ko-KR" sz="4000" dirty="0"/>
          </a:p>
        </p:txBody>
      </p:sp>
      <p:sp>
        <p:nvSpPr>
          <p:cNvPr id="3" name="S05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써요.</a:t>
            </a:r>
            <a:endParaRPr lang="ko-KR" sz="3000" dirty="0"/>
          </a:p>
        </p:txBody>
      </p:sp>
      <p:sp>
        <p:nvSpPr>
          <p:cNvPr id="4" name="S05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모자란 만큼을 100씩, 1씩 세어 봐요.</a:t>
            </a:r>
            <a:endParaRPr lang="ko-KR" sz="3000" dirty="0"/>
          </a:p>
        </p:txBody>
      </p:sp>
      <p:sp>
        <p:nvSpPr>
          <p:cNvPr id="6" name="S05-chip2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eqtext2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9000 + □ = 10000</a:t>
            </a:r>
            <a:endParaRPr lang="ko-KR" sz="3400" dirty="0"/>
          </a:p>
        </p:txBody>
      </p:sp>
      <p:sp>
        <p:nvSpPr>
          <p:cNvPr id="8" name="S05-chip2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eqtext2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9800 + □ = 10000</a:t>
            </a:r>
            <a:endParaRPr lang="ko-KR" sz="3400" dirty="0"/>
          </a:p>
        </p:txBody>
      </p:sp>
      <p:sp>
        <p:nvSpPr>
          <p:cNvPr id="10" name="S05-chip2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eqtext26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9995 + □ = 10000</a:t>
            </a:r>
            <a:endParaRPr lang="ko-KR" sz="3400" dirty="0"/>
          </a:p>
        </p:txBody>
      </p:sp>
      <p:sp>
        <p:nvSpPr>
          <p:cNvPr id="12" name="S05-chip27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5-eqtext28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 × □ = 10000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자리 수</a:t>
            </a:r>
            <a:endParaRPr lang="ko-KR" sz="4000" dirty="0"/>
          </a:p>
        </p:txBody>
      </p:sp>
      <p:sp>
        <p:nvSpPr>
          <p:cNvPr id="3" name="S06-text29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10000이 4개, 1000이 2개, 100이 7개,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5개, 1이 3개인 수</a:t>
            </a:r>
            <a:endParaRPr lang="ko-KR" sz="3000" dirty="0"/>
          </a:p>
        </p:txBody>
      </p:sp>
      <p:sp>
        <p:nvSpPr>
          <p:cNvPr id="4" name="S06-card30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1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42753 = 40000 + 2000 + 700 + 50 + 3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사만 이천칠백오십삼이라고 읽어요.</a:t>
            </a:r>
            <a:endParaRPr lang="ko-KR" sz="3000" dirty="0"/>
          </a:p>
        </p:txBody>
      </p:sp>
      <p:graphicFrame>
        <p:nvGraphicFramePr>
          <p:cNvPr id="7" name="S06-table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08276" y="2739390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있는 수 읽기</a:t>
            </a:r>
            <a:endParaRPr lang="ko-KR" sz="4000" dirty="0"/>
          </a:p>
        </p:txBody>
      </p:sp>
      <p:sp>
        <p:nvSpPr>
          <p:cNvPr id="3" name="S07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30705를 오른쪽에서 네 자리를 끊어 읽어요.</a:t>
            </a:r>
            <a:endParaRPr lang="ko-KR" sz="3000" dirty="0"/>
          </a:p>
        </p:txBody>
      </p:sp>
      <p:sp>
        <p:nvSpPr>
          <p:cNvPr id="4" name="S07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0인 자리는 읽지 않아요.</a:t>
            </a:r>
            <a:endParaRPr lang="ko-KR" sz="3000" dirty="0"/>
          </a:p>
        </p:txBody>
      </p:sp>
      <p:graphicFrame>
        <p:nvGraphicFramePr>
          <p:cNvPr id="8" name="S07-table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56560"/>
          <a:ext cx="5362956" cy="914400"/>
        </p:xfrm>
        <a:graphic>
          <a:graphicData uri="http://schemas.openxmlformats.org/drawingml/2006/table">
            <a:tbl>
              <a:tblPr/>
              <a:tblGrid>
                <a:gridCol w="1072591"/>
                <a:gridCol w="1072591"/>
                <a:gridCol w="1072591"/>
                <a:gridCol w="1072591"/>
                <a:gridCol w="1072591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7-card37"/>
          <p:cNvSpPr/>
          <p:nvPr/>
        </p:nvSpPr>
        <p:spPr>
          <a:xfrm>
            <a:off x="6277356" y="22098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38"/>
          <p:cNvSpPr txBox="1"/>
          <p:nvPr/>
        </p:nvSpPr>
        <p:spPr>
          <a:xfrm>
            <a:off x="6551676" y="23469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끊기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| 0705</a:t>
            </a:r>
            <a:endParaRPr lang="ko-KR" sz="3000" dirty="0"/>
          </a:p>
        </p:txBody>
      </p:sp>
      <p:sp>
        <p:nvSpPr>
          <p:cNvPr id="9" name="S07-card39"/>
          <p:cNvSpPr/>
          <p:nvPr/>
        </p:nvSpPr>
        <p:spPr>
          <a:xfrm>
            <a:off x="6277356" y="368046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40"/>
          <p:cNvSpPr txBox="1"/>
          <p:nvPr/>
        </p:nvSpPr>
        <p:spPr>
          <a:xfrm>
            <a:off x="6551676" y="381762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읽기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삼만 칠백오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읽어 봐요</a:t>
            </a:r>
            <a:endParaRPr lang="ko-KR" sz="4000" dirty="0"/>
          </a:p>
        </p:txBody>
      </p:sp>
      <p:sp>
        <p:nvSpPr>
          <p:cNvPr id="3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0인 자리에는 0을 꼭 써요.</a:t>
            </a:r>
            <a:endParaRPr lang="ko-KR" sz="3000" dirty="0"/>
          </a:p>
        </p:txBody>
      </p:sp>
      <p:sp>
        <p:nvSpPr>
          <p:cNvPr id="5" name="S08-chip4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8-text4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육만 사천이백구십을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써요.</a:t>
            </a:r>
            <a:endParaRPr lang="ko-KR" sz="3000" dirty="0"/>
          </a:p>
        </p:txBody>
      </p:sp>
      <p:sp>
        <p:nvSpPr>
          <p:cNvPr id="7" name="S08-chip4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08-text46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27508을 읽어요.</a:t>
            </a:r>
            <a:endParaRPr lang="ko-KR" sz="3000" dirty="0"/>
          </a:p>
        </p:txBody>
      </p:sp>
      <p:sp>
        <p:nvSpPr>
          <p:cNvPr id="9" name="S08-chip4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08-text48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10000이 5개,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3개,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1이 8개인 수는?</a:t>
            </a:r>
            <a:endParaRPr lang="ko-KR" sz="3000" dirty="0"/>
          </a:p>
        </p:txBody>
      </p:sp>
      <p:sp>
        <p:nvSpPr>
          <p:cNvPr id="11" name="S08-chip49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08-text50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83916에서 3은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5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‘사만 오백칠’을 숫자로 썼어요.</a:t>
            </a:r>
            <a:endParaRPr lang="ko-KR" sz="3000" dirty="0"/>
          </a:p>
        </p:txBody>
      </p:sp>
      <p:sp>
        <p:nvSpPr>
          <p:cNvPr id="5" name="S09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9-chip5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40000507</a:t>
            </a:r>
            <a:endParaRPr lang="ko-KR" sz="2400" dirty="0"/>
          </a:p>
        </p:txBody>
      </p:sp>
      <p:sp>
        <p:nvSpPr>
          <p:cNvPr id="8" name="S09-text5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사만은 40000,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오백칠은 507을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 썼어요.</a:t>
            </a:r>
            <a:endParaRPr lang="ko-KR" sz="3000" dirty="0"/>
          </a:p>
        </p:txBody>
      </p:sp>
      <p:sp>
        <p:nvSpPr>
          <p:cNvPr id="9" name="S09-chip5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40507</a:t>
            </a:r>
            <a:endParaRPr lang="ko-KR" sz="2400" dirty="0"/>
          </a:p>
        </p:txBody>
      </p:sp>
      <p:sp>
        <p:nvSpPr>
          <p:cNvPr id="10" name="S09-text5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만의 자리 4, 백의 자리 5,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7을 쓰고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0을 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000" dirty="0"/>
          </a:p>
        </p:txBody>
      </p:sp>
      <p:sp>
        <p:nvSpPr>
          <p:cNvPr id="4" name="S10-chip6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text6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9990보다 10 큰 수는?</a:t>
            </a:r>
            <a:endParaRPr lang="ko-KR" sz="3000" dirty="0"/>
          </a:p>
        </p:txBody>
      </p:sp>
      <p:sp>
        <p:nvSpPr>
          <p:cNvPr id="6" name="S10-chip6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text6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칠만 삼백이를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써요.</a:t>
            </a:r>
            <a:endParaRPr lang="ko-KR" sz="3000" dirty="0"/>
          </a:p>
        </p:txBody>
      </p:sp>
      <p:sp>
        <p:nvSpPr>
          <p:cNvPr id="8" name="S10-chip6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text6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35043을 읽어요.</a:t>
            </a:r>
            <a:endParaRPr lang="ko-KR" sz="3000" dirty="0"/>
          </a:p>
        </p:txBody>
      </p:sp>
      <p:sp>
        <p:nvSpPr>
          <p:cNvPr id="10" name="S10-chip6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text6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62835에서 6은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5가 50000인 수는?</a:t>
            </a:r>
            <a:endParaRPr lang="ko-KR" sz="4000" dirty="0"/>
          </a:p>
        </p:txBody>
      </p:sp>
      <p:sp>
        <p:nvSpPr>
          <p:cNvPr id="3" name="S12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5가 50000을 나타내는 수를 골라요.</a:t>
            </a:r>
            <a:endParaRPr lang="ko-KR" sz="3000" dirty="0"/>
          </a:p>
        </p:txBody>
      </p:sp>
      <p:sp>
        <p:nvSpPr>
          <p:cNvPr id="4" name="S12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자리의 이름으로 말해요.</a:t>
            </a:r>
            <a:endParaRPr lang="ko-KR" sz="3000" dirty="0"/>
          </a:p>
        </p:txBody>
      </p:sp>
      <p:sp>
        <p:nvSpPr>
          <p:cNvPr id="6" name="S12-chip7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72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73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45210</a:t>
            </a:r>
            <a:endParaRPr lang="ko-KR" sz="3000" dirty="0"/>
          </a:p>
        </p:txBody>
      </p:sp>
      <p:sp>
        <p:nvSpPr>
          <p:cNvPr id="9" name="S12-chip7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75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76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52104</a:t>
            </a:r>
            <a:endParaRPr lang="ko-KR" sz="3000" dirty="0"/>
          </a:p>
        </p:txBody>
      </p:sp>
      <p:sp>
        <p:nvSpPr>
          <p:cNvPr id="12" name="S12-chip7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78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79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10542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10개면 10000! 만의 자리부터 읽어요.</a:t>
            </a:r>
            <a:endParaRPr lang="ko-KR" sz="3000" dirty="0"/>
          </a:p>
        </p:txBody>
      </p:sp>
      <p:sp>
        <p:nvSpPr>
          <p:cNvPr id="5" name="S13-chip8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0인 자리에 0 쓰기</a:t>
            </a:r>
            <a:endParaRPr lang="ko-KR" sz="2400" dirty="0"/>
          </a:p>
        </p:txBody>
      </p:sp>
      <p:sp>
        <p:nvSpPr>
          <p:cNvPr id="6" name="S13-chip8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들리는 대로 이어 쓰기</a:t>
            </a:r>
            <a:endParaRPr lang="ko-KR" sz="2400" dirty="0"/>
          </a:p>
        </p:txBody>
      </p:sp>
      <p:sp>
        <p:nvSpPr>
          <p:cNvPr id="7" name="S13-text8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8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1000이 10개인 수</a:t>
            </a:r>
            <a:endParaRPr lang="ko-KR" sz="2400" dirty="0"/>
          </a:p>
        </p:txBody>
      </p:sp>
      <p:sp>
        <p:nvSpPr>
          <p:cNvPr id="9" name="S13-text8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삼만 사백육십을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</a:t>
            </a:r>
            <a:endParaRPr lang="ko-KR" sz="2400" dirty="0"/>
          </a:p>
        </p:txBody>
      </p:sp>
      <p:sp>
        <p:nvSpPr>
          <p:cNvPr id="10" name="S13-text8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71205에서 7은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얼마?</a:t>
            </a:r>
            <a:endParaRPr lang="ko-KR" sz="2400" dirty="0"/>
          </a:p>
        </p:txBody>
      </p:sp>
      <p:sp>
        <p:nvSpPr>
          <p:cNvPr id="11" name="S13-text8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억과 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네 자리 수</a:t>
            </a:r>
            <a:endParaRPr lang="ko-KR" sz="4000" dirty="0"/>
          </a:p>
        </p:txBody>
      </p:sp>
      <p:sp>
        <p:nvSpPr>
          <p:cNvPr id="3" name="S14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3407을 자리별로 나누어 봐요.</a:t>
            </a:r>
            <a:endParaRPr lang="ko-KR" sz="3000" dirty="0"/>
          </a:p>
        </p:txBody>
      </p:sp>
      <p:sp>
        <p:nvSpPr>
          <p:cNvPr id="4" name="S14-card90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1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3407 = 3000 + 400 + 7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삼천사백칠이라고 읽어요.</a:t>
            </a:r>
            <a:endParaRPr lang="ko-KR" sz="3000" dirty="0"/>
          </a:p>
        </p:txBody>
      </p:sp>
      <p:graphicFrame>
        <p:nvGraphicFramePr>
          <p:cNvPr id="14" name="S14-table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85516" y="2526030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만과 다섯 자리 수</dc:title>
  <dc:subject>KR22-G04-MAT-MAN-L01</dc:subject>
  <dc:creator>education-ppt</dc:creator>
  <cp:lastModifiedBy>education-ppt</cp:lastModifiedBy>
  <cp:revision>1</cp:revision>
  <dcterms:created xsi:type="dcterms:W3CDTF">2026-10-26T07:33:24Z</dcterms:created>
  <dcterms:modified xsi:type="dcterms:W3CDTF">2026-10-26T07:33:24Z</dcterms:modified>
</cp:coreProperties>
</file>