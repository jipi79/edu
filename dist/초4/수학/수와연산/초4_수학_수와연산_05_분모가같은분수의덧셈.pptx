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04fd697-b949-ffd8-95d8-9125297365fc}">
          <p14:sldIdLst>
            <p14:sldId id="256"/>
            <p14:sldId id="257"/>
          </p14:sldIdLst>
        </p14:section>
        <p14:section name="개념" id="{0df69d91-4654-7cd9-20e1-ad196df197ae}">
          <p14:sldIdLst>
            <p14:sldId id="258"/>
            <p14:sldId id="259"/>
            <p14:sldId id="262"/>
            <p14:sldId id="263"/>
          </p14:sldIdLst>
        </p14:section>
        <p14:section name="연습" id="{b2c781f6-68e9-56c8-4d1b-1ea620f13ce6}">
          <p14:sldIdLst>
            <p14:sldId id="260"/>
            <p14:sldId id="261"/>
            <p14:sldId id="264"/>
          </p14:sldIdLst>
        </p14:section>
        <p14:section name="개념" id="{51a3d7b0-1f97-c3ef-9648-e43efb6ffda8}">
          <p14:sldIdLst/>
        </p14:section>
        <p14:section name="연습" id="{d0a6227d-1774-bf7d-83e3-a6cb15bdc3a1}">
          <p14:sldIdLst/>
        </p14:section>
        <p14:section name="확인" id="{c3b8fff2-baee-3089-994c-ba90063d6136}">
          <p14:sldIdLst>
            <p14:sldId id="265"/>
            <p14:sldId id="266"/>
            <p14:sldId id="267"/>
          </p14:sldIdLst>
        </p14:section>
        <p14:section name="정리" id="{871be825-9686-522d-8920-fc6fc87e045c}">
          <p14:sldIdLst>
            <p14:sldId id="268"/>
          </p14:sldIdLst>
        </p14:section>
        <p14:section name="보충" id="{f0b2bb4a-7bb3-b2d9-3abd-637614f10b1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분수의 덧셈을 보여 주고, 분모와 분자를 어떻게 할지 예상하게 합니다.
시간: 약 2분
이렇게 말해 보세요
- “5분의 2와 5분의 1을 더하면 얼마일까? 분모끼리도 더할까, 분자끼리만 더할까? 예상만 해 보자.”
- “오늘은 그림으로 분수를 더하고, 1보다 큰 분수끼리도 더해 볼 거야.”
예상 답
- “10분의 3이요.” “5분의 3이요.” “모르겠어요.”
막히면
- 예상이 맞는지는 아직 말하지 않습니다. 아이의 예상을 종이에 적어 두고 S06에서 다시 봅니다.
주의
- 분수는 ‘5분의 2’처럼 읽는 말로 함께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확인(단위분수, 가분수·대분수)]
목적: 단위분수가 몇 개인지로 분수를 말하는지, 가분수와 대분수를 서로 바꾸는지 확인합니다.
시간: 약 3분
이렇게 말해 보세요
- “①은 5분의 1이 3개야. 분수로 말해 볼래?”
- “②는 5분의 7을 대분수로, ③은 1과 5분의 3을 가분수로 바꿔 봐.”
정답
- ① 5분의 3
- ② 1과 5분의 2(5분의 5가 1)
- ③ 5분의 8
막히면
- ②, ③이 어려우면 S14(보충)를 먼저 합니다.
- 보충으로도 어려우면 초3 분수와소수 5차시 ‘진분수·가분수·대분수’(KR22-G03-MAT-MIXED-L01)를 먼저 합니다.
주의
- ‘5분의 5는 1’이라는 사실을 오늘 계속 씁니다. 계획상 바로 앞 차시는 초4 수와연산 4차시 ‘(세 자리 수)÷(두 자리 수)’(KR22-G04-MAT-DIV3X2-L01)입니다.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단위분수의 개수로 더하기]
목적: 분모가 같은 분수의 덧셈은 단위분수(5분의 1)가 모두 몇 개인지 세는 것임을 막대로 봅니다.
시간: 약 3분
이렇게 말해 보세요
- “첫째 막대는 5분의 1이 몇 개야? 둘째 막대에 더한 것은 5분의 1이 몇 개야?”
- “모두 5분의 1이 3개지? 그래서 5분의 3이야. 분모 5는 그대로야.”
예상 답
- “2개요.” “1개요.” “5분의 3이요.”
막히면
- 종이 띠를 다섯 칸으로 접어 두 칸, 한 칸을 차례로 색칠하며 셉니다.
주의
- 분모는 ‘몇 칸으로 나누었는지’라서 더해도 바뀌지 않는다는 것을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합이 1보다 큰 진분수의 덧셈]
목적: 진분수끼리 더한 값이 1보다 크면 가분수가 되고, 이를 대분수로 나타낼 수 있음을 막대로 봅니다.
시간: 약 4분
이렇게 말해 보세요
- “5분의 4와 5분의 3을 더하면 5분의 1이 몇 개야?”
- “5분의 1이 7개면 5분의 7이야. 5칸이 모이면 막대 하나, 1이 되지? 그럼 1과 몇이 남아?”
예상 답
- “7개요.” “1과 5분의 2요.”
막히면
- 오른쪽 막대에서 꽉 찬 막대(1)와 2칸을 손가락으로 짚으며 셉니다.
주의
- 교과서처럼 합이 가분수이면 대분수로 바꾸어 답하게 합니다. 5분의 7로 답해도 계산은 맞았다고 인정한 뒤 대분수로 바꾸게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진분수의 덧셈 연습]
목적: 도움을 받으며 분모가 같은 진분수끼리 더하고, 합이 가분수이면 대분수로 바꿉니다.
시간: 약 4분
이렇게 말해 보세요
- “①은 7분의 1이 3개와 2개야. 모두 몇 개야?”
- “③은 합이 6분의 9야. 6분의 6이 1이니까 대분수로 바꾸면?”
정답
- ① 7분의 5
- ② 8분의 7
- ③ 6분의 9 = 1과 6분의 3
막히면
- 단위분수 개수를 말로 먼저 세게 합니다(“7분의 1이 몇 개?”).
- ③은 막대 두 개를 그려 6칸을 꽉 채우고 3칸이 남는 것을 봅니다.
주의
- ③의 1과 6분의 3은 약분하지 않은 그대로가 정답입니다(약분은 5학년에서 배웁니다).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비교(분모끼리도 더하기)]
목적: 분모끼리도 더하는 실수를 찾고, 막대 그림으로 까닭을 설명합니다(M1).
시간: 약 3분
이렇게 말해 보세요
- “토끼는 10분의 3, 곰은 5분의 3이라고 했어. 누가 맞았을까?”
- “10분의 3과 처음 수 5분의 2를 막대로 그려 비교해 볼까? 더했는데 작아질 수 있을까?”
예상 답
- “곰이요. 분모는 칸 수라서 더하면 안 돼요.”
정답
- 곰이 맞습니다. 5분의 1이 2개와 1개, 모두 3개라서 5분의 3입니다.
- 토끼의 10분의 3은 5분의 2보다 작습니다. 더했는데 처음 수보다 작아질 수 없습니다.
막히면
- 같은 길이의 종이 띠 두 개에 10칸 중 3칸, 5칸 중 2칸을 색칠해 겹쳐 봅니다.
주의
- S01에서 아이가 한 예상을 다시 꺼내 확인합니다.
- 지치면 여기서 쉬고, 다음에 S03·S04를 짧게 다시 본 뒤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대분수끼리의 덧셈]
목적: 대분수끼리 더할 때 자연수 부분끼리, 분수 부분끼리 더한다는 것을 압니다.
시간: 약 3분
이렇게 말해 보세요
- “1과 5분의 2에서 1은 막대 하나, 5분의 2는 남은 조각이야. 막대는 막대끼리, 조각은 조각끼리 모아 보자.”
- “자연수끼리 1 + 2 = 3, 분수끼리 5분의 2 + 5분의 1 = 5분의 3. 합치면 3과 5분의 3이야.”
예상 답
- “3과 5분의 3이요.”
막히면
- 종이 띠로 꽉 찬 띠(1) 3개와 5칸 중 3칸 색칠한 띠를 놓고 셉니다.
주의
- 대분수를 가분수로 바꾸어 더하는 방법(5분의 7 + 5분의 11 = 5분의 18 = 3과 5분의 3)도 있습니다. 오늘은 한 가지 방법(자연수끼리, 분수끼리)만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분수 부분의 합이 1보다 큰 대분수 덧셈]
목적: 분수 부분끼리 더한 값이 가분수이면 1을 자연수 부분으로 올려 대분수로 나타냅니다.
시간: 약 4분
이렇게 말해 보세요
- “자연수끼리 1 + 1 = 2. 분수끼리 5분의 3 + 5분의 4 = 5분의 7이야.”
- “5분의 7은 1과 5분의 2지? 이 1을 자연수 2에 더하면 3. 그래서 3과 5분의 2야.”
예상 답
- “3과 5분의 2요.”
막히면
- S04의 막대(5분의 7 = 1과 5분의 2)를 다시 보여 줍니다.
주의
- 2와 5분의 7로 답하면 “분수 부분이 1보다 크지? 1을 꺼내 자연수로 보내자.”라고 말합니다(M3).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대분수 덧셈 연습]
목적: 도움을 받으며 대분수끼리 더하고, 분수 부분이 1보다 크면 자연수로 올립니다.
시간: 약 4분
이렇게 말해 보세요
- “①은 자연수끼리 얼마, 분수끼리 얼마야?”
- “③은 분수끼리 더하면 7분의 9야. 1보다 크지? 어떻게 할까?”
정답
- ① 3과 4분의 3
- ② 4와 6분의 5
- ③ 4와 7분의 2(7분의 9 = 1과 7분의 2)
막히면
- 공책에 ‘자연수끼리’, ‘분수끼리’ 두 줄을 따로 쓰게 합니다.
주의
- ③을 3과 7분의 9로 쓰면 계산은 맞았지만 대분수 모양이 아닙니다. 분수 부분이 분모보다 작아야 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분모가 같은 진분수·대분수의 덧셈을 하는지 확인합니다.
시간: 약 4분
이렇게 말해 보세요
- “이번에는 혼자 풀어 볼래? 다 풀면 어떻게 더했는지 말해 줘.”
정답
- ① 8분의 7
- ② 1과 9분의 3(9분의 12)
- ③ 3과 5분의 4
- ④ 4와 6분의 3(분수끼리 6분의 9 = 1과 6분의 3)
막히면
- 바로 알려 주지 말고 “분모는 어떻게 해?”, “분수 부분이 1보다 커?”라고만 묻습니다.
- 도움을 받아 해결했다면 기록표에 ‘도움’으로 표시합니다.
주의
- ②, ④는 합이 1을 넘는 경우입니다. ①, ③을 맞히고 ②, ④에서 대분수로 바꾸지 못했다면 S04, S08을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8분의 7 ② 1과 9분의 3 ③ 3과 5분의 4 ④ 4와 6분의 3
막히면
- 분모끼리 더했으면 S06으로, 1을 올리지 않았으면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확인(합을 여러 가지로)]
목적: 처음 보는 문제에서 합을 가분수와 대분수로 알아보고, 분모끼리 더한 답을 걸러 내는지 확인합니다.
시간: 약 2분
이렇게 말해 보세요
- “5분의 3 + 5분의 4와 같은 것을 모두 골라 볼래? 왜 그렇게 생각해?”
정답
- 가와 나. 5분의 1이 3개와 4개, 모두 7개라서 5분의 7이고, 5분의 7은 1과 5분의 2입니다. 다(10분의 7)는 분모끼리도 더한 답으로, 1보다 작습니다.
막히면
- 막대 두 개를 그려 색칠하게 합니다.
주의
- 가와 나가 같은 수라는 것까지 말하면 목표 A를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“분모가 같은 분수는 어떻게 더해? 대분수끼리는?”
예상 답
- “분모는 그대로, 분자끼리 더해요.” “자연수끼리, 분수끼리 더해요.”
정답
- ① 9분의 7 ② 1과 7분의 2(7분의 9) ③ 4(3과 4분의 4 = 4)
막히면
- S03의 막대와 S08의 단계를 다시 보여 줍니다.
주의
- ③은 분수 부분이 4분의 4 = 1이 되어 답이 자연수 4입니다. 다음 차시(분수의 뺄셈)도 같은 원리로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보충(가분수와 대분수)]
목적: S02에서 가분수·대분수 바꾸기가 흔들리면 원 그림으로 다시 익힙니다.
시간: 약 5분
이렇게 말해 보세요
- “원을 5조각으로 나누었어. 5조각을 모두 색칠하면 원 하나, 1이야.”
- “5분의 1이 7개면 원 하나(5개)와 2조각. 그래서 5분의 7은 1과 5분의 2야.”
정답
- 5분의 7 = 1과 5분의 2
막히면
- 종이 원을 5조각으로 접어 잘라 7조각을 모아 봅니다. 4분의 6, 3분의 5로도 해 봅니다(1과 4분의 2, 1과 3분의 2).
주의
- 보충으로도 어려우면 초3 분수와소수 5차시 ‘진분수·가분수·대분수’(KR22-G03-MAT-MIXED-L01)를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2와 5분의 1을 더하면?</a:t>
            </a:r>
            <a:endParaRPr lang="ko-KR" sz="3000" dirty="0"/>
          </a:p>
        </p:txBody>
      </p:sp>
      <p:sp>
        <p:nvSpPr>
          <p:cNvPr id="4" name="S01-num1"/>
          <p:cNvSpPr txBox="1"/>
          <p:nvPr/>
        </p:nvSpPr>
        <p:spPr>
          <a:xfrm>
            <a:off x="803452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807110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3452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787384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36650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40308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36650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11936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69848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그림으로 분수의 덧셈을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대분수끼리 더해요.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기억하기</a:t>
            </a:r>
            <a:endParaRPr lang="ko-KR" sz="4000" dirty="0"/>
          </a:p>
        </p:txBody>
      </p:sp>
      <p:sp>
        <p:nvSpPr>
          <p:cNvPr id="3" name="S02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3개인 수는?</a:t>
            </a:r>
            <a:endParaRPr lang="ko-KR" sz="3000" dirty="0"/>
          </a:p>
        </p:txBody>
      </p:sp>
      <p:sp>
        <p:nvSpPr>
          <p:cNvPr id="5" name="S02-chip1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num15"/>
          <p:cNvSpPr txBox="1"/>
          <p:nvPr/>
        </p:nvSpPr>
        <p:spPr>
          <a:xfrm>
            <a:off x="1344168" y="32029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7" name="S02-fracbar16"/>
          <p:cNvSpPr/>
          <p:nvPr/>
        </p:nvSpPr>
        <p:spPr>
          <a:xfrm>
            <a:off x="1380744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2-num17"/>
          <p:cNvSpPr txBox="1"/>
          <p:nvPr/>
        </p:nvSpPr>
        <p:spPr>
          <a:xfrm>
            <a:off x="1344168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9" name="S02-op18"/>
          <p:cNvSpPr txBox="1"/>
          <p:nvPr/>
        </p:nvSpPr>
        <p:spPr>
          <a:xfrm>
            <a:off x="2017014" y="32029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2-blank19"/>
          <p:cNvSpPr/>
          <p:nvPr/>
        </p:nvSpPr>
        <p:spPr>
          <a:xfrm>
            <a:off x="2715204" y="356051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2-blank20"/>
          <p:cNvSpPr/>
          <p:nvPr/>
        </p:nvSpPr>
        <p:spPr>
          <a:xfrm>
            <a:off x="3446089" y="326917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21"/>
          <p:cNvSpPr/>
          <p:nvPr/>
        </p:nvSpPr>
        <p:spPr>
          <a:xfrm>
            <a:off x="3389630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3" name="S02-num22"/>
          <p:cNvSpPr txBox="1"/>
          <p:nvPr/>
        </p:nvSpPr>
        <p:spPr>
          <a:xfrm>
            <a:off x="3353054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4" name="S02-chip2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2-op24"/>
          <p:cNvSpPr txBox="1"/>
          <p:nvPr/>
        </p:nvSpPr>
        <p:spPr>
          <a:xfrm>
            <a:off x="1344168" y="48945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6" name="S02-num25"/>
          <p:cNvSpPr txBox="1"/>
          <p:nvPr/>
        </p:nvSpPr>
        <p:spPr>
          <a:xfrm>
            <a:off x="1994916" y="48945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2-fracbar26"/>
          <p:cNvSpPr/>
          <p:nvPr/>
        </p:nvSpPr>
        <p:spPr>
          <a:xfrm>
            <a:off x="2031492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2-num27"/>
          <p:cNvSpPr txBox="1"/>
          <p:nvPr/>
        </p:nvSpPr>
        <p:spPr>
          <a:xfrm>
            <a:off x="1994916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9" name="S02-op28"/>
          <p:cNvSpPr txBox="1"/>
          <p:nvPr/>
        </p:nvSpPr>
        <p:spPr>
          <a:xfrm>
            <a:off x="2667762" y="48945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0" name="S02-blank29"/>
          <p:cNvSpPr/>
          <p:nvPr/>
        </p:nvSpPr>
        <p:spPr>
          <a:xfrm>
            <a:off x="3307913" y="49608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2-fracbar30"/>
          <p:cNvSpPr/>
          <p:nvPr/>
        </p:nvSpPr>
        <p:spPr>
          <a:xfrm>
            <a:off x="3251454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2" name="S02-num31"/>
          <p:cNvSpPr txBox="1"/>
          <p:nvPr/>
        </p:nvSpPr>
        <p:spPr>
          <a:xfrm>
            <a:off x="3214878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단위분수의 개수로 더해요</a:t>
            </a:r>
            <a:endParaRPr lang="ko-KR" sz="40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+ 5분의 1을 막대로 봐요.</a:t>
            </a:r>
            <a:endParaRPr lang="ko-KR" sz="3000" dirty="0"/>
          </a:p>
        </p:txBody>
      </p:sp>
      <p:sp>
        <p:nvSpPr>
          <p:cNvPr id="4" name="S03-card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2개 + 1개 =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3000" dirty="0"/>
          </a:p>
        </p:txBody>
      </p:sp>
      <p:sp>
        <p:nvSpPr>
          <p:cNvPr id="6" name="S03-num35"/>
          <p:cNvSpPr txBox="1"/>
          <p:nvPr/>
        </p:nvSpPr>
        <p:spPr>
          <a:xfrm>
            <a:off x="784289" y="2062480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03-fracbar36"/>
          <p:cNvSpPr/>
          <p:nvPr/>
        </p:nvSpPr>
        <p:spPr>
          <a:xfrm>
            <a:off x="820865" y="2473706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37"/>
          <p:cNvSpPr txBox="1"/>
          <p:nvPr/>
        </p:nvSpPr>
        <p:spPr>
          <a:xfrm>
            <a:off x="784289" y="251028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9" name="S03-cell38"/>
          <p:cNvSpPr/>
          <p:nvPr/>
        </p:nvSpPr>
        <p:spPr>
          <a:xfrm>
            <a:off x="1600200" y="2148840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9"/>
          <p:cNvSpPr/>
          <p:nvPr/>
        </p:nvSpPr>
        <p:spPr>
          <a:xfrm>
            <a:off x="3608222" y="2148840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0"/>
          <p:cNvSpPr/>
          <p:nvPr/>
        </p:nvSpPr>
        <p:spPr>
          <a:xfrm>
            <a:off x="5616245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1"/>
          <p:cNvSpPr/>
          <p:nvPr/>
        </p:nvSpPr>
        <p:spPr>
          <a:xfrm>
            <a:off x="7624267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2"/>
          <p:cNvSpPr/>
          <p:nvPr/>
        </p:nvSpPr>
        <p:spPr>
          <a:xfrm>
            <a:off x="9632290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43" descr="똑같이 5칸으로 나눈 띠, 2칸 색칠"/>
          <p:cNvSpPr/>
          <p:nvPr/>
        </p:nvSpPr>
        <p:spPr>
          <a:xfrm>
            <a:off x="1600200" y="2148840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num44"/>
          <p:cNvSpPr txBox="1"/>
          <p:nvPr/>
        </p:nvSpPr>
        <p:spPr>
          <a:xfrm>
            <a:off x="784289" y="296824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16" name="S03-fracbar45"/>
          <p:cNvSpPr/>
          <p:nvPr/>
        </p:nvSpPr>
        <p:spPr>
          <a:xfrm>
            <a:off x="820865" y="3379470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7" name="S03-num46"/>
          <p:cNvSpPr txBox="1"/>
          <p:nvPr/>
        </p:nvSpPr>
        <p:spPr>
          <a:xfrm>
            <a:off x="784289" y="3416046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8" name="S03-cell47"/>
          <p:cNvSpPr/>
          <p:nvPr/>
        </p:nvSpPr>
        <p:spPr>
          <a:xfrm>
            <a:off x="1600200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48"/>
          <p:cNvSpPr/>
          <p:nvPr/>
        </p:nvSpPr>
        <p:spPr>
          <a:xfrm>
            <a:off x="3608222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9"/>
          <p:cNvSpPr/>
          <p:nvPr/>
        </p:nvSpPr>
        <p:spPr>
          <a:xfrm>
            <a:off x="5616245" y="3054604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50"/>
          <p:cNvSpPr/>
          <p:nvPr/>
        </p:nvSpPr>
        <p:spPr>
          <a:xfrm>
            <a:off x="7624267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51"/>
          <p:cNvSpPr/>
          <p:nvPr/>
        </p:nvSpPr>
        <p:spPr>
          <a:xfrm>
            <a:off x="9632290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52" descr="똑같이 5칸으로 나눈 띠, 1칸 색칠"/>
          <p:cNvSpPr/>
          <p:nvPr/>
        </p:nvSpPr>
        <p:spPr>
          <a:xfrm>
            <a:off x="1600200" y="3054604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num53"/>
          <p:cNvSpPr txBox="1"/>
          <p:nvPr/>
        </p:nvSpPr>
        <p:spPr>
          <a:xfrm>
            <a:off x="784289" y="3874008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5" name="S03-fracbar54"/>
          <p:cNvSpPr/>
          <p:nvPr/>
        </p:nvSpPr>
        <p:spPr>
          <a:xfrm>
            <a:off x="820865" y="4285234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6" name="S03-num55"/>
          <p:cNvSpPr txBox="1"/>
          <p:nvPr/>
        </p:nvSpPr>
        <p:spPr>
          <a:xfrm>
            <a:off x="784289" y="4321810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03-cell56"/>
          <p:cNvSpPr/>
          <p:nvPr/>
        </p:nvSpPr>
        <p:spPr>
          <a:xfrm>
            <a:off x="1600200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7"/>
          <p:cNvSpPr/>
          <p:nvPr/>
        </p:nvSpPr>
        <p:spPr>
          <a:xfrm>
            <a:off x="3608222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58"/>
          <p:cNvSpPr/>
          <p:nvPr/>
        </p:nvSpPr>
        <p:spPr>
          <a:xfrm>
            <a:off x="5616245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59"/>
          <p:cNvSpPr/>
          <p:nvPr/>
        </p:nvSpPr>
        <p:spPr>
          <a:xfrm>
            <a:off x="7624267" y="3960368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60"/>
          <p:cNvSpPr/>
          <p:nvPr/>
        </p:nvSpPr>
        <p:spPr>
          <a:xfrm>
            <a:off x="9632290" y="3960368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figure61" descr="똑같이 5칸으로 나눈 띠, 3칸 색칠"/>
          <p:cNvSpPr/>
          <p:nvPr/>
        </p:nvSpPr>
        <p:spPr>
          <a:xfrm>
            <a:off x="1600200" y="3960368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합이 1보다 크면</a:t>
            </a:r>
            <a:endParaRPr lang="ko-KR" sz="4000" dirty="0"/>
          </a:p>
        </p:txBody>
      </p:sp>
      <p:sp>
        <p:nvSpPr>
          <p:cNvPr id="3" name="S04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+ 5분의 3을 해요.</a:t>
            </a:r>
            <a:endParaRPr lang="ko-KR" sz="3000" dirty="0"/>
          </a:p>
        </p:txBody>
      </p:sp>
      <p:sp>
        <p:nvSpPr>
          <p:cNvPr id="4" name="S04-card6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+ 5분의 3 = 5분의 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7은 1과 5분의 2예요.</a:t>
            </a:r>
            <a:endParaRPr lang="ko-KR" sz="3000" dirty="0"/>
          </a:p>
        </p:txBody>
      </p:sp>
      <p:sp>
        <p:nvSpPr>
          <p:cNvPr id="6" name="S04-num65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7" name="S04-fracbar66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num67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4-cell68"/>
          <p:cNvSpPr/>
          <p:nvPr/>
        </p:nvSpPr>
        <p:spPr>
          <a:xfrm>
            <a:off x="1600200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9"/>
          <p:cNvSpPr/>
          <p:nvPr/>
        </p:nvSpPr>
        <p:spPr>
          <a:xfrm>
            <a:off x="2467051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70"/>
          <p:cNvSpPr/>
          <p:nvPr/>
        </p:nvSpPr>
        <p:spPr>
          <a:xfrm>
            <a:off x="3333902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71"/>
          <p:cNvSpPr/>
          <p:nvPr/>
        </p:nvSpPr>
        <p:spPr>
          <a:xfrm>
            <a:off x="4200754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72"/>
          <p:cNvSpPr/>
          <p:nvPr/>
        </p:nvSpPr>
        <p:spPr>
          <a:xfrm>
            <a:off x="5067605" y="2186178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73" descr="똑같이 5칸으로 나눈 띠, 4칸 색칠"/>
          <p:cNvSpPr/>
          <p:nvPr/>
        </p:nvSpPr>
        <p:spPr>
          <a:xfrm>
            <a:off x="1600200" y="218617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num74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4-fracbar75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num76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4-cell77"/>
          <p:cNvSpPr/>
          <p:nvPr/>
        </p:nvSpPr>
        <p:spPr>
          <a:xfrm>
            <a:off x="1600200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78"/>
          <p:cNvSpPr/>
          <p:nvPr/>
        </p:nvSpPr>
        <p:spPr>
          <a:xfrm>
            <a:off x="2467051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9"/>
          <p:cNvSpPr/>
          <p:nvPr/>
        </p:nvSpPr>
        <p:spPr>
          <a:xfrm>
            <a:off x="3333902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80"/>
          <p:cNvSpPr/>
          <p:nvPr/>
        </p:nvSpPr>
        <p:spPr>
          <a:xfrm>
            <a:off x="4200754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81"/>
          <p:cNvSpPr/>
          <p:nvPr/>
        </p:nvSpPr>
        <p:spPr>
          <a:xfrm>
            <a:off x="5067605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82" descr="똑같이 5칸으로 나눈 띠, 3칸 색칠"/>
          <p:cNvSpPr/>
          <p:nvPr/>
        </p:nvSpPr>
        <p:spPr>
          <a:xfrm>
            <a:off x="1600200" y="326517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label8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4개와 3개</a:t>
            </a:r>
            <a:endParaRPr lang="ko-KR" sz="2400" dirty="0"/>
          </a:p>
        </p:txBody>
      </p:sp>
      <p:sp>
        <p:nvSpPr>
          <p:cNvPr id="25" name="S04-label84"/>
          <p:cNvSpPr txBox="1"/>
          <p:nvPr/>
        </p:nvSpPr>
        <p:spPr>
          <a:xfrm>
            <a:off x="6254496" y="218617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6" name="S04-cell85"/>
          <p:cNvSpPr/>
          <p:nvPr/>
        </p:nvSpPr>
        <p:spPr>
          <a:xfrm>
            <a:off x="7306056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6"/>
          <p:cNvSpPr/>
          <p:nvPr/>
        </p:nvSpPr>
        <p:spPr>
          <a:xfrm>
            <a:off x="8172907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7"/>
          <p:cNvSpPr/>
          <p:nvPr/>
        </p:nvSpPr>
        <p:spPr>
          <a:xfrm>
            <a:off x="9039758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cell88"/>
          <p:cNvSpPr/>
          <p:nvPr/>
        </p:nvSpPr>
        <p:spPr>
          <a:xfrm>
            <a:off x="9906610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4-cell89"/>
          <p:cNvSpPr/>
          <p:nvPr/>
        </p:nvSpPr>
        <p:spPr>
          <a:xfrm>
            <a:off x="10773461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figure90" descr="똑같이 5칸으로 나눈 띠, 5칸 색칠"/>
          <p:cNvSpPr/>
          <p:nvPr/>
        </p:nvSpPr>
        <p:spPr>
          <a:xfrm>
            <a:off x="7306056" y="218617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num91"/>
          <p:cNvSpPr txBox="1"/>
          <p:nvPr/>
        </p:nvSpPr>
        <p:spPr>
          <a:xfrm>
            <a:off x="6470142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3" name="S04-fracbar92"/>
          <p:cNvSpPr/>
          <p:nvPr/>
        </p:nvSpPr>
        <p:spPr>
          <a:xfrm>
            <a:off x="6506718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num93"/>
          <p:cNvSpPr txBox="1"/>
          <p:nvPr/>
        </p:nvSpPr>
        <p:spPr>
          <a:xfrm>
            <a:off x="6470142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5" name="S04-cell94"/>
          <p:cNvSpPr/>
          <p:nvPr/>
        </p:nvSpPr>
        <p:spPr>
          <a:xfrm>
            <a:off x="7306056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95"/>
          <p:cNvSpPr/>
          <p:nvPr/>
        </p:nvSpPr>
        <p:spPr>
          <a:xfrm>
            <a:off x="8172907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cell96"/>
          <p:cNvSpPr/>
          <p:nvPr/>
        </p:nvSpPr>
        <p:spPr>
          <a:xfrm>
            <a:off x="9039758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4-cell97"/>
          <p:cNvSpPr/>
          <p:nvPr/>
        </p:nvSpPr>
        <p:spPr>
          <a:xfrm>
            <a:off x="9906610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98"/>
          <p:cNvSpPr/>
          <p:nvPr/>
        </p:nvSpPr>
        <p:spPr>
          <a:xfrm>
            <a:off x="10773461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figure99" descr="똑같이 5칸으로 나눈 띠, 2칸 색칠"/>
          <p:cNvSpPr/>
          <p:nvPr/>
        </p:nvSpPr>
        <p:spPr>
          <a:xfrm>
            <a:off x="7306056" y="326517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4-label100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1과 5분의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진분수끼리 더해요</a:t>
            </a:r>
            <a:endParaRPr lang="ko-KR" sz="4000" dirty="0"/>
          </a:p>
        </p:txBody>
      </p:sp>
      <p:sp>
        <p:nvSpPr>
          <p:cNvPr id="3" name="S05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 분자끼리 더해요.</a:t>
            </a:r>
            <a:endParaRPr lang="ko-KR" sz="3000" dirty="0"/>
          </a:p>
        </p:txBody>
      </p:sp>
      <p:sp>
        <p:nvSpPr>
          <p:cNvPr id="6" name="S05-chip10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num105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5-fracbar106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07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0" name="S05-op108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1" name="S05-num109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10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11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4" name="S05-op112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13"/>
          <p:cNvSpPr/>
          <p:nvPr/>
        </p:nvSpPr>
        <p:spPr>
          <a:xfrm>
            <a:off x="364636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14"/>
          <p:cNvSpPr/>
          <p:nvPr/>
        </p:nvSpPr>
        <p:spPr>
          <a:xfrm>
            <a:off x="359664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15"/>
          <p:cNvSpPr txBox="1"/>
          <p:nvPr/>
        </p:nvSpPr>
        <p:spPr>
          <a:xfrm>
            <a:off x="356006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8" name="S05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9" name="S05-num117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0" name="S05-fracbar118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19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2" name="S05-op120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3" name="S05-num121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5-fracbar122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23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6" name="S05-op124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5-blank125"/>
          <p:cNvSpPr/>
          <p:nvPr/>
        </p:nvSpPr>
        <p:spPr>
          <a:xfrm>
            <a:off x="364636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fracbar126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27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0" name="S05-chip12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1" name="S05-num12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2" name="S05-fracbar13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3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4" name="S05-op132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5" name="S05-num133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6" name="S05-fracbar134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35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8" name="S05-op136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blank137"/>
          <p:cNvSpPr/>
          <p:nvPr/>
        </p:nvSpPr>
        <p:spPr>
          <a:xfrm>
            <a:off x="36463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38"/>
          <p:cNvSpPr/>
          <p:nvPr/>
        </p:nvSpPr>
        <p:spPr>
          <a:xfrm>
            <a:off x="35966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39"/>
          <p:cNvSpPr txBox="1"/>
          <p:nvPr/>
        </p:nvSpPr>
        <p:spPr>
          <a:xfrm>
            <a:off x="35600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42" name="S05-op140"/>
          <p:cNvSpPr txBox="1"/>
          <p:nvPr/>
        </p:nvSpPr>
        <p:spPr>
          <a:xfrm>
            <a:off x="415290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5-blank141"/>
          <p:cNvSpPr/>
          <p:nvPr/>
        </p:nvSpPr>
        <p:spPr>
          <a:xfrm>
            <a:off x="4815017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5-blank142"/>
          <p:cNvSpPr/>
          <p:nvPr/>
        </p:nvSpPr>
        <p:spPr>
          <a:xfrm>
            <a:off x="5468559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5" name="S05-fracbar143"/>
          <p:cNvSpPr/>
          <p:nvPr/>
        </p:nvSpPr>
        <p:spPr>
          <a:xfrm>
            <a:off x="5418836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5-num144"/>
          <p:cNvSpPr txBox="1"/>
          <p:nvPr/>
        </p:nvSpPr>
        <p:spPr>
          <a:xfrm>
            <a:off x="538226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+ 5분의 1을 계산했어요.</a:t>
            </a:r>
            <a:endParaRPr lang="ko-KR" sz="3000" dirty="0"/>
          </a:p>
        </p:txBody>
      </p:sp>
      <p:sp>
        <p:nvSpPr>
          <p:cNvPr id="5" name="S06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막대로 까닭을 말해요.</a:t>
            </a:r>
            <a:endParaRPr lang="ko-KR" sz="3000" dirty="0"/>
          </a:p>
        </p:txBody>
      </p:sp>
      <p:sp>
        <p:nvSpPr>
          <p:cNvPr id="7" name="S06-chip1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6-num150"/>
          <p:cNvSpPr txBox="1"/>
          <p:nvPr/>
        </p:nvSpPr>
        <p:spPr>
          <a:xfrm>
            <a:off x="1677416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9" name="S06-fracbar151"/>
          <p:cNvSpPr/>
          <p:nvPr/>
        </p:nvSpPr>
        <p:spPr>
          <a:xfrm>
            <a:off x="1713992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06-num152"/>
          <p:cNvSpPr txBox="1"/>
          <p:nvPr/>
        </p:nvSpPr>
        <p:spPr>
          <a:xfrm>
            <a:off x="1677416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1" name="S06-op153"/>
          <p:cNvSpPr txBox="1"/>
          <p:nvPr/>
        </p:nvSpPr>
        <p:spPr>
          <a:xfrm>
            <a:off x="2350262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12" name="S06-num154"/>
          <p:cNvSpPr txBox="1"/>
          <p:nvPr/>
        </p:nvSpPr>
        <p:spPr>
          <a:xfrm>
            <a:off x="2897378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3" name="S06-fracbar155"/>
          <p:cNvSpPr/>
          <p:nvPr/>
        </p:nvSpPr>
        <p:spPr>
          <a:xfrm>
            <a:off x="2933954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06-num156"/>
          <p:cNvSpPr txBox="1"/>
          <p:nvPr/>
        </p:nvSpPr>
        <p:spPr>
          <a:xfrm>
            <a:off x="2897378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5" name="S06-op157"/>
          <p:cNvSpPr txBox="1"/>
          <p:nvPr/>
        </p:nvSpPr>
        <p:spPr>
          <a:xfrm>
            <a:off x="3570224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6" name="S06-num158"/>
          <p:cNvSpPr txBox="1"/>
          <p:nvPr/>
        </p:nvSpPr>
        <p:spPr>
          <a:xfrm>
            <a:off x="4117340" y="3173984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6-fracbar159"/>
          <p:cNvSpPr/>
          <p:nvPr/>
        </p:nvSpPr>
        <p:spPr>
          <a:xfrm>
            <a:off x="4153916" y="3720084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6-num160"/>
          <p:cNvSpPr txBox="1"/>
          <p:nvPr/>
        </p:nvSpPr>
        <p:spPr>
          <a:xfrm>
            <a:off x="4117340" y="375666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9" name="S06-text161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분모끼리, 분자끼리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더했어요.</a:t>
            </a:r>
            <a:endParaRPr lang="ko-KR" sz="2400" dirty="0"/>
          </a:p>
        </p:txBody>
      </p:sp>
      <p:sp>
        <p:nvSpPr>
          <p:cNvPr id="20" name="S06-chip1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1" name="S06-num163"/>
          <p:cNvSpPr txBox="1"/>
          <p:nvPr/>
        </p:nvSpPr>
        <p:spPr>
          <a:xfrm>
            <a:off x="7457313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22" name="S06-fracbar164"/>
          <p:cNvSpPr/>
          <p:nvPr/>
        </p:nvSpPr>
        <p:spPr>
          <a:xfrm>
            <a:off x="7493889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06-num165"/>
          <p:cNvSpPr txBox="1"/>
          <p:nvPr/>
        </p:nvSpPr>
        <p:spPr>
          <a:xfrm>
            <a:off x="7457313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4" name="S06-op166"/>
          <p:cNvSpPr txBox="1"/>
          <p:nvPr/>
        </p:nvSpPr>
        <p:spPr>
          <a:xfrm>
            <a:off x="8130159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25" name="S06-num167"/>
          <p:cNvSpPr txBox="1"/>
          <p:nvPr/>
        </p:nvSpPr>
        <p:spPr>
          <a:xfrm>
            <a:off x="8677275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6" name="S06-fracbar168"/>
          <p:cNvSpPr/>
          <p:nvPr/>
        </p:nvSpPr>
        <p:spPr>
          <a:xfrm>
            <a:off x="8713851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06-num169"/>
          <p:cNvSpPr txBox="1"/>
          <p:nvPr/>
        </p:nvSpPr>
        <p:spPr>
          <a:xfrm>
            <a:off x="8677275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8" name="S06-op170"/>
          <p:cNvSpPr txBox="1"/>
          <p:nvPr/>
        </p:nvSpPr>
        <p:spPr>
          <a:xfrm>
            <a:off x="9350121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9" name="S06-num171"/>
          <p:cNvSpPr txBox="1"/>
          <p:nvPr/>
        </p:nvSpPr>
        <p:spPr>
          <a:xfrm>
            <a:off x="9897237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0" name="S06-fracbar172"/>
          <p:cNvSpPr/>
          <p:nvPr/>
        </p:nvSpPr>
        <p:spPr>
          <a:xfrm>
            <a:off x="9933813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1" name="S06-num173"/>
          <p:cNvSpPr txBox="1"/>
          <p:nvPr/>
        </p:nvSpPr>
        <p:spPr>
          <a:xfrm>
            <a:off x="9897237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32" name="S06-text174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더했어요.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더해요</a:t>
            </a:r>
            <a:endParaRPr lang="ko-KR" sz="4000" dirty="0"/>
          </a:p>
        </p:txBody>
      </p:sp>
      <p:sp>
        <p:nvSpPr>
          <p:cNvPr id="3" name="S07-op175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" name="S07-num176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5" name="S07-fracbar177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7-num178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7-op179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7-op180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9" name="S07-num181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0" name="S07-fracbar182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7-num183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7-stepno184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7-text185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더해요.</a:t>
            </a:r>
            <a:endParaRPr lang="ko-KR" sz="3000" dirty="0"/>
          </a:p>
        </p:txBody>
      </p:sp>
      <p:sp>
        <p:nvSpPr>
          <p:cNvPr id="14" name="S07-eqtext186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+ 2 = 3</a:t>
            </a:r>
            <a:endParaRPr lang="ko-KR" sz="3000" dirty="0"/>
          </a:p>
        </p:txBody>
      </p:sp>
      <p:sp>
        <p:nvSpPr>
          <p:cNvPr id="15" name="S07-stepno187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188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더해요.</a:t>
            </a:r>
            <a:endParaRPr lang="ko-KR" sz="3000" dirty="0"/>
          </a:p>
        </p:txBody>
      </p:sp>
      <p:sp>
        <p:nvSpPr>
          <p:cNvPr id="17" name="S07-num189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18" name="S07-fracbar190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7-num191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7-op192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21" name="S07-num193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2" name="S07-fracbar194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7-num195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7-op196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7-num197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6" name="S07-fracbar198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7-num199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7-stepno200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7-text201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합쳐요.</a:t>
            </a:r>
            <a:endParaRPr lang="ko-KR" sz="3000" dirty="0"/>
          </a:p>
        </p:txBody>
      </p:sp>
      <p:sp>
        <p:nvSpPr>
          <p:cNvPr id="30" name="S07-op202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1" name="S07-num203"/>
          <p:cNvSpPr txBox="1"/>
          <p:nvPr/>
        </p:nvSpPr>
        <p:spPr>
          <a:xfrm>
            <a:off x="7599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2" name="S07-fracbar204"/>
          <p:cNvSpPr/>
          <p:nvPr/>
        </p:nvSpPr>
        <p:spPr>
          <a:xfrm>
            <a:off x="7635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7-num205"/>
          <p:cNvSpPr txBox="1"/>
          <p:nvPr/>
        </p:nvSpPr>
        <p:spPr>
          <a:xfrm>
            <a:off x="7599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 1이 넘으면</a:t>
            </a:r>
            <a:endParaRPr lang="ko-KR" sz="4000" dirty="0"/>
          </a:p>
        </p:txBody>
      </p:sp>
      <p:sp>
        <p:nvSpPr>
          <p:cNvPr id="3" name="S08-op206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" name="S08-num207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5" name="S08-fracbar208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8-num209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8-op210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8-op211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8-num212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0" name="S08-fracbar213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8-num214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8-stepno215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216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더해요.</a:t>
            </a:r>
            <a:endParaRPr lang="ko-KR" sz="3000" dirty="0"/>
          </a:p>
        </p:txBody>
      </p:sp>
      <p:sp>
        <p:nvSpPr>
          <p:cNvPr id="14" name="S08-eqtext217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+ 1 = 2</a:t>
            </a:r>
            <a:endParaRPr lang="ko-KR" sz="3000" dirty="0"/>
          </a:p>
        </p:txBody>
      </p:sp>
      <p:sp>
        <p:nvSpPr>
          <p:cNvPr id="15" name="S08-stepno218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8-text219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더해요.</a:t>
            </a:r>
            <a:endParaRPr lang="ko-KR" sz="3000" dirty="0"/>
          </a:p>
        </p:txBody>
      </p:sp>
      <p:sp>
        <p:nvSpPr>
          <p:cNvPr id="17" name="S08-num220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8" name="S08-fracbar221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8-num222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8-op223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21" name="S08-num224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2" name="S08-fracbar225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8-num226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8-op227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8-num228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000" dirty="0"/>
          </a:p>
        </p:txBody>
      </p:sp>
      <p:sp>
        <p:nvSpPr>
          <p:cNvPr id="26" name="S08-fracbar229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8-num230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8-stepno231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8-text232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7은 1과 5분의 2,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자연수에 더해요.</a:t>
            </a:r>
            <a:endParaRPr lang="ko-KR" sz="3000" dirty="0"/>
          </a:p>
        </p:txBody>
      </p:sp>
      <p:sp>
        <p:nvSpPr>
          <p:cNvPr id="30" name="S08-op233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8-op234"/>
          <p:cNvSpPr txBox="1"/>
          <p:nvPr/>
        </p:nvSpPr>
        <p:spPr>
          <a:xfrm>
            <a:off x="7599030" y="48508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32" name="S08-op235"/>
          <p:cNvSpPr txBox="1"/>
          <p:nvPr/>
        </p:nvSpPr>
        <p:spPr>
          <a:xfrm>
            <a:off x="8124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3" name="S08-num236"/>
          <p:cNvSpPr txBox="1"/>
          <p:nvPr/>
        </p:nvSpPr>
        <p:spPr>
          <a:xfrm>
            <a:off x="8742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4" name="S08-fracbar237"/>
          <p:cNvSpPr/>
          <p:nvPr/>
        </p:nvSpPr>
        <p:spPr>
          <a:xfrm>
            <a:off x="8778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8-num238"/>
          <p:cNvSpPr txBox="1"/>
          <p:nvPr/>
        </p:nvSpPr>
        <p:spPr>
          <a:xfrm>
            <a:off x="8742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6" name="S08-op239"/>
          <p:cNvSpPr txBox="1"/>
          <p:nvPr/>
        </p:nvSpPr>
        <p:spPr>
          <a:xfrm>
            <a:off x="9361536" y="48508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7" name="S08-op240"/>
          <p:cNvSpPr txBox="1"/>
          <p:nvPr/>
        </p:nvSpPr>
        <p:spPr>
          <a:xfrm>
            <a:off x="9887316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8" name="S08-num241"/>
          <p:cNvSpPr txBox="1"/>
          <p:nvPr/>
        </p:nvSpPr>
        <p:spPr>
          <a:xfrm>
            <a:off x="10504536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9" name="S08-fracbar242"/>
          <p:cNvSpPr/>
          <p:nvPr/>
        </p:nvSpPr>
        <p:spPr>
          <a:xfrm>
            <a:off x="10541112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8-num243"/>
          <p:cNvSpPr txBox="1"/>
          <p:nvPr/>
        </p:nvSpPr>
        <p:spPr>
          <a:xfrm>
            <a:off x="10504536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 덧셈 연습</a:t>
            </a:r>
            <a:endParaRPr lang="ko-KR" sz="4000" dirty="0"/>
          </a:p>
        </p:txBody>
      </p:sp>
      <p:sp>
        <p:nvSpPr>
          <p:cNvPr id="3" name="S09-text2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 더해요.</a:t>
            </a:r>
            <a:endParaRPr lang="ko-KR" sz="3000" dirty="0"/>
          </a:p>
        </p:txBody>
      </p:sp>
      <p:sp>
        <p:nvSpPr>
          <p:cNvPr id="4" name="S09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부분이 1보다 크면 1을 자연수로 보내요.</a:t>
            </a:r>
            <a:endParaRPr lang="ko-KR" sz="3000" dirty="0"/>
          </a:p>
        </p:txBody>
      </p:sp>
      <p:sp>
        <p:nvSpPr>
          <p:cNvPr id="6" name="S09-chip24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op248"/>
          <p:cNvSpPr txBox="1"/>
          <p:nvPr/>
        </p:nvSpPr>
        <p:spPr>
          <a:xfrm>
            <a:off x="1344168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9-num249"/>
          <p:cNvSpPr txBox="1"/>
          <p:nvPr/>
        </p:nvSpPr>
        <p:spPr>
          <a:xfrm>
            <a:off x="194462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9-fracbar250"/>
          <p:cNvSpPr/>
          <p:nvPr/>
        </p:nvSpPr>
        <p:spPr>
          <a:xfrm>
            <a:off x="19812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num251"/>
          <p:cNvSpPr txBox="1"/>
          <p:nvPr/>
        </p:nvSpPr>
        <p:spPr>
          <a:xfrm>
            <a:off x="19446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9-op252"/>
          <p:cNvSpPr txBox="1"/>
          <p:nvPr/>
        </p:nvSpPr>
        <p:spPr>
          <a:xfrm>
            <a:off x="253746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2" name="S09-op253"/>
          <p:cNvSpPr txBox="1"/>
          <p:nvPr/>
        </p:nvSpPr>
        <p:spPr>
          <a:xfrm>
            <a:off x="3052572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3" name="S09-num254"/>
          <p:cNvSpPr txBox="1"/>
          <p:nvPr/>
        </p:nvSpPr>
        <p:spPr>
          <a:xfrm>
            <a:off x="36530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4" name="S09-fracbar255"/>
          <p:cNvSpPr/>
          <p:nvPr/>
        </p:nvSpPr>
        <p:spPr>
          <a:xfrm>
            <a:off x="36896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256"/>
          <p:cNvSpPr txBox="1"/>
          <p:nvPr/>
        </p:nvSpPr>
        <p:spPr>
          <a:xfrm>
            <a:off x="36530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09-op257"/>
          <p:cNvSpPr txBox="1"/>
          <p:nvPr/>
        </p:nvSpPr>
        <p:spPr>
          <a:xfrm>
            <a:off x="42458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09-blank258"/>
          <p:cNvSpPr/>
          <p:nvPr/>
        </p:nvSpPr>
        <p:spPr>
          <a:xfrm>
            <a:off x="490798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9-blank259"/>
          <p:cNvSpPr/>
          <p:nvPr/>
        </p:nvSpPr>
        <p:spPr>
          <a:xfrm>
            <a:off x="556152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fracbar260"/>
          <p:cNvSpPr/>
          <p:nvPr/>
        </p:nvSpPr>
        <p:spPr>
          <a:xfrm>
            <a:off x="55118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num261"/>
          <p:cNvSpPr txBox="1"/>
          <p:nvPr/>
        </p:nvSpPr>
        <p:spPr>
          <a:xfrm>
            <a:off x="54752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1" name="S09-chip2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2" name="S09-op263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3" name="S09-num264"/>
          <p:cNvSpPr txBox="1"/>
          <p:nvPr/>
        </p:nvSpPr>
        <p:spPr>
          <a:xfrm>
            <a:off x="194462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9-fracbar265"/>
          <p:cNvSpPr/>
          <p:nvPr/>
        </p:nvSpPr>
        <p:spPr>
          <a:xfrm>
            <a:off x="19812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num266"/>
          <p:cNvSpPr txBox="1"/>
          <p:nvPr/>
        </p:nvSpPr>
        <p:spPr>
          <a:xfrm>
            <a:off x="19446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6" name="S09-op267"/>
          <p:cNvSpPr txBox="1"/>
          <p:nvPr/>
        </p:nvSpPr>
        <p:spPr>
          <a:xfrm>
            <a:off x="253746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7" name="S09-op268"/>
          <p:cNvSpPr txBox="1"/>
          <p:nvPr/>
        </p:nvSpPr>
        <p:spPr>
          <a:xfrm>
            <a:off x="3052572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9-num269"/>
          <p:cNvSpPr txBox="1"/>
          <p:nvPr/>
        </p:nvSpPr>
        <p:spPr>
          <a:xfrm>
            <a:off x="36530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09-fracbar270"/>
          <p:cNvSpPr/>
          <p:nvPr/>
        </p:nvSpPr>
        <p:spPr>
          <a:xfrm>
            <a:off x="36896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271"/>
          <p:cNvSpPr txBox="1"/>
          <p:nvPr/>
        </p:nvSpPr>
        <p:spPr>
          <a:xfrm>
            <a:off x="36530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1" name="S09-op272"/>
          <p:cNvSpPr txBox="1"/>
          <p:nvPr/>
        </p:nvSpPr>
        <p:spPr>
          <a:xfrm>
            <a:off x="42458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09-blank273"/>
          <p:cNvSpPr/>
          <p:nvPr/>
        </p:nvSpPr>
        <p:spPr>
          <a:xfrm>
            <a:off x="4907981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9-blank274"/>
          <p:cNvSpPr/>
          <p:nvPr/>
        </p:nvSpPr>
        <p:spPr>
          <a:xfrm>
            <a:off x="556152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275"/>
          <p:cNvSpPr/>
          <p:nvPr/>
        </p:nvSpPr>
        <p:spPr>
          <a:xfrm>
            <a:off x="55118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num276"/>
          <p:cNvSpPr txBox="1"/>
          <p:nvPr/>
        </p:nvSpPr>
        <p:spPr>
          <a:xfrm>
            <a:off x="54752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6" name="S09-chip2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7" name="S09-op278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8" name="S09-num279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9" name="S09-fracbar280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num281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1" name="S09-op282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2" name="S09-op283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3" name="S09-num284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9-fracbar285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9-num286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6" name="S09-op287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09-blank288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9-blank289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09-fracbar290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num291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더했는지 말해요.</a:t>
            </a:r>
            <a:endParaRPr lang="ko-KR" sz="3000" dirty="0"/>
          </a:p>
        </p:txBody>
      </p:sp>
      <p:sp>
        <p:nvSpPr>
          <p:cNvPr id="4" name="S10-chip2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num294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6" name="S10-fracbar295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0-num296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8" name="S10-op297"/>
          <p:cNvSpPr txBox="1"/>
          <p:nvPr/>
        </p:nvSpPr>
        <p:spPr>
          <a:xfrm>
            <a:off x="2017014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9" name="S10-num298"/>
          <p:cNvSpPr txBox="1"/>
          <p:nvPr/>
        </p:nvSpPr>
        <p:spPr>
          <a:xfrm>
            <a:off x="2564130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0" name="S10-fracbar299"/>
          <p:cNvSpPr/>
          <p:nvPr/>
        </p:nvSpPr>
        <p:spPr>
          <a:xfrm>
            <a:off x="2600706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10-num300"/>
          <p:cNvSpPr txBox="1"/>
          <p:nvPr/>
        </p:nvSpPr>
        <p:spPr>
          <a:xfrm>
            <a:off x="2564130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10-op301"/>
          <p:cNvSpPr txBox="1"/>
          <p:nvPr/>
        </p:nvSpPr>
        <p:spPr>
          <a:xfrm>
            <a:off x="3236976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3" name="S10-blank302"/>
          <p:cNvSpPr/>
          <p:nvPr/>
        </p:nvSpPr>
        <p:spPr>
          <a:xfrm>
            <a:off x="387712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0-fracbar303"/>
          <p:cNvSpPr/>
          <p:nvPr/>
        </p:nvSpPr>
        <p:spPr>
          <a:xfrm>
            <a:off x="382066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10-num304"/>
          <p:cNvSpPr txBox="1"/>
          <p:nvPr/>
        </p:nvSpPr>
        <p:spPr>
          <a:xfrm>
            <a:off x="378409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6" name="S10-chip30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10-num306"/>
          <p:cNvSpPr txBox="1"/>
          <p:nvPr/>
        </p:nvSpPr>
        <p:spPr>
          <a:xfrm>
            <a:off x="707288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8" name="S10-fracbar307"/>
          <p:cNvSpPr/>
          <p:nvPr/>
        </p:nvSpPr>
        <p:spPr>
          <a:xfrm>
            <a:off x="710946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10-num308"/>
          <p:cNvSpPr txBox="1"/>
          <p:nvPr/>
        </p:nvSpPr>
        <p:spPr>
          <a:xfrm>
            <a:off x="707288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0" name="S10-op309"/>
          <p:cNvSpPr txBox="1"/>
          <p:nvPr/>
        </p:nvSpPr>
        <p:spPr>
          <a:xfrm>
            <a:off x="7745730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21" name="S10-num310"/>
          <p:cNvSpPr txBox="1"/>
          <p:nvPr/>
        </p:nvSpPr>
        <p:spPr>
          <a:xfrm>
            <a:off x="8292846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22" name="S10-fracbar311"/>
          <p:cNvSpPr/>
          <p:nvPr/>
        </p:nvSpPr>
        <p:spPr>
          <a:xfrm>
            <a:off x="8329422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10-num312"/>
          <p:cNvSpPr txBox="1"/>
          <p:nvPr/>
        </p:nvSpPr>
        <p:spPr>
          <a:xfrm>
            <a:off x="8292846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4" name="S10-op313"/>
          <p:cNvSpPr txBox="1"/>
          <p:nvPr/>
        </p:nvSpPr>
        <p:spPr>
          <a:xfrm>
            <a:off x="8965692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5" name="S10-blank314"/>
          <p:cNvSpPr/>
          <p:nvPr/>
        </p:nvSpPr>
        <p:spPr>
          <a:xfrm>
            <a:off x="9663882" y="255467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blank315"/>
          <p:cNvSpPr/>
          <p:nvPr/>
        </p:nvSpPr>
        <p:spPr>
          <a:xfrm>
            <a:off x="1039476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10-fracbar316"/>
          <p:cNvSpPr/>
          <p:nvPr/>
        </p:nvSpPr>
        <p:spPr>
          <a:xfrm>
            <a:off x="103383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8" name="S10-num317"/>
          <p:cNvSpPr txBox="1"/>
          <p:nvPr/>
        </p:nvSpPr>
        <p:spPr>
          <a:xfrm>
            <a:off x="103017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9" name="S10-chip31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10-op319"/>
          <p:cNvSpPr txBox="1"/>
          <p:nvPr/>
        </p:nvSpPr>
        <p:spPr>
          <a:xfrm>
            <a:off x="1344168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1" name="S10-num320"/>
          <p:cNvSpPr txBox="1"/>
          <p:nvPr/>
        </p:nvSpPr>
        <p:spPr>
          <a:xfrm>
            <a:off x="1927860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2" name="S10-fracbar321"/>
          <p:cNvSpPr/>
          <p:nvPr/>
        </p:nvSpPr>
        <p:spPr>
          <a:xfrm>
            <a:off x="1964436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3" name="S10-num322"/>
          <p:cNvSpPr txBox="1"/>
          <p:nvPr/>
        </p:nvSpPr>
        <p:spPr>
          <a:xfrm>
            <a:off x="1927860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0-op323"/>
          <p:cNvSpPr txBox="1"/>
          <p:nvPr/>
        </p:nvSpPr>
        <p:spPr>
          <a:xfrm>
            <a:off x="2494026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35" name="S10-op324"/>
          <p:cNvSpPr txBox="1"/>
          <p:nvPr/>
        </p:nvSpPr>
        <p:spPr>
          <a:xfrm>
            <a:off x="2998470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6" name="S10-num325"/>
          <p:cNvSpPr txBox="1"/>
          <p:nvPr/>
        </p:nvSpPr>
        <p:spPr>
          <a:xfrm>
            <a:off x="3582162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7" name="S10-fracbar326"/>
          <p:cNvSpPr/>
          <p:nvPr/>
        </p:nvSpPr>
        <p:spPr>
          <a:xfrm>
            <a:off x="3618738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8" name="S10-num327"/>
          <p:cNvSpPr txBox="1"/>
          <p:nvPr/>
        </p:nvSpPr>
        <p:spPr>
          <a:xfrm>
            <a:off x="3582162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9" name="S10-op328"/>
          <p:cNvSpPr txBox="1"/>
          <p:nvPr/>
        </p:nvSpPr>
        <p:spPr>
          <a:xfrm>
            <a:off x="4148328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40" name="S10-blank329"/>
          <p:cNvSpPr/>
          <p:nvPr/>
        </p:nvSpPr>
        <p:spPr>
          <a:xfrm>
            <a:off x="4798421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0-blank330"/>
          <p:cNvSpPr/>
          <p:nvPr/>
        </p:nvSpPr>
        <p:spPr>
          <a:xfrm>
            <a:off x="5426182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10-fracbar331"/>
          <p:cNvSpPr/>
          <p:nvPr/>
        </p:nvSpPr>
        <p:spPr>
          <a:xfrm>
            <a:off x="537870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3" name="S10-num332"/>
          <p:cNvSpPr txBox="1"/>
          <p:nvPr/>
        </p:nvSpPr>
        <p:spPr>
          <a:xfrm>
            <a:off x="534212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4" name="S10-chip33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5" name="S10-op334"/>
          <p:cNvSpPr txBox="1"/>
          <p:nvPr/>
        </p:nvSpPr>
        <p:spPr>
          <a:xfrm>
            <a:off x="7072884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10-num335"/>
          <p:cNvSpPr txBox="1"/>
          <p:nvPr/>
        </p:nvSpPr>
        <p:spPr>
          <a:xfrm>
            <a:off x="7656576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7" name="S10-fracbar336"/>
          <p:cNvSpPr/>
          <p:nvPr/>
        </p:nvSpPr>
        <p:spPr>
          <a:xfrm>
            <a:off x="7693152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8" name="S10-num337"/>
          <p:cNvSpPr txBox="1"/>
          <p:nvPr/>
        </p:nvSpPr>
        <p:spPr>
          <a:xfrm>
            <a:off x="7656576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49" name="S10-op338"/>
          <p:cNvSpPr txBox="1"/>
          <p:nvPr/>
        </p:nvSpPr>
        <p:spPr>
          <a:xfrm>
            <a:off x="8222742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50" name="S10-op339"/>
          <p:cNvSpPr txBox="1"/>
          <p:nvPr/>
        </p:nvSpPr>
        <p:spPr>
          <a:xfrm>
            <a:off x="8727186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51" name="S10-num340"/>
          <p:cNvSpPr txBox="1"/>
          <p:nvPr/>
        </p:nvSpPr>
        <p:spPr>
          <a:xfrm>
            <a:off x="9310878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52" name="S10-fracbar341"/>
          <p:cNvSpPr/>
          <p:nvPr/>
        </p:nvSpPr>
        <p:spPr>
          <a:xfrm>
            <a:off x="934745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3" name="S10-num342"/>
          <p:cNvSpPr txBox="1"/>
          <p:nvPr/>
        </p:nvSpPr>
        <p:spPr>
          <a:xfrm>
            <a:off x="931087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54" name="S10-op343"/>
          <p:cNvSpPr txBox="1"/>
          <p:nvPr/>
        </p:nvSpPr>
        <p:spPr>
          <a:xfrm>
            <a:off x="9877044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55" name="S10-blank344"/>
          <p:cNvSpPr/>
          <p:nvPr/>
        </p:nvSpPr>
        <p:spPr>
          <a:xfrm>
            <a:off x="10527137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0-blank345"/>
          <p:cNvSpPr/>
          <p:nvPr/>
        </p:nvSpPr>
        <p:spPr>
          <a:xfrm>
            <a:off x="11154898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7" name="S10-fracbar346"/>
          <p:cNvSpPr/>
          <p:nvPr/>
        </p:nvSpPr>
        <p:spPr>
          <a:xfrm>
            <a:off x="11107420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8" name="S10-num347"/>
          <p:cNvSpPr txBox="1"/>
          <p:nvPr/>
        </p:nvSpPr>
        <p:spPr>
          <a:xfrm>
            <a:off x="11070844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답은 막대를 그려 다시 확인하게 하세요.</a:t>
            </a:r>
            <a:endParaRPr lang="ko-KR" sz="3000" dirty="0"/>
          </a:p>
        </p:txBody>
      </p:sp>
      <p:sp>
        <p:nvSpPr>
          <p:cNvPr id="5" name="S11-chip35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351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8분의 7</a:t>
            </a:r>
            <a:endParaRPr lang="ko-KR" sz="3000" dirty="0"/>
          </a:p>
        </p:txBody>
      </p:sp>
      <p:sp>
        <p:nvSpPr>
          <p:cNvPr id="7" name="S11-text352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1과 9분의 3</a:t>
            </a:r>
            <a:endParaRPr lang="ko-KR" sz="3000" dirty="0"/>
          </a:p>
        </p:txBody>
      </p:sp>
      <p:sp>
        <p:nvSpPr>
          <p:cNvPr id="8" name="S11-text353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3과 5분의 4</a:t>
            </a:r>
            <a:endParaRPr lang="ko-KR" sz="3000" dirty="0"/>
          </a:p>
        </p:txBody>
      </p:sp>
      <p:sp>
        <p:nvSpPr>
          <p:cNvPr id="9" name="S11-text354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4와 6분의 3</a:t>
            </a:r>
            <a:endParaRPr lang="ko-KR" sz="3000" dirty="0"/>
          </a:p>
        </p:txBody>
      </p:sp>
      <p:sp>
        <p:nvSpPr>
          <p:cNvPr id="10" name="S11-chip35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1-text356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16분의 7: 분모도 더함</a:t>
            </a:r>
            <a:endParaRPr lang="ko-KR" sz="3000" dirty="0"/>
          </a:p>
        </p:txBody>
      </p:sp>
      <p:sp>
        <p:nvSpPr>
          <p:cNvPr id="12" name="S11-text357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3과 6분의 9: 1을 안 올림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것을 모두 골라요</a:t>
            </a:r>
            <a:endParaRPr lang="ko-KR" sz="4000" dirty="0"/>
          </a:p>
        </p:txBody>
      </p:sp>
      <p:sp>
        <p:nvSpPr>
          <p:cNvPr id="3" name="S12-text3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 + 5분의 4와 같은 것을 골라요.</a:t>
            </a:r>
            <a:endParaRPr lang="ko-KR" sz="3000" dirty="0"/>
          </a:p>
        </p:txBody>
      </p:sp>
      <p:sp>
        <p:nvSpPr>
          <p:cNvPr id="4" name="S12-card3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고르고, 막대나 말로 까닭을 말해요.</a:t>
            </a:r>
            <a:endParaRPr lang="ko-KR" sz="3000" dirty="0"/>
          </a:p>
        </p:txBody>
      </p:sp>
      <p:sp>
        <p:nvSpPr>
          <p:cNvPr id="6" name="S12-chip36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num362"/>
          <p:cNvSpPr txBox="1"/>
          <p:nvPr/>
        </p:nvSpPr>
        <p:spPr>
          <a:xfrm>
            <a:off x="1953768" y="328218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8" name="S12-fracbar363"/>
          <p:cNvSpPr/>
          <p:nvPr/>
        </p:nvSpPr>
        <p:spPr>
          <a:xfrm>
            <a:off x="1990344" y="391820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2-num364"/>
          <p:cNvSpPr txBox="1"/>
          <p:nvPr/>
        </p:nvSpPr>
        <p:spPr>
          <a:xfrm>
            <a:off x="1953768" y="39547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0" name="S12-chip36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2-op366"/>
          <p:cNvSpPr txBox="1"/>
          <p:nvPr/>
        </p:nvSpPr>
        <p:spPr>
          <a:xfrm>
            <a:off x="5422392" y="328218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12" name="S12-num367"/>
          <p:cNvSpPr txBox="1"/>
          <p:nvPr/>
        </p:nvSpPr>
        <p:spPr>
          <a:xfrm>
            <a:off x="6123432" y="328218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13" name="S12-fracbar368"/>
          <p:cNvSpPr/>
          <p:nvPr/>
        </p:nvSpPr>
        <p:spPr>
          <a:xfrm>
            <a:off x="6160008" y="391820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2-num369"/>
          <p:cNvSpPr txBox="1"/>
          <p:nvPr/>
        </p:nvSpPr>
        <p:spPr>
          <a:xfrm>
            <a:off x="6123432" y="39547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5" name="S12-chip37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6" name="S12-num371"/>
          <p:cNvSpPr txBox="1"/>
          <p:nvPr/>
        </p:nvSpPr>
        <p:spPr>
          <a:xfrm>
            <a:off x="9536684" y="3282188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17" name="S12-fracbar372"/>
          <p:cNvSpPr/>
          <p:nvPr/>
        </p:nvSpPr>
        <p:spPr>
          <a:xfrm>
            <a:off x="9573260" y="3918204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12-num373"/>
          <p:cNvSpPr txBox="1"/>
          <p:nvPr/>
        </p:nvSpPr>
        <p:spPr>
          <a:xfrm>
            <a:off x="9536684" y="395478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3000" dirty="0"/>
          </a:p>
        </p:txBody>
      </p:sp>
      <p:sp>
        <p:nvSpPr>
          <p:cNvPr id="5" name="S13-chip37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1이 넘으면 대분수로</a:t>
            </a:r>
            <a:endParaRPr lang="ko-KR" sz="2400" dirty="0"/>
          </a:p>
        </p:txBody>
      </p:sp>
      <p:sp>
        <p:nvSpPr>
          <p:cNvPr id="6" name="S13-chip37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분모끼리 더하기</a:t>
            </a:r>
            <a:endParaRPr lang="ko-KR" sz="2400" dirty="0"/>
          </a:p>
        </p:txBody>
      </p:sp>
      <p:sp>
        <p:nvSpPr>
          <p:cNvPr id="7" name="S13-text37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op379"/>
          <p:cNvSpPr txBox="1"/>
          <p:nvPr/>
        </p:nvSpPr>
        <p:spPr>
          <a:xfrm>
            <a:off x="54864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3-num380"/>
          <p:cNvSpPr txBox="1"/>
          <p:nvPr/>
        </p:nvSpPr>
        <p:spPr>
          <a:xfrm>
            <a:off x="126288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13-fracbar381"/>
          <p:cNvSpPr/>
          <p:nvPr/>
        </p:nvSpPr>
        <p:spPr>
          <a:xfrm>
            <a:off x="1299464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3-num382"/>
          <p:cNvSpPr txBox="1"/>
          <p:nvPr/>
        </p:nvSpPr>
        <p:spPr>
          <a:xfrm>
            <a:off x="126288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2" name="S13-op383"/>
          <p:cNvSpPr txBox="1"/>
          <p:nvPr/>
        </p:nvSpPr>
        <p:spPr>
          <a:xfrm>
            <a:off x="185572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3" name="S13-num384"/>
          <p:cNvSpPr txBox="1"/>
          <p:nvPr/>
        </p:nvSpPr>
        <p:spPr>
          <a:xfrm>
            <a:off x="23708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13-fracbar385"/>
          <p:cNvSpPr/>
          <p:nvPr/>
        </p:nvSpPr>
        <p:spPr>
          <a:xfrm>
            <a:off x="240741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3-num386"/>
          <p:cNvSpPr txBox="1"/>
          <p:nvPr/>
        </p:nvSpPr>
        <p:spPr>
          <a:xfrm>
            <a:off x="23708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6" name="S13-op387"/>
          <p:cNvSpPr txBox="1"/>
          <p:nvPr/>
        </p:nvSpPr>
        <p:spPr>
          <a:xfrm>
            <a:off x="43220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3-num388"/>
          <p:cNvSpPr txBox="1"/>
          <p:nvPr/>
        </p:nvSpPr>
        <p:spPr>
          <a:xfrm>
            <a:off x="503631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8" name="S13-fracbar389"/>
          <p:cNvSpPr/>
          <p:nvPr/>
        </p:nvSpPr>
        <p:spPr>
          <a:xfrm>
            <a:off x="507288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9" name="S13-num390"/>
          <p:cNvSpPr txBox="1"/>
          <p:nvPr/>
        </p:nvSpPr>
        <p:spPr>
          <a:xfrm>
            <a:off x="503631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3-op391"/>
          <p:cNvSpPr txBox="1"/>
          <p:nvPr/>
        </p:nvSpPr>
        <p:spPr>
          <a:xfrm>
            <a:off x="562914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1" name="S13-num392"/>
          <p:cNvSpPr txBox="1"/>
          <p:nvPr/>
        </p:nvSpPr>
        <p:spPr>
          <a:xfrm>
            <a:off x="6144260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13-fracbar393"/>
          <p:cNvSpPr/>
          <p:nvPr/>
        </p:nvSpPr>
        <p:spPr>
          <a:xfrm>
            <a:off x="6180836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3" name="S13-num394"/>
          <p:cNvSpPr txBox="1"/>
          <p:nvPr/>
        </p:nvSpPr>
        <p:spPr>
          <a:xfrm>
            <a:off x="614426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4" name="S13-op395"/>
          <p:cNvSpPr txBox="1"/>
          <p:nvPr/>
        </p:nvSpPr>
        <p:spPr>
          <a:xfrm>
            <a:off x="8095488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5" name="S13-op396"/>
          <p:cNvSpPr txBox="1"/>
          <p:nvPr/>
        </p:nvSpPr>
        <p:spPr>
          <a:xfrm>
            <a:off x="8809736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6" name="S13-num397"/>
          <p:cNvSpPr txBox="1"/>
          <p:nvPr/>
        </p:nvSpPr>
        <p:spPr>
          <a:xfrm>
            <a:off x="941019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7" name="S13-fracbar398"/>
          <p:cNvSpPr/>
          <p:nvPr/>
        </p:nvSpPr>
        <p:spPr>
          <a:xfrm>
            <a:off x="944676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8" name="S13-num399"/>
          <p:cNvSpPr txBox="1"/>
          <p:nvPr/>
        </p:nvSpPr>
        <p:spPr>
          <a:xfrm>
            <a:off x="941019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9" name="S13-op400"/>
          <p:cNvSpPr txBox="1"/>
          <p:nvPr/>
        </p:nvSpPr>
        <p:spPr>
          <a:xfrm>
            <a:off x="1000302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0" name="S13-op401"/>
          <p:cNvSpPr txBox="1"/>
          <p:nvPr/>
        </p:nvSpPr>
        <p:spPr>
          <a:xfrm>
            <a:off x="10518140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13-num402"/>
          <p:cNvSpPr txBox="1"/>
          <p:nvPr/>
        </p:nvSpPr>
        <p:spPr>
          <a:xfrm>
            <a:off x="1111859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2" name="S13-fracbar403"/>
          <p:cNvSpPr/>
          <p:nvPr/>
        </p:nvSpPr>
        <p:spPr>
          <a:xfrm>
            <a:off x="1115517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33" name="S13-num404"/>
          <p:cNvSpPr txBox="1"/>
          <p:nvPr/>
        </p:nvSpPr>
        <p:spPr>
          <a:xfrm>
            <a:off x="1111859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4" name="S13-text4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같은 분수의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가분수와 대분수</a:t>
            </a:r>
            <a:endParaRPr lang="ko-KR" sz="4000" dirty="0"/>
          </a:p>
        </p:txBody>
      </p:sp>
      <p:sp>
        <p:nvSpPr>
          <p:cNvPr id="3" name="S14-text4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7을 원으로 나타내요.</a:t>
            </a:r>
            <a:endParaRPr lang="ko-KR" sz="3000" dirty="0"/>
          </a:p>
        </p:txBody>
      </p:sp>
      <p:sp>
        <p:nvSpPr>
          <p:cNvPr id="4" name="S14-card40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40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 = 1과 5분의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5조각이 모이면 1이에요.</a:t>
            </a:r>
            <a:endParaRPr lang="ko-KR" sz="3000" dirty="0"/>
          </a:p>
        </p:txBody>
      </p:sp>
      <p:sp>
        <p:nvSpPr>
          <p:cNvPr id="6" name="S14-sector409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sector410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sector411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sector412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sector413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figure414" descr="5조각 원, 5조각 모두 색칠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4-label415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5 = 1</a:t>
            </a:r>
            <a:endParaRPr lang="ko-KR" sz="2400" dirty="0"/>
          </a:p>
        </p:txBody>
      </p:sp>
      <p:sp>
        <p:nvSpPr>
          <p:cNvPr id="13" name="S14-sector416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sector417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sector418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sector419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sector420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figure421" descr="5조각 원, 2조각 색칠"/>
          <p:cNvSpPr/>
          <p:nvPr/>
        </p:nvSpPr>
        <p:spPr>
          <a:xfrm>
            <a:off x="7821930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4-label42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분모가 같은 분수의 덧셈</dc:title>
  <dc:subject>KR22-G04-MAT-FRACADD-L01</dc:subject>
  <dc:creator>education-ppt</dc:creator>
  <cp:lastModifiedBy>education-ppt</cp:lastModifiedBy>
  <cp:revision>1</cp:revision>
  <dcterms:created xsi:type="dcterms:W3CDTF">2026-10-26T07:46:22Z</dcterms:created>
  <dcterms:modified xsi:type="dcterms:W3CDTF">2026-10-26T07:46:22Z</dcterms:modified>
</cp:coreProperties>
</file>