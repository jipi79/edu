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bd66ff60-3d9f-5cf6-b513-f05af832d2d1}">
          <p14:sldIdLst>
            <p14:sldId id="256"/>
            <p14:sldId id="257"/>
          </p14:sldIdLst>
        </p14:section>
        <p14:section name="개념" id="{fc9b208b-a58c-6442-b94e-ae6b4ecea3c1}">
          <p14:sldIdLst>
            <p14:sldId id="258"/>
            <p14:sldId id="259"/>
            <p14:sldId id="262"/>
            <p14:sldId id="263"/>
          </p14:sldIdLst>
        </p14:section>
        <p14:section name="연습" id="{d5a68269-6551-618c-e4c6-4b5c9887480f}">
          <p14:sldIdLst>
            <p14:sldId id="260"/>
            <p14:sldId id="261"/>
            <p14:sldId id="264"/>
          </p14:sldIdLst>
        </p14:section>
        <p14:section name="개념" id="{ceb79d53-6cf3-ad0d-141b-34fd8424c618}">
          <p14:sldIdLst/>
        </p14:section>
        <p14:section name="연습" id="{18e507fd-3bec-8f58-2ec1-7221e7e59ff5}">
          <p14:sldIdLst/>
        </p14:section>
        <p14:section name="확인" id="{c1ad628e-00a1-4f30-9308-c9c2ce46d1be}">
          <p14:sldIdLst>
            <p14:sldId id="265"/>
            <p14:sldId id="266"/>
            <p14:sldId id="267"/>
          </p14:sldIdLst>
        </p14:section>
        <p14:section name="정리" id="{7fc10d39-583a-98eb-1685-568a7172e7ba}">
          <p14:sldIdLst>
            <p14:sldId id="268"/>
          </p14:sldIdLst>
        </p14:section>
        <p14:section name="보충" id="{89ef4255-93c8-2318-c9e5-294e1c204cc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자리 수가 다른 소수를 어떻게 맞추어 쓰는지 궁금하게 합니다.
시간: 약 2분
이렇게 말해 보세요
- “지난 시간에 0.01, 0.001을 배웠지? 오늘은 소수끼리 더하고 빼 볼 거야.”
- “오른쪽 세로셈에서 0.4의 4를 1.25의 2 아래에 썼어. 왜 5 아래가 아닐까?”
예상 답
- “4는 소수 첫째 자리라서요.” 또는 “잘 모르겠어요.”
막히면
- 답을 확인하지 않고 넘어갑니다. S04에서 같은 문제를 함께 풉니다.
주의
- 세로셈은 칸 공책에 씁니다. 소수점도 한 칸을 차지하게 쓰면 줄을 맞추기 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확인(소수의 자릿값, 세 자리 수 계산)]
목적: 소수의 자릿값과 크기 비교(지난 차시), 받아올림·받아내림이 있는 세 자리 수 계산(3학년)이 되는지 확인합니다.
시간: 약 3분
이렇게 말해 보세요
- “①은 2.47과 2.5 중 어느 쪽이 커? ②는 0.01이 125개야.”
- “③, ④는 세로셈으로 공책에 풀어 볼래?”
정답
- ① 2.47 &lt; 2.5
- ② 1.25
- ③ 623
- ④ 225
막히면
- ①, ②가 흔들리면 S14(보충)를 먼저 합니다. 보충으로도 어려우면 ‘소수 두 자리 수와 세 자리 수’ 차시를 다시 합니다.
- ③, ④가 흔들리면 3학년 ‘세 자리 수의 덧셈’, ‘세 자리 수의 뺄셈’ 차시를 먼저 복습합니다. 오늘 계산은 그 방법과 같습니다.
주의
- ④에서 0에서 받아내리기(503의 십의 자리 0)가 어려우면, 오늘 3 − 1.25(S08)도 어려울 수 있습니다. 기록해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소수 한 자리 수의 덧셈 시범(받아올림)]
목적: 소수 한 자리 수의 덧셈을 소수점을 맞추어 자연수처럼 계산하고, 소수점을 내려 찍는 방법을 시범으로 보여 줍니다.
시간: 약 3분
이렇게 말해 보세요
- “1.6은 0.1이 16개, 0.7은 0.1이 7개야. 모두 0.1이 몇 개지? 그러니까 답은?”
- “세로셈으로는 소수점을 맞추어 쓰고, 소수 첫째 자리부터 더해. 6 + 7 = 13이니까 3을 쓰고 1을 일의 자리로 올려. 1 + 1 + 0 = 2. 소수점을 그대로 내려 찍으면 2.3이야.”
예상 답
- “0.1이 23개니까 2.3이요.”
막히면
- 받아올림이 낯설면 “0.1이 10개면 1이지? 그래서 1을 일의 자리로 올리는 거야.”라고 말해 줍니다.
- 답을 23으로 쓰면 “1.6에 0.7을 더했는데 23이 될 수 있을까? 2쯤이겠지?”라고 어림하게 합니다(M2).
주의
- 표의 맨 윗줄 1은 받아올린 1입니다. 공책에는 일의 자리 숫자 위에 작게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자리 수가 다른 소수의 덧셈(0 붙이기)]
목적: 자리 수가 다른 소수를 더할 때 소수점을 맞추고 빈 자리에 0을 붙여 같은 자리끼리 더한다는 것을 압니다.
시간: 약 4분
이렇게 말해 보세요
- “1.25와 0.4를 자릿값 표에 쓰면 4는 어느 자리에 들어가? 소수 첫째 자리지? 그래서 2 아래에 써.”
- “0.4 = 0.40이었지? 빈 소수 둘째 자리에 0을 써 두면 같은 자리끼리 더하기 쉬워. 5 + 0 = 5, 2 + 4 = 6, 1 + 0 = 1. 답은?”
예상 답
- “1.65예요.”
막히면
- 0.01의 개수로 생각합니다. 1.25는 0.01이 125개, 0.4는 0.01이 40개이므로 모두 165개, 1.65입니다.
- 칸 공책에 소수점을 먼저 찍고 그 양옆에 숫자를 쓰게 합니다.
주의
- 자연수 덧셈은 오른쪽 끝(일의 자리)을 맞추지만, 소수 덧셈은 소수점을 맞춥니다. 이 차이를 말로 정리하게 합니다(M1).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오개념 비교(오른쪽 끝 맞추기)]
목적: 오른쪽 끝을 맞추어 더하는 실수를 찾고, 자리의 값으로 까닭을 설명합니다(M1).
시간: 약 3분
이렇게 말해 보세요
- “토끼와 곰의 답이 달라. 누가 맞았을까?”
- “토끼는 0.4의 4를 어느 자리 숫자와 더했어? 0.4가 0.04로 바뀐 셈이지?”
예상 답
- “곰이요. 4는 소수 첫째 자리라서 2랑 더해야 해요.”
정답
- 곰이 맞습니다. 1.25 + 0.4 = 1.65입니다.
- 토끼는 소수 첫째 자리의 4(0.4)를 소수 둘째 자리의 5(0.05)와 더했습니다. 0.4를 0.04로 본 셈입니다.
막히면
- 어림으로 확인합니다. “1.25에 0.4(반쯤)를 더했는데 1.29면 너무 조금 커졌지?”
주의
- 토끼의 방법으로 하면 1.25 + 0.04를 계산한 것입니다. 1.25 + 0.04 = 1.29라고 함께 확인해 주면 까닭이 분명해집니다.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연습(소수의 덧셈)]
목적: 도움을 받으며 받아올림이 있는 소수 한 자리 수·두 자리 수의 덧셈을 계산합니다.
시간: 약 4분
이렇게 말해 보세요
- “①은 6 + 8 = 14야. 4를 쓰고 1은 어디로 올릴까?”
- “②는 오른쪽 칸에 써 보자. 맨 위 □에는 무엇을 쓸까?”
- “③의 답 0.80은 더 간단히 쓸 수 있을까?”
정답
- ① 1.4 (6 + 8 = 14, 0 + 0 + 1 = 1)
- ② 3.82 (5 + 7 = 12, 1 + 3 + 4 = 8, 2 + 1 = 3, 맨 위 □는 1)
- ③ 0.8 (0.80으로 써도 맞음)
막히면
- ①을 0.14로 쓰면 “0.6과 0.8을 더했는데 1보다 작을까?”라고 묻습니다. 0.1이 14개면 1.4입니다.
- ②는 S03의 받아올림 장면으로 돌아가 함께 따라 씁니다.
주의
- ③의 0.80은 0.8과 같습니다(지난 차시). 끝자리 0을 지울 때 소수점 바로 뒤의 0(0.08의 0)은 지우면 안 된다고 짚어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소수의 뺄셈 시범(받아내림)]
목적: 받아내림이 있는 소수 한 자리 수의 뺄셈을 소수점을 맞추어 계산하는 방법을 시범으로 보여 줍니다.
시간: 약 4분
이렇게 말해 보세요
- “소수 첫째 자리 3에서 8을 뺄 수 없지? 일의 자리 4에서 1을 받아내리면 4는 3이 되고, 받아내린 1은 0.1이 10개라서 소수 첫째 자리는 10 + 3 = 13이 돼.”
- “13 − 8 = 5, 일의 자리는 3 − 1 = 2. 소수점을 내려 찍으면?”
예상 답
- “2.5예요.”
막히면
- 0.1의 개수로 생각합니다. 4.3은 0.1이 43개, 1.8은 0.1이 18개이므로 43 − 18 = 25, 0.1이 25개는 2.5입니다.
- 자연수 43 − 18의 받아내림과 똑같다고 말해 줍니다.
주의
- 표 맨 윗줄은 받아내린 뒤의 수입니다(4 → 3, 3에 10을 더함). 공책에는 4에 빗금을 긋고 위에 3, 소수 첫째 자리 위에 10을 작게 씁니다.
- 지치면 S06이 끝난 곳에서 쉬어도 됩니다. 이 장부터는 뺄셈입니다.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자연수에서 소수 빼기(0 채우기)]
목적: 자연수에서 소수를 뺄 때 자연수 끝에 소수점과 0을 붙여 자리를 맞추고, 받아내림을 이어서 하는 방법을 압니다(M3).
시간: 약 3분
이렇게 말해 보세요
- “3에는 소수점이 없어 보이지만 3 = 3.00이야. 이렇게 쓰고 소수점을 맞추자.”
- “소수 둘째 자리 0에서 5를 뺄 수 없어. 소수 첫째 자리도 0이니까 일의 자리에서 받아내려. 3은 2가 되고, 소수 첫째 자리는 10이 되고, 다시 1을 내려 주면 9가 되고, 소수 둘째 자리는 10이 돼.”
- “10 − 5 = 5, 9 − 2 = 7, 2 − 1 = 1. 답은?”
예상 답
- “1.75예요.”
막히면
- 돈으로 생각해도 됩니다. 3000원에서 1250원을 내면 1750원이 남는 것과 같은 계산입니다.
- S02 ④(503 − 278)에서 0이 있는 자리를 넘어 받아내린 것과 같은 방법이라고 연결합니다.
주의
- 3 − 1.25 = 2.25라고 하면 소수 부분 .25를 그대로 내려 쓴 것입니다. “3보다 1.25 작으면 2보다 작겠지?”라고 어림하게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연습(소수의 뺄셈)]
목적: 도움을 받으며 받아내림이 있는 소수의 뺄셈과 자연수에서 소수 빼기를 계산합니다.
시간: 약 3분
이렇게 말해 보세요
- “②는 오른쪽 칸에 써 보자. 소수 둘째 자리 2에서 8을 뺄 수 있어? 그럼 어떻게 해?”
- “③은 4를 어떻게 고쳐 쓰면 될까?”
정답
- ① 2.7 (14 − 7 = 7, 4 − 2 = 2)
- ② 3.74 (12 − 8 = 4, 12 − 5 = 7, 5 − 2 = 3)
- ③ 3.35 (4.00 − 0.65)
막히면
- ②에서 받아내림을 빠뜨리고 6 − 2, 5 − 3, 8 − 2처럼 큰 수에서 작은 수를 빼면 S07로 돌아갑니다(M4).
- ③은 S08처럼 4 = 4.00으로 쓰고 시작합니다.
주의
- 답을 구한 뒤 덧셈으로 확인하게 하면 좋습니다(3.74 + 2.58 = 6.32).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자리 수가 다른 소수의 덧셈과 뺄셈을 소수점을 맞추어 계산하는지 확인합니다.
시간: 약 5분
이렇게 말해 보세요
- “이번에는 혼자 공책에 세로셈으로 풀어 볼래? 다 풀면 소수점을 어떻게 맞췄는지 말해 줘.”
정답
- ① 3.26
- ② 6 (6.00으로 써도 맞음)
- ③ 3.74
- ④ 2.7
막히면
- 바로 알려 주지 말고 “소수점을 맞추어 썼어? 빈 자리에는 무엇을 쓸까?”라고만 묻습니다.
- 도움을 받아 해결했다면 기록표에 ‘도움’으로 표시합니다.
주의
- ②의 답을 6.00이라고 써도 맞습니다. 0.6이나 60처럼 0을 지우다 소수점을 옮기면 틀린 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아이의 답을 함께 확인하고 흔한 실수를 바로잡습니다. 수업용에만 있는 장입니다.
시간: 약 2분
이렇게 말해 보세요
- “네 답과 같은지 볼까? 다르면 세로셈을 같이 보며 어디서 달라졌는지 찾아보자.”
정답
- ① 3.26 ② 6 ③ 3.74 ④ 2.7
막히면
- ①을 0.83으로 했으면 S05로(M1), ③을 4.26으로 했으면 S07로(M4), ④를 3.3으로 했으면 S08로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마무리 확인(바르게 쓴 세로셈 고르기)]
목적: 처음 보는 세로셈에서 소수점을 맞추어 쓴 것을 고르고, 그 까닭을 말하며 답을 구하는지 확인합니다.
시간: 약 2분
이렇게 말해 보세요
- “가와 나 중 바르게 쓴 세로셈은 어느 것일까? 왜 그렇게 생각해? 답도 구해 볼래?”
정답
- 나. 소수점끼리 맞추어 같은 자리끼리 더해야 합니다. 2.50 + 0.38 = 2.88
- 가는 오른쪽 끝을 맞추어 소수점이 어긋났습니다.
막히면
- 두 세로셈에서 소수점에 동그라미를 치게 하고, 위아래로 같은 줄에 있는지 봅니다.
주의
- 나를 고르고 답을 2.88로 구하면 목표 A를 이룬 것입니다. 나의 빈칸(소수 둘째 자리)에 0을 써 넣으면 더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정리와 다음 수업 복습]
목적: 핵심을 정리하고 다음 수업 첫 5분에 풀 복습 문제를 알려 줍니다.
시간: 약 2분
이렇게 말해 보세요
- “소수를 더하고 뺄 때 무엇을 맞추었지? 자리 수가 다르면 어떻게 했어?”
예상 답
- “소수점을 맞춰요. 빈 자리에 0을 써요.”
정답
- ① 5.25 ② 3.25 ③ 1 (1.00으로 써도 맞음)
막히면
- S04와 S08의 세로셈을 다시 보여 줍니다.
주의
- 다음 차시는 도형 단원(각도 재기)입니다.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선수 학습 보충(소수의 자릿값 맞추기)]
목적: S02에서 소수의 자릿값이나 크기 비교가 흔들리면, 계산 전에 소수점 아래 각 자리를 다시 확인합니다.
시간: 약 5분
이렇게 말해 보세요
- “1.25에서 2는 어느 자리 숫자야? 0.4에서 4는?”
- “같은 자리에 있는 숫자끼리 위아래로 맞추면, 소수점도 저절로 맞춰져.”
정답
- 2와 4는 소수 첫째 자리, 5는 소수 둘째 자리 숫자입니다. 0.4 = 0.40
막히면
- 모눈에 1.25(모눈 1장과 25칸)와 0.4(40칸)를 칠해 보고, 40칸이 25칸보다 많다는 것을 확인합니다.
- 0.01이 몇 개인지로 말하게 합니다(1.25는 125개, 0.4는 40개).
주의
- 보충으로도 어려우면 ‘소수 두 자리 수와 세 자리 수’ 차시를 먼저 다시 합니다. 세로셈 자체(받아올림·받아내림)가 흔들리면 3학년 ‘세 자리 수의 덧셈’, ‘세 자리 수의 뺄셈’ 차시를 복습합니다.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수와연산 · 8차시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초4 수학 · 소수의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초4 수학 · 소수의 덧셈과 뺄셈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덧셈과 뺄셈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소수는 어떻게 더하고 뺄까요?</a:t>
            </a:r>
            <a:endParaRPr lang="ko-KR" sz="3000" dirty="0"/>
          </a:p>
        </p:txBody>
      </p:sp>
      <p:graphicFrame>
        <p:nvGraphicFramePr>
          <p:cNvPr id="2" name="S01-table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01000" y="1276350"/>
          <a:ext cx="3291840" cy="914400"/>
        </p:xfrm>
        <a:graphic>
          <a:graphicData uri="http://schemas.openxmlformats.org/drawingml/2006/table">
            <a:tbl>
              <a:tblPr/>
              <a:tblGrid>
                <a:gridCol w="526694"/>
                <a:gridCol w="724205"/>
                <a:gridCol w="460858"/>
                <a:gridCol w="790042"/>
                <a:gridCol w="79004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1-card2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소수점을 맞추어 소수를 더해요.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소수점을 맞추어 소수를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답을 말하고, ○에는 &gt; 또는 &lt;를 넣어요.</a:t>
            </a:r>
            <a:endParaRPr lang="ko-KR" sz="3000" dirty="0"/>
          </a:p>
        </p:txBody>
      </p:sp>
      <p:sp>
        <p:nvSpPr>
          <p:cNvPr id="4" name="S02-chip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eqtext6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2.47 ○ 2.5</a:t>
            </a:r>
            <a:endParaRPr lang="ko-KR" sz="3400" dirty="0"/>
          </a:p>
        </p:txBody>
      </p:sp>
      <p:sp>
        <p:nvSpPr>
          <p:cNvPr id="6" name="S02-chip7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8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0.01이 125개인 수는?</a:t>
            </a:r>
            <a:endParaRPr lang="ko-KR" sz="3000" dirty="0"/>
          </a:p>
        </p:txBody>
      </p:sp>
      <p:sp>
        <p:nvSpPr>
          <p:cNvPr id="8" name="S02-chip9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eqtext10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348 + 275 = □</a:t>
            </a:r>
            <a:endParaRPr lang="ko-KR" sz="3400" dirty="0"/>
          </a:p>
        </p:txBody>
      </p:sp>
      <p:sp>
        <p:nvSpPr>
          <p:cNvPr id="10" name="S02-chip11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02-eqtext12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503 − 278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한 자리 수의 덧셈</a:t>
            </a:r>
            <a:endParaRPr lang="ko-KR" sz="4000" dirty="0"/>
          </a:p>
        </p:txBody>
      </p:sp>
      <p:sp>
        <p:nvSpPr>
          <p:cNvPr id="3" name="S03-text1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1.6 + 0.7을 세로셈으로 해요.</a:t>
            </a:r>
            <a:endParaRPr lang="ko-KR" sz="3000" dirty="0"/>
          </a:p>
        </p:txBody>
      </p:sp>
      <p:sp>
        <p:nvSpPr>
          <p:cNvPr id="4" name="S03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16개 + 0.1이 7개 = 0.1이 23개라서 2.3이에요.</a:t>
            </a:r>
            <a:endParaRPr lang="ko-KR" sz="3000" dirty="0"/>
          </a:p>
        </p:txBody>
      </p:sp>
      <p:graphicFrame>
        <p:nvGraphicFramePr>
          <p:cNvPr id="4" name="S03-table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2089785"/>
          <a:ext cx="3840480" cy="914400"/>
        </p:xfrm>
        <a:graphic>
          <a:graphicData uri="http://schemas.openxmlformats.org/drawingml/2006/table">
            <a:tbl>
              <a:tblPr/>
              <a:tblGrid>
                <a:gridCol w="537667"/>
                <a:gridCol w="844906"/>
                <a:gridCol w="460858"/>
                <a:gridCol w="199705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3-stepno17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3-text18"/>
          <p:cNvSpPr txBox="1"/>
          <p:nvPr/>
        </p:nvSpPr>
        <p:spPr>
          <a:xfrm>
            <a:off x="1325880" y="20314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위아래로 맞추어 써요.</a:t>
            </a:r>
            <a:endParaRPr lang="ko-KR" sz="3000" dirty="0"/>
          </a:p>
        </p:txBody>
      </p:sp>
      <p:sp>
        <p:nvSpPr>
          <p:cNvPr id="9" name="S03-stepno19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3-text20"/>
          <p:cNvSpPr txBox="1"/>
          <p:nvPr/>
        </p:nvSpPr>
        <p:spPr>
          <a:xfrm>
            <a:off x="1325880" y="27447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자리: 6 + 7 = 13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쓰고 1을 올려요.</a:t>
            </a:r>
            <a:endParaRPr lang="ko-KR" sz="3000" dirty="0"/>
          </a:p>
        </p:txBody>
      </p:sp>
      <p:sp>
        <p:nvSpPr>
          <p:cNvPr id="11" name="S03-stepno21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3-text22"/>
          <p:cNvSpPr txBox="1"/>
          <p:nvPr/>
        </p:nvSpPr>
        <p:spPr>
          <a:xfrm>
            <a:off x="1325880" y="383895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자리: 1 + 1 + 0 = 2</a:t>
            </a:r>
            <a:endParaRPr lang="ko-KR" sz="3000" dirty="0"/>
          </a:p>
        </p:txBody>
      </p:sp>
      <p:sp>
        <p:nvSpPr>
          <p:cNvPr id="13" name="S03-stepno23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3-text24"/>
          <p:cNvSpPr txBox="1"/>
          <p:nvPr/>
        </p:nvSpPr>
        <p:spPr>
          <a:xfrm>
            <a:off x="1325880" y="45521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그대로 내려 찍어요.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 수가 다를 때</a:t>
            </a:r>
            <a:endParaRPr lang="ko-KR" sz="4000" dirty="0"/>
          </a:p>
        </p:txBody>
      </p:sp>
      <p:sp>
        <p:nvSpPr>
          <p:cNvPr id="3" name="S04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 + 0.4를 세로셈으로 해요.</a:t>
            </a:r>
            <a:endParaRPr lang="ko-KR" sz="3000" dirty="0"/>
          </a:p>
        </p:txBody>
      </p:sp>
      <p:sp>
        <p:nvSpPr>
          <p:cNvPr id="4" name="S04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0.4의 4는 소수 첫째 자리 숫자라서 2 아래에 써요.</a:t>
            </a:r>
            <a:endParaRPr lang="ko-KR" sz="3000" dirty="0"/>
          </a:p>
        </p:txBody>
      </p:sp>
      <p:graphicFrame>
        <p:nvGraphicFramePr>
          <p:cNvPr id="5" name="S04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95912" y="2542540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29"/>
          <p:cNvSpPr txBox="1"/>
          <p:nvPr/>
        </p:nvSpPr>
        <p:spPr>
          <a:xfrm>
            <a:off x="548640" y="238353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4-text30"/>
          <p:cNvSpPr txBox="1"/>
          <p:nvPr/>
        </p:nvSpPr>
        <p:spPr>
          <a:xfrm>
            <a:off x="1325880" y="2383536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소수점끼리 위아래로 맞추어 써요.</a:t>
            </a:r>
            <a:endParaRPr lang="ko-KR" sz="2400" dirty="0"/>
          </a:p>
        </p:txBody>
      </p:sp>
      <p:sp>
        <p:nvSpPr>
          <p:cNvPr id="9" name="S04-stepno31"/>
          <p:cNvSpPr txBox="1"/>
          <p:nvPr/>
        </p:nvSpPr>
        <p:spPr>
          <a:xfrm>
            <a:off x="548640" y="31424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4-text32"/>
          <p:cNvSpPr txBox="1"/>
          <p:nvPr/>
        </p:nvSpPr>
        <p:spPr>
          <a:xfrm>
            <a:off x="1325880" y="3096768"/>
            <a:ext cx="501475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자리에 0을 써요.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 → 0.40</a:t>
            </a:r>
            <a:endParaRPr lang="ko-KR" sz="2400" dirty="0"/>
          </a:p>
        </p:txBody>
      </p:sp>
      <p:sp>
        <p:nvSpPr>
          <p:cNvPr id="11" name="S04-stepno33"/>
          <p:cNvSpPr txBox="1"/>
          <p:nvPr/>
        </p:nvSpPr>
        <p:spPr>
          <a:xfrm>
            <a:off x="548640" y="40507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4-text34"/>
          <p:cNvSpPr txBox="1"/>
          <p:nvPr/>
        </p:nvSpPr>
        <p:spPr>
          <a:xfrm>
            <a:off x="1325880" y="4005072"/>
            <a:ext cx="5014752" cy="74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자리끼리 더하고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내려 찍어요.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5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 + 0.4를 계산했어요.</a:t>
            </a:r>
            <a:endParaRPr lang="ko-KR" sz="3000" dirty="0"/>
          </a:p>
        </p:txBody>
      </p:sp>
      <p:sp>
        <p:nvSpPr>
          <p:cNvPr id="5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0.4의 4는 어느 자리일까요?</a:t>
            </a:r>
            <a:endParaRPr lang="ko-KR" sz="3000" dirty="0"/>
          </a:p>
        </p:txBody>
      </p:sp>
      <p:sp>
        <p:nvSpPr>
          <p:cNvPr id="7" name="S05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1.29</a:t>
            </a:r>
            <a:endParaRPr lang="ko-KR" sz="2400" dirty="0"/>
          </a:p>
        </p:txBody>
      </p:sp>
      <p:sp>
        <p:nvSpPr>
          <p:cNvPr id="8" name="S05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“끝을 맞추어 쓰고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+ 4 = 9를 했어요.”</a:t>
            </a:r>
            <a:endParaRPr lang="ko-KR" sz="3000" dirty="0"/>
          </a:p>
        </p:txBody>
      </p:sp>
      <p:sp>
        <p:nvSpPr>
          <p:cNvPr id="9" name="S05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1.65</a:t>
            </a:r>
            <a:endParaRPr lang="ko-KR" sz="2400" dirty="0"/>
          </a:p>
        </p:txBody>
      </p:sp>
      <p:sp>
        <p:nvSpPr>
          <p:cNvPr id="10" name="S05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“소수점을 맞추고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0.4를 0.40으로 썼어요.”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덧셈 연습</a:t>
            </a:r>
            <a:endParaRPr lang="ko-KR" sz="40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세로셈으로 계산해요.</a:t>
            </a:r>
            <a:endParaRPr lang="ko-KR" sz="30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답의 끝자리 0은 생략할 수 있어요.</a:t>
            </a:r>
            <a:endParaRPr lang="ko-KR" sz="3000" dirty="0"/>
          </a:p>
        </p:txBody>
      </p:sp>
      <p:graphicFrame>
        <p:nvGraphicFramePr>
          <p:cNvPr id="7" name="S06-table4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142744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6-label47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400" dirty="0"/>
          </a:p>
        </p:txBody>
      </p:sp>
      <p:sp>
        <p:nvSpPr>
          <p:cNvPr id="8" name="S06-chip4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6-eqtext49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 + 0.8 = □</a:t>
            </a:r>
            <a:endParaRPr lang="ko-KR" sz="3400" dirty="0"/>
          </a:p>
        </p:txBody>
      </p:sp>
      <p:sp>
        <p:nvSpPr>
          <p:cNvPr id="10" name="S06-chip50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6-eqtext51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2.35 + 1.47 = □</a:t>
            </a:r>
            <a:endParaRPr lang="ko-KR" sz="3400" dirty="0"/>
          </a:p>
        </p:txBody>
      </p:sp>
      <p:sp>
        <p:nvSpPr>
          <p:cNvPr id="12" name="S06-chip5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6-eqtext53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0.45 + 0.35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뺄셈</a:t>
            </a:r>
            <a:endParaRPr lang="ko-KR" sz="4000" dirty="0"/>
          </a:p>
        </p:txBody>
      </p:sp>
      <p:sp>
        <p:nvSpPr>
          <p:cNvPr id="3" name="S07-text5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4.3 − 1.8을 세로셈으로 해요.</a:t>
            </a:r>
            <a:endParaRPr lang="ko-KR" sz="3000" dirty="0"/>
          </a:p>
        </p:txBody>
      </p:sp>
      <p:sp>
        <p:nvSpPr>
          <p:cNvPr id="4" name="S07-card5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5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 1은 0.1이 10개예요.</a:t>
            </a:r>
            <a:endParaRPr lang="ko-KR" sz="3000" dirty="0"/>
          </a:p>
        </p:txBody>
      </p:sp>
      <p:graphicFrame>
        <p:nvGraphicFramePr>
          <p:cNvPr id="8" name="S07-table5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74890" y="2089785"/>
          <a:ext cx="3840480" cy="914400"/>
        </p:xfrm>
        <a:graphic>
          <a:graphicData uri="http://schemas.openxmlformats.org/drawingml/2006/table">
            <a:tbl>
              <a:tblPr/>
              <a:tblGrid>
                <a:gridCol w="537667"/>
                <a:gridCol w="844906"/>
                <a:gridCol w="460858"/>
                <a:gridCol w="199705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7-stepno58"/>
          <p:cNvSpPr txBox="1"/>
          <p:nvPr/>
        </p:nvSpPr>
        <p:spPr>
          <a:xfrm>
            <a:off x="548640" y="20314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7-text59"/>
          <p:cNvSpPr txBox="1"/>
          <p:nvPr/>
        </p:nvSpPr>
        <p:spPr>
          <a:xfrm>
            <a:off x="1325880" y="2031492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써요.</a:t>
            </a:r>
            <a:endParaRPr lang="ko-KR" sz="3000" dirty="0"/>
          </a:p>
        </p:txBody>
      </p:sp>
      <p:sp>
        <p:nvSpPr>
          <p:cNvPr id="9" name="S07-stepno60"/>
          <p:cNvSpPr txBox="1"/>
          <p:nvPr/>
        </p:nvSpPr>
        <p:spPr>
          <a:xfrm>
            <a:off x="548640" y="279044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7-text61"/>
          <p:cNvSpPr txBox="1"/>
          <p:nvPr/>
        </p:nvSpPr>
        <p:spPr>
          <a:xfrm>
            <a:off x="1325880" y="2744724"/>
            <a:ext cx="5658307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3에서 8을 뺄 수 없어요.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자리에서 1을 받아내려요.</a:t>
            </a:r>
            <a:endParaRPr lang="ko-KR" sz="3000" dirty="0"/>
          </a:p>
        </p:txBody>
      </p:sp>
      <p:sp>
        <p:nvSpPr>
          <p:cNvPr id="11" name="S07-stepno62"/>
          <p:cNvSpPr txBox="1"/>
          <p:nvPr/>
        </p:nvSpPr>
        <p:spPr>
          <a:xfrm>
            <a:off x="548640" y="38389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7-text63"/>
          <p:cNvSpPr txBox="1"/>
          <p:nvPr/>
        </p:nvSpPr>
        <p:spPr>
          <a:xfrm>
            <a:off x="1325880" y="3838956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자리: 13 − 8 = 5</a:t>
            </a:r>
            <a:endParaRPr lang="ko-KR" sz="3000" dirty="0"/>
          </a:p>
        </p:txBody>
      </p:sp>
      <p:sp>
        <p:nvSpPr>
          <p:cNvPr id="13" name="S07-stepno64"/>
          <p:cNvSpPr txBox="1"/>
          <p:nvPr/>
        </p:nvSpPr>
        <p:spPr>
          <a:xfrm>
            <a:off x="548640" y="45521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4" name="S07-text65"/>
          <p:cNvSpPr txBox="1"/>
          <p:nvPr/>
        </p:nvSpPr>
        <p:spPr>
          <a:xfrm>
            <a:off x="1325880" y="4552188"/>
            <a:ext cx="565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일의 자리: 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빈 자리에 0을 채워요</a:t>
            </a:r>
            <a:endParaRPr lang="ko-KR" sz="4000" dirty="0"/>
          </a:p>
        </p:txBody>
      </p:sp>
      <p:sp>
        <p:nvSpPr>
          <p:cNvPr id="3" name="S08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3 − 1.25를 세로셈으로 해요.</a:t>
            </a:r>
            <a:endParaRPr lang="ko-KR" sz="3000" dirty="0"/>
          </a:p>
        </p:txBody>
      </p:sp>
      <p:sp>
        <p:nvSpPr>
          <p:cNvPr id="4" name="S08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자연수도 끝에 0을 붙일 수 있어요: 3 = 3.00</a:t>
            </a:r>
            <a:endParaRPr lang="ko-KR" sz="3000" dirty="0"/>
          </a:p>
        </p:txBody>
      </p:sp>
      <p:graphicFrame>
        <p:nvGraphicFramePr>
          <p:cNvPr id="9" name="S08-table6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95912" y="2286635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8-stepno70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8-text71"/>
          <p:cNvSpPr txBox="1"/>
          <p:nvPr/>
        </p:nvSpPr>
        <p:spPr>
          <a:xfrm>
            <a:off x="1325880" y="2388108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3.00으로 써요.</a:t>
            </a:r>
            <a:endParaRPr lang="ko-KR" sz="3000" dirty="0"/>
          </a:p>
        </p:txBody>
      </p:sp>
      <p:sp>
        <p:nvSpPr>
          <p:cNvPr id="9" name="S08-stepno72"/>
          <p:cNvSpPr txBox="1"/>
          <p:nvPr/>
        </p:nvSpPr>
        <p:spPr>
          <a:xfrm>
            <a:off x="548640" y="31013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8-text73"/>
          <p:cNvSpPr txBox="1"/>
          <p:nvPr/>
        </p:nvSpPr>
        <p:spPr>
          <a:xfrm>
            <a:off x="1325880" y="3101340"/>
            <a:ext cx="50147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써요.</a:t>
            </a:r>
            <a:endParaRPr lang="ko-KR" sz="3000" dirty="0"/>
          </a:p>
        </p:txBody>
      </p:sp>
      <p:sp>
        <p:nvSpPr>
          <p:cNvPr id="11" name="S08-stepno74"/>
          <p:cNvSpPr txBox="1"/>
          <p:nvPr/>
        </p:nvSpPr>
        <p:spPr>
          <a:xfrm>
            <a:off x="548640" y="38602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8-text75"/>
          <p:cNvSpPr txBox="1"/>
          <p:nvPr/>
        </p:nvSpPr>
        <p:spPr>
          <a:xfrm>
            <a:off x="1325880" y="3814572"/>
            <a:ext cx="501475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받아내림을 하며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자리끼리 빼요.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뺄셈 연습</a:t>
            </a:r>
            <a:endParaRPr lang="ko-KR" sz="4000" dirty="0"/>
          </a:p>
        </p:txBody>
      </p:sp>
      <p:sp>
        <p:nvSpPr>
          <p:cNvPr id="3" name="S09-text7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세로셈으로 계산해요.</a:t>
            </a:r>
            <a:endParaRPr lang="ko-KR" sz="3000" dirty="0"/>
          </a:p>
        </p:txBody>
      </p:sp>
      <p:sp>
        <p:nvSpPr>
          <p:cNvPr id="4" name="S09-card7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7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뺄 수 없으면 윗자리에서 받아내려요.</a:t>
            </a:r>
            <a:endParaRPr lang="ko-KR" sz="3000" dirty="0"/>
          </a:p>
        </p:txBody>
      </p:sp>
      <p:graphicFrame>
        <p:nvGraphicFramePr>
          <p:cNvPr id="10" name="S09-table7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1394" y="2142744"/>
          <a:ext cx="4754880" cy="914400"/>
        </p:xfrm>
        <a:graphic>
          <a:graphicData uri="http://schemas.openxmlformats.org/drawingml/2006/table">
            <a:tbl>
              <a:tblPr/>
              <a:tblGrid>
                <a:gridCol w="475488"/>
                <a:gridCol w="760781"/>
                <a:gridCol w="380390"/>
                <a:gridCol w="1569110"/>
                <a:gridCol w="156911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label80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세로셈으로</a:t>
            </a:r>
            <a:endParaRPr lang="ko-KR" sz="2400" dirty="0"/>
          </a:p>
        </p:txBody>
      </p:sp>
      <p:sp>
        <p:nvSpPr>
          <p:cNvPr id="8" name="S09-chip8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9" name="S09-eqtext82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5.4 − 2.7 = □</a:t>
            </a:r>
            <a:endParaRPr lang="ko-KR" sz="3400" dirty="0"/>
          </a:p>
        </p:txBody>
      </p:sp>
      <p:sp>
        <p:nvSpPr>
          <p:cNvPr id="10" name="S09-chip8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1" name="S09-eqtext8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6.32 − 2.58 = □</a:t>
            </a:r>
            <a:endParaRPr lang="ko-KR" sz="3400" dirty="0"/>
          </a:p>
        </p:txBody>
      </p:sp>
      <p:sp>
        <p:nvSpPr>
          <p:cNvPr id="12" name="S09-chip8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09-eqtext86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4 − 0.65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8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세로셈으로 풀고, 소수점을 어떻게 맞췄는지 말해요.</a:t>
            </a:r>
            <a:endParaRPr lang="ko-KR" sz="3000" dirty="0"/>
          </a:p>
        </p:txBody>
      </p:sp>
      <p:sp>
        <p:nvSpPr>
          <p:cNvPr id="4" name="S10-chip8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eqtext8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2.7 + 0.56 = □</a:t>
            </a:r>
            <a:endParaRPr lang="ko-KR" sz="3400" dirty="0"/>
          </a:p>
        </p:txBody>
      </p:sp>
      <p:sp>
        <p:nvSpPr>
          <p:cNvPr id="6" name="S10-chip9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eqtext9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4.85 + 1.15 = □</a:t>
            </a:r>
            <a:endParaRPr lang="ko-KR" sz="3400" dirty="0"/>
          </a:p>
        </p:txBody>
      </p:sp>
      <p:sp>
        <p:nvSpPr>
          <p:cNvPr id="8" name="S10-chip9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eqtext9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7.2 − 3.46 = □</a:t>
            </a:r>
            <a:endParaRPr lang="ko-KR" sz="3400" dirty="0"/>
          </a:p>
        </p:txBody>
      </p:sp>
      <p:sp>
        <p:nvSpPr>
          <p:cNvPr id="10" name="S10-chip9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0-eqtext9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5 − 2.3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1-card96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7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빈 자리에 0을 채워 소수점을 맞춘 뒤 다시 풀게 하세요.</a:t>
            </a:r>
            <a:endParaRPr lang="ko-KR" sz="3000" dirty="0"/>
          </a:p>
        </p:txBody>
      </p:sp>
      <p:sp>
        <p:nvSpPr>
          <p:cNvPr id="5" name="S11-chip98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99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3.26</a:t>
            </a:r>
            <a:endParaRPr lang="ko-KR" sz="3000" dirty="0"/>
          </a:p>
        </p:txBody>
      </p:sp>
      <p:sp>
        <p:nvSpPr>
          <p:cNvPr id="7" name="S11-text100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2.70 + 0.56</a:t>
            </a:r>
            <a:endParaRPr lang="ko-KR" sz="2400" dirty="0"/>
          </a:p>
        </p:txBody>
      </p:sp>
      <p:sp>
        <p:nvSpPr>
          <p:cNvPr id="8" name="S11-text101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</a:t>
            </a:r>
            <a:endParaRPr lang="ko-KR" sz="3000" dirty="0"/>
          </a:p>
        </p:txBody>
      </p:sp>
      <p:sp>
        <p:nvSpPr>
          <p:cNvPr id="9" name="S11-text102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6.00 = 6</a:t>
            </a:r>
            <a:endParaRPr lang="ko-KR" sz="2400" dirty="0"/>
          </a:p>
        </p:txBody>
      </p:sp>
      <p:sp>
        <p:nvSpPr>
          <p:cNvPr id="10" name="S11-text103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3.74</a:t>
            </a:r>
            <a:endParaRPr lang="ko-KR" sz="3000" dirty="0"/>
          </a:p>
        </p:txBody>
      </p:sp>
      <p:sp>
        <p:nvSpPr>
          <p:cNvPr id="11" name="S11-text104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7.20 − 3.46</a:t>
            </a:r>
            <a:endParaRPr lang="ko-KR" sz="2400" dirty="0"/>
          </a:p>
        </p:txBody>
      </p:sp>
      <p:sp>
        <p:nvSpPr>
          <p:cNvPr id="12" name="S11-text105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2.7</a:t>
            </a:r>
            <a:endParaRPr lang="ko-KR" sz="3000" dirty="0"/>
          </a:p>
        </p:txBody>
      </p:sp>
      <p:sp>
        <p:nvSpPr>
          <p:cNvPr id="13" name="S11-text106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5.0 − 2.3</a:t>
            </a:r>
            <a:endParaRPr lang="ko-KR" sz="2400" dirty="0"/>
          </a:p>
        </p:txBody>
      </p:sp>
      <p:sp>
        <p:nvSpPr>
          <p:cNvPr id="14" name="S11-chip107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1-text108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0.83</a:t>
            </a:r>
            <a:endParaRPr lang="ko-KR" sz="3000" dirty="0"/>
          </a:p>
        </p:txBody>
      </p:sp>
      <p:sp>
        <p:nvSpPr>
          <p:cNvPr id="16" name="S11-text109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끝을 맞추어 씀</a:t>
            </a:r>
            <a:endParaRPr lang="ko-KR" sz="2400" dirty="0"/>
          </a:p>
        </p:txBody>
      </p:sp>
      <p:sp>
        <p:nvSpPr>
          <p:cNvPr id="17" name="S11-text110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4.26</a:t>
            </a:r>
            <a:endParaRPr lang="ko-KR" sz="3000" dirty="0"/>
          </a:p>
        </p:txBody>
      </p:sp>
      <p:sp>
        <p:nvSpPr>
          <p:cNvPr id="18" name="S11-text111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받아내림 없이 큰 수에서 뺌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세로셈</a:t>
            </a:r>
            <a:endParaRPr lang="ko-KR" sz="4000" dirty="0"/>
          </a:p>
        </p:txBody>
      </p:sp>
      <p:sp>
        <p:nvSpPr>
          <p:cNvPr id="3" name="S12-text1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+ 0.38을 세로셈으로 썼어요.</a:t>
            </a:r>
            <a:endParaRPr lang="ko-KR" sz="3000" dirty="0"/>
          </a:p>
        </p:txBody>
      </p:sp>
      <p:sp>
        <p:nvSpPr>
          <p:cNvPr id="4" name="S12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2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쓴 것을 고르고, 답을 구해요.</a:t>
            </a:r>
            <a:endParaRPr lang="ko-KR" sz="3000" dirty="0"/>
          </a:p>
        </p:txBody>
      </p:sp>
      <p:sp>
        <p:nvSpPr>
          <p:cNvPr id="6" name="S12-chip115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graphicFrame>
        <p:nvGraphicFramePr>
          <p:cNvPr id="13" name="S12-table1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8438" y="3091434"/>
          <a:ext cx="402336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  <a:gridCol w="80467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12-chip117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graphicFrame>
        <p:nvGraphicFramePr>
          <p:cNvPr id="25" name="S12-table1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3091434"/>
          <a:ext cx="402336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804672"/>
                <a:gridCol w="804672"/>
                <a:gridCol w="804672"/>
                <a:gridCol w="80467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.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119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120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맞추어 같은 자리끼리 더하고 빼요.</a:t>
            </a:r>
            <a:endParaRPr lang="ko-KR" sz="3000" dirty="0"/>
          </a:p>
        </p:txBody>
      </p:sp>
      <p:sp>
        <p:nvSpPr>
          <p:cNvPr id="5" name="S13-chip121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빈 자리에 0 쓰기</a:t>
            </a:r>
            <a:endParaRPr lang="ko-KR" sz="2400" dirty="0"/>
          </a:p>
        </p:txBody>
      </p:sp>
      <p:sp>
        <p:nvSpPr>
          <p:cNvPr id="6" name="S13-chip122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오른쪽 끝 맞추기</a:t>
            </a:r>
            <a:endParaRPr lang="ko-KR" sz="2400" dirty="0"/>
          </a:p>
        </p:txBody>
      </p:sp>
      <p:sp>
        <p:nvSpPr>
          <p:cNvPr id="7" name="S13-text123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eqtext124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3.8 + 1.45 = □</a:t>
            </a:r>
            <a:endParaRPr lang="ko-KR" sz="2800" dirty="0"/>
          </a:p>
        </p:txBody>
      </p:sp>
      <p:sp>
        <p:nvSpPr>
          <p:cNvPr id="9" name="S13-eqtext125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6 − 2.75 = □</a:t>
            </a:r>
            <a:endParaRPr lang="ko-KR" sz="2800" dirty="0"/>
          </a:p>
        </p:txBody>
      </p:sp>
      <p:sp>
        <p:nvSpPr>
          <p:cNvPr id="10" name="S13-eqtext126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0.68 + 0.32 = □</a:t>
            </a:r>
            <a:endParaRPr lang="ko-KR" sz="2800" dirty="0"/>
          </a:p>
        </p:txBody>
      </p:sp>
      <p:sp>
        <p:nvSpPr>
          <p:cNvPr id="11" name="S13-text12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각도 재기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같은 자리 찾기</a:t>
            </a:r>
            <a:endParaRPr lang="ko-KR" sz="4000" dirty="0"/>
          </a:p>
        </p:txBody>
      </p:sp>
      <p:sp>
        <p:nvSpPr>
          <p:cNvPr id="3" name="S14-text12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1.25와 0.4를 자릿값 표에 써요.</a:t>
            </a:r>
            <a:endParaRPr lang="ko-KR" sz="3000" dirty="0"/>
          </a:p>
        </p:txBody>
      </p:sp>
      <p:sp>
        <p:nvSpPr>
          <p:cNvPr id="4" name="S14-card129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30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4는 소수 첫째 자리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0.4의 4는 1.25의 2와 같은 자리예요.</a:t>
            </a:r>
            <a:endParaRPr lang="ko-KR" sz="3000" dirty="0"/>
          </a:p>
        </p:txBody>
      </p:sp>
      <p:graphicFrame>
        <p:nvGraphicFramePr>
          <p:cNvPr id="15" name="S14-table1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51076" y="2611755"/>
          <a:ext cx="8686800" cy="914400"/>
        </p:xfrm>
        <a:graphic>
          <a:graphicData uri="http://schemas.openxmlformats.org/drawingml/2006/table">
            <a:tbl>
              <a:tblPr/>
              <a:tblGrid>
                <a:gridCol w="1650492"/>
                <a:gridCol w="1997964"/>
                <a:gridCol w="2519172"/>
                <a:gridCol w="251917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일의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첫째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소수 둘째 자리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0.4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(0)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초4 수학 소수의 덧셈과 뺄셈</dc:title>
  <dc:subject>KR22-G04-MAT-DECADD-L01</dc:subject>
  <dc:creator>education-ppt</dc:creator>
  <cp:lastModifiedBy>education-ppt</cp:lastModifiedBy>
  <cp:revision>1</cp:revision>
  <dcterms:created xsi:type="dcterms:W3CDTF">2026-10-26T08:17:52Z</dcterms:created>
  <dcterms:modified xsi:type="dcterms:W3CDTF">2026-10-26T08:17:52Z</dcterms:modified>
</cp:coreProperties>
</file>