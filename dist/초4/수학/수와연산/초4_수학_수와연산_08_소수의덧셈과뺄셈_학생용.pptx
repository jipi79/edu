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582281f-9ca8-3cb2-b4c4-743ab6996009}">
          <p14:sldIdLst>
            <p14:sldId id="256"/>
            <p14:sldId id="257"/>
          </p14:sldIdLst>
        </p14:section>
        <p14:section name="개념" id="{d6d66c7a-295b-ea34-60bc-257662a3f720}">
          <p14:sldIdLst>
            <p14:sldId id="258"/>
            <p14:sldId id="259"/>
            <p14:sldId id="262"/>
            <p14:sldId id="263"/>
          </p14:sldIdLst>
        </p14:section>
        <p14:section name="연습" id="{c5de6b20-176e-f4ea-db1c-4df21b476484}">
          <p14:sldIdLst>
            <p14:sldId id="260"/>
            <p14:sldId id="261"/>
            <p14:sldId id="264"/>
          </p14:sldIdLst>
        </p14:section>
        <p14:section name="개념" id="{0cf02d86-7ea1-bd83-b3b1-6b9beca62da7}">
          <p14:sldIdLst/>
        </p14:section>
        <p14:section name="연습" id="{c3e5fe27-64c5-72f4-d312-983ac871cc6f}">
          <p14:sldIdLst/>
        </p14:section>
        <p14:section name="확인" id="{0e1c4a4f-5945-6cf8-cab0-20aa76f5da34}">
          <p14:sldIdLst>
            <p14:sldId id="265"/>
            <p14:sldId id="266"/>
          </p14:sldIdLst>
        </p14:section>
        <p14:section name="정리" id="{4b9837e4-3fde-f938-f561-06b6ae5c45da}">
          <p14:sldIdLst>
            <p14:sldId id="267"/>
          </p14:sldIdLst>
        </p14:section>
        <p14:section name="보충" id="{1ae57535-0303-8f36-1897-645938857c9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소수의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덧셈과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소수는 어떻게 더하고 뺄까요?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76350"/>
          <a:ext cx="3291840" cy="914400"/>
        </p:xfrm>
        <a:graphic>
          <a:graphicData uri="http://schemas.openxmlformats.org/drawingml/2006/table">
            <a:tbl>
              <a:tblPr/>
              <a:tblGrid>
                <a:gridCol w="526694"/>
                <a:gridCol w="724205"/>
                <a:gridCol w="460858"/>
                <a:gridCol w="790042"/>
                <a:gridCol w="79004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소수점을 맞추어 소수를 더해요.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소수점을 맞추어 소수를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말하고, ○에는 &gt; 또는 &lt;를 넣어요.</a:t>
            </a:r>
            <a:endParaRPr lang="ko-KR" sz="30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2.47 ○ 2.5</a:t>
            </a:r>
            <a:endParaRPr lang="ko-KR" sz="3400" dirty="0"/>
          </a:p>
        </p:txBody>
      </p:sp>
      <p:sp>
        <p:nvSpPr>
          <p:cNvPr id="6" name="S02-chip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125개인 수는?</a:t>
            </a:r>
            <a:endParaRPr lang="ko-KR" sz="30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eqtext1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348 + 275 = □</a:t>
            </a:r>
            <a:endParaRPr lang="ko-KR" sz="3400" dirty="0"/>
          </a:p>
        </p:txBody>
      </p:sp>
      <p:sp>
        <p:nvSpPr>
          <p:cNvPr id="10" name="S02-chip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2-eqtext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503 − 278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한 자리 수의 덧셈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1.6 + 0.7을 세로셈으로 해요.</a:t>
            </a:r>
            <a:endParaRPr lang="ko-KR" sz="30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16개 + 0.1이 7개 = 0.1이 23개라서 2.3이에요.</a:t>
            </a:r>
            <a:endParaRPr lang="ko-KR" sz="3000" dirty="0"/>
          </a:p>
        </p:txBody>
      </p:sp>
      <p:graphicFrame>
        <p:nvGraphicFramePr>
          <p:cNvPr id="4" name="S03-tabl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2089785"/>
          <a:ext cx="3840480" cy="914400"/>
        </p:xfrm>
        <a:graphic>
          <a:graphicData uri="http://schemas.openxmlformats.org/drawingml/2006/table">
            <a:tbl>
              <a:tblPr/>
              <a:tblGrid>
                <a:gridCol w="537667"/>
                <a:gridCol w="844906"/>
                <a:gridCol w="460858"/>
                <a:gridCol w="199705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3-stepno17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18"/>
          <p:cNvSpPr txBox="1"/>
          <p:nvPr/>
        </p:nvSpPr>
        <p:spPr>
          <a:xfrm>
            <a:off x="1325880" y="20314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위아래로 맞추어 써요.</a:t>
            </a:r>
            <a:endParaRPr lang="ko-KR" sz="3000" dirty="0"/>
          </a:p>
        </p:txBody>
      </p:sp>
      <p:sp>
        <p:nvSpPr>
          <p:cNvPr id="9" name="S03-stepno19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20"/>
          <p:cNvSpPr txBox="1"/>
          <p:nvPr/>
        </p:nvSpPr>
        <p:spPr>
          <a:xfrm>
            <a:off x="1325880" y="27447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자리: 6 + 7 = 13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1을 올려요.</a:t>
            </a:r>
            <a:endParaRPr lang="ko-KR" sz="3000" dirty="0"/>
          </a:p>
        </p:txBody>
      </p:sp>
      <p:sp>
        <p:nvSpPr>
          <p:cNvPr id="11" name="S03-stepno21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22"/>
          <p:cNvSpPr txBox="1"/>
          <p:nvPr/>
        </p:nvSpPr>
        <p:spPr>
          <a:xfrm>
            <a:off x="1325880" y="383895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자리: 1 + 1 + 0 = 2</a:t>
            </a:r>
            <a:endParaRPr lang="ko-KR" sz="3000" dirty="0"/>
          </a:p>
        </p:txBody>
      </p:sp>
      <p:sp>
        <p:nvSpPr>
          <p:cNvPr id="13" name="S03-stepno23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3-text24"/>
          <p:cNvSpPr txBox="1"/>
          <p:nvPr/>
        </p:nvSpPr>
        <p:spPr>
          <a:xfrm>
            <a:off x="1325880" y="45521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그대로 내려 찍어요.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다를 때</a:t>
            </a:r>
            <a:endParaRPr lang="ko-KR" sz="4000" dirty="0"/>
          </a:p>
        </p:txBody>
      </p:sp>
      <p:sp>
        <p:nvSpPr>
          <p:cNvPr id="3" name="S04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 + 0.4를 세로셈으로 해요.</a:t>
            </a:r>
            <a:endParaRPr lang="ko-KR" sz="3000" dirty="0"/>
          </a:p>
        </p:txBody>
      </p:sp>
      <p:sp>
        <p:nvSpPr>
          <p:cNvPr id="4" name="S04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0.4의 4는 소수 첫째 자리 숫자라서 2 아래에 써요.</a:t>
            </a:r>
            <a:endParaRPr lang="ko-KR" sz="3000" dirty="0"/>
          </a:p>
        </p:txBody>
      </p:sp>
      <p:graphicFrame>
        <p:nvGraphicFramePr>
          <p:cNvPr id="5" name="S04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95912" y="2542540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29"/>
          <p:cNvSpPr txBox="1"/>
          <p:nvPr/>
        </p:nvSpPr>
        <p:spPr>
          <a:xfrm>
            <a:off x="548640" y="2383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30"/>
          <p:cNvSpPr txBox="1"/>
          <p:nvPr/>
        </p:nvSpPr>
        <p:spPr>
          <a:xfrm>
            <a:off x="1325880" y="2383536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소수점끼리 위아래로 맞추어 써요.</a:t>
            </a:r>
            <a:endParaRPr lang="ko-KR" sz="2400" dirty="0"/>
          </a:p>
        </p:txBody>
      </p:sp>
      <p:sp>
        <p:nvSpPr>
          <p:cNvPr id="9" name="S04-stepno31"/>
          <p:cNvSpPr txBox="1"/>
          <p:nvPr/>
        </p:nvSpPr>
        <p:spPr>
          <a:xfrm>
            <a:off x="548640" y="31424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32"/>
          <p:cNvSpPr txBox="1"/>
          <p:nvPr/>
        </p:nvSpPr>
        <p:spPr>
          <a:xfrm>
            <a:off x="1325880" y="3096768"/>
            <a:ext cx="501475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자리에 0을 써요.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→ 0.40</a:t>
            </a:r>
            <a:endParaRPr lang="ko-KR" sz="2400" dirty="0"/>
          </a:p>
        </p:txBody>
      </p:sp>
      <p:sp>
        <p:nvSpPr>
          <p:cNvPr id="11" name="S04-stepno33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34"/>
          <p:cNvSpPr txBox="1"/>
          <p:nvPr/>
        </p:nvSpPr>
        <p:spPr>
          <a:xfrm>
            <a:off x="1325880" y="4005072"/>
            <a:ext cx="501475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자리끼리 더하고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내려 찍어요.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5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 + 0.4를 계산했어요.</a:t>
            </a:r>
            <a:endParaRPr lang="ko-KR" sz="3000" dirty="0"/>
          </a:p>
        </p:txBody>
      </p:sp>
      <p:sp>
        <p:nvSpPr>
          <p:cNvPr id="5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0.4의 4는 어느 자리일까요?</a:t>
            </a:r>
            <a:endParaRPr lang="ko-KR" sz="3000" dirty="0"/>
          </a:p>
        </p:txBody>
      </p:sp>
      <p:sp>
        <p:nvSpPr>
          <p:cNvPr id="7" name="S05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1.29</a:t>
            </a:r>
            <a:endParaRPr lang="ko-KR" sz="2400" dirty="0"/>
          </a:p>
        </p:txBody>
      </p:sp>
      <p:sp>
        <p:nvSpPr>
          <p:cNvPr id="8" name="S05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“끝을 맞추어 쓰고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+ 4 = 9를 했어요.”</a:t>
            </a:r>
            <a:endParaRPr lang="ko-KR" sz="3000" dirty="0"/>
          </a:p>
        </p:txBody>
      </p:sp>
      <p:sp>
        <p:nvSpPr>
          <p:cNvPr id="9" name="S05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1.65</a:t>
            </a:r>
            <a:endParaRPr lang="ko-KR" sz="2400" dirty="0"/>
          </a:p>
        </p:txBody>
      </p:sp>
      <p:sp>
        <p:nvSpPr>
          <p:cNvPr id="10" name="S05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“소수점을 맞추고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0.4를 0.40으로 썼어요.”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덧셈 연습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세로셈으로 계산해요.</a:t>
            </a:r>
            <a:endParaRPr lang="ko-KR" sz="30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답의 끝자리 0은 생략할 수 있어요.</a:t>
            </a:r>
            <a:endParaRPr lang="ko-KR" sz="3000" dirty="0"/>
          </a:p>
        </p:txBody>
      </p:sp>
      <p:graphicFrame>
        <p:nvGraphicFramePr>
          <p:cNvPr id="7" name="S06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142744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47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400" dirty="0"/>
          </a:p>
        </p:txBody>
      </p:sp>
      <p:sp>
        <p:nvSpPr>
          <p:cNvPr id="8" name="S06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4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+ 0.8 = □</a:t>
            </a:r>
            <a:endParaRPr lang="ko-KR" sz="3400" dirty="0"/>
          </a:p>
        </p:txBody>
      </p:sp>
      <p:sp>
        <p:nvSpPr>
          <p:cNvPr id="10" name="S06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5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2.35 + 1.47 = □</a:t>
            </a:r>
            <a:endParaRPr lang="ko-KR" sz="3400" dirty="0"/>
          </a:p>
        </p:txBody>
      </p:sp>
      <p:sp>
        <p:nvSpPr>
          <p:cNvPr id="12" name="S06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5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0.45 + 0.35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뺄셈</a:t>
            </a:r>
            <a:endParaRPr lang="ko-KR" sz="4000" dirty="0"/>
          </a:p>
        </p:txBody>
      </p:sp>
      <p:sp>
        <p:nvSpPr>
          <p:cNvPr id="3" name="S07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4.3 − 1.8을 세로셈으로 해요.</a:t>
            </a:r>
            <a:endParaRPr lang="ko-KR" sz="3000" dirty="0"/>
          </a:p>
        </p:txBody>
      </p:sp>
      <p:sp>
        <p:nvSpPr>
          <p:cNvPr id="4" name="S07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1은 0.1이 10개예요.</a:t>
            </a:r>
            <a:endParaRPr lang="ko-KR" sz="3000" dirty="0"/>
          </a:p>
        </p:txBody>
      </p:sp>
      <p:graphicFrame>
        <p:nvGraphicFramePr>
          <p:cNvPr id="8" name="S07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2089785"/>
          <a:ext cx="3840480" cy="914400"/>
        </p:xfrm>
        <a:graphic>
          <a:graphicData uri="http://schemas.openxmlformats.org/drawingml/2006/table">
            <a:tbl>
              <a:tblPr/>
              <a:tblGrid>
                <a:gridCol w="537667"/>
                <a:gridCol w="844906"/>
                <a:gridCol w="460858"/>
                <a:gridCol w="199705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58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9"/>
          <p:cNvSpPr txBox="1"/>
          <p:nvPr/>
        </p:nvSpPr>
        <p:spPr>
          <a:xfrm>
            <a:off x="1325880" y="20314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써요.</a:t>
            </a:r>
            <a:endParaRPr lang="ko-KR" sz="3000" dirty="0"/>
          </a:p>
        </p:txBody>
      </p:sp>
      <p:sp>
        <p:nvSpPr>
          <p:cNvPr id="9" name="S07-stepno60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61"/>
          <p:cNvSpPr txBox="1"/>
          <p:nvPr/>
        </p:nvSpPr>
        <p:spPr>
          <a:xfrm>
            <a:off x="1325880" y="27447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3에서 8을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자리에서 1을 받아내려요.</a:t>
            </a:r>
            <a:endParaRPr lang="ko-KR" sz="3000" dirty="0"/>
          </a:p>
        </p:txBody>
      </p:sp>
      <p:sp>
        <p:nvSpPr>
          <p:cNvPr id="11" name="S07-stepno62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63"/>
          <p:cNvSpPr txBox="1"/>
          <p:nvPr/>
        </p:nvSpPr>
        <p:spPr>
          <a:xfrm>
            <a:off x="1325880" y="383895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자리: 13 − 8 = 5</a:t>
            </a:r>
            <a:endParaRPr lang="ko-KR" sz="3000" dirty="0"/>
          </a:p>
        </p:txBody>
      </p:sp>
      <p:sp>
        <p:nvSpPr>
          <p:cNvPr id="13" name="S07-stepno64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65"/>
          <p:cNvSpPr txBox="1"/>
          <p:nvPr/>
        </p:nvSpPr>
        <p:spPr>
          <a:xfrm>
            <a:off x="1325880" y="45521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자리: 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자리에 0을 채워요</a:t>
            </a:r>
            <a:endParaRPr lang="ko-KR" sz="4000" dirty="0"/>
          </a:p>
        </p:txBody>
      </p:sp>
      <p:sp>
        <p:nvSpPr>
          <p:cNvPr id="3" name="S08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3 − 1.25를 세로셈으로 해요.</a:t>
            </a:r>
            <a:endParaRPr lang="ko-KR" sz="3000" dirty="0"/>
          </a:p>
        </p:txBody>
      </p:sp>
      <p:sp>
        <p:nvSpPr>
          <p:cNvPr id="4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자연수도 끝에 0을 붙일 수 있어요: 3 = 3.00</a:t>
            </a:r>
            <a:endParaRPr lang="ko-KR" sz="3000" dirty="0"/>
          </a:p>
        </p:txBody>
      </p:sp>
      <p:graphicFrame>
        <p:nvGraphicFramePr>
          <p:cNvPr id="9" name="S08-table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95912" y="2286635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70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71"/>
          <p:cNvSpPr txBox="1"/>
          <p:nvPr/>
        </p:nvSpPr>
        <p:spPr>
          <a:xfrm>
            <a:off x="1325880" y="2388108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3.00으로 써요.</a:t>
            </a:r>
            <a:endParaRPr lang="ko-KR" sz="3000" dirty="0"/>
          </a:p>
        </p:txBody>
      </p:sp>
      <p:sp>
        <p:nvSpPr>
          <p:cNvPr id="9" name="S08-stepno72"/>
          <p:cNvSpPr txBox="1"/>
          <p:nvPr/>
        </p:nvSpPr>
        <p:spPr>
          <a:xfrm>
            <a:off x="548640" y="3101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73"/>
          <p:cNvSpPr txBox="1"/>
          <p:nvPr/>
        </p:nvSpPr>
        <p:spPr>
          <a:xfrm>
            <a:off x="1325880" y="3101340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써요.</a:t>
            </a:r>
            <a:endParaRPr lang="ko-KR" sz="3000" dirty="0"/>
          </a:p>
        </p:txBody>
      </p:sp>
      <p:sp>
        <p:nvSpPr>
          <p:cNvPr id="11" name="S08-stepno74"/>
          <p:cNvSpPr txBox="1"/>
          <p:nvPr/>
        </p:nvSpPr>
        <p:spPr>
          <a:xfrm>
            <a:off x="548640" y="38602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75"/>
          <p:cNvSpPr txBox="1"/>
          <p:nvPr/>
        </p:nvSpPr>
        <p:spPr>
          <a:xfrm>
            <a:off x="1325880" y="3814572"/>
            <a:ext cx="501475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받아내림을 하며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자리끼리 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뺄셈 연습</a:t>
            </a:r>
            <a:endParaRPr lang="ko-KR" sz="4000" dirty="0"/>
          </a:p>
        </p:txBody>
      </p:sp>
      <p:sp>
        <p:nvSpPr>
          <p:cNvPr id="3" name="S09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세로셈으로 계산해요.</a:t>
            </a:r>
            <a:endParaRPr lang="ko-KR" sz="3000" dirty="0"/>
          </a:p>
        </p:txBody>
      </p:sp>
      <p:sp>
        <p:nvSpPr>
          <p:cNvPr id="4" name="S09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윗자리에서 받아내려요.</a:t>
            </a:r>
            <a:endParaRPr lang="ko-KR" sz="3000" dirty="0"/>
          </a:p>
        </p:txBody>
      </p:sp>
      <p:graphicFrame>
        <p:nvGraphicFramePr>
          <p:cNvPr id="10" name="S09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142744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label80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400" dirty="0"/>
          </a:p>
        </p:txBody>
      </p:sp>
      <p:sp>
        <p:nvSpPr>
          <p:cNvPr id="8" name="S09-chip8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9-eqtext8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5.4 − 2.7 = □</a:t>
            </a:r>
            <a:endParaRPr lang="ko-KR" sz="3400" dirty="0"/>
          </a:p>
        </p:txBody>
      </p:sp>
      <p:sp>
        <p:nvSpPr>
          <p:cNvPr id="10" name="S09-chip8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9-eqtext8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6.32 − 2.58 = □</a:t>
            </a:r>
            <a:endParaRPr lang="ko-KR" sz="3400" dirty="0"/>
          </a:p>
        </p:txBody>
      </p:sp>
      <p:sp>
        <p:nvSpPr>
          <p:cNvPr id="12" name="S09-chip8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9-eqtext8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4 − 0.65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소수점을 어떻게 맞췄는지 말해요.</a:t>
            </a:r>
            <a:endParaRPr lang="ko-KR" sz="3000" dirty="0"/>
          </a:p>
        </p:txBody>
      </p:sp>
      <p:sp>
        <p:nvSpPr>
          <p:cNvPr id="4" name="S10-chip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 + 0.56 = □</a:t>
            </a:r>
            <a:endParaRPr lang="ko-KR" sz="3400" dirty="0"/>
          </a:p>
        </p:txBody>
      </p:sp>
      <p:sp>
        <p:nvSpPr>
          <p:cNvPr id="6" name="S10-chip9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9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4.85 + 1.15 = □</a:t>
            </a:r>
            <a:endParaRPr lang="ko-KR" sz="3400" dirty="0"/>
          </a:p>
        </p:txBody>
      </p:sp>
      <p:sp>
        <p:nvSpPr>
          <p:cNvPr id="8" name="S10-chip9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9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7.2 − 3.46 = □</a:t>
            </a:r>
            <a:endParaRPr lang="ko-KR" sz="3400" dirty="0"/>
          </a:p>
        </p:txBody>
      </p:sp>
      <p:sp>
        <p:nvSpPr>
          <p:cNvPr id="10" name="S10-chip9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9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5 − 2.3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세로셈</a:t>
            </a:r>
            <a:endParaRPr lang="ko-KR" sz="4000" dirty="0"/>
          </a:p>
        </p:txBody>
      </p:sp>
      <p:sp>
        <p:nvSpPr>
          <p:cNvPr id="3" name="S12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+ 0.38을 세로셈으로 썼어요.</a:t>
            </a:r>
            <a:endParaRPr lang="ko-KR" sz="3000" dirty="0"/>
          </a:p>
        </p:txBody>
      </p:sp>
      <p:sp>
        <p:nvSpPr>
          <p:cNvPr id="4" name="S12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것을 고르고, 답을 구해요.</a:t>
            </a:r>
            <a:endParaRPr lang="ko-KR" sz="3000" dirty="0"/>
          </a:p>
        </p:txBody>
      </p:sp>
      <p:sp>
        <p:nvSpPr>
          <p:cNvPr id="6" name="S12-chip99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graphicFrame>
        <p:nvGraphicFramePr>
          <p:cNvPr id="12" name="S12-table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8438" y="3091434"/>
          <a:ext cx="40233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12-chip101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graphicFrame>
        <p:nvGraphicFramePr>
          <p:cNvPr id="23" name="S12-table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3091434"/>
          <a:ext cx="40233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같은 자리끼리 더하고 빼요.</a:t>
            </a:r>
            <a:endParaRPr lang="ko-KR" sz="3000" dirty="0"/>
          </a:p>
        </p:txBody>
      </p:sp>
      <p:sp>
        <p:nvSpPr>
          <p:cNvPr id="5" name="S13-chip10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빈 자리에 0 쓰기</a:t>
            </a:r>
            <a:endParaRPr lang="ko-KR" sz="2400" dirty="0"/>
          </a:p>
        </p:txBody>
      </p:sp>
      <p:sp>
        <p:nvSpPr>
          <p:cNvPr id="6" name="S13-chip10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오른쪽 끝 맞추기</a:t>
            </a:r>
            <a:endParaRPr lang="ko-KR" sz="2400" dirty="0"/>
          </a:p>
        </p:txBody>
      </p:sp>
      <p:sp>
        <p:nvSpPr>
          <p:cNvPr id="7" name="S13-text10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0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3.8 + 1.45 = □</a:t>
            </a:r>
            <a:endParaRPr lang="ko-KR" sz="2800" dirty="0"/>
          </a:p>
        </p:txBody>
      </p:sp>
      <p:sp>
        <p:nvSpPr>
          <p:cNvPr id="9" name="S13-eqtext10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6 − 2.75 = □</a:t>
            </a:r>
            <a:endParaRPr lang="ko-KR" sz="2800" dirty="0"/>
          </a:p>
        </p:txBody>
      </p:sp>
      <p:sp>
        <p:nvSpPr>
          <p:cNvPr id="10" name="S13-eqtext11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0.68 + 0.32 = □</a:t>
            </a:r>
            <a:endParaRPr lang="ko-KR" sz="2800" dirty="0"/>
          </a:p>
        </p:txBody>
      </p:sp>
      <p:sp>
        <p:nvSpPr>
          <p:cNvPr id="11" name="S13-text1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각도 재기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자리 찾기</a:t>
            </a:r>
            <a:endParaRPr lang="ko-KR" sz="4000" dirty="0"/>
          </a:p>
        </p:txBody>
      </p:sp>
      <p:sp>
        <p:nvSpPr>
          <p:cNvPr id="3" name="S14-text1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1.25와 0.4를 자릿값 표에 써요.</a:t>
            </a:r>
            <a:endParaRPr lang="ko-KR" sz="3000" dirty="0"/>
          </a:p>
        </p:txBody>
      </p:sp>
      <p:sp>
        <p:nvSpPr>
          <p:cNvPr id="4" name="S14-card11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소수 첫째 자리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0.4의 4는 1.25의 2와 같은 자리예요.</a:t>
            </a:r>
            <a:endParaRPr lang="ko-KR" sz="3000" dirty="0"/>
          </a:p>
        </p:txBody>
      </p:sp>
      <p:graphicFrame>
        <p:nvGraphicFramePr>
          <p:cNvPr id="14" name="S14-table1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2611755"/>
          <a:ext cx="8686800" cy="914400"/>
        </p:xfrm>
        <a:graphic>
          <a:graphicData uri="http://schemas.openxmlformats.org/drawingml/2006/table">
            <a:tbl>
              <a:tblPr/>
              <a:tblGrid>
                <a:gridCol w="1650492"/>
                <a:gridCol w="1997964"/>
                <a:gridCol w="2519172"/>
                <a:gridCol w="251917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소수의 덧셈과 뺄셈</dc:title>
  <dc:subject>KR22-G04-MAT-DECADD-L01</dc:subject>
  <dc:creator>education-ppt</dc:creator>
  <cp:lastModifiedBy>education-ppt</cp:lastModifiedBy>
  <cp:revision>1</cp:revision>
  <dcterms:created xsi:type="dcterms:W3CDTF">2026-10-26T07:47:30Z</dcterms:created>
  <dcterms:modified xsi:type="dcterms:W3CDTF">2026-10-26T07:47:30Z</dcterms:modified>
</cp:coreProperties>
</file>