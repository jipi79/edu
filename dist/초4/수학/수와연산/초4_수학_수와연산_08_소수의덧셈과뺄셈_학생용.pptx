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bab32fbf-ee86-4a7c-7e78-c7ff7553b184}">
          <p14:sldIdLst>
            <p14:sldId id="256"/>
            <p14:sldId id="257"/>
          </p14:sldIdLst>
        </p14:section>
        <p14:section name="개념" id="{322fab2e-4e3b-5d22-5bcc-a8fb3ec3ceba}">
          <p14:sldIdLst>
            <p14:sldId id="258"/>
            <p14:sldId id="259"/>
            <p14:sldId id="262"/>
            <p14:sldId id="263"/>
          </p14:sldIdLst>
        </p14:section>
        <p14:section name="연습" id="{9f6f68dd-e6d0-70d7-ae58-4b7e703aa805}">
          <p14:sldIdLst>
            <p14:sldId id="260"/>
            <p14:sldId id="261"/>
            <p14:sldId id="264"/>
          </p14:sldIdLst>
        </p14:section>
        <p14:section name="개념" id="{7dce8c8d-5aa3-4c2e-41fd-c9d8fe25cea6}">
          <p14:sldIdLst/>
        </p14:section>
        <p14:section name="연습" id="{7cc05f53-243b-2517-2ca4-28211fd480f4}">
          <p14:sldIdLst/>
        </p14:section>
        <p14:section name="확인" id="{e6bcc439-61cd-4f25-36a8-7f58180568c4}">
          <p14:sldIdLst>
            <p14:sldId id="265"/>
            <p14:sldId id="266"/>
          </p14:sldIdLst>
        </p14:section>
        <p14:section name="정리" id="{67e52371-c805-a318-1572-3fc3acedbf13}">
          <p14:sldIdLst>
            <p14:sldId id="267"/>
          </p14:sldIdLst>
        </p14:section>
        <p14:section name="보충" id="{134535e9-9c61-49fa-d5d2-5dc173f6cf1f}">
          <p14:sldIdLst>
            <p14:sldId id="26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0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30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초4 수학 · 수와연산 · 8차시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초4 수학 · 소수의 덧셈과 뺄셈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초4 수학 · 소수의 덧셈과 뺄셈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초4 수학 · 소수의 덧셈과 뺄셈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소수의 덧셈과 뺄셈</a:t>
            </a:r>
            <a:endParaRPr lang="ko-KR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30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소수는 어떻게 더하고 뺄까요?</a:t>
            </a:r>
            <a:endParaRPr lang="ko-KR" sz="3000" dirty="0"/>
          </a:p>
        </p:txBody>
      </p:sp>
      <p:graphicFrame>
        <p:nvGraphicFramePr>
          <p:cNvPr id="2" name="S01-table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001000" y="1276350"/>
          <a:ext cx="3291840" cy="914400"/>
        </p:xfrm>
        <a:graphic>
          <a:graphicData uri="http://schemas.openxmlformats.org/drawingml/2006/table">
            <a:tbl>
              <a:tblPr/>
              <a:tblGrid>
                <a:gridCol w="526694"/>
                <a:gridCol w="724205"/>
                <a:gridCol w="460858"/>
                <a:gridCol w="790042"/>
                <a:gridCol w="790042"/>
              </a:tblGrid>
              <a:tr h="5511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.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511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+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.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511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□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.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□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□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01-card2"/>
          <p:cNvSpPr/>
          <p:nvPr/>
        </p:nvSpPr>
        <p:spPr>
          <a:xfrm>
            <a:off x="731520" y="4436364"/>
            <a:ext cx="10725912" cy="1690116"/>
          </a:xfrm>
          <a:prstGeom prst="roundRect">
            <a:avLst>
              <a:gd name="adj" fmla="val 6492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6" name="S01-cardtext3"/>
          <p:cNvSpPr txBox="1"/>
          <p:nvPr/>
        </p:nvSpPr>
        <p:spPr>
          <a:xfrm>
            <a:off x="1005840" y="4573524"/>
            <a:ext cx="10177272" cy="14157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소수점을 맞추어 소수를 더해요.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소수점을 맞추어 소수를 빼요.</a:t>
            </a:r>
            <a:endParaRPr lang="ko-KR" sz="3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지난 시간 기억하기</a:t>
            </a:r>
            <a:endParaRPr lang="ko-KR" sz="4000" dirty="0"/>
          </a:p>
        </p:txBody>
      </p:sp>
      <p:sp>
        <p:nvSpPr>
          <p:cNvPr id="3" name="S02-text4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답을 말하고, ○에는 &gt; 또는 &lt;를 넣어요.</a:t>
            </a:r>
            <a:endParaRPr lang="ko-KR" sz="3000" dirty="0"/>
          </a:p>
        </p:txBody>
      </p:sp>
      <p:sp>
        <p:nvSpPr>
          <p:cNvPr id="4" name="S02-chip5"/>
          <p:cNvSpPr txBox="1"/>
          <p:nvPr/>
        </p:nvSpPr>
        <p:spPr>
          <a:xfrm>
            <a:off x="548640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5" name="S02-eqtext6"/>
          <p:cNvSpPr txBox="1"/>
          <p:nvPr/>
        </p:nvSpPr>
        <p:spPr>
          <a:xfrm>
            <a:off x="1344168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2.47 ○ 2.5</a:t>
            </a:r>
            <a:endParaRPr lang="ko-KR" sz="3400" dirty="0"/>
          </a:p>
        </p:txBody>
      </p:sp>
      <p:sp>
        <p:nvSpPr>
          <p:cNvPr id="6" name="S02-chip7"/>
          <p:cNvSpPr txBox="1"/>
          <p:nvPr/>
        </p:nvSpPr>
        <p:spPr>
          <a:xfrm>
            <a:off x="6277356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7" name="S02-text8"/>
          <p:cNvSpPr txBox="1"/>
          <p:nvPr/>
        </p:nvSpPr>
        <p:spPr>
          <a:xfrm>
            <a:off x="7072884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0.01이 125개인 수는?</a:t>
            </a:r>
            <a:endParaRPr lang="ko-KR" sz="3000" dirty="0"/>
          </a:p>
        </p:txBody>
      </p:sp>
      <p:sp>
        <p:nvSpPr>
          <p:cNvPr id="8" name="S02-chip9"/>
          <p:cNvSpPr txBox="1"/>
          <p:nvPr/>
        </p:nvSpPr>
        <p:spPr>
          <a:xfrm>
            <a:off x="548640" y="4654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9" name="S02-eqtext10"/>
          <p:cNvSpPr txBox="1"/>
          <p:nvPr/>
        </p:nvSpPr>
        <p:spPr>
          <a:xfrm>
            <a:off x="1344168" y="420624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348 + 275 = □</a:t>
            </a:r>
            <a:endParaRPr lang="ko-KR" sz="3400" dirty="0"/>
          </a:p>
        </p:txBody>
      </p:sp>
      <p:sp>
        <p:nvSpPr>
          <p:cNvPr id="10" name="S02-chip11"/>
          <p:cNvSpPr txBox="1"/>
          <p:nvPr/>
        </p:nvSpPr>
        <p:spPr>
          <a:xfrm>
            <a:off x="6277356" y="4654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400" dirty="0"/>
          </a:p>
        </p:txBody>
      </p:sp>
      <p:sp>
        <p:nvSpPr>
          <p:cNvPr id="11" name="S02-eqtext12"/>
          <p:cNvSpPr txBox="1"/>
          <p:nvPr/>
        </p:nvSpPr>
        <p:spPr>
          <a:xfrm>
            <a:off x="7072884" y="420624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503 − 278 = □</a:t>
            </a:r>
            <a:endParaRPr lang="ko-KR" sz="3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소수 한 자리 수의 덧셈</a:t>
            </a:r>
            <a:endParaRPr lang="ko-KR" sz="4000" dirty="0"/>
          </a:p>
        </p:txBody>
      </p:sp>
      <p:sp>
        <p:nvSpPr>
          <p:cNvPr id="3" name="S03-text13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1.6 + 0.7을 세로셈으로 해요.</a:t>
            </a:r>
            <a:endParaRPr lang="ko-KR" sz="3000" dirty="0"/>
          </a:p>
        </p:txBody>
      </p:sp>
      <p:sp>
        <p:nvSpPr>
          <p:cNvPr id="4" name="S03-card14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3-cardtext15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0.1이 16개 + 0.1이 7개 = 0.1이 23개라서 2.3이에요.</a:t>
            </a:r>
            <a:endParaRPr lang="ko-KR" sz="3000" dirty="0"/>
          </a:p>
        </p:txBody>
      </p:sp>
      <p:graphicFrame>
        <p:nvGraphicFramePr>
          <p:cNvPr id="4" name="S03-table1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574890" y="2089785"/>
          <a:ext cx="3840480" cy="914400"/>
        </p:xfrm>
        <a:graphic>
          <a:graphicData uri="http://schemas.openxmlformats.org/drawingml/2006/table">
            <a:tbl>
              <a:tblPr/>
              <a:tblGrid>
                <a:gridCol w="537667"/>
                <a:gridCol w="844906"/>
                <a:gridCol w="460858"/>
                <a:gridCol w="1997050"/>
              </a:tblGrid>
              <a:tr h="59055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일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소수 첫째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59055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9055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.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9055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+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.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9055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.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03-stepno17"/>
          <p:cNvSpPr txBox="1"/>
          <p:nvPr/>
        </p:nvSpPr>
        <p:spPr>
          <a:xfrm>
            <a:off x="548640" y="203149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8" name="S03-text18"/>
          <p:cNvSpPr txBox="1"/>
          <p:nvPr/>
        </p:nvSpPr>
        <p:spPr>
          <a:xfrm>
            <a:off x="1325880" y="2031492"/>
            <a:ext cx="5658307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소수점을 위아래로 맞추어 써요.</a:t>
            </a:r>
            <a:endParaRPr lang="ko-KR" sz="3000" dirty="0"/>
          </a:p>
        </p:txBody>
      </p:sp>
      <p:sp>
        <p:nvSpPr>
          <p:cNvPr id="9" name="S03-stepno19"/>
          <p:cNvSpPr txBox="1"/>
          <p:nvPr/>
        </p:nvSpPr>
        <p:spPr>
          <a:xfrm>
            <a:off x="548640" y="2790444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10" name="S03-text20"/>
          <p:cNvSpPr txBox="1"/>
          <p:nvPr/>
        </p:nvSpPr>
        <p:spPr>
          <a:xfrm>
            <a:off x="1325880" y="2744724"/>
            <a:ext cx="5658307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소수 첫째 자리: 6 + 7 = 13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3을 쓰고 1을 올려요.</a:t>
            </a:r>
            <a:endParaRPr lang="ko-KR" sz="3000" dirty="0"/>
          </a:p>
        </p:txBody>
      </p:sp>
      <p:sp>
        <p:nvSpPr>
          <p:cNvPr id="11" name="S03-stepno21"/>
          <p:cNvSpPr txBox="1"/>
          <p:nvPr/>
        </p:nvSpPr>
        <p:spPr>
          <a:xfrm>
            <a:off x="548640" y="3838956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12" name="S03-text22"/>
          <p:cNvSpPr txBox="1"/>
          <p:nvPr/>
        </p:nvSpPr>
        <p:spPr>
          <a:xfrm>
            <a:off x="1325880" y="3838956"/>
            <a:ext cx="5658307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일의 자리: 1 + 1 + 0 = 2</a:t>
            </a:r>
            <a:endParaRPr lang="ko-KR" sz="3000" dirty="0"/>
          </a:p>
        </p:txBody>
      </p:sp>
      <p:sp>
        <p:nvSpPr>
          <p:cNvPr id="13" name="S03-stepno23"/>
          <p:cNvSpPr txBox="1"/>
          <p:nvPr/>
        </p:nvSpPr>
        <p:spPr>
          <a:xfrm>
            <a:off x="548640" y="455218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400" dirty="0"/>
          </a:p>
        </p:txBody>
      </p:sp>
      <p:sp>
        <p:nvSpPr>
          <p:cNvPr id="14" name="S03-text24"/>
          <p:cNvSpPr txBox="1"/>
          <p:nvPr/>
        </p:nvSpPr>
        <p:spPr>
          <a:xfrm>
            <a:off x="1325880" y="4552188"/>
            <a:ext cx="5658307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소수점을 그대로 내려 찍어요.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자리 수가 다를 때</a:t>
            </a:r>
            <a:endParaRPr lang="ko-KR" sz="4000" dirty="0"/>
          </a:p>
        </p:txBody>
      </p:sp>
      <p:sp>
        <p:nvSpPr>
          <p:cNvPr id="3" name="S04-text25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1.25 + 0.4를 세로셈으로 해요.</a:t>
            </a:r>
            <a:endParaRPr lang="ko-KR" sz="3000" dirty="0"/>
          </a:p>
        </p:txBody>
      </p:sp>
      <p:sp>
        <p:nvSpPr>
          <p:cNvPr id="4" name="S04-card26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4-cardtext27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0.4의 4는 소수 첫째 자리 숫자라서 2 아래에 써요.</a:t>
            </a:r>
            <a:endParaRPr lang="ko-KR" sz="3000" dirty="0"/>
          </a:p>
        </p:txBody>
      </p:sp>
      <p:graphicFrame>
        <p:nvGraphicFramePr>
          <p:cNvPr id="5" name="S04-table2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795912" y="2542540"/>
          <a:ext cx="4754880" cy="914400"/>
        </p:xfrm>
        <a:graphic>
          <a:graphicData uri="http://schemas.openxmlformats.org/drawingml/2006/table">
            <a:tbl>
              <a:tblPr/>
              <a:tblGrid>
                <a:gridCol w="475488"/>
                <a:gridCol w="760781"/>
                <a:gridCol w="380390"/>
                <a:gridCol w="1569110"/>
                <a:gridCol w="1569110"/>
              </a:tblGrid>
              <a:tr h="51181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일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소수 첫째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소수 둘째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51181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.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181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+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.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181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.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04-stepno29"/>
          <p:cNvSpPr txBox="1"/>
          <p:nvPr/>
        </p:nvSpPr>
        <p:spPr>
          <a:xfrm>
            <a:off x="548640" y="2383536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8" name="S04-text30"/>
          <p:cNvSpPr txBox="1"/>
          <p:nvPr/>
        </p:nvSpPr>
        <p:spPr>
          <a:xfrm>
            <a:off x="1325880" y="2383536"/>
            <a:ext cx="50147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소수점끼리 위아래로 맞추어 써요.</a:t>
            </a:r>
            <a:endParaRPr lang="ko-KR" sz="2400" dirty="0"/>
          </a:p>
        </p:txBody>
      </p:sp>
      <p:sp>
        <p:nvSpPr>
          <p:cNvPr id="9" name="S04-stepno31"/>
          <p:cNvSpPr txBox="1"/>
          <p:nvPr/>
        </p:nvSpPr>
        <p:spPr>
          <a:xfrm>
            <a:off x="548640" y="314248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10" name="S04-text32"/>
          <p:cNvSpPr txBox="1"/>
          <p:nvPr/>
        </p:nvSpPr>
        <p:spPr>
          <a:xfrm>
            <a:off x="1325880" y="3096768"/>
            <a:ext cx="5014752" cy="743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빈 자리에 0을 써요.</a:t>
            </a:r>
            <a:endParaRPr lang="ko-KR" sz="2400" dirty="0"/>
          </a:p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0.4 → 0.40</a:t>
            </a:r>
            <a:endParaRPr lang="ko-KR" sz="2400" dirty="0"/>
          </a:p>
        </p:txBody>
      </p:sp>
      <p:sp>
        <p:nvSpPr>
          <p:cNvPr id="11" name="S04-stepno33"/>
          <p:cNvSpPr txBox="1"/>
          <p:nvPr/>
        </p:nvSpPr>
        <p:spPr>
          <a:xfrm>
            <a:off x="548640" y="405079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12" name="S04-text34"/>
          <p:cNvSpPr txBox="1"/>
          <p:nvPr/>
        </p:nvSpPr>
        <p:spPr>
          <a:xfrm>
            <a:off x="1325880" y="4005072"/>
            <a:ext cx="5014752" cy="743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자리끼리 더하고</a:t>
            </a:r>
            <a:endParaRPr lang="ko-KR" sz="2400" dirty="0"/>
          </a:p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소수점을 내려 찍어요.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 맞았을까요?</a:t>
            </a:r>
            <a:endParaRPr lang="ko-KR" sz="4000" dirty="0"/>
          </a:p>
        </p:txBody>
      </p:sp>
      <p:sp>
        <p:nvSpPr>
          <p:cNvPr id="3" name="S05-card35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5-cardtext36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1.25 + 0.4를 계산했어요.</a:t>
            </a:r>
            <a:endParaRPr lang="ko-KR" sz="3000" dirty="0"/>
          </a:p>
        </p:txBody>
      </p:sp>
      <p:sp>
        <p:nvSpPr>
          <p:cNvPr id="5" name="S05-card37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5-cardtext38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 맞았을까요? 0.4의 4는 어느 자리일까요?</a:t>
            </a:r>
            <a:endParaRPr lang="ko-KR" sz="3000" dirty="0"/>
          </a:p>
        </p:txBody>
      </p:sp>
      <p:sp>
        <p:nvSpPr>
          <p:cNvPr id="7" name="S05-chip39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토끼: 1.29</a:t>
            </a:r>
            <a:endParaRPr lang="ko-KR" sz="2400" dirty="0"/>
          </a:p>
        </p:txBody>
      </p:sp>
      <p:sp>
        <p:nvSpPr>
          <p:cNvPr id="8" name="S05-text40"/>
          <p:cNvSpPr txBox="1"/>
          <p:nvPr/>
        </p:nvSpPr>
        <p:spPr>
          <a:xfrm>
            <a:off x="548640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“끝을 맞추어 쓰고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 + 4 = 9를 했어요.”</a:t>
            </a:r>
            <a:endParaRPr lang="ko-KR" sz="3000" dirty="0"/>
          </a:p>
        </p:txBody>
      </p:sp>
      <p:sp>
        <p:nvSpPr>
          <p:cNvPr id="9" name="S05-chip41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곰: 1.65</a:t>
            </a:r>
            <a:endParaRPr lang="ko-KR" sz="2400" dirty="0"/>
          </a:p>
        </p:txBody>
      </p:sp>
      <p:sp>
        <p:nvSpPr>
          <p:cNvPr id="10" name="S05-text42"/>
          <p:cNvSpPr txBox="1"/>
          <p:nvPr/>
        </p:nvSpPr>
        <p:spPr>
          <a:xfrm>
            <a:off x="6277356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“소수점을 맞추고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0.4를 0.40으로 썼어요.”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소수의 덧셈 연습</a:t>
            </a:r>
            <a:endParaRPr lang="ko-KR" sz="4000" dirty="0"/>
          </a:p>
        </p:txBody>
      </p:sp>
      <p:sp>
        <p:nvSpPr>
          <p:cNvPr id="3" name="S06-text43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소수점을 맞추어 세로셈으로 계산해요.</a:t>
            </a:r>
            <a:endParaRPr lang="ko-KR" sz="3000" dirty="0"/>
          </a:p>
        </p:txBody>
      </p:sp>
      <p:sp>
        <p:nvSpPr>
          <p:cNvPr id="4" name="S06-card44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06-cardtext45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답의 끝자리 0은 생략할 수 있어요.</a:t>
            </a:r>
            <a:endParaRPr lang="ko-KR" sz="3000" dirty="0"/>
          </a:p>
        </p:txBody>
      </p:sp>
      <p:graphicFrame>
        <p:nvGraphicFramePr>
          <p:cNvPr id="7" name="S06-table4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581394" y="2142744"/>
          <a:ext cx="4754880" cy="914400"/>
        </p:xfrm>
        <a:graphic>
          <a:graphicData uri="http://schemas.openxmlformats.org/drawingml/2006/table">
            <a:tbl>
              <a:tblPr/>
              <a:tblGrid>
                <a:gridCol w="475488"/>
                <a:gridCol w="760781"/>
                <a:gridCol w="380390"/>
                <a:gridCol w="1569110"/>
                <a:gridCol w="1569110"/>
              </a:tblGrid>
              <a:tr h="47244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일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소수 첫째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소수 둘째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47244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□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244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.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244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+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.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244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□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.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□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□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06-label47"/>
          <p:cNvSpPr txBox="1"/>
          <p:nvPr/>
        </p:nvSpPr>
        <p:spPr>
          <a:xfrm>
            <a:off x="6277356" y="4709160"/>
            <a:ext cx="536295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②를 세로셈으로</a:t>
            </a:r>
            <a:endParaRPr lang="ko-KR" sz="2400" dirty="0"/>
          </a:p>
        </p:txBody>
      </p:sp>
      <p:sp>
        <p:nvSpPr>
          <p:cNvPr id="8" name="S06-chip48"/>
          <p:cNvSpPr txBox="1"/>
          <p:nvPr/>
        </p:nvSpPr>
        <p:spPr>
          <a:xfrm>
            <a:off x="548640" y="21854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9" name="S06-eqtext49"/>
          <p:cNvSpPr txBox="1"/>
          <p:nvPr/>
        </p:nvSpPr>
        <p:spPr>
          <a:xfrm>
            <a:off x="1344168" y="2011680"/>
            <a:ext cx="45674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0.6 + 0.8 = □</a:t>
            </a:r>
            <a:endParaRPr lang="ko-KR" sz="3400" dirty="0"/>
          </a:p>
        </p:txBody>
      </p:sp>
      <p:sp>
        <p:nvSpPr>
          <p:cNvPr id="10" name="S06-chip50"/>
          <p:cNvSpPr txBox="1"/>
          <p:nvPr/>
        </p:nvSpPr>
        <p:spPr>
          <a:xfrm>
            <a:off x="548640" y="32826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11" name="S06-eqtext51"/>
          <p:cNvSpPr txBox="1"/>
          <p:nvPr/>
        </p:nvSpPr>
        <p:spPr>
          <a:xfrm>
            <a:off x="1344168" y="3108960"/>
            <a:ext cx="45674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2.35 + 1.47 = □</a:t>
            </a:r>
            <a:endParaRPr lang="ko-KR" sz="3400" dirty="0"/>
          </a:p>
        </p:txBody>
      </p:sp>
      <p:sp>
        <p:nvSpPr>
          <p:cNvPr id="12" name="S06-chip52"/>
          <p:cNvSpPr txBox="1"/>
          <p:nvPr/>
        </p:nvSpPr>
        <p:spPr>
          <a:xfrm>
            <a:off x="548640" y="43799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13" name="S06-eqtext53"/>
          <p:cNvSpPr txBox="1"/>
          <p:nvPr/>
        </p:nvSpPr>
        <p:spPr>
          <a:xfrm>
            <a:off x="1344168" y="4206240"/>
            <a:ext cx="45674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0.45 + 0.35 = □</a:t>
            </a:r>
            <a:endParaRPr lang="ko-KR" sz="3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소수의 뺄셈</a:t>
            </a:r>
            <a:endParaRPr lang="ko-KR" sz="4000" dirty="0"/>
          </a:p>
        </p:txBody>
      </p:sp>
      <p:sp>
        <p:nvSpPr>
          <p:cNvPr id="3" name="S07-text54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4.3 − 1.8을 세로셈으로 해요.</a:t>
            </a:r>
            <a:endParaRPr lang="ko-KR" sz="3000" dirty="0"/>
          </a:p>
        </p:txBody>
      </p:sp>
      <p:sp>
        <p:nvSpPr>
          <p:cNvPr id="4" name="S07-card55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7-cardtext56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일의 자리 1은 0.1이 10개예요.</a:t>
            </a:r>
            <a:endParaRPr lang="ko-KR" sz="3000" dirty="0"/>
          </a:p>
        </p:txBody>
      </p:sp>
      <p:graphicFrame>
        <p:nvGraphicFramePr>
          <p:cNvPr id="8" name="S07-table5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574890" y="2089785"/>
          <a:ext cx="3840480" cy="914400"/>
        </p:xfrm>
        <a:graphic>
          <a:graphicData uri="http://schemas.openxmlformats.org/drawingml/2006/table">
            <a:tbl>
              <a:tblPr/>
              <a:tblGrid>
                <a:gridCol w="537667"/>
                <a:gridCol w="844906"/>
                <a:gridCol w="460858"/>
                <a:gridCol w="1997050"/>
              </a:tblGrid>
              <a:tr h="59055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일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소수 첫째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59055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9055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.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9055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−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.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9055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.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07-stepno58"/>
          <p:cNvSpPr txBox="1"/>
          <p:nvPr/>
        </p:nvSpPr>
        <p:spPr>
          <a:xfrm>
            <a:off x="548640" y="203149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8" name="S07-text59"/>
          <p:cNvSpPr txBox="1"/>
          <p:nvPr/>
        </p:nvSpPr>
        <p:spPr>
          <a:xfrm>
            <a:off x="1325880" y="2031492"/>
            <a:ext cx="5658307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소수점을 맞추어 써요.</a:t>
            </a:r>
            <a:endParaRPr lang="ko-KR" sz="3000" dirty="0"/>
          </a:p>
        </p:txBody>
      </p:sp>
      <p:sp>
        <p:nvSpPr>
          <p:cNvPr id="9" name="S07-stepno60"/>
          <p:cNvSpPr txBox="1"/>
          <p:nvPr/>
        </p:nvSpPr>
        <p:spPr>
          <a:xfrm>
            <a:off x="548640" y="2790444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10" name="S07-text61"/>
          <p:cNvSpPr txBox="1"/>
          <p:nvPr/>
        </p:nvSpPr>
        <p:spPr>
          <a:xfrm>
            <a:off x="1325880" y="2744724"/>
            <a:ext cx="5658307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3에서 8을 뺄 수 없어요.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일의 자리에서 1을 받아내려요.</a:t>
            </a:r>
            <a:endParaRPr lang="ko-KR" sz="3000" dirty="0"/>
          </a:p>
        </p:txBody>
      </p:sp>
      <p:sp>
        <p:nvSpPr>
          <p:cNvPr id="11" name="S07-stepno62"/>
          <p:cNvSpPr txBox="1"/>
          <p:nvPr/>
        </p:nvSpPr>
        <p:spPr>
          <a:xfrm>
            <a:off x="548640" y="3838956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12" name="S07-text63"/>
          <p:cNvSpPr txBox="1"/>
          <p:nvPr/>
        </p:nvSpPr>
        <p:spPr>
          <a:xfrm>
            <a:off x="1325880" y="3838956"/>
            <a:ext cx="5658307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소수 첫째 자리: 13 − 8 = 5</a:t>
            </a:r>
            <a:endParaRPr lang="ko-KR" sz="3000" dirty="0"/>
          </a:p>
        </p:txBody>
      </p:sp>
      <p:sp>
        <p:nvSpPr>
          <p:cNvPr id="13" name="S07-stepno64"/>
          <p:cNvSpPr txBox="1"/>
          <p:nvPr/>
        </p:nvSpPr>
        <p:spPr>
          <a:xfrm>
            <a:off x="548640" y="455218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400" dirty="0"/>
          </a:p>
        </p:txBody>
      </p:sp>
      <p:sp>
        <p:nvSpPr>
          <p:cNvPr id="14" name="S07-text65"/>
          <p:cNvSpPr txBox="1"/>
          <p:nvPr/>
        </p:nvSpPr>
        <p:spPr>
          <a:xfrm>
            <a:off x="1325880" y="4552188"/>
            <a:ext cx="5658307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일의 자리: 3 − 1 = 2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빈 자리에 0을 채워요</a:t>
            </a:r>
            <a:endParaRPr lang="ko-KR" sz="4000" dirty="0"/>
          </a:p>
        </p:txBody>
      </p:sp>
      <p:sp>
        <p:nvSpPr>
          <p:cNvPr id="3" name="S08-text66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3 − 1.25를 세로셈으로 해요.</a:t>
            </a:r>
            <a:endParaRPr lang="ko-KR" sz="3000" dirty="0"/>
          </a:p>
        </p:txBody>
      </p:sp>
      <p:sp>
        <p:nvSpPr>
          <p:cNvPr id="4" name="S08-card67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8-cardtext68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자연수도 끝에 0을 붙일 수 있어요: 3 = 3.00</a:t>
            </a:r>
            <a:endParaRPr lang="ko-KR" sz="3000" dirty="0"/>
          </a:p>
        </p:txBody>
      </p:sp>
      <p:graphicFrame>
        <p:nvGraphicFramePr>
          <p:cNvPr id="9" name="S08-table6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795912" y="2286635"/>
          <a:ext cx="4754880" cy="914400"/>
        </p:xfrm>
        <a:graphic>
          <a:graphicData uri="http://schemas.openxmlformats.org/drawingml/2006/table">
            <a:tbl>
              <a:tblPr/>
              <a:tblGrid>
                <a:gridCol w="475488"/>
                <a:gridCol w="760781"/>
                <a:gridCol w="380390"/>
                <a:gridCol w="1569110"/>
                <a:gridCol w="1569110"/>
              </a:tblGrid>
              <a:tr h="51181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일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소수 첫째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소수 둘째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51181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181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.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181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−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.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181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.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08-stepno70"/>
          <p:cNvSpPr txBox="1"/>
          <p:nvPr/>
        </p:nvSpPr>
        <p:spPr>
          <a:xfrm>
            <a:off x="548640" y="238810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8" name="S08-text71"/>
          <p:cNvSpPr txBox="1"/>
          <p:nvPr/>
        </p:nvSpPr>
        <p:spPr>
          <a:xfrm>
            <a:off x="1325880" y="2388108"/>
            <a:ext cx="50147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3을 3.00으로 써요.</a:t>
            </a:r>
            <a:endParaRPr lang="ko-KR" sz="3000" dirty="0"/>
          </a:p>
        </p:txBody>
      </p:sp>
      <p:sp>
        <p:nvSpPr>
          <p:cNvPr id="9" name="S08-stepno72"/>
          <p:cNvSpPr txBox="1"/>
          <p:nvPr/>
        </p:nvSpPr>
        <p:spPr>
          <a:xfrm>
            <a:off x="548640" y="3101340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10" name="S08-text73"/>
          <p:cNvSpPr txBox="1"/>
          <p:nvPr/>
        </p:nvSpPr>
        <p:spPr>
          <a:xfrm>
            <a:off x="1325880" y="3101340"/>
            <a:ext cx="50147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소수점을 맞추어 써요.</a:t>
            </a:r>
            <a:endParaRPr lang="ko-KR" sz="3000" dirty="0"/>
          </a:p>
        </p:txBody>
      </p:sp>
      <p:sp>
        <p:nvSpPr>
          <p:cNvPr id="11" name="S08-stepno74"/>
          <p:cNvSpPr txBox="1"/>
          <p:nvPr/>
        </p:nvSpPr>
        <p:spPr>
          <a:xfrm>
            <a:off x="548640" y="386029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12" name="S08-text75"/>
          <p:cNvSpPr txBox="1"/>
          <p:nvPr/>
        </p:nvSpPr>
        <p:spPr>
          <a:xfrm>
            <a:off x="1325880" y="3814572"/>
            <a:ext cx="5014752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받아내림을 하며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자리끼리 빼요.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소수의 뺄셈 연습</a:t>
            </a:r>
            <a:endParaRPr lang="ko-KR" sz="4000" dirty="0"/>
          </a:p>
        </p:txBody>
      </p:sp>
      <p:sp>
        <p:nvSpPr>
          <p:cNvPr id="3" name="S09-text76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소수점을 맞추어 세로셈으로 계산해요.</a:t>
            </a:r>
            <a:endParaRPr lang="ko-KR" sz="3000" dirty="0"/>
          </a:p>
        </p:txBody>
      </p:sp>
      <p:sp>
        <p:nvSpPr>
          <p:cNvPr id="4" name="S09-card77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09-cardtext78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뺄 수 없으면 윗자리에서 받아내려요.</a:t>
            </a:r>
            <a:endParaRPr lang="ko-KR" sz="3000" dirty="0"/>
          </a:p>
        </p:txBody>
      </p:sp>
      <p:graphicFrame>
        <p:nvGraphicFramePr>
          <p:cNvPr id="10" name="S09-table7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581394" y="2142744"/>
          <a:ext cx="4754880" cy="914400"/>
        </p:xfrm>
        <a:graphic>
          <a:graphicData uri="http://schemas.openxmlformats.org/drawingml/2006/table">
            <a:tbl>
              <a:tblPr/>
              <a:tblGrid>
                <a:gridCol w="475488"/>
                <a:gridCol w="760781"/>
                <a:gridCol w="380390"/>
                <a:gridCol w="1569110"/>
                <a:gridCol w="1569110"/>
              </a:tblGrid>
              <a:tr h="47244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일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소수 첫째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소수 둘째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47244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244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.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244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−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.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244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□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.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□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□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09-label80"/>
          <p:cNvSpPr txBox="1"/>
          <p:nvPr/>
        </p:nvSpPr>
        <p:spPr>
          <a:xfrm>
            <a:off x="6277356" y="4709160"/>
            <a:ext cx="536295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②를 세로셈으로</a:t>
            </a:r>
            <a:endParaRPr lang="ko-KR" sz="2400" dirty="0"/>
          </a:p>
        </p:txBody>
      </p:sp>
      <p:sp>
        <p:nvSpPr>
          <p:cNvPr id="8" name="S09-chip81"/>
          <p:cNvSpPr txBox="1"/>
          <p:nvPr/>
        </p:nvSpPr>
        <p:spPr>
          <a:xfrm>
            <a:off x="548640" y="21854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9" name="S09-eqtext82"/>
          <p:cNvSpPr txBox="1"/>
          <p:nvPr/>
        </p:nvSpPr>
        <p:spPr>
          <a:xfrm>
            <a:off x="1344168" y="2011680"/>
            <a:ext cx="45674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5.4 − 2.7 = □</a:t>
            </a:r>
            <a:endParaRPr lang="ko-KR" sz="3400" dirty="0"/>
          </a:p>
        </p:txBody>
      </p:sp>
      <p:sp>
        <p:nvSpPr>
          <p:cNvPr id="10" name="S09-chip83"/>
          <p:cNvSpPr txBox="1"/>
          <p:nvPr/>
        </p:nvSpPr>
        <p:spPr>
          <a:xfrm>
            <a:off x="548640" y="32826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11" name="S09-eqtext84"/>
          <p:cNvSpPr txBox="1"/>
          <p:nvPr/>
        </p:nvSpPr>
        <p:spPr>
          <a:xfrm>
            <a:off x="1344168" y="3108960"/>
            <a:ext cx="45674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6.32 − 2.58 = □</a:t>
            </a:r>
            <a:endParaRPr lang="ko-KR" sz="3400" dirty="0"/>
          </a:p>
        </p:txBody>
      </p:sp>
      <p:sp>
        <p:nvSpPr>
          <p:cNvPr id="12" name="S09-chip85"/>
          <p:cNvSpPr txBox="1"/>
          <p:nvPr/>
        </p:nvSpPr>
        <p:spPr>
          <a:xfrm>
            <a:off x="548640" y="43799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13" name="S09-eqtext86"/>
          <p:cNvSpPr txBox="1"/>
          <p:nvPr/>
        </p:nvSpPr>
        <p:spPr>
          <a:xfrm>
            <a:off x="1344168" y="4206240"/>
            <a:ext cx="45674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4 − 0.65 = □</a:t>
            </a:r>
            <a:endParaRPr lang="ko-KR" sz="3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000" dirty="0"/>
          </a:p>
        </p:txBody>
      </p:sp>
      <p:sp>
        <p:nvSpPr>
          <p:cNvPr id="3" name="S10-text87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세로셈으로 풀고, 소수점을 어떻게 맞췄는지 말해요.</a:t>
            </a:r>
            <a:endParaRPr lang="ko-KR" sz="3000" dirty="0"/>
          </a:p>
        </p:txBody>
      </p:sp>
      <p:sp>
        <p:nvSpPr>
          <p:cNvPr id="4" name="S10-chip88"/>
          <p:cNvSpPr txBox="1"/>
          <p:nvPr/>
        </p:nvSpPr>
        <p:spPr>
          <a:xfrm>
            <a:off x="548640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5" name="S10-eqtext89"/>
          <p:cNvSpPr txBox="1"/>
          <p:nvPr/>
        </p:nvSpPr>
        <p:spPr>
          <a:xfrm>
            <a:off x="1344168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2.7 + 0.56 = □</a:t>
            </a:r>
            <a:endParaRPr lang="ko-KR" sz="3400" dirty="0"/>
          </a:p>
        </p:txBody>
      </p:sp>
      <p:sp>
        <p:nvSpPr>
          <p:cNvPr id="6" name="S10-chip90"/>
          <p:cNvSpPr txBox="1"/>
          <p:nvPr/>
        </p:nvSpPr>
        <p:spPr>
          <a:xfrm>
            <a:off x="6277356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7" name="S10-eqtext91"/>
          <p:cNvSpPr txBox="1"/>
          <p:nvPr/>
        </p:nvSpPr>
        <p:spPr>
          <a:xfrm>
            <a:off x="7072884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4.85 + 1.15 = □</a:t>
            </a:r>
            <a:endParaRPr lang="ko-KR" sz="3400" dirty="0"/>
          </a:p>
        </p:txBody>
      </p:sp>
      <p:sp>
        <p:nvSpPr>
          <p:cNvPr id="8" name="S10-chip92"/>
          <p:cNvSpPr txBox="1"/>
          <p:nvPr/>
        </p:nvSpPr>
        <p:spPr>
          <a:xfrm>
            <a:off x="548640" y="4654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9" name="S10-eqtext93"/>
          <p:cNvSpPr txBox="1"/>
          <p:nvPr/>
        </p:nvSpPr>
        <p:spPr>
          <a:xfrm>
            <a:off x="1344168" y="420624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7.2 − 3.46 = □</a:t>
            </a:r>
            <a:endParaRPr lang="ko-KR" sz="3400" dirty="0"/>
          </a:p>
        </p:txBody>
      </p:sp>
      <p:sp>
        <p:nvSpPr>
          <p:cNvPr id="10" name="S10-chip94"/>
          <p:cNvSpPr txBox="1"/>
          <p:nvPr/>
        </p:nvSpPr>
        <p:spPr>
          <a:xfrm>
            <a:off x="6277356" y="4654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400" dirty="0"/>
          </a:p>
        </p:txBody>
      </p:sp>
      <p:sp>
        <p:nvSpPr>
          <p:cNvPr id="11" name="S10-eqtext95"/>
          <p:cNvSpPr txBox="1"/>
          <p:nvPr/>
        </p:nvSpPr>
        <p:spPr>
          <a:xfrm>
            <a:off x="7072884" y="420624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5 − 2.3 = □</a:t>
            </a:r>
            <a:endParaRPr lang="ko-KR" sz="3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바르게 쓴 세로셈</a:t>
            </a:r>
            <a:endParaRPr lang="ko-KR" sz="4000" dirty="0"/>
          </a:p>
        </p:txBody>
      </p:sp>
      <p:sp>
        <p:nvSpPr>
          <p:cNvPr id="3" name="S12-text96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2.5 + 0.38을 세로셈으로 썼어요.</a:t>
            </a:r>
            <a:endParaRPr lang="ko-KR" sz="3000" dirty="0"/>
          </a:p>
        </p:txBody>
      </p:sp>
      <p:sp>
        <p:nvSpPr>
          <p:cNvPr id="4" name="S12-card97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12-cardtext98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바르게 쓴 것을 고르고, 답을 구해요.</a:t>
            </a:r>
            <a:endParaRPr lang="ko-KR" sz="3000" dirty="0"/>
          </a:p>
        </p:txBody>
      </p:sp>
      <p:sp>
        <p:nvSpPr>
          <p:cNvPr id="6" name="S12-chip99"/>
          <p:cNvSpPr txBox="1"/>
          <p:nvPr/>
        </p:nvSpPr>
        <p:spPr>
          <a:xfrm>
            <a:off x="2946654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3000" dirty="0"/>
          </a:p>
        </p:txBody>
      </p:sp>
      <p:graphicFrame>
        <p:nvGraphicFramePr>
          <p:cNvPr id="12" name="S12-table10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218438" y="3091434"/>
          <a:ext cx="4023360" cy="914400"/>
        </p:xfrm>
        <a:graphic>
          <a:graphicData uri="http://schemas.openxmlformats.org/drawingml/2006/table">
            <a:tbl>
              <a:tblPr/>
              <a:tblGrid>
                <a:gridCol w="804672"/>
                <a:gridCol w="804672"/>
                <a:gridCol w="804672"/>
                <a:gridCol w="804672"/>
                <a:gridCol w="804672"/>
              </a:tblGrid>
              <a:tr h="5511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.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511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+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.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511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S12-chip101"/>
          <p:cNvSpPr txBox="1"/>
          <p:nvPr/>
        </p:nvSpPr>
        <p:spPr>
          <a:xfrm>
            <a:off x="8675370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3000" dirty="0"/>
          </a:p>
        </p:txBody>
      </p:sp>
      <p:graphicFrame>
        <p:nvGraphicFramePr>
          <p:cNvPr id="23" name="S12-table10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947154" y="3091434"/>
          <a:ext cx="4023360" cy="914400"/>
        </p:xfrm>
        <a:graphic>
          <a:graphicData uri="http://schemas.openxmlformats.org/drawingml/2006/table">
            <a:tbl>
              <a:tblPr/>
              <a:tblGrid>
                <a:gridCol w="804672"/>
                <a:gridCol w="804672"/>
                <a:gridCol w="804672"/>
                <a:gridCol w="804672"/>
                <a:gridCol w="804672"/>
              </a:tblGrid>
              <a:tr h="5511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.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511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+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.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511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000" dirty="0"/>
          </a:p>
        </p:txBody>
      </p:sp>
      <p:sp>
        <p:nvSpPr>
          <p:cNvPr id="3" name="S13-card103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3-cardtext104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소수점을 맞추어 같은 자리끼리 더하고 빼요.</a:t>
            </a:r>
            <a:endParaRPr lang="ko-KR" sz="3000" dirty="0"/>
          </a:p>
        </p:txBody>
      </p:sp>
      <p:sp>
        <p:nvSpPr>
          <p:cNvPr id="5" name="S13-chip105"/>
          <p:cNvSpPr txBox="1"/>
          <p:nvPr/>
        </p:nvSpPr>
        <p:spPr>
          <a:xfrm>
            <a:off x="548640" y="242316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빈 자리에 0 쓰기</a:t>
            </a:r>
            <a:endParaRPr lang="ko-KR" sz="2400" dirty="0"/>
          </a:p>
        </p:txBody>
      </p:sp>
      <p:sp>
        <p:nvSpPr>
          <p:cNvPr id="6" name="S13-chip106"/>
          <p:cNvSpPr txBox="1"/>
          <p:nvPr/>
        </p:nvSpPr>
        <p:spPr>
          <a:xfrm>
            <a:off x="6208776" y="242316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오른쪽 끝 맞추기</a:t>
            </a:r>
            <a:endParaRPr lang="ko-KR" sz="2400" dirty="0"/>
          </a:p>
        </p:txBody>
      </p:sp>
      <p:sp>
        <p:nvSpPr>
          <p:cNvPr id="7" name="S13-text107"/>
          <p:cNvSpPr txBox="1"/>
          <p:nvPr/>
        </p:nvSpPr>
        <p:spPr>
          <a:xfrm>
            <a:off x="548640" y="324612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400" dirty="0"/>
          </a:p>
        </p:txBody>
      </p:sp>
      <p:sp>
        <p:nvSpPr>
          <p:cNvPr id="8" name="S13-eqtext108"/>
          <p:cNvSpPr txBox="1"/>
          <p:nvPr/>
        </p:nvSpPr>
        <p:spPr>
          <a:xfrm>
            <a:off x="548640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3.8 + 1.45 = □</a:t>
            </a:r>
            <a:endParaRPr lang="ko-KR" sz="2800" dirty="0"/>
          </a:p>
        </p:txBody>
      </p:sp>
      <p:sp>
        <p:nvSpPr>
          <p:cNvPr id="9" name="S13-eqtext109"/>
          <p:cNvSpPr txBox="1"/>
          <p:nvPr/>
        </p:nvSpPr>
        <p:spPr>
          <a:xfrm>
            <a:off x="4322064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6 − 2.75 = □</a:t>
            </a:r>
            <a:endParaRPr lang="ko-KR" sz="2800" dirty="0"/>
          </a:p>
        </p:txBody>
      </p:sp>
      <p:sp>
        <p:nvSpPr>
          <p:cNvPr id="10" name="S13-eqtext110"/>
          <p:cNvSpPr txBox="1"/>
          <p:nvPr/>
        </p:nvSpPr>
        <p:spPr>
          <a:xfrm>
            <a:off x="8095488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0.68 + 0.32 = □</a:t>
            </a:r>
            <a:endParaRPr lang="ko-KR" sz="2800" dirty="0"/>
          </a:p>
        </p:txBody>
      </p:sp>
      <p:sp>
        <p:nvSpPr>
          <p:cNvPr id="11" name="S13-text111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각도 재기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같은 자리 찾기</a:t>
            </a:r>
            <a:endParaRPr lang="ko-KR" sz="4000" dirty="0"/>
          </a:p>
        </p:txBody>
      </p:sp>
      <p:sp>
        <p:nvSpPr>
          <p:cNvPr id="3" name="S14-text112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1.25와 0.4를 자릿값 표에 써요.</a:t>
            </a:r>
            <a:endParaRPr lang="ko-KR" sz="3000" dirty="0"/>
          </a:p>
        </p:txBody>
      </p:sp>
      <p:sp>
        <p:nvSpPr>
          <p:cNvPr id="4" name="S14-card113"/>
          <p:cNvSpPr/>
          <p:nvPr/>
        </p:nvSpPr>
        <p:spPr>
          <a:xfrm>
            <a:off x="548640" y="4975860"/>
            <a:ext cx="11091672" cy="1242060"/>
          </a:xfrm>
          <a:prstGeom prst="roundRect">
            <a:avLst>
              <a:gd name="adj" fmla="val 8834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14-cardtext114"/>
          <p:cNvSpPr txBox="1"/>
          <p:nvPr/>
        </p:nvSpPr>
        <p:spPr>
          <a:xfrm>
            <a:off x="822960" y="5113020"/>
            <a:ext cx="10543032" cy="967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4는 소수 첫째 자리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0.4의 4는 1.25의 2와 같은 자리예요.</a:t>
            </a:r>
            <a:endParaRPr lang="ko-KR" sz="3000" dirty="0"/>
          </a:p>
        </p:txBody>
      </p:sp>
      <p:graphicFrame>
        <p:nvGraphicFramePr>
          <p:cNvPr id="14" name="S14-table11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751076" y="2611755"/>
          <a:ext cx="8686800" cy="914400"/>
        </p:xfrm>
        <a:graphic>
          <a:graphicData uri="http://schemas.openxmlformats.org/drawingml/2006/table">
            <a:tbl>
              <a:tblPr/>
              <a:tblGrid>
                <a:gridCol w="1650492"/>
                <a:gridCol w="1997964"/>
                <a:gridCol w="2519172"/>
                <a:gridCol w="2519172"/>
              </a:tblGrid>
              <a:tr h="51181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일의 자리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소수 첫째 자리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소수 둘째 자리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51181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1.25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181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0.4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(0)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초4 수학 소수의 덧셈과 뺄셈</dc:title>
  <dc:subject>KR22-G04-MAT-DECADD-L01</dc:subject>
  <dc:creator>education-ppt</dc:creator>
  <cp:lastModifiedBy>education-ppt</cp:lastModifiedBy>
  <cp:revision>1</cp:revision>
  <dcterms:created xsi:type="dcterms:W3CDTF">2026-10-26T08:17:53Z</dcterms:created>
  <dcterms:modified xsi:type="dcterms:W3CDTF">2026-10-26T08:17:53Z</dcterms:modified>
</cp:coreProperties>
</file>