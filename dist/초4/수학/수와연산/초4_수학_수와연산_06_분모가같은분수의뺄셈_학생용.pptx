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afaa87b-e89c-5146-d0e4-bd5180c2a973}">
          <p14:sldIdLst>
            <p14:sldId id="256"/>
            <p14:sldId id="257"/>
          </p14:sldIdLst>
        </p14:section>
        <p14:section name="개념" id="{7bf40ec4-196e-e345-549e-4665dbc31b34}">
          <p14:sldIdLst>
            <p14:sldId id="258"/>
            <p14:sldId id="259"/>
            <p14:sldId id="261"/>
            <p14:sldId id="262"/>
            <p14:sldId id="263"/>
          </p14:sldIdLst>
        </p14:section>
        <p14:section name="연습" id="{e49d29be-1cc5-10f1-d5c3-5e82f6e3706d}">
          <p14:sldIdLst>
            <p14:sldId id="260"/>
            <p14:sldId id="264"/>
            <p14:sldId id="265"/>
          </p14:sldIdLst>
        </p14:section>
        <p14:section name="개념" id="{ba065b34-329d-92e9-193f-705bc220cc37}">
          <p14:sldIdLst/>
        </p14:section>
        <p14:section name="연습" id="{ac25eb5f-4a26-1fea-8a91-0ad02e97912a}">
          <p14:sldIdLst/>
        </p14:section>
        <p14:section name="확인" id="{7884074f-c581-b5e8-1939-72ba13530e9f}">
          <p14:sldIdLst>
            <p14:sldId id="266"/>
            <p14:sldId id="267"/>
          </p14:sldIdLst>
        </p14:section>
        <p14:section name="정리" id="{f00aed55-7e71-09fc-f62b-6ac864a3c9a2}">
          <p14:sldIdLst>
            <p14:sldId id="268"/>
          </p14:sldIdLst>
        </p14:section>
        <p14:section name="보충" id="{1fda818d-5ca1-6805-4a90-381cddd1ef2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수와연산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분모가 같은 분수의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분모가 같은 분수의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분모가 같은 분수의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같은 분수의 뺄셈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5분의 1에서 1과 5분의 3을 빼려면?</a:t>
            </a:r>
            <a:endParaRPr lang="ko-KR" sz="3000" dirty="0"/>
          </a:p>
        </p:txBody>
      </p:sp>
      <p:sp>
        <p:nvSpPr>
          <p:cNvPr id="4" name="S01-op1"/>
          <p:cNvSpPr txBox="1"/>
          <p:nvPr/>
        </p:nvSpPr>
        <p:spPr>
          <a:xfrm>
            <a:off x="7703820" y="164693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5" name="S01-num2"/>
          <p:cNvSpPr txBox="1"/>
          <p:nvPr/>
        </p:nvSpPr>
        <p:spPr>
          <a:xfrm>
            <a:off x="8304276" y="16469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6" name="S01-fracbar3"/>
          <p:cNvSpPr/>
          <p:nvPr/>
        </p:nvSpPr>
        <p:spPr>
          <a:xfrm>
            <a:off x="8340852" y="210312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7" name="S01-num4"/>
          <p:cNvSpPr txBox="1"/>
          <p:nvPr/>
        </p:nvSpPr>
        <p:spPr>
          <a:xfrm>
            <a:off x="8304276" y="2139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8" name="S01-op5"/>
          <p:cNvSpPr txBox="1"/>
          <p:nvPr/>
        </p:nvSpPr>
        <p:spPr>
          <a:xfrm>
            <a:off x="8897112" y="16469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9" name="S01-op6"/>
          <p:cNvSpPr txBox="1"/>
          <p:nvPr/>
        </p:nvSpPr>
        <p:spPr>
          <a:xfrm>
            <a:off x="9412224" y="164693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0" name="S01-num7"/>
          <p:cNvSpPr txBox="1"/>
          <p:nvPr/>
        </p:nvSpPr>
        <p:spPr>
          <a:xfrm>
            <a:off x="10012680" y="16469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1" name="S01-fracbar8"/>
          <p:cNvSpPr/>
          <p:nvPr/>
        </p:nvSpPr>
        <p:spPr>
          <a:xfrm>
            <a:off x="10049256" y="210312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2" name="S01-num9"/>
          <p:cNvSpPr txBox="1"/>
          <p:nvPr/>
        </p:nvSpPr>
        <p:spPr>
          <a:xfrm>
            <a:off x="10012680" y="2139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3" name="S01-op10"/>
          <p:cNvSpPr txBox="1"/>
          <p:nvPr/>
        </p:nvSpPr>
        <p:spPr>
          <a:xfrm>
            <a:off x="10605516" y="16469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4" name="S01-op11"/>
          <p:cNvSpPr txBox="1"/>
          <p:nvPr/>
        </p:nvSpPr>
        <p:spPr>
          <a:xfrm>
            <a:off x="11120628" y="1646936"/>
            <a:ext cx="46939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800" dirty="0"/>
          </a:p>
        </p:txBody>
      </p:sp>
      <p:sp>
        <p:nvSpPr>
          <p:cNvPr id="15" name="S01-card1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6" name="S01-cardtext1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분수의 뺄셈을 그림과 식으로 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받아내림이 있는 뺄셈을 설명해요.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1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num15"/>
          <p:cNvSpPr txBox="1"/>
          <p:nvPr/>
        </p:nvSpPr>
        <p:spPr>
          <a:xfrm>
            <a:off x="1344168" y="15113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5" name="S02-fracbar16"/>
          <p:cNvSpPr/>
          <p:nvPr/>
        </p:nvSpPr>
        <p:spPr>
          <a:xfrm>
            <a:off x="1380744" y="20574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6" name="S02-num17"/>
          <p:cNvSpPr txBox="1"/>
          <p:nvPr/>
        </p:nvSpPr>
        <p:spPr>
          <a:xfrm>
            <a:off x="1344168" y="20939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7" name="S02-op18"/>
          <p:cNvSpPr txBox="1"/>
          <p:nvPr/>
        </p:nvSpPr>
        <p:spPr>
          <a:xfrm>
            <a:off x="2017014" y="15113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400" dirty="0"/>
          </a:p>
        </p:txBody>
      </p:sp>
      <p:sp>
        <p:nvSpPr>
          <p:cNvPr id="8" name="S02-num19"/>
          <p:cNvSpPr txBox="1"/>
          <p:nvPr/>
        </p:nvSpPr>
        <p:spPr>
          <a:xfrm>
            <a:off x="2564130" y="15113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9" name="S02-fracbar20"/>
          <p:cNvSpPr/>
          <p:nvPr/>
        </p:nvSpPr>
        <p:spPr>
          <a:xfrm>
            <a:off x="2600706" y="20574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0" name="S02-num21"/>
          <p:cNvSpPr txBox="1"/>
          <p:nvPr/>
        </p:nvSpPr>
        <p:spPr>
          <a:xfrm>
            <a:off x="2564130" y="20939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11" name="S02-op22"/>
          <p:cNvSpPr txBox="1"/>
          <p:nvPr/>
        </p:nvSpPr>
        <p:spPr>
          <a:xfrm>
            <a:off x="3236976" y="15113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2" name="S02-blank23"/>
          <p:cNvSpPr/>
          <p:nvPr/>
        </p:nvSpPr>
        <p:spPr>
          <a:xfrm>
            <a:off x="3877127" y="157753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3" name="S02-fracbar24"/>
          <p:cNvSpPr/>
          <p:nvPr/>
        </p:nvSpPr>
        <p:spPr>
          <a:xfrm>
            <a:off x="3820668" y="20574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4" name="S02-num25"/>
          <p:cNvSpPr txBox="1"/>
          <p:nvPr/>
        </p:nvSpPr>
        <p:spPr>
          <a:xfrm>
            <a:off x="3784092" y="20939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15" name="S02-chip2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6" name="S02-op27"/>
          <p:cNvSpPr txBox="1"/>
          <p:nvPr/>
        </p:nvSpPr>
        <p:spPr>
          <a:xfrm>
            <a:off x="1344168" y="320294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17" name="S02-op28"/>
          <p:cNvSpPr txBox="1"/>
          <p:nvPr/>
        </p:nvSpPr>
        <p:spPr>
          <a:xfrm>
            <a:off x="1994916" y="320294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8" name="S02-blank29"/>
          <p:cNvSpPr/>
          <p:nvPr/>
        </p:nvSpPr>
        <p:spPr>
          <a:xfrm>
            <a:off x="2635067" y="326917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2-fracbar30"/>
          <p:cNvSpPr/>
          <p:nvPr/>
        </p:nvSpPr>
        <p:spPr>
          <a:xfrm>
            <a:off x="2578608" y="374904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0" name="S02-num31"/>
          <p:cNvSpPr txBox="1"/>
          <p:nvPr/>
        </p:nvSpPr>
        <p:spPr>
          <a:xfrm>
            <a:off x="2542032" y="378561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1" name="S02-chip3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2" name="S02-num33"/>
          <p:cNvSpPr txBox="1"/>
          <p:nvPr/>
        </p:nvSpPr>
        <p:spPr>
          <a:xfrm>
            <a:off x="1344168" y="48945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23" name="S02-fracbar34"/>
          <p:cNvSpPr/>
          <p:nvPr/>
        </p:nvSpPr>
        <p:spPr>
          <a:xfrm>
            <a:off x="1380744" y="54406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4" name="S02-num35"/>
          <p:cNvSpPr txBox="1"/>
          <p:nvPr/>
        </p:nvSpPr>
        <p:spPr>
          <a:xfrm>
            <a:off x="1344168" y="54772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5" name="S02-op36"/>
          <p:cNvSpPr txBox="1"/>
          <p:nvPr/>
        </p:nvSpPr>
        <p:spPr>
          <a:xfrm>
            <a:off x="2017014" y="489458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26" name="S02-blank37"/>
          <p:cNvSpPr/>
          <p:nvPr/>
        </p:nvSpPr>
        <p:spPr>
          <a:xfrm>
            <a:off x="2715204" y="525215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02-blank38"/>
          <p:cNvSpPr/>
          <p:nvPr/>
        </p:nvSpPr>
        <p:spPr>
          <a:xfrm>
            <a:off x="3446089" y="496081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2-fracbar39"/>
          <p:cNvSpPr/>
          <p:nvPr/>
        </p:nvSpPr>
        <p:spPr>
          <a:xfrm>
            <a:off x="3389630" y="54406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9" name="S02-num40"/>
          <p:cNvSpPr txBox="1"/>
          <p:nvPr/>
        </p:nvSpPr>
        <p:spPr>
          <a:xfrm>
            <a:off x="3353054" y="54772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 빼요</a:t>
            </a:r>
            <a:endParaRPr lang="ko-KR" sz="4000" dirty="0"/>
          </a:p>
        </p:txBody>
      </p:sp>
      <p:sp>
        <p:nvSpPr>
          <p:cNvPr id="3" name="S03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4 − 5분의 1을 막대로 봐요.</a:t>
            </a:r>
            <a:endParaRPr lang="ko-KR" sz="3000" dirty="0"/>
          </a:p>
        </p:txBody>
      </p:sp>
      <p:sp>
        <p:nvSpPr>
          <p:cNvPr id="4" name="S03-card42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43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 4개 − 1개 = 3개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그대로, 분자끼리 빼요.</a:t>
            </a:r>
            <a:endParaRPr lang="ko-KR" sz="3000" dirty="0"/>
          </a:p>
        </p:txBody>
      </p:sp>
      <p:sp>
        <p:nvSpPr>
          <p:cNvPr id="6" name="S03-num44"/>
          <p:cNvSpPr txBox="1"/>
          <p:nvPr/>
        </p:nvSpPr>
        <p:spPr>
          <a:xfrm>
            <a:off x="764286" y="214147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7" name="S03-fracbar45"/>
          <p:cNvSpPr/>
          <p:nvPr/>
        </p:nvSpPr>
        <p:spPr>
          <a:xfrm>
            <a:off x="800862" y="2597658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3-num46"/>
          <p:cNvSpPr txBox="1"/>
          <p:nvPr/>
        </p:nvSpPr>
        <p:spPr>
          <a:xfrm>
            <a:off x="764286" y="263423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9" name="S03-cell47"/>
          <p:cNvSpPr/>
          <p:nvPr/>
        </p:nvSpPr>
        <p:spPr>
          <a:xfrm>
            <a:off x="1600200" y="2186178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48"/>
          <p:cNvSpPr/>
          <p:nvPr/>
        </p:nvSpPr>
        <p:spPr>
          <a:xfrm>
            <a:off x="3608222" y="2186178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49"/>
          <p:cNvSpPr/>
          <p:nvPr/>
        </p:nvSpPr>
        <p:spPr>
          <a:xfrm>
            <a:off x="5616245" y="2186178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50"/>
          <p:cNvSpPr/>
          <p:nvPr/>
        </p:nvSpPr>
        <p:spPr>
          <a:xfrm>
            <a:off x="7624267" y="2186178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51"/>
          <p:cNvSpPr/>
          <p:nvPr/>
        </p:nvSpPr>
        <p:spPr>
          <a:xfrm>
            <a:off x="9632290" y="2186178"/>
            <a:ext cx="200802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figure52" descr="똑같이 5칸으로 나눈 띠, 4칸 색칠"/>
          <p:cNvSpPr/>
          <p:nvPr/>
        </p:nvSpPr>
        <p:spPr>
          <a:xfrm>
            <a:off x="1600200" y="2186178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3-num53"/>
          <p:cNvSpPr txBox="1"/>
          <p:nvPr/>
        </p:nvSpPr>
        <p:spPr>
          <a:xfrm>
            <a:off x="764286" y="322046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6" name="S03-fracbar54"/>
          <p:cNvSpPr/>
          <p:nvPr/>
        </p:nvSpPr>
        <p:spPr>
          <a:xfrm>
            <a:off x="800862" y="367665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3-num55"/>
          <p:cNvSpPr txBox="1"/>
          <p:nvPr/>
        </p:nvSpPr>
        <p:spPr>
          <a:xfrm>
            <a:off x="764286" y="371322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8" name="S03-cell56"/>
          <p:cNvSpPr/>
          <p:nvPr/>
        </p:nvSpPr>
        <p:spPr>
          <a:xfrm>
            <a:off x="1600200" y="3265170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cell57"/>
          <p:cNvSpPr/>
          <p:nvPr/>
        </p:nvSpPr>
        <p:spPr>
          <a:xfrm>
            <a:off x="3608222" y="3265170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58"/>
          <p:cNvSpPr/>
          <p:nvPr/>
        </p:nvSpPr>
        <p:spPr>
          <a:xfrm>
            <a:off x="5616245" y="3265170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cell59"/>
          <p:cNvSpPr/>
          <p:nvPr/>
        </p:nvSpPr>
        <p:spPr>
          <a:xfrm>
            <a:off x="7624267" y="3265170"/>
            <a:ext cx="200802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cell60"/>
          <p:cNvSpPr/>
          <p:nvPr/>
        </p:nvSpPr>
        <p:spPr>
          <a:xfrm>
            <a:off x="9632290" y="3265170"/>
            <a:ext cx="200802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figure61" descr="똑같이 5칸으로 나눈 띠, 3칸 색칠"/>
          <p:cNvSpPr/>
          <p:nvPr/>
        </p:nvSpPr>
        <p:spPr>
          <a:xfrm>
            <a:off x="1600200" y="3265170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3-label62"/>
          <p:cNvSpPr txBox="1"/>
          <p:nvPr/>
        </p:nvSpPr>
        <p:spPr>
          <a:xfrm>
            <a:off x="548640" y="43357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1을 1칸 덜어 내면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대분수끼리 빼요</a:t>
            </a:r>
            <a:endParaRPr lang="ko-KR" sz="4000" dirty="0"/>
          </a:p>
        </p:txBody>
      </p:sp>
      <p:sp>
        <p:nvSpPr>
          <p:cNvPr id="3" name="S04-op63"/>
          <p:cNvSpPr txBox="1"/>
          <p:nvPr/>
        </p:nvSpPr>
        <p:spPr>
          <a:xfrm>
            <a:off x="548640" y="13512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4" name="S04-num64"/>
          <p:cNvSpPr txBox="1"/>
          <p:nvPr/>
        </p:nvSpPr>
        <p:spPr>
          <a:xfrm>
            <a:off x="1199388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5" name="S04-fracbar65"/>
          <p:cNvSpPr/>
          <p:nvPr/>
        </p:nvSpPr>
        <p:spPr>
          <a:xfrm>
            <a:off x="1235964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6" name="S04-num66"/>
          <p:cNvSpPr txBox="1"/>
          <p:nvPr/>
        </p:nvSpPr>
        <p:spPr>
          <a:xfrm>
            <a:off x="1199388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7" name="S04-op67"/>
          <p:cNvSpPr txBox="1"/>
          <p:nvPr/>
        </p:nvSpPr>
        <p:spPr>
          <a:xfrm>
            <a:off x="1872234" y="135128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400" dirty="0"/>
          </a:p>
        </p:txBody>
      </p:sp>
      <p:sp>
        <p:nvSpPr>
          <p:cNvPr id="8" name="S04-op68"/>
          <p:cNvSpPr txBox="1"/>
          <p:nvPr/>
        </p:nvSpPr>
        <p:spPr>
          <a:xfrm>
            <a:off x="2419350" y="13512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9" name="S04-num69"/>
          <p:cNvSpPr txBox="1"/>
          <p:nvPr/>
        </p:nvSpPr>
        <p:spPr>
          <a:xfrm>
            <a:off x="3070098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10" name="S04-fracbar70"/>
          <p:cNvSpPr/>
          <p:nvPr/>
        </p:nvSpPr>
        <p:spPr>
          <a:xfrm>
            <a:off x="3106674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1" name="S04-num71"/>
          <p:cNvSpPr txBox="1"/>
          <p:nvPr/>
        </p:nvSpPr>
        <p:spPr>
          <a:xfrm>
            <a:off x="3070098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2" name="S04-stepno72"/>
          <p:cNvSpPr txBox="1"/>
          <p:nvPr/>
        </p:nvSpPr>
        <p:spPr>
          <a:xfrm>
            <a:off x="548640" y="30007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3" name="S04-text73"/>
          <p:cNvSpPr txBox="1"/>
          <p:nvPr/>
        </p:nvSpPr>
        <p:spPr>
          <a:xfrm>
            <a:off x="1325880" y="3000756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 빼요.</a:t>
            </a:r>
            <a:endParaRPr lang="ko-KR" sz="3000" dirty="0"/>
          </a:p>
        </p:txBody>
      </p:sp>
      <p:sp>
        <p:nvSpPr>
          <p:cNvPr id="14" name="S04-eqtext74"/>
          <p:cNvSpPr txBox="1"/>
          <p:nvPr/>
        </p:nvSpPr>
        <p:spPr>
          <a:xfrm>
            <a:off x="6981810" y="3000756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3 − 1 = 2</a:t>
            </a:r>
            <a:endParaRPr lang="ko-KR" sz="3000" dirty="0"/>
          </a:p>
        </p:txBody>
      </p:sp>
      <p:sp>
        <p:nvSpPr>
          <p:cNvPr id="15" name="S04-stepno75"/>
          <p:cNvSpPr txBox="1"/>
          <p:nvPr/>
        </p:nvSpPr>
        <p:spPr>
          <a:xfrm>
            <a:off x="548640" y="3759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6" name="S04-text76"/>
          <p:cNvSpPr txBox="1"/>
          <p:nvPr/>
        </p:nvSpPr>
        <p:spPr>
          <a:xfrm>
            <a:off x="1325880" y="3713988"/>
            <a:ext cx="565593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분수끼리 빼요.</a:t>
            </a:r>
            <a:endParaRPr lang="ko-KR" sz="3000" dirty="0"/>
          </a:p>
        </p:txBody>
      </p:sp>
      <p:sp>
        <p:nvSpPr>
          <p:cNvPr id="17" name="S04-num77"/>
          <p:cNvSpPr txBox="1"/>
          <p:nvPr/>
        </p:nvSpPr>
        <p:spPr>
          <a:xfrm>
            <a:off x="6981810" y="37139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</p:txBody>
      </p:sp>
      <p:sp>
        <p:nvSpPr>
          <p:cNvPr id="18" name="S04-fracbar78"/>
          <p:cNvSpPr/>
          <p:nvPr/>
        </p:nvSpPr>
        <p:spPr>
          <a:xfrm>
            <a:off x="7018386" y="42001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9" name="S04-num79"/>
          <p:cNvSpPr txBox="1"/>
          <p:nvPr/>
        </p:nvSpPr>
        <p:spPr>
          <a:xfrm>
            <a:off x="6981810" y="42367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0" name="S04-op80"/>
          <p:cNvSpPr txBox="1"/>
          <p:nvPr/>
        </p:nvSpPr>
        <p:spPr>
          <a:xfrm>
            <a:off x="7601316" y="3713988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000" dirty="0"/>
          </a:p>
        </p:txBody>
      </p:sp>
      <p:sp>
        <p:nvSpPr>
          <p:cNvPr id="21" name="S04-num81"/>
          <p:cNvSpPr txBox="1"/>
          <p:nvPr/>
        </p:nvSpPr>
        <p:spPr>
          <a:xfrm>
            <a:off x="8127096" y="37139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22" name="S04-fracbar82"/>
          <p:cNvSpPr/>
          <p:nvPr/>
        </p:nvSpPr>
        <p:spPr>
          <a:xfrm>
            <a:off x="8163672" y="42001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3" name="S04-num83"/>
          <p:cNvSpPr txBox="1"/>
          <p:nvPr/>
        </p:nvSpPr>
        <p:spPr>
          <a:xfrm>
            <a:off x="8127096" y="42367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4" name="S04-op84"/>
          <p:cNvSpPr txBox="1"/>
          <p:nvPr/>
        </p:nvSpPr>
        <p:spPr>
          <a:xfrm>
            <a:off x="8746602" y="3713988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25" name="S04-num85"/>
          <p:cNvSpPr txBox="1"/>
          <p:nvPr/>
        </p:nvSpPr>
        <p:spPr>
          <a:xfrm>
            <a:off x="9272382" y="37139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26" name="S04-fracbar86"/>
          <p:cNvSpPr/>
          <p:nvPr/>
        </p:nvSpPr>
        <p:spPr>
          <a:xfrm>
            <a:off x="9308958" y="42001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7" name="S04-num87"/>
          <p:cNvSpPr txBox="1"/>
          <p:nvPr/>
        </p:nvSpPr>
        <p:spPr>
          <a:xfrm>
            <a:off x="9272382" y="42367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8" name="S04-stepno88"/>
          <p:cNvSpPr txBox="1"/>
          <p:nvPr/>
        </p:nvSpPr>
        <p:spPr>
          <a:xfrm>
            <a:off x="548640" y="48966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9" name="S04-text89"/>
          <p:cNvSpPr txBox="1"/>
          <p:nvPr/>
        </p:nvSpPr>
        <p:spPr>
          <a:xfrm>
            <a:off x="1325880" y="4850892"/>
            <a:ext cx="565593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둘을 합쳐요.</a:t>
            </a:r>
            <a:endParaRPr lang="ko-KR" sz="3000" dirty="0"/>
          </a:p>
        </p:txBody>
      </p:sp>
      <p:sp>
        <p:nvSpPr>
          <p:cNvPr id="30" name="S04-op90"/>
          <p:cNvSpPr txBox="1"/>
          <p:nvPr/>
        </p:nvSpPr>
        <p:spPr>
          <a:xfrm>
            <a:off x="6981810" y="4850892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31" name="S04-num91"/>
          <p:cNvSpPr txBox="1"/>
          <p:nvPr/>
        </p:nvSpPr>
        <p:spPr>
          <a:xfrm>
            <a:off x="7599030" y="485089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32" name="S04-fracbar92"/>
          <p:cNvSpPr/>
          <p:nvPr/>
        </p:nvSpPr>
        <p:spPr>
          <a:xfrm>
            <a:off x="7635606" y="5337048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3" name="S04-num93"/>
          <p:cNvSpPr txBox="1"/>
          <p:nvPr/>
        </p:nvSpPr>
        <p:spPr>
          <a:xfrm>
            <a:off x="7599030" y="537362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 빼 봐요</a:t>
            </a:r>
            <a:endParaRPr lang="ko-KR" sz="4000" dirty="0"/>
          </a:p>
        </p:txBody>
      </p:sp>
      <p:sp>
        <p:nvSpPr>
          <p:cNvPr id="3" name="S05-text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써요.</a:t>
            </a:r>
            <a:endParaRPr lang="ko-KR" sz="3000" dirty="0"/>
          </a:p>
        </p:txBody>
      </p:sp>
      <p:sp>
        <p:nvSpPr>
          <p:cNvPr id="4" name="S05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 두고 분자끼리 빼요.</a:t>
            </a:r>
            <a:endParaRPr lang="ko-KR" sz="3000" dirty="0"/>
          </a:p>
        </p:txBody>
      </p:sp>
      <p:sp>
        <p:nvSpPr>
          <p:cNvPr id="6" name="S05-chip9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num98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8" name="S05-fracbar99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5-num100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0" name="S05-op101"/>
          <p:cNvSpPr txBox="1"/>
          <p:nvPr/>
        </p:nvSpPr>
        <p:spPr>
          <a:xfrm>
            <a:off x="193700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11" name="S05-num102"/>
          <p:cNvSpPr txBox="1"/>
          <p:nvPr/>
        </p:nvSpPr>
        <p:spPr>
          <a:xfrm>
            <a:off x="2452116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2" name="S05-fracbar103"/>
          <p:cNvSpPr/>
          <p:nvPr/>
        </p:nvSpPr>
        <p:spPr>
          <a:xfrm>
            <a:off x="248869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5-num104"/>
          <p:cNvSpPr txBox="1"/>
          <p:nvPr/>
        </p:nvSpPr>
        <p:spPr>
          <a:xfrm>
            <a:off x="245211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4" name="S05-op105"/>
          <p:cNvSpPr txBox="1"/>
          <p:nvPr/>
        </p:nvSpPr>
        <p:spPr>
          <a:xfrm>
            <a:off x="3044952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05-blank106"/>
          <p:cNvSpPr/>
          <p:nvPr/>
        </p:nvSpPr>
        <p:spPr>
          <a:xfrm>
            <a:off x="3646363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5-fracbar107"/>
          <p:cNvSpPr/>
          <p:nvPr/>
        </p:nvSpPr>
        <p:spPr>
          <a:xfrm>
            <a:off x="3596640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num108"/>
          <p:cNvSpPr txBox="1"/>
          <p:nvPr/>
        </p:nvSpPr>
        <p:spPr>
          <a:xfrm>
            <a:off x="3560064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8" name="S05-chip10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9" name="S05-num110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0" name="S05-fracbar111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num112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22" name="S05-op113"/>
          <p:cNvSpPr txBox="1"/>
          <p:nvPr/>
        </p:nvSpPr>
        <p:spPr>
          <a:xfrm>
            <a:off x="193700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23" name="S05-num114"/>
          <p:cNvSpPr txBox="1"/>
          <p:nvPr/>
        </p:nvSpPr>
        <p:spPr>
          <a:xfrm>
            <a:off x="2452116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4" name="S05-fracbar115"/>
          <p:cNvSpPr/>
          <p:nvPr/>
        </p:nvSpPr>
        <p:spPr>
          <a:xfrm>
            <a:off x="2488692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5-num116"/>
          <p:cNvSpPr txBox="1"/>
          <p:nvPr/>
        </p:nvSpPr>
        <p:spPr>
          <a:xfrm>
            <a:off x="2452116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26" name="S05-op117"/>
          <p:cNvSpPr txBox="1"/>
          <p:nvPr/>
        </p:nvSpPr>
        <p:spPr>
          <a:xfrm>
            <a:off x="3044952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7" name="S05-blank118"/>
          <p:cNvSpPr/>
          <p:nvPr/>
        </p:nvSpPr>
        <p:spPr>
          <a:xfrm>
            <a:off x="3646363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5-fracbar119"/>
          <p:cNvSpPr/>
          <p:nvPr/>
        </p:nvSpPr>
        <p:spPr>
          <a:xfrm>
            <a:off x="3596640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5-num120"/>
          <p:cNvSpPr txBox="1"/>
          <p:nvPr/>
        </p:nvSpPr>
        <p:spPr>
          <a:xfrm>
            <a:off x="3560064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30" name="S05-chip12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1" name="S05-op122"/>
          <p:cNvSpPr txBox="1"/>
          <p:nvPr/>
        </p:nvSpPr>
        <p:spPr>
          <a:xfrm>
            <a:off x="1344168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32" name="S05-num123"/>
          <p:cNvSpPr txBox="1"/>
          <p:nvPr/>
        </p:nvSpPr>
        <p:spPr>
          <a:xfrm>
            <a:off x="1944624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3" name="S05-fracbar124"/>
          <p:cNvSpPr/>
          <p:nvPr/>
        </p:nvSpPr>
        <p:spPr>
          <a:xfrm>
            <a:off x="198120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5-num125"/>
          <p:cNvSpPr txBox="1"/>
          <p:nvPr/>
        </p:nvSpPr>
        <p:spPr>
          <a:xfrm>
            <a:off x="194462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35" name="S05-op126"/>
          <p:cNvSpPr txBox="1"/>
          <p:nvPr/>
        </p:nvSpPr>
        <p:spPr>
          <a:xfrm>
            <a:off x="2537460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36" name="S05-op127"/>
          <p:cNvSpPr txBox="1"/>
          <p:nvPr/>
        </p:nvSpPr>
        <p:spPr>
          <a:xfrm>
            <a:off x="3052572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7" name="S05-num128"/>
          <p:cNvSpPr txBox="1"/>
          <p:nvPr/>
        </p:nvSpPr>
        <p:spPr>
          <a:xfrm>
            <a:off x="365302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8" name="S05-fracbar129"/>
          <p:cNvSpPr/>
          <p:nvPr/>
        </p:nvSpPr>
        <p:spPr>
          <a:xfrm>
            <a:off x="368960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05-num130"/>
          <p:cNvSpPr txBox="1"/>
          <p:nvPr/>
        </p:nvSpPr>
        <p:spPr>
          <a:xfrm>
            <a:off x="365302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40" name="S05-op131"/>
          <p:cNvSpPr txBox="1"/>
          <p:nvPr/>
        </p:nvSpPr>
        <p:spPr>
          <a:xfrm>
            <a:off x="424586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1" name="S05-blank132"/>
          <p:cNvSpPr/>
          <p:nvPr/>
        </p:nvSpPr>
        <p:spPr>
          <a:xfrm>
            <a:off x="4907981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2" name="S05-blank133"/>
          <p:cNvSpPr/>
          <p:nvPr/>
        </p:nvSpPr>
        <p:spPr>
          <a:xfrm>
            <a:off x="5561523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3" name="S05-fracbar134"/>
          <p:cNvSpPr/>
          <p:nvPr/>
        </p:nvSpPr>
        <p:spPr>
          <a:xfrm>
            <a:off x="551180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5-num135"/>
          <p:cNvSpPr txBox="1"/>
          <p:nvPr/>
        </p:nvSpPr>
        <p:spPr>
          <a:xfrm>
            <a:off x="547522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1에서 빼려면</a:t>
            </a:r>
            <a:endParaRPr lang="ko-KR" sz="4000" dirty="0"/>
          </a:p>
        </p:txBody>
      </p:sp>
      <p:sp>
        <p:nvSpPr>
          <p:cNvPr id="3" name="S06-text1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1 − 5분의 2를 해요.</a:t>
            </a:r>
            <a:endParaRPr lang="ko-KR" sz="3000" dirty="0"/>
          </a:p>
        </p:txBody>
      </p:sp>
      <p:sp>
        <p:nvSpPr>
          <p:cNvPr id="4" name="S06-card137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38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1 − 5분의 2 = 5분의 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5분의 5로 바꾸어 빼요.</a:t>
            </a:r>
            <a:endParaRPr lang="ko-KR" sz="3000" dirty="0"/>
          </a:p>
        </p:txBody>
      </p:sp>
      <p:sp>
        <p:nvSpPr>
          <p:cNvPr id="6" name="S06-num139"/>
          <p:cNvSpPr txBox="1"/>
          <p:nvPr/>
        </p:nvSpPr>
        <p:spPr>
          <a:xfrm>
            <a:off x="764286" y="214147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7" name="S06-fracbar140"/>
          <p:cNvSpPr/>
          <p:nvPr/>
        </p:nvSpPr>
        <p:spPr>
          <a:xfrm>
            <a:off x="800862" y="2597658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6-num141"/>
          <p:cNvSpPr txBox="1"/>
          <p:nvPr/>
        </p:nvSpPr>
        <p:spPr>
          <a:xfrm>
            <a:off x="764286" y="263423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9" name="S06-cell142"/>
          <p:cNvSpPr/>
          <p:nvPr/>
        </p:nvSpPr>
        <p:spPr>
          <a:xfrm>
            <a:off x="1600200" y="2186178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cell143"/>
          <p:cNvSpPr/>
          <p:nvPr/>
        </p:nvSpPr>
        <p:spPr>
          <a:xfrm>
            <a:off x="3608222" y="2186178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cell144"/>
          <p:cNvSpPr/>
          <p:nvPr/>
        </p:nvSpPr>
        <p:spPr>
          <a:xfrm>
            <a:off x="5616245" y="2186178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cell145"/>
          <p:cNvSpPr/>
          <p:nvPr/>
        </p:nvSpPr>
        <p:spPr>
          <a:xfrm>
            <a:off x="7624267" y="2186178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146"/>
          <p:cNvSpPr/>
          <p:nvPr/>
        </p:nvSpPr>
        <p:spPr>
          <a:xfrm>
            <a:off x="9632290" y="2186178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figure147" descr="똑같이 5칸으로 나눈 띠, 5칸 색칠"/>
          <p:cNvSpPr/>
          <p:nvPr/>
        </p:nvSpPr>
        <p:spPr>
          <a:xfrm>
            <a:off x="1600200" y="2186178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6-num148"/>
          <p:cNvSpPr txBox="1"/>
          <p:nvPr/>
        </p:nvSpPr>
        <p:spPr>
          <a:xfrm>
            <a:off x="764286" y="322046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6" name="S06-fracbar149"/>
          <p:cNvSpPr/>
          <p:nvPr/>
        </p:nvSpPr>
        <p:spPr>
          <a:xfrm>
            <a:off x="800862" y="367665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6-num150"/>
          <p:cNvSpPr txBox="1"/>
          <p:nvPr/>
        </p:nvSpPr>
        <p:spPr>
          <a:xfrm>
            <a:off x="764286" y="371322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8" name="S06-cell151"/>
          <p:cNvSpPr/>
          <p:nvPr/>
        </p:nvSpPr>
        <p:spPr>
          <a:xfrm>
            <a:off x="1600200" y="3265170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cell152"/>
          <p:cNvSpPr/>
          <p:nvPr/>
        </p:nvSpPr>
        <p:spPr>
          <a:xfrm>
            <a:off x="3608222" y="3265170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cell153"/>
          <p:cNvSpPr/>
          <p:nvPr/>
        </p:nvSpPr>
        <p:spPr>
          <a:xfrm>
            <a:off x="5616245" y="3265170"/>
            <a:ext cx="200802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cell154"/>
          <p:cNvSpPr/>
          <p:nvPr/>
        </p:nvSpPr>
        <p:spPr>
          <a:xfrm>
            <a:off x="7624267" y="3265170"/>
            <a:ext cx="200802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cell155"/>
          <p:cNvSpPr/>
          <p:nvPr/>
        </p:nvSpPr>
        <p:spPr>
          <a:xfrm>
            <a:off x="9632290" y="3265170"/>
            <a:ext cx="200802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figure156" descr="똑같이 5칸으로 나눈 띠, 3칸 색칠"/>
          <p:cNvSpPr/>
          <p:nvPr/>
        </p:nvSpPr>
        <p:spPr>
          <a:xfrm>
            <a:off x="1600200" y="3265170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6-label157"/>
          <p:cNvSpPr txBox="1"/>
          <p:nvPr/>
        </p:nvSpPr>
        <p:spPr>
          <a:xfrm>
            <a:off x="548640" y="43357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= 5분의 5에서 2칸을 덜어 내면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 하나를 쪼개요</a:t>
            </a:r>
            <a:endParaRPr lang="ko-KR" sz="4000" dirty="0"/>
          </a:p>
        </p:txBody>
      </p:sp>
      <p:sp>
        <p:nvSpPr>
          <p:cNvPr id="3" name="S07-card158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59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 막대 1 = 5분의 5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5칸으로 쪼개요.</a:t>
            </a:r>
            <a:endParaRPr lang="ko-KR" sz="3000" dirty="0"/>
          </a:p>
        </p:txBody>
      </p:sp>
      <p:sp>
        <p:nvSpPr>
          <p:cNvPr id="5" name="S07-card160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161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5분의 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2와 5분의 6</a:t>
            </a:r>
            <a:endParaRPr lang="ko-KR" sz="3000" dirty="0"/>
          </a:p>
        </p:txBody>
      </p:sp>
      <p:sp>
        <p:nvSpPr>
          <p:cNvPr id="7" name="S07-label162"/>
          <p:cNvSpPr txBox="1"/>
          <p:nvPr/>
        </p:nvSpPr>
        <p:spPr>
          <a:xfrm>
            <a:off x="548640" y="1463040"/>
            <a:ext cx="914400" cy="594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cell163"/>
          <p:cNvSpPr/>
          <p:nvPr/>
        </p:nvSpPr>
        <p:spPr>
          <a:xfrm>
            <a:off x="1600200" y="1463040"/>
            <a:ext cx="10040112" cy="59474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7-figure164" descr="똑같이 1칸으로 나눈 띠, 1칸 색칠"/>
          <p:cNvSpPr/>
          <p:nvPr/>
        </p:nvSpPr>
        <p:spPr>
          <a:xfrm>
            <a:off x="1600200" y="1463040"/>
            <a:ext cx="10040112" cy="59474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7-label165"/>
          <p:cNvSpPr txBox="1"/>
          <p:nvPr/>
        </p:nvSpPr>
        <p:spPr>
          <a:xfrm>
            <a:off x="548640" y="2313813"/>
            <a:ext cx="914400" cy="594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1" name="S07-cell166"/>
          <p:cNvSpPr/>
          <p:nvPr/>
        </p:nvSpPr>
        <p:spPr>
          <a:xfrm>
            <a:off x="1600200" y="2313813"/>
            <a:ext cx="10040112" cy="59474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7-figure167" descr="똑같이 1칸으로 나눈 띠, 1칸 색칠"/>
          <p:cNvSpPr/>
          <p:nvPr/>
        </p:nvSpPr>
        <p:spPr>
          <a:xfrm>
            <a:off x="1600200" y="2313813"/>
            <a:ext cx="10040112" cy="59474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7-num168"/>
          <p:cNvSpPr txBox="1"/>
          <p:nvPr/>
        </p:nvSpPr>
        <p:spPr>
          <a:xfrm>
            <a:off x="797624" y="3080703"/>
            <a:ext cx="416433" cy="344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14" name="S07-fracbar169"/>
          <p:cNvSpPr/>
          <p:nvPr/>
        </p:nvSpPr>
        <p:spPr>
          <a:xfrm>
            <a:off x="834200" y="3461957"/>
            <a:ext cx="34328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07-num170"/>
          <p:cNvSpPr txBox="1"/>
          <p:nvPr/>
        </p:nvSpPr>
        <p:spPr>
          <a:xfrm>
            <a:off x="797624" y="3498533"/>
            <a:ext cx="416433" cy="344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16" name="S07-cell171"/>
          <p:cNvSpPr/>
          <p:nvPr/>
        </p:nvSpPr>
        <p:spPr>
          <a:xfrm>
            <a:off x="1600200" y="3164586"/>
            <a:ext cx="2008022" cy="59474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cell172"/>
          <p:cNvSpPr/>
          <p:nvPr/>
        </p:nvSpPr>
        <p:spPr>
          <a:xfrm>
            <a:off x="3608222" y="3164586"/>
            <a:ext cx="2008022" cy="59474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cell173"/>
          <p:cNvSpPr/>
          <p:nvPr/>
        </p:nvSpPr>
        <p:spPr>
          <a:xfrm>
            <a:off x="5616245" y="3164586"/>
            <a:ext cx="2008022" cy="59474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7-cell174"/>
          <p:cNvSpPr/>
          <p:nvPr/>
        </p:nvSpPr>
        <p:spPr>
          <a:xfrm>
            <a:off x="7624267" y="3164586"/>
            <a:ext cx="2008022" cy="59474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7-cell175"/>
          <p:cNvSpPr/>
          <p:nvPr/>
        </p:nvSpPr>
        <p:spPr>
          <a:xfrm>
            <a:off x="9632290" y="3164586"/>
            <a:ext cx="2008022" cy="59474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7-figure176" descr="똑같이 5칸으로 나눈 띠, 5칸 색칠"/>
          <p:cNvSpPr/>
          <p:nvPr/>
        </p:nvSpPr>
        <p:spPr>
          <a:xfrm>
            <a:off x="1600200" y="3164586"/>
            <a:ext cx="10040112" cy="59474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7-num177"/>
          <p:cNvSpPr txBox="1"/>
          <p:nvPr/>
        </p:nvSpPr>
        <p:spPr>
          <a:xfrm>
            <a:off x="797624" y="3931476"/>
            <a:ext cx="416433" cy="344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300" dirty="0"/>
          </a:p>
        </p:txBody>
      </p:sp>
      <p:sp>
        <p:nvSpPr>
          <p:cNvPr id="23" name="S07-fracbar178"/>
          <p:cNvSpPr/>
          <p:nvPr/>
        </p:nvSpPr>
        <p:spPr>
          <a:xfrm>
            <a:off x="834200" y="4312730"/>
            <a:ext cx="34328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4" name="S07-num179"/>
          <p:cNvSpPr txBox="1"/>
          <p:nvPr/>
        </p:nvSpPr>
        <p:spPr>
          <a:xfrm>
            <a:off x="797624" y="4349306"/>
            <a:ext cx="416433" cy="344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25" name="S07-cell180"/>
          <p:cNvSpPr/>
          <p:nvPr/>
        </p:nvSpPr>
        <p:spPr>
          <a:xfrm>
            <a:off x="1600200" y="4015359"/>
            <a:ext cx="2008022" cy="59474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cell181"/>
          <p:cNvSpPr/>
          <p:nvPr/>
        </p:nvSpPr>
        <p:spPr>
          <a:xfrm>
            <a:off x="3608222" y="4015359"/>
            <a:ext cx="2008022" cy="59474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7-cell182"/>
          <p:cNvSpPr/>
          <p:nvPr/>
        </p:nvSpPr>
        <p:spPr>
          <a:xfrm>
            <a:off x="5616245" y="4015359"/>
            <a:ext cx="2008022" cy="59474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7-cell183"/>
          <p:cNvSpPr/>
          <p:nvPr/>
        </p:nvSpPr>
        <p:spPr>
          <a:xfrm>
            <a:off x="7624267" y="4015359"/>
            <a:ext cx="2008022" cy="59474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7-cell184"/>
          <p:cNvSpPr/>
          <p:nvPr/>
        </p:nvSpPr>
        <p:spPr>
          <a:xfrm>
            <a:off x="9632290" y="4015359"/>
            <a:ext cx="2008022" cy="59474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7-figure185" descr="똑같이 5칸으로 나눈 띠, 1칸 색칠"/>
          <p:cNvSpPr/>
          <p:nvPr/>
        </p:nvSpPr>
        <p:spPr>
          <a:xfrm>
            <a:off x="1600200" y="4015359"/>
            <a:ext cx="10040112" cy="59474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받아내림이 있는 뺄셈</a:t>
            </a:r>
            <a:endParaRPr lang="ko-KR" sz="4000" dirty="0"/>
          </a:p>
        </p:txBody>
      </p:sp>
      <p:sp>
        <p:nvSpPr>
          <p:cNvPr id="3" name="S08-op186"/>
          <p:cNvSpPr txBox="1"/>
          <p:nvPr/>
        </p:nvSpPr>
        <p:spPr>
          <a:xfrm>
            <a:off x="548640" y="13512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4" name="S08-num187"/>
          <p:cNvSpPr txBox="1"/>
          <p:nvPr/>
        </p:nvSpPr>
        <p:spPr>
          <a:xfrm>
            <a:off x="1199388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5" name="S08-fracbar188"/>
          <p:cNvSpPr/>
          <p:nvPr/>
        </p:nvSpPr>
        <p:spPr>
          <a:xfrm>
            <a:off x="1235964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6" name="S08-num189"/>
          <p:cNvSpPr txBox="1"/>
          <p:nvPr/>
        </p:nvSpPr>
        <p:spPr>
          <a:xfrm>
            <a:off x="1199388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7" name="S08-op190"/>
          <p:cNvSpPr txBox="1"/>
          <p:nvPr/>
        </p:nvSpPr>
        <p:spPr>
          <a:xfrm>
            <a:off x="1872234" y="135128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400" dirty="0"/>
          </a:p>
        </p:txBody>
      </p:sp>
      <p:sp>
        <p:nvSpPr>
          <p:cNvPr id="8" name="S08-op191"/>
          <p:cNvSpPr txBox="1"/>
          <p:nvPr/>
        </p:nvSpPr>
        <p:spPr>
          <a:xfrm>
            <a:off x="2419350" y="13512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9" name="S08-num192"/>
          <p:cNvSpPr txBox="1"/>
          <p:nvPr/>
        </p:nvSpPr>
        <p:spPr>
          <a:xfrm>
            <a:off x="3070098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10" name="S08-fracbar193"/>
          <p:cNvSpPr/>
          <p:nvPr/>
        </p:nvSpPr>
        <p:spPr>
          <a:xfrm>
            <a:off x="3106674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1" name="S08-num194"/>
          <p:cNvSpPr txBox="1"/>
          <p:nvPr/>
        </p:nvSpPr>
        <p:spPr>
          <a:xfrm>
            <a:off x="3070098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2" name="S08-stepno195"/>
          <p:cNvSpPr txBox="1"/>
          <p:nvPr/>
        </p:nvSpPr>
        <p:spPr>
          <a:xfrm>
            <a:off x="548640" y="28559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3" name="S08-text196"/>
          <p:cNvSpPr txBox="1"/>
          <p:nvPr/>
        </p:nvSpPr>
        <p:spPr>
          <a:xfrm>
            <a:off x="1325880" y="2810256"/>
            <a:ext cx="1031443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1에서 5분의 3을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수 없어요.</a:t>
            </a:r>
            <a:endParaRPr lang="ko-KR" sz="3000" dirty="0"/>
          </a:p>
        </p:txBody>
      </p:sp>
      <p:sp>
        <p:nvSpPr>
          <p:cNvPr id="14" name="S08-stepno197"/>
          <p:cNvSpPr txBox="1"/>
          <p:nvPr/>
        </p:nvSpPr>
        <p:spPr>
          <a:xfrm>
            <a:off x="548640" y="39502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5" name="S08-text198"/>
          <p:cNvSpPr txBox="1"/>
          <p:nvPr/>
        </p:nvSpPr>
        <p:spPr>
          <a:xfrm>
            <a:off x="1325880" y="3904488"/>
            <a:ext cx="565593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5분의 5로 바꿔요.</a:t>
            </a:r>
            <a:endParaRPr lang="ko-KR" sz="3000" dirty="0"/>
          </a:p>
        </p:txBody>
      </p:sp>
      <p:sp>
        <p:nvSpPr>
          <p:cNvPr id="16" name="S08-op199"/>
          <p:cNvSpPr txBox="1"/>
          <p:nvPr/>
        </p:nvSpPr>
        <p:spPr>
          <a:xfrm>
            <a:off x="6981810" y="3904488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17" name="S08-num200"/>
          <p:cNvSpPr txBox="1"/>
          <p:nvPr/>
        </p:nvSpPr>
        <p:spPr>
          <a:xfrm>
            <a:off x="7599030" y="39044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18" name="S08-fracbar201"/>
          <p:cNvSpPr/>
          <p:nvPr/>
        </p:nvSpPr>
        <p:spPr>
          <a:xfrm>
            <a:off x="7635606" y="43906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9" name="S08-num202"/>
          <p:cNvSpPr txBox="1"/>
          <p:nvPr/>
        </p:nvSpPr>
        <p:spPr>
          <a:xfrm>
            <a:off x="7599030" y="44272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0" name="S08-op203"/>
          <p:cNvSpPr txBox="1"/>
          <p:nvPr/>
        </p:nvSpPr>
        <p:spPr>
          <a:xfrm>
            <a:off x="8218536" y="3904488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21" name="S08-op204"/>
          <p:cNvSpPr txBox="1"/>
          <p:nvPr/>
        </p:nvSpPr>
        <p:spPr>
          <a:xfrm>
            <a:off x="8744316" y="3904488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22" name="S08-num205"/>
          <p:cNvSpPr txBox="1"/>
          <p:nvPr/>
        </p:nvSpPr>
        <p:spPr>
          <a:xfrm>
            <a:off x="9361536" y="390448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000" dirty="0"/>
          </a:p>
        </p:txBody>
      </p:sp>
      <p:sp>
        <p:nvSpPr>
          <p:cNvPr id="23" name="S08-fracbar206"/>
          <p:cNvSpPr/>
          <p:nvPr/>
        </p:nvSpPr>
        <p:spPr>
          <a:xfrm>
            <a:off x="9398112" y="4390644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4" name="S08-num207"/>
          <p:cNvSpPr txBox="1"/>
          <p:nvPr/>
        </p:nvSpPr>
        <p:spPr>
          <a:xfrm>
            <a:off x="9361536" y="44272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5" name="S08-stepno208"/>
          <p:cNvSpPr txBox="1"/>
          <p:nvPr/>
        </p:nvSpPr>
        <p:spPr>
          <a:xfrm>
            <a:off x="548640" y="50871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6" name="S08-text209"/>
          <p:cNvSpPr txBox="1"/>
          <p:nvPr/>
        </p:nvSpPr>
        <p:spPr>
          <a:xfrm>
            <a:off x="1325880" y="5041392"/>
            <a:ext cx="565593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자연수끼리, 분수끼리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빼요.</a:t>
            </a:r>
            <a:endParaRPr lang="ko-KR" sz="3000" dirty="0"/>
          </a:p>
        </p:txBody>
      </p:sp>
      <p:sp>
        <p:nvSpPr>
          <p:cNvPr id="27" name="S08-op210"/>
          <p:cNvSpPr txBox="1"/>
          <p:nvPr/>
        </p:nvSpPr>
        <p:spPr>
          <a:xfrm>
            <a:off x="6981810" y="5041392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28" name="S08-num211"/>
          <p:cNvSpPr txBox="1"/>
          <p:nvPr/>
        </p:nvSpPr>
        <p:spPr>
          <a:xfrm>
            <a:off x="7599030" y="504139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000" dirty="0"/>
          </a:p>
        </p:txBody>
      </p:sp>
      <p:sp>
        <p:nvSpPr>
          <p:cNvPr id="29" name="S08-fracbar212"/>
          <p:cNvSpPr/>
          <p:nvPr/>
        </p:nvSpPr>
        <p:spPr>
          <a:xfrm>
            <a:off x="7635606" y="5527548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0" name="S08-num213"/>
          <p:cNvSpPr txBox="1"/>
          <p:nvPr/>
        </p:nvSpPr>
        <p:spPr>
          <a:xfrm>
            <a:off x="7599030" y="556412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31" name="S08-op214"/>
          <p:cNvSpPr txBox="1"/>
          <p:nvPr/>
        </p:nvSpPr>
        <p:spPr>
          <a:xfrm>
            <a:off x="8218536" y="5041392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000" dirty="0"/>
          </a:p>
        </p:txBody>
      </p:sp>
      <p:sp>
        <p:nvSpPr>
          <p:cNvPr id="32" name="S08-op215"/>
          <p:cNvSpPr txBox="1"/>
          <p:nvPr/>
        </p:nvSpPr>
        <p:spPr>
          <a:xfrm>
            <a:off x="8744316" y="5041392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33" name="S08-num216"/>
          <p:cNvSpPr txBox="1"/>
          <p:nvPr/>
        </p:nvSpPr>
        <p:spPr>
          <a:xfrm>
            <a:off x="9361536" y="504139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34" name="S08-fracbar217"/>
          <p:cNvSpPr/>
          <p:nvPr/>
        </p:nvSpPr>
        <p:spPr>
          <a:xfrm>
            <a:off x="9398112" y="5527548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5" name="S08-num218"/>
          <p:cNvSpPr txBox="1"/>
          <p:nvPr/>
        </p:nvSpPr>
        <p:spPr>
          <a:xfrm>
            <a:off x="9361536" y="556412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36" name="S08-op219"/>
          <p:cNvSpPr txBox="1"/>
          <p:nvPr/>
        </p:nvSpPr>
        <p:spPr>
          <a:xfrm>
            <a:off x="9981042" y="5041392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37" name="S08-op220"/>
          <p:cNvSpPr txBox="1"/>
          <p:nvPr/>
        </p:nvSpPr>
        <p:spPr>
          <a:xfrm>
            <a:off x="10506822" y="5041392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38" name="S08-num221"/>
          <p:cNvSpPr txBox="1"/>
          <p:nvPr/>
        </p:nvSpPr>
        <p:spPr>
          <a:xfrm>
            <a:off x="11124042" y="504139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39" name="S08-fracbar222"/>
          <p:cNvSpPr/>
          <p:nvPr/>
        </p:nvSpPr>
        <p:spPr>
          <a:xfrm>
            <a:off x="11160618" y="5527548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40" name="S08-num223"/>
          <p:cNvSpPr txBox="1"/>
          <p:nvPr/>
        </p:nvSpPr>
        <p:spPr>
          <a:xfrm>
            <a:off x="11124042" y="556412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 연습</a:t>
            </a:r>
            <a:endParaRPr lang="ko-KR" sz="4000" dirty="0"/>
          </a:p>
        </p:txBody>
      </p:sp>
      <p:sp>
        <p:nvSpPr>
          <p:cNvPr id="3" name="S09-text2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수 없으면 1을 분수로 바꿔요.</a:t>
            </a:r>
            <a:endParaRPr lang="ko-KR" sz="3000" dirty="0"/>
          </a:p>
        </p:txBody>
      </p:sp>
      <p:sp>
        <p:nvSpPr>
          <p:cNvPr id="4" name="S09-card2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= 8분의 8, 1 = 7분의 7, 1 = 6분의 6</a:t>
            </a:r>
            <a:endParaRPr lang="ko-KR" sz="3000" dirty="0"/>
          </a:p>
        </p:txBody>
      </p:sp>
      <p:sp>
        <p:nvSpPr>
          <p:cNvPr id="6" name="S09-chip22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op228"/>
          <p:cNvSpPr txBox="1"/>
          <p:nvPr/>
        </p:nvSpPr>
        <p:spPr>
          <a:xfrm>
            <a:off x="1344168" y="201269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8" name="S09-op229"/>
          <p:cNvSpPr txBox="1"/>
          <p:nvPr/>
        </p:nvSpPr>
        <p:spPr>
          <a:xfrm>
            <a:off x="194462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9" name="S09-num230"/>
          <p:cNvSpPr txBox="1"/>
          <p:nvPr/>
        </p:nvSpPr>
        <p:spPr>
          <a:xfrm>
            <a:off x="2459736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0" name="S09-fracbar231"/>
          <p:cNvSpPr/>
          <p:nvPr/>
        </p:nvSpPr>
        <p:spPr>
          <a:xfrm>
            <a:off x="249631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9-num232"/>
          <p:cNvSpPr txBox="1"/>
          <p:nvPr/>
        </p:nvSpPr>
        <p:spPr>
          <a:xfrm>
            <a:off x="245973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12" name="S09-op233"/>
          <p:cNvSpPr txBox="1"/>
          <p:nvPr/>
        </p:nvSpPr>
        <p:spPr>
          <a:xfrm>
            <a:off x="3052572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3" name="S09-blank234"/>
          <p:cNvSpPr/>
          <p:nvPr/>
        </p:nvSpPr>
        <p:spPr>
          <a:xfrm>
            <a:off x="3653983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9-fracbar235"/>
          <p:cNvSpPr/>
          <p:nvPr/>
        </p:nvSpPr>
        <p:spPr>
          <a:xfrm>
            <a:off x="3604260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9-num236"/>
          <p:cNvSpPr txBox="1"/>
          <p:nvPr/>
        </p:nvSpPr>
        <p:spPr>
          <a:xfrm>
            <a:off x="3567684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16" name="S09-chip23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7" name="S09-op238"/>
          <p:cNvSpPr txBox="1"/>
          <p:nvPr/>
        </p:nvSpPr>
        <p:spPr>
          <a:xfrm>
            <a:off x="1344168" y="310997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8" name="S09-op239"/>
          <p:cNvSpPr txBox="1"/>
          <p:nvPr/>
        </p:nvSpPr>
        <p:spPr>
          <a:xfrm>
            <a:off x="194462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19" name="S09-op240"/>
          <p:cNvSpPr txBox="1"/>
          <p:nvPr/>
        </p:nvSpPr>
        <p:spPr>
          <a:xfrm>
            <a:off x="2459736" y="310997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0" name="S09-num241"/>
          <p:cNvSpPr txBox="1"/>
          <p:nvPr/>
        </p:nvSpPr>
        <p:spPr>
          <a:xfrm>
            <a:off x="3060192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1" name="S09-fracbar242"/>
          <p:cNvSpPr/>
          <p:nvPr/>
        </p:nvSpPr>
        <p:spPr>
          <a:xfrm>
            <a:off x="3096768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9-num243"/>
          <p:cNvSpPr txBox="1"/>
          <p:nvPr/>
        </p:nvSpPr>
        <p:spPr>
          <a:xfrm>
            <a:off x="3060192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3" name="S09-op244"/>
          <p:cNvSpPr txBox="1"/>
          <p:nvPr/>
        </p:nvSpPr>
        <p:spPr>
          <a:xfrm>
            <a:off x="3653028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4" name="S09-blank245"/>
          <p:cNvSpPr/>
          <p:nvPr/>
        </p:nvSpPr>
        <p:spPr>
          <a:xfrm>
            <a:off x="4315145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09-blank246"/>
          <p:cNvSpPr/>
          <p:nvPr/>
        </p:nvSpPr>
        <p:spPr>
          <a:xfrm>
            <a:off x="4968687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9-fracbar247"/>
          <p:cNvSpPr/>
          <p:nvPr/>
        </p:nvSpPr>
        <p:spPr>
          <a:xfrm>
            <a:off x="491896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9-num248"/>
          <p:cNvSpPr txBox="1"/>
          <p:nvPr/>
        </p:nvSpPr>
        <p:spPr>
          <a:xfrm>
            <a:off x="488238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8" name="S09-chip24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9" name="S09-op250"/>
          <p:cNvSpPr txBox="1"/>
          <p:nvPr/>
        </p:nvSpPr>
        <p:spPr>
          <a:xfrm>
            <a:off x="1344168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30" name="S09-num251"/>
          <p:cNvSpPr txBox="1"/>
          <p:nvPr/>
        </p:nvSpPr>
        <p:spPr>
          <a:xfrm>
            <a:off x="1944624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1" name="S09-fracbar252"/>
          <p:cNvSpPr/>
          <p:nvPr/>
        </p:nvSpPr>
        <p:spPr>
          <a:xfrm>
            <a:off x="198120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9-num253"/>
          <p:cNvSpPr txBox="1"/>
          <p:nvPr/>
        </p:nvSpPr>
        <p:spPr>
          <a:xfrm>
            <a:off x="194462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33" name="S09-op254"/>
          <p:cNvSpPr txBox="1"/>
          <p:nvPr/>
        </p:nvSpPr>
        <p:spPr>
          <a:xfrm>
            <a:off x="2537460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34" name="S09-op255"/>
          <p:cNvSpPr txBox="1"/>
          <p:nvPr/>
        </p:nvSpPr>
        <p:spPr>
          <a:xfrm>
            <a:off x="3052572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5" name="S09-num256"/>
          <p:cNvSpPr txBox="1"/>
          <p:nvPr/>
        </p:nvSpPr>
        <p:spPr>
          <a:xfrm>
            <a:off x="365302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6" name="S09-fracbar257"/>
          <p:cNvSpPr/>
          <p:nvPr/>
        </p:nvSpPr>
        <p:spPr>
          <a:xfrm>
            <a:off x="368960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9-num258"/>
          <p:cNvSpPr txBox="1"/>
          <p:nvPr/>
        </p:nvSpPr>
        <p:spPr>
          <a:xfrm>
            <a:off x="365302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38" name="S09-op259"/>
          <p:cNvSpPr txBox="1"/>
          <p:nvPr/>
        </p:nvSpPr>
        <p:spPr>
          <a:xfrm>
            <a:off x="424586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9" name="S09-blank260"/>
          <p:cNvSpPr/>
          <p:nvPr/>
        </p:nvSpPr>
        <p:spPr>
          <a:xfrm>
            <a:off x="4907981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0" name="S09-blank261"/>
          <p:cNvSpPr/>
          <p:nvPr/>
        </p:nvSpPr>
        <p:spPr>
          <a:xfrm>
            <a:off x="5561523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1" name="S09-fracbar262"/>
          <p:cNvSpPr/>
          <p:nvPr/>
        </p:nvSpPr>
        <p:spPr>
          <a:xfrm>
            <a:off x="551180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9-num263"/>
          <p:cNvSpPr txBox="1"/>
          <p:nvPr/>
        </p:nvSpPr>
        <p:spPr>
          <a:xfrm>
            <a:off x="547522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10-card26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6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5분의 1 − 1과 5분의 3을 계산했어요.</a:t>
            </a:r>
            <a:endParaRPr lang="ko-KR" sz="3000" dirty="0"/>
          </a:p>
        </p:txBody>
      </p:sp>
      <p:sp>
        <p:nvSpPr>
          <p:cNvPr id="5" name="S10-card2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2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막대로 까닭을 말해요.</a:t>
            </a:r>
            <a:endParaRPr lang="ko-KR" sz="3000" dirty="0"/>
          </a:p>
        </p:txBody>
      </p:sp>
      <p:sp>
        <p:nvSpPr>
          <p:cNvPr id="7" name="S10-chip26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2와 5분의 2</a:t>
            </a:r>
            <a:endParaRPr lang="ko-KR" sz="2400" dirty="0"/>
          </a:p>
        </p:txBody>
      </p:sp>
      <p:sp>
        <p:nvSpPr>
          <p:cNvPr id="8" name="S10-text26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자연수: 3 − 1 = 2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분수: 큰 것에서 작은 것을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3 − 5분의 1</a:t>
            </a:r>
            <a:endParaRPr lang="ko-KR" sz="3000" dirty="0"/>
          </a:p>
        </p:txBody>
      </p:sp>
      <p:sp>
        <p:nvSpPr>
          <p:cNvPr id="9" name="S10-chip27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1과 5분의 3</a:t>
            </a:r>
            <a:endParaRPr lang="ko-KR" sz="2400" dirty="0"/>
          </a:p>
        </p:txBody>
      </p:sp>
      <p:sp>
        <p:nvSpPr>
          <p:cNvPr id="10" name="S10-text27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5분의 1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2와 5분의 6으로 바꾸고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자연수끼리, 분수끼리 뺐어요.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뺐는지 말해요.</a:t>
            </a:r>
            <a:endParaRPr lang="ko-KR" sz="3000" dirty="0"/>
          </a:p>
        </p:txBody>
      </p:sp>
      <p:sp>
        <p:nvSpPr>
          <p:cNvPr id="4" name="S11-chip27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num274"/>
          <p:cNvSpPr txBox="1"/>
          <p:nvPr/>
        </p:nvSpPr>
        <p:spPr>
          <a:xfrm>
            <a:off x="1344168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6" name="S11-fracbar275"/>
          <p:cNvSpPr/>
          <p:nvPr/>
        </p:nvSpPr>
        <p:spPr>
          <a:xfrm>
            <a:off x="1380744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7" name="S11-num276"/>
          <p:cNvSpPr txBox="1"/>
          <p:nvPr/>
        </p:nvSpPr>
        <p:spPr>
          <a:xfrm>
            <a:off x="1344168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8" name="S11-op277"/>
          <p:cNvSpPr txBox="1"/>
          <p:nvPr/>
        </p:nvSpPr>
        <p:spPr>
          <a:xfrm>
            <a:off x="2017014" y="21971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400" dirty="0"/>
          </a:p>
        </p:txBody>
      </p:sp>
      <p:sp>
        <p:nvSpPr>
          <p:cNvPr id="9" name="S11-num278"/>
          <p:cNvSpPr txBox="1"/>
          <p:nvPr/>
        </p:nvSpPr>
        <p:spPr>
          <a:xfrm>
            <a:off x="2564130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10" name="S11-fracbar279"/>
          <p:cNvSpPr/>
          <p:nvPr/>
        </p:nvSpPr>
        <p:spPr>
          <a:xfrm>
            <a:off x="2600706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1" name="S11-num280"/>
          <p:cNvSpPr txBox="1"/>
          <p:nvPr/>
        </p:nvSpPr>
        <p:spPr>
          <a:xfrm>
            <a:off x="2564130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12" name="S11-op281"/>
          <p:cNvSpPr txBox="1"/>
          <p:nvPr/>
        </p:nvSpPr>
        <p:spPr>
          <a:xfrm>
            <a:off x="3236976" y="21971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3" name="S11-blank282"/>
          <p:cNvSpPr/>
          <p:nvPr/>
        </p:nvSpPr>
        <p:spPr>
          <a:xfrm>
            <a:off x="3877127" y="226333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11-fracbar283"/>
          <p:cNvSpPr/>
          <p:nvPr/>
        </p:nvSpPr>
        <p:spPr>
          <a:xfrm>
            <a:off x="3820668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5" name="S11-num284"/>
          <p:cNvSpPr txBox="1"/>
          <p:nvPr/>
        </p:nvSpPr>
        <p:spPr>
          <a:xfrm>
            <a:off x="3784092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16" name="S11-chip28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7" name="S11-op286"/>
          <p:cNvSpPr txBox="1"/>
          <p:nvPr/>
        </p:nvSpPr>
        <p:spPr>
          <a:xfrm>
            <a:off x="7072884" y="231698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8" name="S11-num287"/>
          <p:cNvSpPr txBox="1"/>
          <p:nvPr/>
        </p:nvSpPr>
        <p:spPr>
          <a:xfrm>
            <a:off x="7656576" y="231698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9" name="S11-fracbar288"/>
          <p:cNvSpPr/>
          <p:nvPr/>
        </p:nvSpPr>
        <p:spPr>
          <a:xfrm>
            <a:off x="7693152" y="274320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20" name="S11-num289"/>
          <p:cNvSpPr txBox="1"/>
          <p:nvPr/>
        </p:nvSpPr>
        <p:spPr>
          <a:xfrm>
            <a:off x="7656576" y="277977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1" name="S11-op290"/>
          <p:cNvSpPr txBox="1"/>
          <p:nvPr/>
        </p:nvSpPr>
        <p:spPr>
          <a:xfrm>
            <a:off x="8222742" y="231698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600" dirty="0"/>
          </a:p>
        </p:txBody>
      </p:sp>
      <p:sp>
        <p:nvSpPr>
          <p:cNvPr id="22" name="S11-op291"/>
          <p:cNvSpPr txBox="1"/>
          <p:nvPr/>
        </p:nvSpPr>
        <p:spPr>
          <a:xfrm>
            <a:off x="8727186" y="231698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3" name="S11-num292"/>
          <p:cNvSpPr txBox="1"/>
          <p:nvPr/>
        </p:nvSpPr>
        <p:spPr>
          <a:xfrm>
            <a:off x="9310878" y="231698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4" name="S11-fracbar293"/>
          <p:cNvSpPr/>
          <p:nvPr/>
        </p:nvSpPr>
        <p:spPr>
          <a:xfrm>
            <a:off x="9347454" y="274320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25" name="S11-num294"/>
          <p:cNvSpPr txBox="1"/>
          <p:nvPr/>
        </p:nvSpPr>
        <p:spPr>
          <a:xfrm>
            <a:off x="9310878" y="277977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6" name="S11-op295"/>
          <p:cNvSpPr txBox="1"/>
          <p:nvPr/>
        </p:nvSpPr>
        <p:spPr>
          <a:xfrm>
            <a:off x="9877044" y="231698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27" name="S11-blank296"/>
          <p:cNvSpPr/>
          <p:nvPr/>
        </p:nvSpPr>
        <p:spPr>
          <a:xfrm>
            <a:off x="10527137" y="2599035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11-blank297"/>
          <p:cNvSpPr/>
          <p:nvPr/>
        </p:nvSpPr>
        <p:spPr>
          <a:xfrm>
            <a:off x="11154898" y="2367641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9" name="S11-fracbar298"/>
          <p:cNvSpPr/>
          <p:nvPr/>
        </p:nvSpPr>
        <p:spPr>
          <a:xfrm>
            <a:off x="11107420" y="274320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30" name="S11-num299"/>
          <p:cNvSpPr txBox="1"/>
          <p:nvPr/>
        </p:nvSpPr>
        <p:spPr>
          <a:xfrm>
            <a:off x="11070844" y="277977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31" name="S11-chip30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2" name="S11-op301"/>
          <p:cNvSpPr txBox="1"/>
          <p:nvPr/>
        </p:nvSpPr>
        <p:spPr>
          <a:xfrm>
            <a:off x="1344168" y="439166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33" name="S11-op302"/>
          <p:cNvSpPr txBox="1"/>
          <p:nvPr/>
        </p:nvSpPr>
        <p:spPr>
          <a:xfrm>
            <a:off x="1994916" y="439166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400" dirty="0"/>
          </a:p>
        </p:txBody>
      </p:sp>
      <p:sp>
        <p:nvSpPr>
          <p:cNvPr id="34" name="S11-op303"/>
          <p:cNvSpPr txBox="1"/>
          <p:nvPr/>
        </p:nvSpPr>
        <p:spPr>
          <a:xfrm>
            <a:off x="2542032" y="439166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35" name="S11-num304"/>
          <p:cNvSpPr txBox="1"/>
          <p:nvPr/>
        </p:nvSpPr>
        <p:spPr>
          <a:xfrm>
            <a:off x="3192780" y="4391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36" name="S11-fracbar305"/>
          <p:cNvSpPr/>
          <p:nvPr/>
        </p:nvSpPr>
        <p:spPr>
          <a:xfrm>
            <a:off x="3229356" y="493776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37" name="S11-num306"/>
          <p:cNvSpPr txBox="1"/>
          <p:nvPr/>
        </p:nvSpPr>
        <p:spPr>
          <a:xfrm>
            <a:off x="3192780" y="497433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38" name="S11-op307"/>
          <p:cNvSpPr txBox="1"/>
          <p:nvPr/>
        </p:nvSpPr>
        <p:spPr>
          <a:xfrm>
            <a:off x="3865626" y="439166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39" name="S11-blank308"/>
          <p:cNvSpPr/>
          <p:nvPr/>
        </p:nvSpPr>
        <p:spPr>
          <a:xfrm>
            <a:off x="4563816" y="474923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0" name="S11-blank309"/>
          <p:cNvSpPr/>
          <p:nvPr/>
        </p:nvSpPr>
        <p:spPr>
          <a:xfrm>
            <a:off x="5294701" y="445789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1" name="S11-fracbar310"/>
          <p:cNvSpPr/>
          <p:nvPr/>
        </p:nvSpPr>
        <p:spPr>
          <a:xfrm>
            <a:off x="5238242" y="493776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42" name="S11-num311"/>
          <p:cNvSpPr txBox="1"/>
          <p:nvPr/>
        </p:nvSpPr>
        <p:spPr>
          <a:xfrm>
            <a:off x="5201666" y="497433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43" name="S11-chip31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44" name="S11-op313"/>
          <p:cNvSpPr txBox="1"/>
          <p:nvPr/>
        </p:nvSpPr>
        <p:spPr>
          <a:xfrm>
            <a:off x="7072884" y="451154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45" name="S11-num314"/>
          <p:cNvSpPr txBox="1"/>
          <p:nvPr/>
        </p:nvSpPr>
        <p:spPr>
          <a:xfrm>
            <a:off x="7656576" y="451154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46" name="S11-fracbar315"/>
          <p:cNvSpPr/>
          <p:nvPr/>
        </p:nvSpPr>
        <p:spPr>
          <a:xfrm>
            <a:off x="7693152" y="493776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47" name="S11-num316"/>
          <p:cNvSpPr txBox="1"/>
          <p:nvPr/>
        </p:nvSpPr>
        <p:spPr>
          <a:xfrm>
            <a:off x="7656576" y="497433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48" name="S11-op317"/>
          <p:cNvSpPr txBox="1"/>
          <p:nvPr/>
        </p:nvSpPr>
        <p:spPr>
          <a:xfrm>
            <a:off x="8222742" y="451154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600" dirty="0"/>
          </a:p>
        </p:txBody>
      </p:sp>
      <p:sp>
        <p:nvSpPr>
          <p:cNvPr id="49" name="S11-op318"/>
          <p:cNvSpPr txBox="1"/>
          <p:nvPr/>
        </p:nvSpPr>
        <p:spPr>
          <a:xfrm>
            <a:off x="8727186" y="451154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50" name="S11-num319"/>
          <p:cNvSpPr txBox="1"/>
          <p:nvPr/>
        </p:nvSpPr>
        <p:spPr>
          <a:xfrm>
            <a:off x="9310878" y="451154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51" name="S11-fracbar320"/>
          <p:cNvSpPr/>
          <p:nvPr/>
        </p:nvSpPr>
        <p:spPr>
          <a:xfrm>
            <a:off x="9347454" y="493776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52" name="S11-num321"/>
          <p:cNvSpPr txBox="1"/>
          <p:nvPr/>
        </p:nvSpPr>
        <p:spPr>
          <a:xfrm>
            <a:off x="9310878" y="497433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53" name="S11-op322"/>
          <p:cNvSpPr txBox="1"/>
          <p:nvPr/>
        </p:nvSpPr>
        <p:spPr>
          <a:xfrm>
            <a:off x="9877044" y="451154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54" name="S11-blank323"/>
          <p:cNvSpPr/>
          <p:nvPr/>
        </p:nvSpPr>
        <p:spPr>
          <a:xfrm>
            <a:off x="10527137" y="4793595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5" name="S11-blank324"/>
          <p:cNvSpPr/>
          <p:nvPr/>
        </p:nvSpPr>
        <p:spPr>
          <a:xfrm>
            <a:off x="11154898" y="4562201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6" name="S11-fracbar325"/>
          <p:cNvSpPr/>
          <p:nvPr/>
        </p:nvSpPr>
        <p:spPr>
          <a:xfrm>
            <a:off x="11107420" y="4937760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57" name="S11-num326"/>
          <p:cNvSpPr txBox="1"/>
          <p:nvPr/>
        </p:nvSpPr>
        <p:spPr>
          <a:xfrm>
            <a:off x="11070844" y="497433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바꾼 것은?</a:t>
            </a:r>
            <a:endParaRPr lang="ko-KR" sz="4000" dirty="0"/>
          </a:p>
        </p:txBody>
      </p:sp>
      <p:sp>
        <p:nvSpPr>
          <p:cNvPr id="3" name="S13-text327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6분의 2 − 1과 6분의 4를 하려고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6분의 2를 바꾸었어요.</a:t>
            </a:r>
            <a:endParaRPr lang="ko-KR" sz="3000" dirty="0"/>
          </a:p>
        </p:txBody>
      </p:sp>
      <p:sp>
        <p:nvSpPr>
          <p:cNvPr id="4" name="S13-card3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바꾼 것을 고르고, 까닭을 말해요.</a:t>
            </a:r>
            <a:endParaRPr lang="ko-KR" sz="3000" dirty="0"/>
          </a:p>
        </p:txBody>
      </p:sp>
      <p:sp>
        <p:nvSpPr>
          <p:cNvPr id="6" name="S13-chip330"/>
          <p:cNvSpPr txBox="1"/>
          <p:nvPr/>
        </p:nvSpPr>
        <p:spPr>
          <a:xfrm>
            <a:off x="1991868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op331"/>
          <p:cNvSpPr txBox="1"/>
          <p:nvPr/>
        </p:nvSpPr>
        <p:spPr>
          <a:xfrm>
            <a:off x="1603248" y="3495548"/>
            <a:ext cx="59131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000" dirty="0"/>
          </a:p>
        </p:txBody>
      </p:sp>
      <p:sp>
        <p:nvSpPr>
          <p:cNvPr id="8" name="S13-num332"/>
          <p:cNvSpPr txBox="1"/>
          <p:nvPr/>
        </p:nvSpPr>
        <p:spPr>
          <a:xfrm>
            <a:off x="2304288" y="3495548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4000" dirty="0"/>
          </a:p>
        </p:txBody>
      </p:sp>
      <p:sp>
        <p:nvSpPr>
          <p:cNvPr id="9" name="S13-fracbar333"/>
          <p:cNvSpPr/>
          <p:nvPr/>
        </p:nvSpPr>
        <p:spPr>
          <a:xfrm>
            <a:off x="2340864" y="4131564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0" name="S13-num334"/>
          <p:cNvSpPr txBox="1"/>
          <p:nvPr/>
        </p:nvSpPr>
        <p:spPr>
          <a:xfrm>
            <a:off x="2304288" y="4168140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4000" dirty="0"/>
          </a:p>
        </p:txBody>
      </p:sp>
      <p:sp>
        <p:nvSpPr>
          <p:cNvPr id="11" name="S13-chip335"/>
          <p:cNvSpPr txBox="1"/>
          <p:nvPr/>
        </p:nvSpPr>
        <p:spPr>
          <a:xfrm>
            <a:off x="5811012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2" name="S13-op336"/>
          <p:cNvSpPr txBox="1"/>
          <p:nvPr/>
        </p:nvSpPr>
        <p:spPr>
          <a:xfrm>
            <a:off x="5367020" y="3495548"/>
            <a:ext cx="59131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000" dirty="0"/>
          </a:p>
        </p:txBody>
      </p:sp>
      <p:sp>
        <p:nvSpPr>
          <p:cNvPr id="13" name="S13-num337"/>
          <p:cNvSpPr txBox="1"/>
          <p:nvPr/>
        </p:nvSpPr>
        <p:spPr>
          <a:xfrm>
            <a:off x="6068060" y="3495548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000" dirty="0"/>
          </a:p>
        </p:txBody>
      </p:sp>
      <p:sp>
        <p:nvSpPr>
          <p:cNvPr id="14" name="S13-fracbar338"/>
          <p:cNvSpPr/>
          <p:nvPr/>
        </p:nvSpPr>
        <p:spPr>
          <a:xfrm>
            <a:off x="6104636" y="4131564"/>
            <a:ext cx="68072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5" name="S13-num339"/>
          <p:cNvSpPr txBox="1"/>
          <p:nvPr/>
        </p:nvSpPr>
        <p:spPr>
          <a:xfrm>
            <a:off x="6068060" y="4168140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4000" dirty="0"/>
          </a:p>
        </p:txBody>
      </p:sp>
      <p:sp>
        <p:nvSpPr>
          <p:cNvPr id="16" name="S13-chip340"/>
          <p:cNvSpPr txBox="1"/>
          <p:nvPr/>
        </p:nvSpPr>
        <p:spPr>
          <a:xfrm>
            <a:off x="9630156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7" name="S13-op341"/>
          <p:cNvSpPr txBox="1"/>
          <p:nvPr/>
        </p:nvSpPr>
        <p:spPr>
          <a:xfrm>
            <a:off x="9241536" y="3495548"/>
            <a:ext cx="59131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000" dirty="0"/>
          </a:p>
        </p:txBody>
      </p:sp>
      <p:sp>
        <p:nvSpPr>
          <p:cNvPr id="18" name="S13-num342"/>
          <p:cNvSpPr txBox="1"/>
          <p:nvPr/>
        </p:nvSpPr>
        <p:spPr>
          <a:xfrm>
            <a:off x="9942576" y="3495548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4000" dirty="0"/>
          </a:p>
        </p:txBody>
      </p:sp>
      <p:sp>
        <p:nvSpPr>
          <p:cNvPr id="19" name="S13-fracbar343"/>
          <p:cNvSpPr/>
          <p:nvPr/>
        </p:nvSpPr>
        <p:spPr>
          <a:xfrm>
            <a:off x="9979152" y="4131564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0" name="S13-num344"/>
          <p:cNvSpPr txBox="1"/>
          <p:nvPr/>
        </p:nvSpPr>
        <p:spPr>
          <a:xfrm>
            <a:off x="9942576" y="4168140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4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4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 빼고, 모자라면 1을 분수로 바꿔요.</a:t>
            </a:r>
            <a:endParaRPr lang="ko-KR" sz="3000" dirty="0"/>
          </a:p>
        </p:txBody>
      </p:sp>
      <p:sp>
        <p:nvSpPr>
          <p:cNvPr id="5" name="S14-chip34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 = 분모만큼의 조각</a:t>
            </a:r>
            <a:endParaRPr lang="ko-KR" sz="2400" dirty="0"/>
          </a:p>
        </p:txBody>
      </p:sp>
      <p:sp>
        <p:nvSpPr>
          <p:cNvPr id="6" name="S14-chip34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분자를 거꾸로 빼기</a:t>
            </a:r>
            <a:endParaRPr lang="ko-KR" sz="2400" dirty="0"/>
          </a:p>
        </p:txBody>
      </p:sp>
      <p:sp>
        <p:nvSpPr>
          <p:cNvPr id="7" name="S14-text34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op350"/>
          <p:cNvSpPr txBox="1"/>
          <p:nvPr/>
        </p:nvSpPr>
        <p:spPr>
          <a:xfrm>
            <a:off x="548640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800" dirty="0"/>
          </a:p>
        </p:txBody>
      </p:sp>
      <p:sp>
        <p:nvSpPr>
          <p:cNvPr id="9" name="S14-num351"/>
          <p:cNvSpPr txBox="1"/>
          <p:nvPr/>
        </p:nvSpPr>
        <p:spPr>
          <a:xfrm>
            <a:off x="126288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10" name="S14-fracbar352"/>
          <p:cNvSpPr/>
          <p:nvPr/>
        </p:nvSpPr>
        <p:spPr>
          <a:xfrm>
            <a:off x="1299464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1" name="S14-num353"/>
          <p:cNvSpPr txBox="1"/>
          <p:nvPr/>
        </p:nvSpPr>
        <p:spPr>
          <a:xfrm>
            <a:off x="126288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12" name="S14-op354"/>
          <p:cNvSpPr txBox="1"/>
          <p:nvPr/>
        </p:nvSpPr>
        <p:spPr>
          <a:xfrm>
            <a:off x="185572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13" name="S14-num355"/>
          <p:cNvSpPr txBox="1"/>
          <p:nvPr/>
        </p:nvSpPr>
        <p:spPr>
          <a:xfrm>
            <a:off x="2370836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4" name="S14-fracbar356"/>
          <p:cNvSpPr/>
          <p:nvPr/>
        </p:nvSpPr>
        <p:spPr>
          <a:xfrm>
            <a:off x="2407412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5" name="S14-num357"/>
          <p:cNvSpPr txBox="1"/>
          <p:nvPr/>
        </p:nvSpPr>
        <p:spPr>
          <a:xfrm>
            <a:off x="2370836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16" name="S14-op358"/>
          <p:cNvSpPr txBox="1"/>
          <p:nvPr/>
        </p:nvSpPr>
        <p:spPr>
          <a:xfrm>
            <a:off x="4322064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800" dirty="0"/>
          </a:p>
        </p:txBody>
      </p:sp>
      <p:sp>
        <p:nvSpPr>
          <p:cNvPr id="17" name="S14-op359"/>
          <p:cNvSpPr txBox="1"/>
          <p:nvPr/>
        </p:nvSpPr>
        <p:spPr>
          <a:xfrm>
            <a:off x="5036312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8" name="S14-op360"/>
          <p:cNvSpPr txBox="1"/>
          <p:nvPr/>
        </p:nvSpPr>
        <p:spPr>
          <a:xfrm>
            <a:off x="5636768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19" name="S14-num361"/>
          <p:cNvSpPr txBox="1"/>
          <p:nvPr/>
        </p:nvSpPr>
        <p:spPr>
          <a:xfrm>
            <a:off x="6151880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0" name="S14-fracbar362"/>
          <p:cNvSpPr/>
          <p:nvPr/>
        </p:nvSpPr>
        <p:spPr>
          <a:xfrm>
            <a:off x="6188456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21" name="S14-num363"/>
          <p:cNvSpPr txBox="1"/>
          <p:nvPr/>
        </p:nvSpPr>
        <p:spPr>
          <a:xfrm>
            <a:off x="6151880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2" name="S14-op364"/>
          <p:cNvSpPr txBox="1"/>
          <p:nvPr/>
        </p:nvSpPr>
        <p:spPr>
          <a:xfrm>
            <a:off x="8095488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800" dirty="0"/>
          </a:p>
        </p:txBody>
      </p:sp>
      <p:sp>
        <p:nvSpPr>
          <p:cNvPr id="23" name="S14-op365"/>
          <p:cNvSpPr txBox="1"/>
          <p:nvPr/>
        </p:nvSpPr>
        <p:spPr>
          <a:xfrm>
            <a:off x="8809736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4" name="S14-num366"/>
          <p:cNvSpPr txBox="1"/>
          <p:nvPr/>
        </p:nvSpPr>
        <p:spPr>
          <a:xfrm>
            <a:off x="9410192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5" name="S14-fracbar367"/>
          <p:cNvSpPr/>
          <p:nvPr/>
        </p:nvSpPr>
        <p:spPr>
          <a:xfrm>
            <a:off x="9446768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26" name="S14-num368"/>
          <p:cNvSpPr txBox="1"/>
          <p:nvPr/>
        </p:nvSpPr>
        <p:spPr>
          <a:xfrm>
            <a:off x="9410192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7" name="S14-op369"/>
          <p:cNvSpPr txBox="1"/>
          <p:nvPr/>
        </p:nvSpPr>
        <p:spPr>
          <a:xfrm>
            <a:off x="10003028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28" name="S14-op370"/>
          <p:cNvSpPr txBox="1"/>
          <p:nvPr/>
        </p:nvSpPr>
        <p:spPr>
          <a:xfrm>
            <a:off x="10518140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9" name="S14-num371"/>
          <p:cNvSpPr txBox="1"/>
          <p:nvPr/>
        </p:nvSpPr>
        <p:spPr>
          <a:xfrm>
            <a:off x="11118596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0" name="S14-fracbar372"/>
          <p:cNvSpPr/>
          <p:nvPr/>
        </p:nvSpPr>
        <p:spPr>
          <a:xfrm>
            <a:off x="11155172" y="4663440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31" name="S14-num373"/>
          <p:cNvSpPr txBox="1"/>
          <p:nvPr/>
        </p:nvSpPr>
        <p:spPr>
          <a:xfrm>
            <a:off x="11118596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32" name="S14-text37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소수 두 자리 수와 세 자리 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1을 분수로</a:t>
            </a:r>
            <a:endParaRPr lang="ko-KR" sz="4000" dirty="0"/>
          </a:p>
        </p:txBody>
      </p:sp>
      <p:sp>
        <p:nvSpPr>
          <p:cNvPr id="3" name="S15-text3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하나를 똑같이 나누어 모두 색칠했어요.</a:t>
            </a:r>
            <a:endParaRPr lang="ko-KR" sz="3000" dirty="0"/>
          </a:p>
        </p:txBody>
      </p:sp>
      <p:sp>
        <p:nvSpPr>
          <p:cNvPr id="4" name="S15-card376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377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1은 분모와 분자가 같은 분수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2와 5분의 1 = 1과 5분의 6</a:t>
            </a:r>
            <a:endParaRPr lang="ko-KR" sz="3000" dirty="0"/>
          </a:p>
        </p:txBody>
      </p:sp>
      <p:sp>
        <p:nvSpPr>
          <p:cNvPr id="6" name="S15-sector378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16200000"/>
              <a:gd name="adj2" fmla="val 2052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sector379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20520000"/>
              <a:gd name="adj2" fmla="val 324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5-sector380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3240000"/>
              <a:gd name="adj2" fmla="val 756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5-sector381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7560000"/>
              <a:gd name="adj2" fmla="val 1188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5-sector382"/>
          <p:cNvSpPr/>
          <p:nvPr/>
        </p:nvSpPr>
        <p:spPr>
          <a:xfrm>
            <a:off x="2116074" y="2011680"/>
            <a:ext cx="2250948" cy="2250948"/>
          </a:xfrm>
          <a:prstGeom prst="pie">
            <a:avLst>
              <a:gd name="adj1" fmla="val 11880000"/>
              <a:gd name="adj2" fmla="val 162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5-figure383" descr="5조각 원, 모두 색칠"/>
          <p:cNvSpPr/>
          <p:nvPr/>
        </p:nvSpPr>
        <p:spPr>
          <a:xfrm>
            <a:off x="2116074" y="2011680"/>
            <a:ext cx="2250948" cy="2250948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15-label384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= 5분의 5</a:t>
            </a:r>
            <a:endParaRPr lang="ko-KR" sz="2400" dirty="0"/>
          </a:p>
        </p:txBody>
      </p:sp>
      <p:sp>
        <p:nvSpPr>
          <p:cNvPr id="13" name="S15-sector385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16200000"/>
              <a:gd name="adj2" fmla="val 189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5-sector386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18900000"/>
              <a:gd name="adj2" fmla="val 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5-sector387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0"/>
              <a:gd name="adj2" fmla="val 27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5-sector388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2700000"/>
              <a:gd name="adj2" fmla="val 54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5-sector389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5400000"/>
              <a:gd name="adj2" fmla="val 81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5-sector390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8100000"/>
              <a:gd name="adj2" fmla="val 108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5-sector391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10800000"/>
              <a:gd name="adj2" fmla="val 135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5-sector392"/>
          <p:cNvSpPr/>
          <p:nvPr/>
        </p:nvSpPr>
        <p:spPr>
          <a:xfrm>
            <a:off x="7821930" y="2011680"/>
            <a:ext cx="2250948" cy="2250948"/>
          </a:xfrm>
          <a:prstGeom prst="pie">
            <a:avLst>
              <a:gd name="adj1" fmla="val 13500000"/>
              <a:gd name="adj2" fmla="val 162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figure393" descr="8조각 원, 모두 색칠"/>
          <p:cNvSpPr/>
          <p:nvPr/>
        </p:nvSpPr>
        <p:spPr>
          <a:xfrm>
            <a:off x="7821930" y="2011680"/>
            <a:ext cx="2250948" cy="2250948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5-label394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= 8분의 8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분모가 같은 분수의 뺄셈</dc:title>
  <dc:subject>KR22-G04-MAT-FRACSUB-L01</dc:subject>
  <dc:creator>education-ppt</dc:creator>
  <cp:lastModifiedBy>education-ppt</cp:lastModifiedBy>
  <cp:revision>1</cp:revision>
  <dcterms:created xsi:type="dcterms:W3CDTF">2026-10-26T07:51:25Z</dcterms:created>
  <dcterms:modified xsi:type="dcterms:W3CDTF">2026-10-26T07:51:25Z</dcterms:modified>
</cp:coreProperties>
</file>