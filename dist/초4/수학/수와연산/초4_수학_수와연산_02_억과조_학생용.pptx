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e92f700-cf1b-47db-7bd9-fe8b3cc68293}">
          <p14:sldIdLst>
            <p14:sldId id="256"/>
            <p14:sldId id="257"/>
          </p14:sldIdLst>
        </p14:section>
        <p14:section name="개념" id="{3a062ec7-6e7a-1d0d-4fac-9a7ed9188c44}">
          <p14:sldIdLst>
            <p14:sldId id="258"/>
            <p14:sldId id="259"/>
            <p14:sldId id="260"/>
            <p14:sldId id="261"/>
            <p14:sldId id="264"/>
            <p14:sldId id="265"/>
          </p14:sldIdLst>
        </p14:section>
        <p14:section name="연습" id="{7daf5198-97b4-f717-d328-37ca7ac3d615}">
          <p14:sldIdLst>
            <p14:sldId id="262"/>
            <p14:sldId id="263"/>
            <p14:sldId id="266"/>
          </p14:sldIdLst>
        </p14:section>
        <p14:section name="개념" id="{0d72c9d3-d0d3-ddd9-67f5-4503002a5fcc}">
          <p14:sldIdLst/>
        </p14:section>
        <p14:section name="연습" id="{76d66bea-4af5-ede5-c4ac-e48916acce31}">
          <p14:sldIdLst/>
        </p14:section>
        <p14:section name="확인" id="{ec16d1a0-64d8-91de-c89b-8d0b91417d7f}">
          <p14:sldIdLst>
            <p14:sldId id="267"/>
            <p14:sldId id="268"/>
          </p14:sldIdLst>
        </p14:section>
        <p14:section name="정리" id="{0dfa5d76-8557-7a85-4653-71db18665be6}">
          <p14:sldIdLst>
            <p14:sldId id="269"/>
          </p14:sldIdLst>
        </p14:section>
        <p14:section name="보충" id="{45118976-bfd1-f769-a71a-fb3a039d6ed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수와연산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억과 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억과 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억과 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억과 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숫자가 아주 긴 수는 어떻게 읽을까?</a:t>
            </a:r>
            <a:endParaRPr lang="ko-KR" sz="30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320451000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큰 수를 네 자리씩 끊어 읽고 써요.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큰 수를 비교하고 뛰어 세어요.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36052를 읽어요.</a:t>
            </a:r>
            <a:endParaRPr lang="ko-KR" sz="30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10000이 7개, 100이 4개인 수는?</a:t>
            </a:r>
            <a:endParaRPr lang="ko-KR" sz="30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4532 ○ 4523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만이 10개, 100개, 1000개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10000이 10개, 100개, 1000개 모이면?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앞에 십, 백, 천이 붙어요.</a:t>
            </a:r>
            <a:endParaRPr lang="ko-KR" sz="30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3469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10000이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억과 조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천만이 10개면 1억, 천억이 10개면 1조예요.</a:t>
            </a:r>
            <a:endParaRPr lang="ko-KR" sz="30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자리마다 만, 억, 조로 이름이 바뀌어요.</a:t>
            </a:r>
            <a:endParaRPr lang="ko-KR" sz="3000" dirty="0"/>
          </a:p>
        </p:txBody>
      </p:sp>
      <p:graphicFrame>
        <p:nvGraphicFramePr>
          <p:cNvPr id="5" name="S04-tabl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346960"/>
          <a:ext cx="91440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0의 개수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억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1000000000000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자리씩 끊어 읽기</a:t>
            </a:r>
            <a:endParaRPr lang="ko-KR" sz="4000" dirty="0"/>
          </a:p>
        </p:txBody>
      </p:sp>
      <p:sp>
        <p:nvSpPr>
          <p:cNvPr id="3" name="S05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320451000을 읽어요.</a:t>
            </a:r>
            <a:endParaRPr lang="ko-KR" sz="3000" dirty="0"/>
          </a:p>
        </p:txBody>
      </p:sp>
      <p:sp>
        <p:nvSpPr>
          <p:cNvPr id="4" name="S05-card19"/>
          <p:cNvSpPr/>
          <p:nvPr/>
        </p:nvSpPr>
        <p:spPr>
          <a:xfrm>
            <a:off x="548640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20"/>
          <p:cNvSpPr txBox="1"/>
          <p:nvPr/>
        </p:nvSpPr>
        <p:spPr>
          <a:xfrm>
            <a:off x="822960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끊기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| 2045 | 1000</a:t>
            </a:r>
            <a:endParaRPr lang="ko-KR" sz="3000" dirty="0"/>
          </a:p>
        </p:txBody>
      </p:sp>
      <p:sp>
        <p:nvSpPr>
          <p:cNvPr id="6" name="S05-card21"/>
          <p:cNvSpPr/>
          <p:nvPr/>
        </p:nvSpPr>
        <p:spPr>
          <a:xfrm>
            <a:off x="4322064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22"/>
          <p:cNvSpPr txBox="1"/>
          <p:nvPr/>
        </p:nvSpPr>
        <p:spPr>
          <a:xfrm>
            <a:off x="4596384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붙이기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3억 2045만 1000</a:t>
            </a:r>
            <a:endParaRPr lang="ko-KR" sz="3000" dirty="0"/>
          </a:p>
        </p:txBody>
      </p:sp>
      <p:sp>
        <p:nvSpPr>
          <p:cNvPr id="8" name="S05-card23"/>
          <p:cNvSpPr/>
          <p:nvPr/>
        </p:nvSpPr>
        <p:spPr>
          <a:xfrm>
            <a:off x="8095488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24"/>
          <p:cNvSpPr txBox="1"/>
          <p:nvPr/>
        </p:nvSpPr>
        <p:spPr>
          <a:xfrm>
            <a:off x="8369808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읽기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삼억 이천사십오만 천</a:t>
            </a:r>
            <a:endParaRPr lang="ko-KR" sz="3000" dirty="0"/>
          </a:p>
        </p:txBody>
      </p:sp>
      <p:graphicFrame>
        <p:nvGraphicFramePr>
          <p:cNvPr id="6" name="S05-table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810510"/>
          <a:ext cx="10972800" cy="9144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쓰기</a:t>
            </a:r>
            <a:endParaRPr lang="ko-KR" sz="4000" dirty="0"/>
          </a:p>
        </p:txBody>
      </p:sp>
      <p:sp>
        <p:nvSpPr>
          <p:cNvPr id="3" name="S06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자리 칸에 나누어 쓰고 빈 곳은 0으로 채워요.</a:t>
            </a:r>
            <a:endParaRPr lang="ko-KR" sz="3000" dirty="0"/>
          </a:p>
        </p:txBody>
      </p:sp>
      <p:sp>
        <p:nvSpPr>
          <p:cNvPr id="4" name="S06-card27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8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230000000 / 5002000000000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쓰면 네 자리씩 끊어 다시 읽어 봐요.</a:t>
            </a:r>
            <a:endParaRPr lang="ko-KR" sz="3000" dirty="0"/>
          </a:p>
        </p:txBody>
      </p:sp>
      <p:graphicFrame>
        <p:nvGraphicFramePr>
          <p:cNvPr id="7" name="S06-table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26030"/>
          <a:ext cx="10058400" cy="914400"/>
        </p:xfrm>
        <a:graphic>
          <a:graphicData uri="http://schemas.openxmlformats.org/drawingml/2006/table">
            <a:tbl>
              <a:tblPr/>
              <a:tblGrid>
                <a:gridCol w="3218688"/>
                <a:gridCol w="1709928"/>
                <a:gridCol w="1709928"/>
                <a:gridCol w="1709928"/>
                <a:gridCol w="1709928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읽은 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이억 삼천만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오조 이십억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0020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써 봐요</a:t>
            </a:r>
            <a:endParaRPr lang="ko-KR" sz="4000" dirty="0"/>
          </a:p>
        </p:txBody>
      </p:sp>
      <p:sp>
        <p:nvSpPr>
          <p:cNvPr id="3" name="S07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오른쪽부터 네 자리씩 끊어요.</a:t>
            </a:r>
            <a:endParaRPr lang="ko-KR" sz="3000" dirty="0"/>
          </a:p>
        </p:txBody>
      </p:sp>
      <p:sp>
        <p:nvSpPr>
          <p:cNvPr id="5" name="S07-chip3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7-text3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육억 오백만을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써요.</a:t>
            </a:r>
            <a:endParaRPr lang="ko-KR" sz="3000" dirty="0"/>
          </a:p>
        </p:txBody>
      </p:sp>
      <p:sp>
        <p:nvSpPr>
          <p:cNvPr id="7" name="S07-chip3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07-text3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27030000000을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읽어요.</a:t>
            </a:r>
            <a:endParaRPr lang="ko-KR" sz="3000" dirty="0"/>
          </a:p>
        </p:txBody>
      </p:sp>
      <p:sp>
        <p:nvSpPr>
          <p:cNvPr id="9" name="S07-chip36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07-text37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1조가 3개, 1억이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25개인 수는?</a:t>
            </a:r>
            <a:endParaRPr lang="ko-KR" sz="3000" dirty="0"/>
          </a:p>
        </p:txBody>
      </p:sp>
      <p:sp>
        <p:nvSpPr>
          <p:cNvPr id="11" name="S07-chip38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07-text39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5280000000에서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2는 얼마일까요?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‘삼억 오만’을 숫자로 썼어요.</a:t>
            </a:r>
            <a:endParaRPr lang="ko-KR" sz="3000" dirty="0"/>
          </a:p>
        </p:txBody>
      </p:sp>
      <p:sp>
        <p:nvSpPr>
          <p:cNvPr id="5" name="S08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끊어 읽어 확인해요.</a:t>
            </a:r>
            <a:endParaRPr lang="ko-KR" sz="3000" dirty="0"/>
          </a:p>
        </p:txBody>
      </p:sp>
      <p:sp>
        <p:nvSpPr>
          <p:cNvPr id="7" name="S08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350000000</a:t>
            </a:r>
            <a:endParaRPr lang="ko-KR" sz="2400" dirty="0"/>
          </a:p>
        </p:txBody>
      </p:sp>
      <p:sp>
        <p:nvSpPr>
          <p:cNvPr id="8" name="S08-text4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다음에 5를 쓰고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붙였어요.</a:t>
            </a:r>
            <a:endParaRPr lang="ko-KR" sz="3000" dirty="0"/>
          </a:p>
        </p:txBody>
      </p:sp>
      <p:sp>
        <p:nvSpPr>
          <p:cNvPr id="9" name="S08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300050000</a:t>
            </a:r>
            <a:endParaRPr lang="ko-KR" sz="2400" dirty="0"/>
          </a:p>
        </p:txBody>
      </p:sp>
      <p:sp>
        <p:nvSpPr>
          <p:cNvPr id="10" name="S08-text4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| 0005 | 0000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칸을 0으로 채웠어요.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수의 크기 비교</a:t>
            </a:r>
            <a:endParaRPr lang="ko-KR" sz="4000" dirty="0"/>
          </a:p>
        </p:txBody>
      </p:sp>
      <p:sp>
        <p:nvSpPr>
          <p:cNvPr id="3" name="S09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73850000과 73580000을 비교해요.</a:t>
            </a:r>
            <a:endParaRPr lang="ko-KR" sz="3000" dirty="0"/>
          </a:p>
        </p:txBody>
      </p:sp>
      <p:sp>
        <p:nvSpPr>
          <p:cNvPr id="4" name="S09-card49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50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 수가 다르면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 수가 많은 수가 커요.</a:t>
            </a:r>
            <a:endParaRPr lang="ko-KR" sz="3000" dirty="0"/>
          </a:p>
        </p:txBody>
      </p:sp>
      <p:sp>
        <p:nvSpPr>
          <p:cNvPr id="6" name="S09-card51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52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 수가 같으면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자리부터 차례로 봐요.</a:t>
            </a:r>
            <a:endParaRPr lang="ko-KR" sz="3000" dirty="0"/>
          </a:p>
        </p:txBody>
      </p:sp>
      <p:graphicFrame>
        <p:nvGraphicFramePr>
          <p:cNvPr id="10" name="S09-table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283714"/>
          <a:ext cx="9144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09-label54"/>
          <p:cNvSpPr txBox="1"/>
          <p:nvPr/>
        </p:nvSpPr>
        <p:spPr>
          <a:xfrm>
            <a:off x="548640" y="43357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십만의 자리에서 8 &gt; 5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 세기</a:t>
            </a:r>
            <a:endParaRPr lang="ko-KR" sz="4000" dirty="0"/>
          </a:p>
        </p:txBody>
      </p:sp>
      <p:sp>
        <p:nvSpPr>
          <p:cNvPr id="3" name="S10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자리 숫자가 커지는지 봐요.</a:t>
            </a:r>
            <a:endParaRPr lang="ko-KR" sz="3000" dirty="0"/>
          </a:p>
        </p:txBody>
      </p:sp>
      <p:sp>
        <p:nvSpPr>
          <p:cNvPr id="4" name="S10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1억씩 뛰어 세면 억의 자리 숫자가 1씩 커져요.</a:t>
            </a:r>
            <a:endParaRPr lang="ko-KR" sz="3000" dirty="0"/>
          </a:p>
        </p:txBody>
      </p:sp>
      <p:graphicFrame>
        <p:nvGraphicFramePr>
          <p:cNvPr id="11" name="S10-table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143760"/>
          <a:ext cx="9144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85800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몇씩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뛰어 세기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1만씩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35만 → 36만 → 37만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1억씩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35억 → 36억 → 37억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10억씩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235억 → 245억 → 255억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1조씩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8조 → 9조 → 10조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비교하고 뛰어 세기</a:t>
            </a:r>
            <a:endParaRPr lang="ko-KR" sz="4000" dirty="0"/>
          </a:p>
        </p:txBody>
      </p:sp>
      <p:sp>
        <p:nvSpPr>
          <p:cNvPr id="3" name="S11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1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 수부터 세고, 높은 자리부터 봐요.</a:t>
            </a:r>
            <a:endParaRPr lang="ko-KR" sz="3000" dirty="0"/>
          </a:p>
        </p:txBody>
      </p:sp>
      <p:sp>
        <p:nvSpPr>
          <p:cNvPr id="5" name="S11-chip6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1-text6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4900000000 ○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520000000</a:t>
            </a:r>
            <a:endParaRPr lang="ko-KR" sz="3000" dirty="0"/>
          </a:p>
        </p:txBody>
      </p:sp>
      <p:sp>
        <p:nvSpPr>
          <p:cNvPr id="7" name="S11-chip6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1-text6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63억 2000만 ○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63억 1900만</a:t>
            </a:r>
            <a:endParaRPr lang="ko-KR" sz="3000" dirty="0"/>
          </a:p>
        </p:txBody>
      </p:sp>
      <p:sp>
        <p:nvSpPr>
          <p:cNvPr id="9" name="S11-chip6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1-text6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1억씩: 7억 8000만,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8억 8000만, □</a:t>
            </a:r>
            <a:endParaRPr lang="ko-KR" sz="3000" dirty="0"/>
          </a:p>
        </p:txBody>
      </p:sp>
      <p:sp>
        <p:nvSpPr>
          <p:cNvPr id="11" name="S11-chip6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11-text6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100억씩: 2350억,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2450억, □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000" dirty="0"/>
          </a:p>
        </p:txBody>
      </p:sp>
      <p:sp>
        <p:nvSpPr>
          <p:cNvPr id="4" name="S12-chip7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text7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806000000을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읽어요.</a:t>
            </a:r>
            <a:endParaRPr lang="ko-KR" sz="3000" dirty="0"/>
          </a:p>
        </p:txBody>
      </p:sp>
      <p:sp>
        <p:nvSpPr>
          <p:cNvPr id="6" name="S12-chip7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2-text7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이조 사천억을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써요.</a:t>
            </a:r>
            <a:endParaRPr lang="ko-KR" sz="3000" dirty="0"/>
          </a:p>
        </p:txBody>
      </p:sp>
      <p:sp>
        <p:nvSpPr>
          <p:cNvPr id="8" name="S12-chip7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2-text7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35억 700만 ○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35억 7000만</a:t>
            </a:r>
            <a:endParaRPr lang="ko-KR" sz="3000" dirty="0"/>
          </a:p>
        </p:txBody>
      </p:sp>
      <p:sp>
        <p:nvSpPr>
          <p:cNvPr id="10" name="S12-chip7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2-text7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10억씩: 52억,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62억, □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수는?</a:t>
            </a:r>
            <a:endParaRPr lang="ko-KR" sz="4000" dirty="0"/>
          </a:p>
        </p:txBody>
      </p:sp>
      <p:sp>
        <p:nvSpPr>
          <p:cNvPr id="3" name="S14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수를 골라요.</a:t>
            </a:r>
            <a:endParaRPr lang="ko-KR" sz="3000" dirty="0"/>
          </a:p>
        </p:txBody>
      </p:sp>
      <p:sp>
        <p:nvSpPr>
          <p:cNvPr id="4" name="S14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수를 고르고, 까닭을 말해요.</a:t>
            </a:r>
            <a:endParaRPr lang="ko-KR" sz="3000" dirty="0"/>
          </a:p>
        </p:txBody>
      </p:sp>
      <p:sp>
        <p:nvSpPr>
          <p:cNvPr id="6" name="S14-chip8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4-card82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83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9억 9000만</a:t>
            </a:r>
            <a:endParaRPr lang="ko-KR" sz="3000" dirty="0"/>
          </a:p>
        </p:txBody>
      </p:sp>
      <p:sp>
        <p:nvSpPr>
          <p:cNvPr id="9" name="S14-chip8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4-card85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86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10억 200만</a:t>
            </a:r>
            <a:endParaRPr lang="ko-KR" sz="3000" dirty="0"/>
          </a:p>
        </p:txBody>
      </p:sp>
      <p:sp>
        <p:nvSpPr>
          <p:cNvPr id="12" name="S14-chip8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4-card88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4-cardtext89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9억 9900만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9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9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자리씩 끊어 만, 억, 조를 붙여 읽어요.</a:t>
            </a:r>
            <a:endParaRPr lang="ko-KR" sz="3000" dirty="0"/>
          </a:p>
        </p:txBody>
      </p:sp>
      <p:sp>
        <p:nvSpPr>
          <p:cNvPr id="5" name="S15-chip9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자리 수부터 세기</a:t>
            </a:r>
            <a:endParaRPr lang="ko-KR" sz="2400" dirty="0"/>
          </a:p>
        </p:txBody>
      </p:sp>
      <p:sp>
        <p:nvSpPr>
          <p:cNvPr id="6" name="S15-chip9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앞 숫자만 보고 비교</a:t>
            </a:r>
            <a:endParaRPr lang="ko-KR" sz="2400" dirty="0"/>
          </a:p>
        </p:txBody>
      </p:sp>
      <p:sp>
        <p:nvSpPr>
          <p:cNvPr id="7" name="S15-text9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9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402300000000을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읽어요.</a:t>
            </a:r>
            <a:endParaRPr lang="ko-KR" sz="2400" dirty="0"/>
          </a:p>
        </p:txBody>
      </p:sp>
      <p:sp>
        <p:nvSpPr>
          <p:cNvPr id="9" name="S15-text9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오억 칠만을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써요.</a:t>
            </a:r>
            <a:endParaRPr lang="ko-KR" sz="2400" dirty="0"/>
          </a:p>
        </p:txBody>
      </p:sp>
      <p:sp>
        <p:nvSpPr>
          <p:cNvPr id="10" name="S15-text9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700050000 ○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750000000</a:t>
            </a:r>
            <a:endParaRPr lang="ko-KR" sz="2400" dirty="0"/>
          </a:p>
        </p:txBody>
      </p:sp>
      <p:sp>
        <p:nvSpPr>
          <p:cNvPr id="11" name="S15-text9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(세 자리 수)×(두 자리 수)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다섯 자리 수</a:t>
            </a:r>
            <a:endParaRPr lang="ko-KR" sz="4000" dirty="0"/>
          </a:p>
        </p:txBody>
      </p:sp>
      <p:sp>
        <p:nvSpPr>
          <p:cNvPr id="3" name="S16-text9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46025를 네 자리 끊어 읽어요.</a:t>
            </a:r>
            <a:endParaRPr lang="ko-KR" sz="3000" dirty="0"/>
          </a:p>
        </p:txBody>
      </p:sp>
      <p:sp>
        <p:nvSpPr>
          <p:cNvPr id="4" name="S16-card100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101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| 6025 → 4만 6025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사만 육천이십오라고 읽어요.</a:t>
            </a:r>
            <a:endParaRPr lang="ko-KR" sz="3000" dirty="0"/>
          </a:p>
        </p:txBody>
      </p:sp>
      <p:graphicFrame>
        <p:nvGraphicFramePr>
          <p:cNvPr id="16" name="S16-table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08276" y="2526030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억과 조</dc:title>
  <dc:subject>KR22-G04-MAT-EOK-L01</dc:subject>
  <dc:creator>education-ppt</dc:creator>
  <cp:lastModifiedBy>education-ppt</cp:lastModifiedBy>
  <cp:revision>1</cp:revision>
  <dcterms:created xsi:type="dcterms:W3CDTF">2026-10-26T07:36:24Z</dcterms:created>
  <dcterms:modified xsi:type="dcterms:W3CDTF">2026-10-26T07:36:24Z</dcterms:modified>
</cp:coreProperties>
</file>