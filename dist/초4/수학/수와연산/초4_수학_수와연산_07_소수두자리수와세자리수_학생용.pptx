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c1a57f1-77ec-632f-f7e8-a7c3141cafff}">
          <p14:sldIdLst>
            <p14:sldId id="256"/>
            <p14:sldId id="257"/>
          </p14:sldIdLst>
        </p14:section>
        <p14:section name="개념" id="{5259bcaf-b53d-4e82-44a0-3784c2f961e6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dc6be036-77bb-f721-f953-a49c99965e33}">
          <p14:sldIdLst>
            <p14:sldId id="261"/>
            <p14:sldId id="264"/>
          </p14:sldIdLst>
        </p14:section>
        <p14:section name="개념" id="{bb762446-b3ac-8288-aedd-f1de50016505}">
          <p14:sldIdLst/>
        </p14:section>
        <p14:section name="연습" id="{1cd36870-1c02-8e5f-fea1-05717fae200a}">
          <p14:sldIdLst/>
        </p14:section>
        <p14:section name="확인" id="{23c2f2f9-3293-df88-2316-05674e2d1d96}">
          <p14:sldIdLst>
            <p14:sldId id="265"/>
            <p14:sldId id="266"/>
          </p14:sldIdLst>
        </p14:section>
        <p14:section name="정리" id="{ed84148a-4646-d40e-1be4-6299f0e7d5d2}">
          <p14:sldIdLst>
            <p14:sldId id="267"/>
          </p14:sldIdLst>
        </p14:section>
        <p14:section name="보충" id="{82600ef5-c6b0-8900-bb0c-69ee063068f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 두 자리 수와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 두 자리 수와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소수 두 자리 수와 세 자리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두 자리 수와 세 자리 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0.1보다 작은 수는 어떻게 나타낼까요?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818388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47648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76909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6170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35431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646920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9939528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232136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524744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10817352" y="640080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18388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47648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76909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906170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35431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646920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39528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232136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4744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817352" y="932688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8183880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8476488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8769096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9061704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354312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9646920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9939528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232136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0524744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10817352" y="1225296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8183880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8476488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8769096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9061704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cell35"/>
          <p:cNvSpPr/>
          <p:nvPr/>
        </p:nvSpPr>
        <p:spPr>
          <a:xfrm>
            <a:off x="9354312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1-cell36"/>
          <p:cNvSpPr/>
          <p:nvPr/>
        </p:nvSpPr>
        <p:spPr>
          <a:xfrm>
            <a:off x="9646920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1-cell37"/>
          <p:cNvSpPr/>
          <p:nvPr/>
        </p:nvSpPr>
        <p:spPr>
          <a:xfrm>
            <a:off x="9939528" y="1517904"/>
            <a:ext cx="292608" cy="29260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1-cell38"/>
          <p:cNvSpPr/>
          <p:nvPr/>
        </p:nvSpPr>
        <p:spPr>
          <a:xfrm>
            <a:off x="10232136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1-cell39"/>
          <p:cNvSpPr/>
          <p:nvPr/>
        </p:nvSpPr>
        <p:spPr>
          <a:xfrm>
            <a:off x="10524744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1-cell40"/>
          <p:cNvSpPr/>
          <p:nvPr/>
        </p:nvSpPr>
        <p:spPr>
          <a:xfrm>
            <a:off x="10817352" y="151790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1-cell41"/>
          <p:cNvSpPr/>
          <p:nvPr/>
        </p:nvSpPr>
        <p:spPr>
          <a:xfrm>
            <a:off x="818388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1-cell42"/>
          <p:cNvSpPr/>
          <p:nvPr/>
        </p:nvSpPr>
        <p:spPr>
          <a:xfrm>
            <a:off x="847648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1-cell43"/>
          <p:cNvSpPr/>
          <p:nvPr/>
        </p:nvSpPr>
        <p:spPr>
          <a:xfrm>
            <a:off x="876909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1-cell44"/>
          <p:cNvSpPr/>
          <p:nvPr/>
        </p:nvSpPr>
        <p:spPr>
          <a:xfrm>
            <a:off x="906170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1-cell45"/>
          <p:cNvSpPr/>
          <p:nvPr/>
        </p:nvSpPr>
        <p:spPr>
          <a:xfrm>
            <a:off x="935431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1-cell46"/>
          <p:cNvSpPr/>
          <p:nvPr/>
        </p:nvSpPr>
        <p:spPr>
          <a:xfrm>
            <a:off x="9646920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1-cell47"/>
          <p:cNvSpPr/>
          <p:nvPr/>
        </p:nvSpPr>
        <p:spPr>
          <a:xfrm>
            <a:off x="9939528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1-cell48"/>
          <p:cNvSpPr/>
          <p:nvPr/>
        </p:nvSpPr>
        <p:spPr>
          <a:xfrm>
            <a:off x="10232136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1-cell49"/>
          <p:cNvSpPr/>
          <p:nvPr/>
        </p:nvSpPr>
        <p:spPr>
          <a:xfrm>
            <a:off x="10524744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cell50"/>
          <p:cNvSpPr/>
          <p:nvPr/>
        </p:nvSpPr>
        <p:spPr>
          <a:xfrm>
            <a:off x="10817352" y="181051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1-cell51"/>
          <p:cNvSpPr/>
          <p:nvPr/>
        </p:nvSpPr>
        <p:spPr>
          <a:xfrm>
            <a:off x="818388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1-cell52"/>
          <p:cNvSpPr/>
          <p:nvPr/>
        </p:nvSpPr>
        <p:spPr>
          <a:xfrm>
            <a:off x="847648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1-cell53"/>
          <p:cNvSpPr/>
          <p:nvPr/>
        </p:nvSpPr>
        <p:spPr>
          <a:xfrm>
            <a:off x="876909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1-cell54"/>
          <p:cNvSpPr/>
          <p:nvPr/>
        </p:nvSpPr>
        <p:spPr>
          <a:xfrm>
            <a:off x="906170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1-cell55"/>
          <p:cNvSpPr/>
          <p:nvPr/>
        </p:nvSpPr>
        <p:spPr>
          <a:xfrm>
            <a:off x="935431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1-cell56"/>
          <p:cNvSpPr/>
          <p:nvPr/>
        </p:nvSpPr>
        <p:spPr>
          <a:xfrm>
            <a:off x="9646920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1-cell57"/>
          <p:cNvSpPr/>
          <p:nvPr/>
        </p:nvSpPr>
        <p:spPr>
          <a:xfrm>
            <a:off x="9939528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1-cell58"/>
          <p:cNvSpPr/>
          <p:nvPr/>
        </p:nvSpPr>
        <p:spPr>
          <a:xfrm>
            <a:off x="10232136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1-cell59"/>
          <p:cNvSpPr/>
          <p:nvPr/>
        </p:nvSpPr>
        <p:spPr>
          <a:xfrm>
            <a:off x="10524744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1-cell60"/>
          <p:cNvSpPr/>
          <p:nvPr/>
        </p:nvSpPr>
        <p:spPr>
          <a:xfrm>
            <a:off x="10817352" y="210312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1-cell61"/>
          <p:cNvSpPr/>
          <p:nvPr/>
        </p:nvSpPr>
        <p:spPr>
          <a:xfrm>
            <a:off x="818388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1-cell62"/>
          <p:cNvSpPr/>
          <p:nvPr/>
        </p:nvSpPr>
        <p:spPr>
          <a:xfrm>
            <a:off x="847648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1-cell63"/>
          <p:cNvSpPr/>
          <p:nvPr/>
        </p:nvSpPr>
        <p:spPr>
          <a:xfrm>
            <a:off x="876909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1-cell64"/>
          <p:cNvSpPr/>
          <p:nvPr/>
        </p:nvSpPr>
        <p:spPr>
          <a:xfrm>
            <a:off x="906170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1-cell65"/>
          <p:cNvSpPr/>
          <p:nvPr/>
        </p:nvSpPr>
        <p:spPr>
          <a:xfrm>
            <a:off x="935431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1-cell66"/>
          <p:cNvSpPr/>
          <p:nvPr/>
        </p:nvSpPr>
        <p:spPr>
          <a:xfrm>
            <a:off x="9646920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1-cell67"/>
          <p:cNvSpPr/>
          <p:nvPr/>
        </p:nvSpPr>
        <p:spPr>
          <a:xfrm>
            <a:off x="9939528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1-cell68"/>
          <p:cNvSpPr/>
          <p:nvPr/>
        </p:nvSpPr>
        <p:spPr>
          <a:xfrm>
            <a:off x="10232136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1-cell69"/>
          <p:cNvSpPr/>
          <p:nvPr/>
        </p:nvSpPr>
        <p:spPr>
          <a:xfrm>
            <a:off x="10524744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1-cell70"/>
          <p:cNvSpPr/>
          <p:nvPr/>
        </p:nvSpPr>
        <p:spPr>
          <a:xfrm>
            <a:off x="10817352" y="2395728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1-cell71"/>
          <p:cNvSpPr/>
          <p:nvPr/>
        </p:nvSpPr>
        <p:spPr>
          <a:xfrm>
            <a:off x="818388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1-cell72"/>
          <p:cNvSpPr/>
          <p:nvPr/>
        </p:nvSpPr>
        <p:spPr>
          <a:xfrm>
            <a:off x="847648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1-cell73"/>
          <p:cNvSpPr/>
          <p:nvPr/>
        </p:nvSpPr>
        <p:spPr>
          <a:xfrm>
            <a:off x="876909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1-cell74"/>
          <p:cNvSpPr/>
          <p:nvPr/>
        </p:nvSpPr>
        <p:spPr>
          <a:xfrm>
            <a:off x="906170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1-cell75"/>
          <p:cNvSpPr/>
          <p:nvPr/>
        </p:nvSpPr>
        <p:spPr>
          <a:xfrm>
            <a:off x="935431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1-cell76"/>
          <p:cNvSpPr/>
          <p:nvPr/>
        </p:nvSpPr>
        <p:spPr>
          <a:xfrm>
            <a:off x="9646920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1-cell77"/>
          <p:cNvSpPr/>
          <p:nvPr/>
        </p:nvSpPr>
        <p:spPr>
          <a:xfrm>
            <a:off x="9939528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1-cell78"/>
          <p:cNvSpPr/>
          <p:nvPr/>
        </p:nvSpPr>
        <p:spPr>
          <a:xfrm>
            <a:off x="10232136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1-cell79"/>
          <p:cNvSpPr/>
          <p:nvPr/>
        </p:nvSpPr>
        <p:spPr>
          <a:xfrm>
            <a:off x="10524744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1-cell80"/>
          <p:cNvSpPr/>
          <p:nvPr/>
        </p:nvSpPr>
        <p:spPr>
          <a:xfrm>
            <a:off x="10817352" y="2688336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1-cell81"/>
          <p:cNvSpPr/>
          <p:nvPr/>
        </p:nvSpPr>
        <p:spPr>
          <a:xfrm>
            <a:off x="818388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1-cell82"/>
          <p:cNvSpPr/>
          <p:nvPr/>
        </p:nvSpPr>
        <p:spPr>
          <a:xfrm>
            <a:off x="847648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1-cell83"/>
          <p:cNvSpPr/>
          <p:nvPr/>
        </p:nvSpPr>
        <p:spPr>
          <a:xfrm>
            <a:off x="876909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1-cell84"/>
          <p:cNvSpPr/>
          <p:nvPr/>
        </p:nvSpPr>
        <p:spPr>
          <a:xfrm>
            <a:off x="906170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1-cell85"/>
          <p:cNvSpPr/>
          <p:nvPr/>
        </p:nvSpPr>
        <p:spPr>
          <a:xfrm>
            <a:off x="935431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1-cell86"/>
          <p:cNvSpPr/>
          <p:nvPr/>
        </p:nvSpPr>
        <p:spPr>
          <a:xfrm>
            <a:off x="9646920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1-cell87"/>
          <p:cNvSpPr/>
          <p:nvPr/>
        </p:nvSpPr>
        <p:spPr>
          <a:xfrm>
            <a:off x="9939528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1-cell88"/>
          <p:cNvSpPr/>
          <p:nvPr/>
        </p:nvSpPr>
        <p:spPr>
          <a:xfrm>
            <a:off x="10232136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1-cell89"/>
          <p:cNvSpPr/>
          <p:nvPr/>
        </p:nvSpPr>
        <p:spPr>
          <a:xfrm>
            <a:off x="10524744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1-cell90"/>
          <p:cNvSpPr/>
          <p:nvPr/>
        </p:nvSpPr>
        <p:spPr>
          <a:xfrm>
            <a:off x="10817352" y="298094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1-cell91"/>
          <p:cNvSpPr/>
          <p:nvPr/>
        </p:nvSpPr>
        <p:spPr>
          <a:xfrm>
            <a:off x="818388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1-cell92"/>
          <p:cNvSpPr/>
          <p:nvPr/>
        </p:nvSpPr>
        <p:spPr>
          <a:xfrm>
            <a:off x="847648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1-cell93"/>
          <p:cNvSpPr/>
          <p:nvPr/>
        </p:nvSpPr>
        <p:spPr>
          <a:xfrm>
            <a:off x="876909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1-cell94"/>
          <p:cNvSpPr/>
          <p:nvPr/>
        </p:nvSpPr>
        <p:spPr>
          <a:xfrm>
            <a:off x="906170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1-cell95"/>
          <p:cNvSpPr/>
          <p:nvPr/>
        </p:nvSpPr>
        <p:spPr>
          <a:xfrm>
            <a:off x="935431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1-cell96"/>
          <p:cNvSpPr/>
          <p:nvPr/>
        </p:nvSpPr>
        <p:spPr>
          <a:xfrm>
            <a:off x="9646920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1-cell97"/>
          <p:cNvSpPr/>
          <p:nvPr/>
        </p:nvSpPr>
        <p:spPr>
          <a:xfrm>
            <a:off x="9939528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1-cell98"/>
          <p:cNvSpPr/>
          <p:nvPr/>
        </p:nvSpPr>
        <p:spPr>
          <a:xfrm>
            <a:off x="10232136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1-cell99"/>
          <p:cNvSpPr/>
          <p:nvPr/>
        </p:nvSpPr>
        <p:spPr>
          <a:xfrm>
            <a:off x="10524744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1-cell100"/>
          <p:cNvSpPr/>
          <p:nvPr/>
        </p:nvSpPr>
        <p:spPr>
          <a:xfrm>
            <a:off x="10817352" y="327355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1-figure101" descr="100칸 모눈 중 37칸 색칠"/>
          <p:cNvSpPr/>
          <p:nvPr/>
        </p:nvSpPr>
        <p:spPr>
          <a:xfrm>
            <a:off x="8183880" y="640080"/>
            <a:ext cx="292608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5" name="S01-card10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6" name="S01-cardtext10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0.01과 0.001을 알고 읽고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소수의 크기를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1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말하고, ○에는 &gt; 또는 &lt;를 넣어요.</a:t>
            </a:r>
            <a:endParaRPr lang="ko-KR" sz="3000" dirty="0"/>
          </a:p>
        </p:txBody>
      </p:sp>
      <p:sp>
        <p:nvSpPr>
          <p:cNvPr id="4" name="S02-chip10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10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7개인 수는?</a:t>
            </a:r>
            <a:endParaRPr lang="ko-KR" sz="3000" dirty="0"/>
          </a:p>
        </p:txBody>
      </p:sp>
      <p:sp>
        <p:nvSpPr>
          <p:cNvPr id="6" name="S02-chip10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10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○ 0.8</a:t>
            </a:r>
            <a:endParaRPr lang="ko-KR" sz="3400" dirty="0"/>
          </a:p>
        </p:txBody>
      </p:sp>
      <p:sp>
        <p:nvSpPr>
          <p:cNvPr id="8" name="S02-chip10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1.3은 0.1이 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0.01과 0.37</a:t>
            </a:r>
            <a:endParaRPr lang="ko-KR" sz="4000" dirty="0"/>
          </a:p>
        </p:txBody>
      </p:sp>
      <p:sp>
        <p:nvSpPr>
          <p:cNvPr id="3" name="S03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100칸 전체가 1이에요.</a:t>
            </a:r>
            <a:endParaRPr lang="ko-KR" sz="3000" dirty="0"/>
          </a:p>
        </p:txBody>
      </p:sp>
      <p:sp>
        <p:nvSpPr>
          <p:cNvPr id="4" name="S03-card112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13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1칸은 0.01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영일이라고 읽어요.</a:t>
            </a:r>
            <a:endParaRPr lang="ko-KR" sz="3000" dirty="0"/>
          </a:p>
        </p:txBody>
      </p:sp>
      <p:sp>
        <p:nvSpPr>
          <p:cNvPr id="6" name="S03-card114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5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37칸은 0.37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삼칠이라고 읽어요.</a:t>
            </a:r>
            <a:endParaRPr lang="ko-KR" sz="3000" dirty="0"/>
          </a:p>
        </p:txBody>
      </p:sp>
      <p:sp>
        <p:nvSpPr>
          <p:cNvPr id="8" name="S03-cell116"/>
          <p:cNvSpPr/>
          <p:nvPr/>
        </p:nvSpPr>
        <p:spPr>
          <a:xfrm>
            <a:off x="211607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cell117"/>
          <p:cNvSpPr/>
          <p:nvPr/>
        </p:nvSpPr>
        <p:spPr>
          <a:xfrm>
            <a:off x="2341169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18"/>
          <p:cNvSpPr/>
          <p:nvPr/>
        </p:nvSpPr>
        <p:spPr>
          <a:xfrm>
            <a:off x="2566264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19"/>
          <p:cNvSpPr/>
          <p:nvPr/>
        </p:nvSpPr>
        <p:spPr>
          <a:xfrm>
            <a:off x="2791358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120"/>
          <p:cNvSpPr/>
          <p:nvPr/>
        </p:nvSpPr>
        <p:spPr>
          <a:xfrm>
            <a:off x="3016453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121"/>
          <p:cNvSpPr/>
          <p:nvPr/>
        </p:nvSpPr>
        <p:spPr>
          <a:xfrm>
            <a:off x="3241548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122"/>
          <p:cNvSpPr/>
          <p:nvPr/>
        </p:nvSpPr>
        <p:spPr>
          <a:xfrm>
            <a:off x="3466643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123"/>
          <p:cNvSpPr/>
          <p:nvPr/>
        </p:nvSpPr>
        <p:spPr>
          <a:xfrm>
            <a:off x="3691738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124"/>
          <p:cNvSpPr/>
          <p:nvPr/>
        </p:nvSpPr>
        <p:spPr>
          <a:xfrm>
            <a:off x="3916832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125"/>
          <p:cNvSpPr/>
          <p:nvPr/>
        </p:nvSpPr>
        <p:spPr>
          <a:xfrm>
            <a:off x="4141927" y="201168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126"/>
          <p:cNvSpPr/>
          <p:nvPr/>
        </p:nvSpPr>
        <p:spPr>
          <a:xfrm>
            <a:off x="2116074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127"/>
          <p:cNvSpPr/>
          <p:nvPr/>
        </p:nvSpPr>
        <p:spPr>
          <a:xfrm>
            <a:off x="2341169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128"/>
          <p:cNvSpPr/>
          <p:nvPr/>
        </p:nvSpPr>
        <p:spPr>
          <a:xfrm>
            <a:off x="2566264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129"/>
          <p:cNvSpPr/>
          <p:nvPr/>
        </p:nvSpPr>
        <p:spPr>
          <a:xfrm>
            <a:off x="2791358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130"/>
          <p:cNvSpPr/>
          <p:nvPr/>
        </p:nvSpPr>
        <p:spPr>
          <a:xfrm>
            <a:off x="3016453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131"/>
          <p:cNvSpPr/>
          <p:nvPr/>
        </p:nvSpPr>
        <p:spPr>
          <a:xfrm>
            <a:off x="3241548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132"/>
          <p:cNvSpPr/>
          <p:nvPr/>
        </p:nvSpPr>
        <p:spPr>
          <a:xfrm>
            <a:off x="3466643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133"/>
          <p:cNvSpPr/>
          <p:nvPr/>
        </p:nvSpPr>
        <p:spPr>
          <a:xfrm>
            <a:off x="3691738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134"/>
          <p:cNvSpPr/>
          <p:nvPr/>
        </p:nvSpPr>
        <p:spPr>
          <a:xfrm>
            <a:off x="3916832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cell135"/>
          <p:cNvSpPr/>
          <p:nvPr/>
        </p:nvSpPr>
        <p:spPr>
          <a:xfrm>
            <a:off x="4141927" y="2236775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136"/>
          <p:cNvSpPr/>
          <p:nvPr/>
        </p:nvSpPr>
        <p:spPr>
          <a:xfrm>
            <a:off x="2116074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137"/>
          <p:cNvSpPr/>
          <p:nvPr/>
        </p:nvSpPr>
        <p:spPr>
          <a:xfrm>
            <a:off x="2341169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138"/>
          <p:cNvSpPr/>
          <p:nvPr/>
        </p:nvSpPr>
        <p:spPr>
          <a:xfrm>
            <a:off x="2566264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139"/>
          <p:cNvSpPr/>
          <p:nvPr/>
        </p:nvSpPr>
        <p:spPr>
          <a:xfrm>
            <a:off x="2791358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140"/>
          <p:cNvSpPr/>
          <p:nvPr/>
        </p:nvSpPr>
        <p:spPr>
          <a:xfrm>
            <a:off x="3016453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141"/>
          <p:cNvSpPr/>
          <p:nvPr/>
        </p:nvSpPr>
        <p:spPr>
          <a:xfrm>
            <a:off x="3241548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142"/>
          <p:cNvSpPr/>
          <p:nvPr/>
        </p:nvSpPr>
        <p:spPr>
          <a:xfrm>
            <a:off x="3466643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143"/>
          <p:cNvSpPr/>
          <p:nvPr/>
        </p:nvSpPr>
        <p:spPr>
          <a:xfrm>
            <a:off x="3691738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144"/>
          <p:cNvSpPr/>
          <p:nvPr/>
        </p:nvSpPr>
        <p:spPr>
          <a:xfrm>
            <a:off x="3916832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145"/>
          <p:cNvSpPr/>
          <p:nvPr/>
        </p:nvSpPr>
        <p:spPr>
          <a:xfrm>
            <a:off x="4141927" y="2461870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146"/>
          <p:cNvSpPr/>
          <p:nvPr/>
        </p:nvSpPr>
        <p:spPr>
          <a:xfrm>
            <a:off x="2116074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147"/>
          <p:cNvSpPr/>
          <p:nvPr/>
        </p:nvSpPr>
        <p:spPr>
          <a:xfrm>
            <a:off x="2341169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148"/>
          <p:cNvSpPr/>
          <p:nvPr/>
        </p:nvSpPr>
        <p:spPr>
          <a:xfrm>
            <a:off x="2566264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149"/>
          <p:cNvSpPr/>
          <p:nvPr/>
        </p:nvSpPr>
        <p:spPr>
          <a:xfrm>
            <a:off x="279135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150"/>
          <p:cNvSpPr/>
          <p:nvPr/>
        </p:nvSpPr>
        <p:spPr>
          <a:xfrm>
            <a:off x="3016453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cell151"/>
          <p:cNvSpPr/>
          <p:nvPr/>
        </p:nvSpPr>
        <p:spPr>
          <a:xfrm>
            <a:off x="324154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cell152"/>
          <p:cNvSpPr/>
          <p:nvPr/>
        </p:nvSpPr>
        <p:spPr>
          <a:xfrm>
            <a:off x="3466643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cell153"/>
          <p:cNvSpPr/>
          <p:nvPr/>
        </p:nvSpPr>
        <p:spPr>
          <a:xfrm>
            <a:off x="369173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154"/>
          <p:cNvSpPr/>
          <p:nvPr/>
        </p:nvSpPr>
        <p:spPr>
          <a:xfrm>
            <a:off x="3916832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155"/>
          <p:cNvSpPr/>
          <p:nvPr/>
        </p:nvSpPr>
        <p:spPr>
          <a:xfrm>
            <a:off x="4141927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156"/>
          <p:cNvSpPr/>
          <p:nvPr/>
        </p:nvSpPr>
        <p:spPr>
          <a:xfrm>
            <a:off x="211607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157"/>
          <p:cNvSpPr/>
          <p:nvPr/>
        </p:nvSpPr>
        <p:spPr>
          <a:xfrm>
            <a:off x="234116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158"/>
          <p:cNvSpPr/>
          <p:nvPr/>
        </p:nvSpPr>
        <p:spPr>
          <a:xfrm>
            <a:off x="256626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159"/>
          <p:cNvSpPr/>
          <p:nvPr/>
        </p:nvSpPr>
        <p:spPr>
          <a:xfrm>
            <a:off x="279135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160"/>
          <p:cNvSpPr/>
          <p:nvPr/>
        </p:nvSpPr>
        <p:spPr>
          <a:xfrm>
            <a:off x="301645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161"/>
          <p:cNvSpPr/>
          <p:nvPr/>
        </p:nvSpPr>
        <p:spPr>
          <a:xfrm>
            <a:off x="324154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cell162"/>
          <p:cNvSpPr/>
          <p:nvPr/>
        </p:nvSpPr>
        <p:spPr>
          <a:xfrm>
            <a:off x="346664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3-cell163"/>
          <p:cNvSpPr/>
          <p:nvPr/>
        </p:nvSpPr>
        <p:spPr>
          <a:xfrm>
            <a:off x="369173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cell164"/>
          <p:cNvSpPr/>
          <p:nvPr/>
        </p:nvSpPr>
        <p:spPr>
          <a:xfrm>
            <a:off x="3916832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65"/>
          <p:cNvSpPr/>
          <p:nvPr/>
        </p:nvSpPr>
        <p:spPr>
          <a:xfrm>
            <a:off x="4141927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66"/>
          <p:cNvSpPr/>
          <p:nvPr/>
        </p:nvSpPr>
        <p:spPr>
          <a:xfrm>
            <a:off x="211607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67"/>
          <p:cNvSpPr/>
          <p:nvPr/>
        </p:nvSpPr>
        <p:spPr>
          <a:xfrm>
            <a:off x="234116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68"/>
          <p:cNvSpPr/>
          <p:nvPr/>
        </p:nvSpPr>
        <p:spPr>
          <a:xfrm>
            <a:off x="256626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69"/>
          <p:cNvSpPr/>
          <p:nvPr/>
        </p:nvSpPr>
        <p:spPr>
          <a:xfrm>
            <a:off x="279135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cell170"/>
          <p:cNvSpPr/>
          <p:nvPr/>
        </p:nvSpPr>
        <p:spPr>
          <a:xfrm>
            <a:off x="301645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cell171"/>
          <p:cNvSpPr/>
          <p:nvPr/>
        </p:nvSpPr>
        <p:spPr>
          <a:xfrm>
            <a:off x="324154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3-cell172"/>
          <p:cNvSpPr/>
          <p:nvPr/>
        </p:nvSpPr>
        <p:spPr>
          <a:xfrm>
            <a:off x="346664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3-cell173"/>
          <p:cNvSpPr/>
          <p:nvPr/>
        </p:nvSpPr>
        <p:spPr>
          <a:xfrm>
            <a:off x="369173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cell174"/>
          <p:cNvSpPr/>
          <p:nvPr/>
        </p:nvSpPr>
        <p:spPr>
          <a:xfrm>
            <a:off x="3916832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cell175"/>
          <p:cNvSpPr/>
          <p:nvPr/>
        </p:nvSpPr>
        <p:spPr>
          <a:xfrm>
            <a:off x="4141927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3-cell176"/>
          <p:cNvSpPr/>
          <p:nvPr/>
        </p:nvSpPr>
        <p:spPr>
          <a:xfrm>
            <a:off x="211607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3-cell177"/>
          <p:cNvSpPr/>
          <p:nvPr/>
        </p:nvSpPr>
        <p:spPr>
          <a:xfrm>
            <a:off x="234116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3-cell178"/>
          <p:cNvSpPr/>
          <p:nvPr/>
        </p:nvSpPr>
        <p:spPr>
          <a:xfrm>
            <a:off x="256626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3-cell179"/>
          <p:cNvSpPr/>
          <p:nvPr/>
        </p:nvSpPr>
        <p:spPr>
          <a:xfrm>
            <a:off x="279135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cell180"/>
          <p:cNvSpPr/>
          <p:nvPr/>
        </p:nvSpPr>
        <p:spPr>
          <a:xfrm>
            <a:off x="301645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3-cell181"/>
          <p:cNvSpPr/>
          <p:nvPr/>
        </p:nvSpPr>
        <p:spPr>
          <a:xfrm>
            <a:off x="324154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3-cell182"/>
          <p:cNvSpPr/>
          <p:nvPr/>
        </p:nvSpPr>
        <p:spPr>
          <a:xfrm>
            <a:off x="346664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3-cell183"/>
          <p:cNvSpPr/>
          <p:nvPr/>
        </p:nvSpPr>
        <p:spPr>
          <a:xfrm>
            <a:off x="369173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3-cell184"/>
          <p:cNvSpPr/>
          <p:nvPr/>
        </p:nvSpPr>
        <p:spPr>
          <a:xfrm>
            <a:off x="3916832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3-cell185"/>
          <p:cNvSpPr/>
          <p:nvPr/>
        </p:nvSpPr>
        <p:spPr>
          <a:xfrm>
            <a:off x="4141927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3-cell186"/>
          <p:cNvSpPr/>
          <p:nvPr/>
        </p:nvSpPr>
        <p:spPr>
          <a:xfrm>
            <a:off x="211607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3-cell187"/>
          <p:cNvSpPr/>
          <p:nvPr/>
        </p:nvSpPr>
        <p:spPr>
          <a:xfrm>
            <a:off x="234116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3-cell188"/>
          <p:cNvSpPr/>
          <p:nvPr/>
        </p:nvSpPr>
        <p:spPr>
          <a:xfrm>
            <a:off x="256626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3-cell189"/>
          <p:cNvSpPr/>
          <p:nvPr/>
        </p:nvSpPr>
        <p:spPr>
          <a:xfrm>
            <a:off x="279135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3-cell190"/>
          <p:cNvSpPr/>
          <p:nvPr/>
        </p:nvSpPr>
        <p:spPr>
          <a:xfrm>
            <a:off x="301645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3-cell191"/>
          <p:cNvSpPr/>
          <p:nvPr/>
        </p:nvSpPr>
        <p:spPr>
          <a:xfrm>
            <a:off x="324154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3-cell192"/>
          <p:cNvSpPr/>
          <p:nvPr/>
        </p:nvSpPr>
        <p:spPr>
          <a:xfrm>
            <a:off x="346664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3-cell193"/>
          <p:cNvSpPr/>
          <p:nvPr/>
        </p:nvSpPr>
        <p:spPr>
          <a:xfrm>
            <a:off x="369173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3-cell194"/>
          <p:cNvSpPr/>
          <p:nvPr/>
        </p:nvSpPr>
        <p:spPr>
          <a:xfrm>
            <a:off x="3916832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3-cell195"/>
          <p:cNvSpPr/>
          <p:nvPr/>
        </p:nvSpPr>
        <p:spPr>
          <a:xfrm>
            <a:off x="4141927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3-cell196"/>
          <p:cNvSpPr/>
          <p:nvPr/>
        </p:nvSpPr>
        <p:spPr>
          <a:xfrm>
            <a:off x="211607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3-cell197"/>
          <p:cNvSpPr/>
          <p:nvPr/>
        </p:nvSpPr>
        <p:spPr>
          <a:xfrm>
            <a:off x="234116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3-cell198"/>
          <p:cNvSpPr/>
          <p:nvPr/>
        </p:nvSpPr>
        <p:spPr>
          <a:xfrm>
            <a:off x="256626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3-cell199"/>
          <p:cNvSpPr/>
          <p:nvPr/>
        </p:nvSpPr>
        <p:spPr>
          <a:xfrm>
            <a:off x="279135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3-cell200"/>
          <p:cNvSpPr/>
          <p:nvPr/>
        </p:nvSpPr>
        <p:spPr>
          <a:xfrm>
            <a:off x="301645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3-cell201"/>
          <p:cNvSpPr/>
          <p:nvPr/>
        </p:nvSpPr>
        <p:spPr>
          <a:xfrm>
            <a:off x="324154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3-cell202"/>
          <p:cNvSpPr/>
          <p:nvPr/>
        </p:nvSpPr>
        <p:spPr>
          <a:xfrm>
            <a:off x="346664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3-cell203"/>
          <p:cNvSpPr/>
          <p:nvPr/>
        </p:nvSpPr>
        <p:spPr>
          <a:xfrm>
            <a:off x="369173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3-cell204"/>
          <p:cNvSpPr/>
          <p:nvPr/>
        </p:nvSpPr>
        <p:spPr>
          <a:xfrm>
            <a:off x="3916832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3-cell205"/>
          <p:cNvSpPr/>
          <p:nvPr/>
        </p:nvSpPr>
        <p:spPr>
          <a:xfrm>
            <a:off x="4141927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3-cell206"/>
          <p:cNvSpPr/>
          <p:nvPr/>
        </p:nvSpPr>
        <p:spPr>
          <a:xfrm>
            <a:off x="211607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3-cell207"/>
          <p:cNvSpPr/>
          <p:nvPr/>
        </p:nvSpPr>
        <p:spPr>
          <a:xfrm>
            <a:off x="234116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3-cell208"/>
          <p:cNvSpPr/>
          <p:nvPr/>
        </p:nvSpPr>
        <p:spPr>
          <a:xfrm>
            <a:off x="256626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3-cell209"/>
          <p:cNvSpPr/>
          <p:nvPr/>
        </p:nvSpPr>
        <p:spPr>
          <a:xfrm>
            <a:off x="279135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3-cell210"/>
          <p:cNvSpPr/>
          <p:nvPr/>
        </p:nvSpPr>
        <p:spPr>
          <a:xfrm>
            <a:off x="301645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3-cell211"/>
          <p:cNvSpPr/>
          <p:nvPr/>
        </p:nvSpPr>
        <p:spPr>
          <a:xfrm>
            <a:off x="324154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3-cell212"/>
          <p:cNvSpPr/>
          <p:nvPr/>
        </p:nvSpPr>
        <p:spPr>
          <a:xfrm>
            <a:off x="346664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3-cell213"/>
          <p:cNvSpPr/>
          <p:nvPr/>
        </p:nvSpPr>
        <p:spPr>
          <a:xfrm>
            <a:off x="369173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3-cell214"/>
          <p:cNvSpPr/>
          <p:nvPr/>
        </p:nvSpPr>
        <p:spPr>
          <a:xfrm>
            <a:off x="3916832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3-cell215"/>
          <p:cNvSpPr/>
          <p:nvPr/>
        </p:nvSpPr>
        <p:spPr>
          <a:xfrm>
            <a:off x="4141927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3-figure216" descr="100칸 모눈 중 1칸 색칠"/>
          <p:cNvSpPr/>
          <p:nvPr/>
        </p:nvSpPr>
        <p:spPr>
          <a:xfrm>
            <a:off x="2116074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9" name="S03-label21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</a:t>
            </a:r>
            <a:endParaRPr lang="ko-KR" sz="2400" dirty="0"/>
          </a:p>
        </p:txBody>
      </p:sp>
      <p:sp>
        <p:nvSpPr>
          <p:cNvPr id="110" name="S03-cell218"/>
          <p:cNvSpPr/>
          <p:nvPr/>
        </p:nvSpPr>
        <p:spPr>
          <a:xfrm>
            <a:off x="782193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3-cell219"/>
          <p:cNvSpPr/>
          <p:nvPr/>
        </p:nvSpPr>
        <p:spPr>
          <a:xfrm>
            <a:off x="8047025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3-cell220"/>
          <p:cNvSpPr/>
          <p:nvPr/>
        </p:nvSpPr>
        <p:spPr>
          <a:xfrm>
            <a:off x="827212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3-cell221"/>
          <p:cNvSpPr/>
          <p:nvPr/>
        </p:nvSpPr>
        <p:spPr>
          <a:xfrm>
            <a:off x="849721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3-cell222"/>
          <p:cNvSpPr/>
          <p:nvPr/>
        </p:nvSpPr>
        <p:spPr>
          <a:xfrm>
            <a:off x="872230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3-cell223"/>
          <p:cNvSpPr/>
          <p:nvPr/>
        </p:nvSpPr>
        <p:spPr>
          <a:xfrm>
            <a:off x="894740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3-cell224"/>
          <p:cNvSpPr/>
          <p:nvPr/>
        </p:nvSpPr>
        <p:spPr>
          <a:xfrm>
            <a:off x="917249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3-cell225"/>
          <p:cNvSpPr/>
          <p:nvPr/>
        </p:nvSpPr>
        <p:spPr>
          <a:xfrm>
            <a:off x="939759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3-cell226"/>
          <p:cNvSpPr/>
          <p:nvPr/>
        </p:nvSpPr>
        <p:spPr>
          <a:xfrm>
            <a:off x="962268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3-cell227"/>
          <p:cNvSpPr/>
          <p:nvPr/>
        </p:nvSpPr>
        <p:spPr>
          <a:xfrm>
            <a:off x="984778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3-cell228"/>
          <p:cNvSpPr/>
          <p:nvPr/>
        </p:nvSpPr>
        <p:spPr>
          <a:xfrm>
            <a:off x="782193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3-cell229"/>
          <p:cNvSpPr/>
          <p:nvPr/>
        </p:nvSpPr>
        <p:spPr>
          <a:xfrm>
            <a:off x="8047025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3-cell230"/>
          <p:cNvSpPr/>
          <p:nvPr/>
        </p:nvSpPr>
        <p:spPr>
          <a:xfrm>
            <a:off x="827212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3-cell231"/>
          <p:cNvSpPr/>
          <p:nvPr/>
        </p:nvSpPr>
        <p:spPr>
          <a:xfrm>
            <a:off x="849721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3-cell232"/>
          <p:cNvSpPr/>
          <p:nvPr/>
        </p:nvSpPr>
        <p:spPr>
          <a:xfrm>
            <a:off x="872230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3-cell233"/>
          <p:cNvSpPr/>
          <p:nvPr/>
        </p:nvSpPr>
        <p:spPr>
          <a:xfrm>
            <a:off x="894740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3-cell234"/>
          <p:cNvSpPr/>
          <p:nvPr/>
        </p:nvSpPr>
        <p:spPr>
          <a:xfrm>
            <a:off x="917249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3-cell235"/>
          <p:cNvSpPr/>
          <p:nvPr/>
        </p:nvSpPr>
        <p:spPr>
          <a:xfrm>
            <a:off x="939759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3-cell236"/>
          <p:cNvSpPr/>
          <p:nvPr/>
        </p:nvSpPr>
        <p:spPr>
          <a:xfrm>
            <a:off x="962268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3-cell237"/>
          <p:cNvSpPr/>
          <p:nvPr/>
        </p:nvSpPr>
        <p:spPr>
          <a:xfrm>
            <a:off x="984778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3-cell238"/>
          <p:cNvSpPr/>
          <p:nvPr/>
        </p:nvSpPr>
        <p:spPr>
          <a:xfrm>
            <a:off x="782193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3-cell239"/>
          <p:cNvSpPr/>
          <p:nvPr/>
        </p:nvSpPr>
        <p:spPr>
          <a:xfrm>
            <a:off x="8047025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3-cell240"/>
          <p:cNvSpPr/>
          <p:nvPr/>
        </p:nvSpPr>
        <p:spPr>
          <a:xfrm>
            <a:off x="827212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3-cell241"/>
          <p:cNvSpPr/>
          <p:nvPr/>
        </p:nvSpPr>
        <p:spPr>
          <a:xfrm>
            <a:off x="849721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3-cell242"/>
          <p:cNvSpPr/>
          <p:nvPr/>
        </p:nvSpPr>
        <p:spPr>
          <a:xfrm>
            <a:off x="872230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3-cell243"/>
          <p:cNvSpPr/>
          <p:nvPr/>
        </p:nvSpPr>
        <p:spPr>
          <a:xfrm>
            <a:off x="894740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3-cell244"/>
          <p:cNvSpPr/>
          <p:nvPr/>
        </p:nvSpPr>
        <p:spPr>
          <a:xfrm>
            <a:off x="917249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3-cell245"/>
          <p:cNvSpPr/>
          <p:nvPr/>
        </p:nvSpPr>
        <p:spPr>
          <a:xfrm>
            <a:off x="939759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3-cell246"/>
          <p:cNvSpPr/>
          <p:nvPr/>
        </p:nvSpPr>
        <p:spPr>
          <a:xfrm>
            <a:off x="962268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3-cell247"/>
          <p:cNvSpPr/>
          <p:nvPr/>
        </p:nvSpPr>
        <p:spPr>
          <a:xfrm>
            <a:off x="984778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3-cell248"/>
          <p:cNvSpPr/>
          <p:nvPr/>
        </p:nvSpPr>
        <p:spPr>
          <a:xfrm>
            <a:off x="782193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3-cell249"/>
          <p:cNvSpPr/>
          <p:nvPr/>
        </p:nvSpPr>
        <p:spPr>
          <a:xfrm>
            <a:off x="8047025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3-cell250"/>
          <p:cNvSpPr/>
          <p:nvPr/>
        </p:nvSpPr>
        <p:spPr>
          <a:xfrm>
            <a:off x="827212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3-cell251"/>
          <p:cNvSpPr/>
          <p:nvPr/>
        </p:nvSpPr>
        <p:spPr>
          <a:xfrm>
            <a:off x="849721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3-cell252"/>
          <p:cNvSpPr/>
          <p:nvPr/>
        </p:nvSpPr>
        <p:spPr>
          <a:xfrm>
            <a:off x="872230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3-cell253"/>
          <p:cNvSpPr/>
          <p:nvPr/>
        </p:nvSpPr>
        <p:spPr>
          <a:xfrm>
            <a:off x="894740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3-cell254"/>
          <p:cNvSpPr/>
          <p:nvPr/>
        </p:nvSpPr>
        <p:spPr>
          <a:xfrm>
            <a:off x="917249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3-cell255"/>
          <p:cNvSpPr/>
          <p:nvPr/>
        </p:nvSpPr>
        <p:spPr>
          <a:xfrm>
            <a:off x="9397594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3-cell256"/>
          <p:cNvSpPr/>
          <p:nvPr/>
        </p:nvSpPr>
        <p:spPr>
          <a:xfrm>
            <a:off x="9622688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3-cell257"/>
          <p:cNvSpPr/>
          <p:nvPr/>
        </p:nvSpPr>
        <p:spPr>
          <a:xfrm>
            <a:off x="9847783" y="268696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3-cell258"/>
          <p:cNvSpPr/>
          <p:nvPr/>
        </p:nvSpPr>
        <p:spPr>
          <a:xfrm>
            <a:off x="782193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3-cell259"/>
          <p:cNvSpPr/>
          <p:nvPr/>
        </p:nvSpPr>
        <p:spPr>
          <a:xfrm>
            <a:off x="8047025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3-cell260"/>
          <p:cNvSpPr/>
          <p:nvPr/>
        </p:nvSpPr>
        <p:spPr>
          <a:xfrm>
            <a:off x="827212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3-cell261"/>
          <p:cNvSpPr/>
          <p:nvPr/>
        </p:nvSpPr>
        <p:spPr>
          <a:xfrm>
            <a:off x="849721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3-cell262"/>
          <p:cNvSpPr/>
          <p:nvPr/>
        </p:nvSpPr>
        <p:spPr>
          <a:xfrm>
            <a:off x="872230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3-cell263"/>
          <p:cNvSpPr/>
          <p:nvPr/>
        </p:nvSpPr>
        <p:spPr>
          <a:xfrm>
            <a:off x="894740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3-cell264"/>
          <p:cNvSpPr/>
          <p:nvPr/>
        </p:nvSpPr>
        <p:spPr>
          <a:xfrm>
            <a:off x="917249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3-cell265"/>
          <p:cNvSpPr/>
          <p:nvPr/>
        </p:nvSpPr>
        <p:spPr>
          <a:xfrm>
            <a:off x="939759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3-cell266"/>
          <p:cNvSpPr/>
          <p:nvPr/>
        </p:nvSpPr>
        <p:spPr>
          <a:xfrm>
            <a:off x="962268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3-cell267"/>
          <p:cNvSpPr/>
          <p:nvPr/>
        </p:nvSpPr>
        <p:spPr>
          <a:xfrm>
            <a:off x="984778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3-cell268"/>
          <p:cNvSpPr/>
          <p:nvPr/>
        </p:nvSpPr>
        <p:spPr>
          <a:xfrm>
            <a:off x="782193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3-cell269"/>
          <p:cNvSpPr/>
          <p:nvPr/>
        </p:nvSpPr>
        <p:spPr>
          <a:xfrm>
            <a:off x="8047025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3-cell270"/>
          <p:cNvSpPr/>
          <p:nvPr/>
        </p:nvSpPr>
        <p:spPr>
          <a:xfrm>
            <a:off x="827212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3-cell271"/>
          <p:cNvSpPr/>
          <p:nvPr/>
        </p:nvSpPr>
        <p:spPr>
          <a:xfrm>
            <a:off x="849721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3-cell272"/>
          <p:cNvSpPr/>
          <p:nvPr/>
        </p:nvSpPr>
        <p:spPr>
          <a:xfrm>
            <a:off x="872230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3-cell273"/>
          <p:cNvSpPr/>
          <p:nvPr/>
        </p:nvSpPr>
        <p:spPr>
          <a:xfrm>
            <a:off x="894740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3-cell274"/>
          <p:cNvSpPr/>
          <p:nvPr/>
        </p:nvSpPr>
        <p:spPr>
          <a:xfrm>
            <a:off x="917249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3-cell275"/>
          <p:cNvSpPr/>
          <p:nvPr/>
        </p:nvSpPr>
        <p:spPr>
          <a:xfrm>
            <a:off x="939759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3-cell276"/>
          <p:cNvSpPr/>
          <p:nvPr/>
        </p:nvSpPr>
        <p:spPr>
          <a:xfrm>
            <a:off x="962268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3-cell277"/>
          <p:cNvSpPr/>
          <p:nvPr/>
        </p:nvSpPr>
        <p:spPr>
          <a:xfrm>
            <a:off x="984778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3-cell278"/>
          <p:cNvSpPr/>
          <p:nvPr/>
        </p:nvSpPr>
        <p:spPr>
          <a:xfrm>
            <a:off x="782193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3-cell279"/>
          <p:cNvSpPr/>
          <p:nvPr/>
        </p:nvSpPr>
        <p:spPr>
          <a:xfrm>
            <a:off x="8047025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3-cell280"/>
          <p:cNvSpPr/>
          <p:nvPr/>
        </p:nvSpPr>
        <p:spPr>
          <a:xfrm>
            <a:off x="827212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03-cell281"/>
          <p:cNvSpPr/>
          <p:nvPr/>
        </p:nvSpPr>
        <p:spPr>
          <a:xfrm>
            <a:off x="849721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03-cell282"/>
          <p:cNvSpPr/>
          <p:nvPr/>
        </p:nvSpPr>
        <p:spPr>
          <a:xfrm>
            <a:off x="872230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5" name="S03-cell283"/>
          <p:cNvSpPr/>
          <p:nvPr/>
        </p:nvSpPr>
        <p:spPr>
          <a:xfrm>
            <a:off x="894740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6" name="S03-cell284"/>
          <p:cNvSpPr/>
          <p:nvPr/>
        </p:nvSpPr>
        <p:spPr>
          <a:xfrm>
            <a:off x="917249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7" name="S03-cell285"/>
          <p:cNvSpPr/>
          <p:nvPr/>
        </p:nvSpPr>
        <p:spPr>
          <a:xfrm>
            <a:off x="939759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8" name="S03-cell286"/>
          <p:cNvSpPr/>
          <p:nvPr/>
        </p:nvSpPr>
        <p:spPr>
          <a:xfrm>
            <a:off x="962268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9" name="S03-cell287"/>
          <p:cNvSpPr/>
          <p:nvPr/>
        </p:nvSpPr>
        <p:spPr>
          <a:xfrm>
            <a:off x="984778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0" name="S03-cell288"/>
          <p:cNvSpPr/>
          <p:nvPr/>
        </p:nvSpPr>
        <p:spPr>
          <a:xfrm>
            <a:off x="782193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1" name="S03-cell289"/>
          <p:cNvSpPr/>
          <p:nvPr/>
        </p:nvSpPr>
        <p:spPr>
          <a:xfrm>
            <a:off x="8047025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2" name="S03-cell290"/>
          <p:cNvSpPr/>
          <p:nvPr/>
        </p:nvSpPr>
        <p:spPr>
          <a:xfrm>
            <a:off x="827212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3" name="S03-cell291"/>
          <p:cNvSpPr/>
          <p:nvPr/>
        </p:nvSpPr>
        <p:spPr>
          <a:xfrm>
            <a:off x="849721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4" name="S03-cell292"/>
          <p:cNvSpPr/>
          <p:nvPr/>
        </p:nvSpPr>
        <p:spPr>
          <a:xfrm>
            <a:off x="872230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5" name="S03-cell293"/>
          <p:cNvSpPr/>
          <p:nvPr/>
        </p:nvSpPr>
        <p:spPr>
          <a:xfrm>
            <a:off x="894740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6" name="S03-cell294"/>
          <p:cNvSpPr/>
          <p:nvPr/>
        </p:nvSpPr>
        <p:spPr>
          <a:xfrm>
            <a:off x="917249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7" name="S03-cell295"/>
          <p:cNvSpPr/>
          <p:nvPr/>
        </p:nvSpPr>
        <p:spPr>
          <a:xfrm>
            <a:off x="939759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03-cell296"/>
          <p:cNvSpPr/>
          <p:nvPr/>
        </p:nvSpPr>
        <p:spPr>
          <a:xfrm>
            <a:off x="962268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03-cell297"/>
          <p:cNvSpPr/>
          <p:nvPr/>
        </p:nvSpPr>
        <p:spPr>
          <a:xfrm>
            <a:off x="984778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0" name="S03-cell298"/>
          <p:cNvSpPr/>
          <p:nvPr/>
        </p:nvSpPr>
        <p:spPr>
          <a:xfrm>
            <a:off x="782193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1" name="S03-cell299"/>
          <p:cNvSpPr/>
          <p:nvPr/>
        </p:nvSpPr>
        <p:spPr>
          <a:xfrm>
            <a:off x="8047025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2" name="S03-cell300"/>
          <p:cNvSpPr/>
          <p:nvPr/>
        </p:nvSpPr>
        <p:spPr>
          <a:xfrm>
            <a:off x="827212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3" name="S03-cell301"/>
          <p:cNvSpPr/>
          <p:nvPr/>
        </p:nvSpPr>
        <p:spPr>
          <a:xfrm>
            <a:off x="849721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4" name="S03-cell302"/>
          <p:cNvSpPr/>
          <p:nvPr/>
        </p:nvSpPr>
        <p:spPr>
          <a:xfrm>
            <a:off x="872230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5" name="S03-cell303"/>
          <p:cNvSpPr/>
          <p:nvPr/>
        </p:nvSpPr>
        <p:spPr>
          <a:xfrm>
            <a:off x="894740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6" name="S03-cell304"/>
          <p:cNvSpPr/>
          <p:nvPr/>
        </p:nvSpPr>
        <p:spPr>
          <a:xfrm>
            <a:off x="917249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7" name="S03-cell305"/>
          <p:cNvSpPr/>
          <p:nvPr/>
        </p:nvSpPr>
        <p:spPr>
          <a:xfrm>
            <a:off x="939759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8" name="S03-cell306"/>
          <p:cNvSpPr/>
          <p:nvPr/>
        </p:nvSpPr>
        <p:spPr>
          <a:xfrm>
            <a:off x="962268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9" name="S03-cell307"/>
          <p:cNvSpPr/>
          <p:nvPr/>
        </p:nvSpPr>
        <p:spPr>
          <a:xfrm>
            <a:off x="984778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0" name="S03-cell308"/>
          <p:cNvSpPr/>
          <p:nvPr/>
        </p:nvSpPr>
        <p:spPr>
          <a:xfrm>
            <a:off x="782193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1" name="S03-cell309"/>
          <p:cNvSpPr/>
          <p:nvPr/>
        </p:nvSpPr>
        <p:spPr>
          <a:xfrm>
            <a:off x="8047025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2" name="S03-cell310"/>
          <p:cNvSpPr/>
          <p:nvPr/>
        </p:nvSpPr>
        <p:spPr>
          <a:xfrm>
            <a:off x="827212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3" name="S03-cell311"/>
          <p:cNvSpPr/>
          <p:nvPr/>
        </p:nvSpPr>
        <p:spPr>
          <a:xfrm>
            <a:off x="849721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4" name="S03-cell312"/>
          <p:cNvSpPr/>
          <p:nvPr/>
        </p:nvSpPr>
        <p:spPr>
          <a:xfrm>
            <a:off x="872230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5" name="S03-cell313"/>
          <p:cNvSpPr/>
          <p:nvPr/>
        </p:nvSpPr>
        <p:spPr>
          <a:xfrm>
            <a:off x="894740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6" name="S03-cell314"/>
          <p:cNvSpPr/>
          <p:nvPr/>
        </p:nvSpPr>
        <p:spPr>
          <a:xfrm>
            <a:off x="917249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7" name="S03-cell315"/>
          <p:cNvSpPr/>
          <p:nvPr/>
        </p:nvSpPr>
        <p:spPr>
          <a:xfrm>
            <a:off x="939759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8" name="S03-cell316"/>
          <p:cNvSpPr/>
          <p:nvPr/>
        </p:nvSpPr>
        <p:spPr>
          <a:xfrm>
            <a:off x="962268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9" name="S03-cell317"/>
          <p:cNvSpPr/>
          <p:nvPr/>
        </p:nvSpPr>
        <p:spPr>
          <a:xfrm>
            <a:off x="984778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0" name="S03-figure318" descr="100칸 모눈 중 37칸 색칠(3줄과 7칸)"/>
          <p:cNvSpPr/>
          <p:nvPr/>
        </p:nvSpPr>
        <p:spPr>
          <a:xfrm>
            <a:off x="7821930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1" name="S03-label31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37칸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0.001을 알아봐요</a:t>
            </a:r>
            <a:endParaRPr lang="ko-KR" sz="40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10으로 똑같이 나눌 때마다 작아져요.</a:t>
            </a:r>
            <a:endParaRPr lang="ko-KR" sz="3000" dirty="0"/>
          </a:p>
        </p:txBody>
      </p:sp>
      <p:sp>
        <p:nvSpPr>
          <p:cNvPr id="4" name="S04-card321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2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1000으로 똑같이 나눈 하나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영영일</a:t>
            </a:r>
            <a:endParaRPr lang="ko-KR" sz="3000" dirty="0"/>
          </a:p>
        </p:txBody>
      </p:sp>
      <p:sp>
        <p:nvSpPr>
          <p:cNvPr id="6" name="S04-card323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24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mL = 0.001 L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L는 1000 mL예요.</a:t>
            </a:r>
            <a:endParaRPr lang="ko-KR" sz="3000" dirty="0"/>
          </a:p>
        </p:txBody>
      </p:sp>
      <p:sp>
        <p:nvSpPr>
          <p:cNvPr id="8" name="S04-step325"/>
          <p:cNvSpPr txBox="1"/>
          <p:nvPr/>
        </p:nvSpPr>
        <p:spPr>
          <a:xfrm>
            <a:off x="548640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line326"/>
          <p:cNvSpPr/>
          <p:nvPr/>
        </p:nvSpPr>
        <p:spPr>
          <a:xfrm>
            <a:off x="3067812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4-step327"/>
          <p:cNvSpPr txBox="1"/>
          <p:nvPr/>
        </p:nvSpPr>
        <p:spPr>
          <a:xfrm>
            <a:off x="3424428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</a:t>
            </a:r>
            <a:endParaRPr lang="ko-KR" sz="2400" dirty="0"/>
          </a:p>
        </p:txBody>
      </p:sp>
      <p:sp>
        <p:nvSpPr>
          <p:cNvPr id="11" name="S04-line328"/>
          <p:cNvSpPr/>
          <p:nvPr/>
        </p:nvSpPr>
        <p:spPr>
          <a:xfrm>
            <a:off x="5943600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4-step329"/>
          <p:cNvSpPr txBox="1"/>
          <p:nvPr/>
        </p:nvSpPr>
        <p:spPr>
          <a:xfrm>
            <a:off x="6300216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</a:t>
            </a:r>
            <a:endParaRPr lang="ko-KR" sz="2400" dirty="0"/>
          </a:p>
        </p:txBody>
      </p:sp>
      <p:sp>
        <p:nvSpPr>
          <p:cNvPr id="13" name="S04-line330"/>
          <p:cNvSpPr/>
          <p:nvPr/>
        </p:nvSpPr>
        <p:spPr>
          <a:xfrm>
            <a:off x="8819388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4-step331"/>
          <p:cNvSpPr txBox="1"/>
          <p:nvPr/>
        </p:nvSpPr>
        <p:spPr>
          <a:xfrm>
            <a:off x="9176004" y="2507742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자릿값 표로 보아요</a:t>
            </a:r>
            <a:endParaRPr lang="ko-KR" sz="4000" dirty="0"/>
          </a:p>
        </p:txBody>
      </p:sp>
      <p:sp>
        <p:nvSpPr>
          <p:cNvPr id="3" name="S05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2.375의 각 자리 숫자를 살펴봐요.</a:t>
            </a:r>
            <a:endParaRPr lang="ko-KR" sz="3000" dirty="0"/>
          </a:p>
        </p:txBody>
      </p:sp>
      <p:sp>
        <p:nvSpPr>
          <p:cNvPr id="4" name="S05-card33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3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2.375 = 2 + 0.3 + 0.07 + 0.005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점 삼칠오라고 읽어요.</a:t>
            </a:r>
            <a:endParaRPr lang="ko-KR" sz="3000" dirty="0"/>
          </a:p>
        </p:txBody>
      </p:sp>
      <p:graphicFrame>
        <p:nvGraphicFramePr>
          <p:cNvPr id="6" name="S05-table3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70810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1755648"/>
                <a:gridCol w="2414016"/>
                <a:gridCol w="2414016"/>
                <a:gridCol w="2414016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셋째 자리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나타내는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자릿값 연습</a:t>
            </a:r>
            <a:endParaRPr lang="ko-KR" sz="4000" dirty="0"/>
          </a:p>
        </p:txBody>
      </p:sp>
      <p:sp>
        <p:nvSpPr>
          <p:cNvPr id="3" name="S06-text3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6-card3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자릿값 표를 그리고 숫자를 넣어 봐요.</a:t>
            </a:r>
            <a:endParaRPr lang="ko-KR" sz="3000" dirty="0"/>
          </a:p>
        </p:txBody>
      </p:sp>
      <p:sp>
        <p:nvSpPr>
          <p:cNvPr id="6" name="S06-chip3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4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58개인 수는?</a:t>
            </a:r>
            <a:endParaRPr lang="ko-KR" sz="3000" dirty="0"/>
          </a:p>
        </p:txBody>
      </p:sp>
      <p:sp>
        <p:nvSpPr>
          <p:cNvPr id="8" name="S06-chip34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4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0.001이 9개인 수는?</a:t>
            </a:r>
            <a:endParaRPr lang="ko-KR" sz="3000" dirty="0"/>
          </a:p>
        </p:txBody>
      </p:sp>
      <p:sp>
        <p:nvSpPr>
          <p:cNvPr id="10" name="S06-chip34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4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4.725를 읽어 보세요.</a:t>
            </a:r>
            <a:endParaRPr lang="ko-KR" sz="3000" dirty="0"/>
          </a:p>
        </p:txBody>
      </p:sp>
      <p:sp>
        <p:nvSpPr>
          <p:cNvPr id="12" name="S06-chip34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34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4.725에서 2가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0.4와 0.40</a:t>
            </a:r>
            <a:endParaRPr lang="ko-KR" sz="4000" dirty="0"/>
          </a:p>
        </p:txBody>
      </p:sp>
      <p:sp>
        <p:nvSpPr>
          <p:cNvPr id="3" name="S07-text3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모눈 모두 전체가 1이에요.</a:t>
            </a:r>
            <a:endParaRPr lang="ko-KR" sz="3000" dirty="0"/>
          </a:p>
        </p:txBody>
      </p:sp>
      <p:sp>
        <p:nvSpPr>
          <p:cNvPr id="4" name="S07-card34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34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= 0.40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양이 같아요.</a:t>
            </a:r>
            <a:endParaRPr lang="ko-KR" sz="3000" dirty="0"/>
          </a:p>
        </p:txBody>
      </p:sp>
      <p:sp>
        <p:nvSpPr>
          <p:cNvPr id="6" name="S07-card35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35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끝자리의 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끝자리 0은 생략할 수 있어요.</a:t>
            </a:r>
            <a:endParaRPr lang="ko-KR" sz="3000" dirty="0"/>
          </a:p>
        </p:txBody>
      </p:sp>
      <p:sp>
        <p:nvSpPr>
          <p:cNvPr id="8" name="S07-cell352"/>
          <p:cNvSpPr/>
          <p:nvPr/>
        </p:nvSpPr>
        <p:spPr>
          <a:xfrm>
            <a:off x="211607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353"/>
          <p:cNvSpPr/>
          <p:nvPr/>
        </p:nvSpPr>
        <p:spPr>
          <a:xfrm>
            <a:off x="234116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354"/>
          <p:cNvSpPr/>
          <p:nvPr/>
        </p:nvSpPr>
        <p:spPr>
          <a:xfrm>
            <a:off x="256626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355"/>
          <p:cNvSpPr/>
          <p:nvPr/>
        </p:nvSpPr>
        <p:spPr>
          <a:xfrm>
            <a:off x="279135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356"/>
          <p:cNvSpPr/>
          <p:nvPr/>
        </p:nvSpPr>
        <p:spPr>
          <a:xfrm>
            <a:off x="301645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357"/>
          <p:cNvSpPr/>
          <p:nvPr/>
        </p:nvSpPr>
        <p:spPr>
          <a:xfrm>
            <a:off x="324154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358"/>
          <p:cNvSpPr/>
          <p:nvPr/>
        </p:nvSpPr>
        <p:spPr>
          <a:xfrm>
            <a:off x="346664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359"/>
          <p:cNvSpPr/>
          <p:nvPr/>
        </p:nvSpPr>
        <p:spPr>
          <a:xfrm>
            <a:off x="369173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360"/>
          <p:cNvSpPr/>
          <p:nvPr/>
        </p:nvSpPr>
        <p:spPr>
          <a:xfrm>
            <a:off x="3916832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361"/>
          <p:cNvSpPr/>
          <p:nvPr/>
        </p:nvSpPr>
        <p:spPr>
          <a:xfrm>
            <a:off x="4141927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362"/>
          <p:cNvSpPr/>
          <p:nvPr/>
        </p:nvSpPr>
        <p:spPr>
          <a:xfrm>
            <a:off x="211607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363"/>
          <p:cNvSpPr/>
          <p:nvPr/>
        </p:nvSpPr>
        <p:spPr>
          <a:xfrm>
            <a:off x="234116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364"/>
          <p:cNvSpPr/>
          <p:nvPr/>
        </p:nvSpPr>
        <p:spPr>
          <a:xfrm>
            <a:off x="256626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365"/>
          <p:cNvSpPr/>
          <p:nvPr/>
        </p:nvSpPr>
        <p:spPr>
          <a:xfrm>
            <a:off x="279135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366"/>
          <p:cNvSpPr/>
          <p:nvPr/>
        </p:nvSpPr>
        <p:spPr>
          <a:xfrm>
            <a:off x="301645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cell367"/>
          <p:cNvSpPr/>
          <p:nvPr/>
        </p:nvSpPr>
        <p:spPr>
          <a:xfrm>
            <a:off x="324154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cell368"/>
          <p:cNvSpPr/>
          <p:nvPr/>
        </p:nvSpPr>
        <p:spPr>
          <a:xfrm>
            <a:off x="346664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cell369"/>
          <p:cNvSpPr/>
          <p:nvPr/>
        </p:nvSpPr>
        <p:spPr>
          <a:xfrm>
            <a:off x="369173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370"/>
          <p:cNvSpPr/>
          <p:nvPr/>
        </p:nvSpPr>
        <p:spPr>
          <a:xfrm>
            <a:off x="3916832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371"/>
          <p:cNvSpPr/>
          <p:nvPr/>
        </p:nvSpPr>
        <p:spPr>
          <a:xfrm>
            <a:off x="4141927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372"/>
          <p:cNvSpPr/>
          <p:nvPr/>
        </p:nvSpPr>
        <p:spPr>
          <a:xfrm>
            <a:off x="211607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373"/>
          <p:cNvSpPr/>
          <p:nvPr/>
        </p:nvSpPr>
        <p:spPr>
          <a:xfrm>
            <a:off x="234116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374"/>
          <p:cNvSpPr/>
          <p:nvPr/>
        </p:nvSpPr>
        <p:spPr>
          <a:xfrm>
            <a:off x="256626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375"/>
          <p:cNvSpPr/>
          <p:nvPr/>
        </p:nvSpPr>
        <p:spPr>
          <a:xfrm>
            <a:off x="279135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376"/>
          <p:cNvSpPr/>
          <p:nvPr/>
        </p:nvSpPr>
        <p:spPr>
          <a:xfrm>
            <a:off x="301645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377"/>
          <p:cNvSpPr/>
          <p:nvPr/>
        </p:nvSpPr>
        <p:spPr>
          <a:xfrm>
            <a:off x="324154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378"/>
          <p:cNvSpPr/>
          <p:nvPr/>
        </p:nvSpPr>
        <p:spPr>
          <a:xfrm>
            <a:off x="346664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cell379"/>
          <p:cNvSpPr/>
          <p:nvPr/>
        </p:nvSpPr>
        <p:spPr>
          <a:xfrm>
            <a:off x="369173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cell380"/>
          <p:cNvSpPr/>
          <p:nvPr/>
        </p:nvSpPr>
        <p:spPr>
          <a:xfrm>
            <a:off x="3916832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cell381"/>
          <p:cNvSpPr/>
          <p:nvPr/>
        </p:nvSpPr>
        <p:spPr>
          <a:xfrm>
            <a:off x="4141927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382"/>
          <p:cNvSpPr/>
          <p:nvPr/>
        </p:nvSpPr>
        <p:spPr>
          <a:xfrm>
            <a:off x="211607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383"/>
          <p:cNvSpPr/>
          <p:nvPr/>
        </p:nvSpPr>
        <p:spPr>
          <a:xfrm>
            <a:off x="234116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384"/>
          <p:cNvSpPr/>
          <p:nvPr/>
        </p:nvSpPr>
        <p:spPr>
          <a:xfrm>
            <a:off x="256626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385"/>
          <p:cNvSpPr/>
          <p:nvPr/>
        </p:nvSpPr>
        <p:spPr>
          <a:xfrm>
            <a:off x="279135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cell386"/>
          <p:cNvSpPr/>
          <p:nvPr/>
        </p:nvSpPr>
        <p:spPr>
          <a:xfrm>
            <a:off x="3016453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cell387"/>
          <p:cNvSpPr/>
          <p:nvPr/>
        </p:nvSpPr>
        <p:spPr>
          <a:xfrm>
            <a:off x="324154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7-cell388"/>
          <p:cNvSpPr/>
          <p:nvPr/>
        </p:nvSpPr>
        <p:spPr>
          <a:xfrm>
            <a:off x="3466643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cell389"/>
          <p:cNvSpPr/>
          <p:nvPr/>
        </p:nvSpPr>
        <p:spPr>
          <a:xfrm>
            <a:off x="369173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cell390"/>
          <p:cNvSpPr/>
          <p:nvPr/>
        </p:nvSpPr>
        <p:spPr>
          <a:xfrm>
            <a:off x="3916832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391"/>
          <p:cNvSpPr/>
          <p:nvPr/>
        </p:nvSpPr>
        <p:spPr>
          <a:xfrm>
            <a:off x="4141927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392"/>
          <p:cNvSpPr/>
          <p:nvPr/>
        </p:nvSpPr>
        <p:spPr>
          <a:xfrm>
            <a:off x="211607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393"/>
          <p:cNvSpPr/>
          <p:nvPr/>
        </p:nvSpPr>
        <p:spPr>
          <a:xfrm>
            <a:off x="234116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394"/>
          <p:cNvSpPr/>
          <p:nvPr/>
        </p:nvSpPr>
        <p:spPr>
          <a:xfrm>
            <a:off x="256626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cell395"/>
          <p:cNvSpPr/>
          <p:nvPr/>
        </p:nvSpPr>
        <p:spPr>
          <a:xfrm>
            <a:off x="279135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7-cell396"/>
          <p:cNvSpPr/>
          <p:nvPr/>
        </p:nvSpPr>
        <p:spPr>
          <a:xfrm>
            <a:off x="301645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cell397"/>
          <p:cNvSpPr/>
          <p:nvPr/>
        </p:nvSpPr>
        <p:spPr>
          <a:xfrm>
            <a:off x="324154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7-cell398"/>
          <p:cNvSpPr/>
          <p:nvPr/>
        </p:nvSpPr>
        <p:spPr>
          <a:xfrm>
            <a:off x="346664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cell399"/>
          <p:cNvSpPr/>
          <p:nvPr/>
        </p:nvSpPr>
        <p:spPr>
          <a:xfrm>
            <a:off x="369173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7-cell400"/>
          <p:cNvSpPr/>
          <p:nvPr/>
        </p:nvSpPr>
        <p:spPr>
          <a:xfrm>
            <a:off x="3916832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cell401"/>
          <p:cNvSpPr/>
          <p:nvPr/>
        </p:nvSpPr>
        <p:spPr>
          <a:xfrm>
            <a:off x="4141927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7-cell402"/>
          <p:cNvSpPr/>
          <p:nvPr/>
        </p:nvSpPr>
        <p:spPr>
          <a:xfrm>
            <a:off x="211607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403"/>
          <p:cNvSpPr/>
          <p:nvPr/>
        </p:nvSpPr>
        <p:spPr>
          <a:xfrm>
            <a:off x="234116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404"/>
          <p:cNvSpPr/>
          <p:nvPr/>
        </p:nvSpPr>
        <p:spPr>
          <a:xfrm>
            <a:off x="256626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405"/>
          <p:cNvSpPr/>
          <p:nvPr/>
        </p:nvSpPr>
        <p:spPr>
          <a:xfrm>
            <a:off x="279135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406"/>
          <p:cNvSpPr/>
          <p:nvPr/>
        </p:nvSpPr>
        <p:spPr>
          <a:xfrm>
            <a:off x="301645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407"/>
          <p:cNvSpPr/>
          <p:nvPr/>
        </p:nvSpPr>
        <p:spPr>
          <a:xfrm>
            <a:off x="324154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408"/>
          <p:cNvSpPr/>
          <p:nvPr/>
        </p:nvSpPr>
        <p:spPr>
          <a:xfrm>
            <a:off x="346664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cell409"/>
          <p:cNvSpPr/>
          <p:nvPr/>
        </p:nvSpPr>
        <p:spPr>
          <a:xfrm>
            <a:off x="369173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cell410"/>
          <p:cNvSpPr/>
          <p:nvPr/>
        </p:nvSpPr>
        <p:spPr>
          <a:xfrm>
            <a:off x="3916832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cell411"/>
          <p:cNvSpPr/>
          <p:nvPr/>
        </p:nvSpPr>
        <p:spPr>
          <a:xfrm>
            <a:off x="4141927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cell412"/>
          <p:cNvSpPr/>
          <p:nvPr/>
        </p:nvSpPr>
        <p:spPr>
          <a:xfrm>
            <a:off x="211607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7-cell413"/>
          <p:cNvSpPr/>
          <p:nvPr/>
        </p:nvSpPr>
        <p:spPr>
          <a:xfrm>
            <a:off x="234116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414"/>
          <p:cNvSpPr/>
          <p:nvPr/>
        </p:nvSpPr>
        <p:spPr>
          <a:xfrm>
            <a:off x="256626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415"/>
          <p:cNvSpPr/>
          <p:nvPr/>
        </p:nvSpPr>
        <p:spPr>
          <a:xfrm>
            <a:off x="279135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416"/>
          <p:cNvSpPr/>
          <p:nvPr/>
        </p:nvSpPr>
        <p:spPr>
          <a:xfrm>
            <a:off x="301645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417"/>
          <p:cNvSpPr/>
          <p:nvPr/>
        </p:nvSpPr>
        <p:spPr>
          <a:xfrm>
            <a:off x="324154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418"/>
          <p:cNvSpPr/>
          <p:nvPr/>
        </p:nvSpPr>
        <p:spPr>
          <a:xfrm>
            <a:off x="346664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419"/>
          <p:cNvSpPr/>
          <p:nvPr/>
        </p:nvSpPr>
        <p:spPr>
          <a:xfrm>
            <a:off x="369173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420"/>
          <p:cNvSpPr/>
          <p:nvPr/>
        </p:nvSpPr>
        <p:spPr>
          <a:xfrm>
            <a:off x="3916832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421"/>
          <p:cNvSpPr/>
          <p:nvPr/>
        </p:nvSpPr>
        <p:spPr>
          <a:xfrm>
            <a:off x="4141927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cell422"/>
          <p:cNvSpPr/>
          <p:nvPr/>
        </p:nvSpPr>
        <p:spPr>
          <a:xfrm>
            <a:off x="211607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7-cell423"/>
          <p:cNvSpPr/>
          <p:nvPr/>
        </p:nvSpPr>
        <p:spPr>
          <a:xfrm>
            <a:off x="234116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cell424"/>
          <p:cNvSpPr/>
          <p:nvPr/>
        </p:nvSpPr>
        <p:spPr>
          <a:xfrm>
            <a:off x="256626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7-cell425"/>
          <p:cNvSpPr/>
          <p:nvPr/>
        </p:nvSpPr>
        <p:spPr>
          <a:xfrm>
            <a:off x="279135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cell426"/>
          <p:cNvSpPr/>
          <p:nvPr/>
        </p:nvSpPr>
        <p:spPr>
          <a:xfrm>
            <a:off x="301645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7-cell427"/>
          <p:cNvSpPr/>
          <p:nvPr/>
        </p:nvSpPr>
        <p:spPr>
          <a:xfrm>
            <a:off x="324154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cell428"/>
          <p:cNvSpPr/>
          <p:nvPr/>
        </p:nvSpPr>
        <p:spPr>
          <a:xfrm>
            <a:off x="346664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7-cell429"/>
          <p:cNvSpPr/>
          <p:nvPr/>
        </p:nvSpPr>
        <p:spPr>
          <a:xfrm>
            <a:off x="369173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cell430"/>
          <p:cNvSpPr/>
          <p:nvPr/>
        </p:nvSpPr>
        <p:spPr>
          <a:xfrm>
            <a:off x="3916832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7-cell431"/>
          <p:cNvSpPr/>
          <p:nvPr/>
        </p:nvSpPr>
        <p:spPr>
          <a:xfrm>
            <a:off x="4141927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cell432"/>
          <p:cNvSpPr/>
          <p:nvPr/>
        </p:nvSpPr>
        <p:spPr>
          <a:xfrm>
            <a:off x="211607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7-cell433"/>
          <p:cNvSpPr/>
          <p:nvPr/>
        </p:nvSpPr>
        <p:spPr>
          <a:xfrm>
            <a:off x="234116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cell434"/>
          <p:cNvSpPr/>
          <p:nvPr/>
        </p:nvSpPr>
        <p:spPr>
          <a:xfrm>
            <a:off x="256626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7-cell435"/>
          <p:cNvSpPr/>
          <p:nvPr/>
        </p:nvSpPr>
        <p:spPr>
          <a:xfrm>
            <a:off x="279135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436"/>
          <p:cNvSpPr/>
          <p:nvPr/>
        </p:nvSpPr>
        <p:spPr>
          <a:xfrm>
            <a:off x="301645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437"/>
          <p:cNvSpPr/>
          <p:nvPr/>
        </p:nvSpPr>
        <p:spPr>
          <a:xfrm>
            <a:off x="324154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438"/>
          <p:cNvSpPr/>
          <p:nvPr/>
        </p:nvSpPr>
        <p:spPr>
          <a:xfrm>
            <a:off x="346664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cell439"/>
          <p:cNvSpPr/>
          <p:nvPr/>
        </p:nvSpPr>
        <p:spPr>
          <a:xfrm>
            <a:off x="369173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7-cell440"/>
          <p:cNvSpPr/>
          <p:nvPr/>
        </p:nvSpPr>
        <p:spPr>
          <a:xfrm>
            <a:off x="3916832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7-cell441"/>
          <p:cNvSpPr/>
          <p:nvPr/>
        </p:nvSpPr>
        <p:spPr>
          <a:xfrm>
            <a:off x="4141927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7-cell442"/>
          <p:cNvSpPr/>
          <p:nvPr/>
        </p:nvSpPr>
        <p:spPr>
          <a:xfrm>
            <a:off x="211607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7-cell443"/>
          <p:cNvSpPr/>
          <p:nvPr/>
        </p:nvSpPr>
        <p:spPr>
          <a:xfrm>
            <a:off x="234116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7-cell444"/>
          <p:cNvSpPr/>
          <p:nvPr/>
        </p:nvSpPr>
        <p:spPr>
          <a:xfrm>
            <a:off x="256626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7-cell445"/>
          <p:cNvSpPr/>
          <p:nvPr/>
        </p:nvSpPr>
        <p:spPr>
          <a:xfrm>
            <a:off x="279135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7-cell446"/>
          <p:cNvSpPr/>
          <p:nvPr/>
        </p:nvSpPr>
        <p:spPr>
          <a:xfrm>
            <a:off x="301645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7-cell447"/>
          <p:cNvSpPr/>
          <p:nvPr/>
        </p:nvSpPr>
        <p:spPr>
          <a:xfrm>
            <a:off x="324154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7-cell448"/>
          <p:cNvSpPr/>
          <p:nvPr/>
        </p:nvSpPr>
        <p:spPr>
          <a:xfrm>
            <a:off x="346664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7-cell449"/>
          <p:cNvSpPr/>
          <p:nvPr/>
        </p:nvSpPr>
        <p:spPr>
          <a:xfrm>
            <a:off x="369173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7-cell450"/>
          <p:cNvSpPr/>
          <p:nvPr/>
        </p:nvSpPr>
        <p:spPr>
          <a:xfrm>
            <a:off x="3916832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7-cell451"/>
          <p:cNvSpPr/>
          <p:nvPr/>
        </p:nvSpPr>
        <p:spPr>
          <a:xfrm>
            <a:off x="4141927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7-figure452" descr="100칸 모눈 중 4줄(40칸) 색칠"/>
          <p:cNvSpPr/>
          <p:nvPr/>
        </p:nvSpPr>
        <p:spPr>
          <a:xfrm>
            <a:off x="2116074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9" name="S07-label45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4개: 0.4</a:t>
            </a:r>
            <a:endParaRPr lang="ko-KR" sz="2400" dirty="0"/>
          </a:p>
        </p:txBody>
      </p:sp>
      <p:sp>
        <p:nvSpPr>
          <p:cNvPr id="110" name="S07-cell454"/>
          <p:cNvSpPr/>
          <p:nvPr/>
        </p:nvSpPr>
        <p:spPr>
          <a:xfrm>
            <a:off x="782193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7-cell455"/>
          <p:cNvSpPr/>
          <p:nvPr/>
        </p:nvSpPr>
        <p:spPr>
          <a:xfrm>
            <a:off x="8047025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7-cell456"/>
          <p:cNvSpPr/>
          <p:nvPr/>
        </p:nvSpPr>
        <p:spPr>
          <a:xfrm>
            <a:off x="8272120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7-cell457"/>
          <p:cNvSpPr/>
          <p:nvPr/>
        </p:nvSpPr>
        <p:spPr>
          <a:xfrm>
            <a:off x="849721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7-cell458"/>
          <p:cNvSpPr/>
          <p:nvPr/>
        </p:nvSpPr>
        <p:spPr>
          <a:xfrm>
            <a:off x="872230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7-cell459"/>
          <p:cNvSpPr/>
          <p:nvPr/>
        </p:nvSpPr>
        <p:spPr>
          <a:xfrm>
            <a:off x="894740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7-cell460"/>
          <p:cNvSpPr/>
          <p:nvPr/>
        </p:nvSpPr>
        <p:spPr>
          <a:xfrm>
            <a:off x="9172499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7-cell461"/>
          <p:cNvSpPr/>
          <p:nvPr/>
        </p:nvSpPr>
        <p:spPr>
          <a:xfrm>
            <a:off x="9397594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7-cell462"/>
          <p:cNvSpPr/>
          <p:nvPr/>
        </p:nvSpPr>
        <p:spPr>
          <a:xfrm>
            <a:off x="9622688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7-cell463"/>
          <p:cNvSpPr/>
          <p:nvPr/>
        </p:nvSpPr>
        <p:spPr>
          <a:xfrm>
            <a:off x="9847783" y="201168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7-cell464"/>
          <p:cNvSpPr/>
          <p:nvPr/>
        </p:nvSpPr>
        <p:spPr>
          <a:xfrm>
            <a:off x="782193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7-cell465"/>
          <p:cNvSpPr/>
          <p:nvPr/>
        </p:nvSpPr>
        <p:spPr>
          <a:xfrm>
            <a:off x="8047025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7-cell466"/>
          <p:cNvSpPr/>
          <p:nvPr/>
        </p:nvSpPr>
        <p:spPr>
          <a:xfrm>
            <a:off x="8272120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7-cell467"/>
          <p:cNvSpPr/>
          <p:nvPr/>
        </p:nvSpPr>
        <p:spPr>
          <a:xfrm>
            <a:off x="849721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7-cell468"/>
          <p:cNvSpPr/>
          <p:nvPr/>
        </p:nvSpPr>
        <p:spPr>
          <a:xfrm>
            <a:off x="872230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7-cell469"/>
          <p:cNvSpPr/>
          <p:nvPr/>
        </p:nvSpPr>
        <p:spPr>
          <a:xfrm>
            <a:off x="894740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7-cell470"/>
          <p:cNvSpPr/>
          <p:nvPr/>
        </p:nvSpPr>
        <p:spPr>
          <a:xfrm>
            <a:off x="9172499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7-cell471"/>
          <p:cNvSpPr/>
          <p:nvPr/>
        </p:nvSpPr>
        <p:spPr>
          <a:xfrm>
            <a:off x="9397594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7-cell472"/>
          <p:cNvSpPr/>
          <p:nvPr/>
        </p:nvSpPr>
        <p:spPr>
          <a:xfrm>
            <a:off x="9622688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7-cell473"/>
          <p:cNvSpPr/>
          <p:nvPr/>
        </p:nvSpPr>
        <p:spPr>
          <a:xfrm>
            <a:off x="9847783" y="2236775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7-cell474"/>
          <p:cNvSpPr/>
          <p:nvPr/>
        </p:nvSpPr>
        <p:spPr>
          <a:xfrm>
            <a:off x="782193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7-cell475"/>
          <p:cNvSpPr/>
          <p:nvPr/>
        </p:nvSpPr>
        <p:spPr>
          <a:xfrm>
            <a:off x="8047025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7-cell476"/>
          <p:cNvSpPr/>
          <p:nvPr/>
        </p:nvSpPr>
        <p:spPr>
          <a:xfrm>
            <a:off x="8272120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7-cell477"/>
          <p:cNvSpPr/>
          <p:nvPr/>
        </p:nvSpPr>
        <p:spPr>
          <a:xfrm>
            <a:off x="849721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7-cell478"/>
          <p:cNvSpPr/>
          <p:nvPr/>
        </p:nvSpPr>
        <p:spPr>
          <a:xfrm>
            <a:off x="872230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7-cell479"/>
          <p:cNvSpPr/>
          <p:nvPr/>
        </p:nvSpPr>
        <p:spPr>
          <a:xfrm>
            <a:off x="894740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7-cell480"/>
          <p:cNvSpPr/>
          <p:nvPr/>
        </p:nvSpPr>
        <p:spPr>
          <a:xfrm>
            <a:off x="9172499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7-cell481"/>
          <p:cNvSpPr/>
          <p:nvPr/>
        </p:nvSpPr>
        <p:spPr>
          <a:xfrm>
            <a:off x="9397594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7-cell482"/>
          <p:cNvSpPr/>
          <p:nvPr/>
        </p:nvSpPr>
        <p:spPr>
          <a:xfrm>
            <a:off x="9622688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7-cell483"/>
          <p:cNvSpPr/>
          <p:nvPr/>
        </p:nvSpPr>
        <p:spPr>
          <a:xfrm>
            <a:off x="9847783" y="2461870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7-cell484"/>
          <p:cNvSpPr/>
          <p:nvPr/>
        </p:nvSpPr>
        <p:spPr>
          <a:xfrm>
            <a:off x="782193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7-cell485"/>
          <p:cNvSpPr/>
          <p:nvPr/>
        </p:nvSpPr>
        <p:spPr>
          <a:xfrm>
            <a:off x="8047025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7-cell486"/>
          <p:cNvSpPr/>
          <p:nvPr/>
        </p:nvSpPr>
        <p:spPr>
          <a:xfrm>
            <a:off x="8272120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7-cell487"/>
          <p:cNvSpPr/>
          <p:nvPr/>
        </p:nvSpPr>
        <p:spPr>
          <a:xfrm>
            <a:off x="849721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7-cell488"/>
          <p:cNvSpPr/>
          <p:nvPr/>
        </p:nvSpPr>
        <p:spPr>
          <a:xfrm>
            <a:off x="872230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7-cell489"/>
          <p:cNvSpPr/>
          <p:nvPr/>
        </p:nvSpPr>
        <p:spPr>
          <a:xfrm>
            <a:off x="894740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7-cell490"/>
          <p:cNvSpPr/>
          <p:nvPr/>
        </p:nvSpPr>
        <p:spPr>
          <a:xfrm>
            <a:off x="9172499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7-cell491"/>
          <p:cNvSpPr/>
          <p:nvPr/>
        </p:nvSpPr>
        <p:spPr>
          <a:xfrm>
            <a:off x="9397594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7-cell492"/>
          <p:cNvSpPr/>
          <p:nvPr/>
        </p:nvSpPr>
        <p:spPr>
          <a:xfrm>
            <a:off x="9622688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7-cell493"/>
          <p:cNvSpPr/>
          <p:nvPr/>
        </p:nvSpPr>
        <p:spPr>
          <a:xfrm>
            <a:off x="9847783" y="2686964"/>
            <a:ext cx="225095" cy="22509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7-cell494"/>
          <p:cNvSpPr/>
          <p:nvPr/>
        </p:nvSpPr>
        <p:spPr>
          <a:xfrm>
            <a:off x="782193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7-cell495"/>
          <p:cNvSpPr/>
          <p:nvPr/>
        </p:nvSpPr>
        <p:spPr>
          <a:xfrm>
            <a:off x="8047025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7-cell496"/>
          <p:cNvSpPr/>
          <p:nvPr/>
        </p:nvSpPr>
        <p:spPr>
          <a:xfrm>
            <a:off x="8272120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7-cell497"/>
          <p:cNvSpPr/>
          <p:nvPr/>
        </p:nvSpPr>
        <p:spPr>
          <a:xfrm>
            <a:off x="849721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7-cell498"/>
          <p:cNvSpPr/>
          <p:nvPr/>
        </p:nvSpPr>
        <p:spPr>
          <a:xfrm>
            <a:off x="872230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7-cell499"/>
          <p:cNvSpPr/>
          <p:nvPr/>
        </p:nvSpPr>
        <p:spPr>
          <a:xfrm>
            <a:off x="894740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7-cell500"/>
          <p:cNvSpPr/>
          <p:nvPr/>
        </p:nvSpPr>
        <p:spPr>
          <a:xfrm>
            <a:off x="9172499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7-cell501"/>
          <p:cNvSpPr/>
          <p:nvPr/>
        </p:nvSpPr>
        <p:spPr>
          <a:xfrm>
            <a:off x="9397594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7-cell502"/>
          <p:cNvSpPr/>
          <p:nvPr/>
        </p:nvSpPr>
        <p:spPr>
          <a:xfrm>
            <a:off x="9622688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7-cell503"/>
          <p:cNvSpPr/>
          <p:nvPr/>
        </p:nvSpPr>
        <p:spPr>
          <a:xfrm>
            <a:off x="9847783" y="291205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7-cell504"/>
          <p:cNvSpPr/>
          <p:nvPr/>
        </p:nvSpPr>
        <p:spPr>
          <a:xfrm>
            <a:off x="782193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7-cell505"/>
          <p:cNvSpPr/>
          <p:nvPr/>
        </p:nvSpPr>
        <p:spPr>
          <a:xfrm>
            <a:off x="8047025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7-cell506"/>
          <p:cNvSpPr/>
          <p:nvPr/>
        </p:nvSpPr>
        <p:spPr>
          <a:xfrm>
            <a:off x="8272120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7-cell507"/>
          <p:cNvSpPr/>
          <p:nvPr/>
        </p:nvSpPr>
        <p:spPr>
          <a:xfrm>
            <a:off x="849721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7-cell508"/>
          <p:cNvSpPr/>
          <p:nvPr/>
        </p:nvSpPr>
        <p:spPr>
          <a:xfrm>
            <a:off x="872230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7-cell509"/>
          <p:cNvSpPr/>
          <p:nvPr/>
        </p:nvSpPr>
        <p:spPr>
          <a:xfrm>
            <a:off x="894740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7-cell510"/>
          <p:cNvSpPr/>
          <p:nvPr/>
        </p:nvSpPr>
        <p:spPr>
          <a:xfrm>
            <a:off x="9172499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7-cell511"/>
          <p:cNvSpPr/>
          <p:nvPr/>
        </p:nvSpPr>
        <p:spPr>
          <a:xfrm>
            <a:off x="9397594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7-cell512"/>
          <p:cNvSpPr/>
          <p:nvPr/>
        </p:nvSpPr>
        <p:spPr>
          <a:xfrm>
            <a:off x="9622688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7-cell513"/>
          <p:cNvSpPr/>
          <p:nvPr/>
        </p:nvSpPr>
        <p:spPr>
          <a:xfrm>
            <a:off x="9847783" y="313715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7-cell514"/>
          <p:cNvSpPr/>
          <p:nvPr/>
        </p:nvSpPr>
        <p:spPr>
          <a:xfrm>
            <a:off x="782193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7-cell515"/>
          <p:cNvSpPr/>
          <p:nvPr/>
        </p:nvSpPr>
        <p:spPr>
          <a:xfrm>
            <a:off x="8047025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7-cell516"/>
          <p:cNvSpPr/>
          <p:nvPr/>
        </p:nvSpPr>
        <p:spPr>
          <a:xfrm>
            <a:off x="8272120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3" name="S07-cell517"/>
          <p:cNvSpPr/>
          <p:nvPr/>
        </p:nvSpPr>
        <p:spPr>
          <a:xfrm>
            <a:off x="849721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07-cell518"/>
          <p:cNvSpPr/>
          <p:nvPr/>
        </p:nvSpPr>
        <p:spPr>
          <a:xfrm>
            <a:off x="872230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5" name="S07-cell519"/>
          <p:cNvSpPr/>
          <p:nvPr/>
        </p:nvSpPr>
        <p:spPr>
          <a:xfrm>
            <a:off x="894740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6" name="S07-cell520"/>
          <p:cNvSpPr/>
          <p:nvPr/>
        </p:nvSpPr>
        <p:spPr>
          <a:xfrm>
            <a:off x="9172499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7" name="S07-cell521"/>
          <p:cNvSpPr/>
          <p:nvPr/>
        </p:nvSpPr>
        <p:spPr>
          <a:xfrm>
            <a:off x="9397594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8" name="S07-cell522"/>
          <p:cNvSpPr/>
          <p:nvPr/>
        </p:nvSpPr>
        <p:spPr>
          <a:xfrm>
            <a:off x="9622688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9" name="S07-cell523"/>
          <p:cNvSpPr/>
          <p:nvPr/>
        </p:nvSpPr>
        <p:spPr>
          <a:xfrm>
            <a:off x="9847783" y="3362249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0" name="S07-cell524"/>
          <p:cNvSpPr/>
          <p:nvPr/>
        </p:nvSpPr>
        <p:spPr>
          <a:xfrm>
            <a:off x="782193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1" name="S07-cell525"/>
          <p:cNvSpPr/>
          <p:nvPr/>
        </p:nvSpPr>
        <p:spPr>
          <a:xfrm>
            <a:off x="8047025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2" name="S07-cell526"/>
          <p:cNvSpPr/>
          <p:nvPr/>
        </p:nvSpPr>
        <p:spPr>
          <a:xfrm>
            <a:off x="8272120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3" name="S07-cell527"/>
          <p:cNvSpPr/>
          <p:nvPr/>
        </p:nvSpPr>
        <p:spPr>
          <a:xfrm>
            <a:off x="849721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4" name="S07-cell528"/>
          <p:cNvSpPr/>
          <p:nvPr/>
        </p:nvSpPr>
        <p:spPr>
          <a:xfrm>
            <a:off x="872230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5" name="S07-cell529"/>
          <p:cNvSpPr/>
          <p:nvPr/>
        </p:nvSpPr>
        <p:spPr>
          <a:xfrm>
            <a:off x="894740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6" name="S07-cell530"/>
          <p:cNvSpPr/>
          <p:nvPr/>
        </p:nvSpPr>
        <p:spPr>
          <a:xfrm>
            <a:off x="9172499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7" name="S07-cell531"/>
          <p:cNvSpPr/>
          <p:nvPr/>
        </p:nvSpPr>
        <p:spPr>
          <a:xfrm>
            <a:off x="9397594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8" name="S07-cell532"/>
          <p:cNvSpPr/>
          <p:nvPr/>
        </p:nvSpPr>
        <p:spPr>
          <a:xfrm>
            <a:off x="9622688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9" name="S07-cell533"/>
          <p:cNvSpPr/>
          <p:nvPr/>
        </p:nvSpPr>
        <p:spPr>
          <a:xfrm>
            <a:off x="9847783" y="3587344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0" name="S07-cell534"/>
          <p:cNvSpPr/>
          <p:nvPr/>
        </p:nvSpPr>
        <p:spPr>
          <a:xfrm>
            <a:off x="782193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1" name="S07-cell535"/>
          <p:cNvSpPr/>
          <p:nvPr/>
        </p:nvSpPr>
        <p:spPr>
          <a:xfrm>
            <a:off x="8047025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2" name="S07-cell536"/>
          <p:cNvSpPr/>
          <p:nvPr/>
        </p:nvSpPr>
        <p:spPr>
          <a:xfrm>
            <a:off x="8272120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3" name="S07-cell537"/>
          <p:cNvSpPr/>
          <p:nvPr/>
        </p:nvSpPr>
        <p:spPr>
          <a:xfrm>
            <a:off x="849721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4" name="S07-cell538"/>
          <p:cNvSpPr/>
          <p:nvPr/>
        </p:nvSpPr>
        <p:spPr>
          <a:xfrm>
            <a:off x="872230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5" name="S07-cell539"/>
          <p:cNvSpPr/>
          <p:nvPr/>
        </p:nvSpPr>
        <p:spPr>
          <a:xfrm>
            <a:off x="894740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6" name="S07-cell540"/>
          <p:cNvSpPr/>
          <p:nvPr/>
        </p:nvSpPr>
        <p:spPr>
          <a:xfrm>
            <a:off x="9172499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7" name="S07-cell541"/>
          <p:cNvSpPr/>
          <p:nvPr/>
        </p:nvSpPr>
        <p:spPr>
          <a:xfrm>
            <a:off x="9397594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8" name="S07-cell542"/>
          <p:cNvSpPr/>
          <p:nvPr/>
        </p:nvSpPr>
        <p:spPr>
          <a:xfrm>
            <a:off x="9622688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9" name="S07-cell543"/>
          <p:cNvSpPr/>
          <p:nvPr/>
        </p:nvSpPr>
        <p:spPr>
          <a:xfrm>
            <a:off x="9847783" y="3812438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0" name="S07-cell544"/>
          <p:cNvSpPr/>
          <p:nvPr/>
        </p:nvSpPr>
        <p:spPr>
          <a:xfrm>
            <a:off x="782193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1" name="S07-cell545"/>
          <p:cNvSpPr/>
          <p:nvPr/>
        </p:nvSpPr>
        <p:spPr>
          <a:xfrm>
            <a:off x="8047025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2" name="S07-cell546"/>
          <p:cNvSpPr/>
          <p:nvPr/>
        </p:nvSpPr>
        <p:spPr>
          <a:xfrm>
            <a:off x="8272120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3" name="S07-cell547"/>
          <p:cNvSpPr/>
          <p:nvPr/>
        </p:nvSpPr>
        <p:spPr>
          <a:xfrm>
            <a:off x="849721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4" name="S07-cell548"/>
          <p:cNvSpPr/>
          <p:nvPr/>
        </p:nvSpPr>
        <p:spPr>
          <a:xfrm>
            <a:off x="872230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5" name="S07-cell549"/>
          <p:cNvSpPr/>
          <p:nvPr/>
        </p:nvSpPr>
        <p:spPr>
          <a:xfrm>
            <a:off x="894740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6" name="S07-cell550"/>
          <p:cNvSpPr/>
          <p:nvPr/>
        </p:nvSpPr>
        <p:spPr>
          <a:xfrm>
            <a:off x="9172499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7" name="S07-cell551"/>
          <p:cNvSpPr/>
          <p:nvPr/>
        </p:nvSpPr>
        <p:spPr>
          <a:xfrm>
            <a:off x="9397594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8" name="S07-cell552"/>
          <p:cNvSpPr/>
          <p:nvPr/>
        </p:nvSpPr>
        <p:spPr>
          <a:xfrm>
            <a:off x="9622688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9" name="S07-cell553"/>
          <p:cNvSpPr/>
          <p:nvPr/>
        </p:nvSpPr>
        <p:spPr>
          <a:xfrm>
            <a:off x="9847783" y="4037533"/>
            <a:ext cx="225095" cy="22509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0" name="S07-figure554" descr="100칸 모눈 중 40칸 색칠"/>
          <p:cNvSpPr/>
          <p:nvPr/>
        </p:nvSpPr>
        <p:spPr>
          <a:xfrm>
            <a:off x="7821930" y="2011680"/>
            <a:ext cx="2250948" cy="225094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1" name="S07-label555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40개: 0.40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비교해요</a:t>
            </a:r>
            <a:endParaRPr lang="ko-KR" sz="4000" dirty="0"/>
          </a:p>
        </p:txBody>
      </p:sp>
      <p:sp>
        <p:nvSpPr>
          <p:cNvPr id="3" name="S08-text5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0.35와 0.4를 자릿값 표에 써요.</a:t>
            </a:r>
            <a:endParaRPr lang="ko-KR" sz="3000" dirty="0"/>
          </a:p>
        </p:txBody>
      </p:sp>
      <p:sp>
        <p:nvSpPr>
          <p:cNvPr id="4" name="S08-card55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5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 &lt; 0.4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자리가 같으니 소수 첫째 자리를 비교해요.</a:t>
            </a:r>
            <a:endParaRPr lang="ko-KR" sz="3000" dirty="0"/>
          </a:p>
        </p:txBody>
      </p:sp>
      <p:graphicFrame>
        <p:nvGraphicFramePr>
          <p:cNvPr id="9" name="S08-table5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2611755"/>
          <a:ext cx="8686800" cy="914400"/>
        </p:xfrm>
        <a:graphic>
          <a:graphicData uri="http://schemas.openxmlformats.org/drawingml/2006/table">
            <a:tbl>
              <a:tblPr/>
              <a:tblGrid>
                <a:gridCol w="1650492"/>
                <a:gridCol w="1997964"/>
                <a:gridCol w="2519172"/>
                <a:gridCol w="251917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56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6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2.6과 2.58 중 어느 수가 더 클까요?</a:t>
            </a:r>
            <a:endParaRPr lang="ko-KR" sz="3000" dirty="0"/>
          </a:p>
        </p:txBody>
      </p:sp>
      <p:sp>
        <p:nvSpPr>
          <p:cNvPr id="5" name="S09-card5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2.6을 2.60으로 써서 설명해요.</a:t>
            </a:r>
            <a:endParaRPr lang="ko-KR" sz="3000" dirty="0"/>
          </a:p>
        </p:txBody>
      </p:sp>
      <p:sp>
        <p:nvSpPr>
          <p:cNvPr id="7" name="S09-chip56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2.58</a:t>
            </a:r>
            <a:endParaRPr lang="ko-KR" sz="2400" dirty="0"/>
          </a:p>
        </p:txBody>
      </p:sp>
      <p:sp>
        <p:nvSpPr>
          <p:cNvPr id="8" name="S09-text56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“숫자가 더 많으니까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2.58이 더 커요.”</a:t>
            </a:r>
            <a:endParaRPr lang="ko-KR" sz="3000" dirty="0"/>
          </a:p>
        </p:txBody>
      </p:sp>
      <p:sp>
        <p:nvSpPr>
          <p:cNvPr id="9" name="S09-chip56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2.6</a:t>
            </a:r>
            <a:endParaRPr lang="ko-KR" sz="2400" dirty="0"/>
          </a:p>
        </p:txBody>
      </p:sp>
      <p:sp>
        <p:nvSpPr>
          <p:cNvPr id="10" name="S09-text56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“소수 첫째 자리가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6이라서 더 커요.”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쓰고, ○에는 &gt; 또는 &lt;를 써요.</a:t>
            </a:r>
            <a:endParaRPr lang="ko-KR" sz="3000" dirty="0"/>
          </a:p>
        </p:txBody>
      </p:sp>
      <p:sp>
        <p:nvSpPr>
          <p:cNvPr id="4" name="S10-chip56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7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46개인 수를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읽어요.</a:t>
            </a:r>
            <a:endParaRPr lang="ko-KR" sz="3000" dirty="0"/>
          </a:p>
        </p:txBody>
      </p:sp>
      <p:sp>
        <p:nvSpPr>
          <p:cNvPr id="6" name="S10-chip57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7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5.284에서 8이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수는?</a:t>
            </a:r>
            <a:endParaRPr lang="ko-KR" sz="3000" dirty="0"/>
          </a:p>
        </p:txBody>
      </p:sp>
      <p:sp>
        <p:nvSpPr>
          <p:cNvPr id="8" name="S10-chip57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57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 ○ 0.87</a:t>
            </a:r>
            <a:endParaRPr lang="ko-KR" sz="3400" dirty="0"/>
          </a:p>
        </p:txBody>
      </p:sp>
      <p:sp>
        <p:nvSpPr>
          <p:cNvPr id="10" name="S10-chip57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57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1.205 ○ 1.25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 찾기</a:t>
            </a:r>
            <a:endParaRPr lang="ko-KR" sz="4000" dirty="0"/>
          </a:p>
        </p:txBody>
      </p:sp>
      <p:sp>
        <p:nvSpPr>
          <p:cNvPr id="3" name="S12-text5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수를 골라요.</a:t>
            </a:r>
            <a:endParaRPr lang="ko-KR" sz="3000" dirty="0"/>
          </a:p>
        </p:txBody>
      </p:sp>
      <p:sp>
        <p:nvSpPr>
          <p:cNvPr id="4" name="S12-card5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5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000" dirty="0"/>
          </a:p>
        </p:txBody>
      </p:sp>
      <p:sp>
        <p:nvSpPr>
          <p:cNvPr id="6" name="S12-chip58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581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582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</a:t>
            </a:r>
            <a:endParaRPr lang="ko-KR" sz="3000" dirty="0"/>
          </a:p>
        </p:txBody>
      </p:sp>
      <p:sp>
        <p:nvSpPr>
          <p:cNvPr id="9" name="S12-chip58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584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585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0.68</a:t>
            </a:r>
            <a:endParaRPr lang="ko-KR" sz="3000" dirty="0"/>
          </a:p>
        </p:txBody>
      </p:sp>
      <p:sp>
        <p:nvSpPr>
          <p:cNvPr id="12" name="S12-chip586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587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588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0.705</a:t>
            </a:r>
            <a:endParaRPr lang="ko-KR" sz="3000" dirty="0"/>
          </a:p>
        </p:txBody>
      </p:sp>
      <p:sp>
        <p:nvSpPr>
          <p:cNvPr id="15" name="S12-chip58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2-card590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591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59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59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0.01은 1을 100으로, 0.001은 1을 1000으로 똑같이 나눈 하나예요.</a:t>
            </a:r>
            <a:endParaRPr lang="ko-KR" sz="3000" dirty="0"/>
          </a:p>
        </p:txBody>
      </p:sp>
      <p:sp>
        <p:nvSpPr>
          <p:cNvPr id="5" name="S13-chip59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높은 자리부터 비교하기</a:t>
            </a:r>
            <a:endParaRPr lang="ko-KR" sz="2400" dirty="0"/>
          </a:p>
        </p:txBody>
      </p:sp>
      <p:sp>
        <p:nvSpPr>
          <p:cNvPr id="6" name="S13-chip59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숫자가 많으면 크다고 하기</a:t>
            </a:r>
            <a:endParaRPr lang="ko-KR" sz="2400" dirty="0"/>
          </a:p>
        </p:txBody>
      </p:sp>
      <p:sp>
        <p:nvSpPr>
          <p:cNvPr id="7" name="S13-text59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59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0.001이 25개인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수는?</a:t>
            </a:r>
            <a:endParaRPr lang="ko-KR" sz="2400" dirty="0"/>
          </a:p>
        </p:txBody>
      </p:sp>
      <p:sp>
        <p:nvSpPr>
          <p:cNvPr id="9" name="S13-eqtext59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0.6 ○ 0.59</a:t>
            </a:r>
            <a:endParaRPr lang="ko-KR" sz="2800" dirty="0"/>
          </a:p>
        </p:txBody>
      </p:sp>
      <p:sp>
        <p:nvSpPr>
          <p:cNvPr id="10" name="S13-text59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3.07에서 7이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수는?</a:t>
            </a:r>
            <a:endParaRPr lang="ko-KR" sz="2400" dirty="0"/>
          </a:p>
        </p:txBody>
      </p:sp>
      <p:sp>
        <p:nvSpPr>
          <p:cNvPr id="11" name="S13-text6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소수의 덧셈과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0.1 다시 보기</a:t>
            </a:r>
            <a:endParaRPr lang="ko-KR" sz="4000" dirty="0"/>
          </a:p>
        </p:txBody>
      </p:sp>
      <p:sp>
        <p:nvSpPr>
          <p:cNvPr id="3" name="S14-text6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10칸으로 똑같이 나눴어요.</a:t>
            </a:r>
            <a:endParaRPr lang="ko-KR" sz="3000" dirty="0"/>
          </a:p>
        </p:txBody>
      </p:sp>
      <p:sp>
        <p:nvSpPr>
          <p:cNvPr id="4" name="S14-card602"/>
          <p:cNvSpPr/>
          <p:nvPr/>
        </p:nvSpPr>
        <p:spPr>
          <a:xfrm>
            <a:off x="548640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603"/>
          <p:cNvSpPr txBox="1"/>
          <p:nvPr/>
        </p:nvSpPr>
        <p:spPr>
          <a:xfrm>
            <a:off x="822960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1칸은 0.1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일이라고 읽어요.</a:t>
            </a:r>
            <a:endParaRPr lang="ko-KR" sz="3000" dirty="0"/>
          </a:p>
        </p:txBody>
      </p:sp>
      <p:sp>
        <p:nvSpPr>
          <p:cNvPr id="6" name="S14-card604"/>
          <p:cNvSpPr/>
          <p:nvPr/>
        </p:nvSpPr>
        <p:spPr>
          <a:xfrm>
            <a:off x="4322064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605"/>
          <p:cNvSpPr txBox="1"/>
          <p:nvPr/>
        </p:nvSpPr>
        <p:spPr>
          <a:xfrm>
            <a:off x="4596384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3칸은 0.3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3개, 영 점 삼</a:t>
            </a:r>
            <a:endParaRPr lang="ko-KR" sz="3000" dirty="0"/>
          </a:p>
        </p:txBody>
      </p:sp>
      <p:sp>
        <p:nvSpPr>
          <p:cNvPr id="8" name="S14-card606"/>
          <p:cNvSpPr/>
          <p:nvPr/>
        </p:nvSpPr>
        <p:spPr>
          <a:xfrm>
            <a:off x="8095488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607"/>
          <p:cNvSpPr txBox="1"/>
          <p:nvPr/>
        </p:nvSpPr>
        <p:spPr>
          <a:xfrm>
            <a:off x="8369808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10칸은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10개면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1이에요.</a:t>
            </a:r>
            <a:endParaRPr lang="ko-KR" sz="3000" dirty="0"/>
          </a:p>
        </p:txBody>
      </p:sp>
      <p:sp>
        <p:nvSpPr>
          <p:cNvPr id="10" name="S14-cell608"/>
          <p:cNvSpPr/>
          <p:nvPr/>
        </p:nvSpPr>
        <p:spPr>
          <a:xfrm>
            <a:off x="1065276" y="269062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609"/>
          <p:cNvSpPr/>
          <p:nvPr/>
        </p:nvSpPr>
        <p:spPr>
          <a:xfrm>
            <a:off x="2071116" y="269062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610"/>
          <p:cNvSpPr/>
          <p:nvPr/>
        </p:nvSpPr>
        <p:spPr>
          <a:xfrm>
            <a:off x="3076956" y="269062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611"/>
          <p:cNvSpPr/>
          <p:nvPr/>
        </p:nvSpPr>
        <p:spPr>
          <a:xfrm>
            <a:off x="408279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612"/>
          <p:cNvSpPr/>
          <p:nvPr/>
        </p:nvSpPr>
        <p:spPr>
          <a:xfrm>
            <a:off x="508863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613"/>
          <p:cNvSpPr/>
          <p:nvPr/>
        </p:nvSpPr>
        <p:spPr>
          <a:xfrm>
            <a:off x="609447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614"/>
          <p:cNvSpPr/>
          <p:nvPr/>
        </p:nvSpPr>
        <p:spPr>
          <a:xfrm>
            <a:off x="710031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615"/>
          <p:cNvSpPr/>
          <p:nvPr/>
        </p:nvSpPr>
        <p:spPr>
          <a:xfrm>
            <a:off x="810615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616"/>
          <p:cNvSpPr/>
          <p:nvPr/>
        </p:nvSpPr>
        <p:spPr>
          <a:xfrm>
            <a:off x="911199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cell617"/>
          <p:cNvSpPr/>
          <p:nvPr/>
        </p:nvSpPr>
        <p:spPr>
          <a:xfrm>
            <a:off x="10117836" y="269062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4-figure618" descr="10칸 띠 중 3칸 색칠"/>
          <p:cNvSpPr/>
          <p:nvPr/>
        </p:nvSpPr>
        <p:spPr>
          <a:xfrm>
            <a:off x="1065276" y="2690622"/>
            <a:ext cx="1005840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소수 두 자리 수와 세 자리 수</dc:title>
  <dc:subject>KR22-G04-MAT-DEC2-L01</dc:subject>
  <dc:creator>education-ppt</dc:creator>
  <cp:lastModifiedBy>education-ppt</cp:lastModifiedBy>
  <cp:revision>1</cp:revision>
  <dcterms:created xsi:type="dcterms:W3CDTF">2026-10-26T08:17:50Z</dcterms:created>
  <dcterms:modified xsi:type="dcterms:W3CDTF">2026-10-26T08:17:50Z</dcterms:modified>
</cp:coreProperties>
</file>