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e90fb49-68b0-301b-cc8c-972dc09ed529}">
          <p14:sldIdLst>
            <p14:sldId id="256"/>
            <p14:sldId id="257"/>
          </p14:sldIdLst>
        </p14:section>
        <p14:section name="개념" id="{95eb807b-3f1c-d8c2-523c-df2f94f00ca1}">
          <p14:sldIdLst>
            <p14:sldId id="258"/>
            <p14:sldId id="259"/>
            <p14:sldId id="260"/>
            <p14:sldId id="262"/>
            <p14:sldId id="263"/>
          </p14:sldIdLst>
        </p14:section>
        <p14:section name="연습" id="{4d500eea-3305-1f88-512c-a7667e74650a}">
          <p14:sldIdLst>
            <p14:sldId id="261"/>
            <p14:sldId id="264"/>
          </p14:sldIdLst>
        </p14:section>
        <p14:section name="개념" id="{c885ff68-2820-ffa3-ef89-b11203b2cca0}">
          <p14:sldIdLst/>
        </p14:section>
        <p14:section name="연습" id="{7f93ea4f-c8b4-80e1-5abe-7118d2b2cf5a}">
          <p14:sldIdLst/>
        </p14:section>
        <p14:section name="확인" id="{4f211d05-832a-58fc-53d9-8d363224915f}">
          <p14:sldIdLst>
            <p14:sldId id="265"/>
            <p14:sldId id="266"/>
          </p14:sldIdLst>
        </p14:section>
        <p14:section name="정리" id="{8c17caf4-5129-df6d-6848-cdcbf36e8e06}">
          <p14:sldIdLst>
            <p14:sldId id="267"/>
          </p14:sldIdLst>
        </p14:section>
        <p14:section name="보충" id="{a7ce29f0-598e-6ca1-a803-c88544b8c85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수와연산 · 7차시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소수 두 자리 수와 세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소수 두 자리 수와 세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소수 두 자리 수와 세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두 자리 수와 세 자리 수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0.1보다 작은 수는 어떻게 나타낼까요?</a:t>
            </a:r>
            <a:endParaRPr lang="ko-KR" sz="3000" dirty="0"/>
          </a:p>
        </p:txBody>
      </p:sp>
      <p:sp>
        <p:nvSpPr>
          <p:cNvPr id="4" name="S01-cell1"/>
          <p:cNvSpPr/>
          <p:nvPr/>
        </p:nvSpPr>
        <p:spPr>
          <a:xfrm>
            <a:off x="8183880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cell2"/>
          <p:cNvSpPr/>
          <p:nvPr/>
        </p:nvSpPr>
        <p:spPr>
          <a:xfrm>
            <a:off x="8476488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8769096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cell4"/>
          <p:cNvSpPr/>
          <p:nvPr/>
        </p:nvSpPr>
        <p:spPr>
          <a:xfrm>
            <a:off x="9061704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9354312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cell6"/>
          <p:cNvSpPr/>
          <p:nvPr/>
        </p:nvSpPr>
        <p:spPr>
          <a:xfrm>
            <a:off x="9646920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1-cell7"/>
          <p:cNvSpPr/>
          <p:nvPr/>
        </p:nvSpPr>
        <p:spPr>
          <a:xfrm>
            <a:off x="9939528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cell8"/>
          <p:cNvSpPr/>
          <p:nvPr/>
        </p:nvSpPr>
        <p:spPr>
          <a:xfrm>
            <a:off x="10232136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10524744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cell10"/>
          <p:cNvSpPr/>
          <p:nvPr/>
        </p:nvSpPr>
        <p:spPr>
          <a:xfrm>
            <a:off x="10817352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1-cell11"/>
          <p:cNvSpPr/>
          <p:nvPr/>
        </p:nvSpPr>
        <p:spPr>
          <a:xfrm>
            <a:off x="8183880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cell12"/>
          <p:cNvSpPr/>
          <p:nvPr/>
        </p:nvSpPr>
        <p:spPr>
          <a:xfrm>
            <a:off x="8476488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1-cell13"/>
          <p:cNvSpPr/>
          <p:nvPr/>
        </p:nvSpPr>
        <p:spPr>
          <a:xfrm>
            <a:off x="8769096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1-cell14"/>
          <p:cNvSpPr/>
          <p:nvPr/>
        </p:nvSpPr>
        <p:spPr>
          <a:xfrm>
            <a:off x="9061704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1-cell15"/>
          <p:cNvSpPr/>
          <p:nvPr/>
        </p:nvSpPr>
        <p:spPr>
          <a:xfrm>
            <a:off x="9354312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1-cell16"/>
          <p:cNvSpPr/>
          <p:nvPr/>
        </p:nvSpPr>
        <p:spPr>
          <a:xfrm>
            <a:off x="9646920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1-cell17"/>
          <p:cNvSpPr/>
          <p:nvPr/>
        </p:nvSpPr>
        <p:spPr>
          <a:xfrm>
            <a:off x="9939528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1-cell18"/>
          <p:cNvSpPr/>
          <p:nvPr/>
        </p:nvSpPr>
        <p:spPr>
          <a:xfrm>
            <a:off x="10232136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1-cell19"/>
          <p:cNvSpPr/>
          <p:nvPr/>
        </p:nvSpPr>
        <p:spPr>
          <a:xfrm>
            <a:off x="10524744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1-cell20"/>
          <p:cNvSpPr/>
          <p:nvPr/>
        </p:nvSpPr>
        <p:spPr>
          <a:xfrm>
            <a:off x="10817352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1-cell21"/>
          <p:cNvSpPr/>
          <p:nvPr/>
        </p:nvSpPr>
        <p:spPr>
          <a:xfrm>
            <a:off x="8183880" y="1225296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1-cell22"/>
          <p:cNvSpPr/>
          <p:nvPr/>
        </p:nvSpPr>
        <p:spPr>
          <a:xfrm>
            <a:off x="8476488" y="1225296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1-cell23"/>
          <p:cNvSpPr/>
          <p:nvPr/>
        </p:nvSpPr>
        <p:spPr>
          <a:xfrm>
            <a:off x="8769096" y="1225296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1-cell24"/>
          <p:cNvSpPr/>
          <p:nvPr/>
        </p:nvSpPr>
        <p:spPr>
          <a:xfrm>
            <a:off x="9061704" y="1225296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1-cell25"/>
          <p:cNvSpPr/>
          <p:nvPr/>
        </p:nvSpPr>
        <p:spPr>
          <a:xfrm>
            <a:off x="9354312" y="1225296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1-cell26"/>
          <p:cNvSpPr/>
          <p:nvPr/>
        </p:nvSpPr>
        <p:spPr>
          <a:xfrm>
            <a:off x="9646920" y="1225296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1-cell27"/>
          <p:cNvSpPr/>
          <p:nvPr/>
        </p:nvSpPr>
        <p:spPr>
          <a:xfrm>
            <a:off x="9939528" y="1225296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1-cell28"/>
          <p:cNvSpPr/>
          <p:nvPr/>
        </p:nvSpPr>
        <p:spPr>
          <a:xfrm>
            <a:off x="10232136" y="1225296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1-cell29"/>
          <p:cNvSpPr/>
          <p:nvPr/>
        </p:nvSpPr>
        <p:spPr>
          <a:xfrm>
            <a:off x="10524744" y="1225296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1-cell30"/>
          <p:cNvSpPr/>
          <p:nvPr/>
        </p:nvSpPr>
        <p:spPr>
          <a:xfrm>
            <a:off x="10817352" y="1225296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1-cell31"/>
          <p:cNvSpPr/>
          <p:nvPr/>
        </p:nvSpPr>
        <p:spPr>
          <a:xfrm>
            <a:off x="8183880" y="1517904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1-cell32"/>
          <p:cNvSpPr/>
          <p:nvPr/>
        </p:nvSpPr>
        <p:spPr>
          <a:xfrm>
            <a:off x="8476488" y="1517904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1-cell33"/>
          <p:cNvSpPr/>
          <p:nvPr/>
        </p:nvSpPr>
        <p:spPr>
          <a:xfrm>
            <a:off x="8769096" y="1517904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1-cell34"/>
          <p:cNvSpPr/>
          <p:nvPr/>
        </p:nvSpPr>
        <p:spPr>
          <a:xfrm>
            <a:off x="9061704" y="1517904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1-cell35"/>
          <p:cNvSpPr/>
          <p:nvPr/>
        </p:nvSpPr>
        <p:spPr>
          <a:xfrm>
            <a:off x="9354312" y="1517904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1-cell36"/>
          <p:cNvSpPr/>
          <p:nvPr/>
        </p:nvSpPr>
        <p:spPr>
          <a:xfrm>
            <a:off x="9646920" y="1517904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1-cell37"/>
          <p:cNvSpPr/>
          <p:nvPr/>
        </p:nvSpPr>
        <p:spPr>
          <a:xfrm>
            <a:off x="9939528" y="1517904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1-cell38"/>
          <p:cNvSpPr/>
          <p:nvPr/>
        </p:nvSpPr>
        <p:spPr>
          <a:xfrm>
            <a:off x="10232136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1-cell39"/>
          <p:cNvSpPr/>
          <p:nvPr/>
        </p:nvSpPr>
        <p:spPr>
          <a:xfrm>
            <a:off x="10524744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1-cell40"/>
          <p:cNvSpPr/>
          <p:nvPr/>
        </p:nvSpPr>
        <p:spPr>
          <a:xfrm>
            <a:off x="10817352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1-cell41"/>
          <p:cNvSpPr/>
          <p:nvPr/>
        </p:nvSpPr>
        <p:spPr>
          <a:xfrm>
            <a:off x="8183880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1-cell42"/>
          <p:cNvSpPr/>
          <p:nvPr/>
        </p:nvSpPr>
        <p:spPr>
          <a:xfrm>
            <a:off x="8476488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1-cell43"/>
          <p:cNvSpPr/>
          <p:nvPr/>
        </p:nvSpPr>
        <p:spPr>
          <a:xfrm>
            <a:off x="8769096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1-cell44"/>
          <p:cNvSpPr/>
          <p:nvPr/>
        </p:nvSpPr>
        <p:spPr>
          <a:xfrm>
            <a:off x="9061704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1-cell45"/>
          <p:cNvSpPr/>
          <p:nvPr/>
        </p:nvSpPr>
        <p:spPr>
          <a:xfrm>
            <a:off x="9354312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1-cell46"/>
          <p:cNvSpPr/>
          <p:nvPr/>
        </p:nvSpPr>
        <p:spPr>
          <a:xfrm>
            <a:off x="9646920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1-cell47"/>
          <p:cNvSpPr/>
          <p:nvPr/>
        </p:nvSpPr>
        <p:spPr>
          <a:xfrm>
            <a:off x="9939528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1-cell48"/>
          <p:cNvSpPr/>
          <p:nvPr/>
        </p:nvSpPr>
        <p:spPr>
          <a:xfrm>
            <a:off x="10232136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1-cell49"/>
          <p:cNvSpPr/>
          <p:nvPr/>
        </p:nvSpPr>
        <p:spPr>
          <a:xfrm>
            <a:off x="10524744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1-cell50"/>
          <p:cNvSpPr/>
          <p:nvPr/>
        </p:nvSpPr>
        <p:spPr>
          <a:xfrm>
            <a:off x="10817352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1-cell51"/>
          <p:cNvSpPr/>
          <p:nvPr/>
        </p:nvSpPr>
        <p:spPr>
          <a:xfrm>
            <a:off x="8183880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1-cell52"/>
          <p:cNvSpPr/>
          <p:nvPr/>
        </p:nvSpPr>
        <p:spPr>
          <a:xfrm>
            <a:off x="8476488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1-cell53"/>
          <p:cNvSpPr/>
          <p:nvPr/>
        </p:nvSpPr>
        <p:spPr>
          <a:xfrm>
            <a:off x="8769096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1-cell54"/>
          <p:cNvSpPr/>
          <p:nvPr/>
        </p:nvSpPr>
        <p:spPr>
          <a:xfrm>
            <a:off x="9061704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1-cell55"/>
          <p:cNvSpPr/>
          <p:nvPr/>
        </p:nvSpPr>
        <p:spPr>
          <a:xfrm>
            <a:off x="9354312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1-cell56"/>
          <p:cNvSpPr/>
          <p:nvPr/>
        </p:nvSpPr>
        <p:spPr>
          <a:xfrm>
            <a:off x="9646920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1-cell57"/>
          <p:cNvSpPr/>
          <p:nvPr/>
        </p:nvSpPr>
        <p:spPr>
          <a:xfrm>
            <a:off x="9939528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1-cell58"/>
          <p:cNvSpPr/>
          <p:nvPr/>
        </p:nvSpPr>
        <p:spPr>
          <a:xfrm>
            <a:off x="10232136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1-cell59"/>
          <p:cNvSpPr/>
          <p:nvPr/>
        </p:nvSpPr>
        <p:spPr>
          <a:xfrm>
            <a:off x="10524744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1-cell60"/>
          <p:cNvSpPr/>
          <p:nvPr/>
        </p:nvSpPr>
        <p:spPr>
          <a:xfrm>
            <a:off x="10817352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1-cell61"/>
          <p:cNvSpPr/>
          <p:nvPr/>
        </p:nvSpPr>
        <p:spPr>
          <a:xfrm>
            <a:off x="8183880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1-cell62"/>
          <p:cNvSpPr/>
          <p:nvPr/>
        </p:nvSpPr>
        <p:spPr>
          <a:xfrm>
            <a:off x="8476488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1-cell63"/>
          <p:cNvSpPr/>
          <p:nvPr/>
        </p:nvSpPr>
        <p:spPr>
          <a:xfrm>
            <a:off x="8769096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1-cell64"/>
          <p:cNvSpPr/>
          <p:nvPr/>
        </p:nvSpPr>
        <p:spPr>
          <a:xfrm>
            <a:off x="9061704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1-cell65"/>
          <p:cNvSpPr/>
          <p:nvPr/>
        </p:nvSpPr>
        <p:spPr>
          <a:xfrm>
            <a:off x="9354312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1-cell66"/>
          <p:cNvSpPr/>
          <p:nvPr/>
        </p:nvSpPr>
        <p:spPr>
          <a:xfrm>
            <a:off x="9646920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01-cell67"/>
          <p:cNvSpPr/>
          <p:nvPr/>
        </p:nvSpPr>
        <p:spPr>
          <a:xfrm>
            <a:off x="9939528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1-cell68"/>
          <p:cNvSpPr/>
          <p:nvPr/>
        </p:nvSpPr>
        <p:spPr>
          <a:xfrm>
            <a:off x="10232136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01-cell69"/>
          <p:cNvSpPr/>
          <p:nvPr/>
        </p:nvSpPr>
        <p:spPr>
          <a:xfrm>
            <a:off x="10524744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1-cell70"/>
          <p:cNvSpPr/>
          <p:nvPr/>
        </p:nvSpPr>
        <p:spPr>
          <a:xfrm>
            <a:off x="10817352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1-cell71"/>
          <p:cNvSpPr/>
          <p:nvPr/>
        </p:nvSpPr>
        <p:spPr>
          <a:xfrm>
            <a:off x="8183880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01-cell72"/>
          <p:cNvSpPr/>
          <p:nvPr/>
        </p:nvSpPr>
        <p:spPr>
          <a:xfrm>
            <a:off x="8476488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1-cell73"/>
          <p:cNvSpPr/>
          <p:nvPr/>
        </p:nvSpPr>
        <p:spPr>
          <a:xfrm>
            <a:off x="8769096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1-cell74"/>
          <p:cNvSpPr/>
          <p:nvPr/>
        </p:nvSpPr>
        <p:spPr>
          <a:xfrm>
            <a:off x="9061704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01-cell75"/>
          <p:cNvSpPr/>
          <p:nvPr/>
        </p:nvSpPr>
        <p:spPr>
          <a:xfrm>
            <a:off x="9354312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01-cell76"/>
          <p:cNvSpPr/>
          <p:nvPr/>
        </p:nvSpPr>
        <p:spPr>
          <a:xfrm>
            <a:off x="9646920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1-cell77"/>
          <p:cNvSpPr/>
          <p:nvPr/>
        </p:nvSpPr>
        <p:spPr>
          <a:xfrm>
            <a:off x="9939528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1-cell78"/>
          <p:cNvSpPr/>
          <p:nvPr/>
        </p:nvSpPr>
        <p:spPr>
          <a:xfrm>
            <a:off x="10232136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1-cell79"/>
          <p:cNvSpPr/>
          <p:nvPr/>
        </p:nvSpPr>
        <p:spPr>
          <a:xfrm>
            <a:off x="10524744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01-cell80"/>
          <p:cNvSpPr/>
          <p:nvPr/>
        </p:nvSpPr>
        <p:spPr>
          <a:xfrm>
            <a:off x="10817352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1-cell81"/>
          <p:cNvSpPr/>
          <p:nvPr/>
        </p:nvSpPr>
        <p:spPr>
          <a:xfrm>
            <a:off x="8183880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01-cell82"/>
          <p:cNvSpPr/>
          <p:nvPr/>
        </p:nvSpPr>
        <p:spPr>
          <a:xfrm>
            <a:off x="8476488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1-cell83"/>
          <p:cNvSpPr/>
          <p:nvPr/>
        </p:nvSpPr>
        <p:spPr>
          <a:xfrm>
            <a:off x="8769096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7" name="S01-cell84"/>
          <p:cNvSpPr/>
          <p:nvPr/>
        </p:nvSpPr>
        <p:spPr>
          <a:xfrm>
            <a:off x="9061704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01-cell85"/>
          <p:cNvSpPr/>
          <p:nvPr/>
        </p:nvSpPr>
        <p:spPr>
          <a:xfrm>
            <a:off x="9354312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9" name="S01-cell86"/>
          <p:cNvSpPr/>
          <p:nvPr/>
        </p:nvSpPr>
        <p:spPr>
          <a:xfrm>
            <a:off x="9646920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01-cell87"/>
          <p:cNvSpPr/>
          <p:nvPr/>
        </p:nvSpPr>
        <p:spPr>
          <a:xfrm>
            <a:off x="9939528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01-cell88"/>
          <p:cNvSpPr/>
          <p:nvPr/>
        </p:nvSpPr>
        <p:spPr>
          <a:xfrm>
            <a:off x="10232136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1-cell89"/>
          <p:cNvSpPr/>
          <p:nvPr/>
        </p:nvSpPr>
        <p:spPr>
          <a:xfrm>
            <a:off x="10524744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3" name="S01-cell90"/>
          <p:cNvSpPr/>
          <p:nvPr/>
        </p:nvSpPr>
        <p:spPr>
          <a:xfrm>
            <a:off x="10817352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4" name="S01-cell91"/>
          <p:cNvSpPr/>
          <p:nvPr/>
        </p:nvSpPr>
        <p:spPr>
          <a:xfrm>
            <a:off x="8183880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5" name="S01-cell92"/>
          <p:cNvSpPr/>
          <p:nvPr/>
        </p:nvSpPr>
        <p:spPr>
          <a:xfrm>
            <a:off x="8476488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6" name="S01-cell93"/>
          <p:cNvSpPr/>
          <p:nvPr/>
        </p:nvSpPr>
        <p:spPr>
          <a:xfrm>
            <a:off x="8769096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7" name="S01-cell94"/>
          <p:cNvSpPr/>
          <p:nvPr/>
        </p:nvSpPr>
        <p:spPr>
          <a:xfrm>
            <a:off x="9061704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8" name="S01-cell95"/>
          <p:cNvSpPr/>
          <p:nvPr/>
        </p:nvSpPr>
        <p:spPr>
          <a:xfrm>
            <a:off x="9354312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9" name="S01-cell96"/>
          <p:cNvSpPr/>
          <p:nvPr/>
        </p:nvSpPr>
        <p:spPr>
          <a:xfrm>
            <a:off x="9646920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0" name="S01-cell97"/>
          <p:cNvSpPr/>
          <p:nvPr/>
        </p:nvSpPr>
        <p:spPr>
          <a:xfrm>
            <a:off x="9939528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1" name="S01-cell98"/>
          <p:cNvSpPr/>
          <p:nvPr/>
        </p:nvSpPr>
        <p:spPr>
          <a:xfrm>
            <a:off x="10232136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2" name="S01-cell99"/>
          <p:cNvSpPr/>
          <p:nvPr/>
        </p:nvSpPr>
        <p:spPr>
          <a:xfrm>
            <a:off x="10524744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3" name="S01-cell100"/>
          <p:cNvSpPr/>
          <p:nvPr/>
        </p:nvSpPr>
        <p:spPr>
          <a:xfrm>
            <a:off x="10817352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4" name="S01-figure101" descr="100칸 모눈 중 37칸 색칠"/>
          <p:cNvSpPr/>
          <p:nvPr/>
        </p:nvSpPr>
        <p:spPr>
          <a:xfrm>
            <a:off x="8183880" y="640080"/>
            <a:ext cx="292608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5" name="S01-card10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6" name="S01-cardtext10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0.01과 0.001을 알고 읽고 써요.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소수의 크기를 비교해요.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text10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말하고, ○에는 &gt; 또는 &lt;를 넣어요.</a:t>
            </a:r>
            <a:endParaRPr lang="ko-KR" sz="3000" dirty="0"/>
          </a:p>
        </p:txBody>
      </p:sp>
      <p:sp>
        <p:nvSpPr>
          <p:cNvPr id="4" name="S02-chip10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10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7개인 수는?</a:t>
            </a:r>
            <a:endParaRPr lang="ko-KR" sz="3000" dirty="0"/>
          </a:p>
        </p:txBody>
      </p:sp>
      <p:sp>
        <p:nvSpPr>
          <p:cNvPr id="6" name="S02-chip10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eqtext10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○ 0.8</a:t>
            </a:r>
            <a:endParaRPr lang="ko-KR" sz="3400" dirty="0"/>
          </a:p>
        </p:txBody>
      </p:sp>
      <p:sp>
        <p:nvSpPr>
          <p:cNvPr id="8" name="S02-chip10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11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1.3은 0.1이 몇 개?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0.01과 0.37</a:t>
            </a:r>
            <a:endParaRPr lang="ko-KR" sz="4000" dirty="0"/>
          </a:p>
        </p:txBody>
      </p:sp>
      <p:sp>
        <p:nvSpPr>
          <p:cNvPr id="3" name="S03-text1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100칸 전체가 1이에요.</a:t>
            </a:r>
            <a:endParaRPr lang="ko-KR" sz="3000" dirty="0"/>
          </a:p>
        </p:txBody>
      </p:sp>
      <p:sp>
        <p:nvSpPr>
          <p:cNvPr id="4" name="S03-card112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113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1칸은 0.01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 점 영일이라고 읽어요.</a:t>
            </a:r>
            <a:endParaRPr lang="ko-KR" sz="3000" dirty="0"/>
          </a:p>
        </p:txBody>
      </p:sp>
      <p:sp>
        <p:nvSpPr>
          <p:cNvPr id="6" name="S03-card114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15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37칸은 0.37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 점 삼칠이라고 읽어요.</a:t>
            </a:r>
            <a:endParaRPr lang="ko-KR" sz="3000" dirty="0"/>
          </a:p>
        </p:txBody>
      </p:sp>
      <p:sp>
        <p:nvSpPr>
          <p:cNvPr id="8" name="S03-cell116"/>
          <p:cNvSpPr/>
          <p:nvPr/>
        </p:nvSpPr>
        <p:spPr>
          <a:xfrm>
            <a:off x="2116074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cell117"/>
          <p:cNvSpPr/>
          <p:nvPr/>
        </p:nvSpPr>
        <p:spPr>
          <a:xfrm>
            <a:off x="2341169" y="201168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118"/>
          <p:cNvSpPr/>
          <p:nvPr/>
        </p:nvSpPr>
        <p:spPr>
          <a:xfrm>
            <a:off x="2566264" y="201168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119"/>
          <p:cNvSpPr/>
          <p:nvPr/>
        </p:nvSpPr>
        <p:spPr>
          <a:xfrm>
            <a:off x="2791358" y="201168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120"/>
          <p:cNvSpPr/>
          <p:nvPr/>
        </p:nvSpPr>
        <p:spPr>
          <a:xfrm>
            <a:off x="3016453" y="201168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121"/>
          <p:cNvSpPr/>
          <p:nvPr/>
        </p:nvSpPr>
        <p:spPr>
          <a:xfrm>
            <a:off x="3241548" y="201168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cell122"/>
          <p:cNvSpPr/>
          <p:nvPr/>
        </p:nvSpPr>
        <p:spPr>
          <a:xfrm>
            <a:off x="3466643" y="201168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cell123"/>
          <p:cNvSpPr/>
          <p:nvPr/>
        </p:nvSpPr>
        <p:spPr>
          <a:xfrm>
            <a:off x="3691738" y="201168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cell124"/>
          <p:cNvSpPr/>
          <p:nvPr/>
        </p:nvSpPr>
        <p:spPr>
          <a:xfrm>
            <a:off x="3916832" y="201168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cell125"/>
          <p:cNvSpPr/>
          <p:nvPr/>
        </p:nvSpPr>
        <p:spPr>
          <a:xfrm>
            <a:off x="4141927" y="201168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cell126"/>
          <p:cNvSpPr/>
          <p:nvPr/>
        </p:nvSpPr>
        <p:spPr>
          <a:xfrm>
            <a:off x="2116074" y="2236775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cell127"/>
          <p:cNvSpPr/>
          <p:nvPr/>
        </p:nvSpPr>
        <p:spPr>
          <a:xfrm>
            <a:off x="2341169" y="2236775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128"/>
          <p:cNvSpPr/>
          <p:nvPr/>
        </p:nvSpPr>
        <p:spPr>
          <a:xfrm>
            <a:off x="2566264" y="2236775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cell129"/>
          <p:cNvSpPr/>
          <p:nvPr/>
        </p:nvSpPr>
        <p:spPr>
          <a:xfrm>
            <a:off x="2791358" y="2236775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cell130"/>
          <p:cNvSpPr/>
          <p:nvPr/>
        </p:nvSpPr>
        <p:spPr>
          <a:xfrm>
            <a:off x="3016453" y="2236775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cell131"/>
          <p:cNvSpPr/>
          <p:nvPr/>
        </p:nvSpPr>
        <p:spPr>
          <a:xfrm>
            <a:off x="3241548" y="2236775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cell132"/>
          <p:cNvSpPr/>
          <p:nvPr/>
        </p:nvSpPr>
        <p:spPr>
          <a:xfrm>
            <a:off x="3466643" y="2236775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3-cell133"/>
          <p:cNvSpPr/>
          <p:nvPr/>
        </p:nvSpPr>
        <p:spPr>
          <a:xfrm>
            <a:off x="3691738" y="2236775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cell134"/>
          <p:cNvSpPr/>
          <p:nvPr/>
        </p:nvSpPr>
        <p:spPr>
          <a:xfrm>
            <a:off x="3916832" y="2236775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cell135"/>
          <p:cNvSpPr/>
          <p:nvPr/>
        </p:nvSpPr>
        <p:spPr>
          <a:xfrm>
            <a:off x="4141927" y="2236775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3-cell136"/>
          <p:cNvSpPr/>
          <p:nvPr/>
        </p:nvSpPr>
        <p:spPr>
          <a:xfrm>
            <a:off x="2116074" y="246187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cell137"/>
          <p:cNvSpPr/>
          <p:nvPr/>
        </p:nvSpPr>
        <p:spPr>
          <a:xfrm>
            <a:off x="2341169" y="246187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3-cell138"/>
          <p:cNvSpPr/>
          <p:nvPr/>
        </p:nvSpPr>
        <p:spPr>
          <a:xfrm>
            <a:off x="2566264" y="246187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3-cell139"/>
          <p:cNvSpPr/>
          <p:nvPr/>
        </p:nvSpPr>
        <p:spPr>
          <a:xfrm>
            <a:off x="2791358" y="246187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cell140"/>
          <p:cNvSpPr/>
          <p:nvPr/>
        </p:nvSpPr>
        <p:spPr>
          <a:xfrm>
            <a:off x="3016453" y="246187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3-cell141"/>
          <p:cNvSpPr/>
          <p:nvPr/>
        </p:nvSpPr>
        <p:spPr>
          <a:xfrm>
            <a:off x="3241548" y="246187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cell142"/>
          <p:cNvSpPr/>
          <p:nvPr/>
        </p:nvSpPr>
        <p:spPr>
          <a:xfrm>
            <a:off x="3466643" y="246187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cell143"/>
          <p:cNvSpPr/>
          <p:nvPr/>
        </p:nvSpPr>
        <p:spPr>
          <a:xfrm>
            <a:off x="3691738" y="246187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cell144"/>
          <p:cNvSpPr/>
          <p:nvPr/>
        </p:nvSpPr>
        <p:spPr>
          <a:xfrm>
            <a:off x="3916832" y="246187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cell145"/>
          <p:cNvSpPr/>
          <p:nvPr/>
        </p:nvSpPr>
        <p:spPr>
          <a:xfrm>
            <a:off x="4141927" y="246187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3-cell146"/>
          <p:cNvSpPr/>
          <p:nvPr/>
        </p:nvSpPr>
        <p:spPr>
          <a:xfrm>
            <a:off x="2116074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3-cell147"/>
          <p:cNvSpPr/>
          <p:nvPr/>
        </p:nvSpPr>
        <p:spPr>
          <a:xfrm>
            <a:off x="2341169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3-cell148"/>
          <p:cNvSpPr/>
          <p:nvPr/>
        </p:nvSpPr>
        <p:spPr>
          <a:xfrm>
            <a:off x="2566264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3-cell149"/>
          <p:cNvSpPr/>
          <p:nvPr/>
        </p:nvSpPr>
        <p:spPr>
          <a:xfrm>
            <a:off x="2791358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3-cell150"/>
          <p:cNvSpPr/>
          <p:nvPr/>
        </p:nvSpPr>
        <p:spPr>
          <a:xfrm>
            <a:off x="3016453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3-cell151"/>
          <p:cNvSpPr/>
          <p:nvPr/>
        </p:nvSpPr>
        <p:spPr>
          <a:xfrm>
            <a:off x="3241548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3-cell152"/>
          <p:cNvSpPr/>
          <p:nvPr/>
        </p:nvSpPr>
        <p:spPr>
          <a:xfrm>
            <a:off x="3466643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3-cell153"/>
          <p:cNvSpPr/>
          <p:nvPr/>
        </p:nvSpPr>
        <p:spPr>
          <a:xfrm>
            <a:off x="3691738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3-cell154"/>
          <p:cNvSpPr/>
          <p:nvPr/>
        </p:nvSpPr>
        <p:spPr>
          <a:xfrm>
            <a:off x="3916832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3-cell155"/>
          <p:cNvSpPr/>
          <p:nvPr/>
        </p:nvSpPr>
        <p:spPr>
          <a:xfrm>
            <a:off x="4141927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3-cell156"/>
          <p:cNvSpPr/>
          <p:nvPr/>
        </p:nvSpPr>
        <p:spPr>
          <a:xfrm>
            <a:off x="2116074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3-cell157"/>
          <p:cNvSpPr/>
          <p:nvPr/>
        </p:nvSpPr>
        <p:spPr>
          <a:xfrm>
            <a:off x="2341169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3-cell158"/>
          <p:cNvSpPr/>
          <p:nvPr/>
        </p:nvSpPr>
        <p:spPr>
          <a:xfrm>
            <a:off x="2566264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3-cell159"/>
          <p:cNvSpPr/>
          <p:nvPr/>
        </p:nvSpPr>
        <p:spPr>
          <a:xfrm>
            <a:off x="2791358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3-cell160"/>
          <p:cNvSpPr/>
          <p:nvPr/>
        </p:nvSpPr>
        <p:spPr>
          <a:xfrm>
            <a:off x="3016453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3-cell161"/>
          <p:cNvSpPr/>
          <p:nvPr/>
        </p:nvSpPr>
        <p:spPr>
          <a:xfrm>
            <a:off x="3241548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3-cell162"/>
          <p:cNvSpPr/>
          <p:nvPr/>
        </p:nvSpPr>
        <p:spPr>
          <a:xfrm>
            <a:off x="3466643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3-cell163"/>
          <p:cNvSpPr/>
          <p:nvPr/>
        </p:nvSpPr>
        <p:spPr>
          <a:xfrm>
            <a:off x="3691738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3-cell164"/>
          <p:cNvSpPr/>
          <p:nvPr/>
        </p:nvSpPr>
        <p:spPr>
          <a:xfrm>
            <a:off x="3916832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3-cell165"/>
          <p:cNvSpPr/>
          <p:nvPr/>
        </p:nvSpPr>
        <p:spPr>
          <a:xfrm>
            <a:off x="4141927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3-cell166"/>
          <p:cNvSpPr/>
          <p:nvPr/>
        </p:nvSpPr>
        <p:spPr>
          <a:xfrm>
            <a:off x="2116074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3-cell167"/>
          <p:cNvSpPr/>
          <p:nvPr/>
        </p:nvSpPr>
        <p:spPr>
          <a:xfrm>
            <a:off x="2341169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3-cell168"/>
          <p:cNvSpPr/>
          <p:nvPr/>
        </p:nvSpPr>
        <p:spPr>
          <a:xfrm>
            <a:off x="2566264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3-cell169"/>
          <p:cNvSpPr/>
          <p:nvPr/>
        </p:nvSpPr>
        <p:spPr>
          <a:xfrm>
            <a:off x="2791358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3-cell170"/>
          <p:cNvSpPr/>
          <p:nvPr/>
        </p:nvSpPr>
        <p:spPr>
          <a:xfrm>
            <a:off x="3016453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3-cell171"/>
          <p:cNvSpPr/>
          <p:nvPr/>
        </p:nvSpPr>
        <p:spPr>
          <a:xfrm>
            <a:off x="3241548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3-cell172"/>
          <p:cNvSpPr/>
          <p:nvPr/>
        </p:nvSpPr>
        <p:spPr>
          <a:xfrm>
            <a:off x="3466643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3-cell173"/>
          <p:cNvSpPr/>
          <p:nvPr/>
        </p:nvSpPr>
        <p:spPr>
          <a:xfrm>
            <a:off x="3691738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3-cell174"/>
          <p:cNvSpPr/>
          <p:nvPr/>
        </p:nvSpPr>
        <p:spPr>
          <a:xfrm>
            <a:off x="3916832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3-cell175"/>
          <p:cNvSpPr/>
          <p:nvPr/>
        </p:nvSpPr>
        <p:spPr>
          <a:xfrm>
            <a:off x="4141927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3-cell176"/>
          <p:cNvSpPr/>
          <p:nvPr/>
        </p:nvSpPr>
        <p:spPr>
          <a:xfrm>
            <a:off x="2116074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3-cell177"/>
          <p:cNvSpPr/>
          <p:nvPr/>
        </p:nvSpPr>
        <p:spPr>
          <a:xfrm>
            <a:off x="2341169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03-cell178"/>
          <p:cNvSpPr/>
          <p:nvPr/>
        </p:nvSpPr>
        <p:spPr>
          <a:xfrm>
            <a:off x="2566264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3-cell179"/>
          <p:cNvSpPr/>
          <p:nvPr/>
        </p:nvSpPr>
        <p:spPr>
          <a:xfrm>
            <a:off x="2791358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03-cell180"/>
          <p:cNvSpPr/>
          <p:nvPr/>
        </p:nvSpPr>
        <p:spPr>
          <a:xfrm>
            <a:off x="3016453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3-cell181"/>
          <p:cNvSpPr/>
          <p:nvPr/>
        </p:nvSpPr>
        <p:spPr>
          <a:xfrm>
            <a:off x="3241548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3-cell182"/>
          <p:cNvSpPr/>
          <p:nvPr/>
        </p:nvSpPr>
        <p:spPr>
          <a:xfrm>
            <a:off x="3466643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03-cell183"/>
          <p:cNvSpPr/>
          <p:nvPr/>
        </p:nvSpPr>
        <p:spPr>
          <a:xfrm>
            <a:off x="3691738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3-cell184"/>
          <p:cNvSpPr/>
          <p:nvPr/>
        </p:nvSpPr>
        <p:spPr>
          <a:xfrm>
            <a:off x="3916832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3-cell185"/>
          <p:cNvSpPr/>
          <p:nvPr/>
        </p:nvSpPr>
        <p:spPr>
          <a:xfrm>
            <a:off x="4141927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03-cell186"/>
          <p:cNvSpPr/>
          <p:nvPr/>
        </p:nvSpPr>
        <p:spPr>
          <a:xfrm>
            <a:off x="2116074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03-cell187"/>
          <p:cNvSpPr/>
          <p:nvPr/>
        </p:nvSpPr>
        <p:spPr>
          <a:xfrm>
            <a:off x="2341169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3-cell188"/>
          <p:cNvSpPr/>
          <p:nvPr/>
        </p:nvSpPr>
        <p:spPr>
          <a:xfrm>
            <a:off x="2566264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3-cell189"/>
          <p:cNvSpPr/>
          <p:nvPr/>
        </p:nvSpPr>
        <p:spPr>
          <a:xfrm>
            <a:off x="2791358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3-cell190"/>
          <p:cNvSpPr/>
          <p:nvPr/>
        </p:nvSpPr>
        <p:spPr>
          <a:xfrm>
            <a:off x="3016453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03-cell191"/>
          <p:cNvSpPr/>
          <p:nvPr/>
        </p:nvSpPr>
        <p:spPr>
          <a:xfrm>
            <a:off x="3241548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3-cell192"/>
          <p:cNvSpPr/>
          <p:nvPr/>
        </p:nvSpPr>
        <p:spPr>
          <a:xfrm>
            <a:off x="3466643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03-cell193"/>
          <p:cNvSpPr/>
          <p:nvPr/>
        </p:nvSpPr>
        <p:spPr>
          <a:xfrm>
            <a:off x="3691738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3-cell194"/>
          <p:cNvSpPr/>
          <p:nvPr/>
        </p:nvSpPr>
        <p:spPr>
          <a:xfrm>
            <a:off x="3916832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7" name="S03-cell195"/>
          <p:cNvSpPr/>
          <p:nvPr/>
        </p:nvSpPr>
        <p:spPr>
          <a:xfrm>
            <a:off x="4141927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03-cell196"/>
          <p:cNvSpPr/>
          <p:nvPr/>
        </p:nvSpPr>
        <p:spPr>
          <a:xfrm>
            <a:off x="2116074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9" name="S03-cell197"/>
          <p:cNvSpPr/>
          <p:nvPr/>
        </p:nvSpPr>
        <p:spPr>
          <a:xfrm>
            <a:off x="2341169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03-cell198"/>
          <p:cNvSpPr/>
          <p:nvPr/>
        </p:nvSpPr>
        <p:spPr>
          <a:xfrm>
            <a:off x="2566264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03-cell199"/>
          <p:cNvSpPr/>
          <p:nvPr/>
        </p:nvSpPr>
        <p:spPr>
          <a:xfrm>
            <a:off x="2791358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3-cell200"/>
          <p:cNvSpPr/>
          <p:nvPr/>
        </p:nvSpPr>
        <p:spPr>
          <a:xfrm>
            <a:off x="3016453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3" name="S03-cell201"/>
          <p:cNvSpPr/>
          <p:nvPr/>
        </p:nvSpPr>
        <p:spPr>
          <a:xfrm>
            <a:off x="3241548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4" name="S03-cell202"/>
          <p:cNvSpPr/>
          <p:nvPr/>
        </p:nvSpPr>
        <p:spPr>
          <a:xfrm>
            <a:off x="3466643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5" name="S03-cell203"/>
          <p:cNvSpPr/>
          <p:nvPr/>
        </p:nvSpPr>
        <p:spPr>
          <a:xfrm>
            <a:off x="3691738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6" name="S03-cell204"/>
          <p:cNvSpPr/>
          <p:nvPr/>
        </p:nvSpPr>
        <p:spPr>
          <a:xfrm>
            <a:off x="3916832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7" name="S03-cell205"/>
          <p:cNvSpPr/>
          <p:nvPr/>
        </p:nvSpPr>
        <p:spPr>
          <a:xfrm>
            <a:off x="4141927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8" name="S03-cell206"/>
          <p:cNvSpPr/>
          <p:nvPr/>
        </p:nvSpPr>
        <p:spPr>
          <a:xfrm>
            <a:off x="2116074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9" name="S03-cell207"/>
          <p:cNvSpPr/>
          <p:nvPr/>
        </p:nvSpPr>
        <p:spPr>
          <a:xfrm>
            <a:off x="2341169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0" name="S03-cell208"/>
          <p:cNvSpPr/>
          <p:nvPr/>
        </p:nvSpPr>
        <p:spPr>
          <a:xfrm>
            <a:off x="2566264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1" name="S03-cell209"/>
          <p:cNvSpPr/>
          <p:nvPr/>
        </p:nvSpPr>
        <p:spPr>
          <a:xfrm>
            <a:off x="2791358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2" name="S03-cell210"/>
          <p:cNvSpPr/>
          <p:nvPr/>
        </p:nvSpPr>
        <p:spPr>
          <a:xfrm>
            <a:off x="3016453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3" name="S03-cell211"/>
          <p:cNvSpPr/>
          <p:nvPr/>
        </p:nvSpPr>
        <p:spPr>
          <a:xfrm>
            <a:off x="3241548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4" name="S03-cell212"/>
          <p:cNvSpPr/>
          <p:nvPr/>
        </p:nvSpPr>
        <p:spPr>
          <a:xfrm>
            <a:off x="3466643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5" name="S03-cell213"/>
          <p:cNvSpPr/>
          <p:nvPr/>
        </p:nvSpPr>
        <p:spPr>
          <a:xfrm>
            <a:off x="3691738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6" name="S03-cell214"/>
          <p:cNvSpPr/>
          <p:nvPr/>
        </p:nvSpPr>
        <p:spPr>
          <a:xfrm>
            <a:off x="3916832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7" name="S03-cell215"/>
          <p:cNvSpPr/>
          <p:nvPr/>
        </p:nvSpPr>
        <p:spPr>
          <a:xfrm>
            <a:off x="4141927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8" name="S03-figure216" descr="100칸 모눈 중 1칸 색칠"/>
          <p:cNvSpPr/>
          <p:nvPr/>
        </p:nvSpPr>
        <p:spPr>
          <a:xfrm>
            <a:off x="2116074" y="2011680"/>
            <a:ext cx="2250948" cy="225094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9" name="S03-label217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1칸</a:t>
            </a:r>
            <a:endParaRPr lang="ko-KR" sz="2400" dirty="0"/>
          </a:p>
        </p:txBody>
      </p:sp>
      <p:sp>
        <p:nvSpPr>
          <p:cNvPr id="110" name="S03-cell218"/>
          <p:cNvSpPr/>
          <p:nvPr/>
        </p:nvSpPr>
        <p:spPr>
          <a:xfrm>
            <a:off x="7821930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1" name="S03-cell219"/>
          <p:cNvSpPr/>
          <p:nvPr/>
        </p:nvSpPr>
        <p:spPr>
          <a:xfrm>
            <a:off x="8047025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2" name="S03-cell220"/>
          <p:cNvSpPr/>
          <p:nvPr/>
        </p:nvSpPr>
        <p:spPr>
          <a:xfrm>
            <a:off x="8272120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3" name="S03-cell221"/>
          <p:cNvSpPr/>
          <p:nvPr/>
        </p:nvSpPr>
        <p:spPr>
          <a:xfrm>
            <a:off x="8497214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4" name="S03-cell222"/>
          <p:cNvSpPr/>
          <p:nvPr/>
        </p:nvSpPr>
        <p:spPr>
          <a:xfrm>
            <a:off x="8722309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5" name="S03-cell223"/>
          <p:cNvSpPr/>
          <p:nvPr/>
        </p:nvSpPr>
        <p:spPr>
          <a:xfrm>
            <a:off x="8947404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6" name="S03-cell224"/>
          <p:cNvSpPr/>
          <p:nvPr/>
        </p:nvSpPr>
        <p:spPr>
          <a:xfrm>
            <a:off x="9172499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7" name="S03-cell225"/>
          <p:cNvSpPr/>
          <p:nvPr/>
        </p:nvSpPr>
        <p:spPr>
          <a:xfrm>
            <a:off x="9397594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8" name="S03-cell226"/>
          <p:cNvSpPr/>
          <p:nvPr/>
        </p:nvSpPr>
        <p:spPr>
          <a:xfrm>
            <a:off x="9622688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9" name="S03-cell227"/>
          <p:cNvSpPr/>
          <p:nvPr/>
        </p:nvSpPr>
        <p:spPr>
          <a:xfrm>
            <a:off x="9847783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0" name="S03-cell228"/>
          <p:cNvSpPr/>
          <p:nvPr/>
        </p:nvSpPr>
        <p:spPr>
          <a:xfrm>
            <a:off x="7821930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1" name="S03-cell229"/>
          <p:cNvSpPr/>
          <p:nvPr/>
        </p:nvSpPr>
        <p:spPr>
          <a:xfrm>
            <a:off x="8047025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2" name="S03-cell230"/>
          <p:cNvSpPr/>
          <p:nvPr/>
        </p:nvSpPr>
        <p:spPr>
          <a:xfrm>
            <a:off x="8272120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3" name="S03-cell231"/>
          <p:cNvSpPr/>
          <p:nvPr/>
        </p:nvSpPr>
        <p:spPr>
          <a:xfrm>
            <a:off x="8497214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4" name="S03-cell232"/>
          <p:cNvSpPr/>
          <p:nvPr/>
        </p:nvSpPr>
        <p:spPr>
          <a:xfrm>
            <a:off x="8722309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5" name="S03-cell233"/>
          <p:cNvSpPr/>
          <p:nvPr/>
        </p:nvSpPr>
        <p:spPr>
          <a:xfrm>
            <a:off x="8947404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6" name="S03-cell234"/>
          <p:cNvSpPr/>
          <p:nvPr/>
        </p:nvSpPr>
        <p:spPr>
          <a:xfrm>
            <a:off x="9172499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7" name="S03-cell235"/>
          <p:cNvSpPr/>
          <p:nvPr/>
        </p:nvSpPr>
        <p:spPr>
          <a:xfrm>
            <a:off x="9397594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8" name="S03-cell236"/>
          <p:cNvSpPr/>
          <p:nvPr/>
        </p:nvSpPr>
        <p:spPr>
          <a:xfrm>
            <a:off x="9622688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9" name="S03-cell237"/>
          <p:cNvSpPr/>
          <p:nvPr/>
        </p:nvSpPr>
        <p:spPr>
          <a:xfrm>
            <a:off x="9847783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0" name="S03-cell238"/>
          <p:cNvSpPr/>
          <p:nvPr/>
        </p:nvSpPr>
        <p:spPr>
          <a:xfrm>
            <a:off x="7821930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1" name="S03-cell239"/>
          <p:cNvSpPr/>
          <p:nvPr/>
        </p:nvSpPr>
        <p:spPr>
          <a:xfrm>
            <a:off x="8047025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2" name="S03-cell240"/>
          <p:cNvSpPr/>
          <p:nvPr/>
        </p:nvSpPr>
        <p:spPr>
          <a:xfrm>
            <a:off x="8272120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3" name="S03-cell241"/>
          <p:cNvSpPr/>
          <p:nvPr/>
        </p:nvSpPr>
        <p:spPr>
          <a:xfrm>
            <a:off x="8497214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4" name="S03-cell242"/>
          <p:cNvSpPr/>
          <p:nvPr/>
        </p:nvSpPr>
        <p:spPr>
          <a:xfrm>
            <a:off x="8722309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5" name="S03-cell243"/>
          <p:cNvSpPr/>
          <p:nvPr/>
        </p:nvSpPr>
        <p:spPr>
          <a:xfrm>
            <a:off x="8947404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6" name="S03-cell244"/>
          <p:cNvSpPr/>
          <p:nvPr/>
        </p:nvSpPr>
        <p:spPr>
          <a:xfrm>
            <a:off x="9172499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7" name="S03-cell245"/>
          <p:cNvSpPr/>
          <p:nvPr/>
        </p:nvSpPr>
        <p:spPr>
          <a:xfrm>
            <a:off x="9397594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8" name="S03-cell246"/>
          <p:cNvSpPr/>
          <p:nvPr/>
        </p:nvSpPr>
        <p:spPr>
          <a:xfrm>
            <a:off x="9622688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9" name="S03-cell247"/>
          <p:cNvSpPr/>
          <p:nvPr/>
        </p:nvSpPr>
        <p:spPr>
          <a:xfrm>
            <a:off x="9847783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0" name="S03-cell248"/>
          <p:cNvSpPr/>
          <p:nvPr/>
        </p:nvSpPr>
        <p:spPr>
          <a:xfrm>
            <a:off x="7821930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1" name="S03-cell249"/>
          <p:cNvSpPr/>
          <p:nvPr/>
        </p:nvSpPr>
        <p:spPr>
          <a:xfrm>
            <a:off x="8047025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2" name="S03-cell250"/>
          <p:cNvSpPr/>
          <p:nvPr/>
        </p:nvSpPr>
        <p:spPr>
          <a:xfrm>
            <a:off x="8272120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3" name="S03-cell251"/>
          <p:cNvSpPr/>
          <p:nvPr/>
        </p:nvSpPr>
        <p:spPr>
          <a:xfrm>
            <a:off x="8497214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4" name="S03-cell252"/>
          <p:cNvSpPr/>
          <p:nvPr/>
        </p:nvSpPr>
        <p:spPr>
          <a:xfrm>
            <a:off x="8722309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5" name="S03-cell253"/>
          <p:cNvSpPr/>
          <p:nvPr/>
        </p:nvSpPr>
        <p:spPr>
          <a:xfrm>
            <a:off x="8947404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6" name="S03-cell254"/>
          <p:cNvSpPr/>
          <p:nvPr/>
        </p:nvSpPr>
        <p:spPr>
          <a:xfrm>
            <a:off x="9172499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7" name="S03-cell255"/>
          <p:cNvSpPr/>
          <p:nvPr/>
        </p:nvSpPr>
        <p:spPr>
          <a:xfrm>
            <a:off x="9397594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8" name="S03-cell256"/>
          <p:cNvSpPr/>
          <p:nvPr/>
        </p:nvSpPr>
        <p:spPr>
          <a:xfrm>
            <a:off x="9622688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9" name="S03-cell257"/>
          <p:cNvSpPr/>
          <p:nvPr/>
        </p:nvSpPr>
        <p:spPr>
          <a:xfrm>
            <a:off x="9847783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0" name="S03-cell258"/>
          <p:cNvSpPr/>
          <p:nvPr/>
        </p:nvSpPr>
        <p:spPr>
          <a:xfrm>
            <a:off x="7821930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1" name="S03-cell259"/>
          <p:cNvSpPr/>
          <p:nvPr/>
        </p:nvSpPr>
        <p:spPr>
          <a:xfrm>
            <a:off x="8047025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2" name="S03-cell260"/>
          <p:cNvSpPr/>
          <p:nvPr/>
        </p:nvSpPr>
        <p:spPr>
          <a:xfrm>
            <a:off x="8272120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3" name="S03-cell261"/>
          <p:cNvSpPr/>
          <p:nvPr/>
        </p:nvSpPr>
        <p:spPr>
          <a:xfrm>
            <a:off x="8497214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4" name="S03-cell262"/>
          <p:cNvSpPr/>
          <p:nvPr/>
        </p:nvSpPr>
        <p:spPr>
          <a:xfrm>
            <a:off x="8722309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5" name="S03-cell263"/>
          <p:cNvSpPr/>
          <p:nvPr/>
        </p:nvSpPr>
        <p:spPr>
          <a:xfrm>
            <a:off x="8947404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6" name="S03-cell264"/>
          <p:cNvSpPr/>
          <p:nvPr/>
        </p:nvSpPr>
        <p:spPr>
          <a:xfrm>
            <a:off x="9172499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7" name="S03-cell265"/>
          <p:cNvSpPr/>
          <p:nvPr/>
        </p:nvSpPr>
        <p:spPr>
          <a:xfrm>
            <a:off x="9397594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8" name="S03-cell266"/>
          <p:cNvSpPr/>
          <p:nvPr/>
        </p:nvSpPr>
        <p:spPr>
          <a:xfrm>
            <a:off x="9622688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9" name="S03-cell267"/>
          <p:cNvSpPr/>
          <p:nvPr/>
        </p:nvSpPr>
        <p:spPr>
          <a:xfrm>
            <a:off x="9847783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0" name="S03-cell268"/>
          <p:cNvSpPr/>
          <p:nvPr/>
        </p:nvSpPr>
        <p:spPr>
          <a:xfrm>
            <a:off x="7821930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1" name="S03-cell269"/>
          <p:cNvSpPr/>
          <p:nvPr/>
        </p:nvSpPr>
        <p:spPr>
          <a:xfrm>
            <a:off x="8047025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2" name="S03-cell270"/>
          <p:cNvSpPr/>
          <p:nvPr/>
        </p:nvSpPr>
        <p:spPr>
          <a:xfrm>
            <a:off x="8272120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3" name="S03-cell271"/>
          <p:cNvSpPr/>
          <p:nvPr/>
        </p:nvSpPr>
        <p:spPr>
          <a:xfrm>
            <a:off x="8497214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4" name="S03-cell272"/>
          <p:cNvSpPr/>
          <p:nvPr/>
        </p:nvSpPr>
        <p:spPr>
          <a:xfrm>
            <a:off x="8722309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5" name="S03-cell273"/>
          <p:cNvSpPr/>
          <p:nvPr/>
        </p:nvSpPr>
        <p:spPr>
          <a:xfrm>
            <a:off x="8947404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6" name="S03-cell274"/>
          <p:cNvSpPr/>
          <p:nvPr/>
        </p:nvSpPr>
        <p:spPr>
          <a:xfrm>
            <a:off x="9172499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7" name="S03-cell275"/>
          <p:cNvSpPr/>
          <p:nvPr/>
        </p:nvSpPr>
        <p:spPr>
          <a:xfrm>
            <a:off x="9397594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8" name="S03-cell276"/>
          <p:cNvSpPr/>
          <p:nvPr/>
        </p:nvSpPr>
        <p:spPr>
          <a:xfrm>
            <a:off x="9622688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9" name="S03-cell277"/>
          <p:cNvSpPr/>
          <p:nvPr/>
        </p:nvSpPr>
        <p:spPr>
          <a:xfrm>
            <a:off x="9847783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0" name="S03-cell278"/>
          <p:cNvSpPr/>
          <p:nvPr/>
        </p:nvSpPr>
        <p:spPr>
          <a:xfrm>
            <a:off x="7821930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1" name="S03-cell279"/>
          <p:cNvSpPr/>
          <p:nvPr/>
        </p:nvSpPr>
        <p:spPr>
          <a:xfrm>
            <a:off x="8047025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2" name="S03-cell280"/>
          <p:cNvSpPr/>
          <p:nvPr/>
        </p:nvSpPr>
        <p:spPr>
          <a:xfrm>
            <a:off x="8272120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3" name="S03-cell281"/>
          <p:cNvSpPr/>
          <p:nvPr/>
        </p:nvSpPr>
        <p:spPr>
          <a:xfrm>
            <a:off x="8497214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4" name="S03-cell282"/>
          <p:cNvSpPr/>
          <p:nvPr/>
        </p:nvSpPr>
        <p:spPr>
          <a:xfrm>
            <a:off x="8722309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5" name="S03-cell283"/>
          <p:cNvSpPr/>
          <p:nvPr/>
        </p:nvSpPr>
        <p:spPr>
          <a:xfrm>
            <a:off x="8947404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6" name="S03-cell284"/>
          <p:cNvSpPr/>
          <p:nvPr/>
        </p:nvSpPr>
        <p:spPr>
          <a:xfrm>
            <a:off x="9172499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7" name="S03-cell285"/>
          <p:cNvSpPr/>
          <p:nvPr/>
        </p:nvSpPr>
        <p:spPr>
          <a:xfrm>
            <a:off x="9397594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8" name="S03-cell286"/>
          <p:cNvSpPr/>
          <p:nvPr/>
        </p:nvSpPr>
        <p:spPr>
          <a:xfrm>
            <a:off x="9622688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9" name="S03-cell287"/>
          <p:cNvSpPr/>
          <p:nvPr/>
        </p:nvSpPr>
        <p:spPr>
          <a:xfrm>
            <a:off x="9847783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0" name="S03-cell288"/>
          <p:cNvSpPr/>
          <p:nvPr/>
        </p:nvSpPr>
        <p:spPr>
          <a:xfrm>
            <a:off x="7821930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1" name="S03-cell289"/>
          <p:cNvSpPr/>
          <p:nvPr/>
        </p:nvSpPr>
        <p:spPr>
          <a:xfrm>
            <a:off x="8047025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2" name="S03-cell290"/>
          <p:cNvSpPr/>
          <p:nvPr/>
        </p:nvSpPr>
        <p:spPr>
          <a:xfrm>
            <a:off x="8272120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3" name="S03-cell291"/>
          <p:cNvSpPr/>
          <p:nvPr/>
        </p:nvSpPr>
        <p:spPr>
          <a:xfrm>
            <a:off x="8497214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4" name="S03-cell292"/>
          <p:cNvSpPr/>
          <p:nvPr/>
        </p:nvSpPr>
        <p:spPr>
          <a:xfrm>
            <a:off x="8722309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5" name="S03-cell293"/>
          <p:cNvSpPr/>
          <p:nvPr/>
        </p:nvSpPr>
        <p:spPr>
          <a:xfrm>
            <a:off x="8947404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6" name="S03-cell294"/>
          <p:cNvSpPr/>
          <p:nvPr/>
        </p:nvSpPr>
        <p:spPr>
          <a:xfrm>
            <a:off x="9172499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7" name="S03-cell295"/>
          <p:cNvSpPr/>
          <p:nvPr/>
        </p:nvSpPr>
        <p:spPr>
          <a:xfrm>
            <a:off x="9397594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8" name="S03-cell296"/>
          <p:cNvSpPr/>
          <p:nvPr/>
        </p:nvSpPr>
        <p:spPr>
          <a:xfrm>
            <a:off x="9622688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9" name="S03-cell297"/>
          <p:cNvSpPr/>
          <p:nvPr/>
        </p:nvSpPr>
        <p:spPr>
          <a:xfrm>
            <a:off x="9847783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0" name="S03-cell298"/>
          <p:cNvSpPr/>
          <p:nvPr/>
        </p:nvSpPr>
        <p:spPr>
          <a:xfrm>
            <a:off x="7821930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1" name="S03-cell299"/>
          <p:cNvSpPr/>
          <p:nvPr/>
        </p:nvSpPr>
        <p:spPr>
          <a:xfrm>
            <a:off x="8047025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2" name="S03-cell300"/>
          <p:cNvSpPr/>
          <p:nvPr/>
        </p:nvSpPr>
        <p:spPr>
          <a:xfrm>
            <a:off x="8272120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3" name="S03-cell301"/>
          <p:cNvSpPr/>
          <p:nvPr/>
        </p:nvSpPr>
        <p:spPr>
          <a:xfrm>
            <a:off x="8497214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4" name="S03-cell302"/>
          <p:cNvSpPr/>
          <p:nvPr/>
        </p:nvSpPr>
        <p:spPr>
          <a:xfrm>
            <a:off x="8722309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5" name="S03-cell303"/>
          <p:cNvSpPr/>
          <p:nvPr/>
        </p:nvSpPr>
        <p:spPr>
          <a:xfrm>
            <a:off x="8947404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6" name="S03-cell304"/>
          <p:cNvSpPr/>
          <p:nvPr/>
        </p:nvSpPr>
        <p:spPr>
          <a:xfrm>
            <a:off x="9172499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7" name="S03-cell305"/>
          <p:cNvSpPr/>
          <p:nvPr/>
        </p:nvSpPr>
        <p:spPr>
          <a:xfrm>
            <a:off x="9397594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8" name="S03-cell306"/>
          <p:cNvSpPr/>
          <p:nvPr/>
        </p:nvSpPr>
        <p:spPr>
          <a:xfrm>
            <a:off x="9622688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9" name="S03-cell307"/>
          <p:cNvSpPr/>
          <p:nvPr/>
        </p:nvSpPr>
        <p:spPr>
          <a:xfrm>
            <a:off x="9847783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0" name="S03-cell308"/>
          <p:cNvSpPr/>
          <p:nvPr/>
        </p:nvSpPr>
        <p:spPr>
          <a:xfrm>
            <a:off x="7821930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1" name="S03-cell309"/>
          <p:cNvSpPr/>
          <p:nvPr/>
        </p:nvSpPr>
        <p:spPr>
          <a:xfrm>
            <a:off x="8047025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2" name="S03-cell310"/>
          <p:cNvSpPr/>
          <p:nvPr/>
        </p:nvSpPr>
        <p:spPr>
          <a:xfrm>
            <a:off x="8272120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3" name="S03-cell311"/>
          <p:cNvSpPr/>
          <p:nvPr/>
        </p:nvSpPr>
        <p:spPr>
          <a:xfrm>
            <a:off x="8497214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4" name="S03-cell312"/>
          <p:cNvSpPr/>
          <p:nvPr/>
        </p:nvSpPr>
        <p:spPr>
          <a:xfrm>
            <a:off x="8722309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5" name="S03-cell313"/>
          <p:cNvSpPr/>
          <p:nvPr/>
        </p:nvSpPr>
        <p:spPr>
          <a:xfrm>
            <a:off x="8947404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6" name="S03-cell314"/>
          <p:cNvSpPr/>
          <p:nvPr/>
        </p:nvSpPr>
        <p:spPr>
          <a:xfrm>
            <a:off x="9172499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7" name="S03-cell315"/>
          <p:cNvSpPr/>
          <p:nvPr/>
        </p:nvSpPr>
        <p:spPr>
          <a:xfrm>
            <a:off x="9397594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8" name="S03-cell316"/>
          <p:cNvSpPr/>
          <p:nvPr/>
        </p:nvSpPr>
        <p:spPr>
          <a:xfrm>
            <a:off x="9622688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9" name="S03-cell317"/>
          <p:cNvSpPr/>
          <p:nvPr/>
        </p:nvSpPr>
        <p:spPr>
          <a:xfrm>
            <a:off x="9847783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0" name="S03-figure318" descr="100칸 모눈 중 37칸 색칠(3줄과 7칸)"/>
          <p:cNvSpPr/>
          <p:nvPr/>
        </p:nvSpPr>
        <p:spPr>
          <a:xfrm>
            <a:off x="7821930" y="2011680"/>
            <a:ext cx="2250948" cy="225094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1" name="S03-label319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37칸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0.001을 알아봐요</a:t>
            </a:r>
            <a:endParaRPr lang="ko-KR" sz="4000" dirty="0"/>
          </a:p>
        </p:txBody>
      </p:sp>
      <p:sp>
        <p:nvSpPr>
          <p:cNvPr id="3" name="S04-text3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10으로 똑같이 나눌 때마다 작아져요.</a:t>
            </a:r>
            <a:endParaRPr lang="ko-KR" sz="3000" dirty="0"/>
          </a:p>
        </p:txBody>
      </p:sp>
      <p:sp>
        <p:nvSpPr>
          <p:cNvPr id="4" name="S04-card321"/>
          <p:cNvSpPr/>
          <p:nvPr/>
        </p:nvSpPr>
        <p:spPr>
          <a:xfrm>
            <a:off x="548640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322"/>
          <p:cNvSpPr txBox="1"/>
          <p:nvPr/>
        </p:nvSpPr>
        <p:spPr>
          <a:xfrm>
            <a:off x="822960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1000으로 똑같이 나눈 하나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 점 영영일</a:t>
            </a:r>
            <a:endParaRPr lang="ko-KR" sz="3000" dirty="0"/>
          </a:p>
        </p:txBody>
      </p:sp>
      <p:sp>
        <p:nvSpPr>
          <p:cNvPr id="6" name="S04-card323"/>
          <p:cNvSpPr/>
          <p:nvPr/>
        </p:nvSpPr>
        <p:spPr>
          <a:xfrm>
            <a:off x="6208776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324"/>
          <p:cNvSpPr txBox="1"/>
          <p:nvPr/>
        </p:nvSpPr>
        <p:spPr>
          <a:xfrm>
            <a:off x="6483096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mL = 0.001 L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L는 1000 mL예요.</a:t>
            </a:r>
            <a:endParaRPr lang="ko-KR" sz="3000" dirty="0"/>
          </a:p>
        </p:txBody>
      </p:sp>
      <p:sp>
        <p:nvSpPr>
          <p:cNvPr id="8" name="S04-step325"/>
          <p:cNvSpPr txBox="1"/>
          <p:nvPr/>
        </p:nvSpPr>
        <p:spPr>
          <a:xfrm>
            <a:off x="548640" y="2507742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4-line326"/>
          <p:cNvSpPr/>
          <p:nvPr/>
        </p:nvSpPr>
        <p:spPr>
          <a:xfrm>
            <a:off x="3067812" y="319354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4-step327"/>
          <p:cNvSpPr txBox="1"/>
          <p:nvPr/>
        </p:nvSpPr>
        <p:spPr>
          <a:xfrm>
            <a:off x="3424428" y="2507742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</a:t>
            </a:r>
            <a:endParaRPr lang="ko-KR" sz="2400" dirty="0"/>
          </a:p>
        </p:txBody>
      </p:sp>
      <p:sp>
        <p:nvSpPr>
          <p:cNvPr id="11" name="S04-line328"/>
          <p:cNvSpPr/>
          <p:nvPr/>
        </p:nvSpPr>
        <p:spPr>
          <a:xfrm>
            <a:off x="5943600" y="319354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4-step329"/>
          <p:cNvSpPr txBox="1"/>
          <p:nvPr/>
        </p:nvSpPr>
        <p:spPr>
          <a:xfrm>
            <a:off x="6300216" y="2507742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0.01</a:t>
            </a:r>
            <a:endParaRPr lang="ko-KR" sz="2400" dirty="0"/>
          </a:p>
        </p:txBody>
      </p:sp>
      <p:sp>
        <p:nvSpPr>
          <p:cNvPr id="13" name="S04-line330"/>
          <p:cNvSpPr/>
          <p:nvPr/>
        </p:nvSpPr>
        <p:spPr>
          <a:xfrm>
            <a:off x="8819388" y="319354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4-step331"/>
          <p:cNvSpPr txBox="1"/>
          <p:nvPr/>
        </p:nvSpPr>
        <p:spPr>
          <a:xfrm>
            <a:off x="9176004" y="2507742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0.001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자릿값 표로 보아요</a:t>
            </a:r>
            <a:endParaRPr lang="ko-KR" sz="4000" dirty="0"/>
          </a:p>
        </p:txBody>
      </p:sp>
      <p:sp>
        <p:nvSpPr>
          <p:cNvPr id="3" name="S05-text3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2.375의 각 자리 숫자를 살펴봐요.</a:t>
            </a:r>
            <a:endParaRPr lang="ko-KR" sz="3000" dirty="0"/>
          </a:p>
        </p:txBody>
      </p:sp>
      <p:sp>
        <p:nvSpPr>
          <p:cNvPr id="4" name="S05-card333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34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2.375 = 2 + 0.3 + 0.07 + 0.005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점 삼칠오라고 읽어요.</a:t>
            </a:r>
            <a:endParaRPr lang="ko-KR" sz="3000" dirty="0"/>
          </a:p>
        </p:txBody>
      </p:sp>
      <p:graphicFrame>
        <p:nvGraphicFramePr>
          <p:cNvPr id="6" name="S05-table3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670810"/>
          <a:ext cx="10972800" cy="914400"/>
        </p:xfrm>
        <a:graphic>
          <a:graphicData uri="http://schemas.openxmlformats.org/drawingml/2006/table">
            <a:tbl>
              <a:tblPr/>
              <a:tblGrid>
                <a:gridCol w="1975104"/>
                <a:gridCol w="1755648"/>
                <a:gridCol w="2414016"/>
                <a:gridCol w="2414016"/>
                <a:gridCol w="2414016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일의 자리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첫째 자리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둘째 자리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셋째 자리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숫자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나타내는 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자릿값 연습</a:t>
            </a:r>
            <a:endParaRPr lang="ko-KR" sz="4000" dirty="0"/>
          </a:p>
        </p:txBody>
      </p:sp>
      <p:sp>
        <p:nvSpPr>
          <p:cNvPr id="3" name="S06-text3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물음에 답해요.</a:t>
            </a:r>
            <a:endParaRPr lang="ko-KR" sz="3000" dirty="0"/>
          </a:p>
        </p:txBody>
      </p:sp>
      <p:sp>
        <p:nvSpPr>
          <p:cNvPr id="4" name="S06-card3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3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자릿값 표를 그리고 숫자를 넣어 봐요.</a:t>
            </a:r>
            <a:endParaRPr lang="ko-KR" sz="3000" dirty="0"/>
          </a:p>
        </p:txBody>
      </p:sp>
      <p:sp>
        <p:nvSpPr>
          <p:cNvPr id="6" name="S06-chip33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6-text34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0.01이 58개인 수는?</a:t>
            </a:r>
            <a:endParaRPr lang="ko-KR" sz="3000" dirty="0"/>
          </a:p>
        </p:txBody>
      </p:sp>
      <p:sp>
        <p:nvSpPr>
          <p:cNvPr id="8" name="S06-chip34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6-text34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0.001이 9개인 수는?</a:t>
            </a:r>
            <a:endParaRPr lang="ko-KR" sz="3000" dirty="0"/>
          </a:p>
        </p:txBody>
      </p:sp>
      <p:sp>
        <p:nvSpPr>
          <p:cNvPr id="10" name="S06-chip34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6-text344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4.725를 읽어 보세요.</a:t>
            </a:r>
            <a:endParaRPr lang="ko-KR" sz="3000" dirty="0"/>
          </a:p>
        </p:txBody>
      </p:sp>
      <p:sp>
        <p:nvSpPr>
          <p:cNvPr id="12" name="S06-chip345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6-text346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4.725에서 2가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나타내는 수는?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0.4와 0.40</a:t>
            </a:r>
            <a:endParaRPr lang="ko-KR" sz="4000" dirty="0"/>
          </a:p>
        </p:txBody>
      </p:sp>
      <p:sp>
        <p:nvSpPr>
          <p:cNvPr id="3" name="S07-text3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모눈 모두 전체가 1이에요.</a:t>
            </a:r>
            <a:endParaRPr lang="ko-KR" sz="3000" dirty="0"/>
          </a:p>
        </p:txBody>
      </p:sp>
      <p:sp>
        <p:nvSpPr>
          <p:cNvPr id="4" name="S07-card348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349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 = 0.40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양이 같아요.</a:t>
            </a:r>
            <a:endParaRPr lang="ko-KR" sz="3000" dirty="0"/>
          </a:p>
        </p:txBody>
      </p:sp>
      <p:sp>
        <p:nvSpPr>
          <p:cNvPr id="6" name="S07-card350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351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끝자리의 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끝자리 0은 생략할 수 있어요.</a:t>
            </a:r>
            <a:endParaRPr lang="ko-KR" sz="3000" dirty="0"/>
          </a:p>
        </p:txBody>
      </p:sp>
      <p:sp>
        <p:nvSpPr>
          <p:cNvPr id="8" name="S07-cell352"/>
          <p:cNvSpPr/>
          <p:nvPr/>
        </p:nvSpPr>
        <p:spPr>
          <a:xfrm>
            <a:off x="2116074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7-cell353"/>
          <p:cNvSpPr/>
          <p:nvPr/>
        </p:nvSpPr>
        <p:spPr>
          <a:xfrm>
            <a:off x="2341169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7-cell354"/>
          <p:cNvSpPr/>
          <p:nvPr/>
        </p:nvSpPr>
        <p:spPr>
          <a:xfrm>
            <a:off x="2566264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7-cell355"/>
          <p:cNvSpPr/>
          <p:nvPr/>
        </p:nvSpPr>
        <p:spPr>
          <a:xfrm>
            <a:off x="2791358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7-cell356"/>
          <p:cNvSpPr/>
          <p:nvPr/>
        </p:nvSpPr>
        <p:spPr>
          <a:xfrm>
            <a:off x="3016453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7-cell357"/>
          <p:cNvSpPr/>
          <p:nvPr/>
        </p:nvSpPr>
        <p:spPr>
          <a:xfrm>
            <a:off x="3241548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7-cell358"/>
          <p:cNvSpPr/>
          <p:nvPr/>
        </p:nvSpPr>
        <p:spPr>
          <a:xfrm>
            <a:off x="3466643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7-cell359"/>
          <p:cNvSpPr/>
          <p:nvPr/>
        </p:nvSpPr>
        <p:spPr>
          <a:xfrm>
            <a:off x="3691738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7-cell360"/>
          <p:cNvSpPr/>
          <p:nvPr/>
        </p:nvSpPr>
        <p:spPr>
          <a:xfrm>
            <a:off x="3916832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cell361"/>
          <p:cNvSpPr/>
          <p:nvPr/>
        </p:nvSpPr>
        <p:spPr>
          <a:xfrm>
            <a:off x="4141927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cell362"/>
          <p:cNvSpPr/>
          <p:nvPr/>
        </p:nvSpPr>
        <p:spPr>
          <a:xfrm>
            <a:off x="2116074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7-cell363"/>
          <p:cNvSpPr/>
          <p:nvPr/>
        </p:nvSpPr>
        <p:spPr>
          <a:xfrm>
            <a:off x="2341169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7-cell364"/>
          <p:cNvSpPr/>
          <p:nvPr/>
        </p:nvSpPr>
        <p:spPr>
          <a:xfrm>
            <a:off x="2566264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7-cell365"/>
          <p:cNvSpPr/>
          <p:nvPr/>
        </p:nvSpPr>
        <p:spPr>
          <a:xfrm>
            <a:off x="2791358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7-cell366"/>
          <p:cNvSpPr/>
          <p:nvPr/>
        </p:nvSpPr>
        <p:spPr>
          <a:xfrm>
            <a:off x="3016453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7-cell367"/>
          <p:cNvSpPr/>
          <p:nvPr/>
        </p:nvSpPr>
        <p:spPr>
          <a:xfrm>
            <a:off x="3241548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7-cell368"/>
          <p:cNvSpPr/>
          <p:nvPr/>
        </p:nvSpPr>
        <p:spPr>
          <a:xfrm>
            <a:off x="3466643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7-cell369"/>
          <p:cNvSpPr/>
          <p:nvPr/>
        </p:nvSpPr>
        <p:spPr>
          <a:xfrm>
            <a:off x="3691738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7-cell370"/>
          <p:cNvSpPr/>
          <p:nvPr/>
        </p:nvSpPr>
        <p:spPr>
          <a:xfrm>
            <a:off x="3916832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7-cell371"/>
          <p:cNvSpPr/>
          <p:nvPr/>
        </p:nvSpPr>
        <p:spPr>
          <a:xfrm>
            <a:off x="4141927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7-cell372"/>
          <p:cNvSpPr/>
          <p:nvPr/>
        </p:nvSpPr>
        <p:spPr>
          <a:xfrm>
            <a:off x="2116074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7-cell373"/>
          <p:cNvSpPr/>
          <p:nvPr/>
        </p:nvSpPr>
        <p:spPr>
          <a:xfrm>
            <a:off x="2341169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7-cell374"/>
          <p:cNvSpPr/>
          <p:nvPr/>
        </p:nvSpPr>
        <p:spPr>
          <a:xfrm>
            <a:off x="2566264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7-cell375"/>
          <p:cNvSpPr/>
          <p:nvPr/>
        </p:nvSpPr>
        <p:spPr>
          <a:xfrm>
            <a:off x="2791358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7-cell376"/>
          <p:cNvSpPr/>
          <p:nvPr/>
        </p:nvSpPr>
        <p:spPr>
          <a:xfrm>
            <a:off x="3016453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7-cell377"/>
          <p:cNvSpPr/>
          <p:nvPr/>
        </p:nvSpPr>
        <p:spPr>
          <a:xfrm>
            <a:off x="3241548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7-cell378"/>
          <p:cNvSpPr/>
          <p:nvPr/>
        </p:nvSpPr>
        <p:spPr>
          <a:xfrm>
            <a:off x="3466643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7-cell379"/>
          <p:cNvSpPr/>
          <p:nvPr/>
        </p:nvSpPr>
        <p:spPr>
          <a:xfrm>
            <a:off x="3691738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7-cell380"/>
          <p:cNvSpPr/>
          <p:nvPr/>
        </p:nvSpPr>
        <p:spPr>
          <a:xfrm>
            <a:off x="3916832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7-cell381"/>
          <p:cNvSpPr/>
          <p:nvPr/>
        </p:nvSpPr>
        <p:spPr>
          <a:xfrm>
            <a:off x="4141927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7-cell382"/>
          <p:cNvSpPr/>
          <p:nvPr/>
        </p:nvSpPr>
        <p:spPr>
          <a:xfrm>
            <a:off x="2116074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7-cell383"/>
          <p:cNvSpPr/>
          <p:nvPr/>
        </p:nvSpPr>
        <p:spPr>
          <a:xfrm>
            <a:off x="2341169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7-cell384"/>
          <p:cNvSpPr/>
          <p:nvPr/>
        </p:nvSpPr>
        <p:spPr>
          <a:xfrm>
            <a:off x="2566264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7-cell385"/>
          <p:cNvSpPr/>
          <p:nvPr/>
        </p:nvSpPr>
        <p:spPr>
          <a:xfrm>
            <a:off x="2791358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7-cell386"/>
          <p:cNvSpPr/>
          <p:nvPr/>
        </p:nvSpPr>
        <p:spPr>
          <a:xfrm>
            <a:off x="3016453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7-cell387"/>
          <p:cNvSpPr/>
          <p:nvPr/>
        </p:nvSpPr>
        <p:spPr>
          <a:xfrm>
            <a:off x="3241548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7-cell388"/>
          <p:cNvSpPr/>
          <p:nvPr/>
        </p:nvSpPr>
        <p:spPr>
          <a:xfrm>
            <a:off x="3466643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7-cell389"/>
          <p:cNvSpPr/>
          <p:nvPr/>
        </p:nvSpPr>
        <p:spPr>
          <a:xfrm>
            <a:off x="3691738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7-cell390"/>
          <p:cNvSpPr/>
          <p:nvPr/>
        </p:nvSpPr>
        <p:spPr>
          <a:xfrm>
            <a:off x="3916832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7-cell391"/>
          <p:cNvSpPr/>
          <p:nvPr/>
        </p:nvSpPr>
        <p:spPr>
          <a:xfrm>
            <a:off x="4141927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7-cell392"/>
          <p:cNvSpPr/>
          <p:nvPr/>
        </p:nvSpPr>
        <p:spPr>
          <a:xfrm>
            <a:off x="2116074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7-cell393"/>
          <p:cNvSpPr/>
          <p:nvPr/>
        </p:nvSpPr>
        <p:spPr>
          <a:xfrm>
            <a:off x="2341169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7-cell394"/>
          <p:cNvSpPr/>
          <p:nvPr/>
        </p:nvSpPr>
        <p:spPr>
          <a:xfrm>
            <a:off x="2566264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7-cell395"/>
          <p:cNvSpPr/>
          <p:nvPr/>
        </p:nvSpPr>
        <p:spPr>
          <a:xfrm>
            <a:off x="2791358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7-cell396"/>
          <p:cNvSpPr/>
          <p:nvPr/>
        </p:nvSpPr>
        <p:spPr>
          <a:xfrm>
            <a:off x="3016453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7-cell397"/>
          <p:cNvSpPr/>
          <p:nvPr/>
        </p:nvSpPr>
        <p:spPr>
          <a:xfrm>
            <a:off x="3241548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7-cell398"/>
          <p:cNvSpPr/>
          <p:nvPr/>
        </p:nvSpPr>
        <p:spPr>
          <a:xfrm>
            <a:off x="3466643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7-cell399"/>
          <p:cNvSpPr/>
          <p:nvPr/>
        </p:nvSpPr>
        <p:spPr>
          <a:xfrm>
            <a:off x="3691738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7-cell400"/>
          <p:cNvSpPr/>
          <p:nvPr/>
        </p:nvSpPr>
        <p:spPr>
          <a:xfrm>
            <a:off x="3916832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7-cell401"/>
          <p:cNvSpPr/>
          <p:nvPr/>
        </p:nvSpPr>
        <p:spPr>
          <a:xfrm>
            <a:off x="4141927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7-cell402"/>
          <p:cNvSpPr/>
          <p:nvPr/>
        </p:nvSpPr>
        <p:spPr>
          <a:xfrm>
            <a:off x="2116074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7-cell403"/>
          <p:cNvSpPr/>
          <p:nvPr/>
        </p:nvSpPr>
        <p:spPr>
          <a:xfrm>
            <a:off x="2341169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7-cell404"/>
          <p:cNvSpPr/>
          <p:nvPr/>
        </p:nvSpPr>
        <p:spPr>
          <a:xfrm>
            <a:off x="2566264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7-cell405"/>
          <p:cNvSpPr/>
          <p:nvPr/>
        </p:nvSpPr>
        <p:spPr>
          <a:xfrm>
            <a:off x="2791358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7-cell406"/>
          <p:cNvSpPr/>
          <p:nvPr/>
        </p:nvSpPr>
        <p:spPr>
          <a:xfrm>
            <a:off x="3016453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7-cell407"/>
          <p:cNvSpPr/>
          <p:nvPr/>
        </p:nvSpPr>
        <p:spPr>
          <a:xfrm>
            <a:off x="3241548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7-cell408"/>
          <p:cNvSpPr/>
          <p:nvPr/>
        </p:nvSpPr>
        <p:spPr>
          <a:xfrm>
            <a:off x="3466643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7-cell409"/>
          <p:cNvSpPr/>
          <p:nvPr/>
        </p:nvSpPr>
        <p:spPr>
          <a:xfrm>
            <a:off x="3691738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7-cell410"/>
          <p:cNvSpPr/>
          <p:nvPr/>
        </p:nvSpPr>
        <p:spPr>
          <a:xfrm>
            <a:off x="3916832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7-cell411"/>
          <p:cNvSpPr/>
          <p:nvPr/>
        </p:nvSpPr>
        <p:spPr>
          <a:xfrm>
            <a:off x="4141927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7-cell412"/>
          <p:cNvSpPr/>
          <p:nvPr/>
        </p:nvSpPr>
        <p:spPr>
          <a:xfrm>
            <a:off x="2116074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7-cell413"/>
          <p:cNvSpPr/>
          <p:nvPr/>
        </p:nvSpPr>
        <p:spPr>
          <a:xfrm>
            <a:off x="2341169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07-cell414"/>
          <p:cNvSpPr/>
          <p:nvPr/>
        </p:nvSpPr>
        <p:spPr>
          <a:xfrm>
            <a:off x="2566264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7-cell415"/>
          <p:cNvSpPr/>
          <p:nvPr/>
        </p:nvSpPr>
        <p:spPr>
          <a:xfrm>
            <a:off x="2791358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07-cell416"/>
          <p:cNvSpPr/>
          <p:nvPr/>
        </p:nvSpPr>
        <p:spPr>
          <a:xfrm>
            <a:off x="3016453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7-cell417"/>
          <p:cNvSpPr/>
          <p:nvPr/>
        </p:nvSpPr>
        <p:spPr>
          <a:xfrm>
            <a:off x="3241548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7-cell418"/>
          <p:cNvSpPr/>
          <p:nvPr/>
        </p:nvSpPr>
        <p:spPr>
          <a:xfrm>
            <a:off x="3466643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07-cell419"/>
          <p:cNvSpPr/>
          <p:nvPr/>
        </p:nvSpPr>
        <p:spPr>
          <a:xfrm>
            <a:off x="3691738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7-cell420"/>
          <p:cNvSpPr/>
          <p:nvPr/>
        </p:nvSpPr>
        <p:spPr>
          <a:xfrm>
            <a:off x="3916832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7-cell421"/>
          <p:cNvSpPr/>
          <p:nvPr/>
        </p:nvSpPr>
        <p:spPr>
          <a:xfrm>
            <a:off x="4141927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07-cell422"/>
          <p:cNvSpPr/>
          <p:nvPr/>
        </p:nvSpPr>
        <p:spPr>
          <a:xfrm>
            <a:off x="2116074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07-cell423"/>
          <p:cNvSpPr/>
          <p:nvPr/>
        </p:nvSpPr>
        <p:spPr>
          <a:xfrm>
            <a:off x="2341169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7-cell424"/>
          <p:cNvSpPr/>
          <p:nvPr/>
        </p:nvSpPr>
        <p:spPr>
          <a:xfrm>
            <a:off x="2566264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7-cell425"/>
          <p:cNvSpPr/>
          <p:nvPr/>
        </p:nvSpPr>
        <p:spPr>
          <a:xfrm>
            <a:off x="2791358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7-cell426"/>
          <p:cNvSpPr/>
          <p:nvPr/>
        </p:nvSpPr>
        <p:spPr>
          <a:xfrm>
            <a:off x="3016453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07-cell427"/>
          <p:cNvSpPr/>
          <p:nvPr/>
        </p:nvSpPr>
        <p:spPr>
          <a:xfrm>
            <a:off x="3241548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7-cell428"/>
          <p:cNvSpPr/>
          <p:nvPr/>
        </p:nvSpPr>
        <p:spPr>
          <a:xfrm>
            <a:off x="3466643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07-cell429"/>
          <p:cNvSpPr/>
          <p:nvPr/>
        </p:nvSpPr>
        <p:spPr>
          <a:xfrm>
            <a:off x="3691738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7-cell430"/>
          <p:cNvSpPr/>
          <p:nvPr/>
        </p:nvSpPr>
        <p:spPr>
          <a:xfrm>
            <a:off x="3916832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7" name="S07-cell431"/>
          <p:cNvSpPr/>
          <p:nvPr/>
        </p:nvSpPr>
        <p:spPr>
          <a:xfrm>
            <a:off x="4141927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07-cell432"/>
          <p:cNvSpPr/>
          <p:nvPr/>
        </p:nvSpPr>
        <p:spPr>
          <a:xfrm>
            <a:off x="2116074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9" name="S07-cell433"/>
          <p:cNvSpPr/>
          <p:nvPr/>
        </p:nvSpPr>
        <p:spPr>
          <a:xfrm>
            <a:off x="2341169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07-cell434"/>
          <p:cNvSpPr/>
          <p:nvPr/>
        </p:nvSpPr>
        <p:spPr>
          <a:xfrm>
            <a:off x="2566264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07-cell435"/>
          <p:cNvSpPr/>
          <p:nvPr/>
        </p:nvSpPr>
        <p:spPr>
          <a:xfrm>
            <a:off x="2791358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7-cell436"/>
          <p:cNvSpPr/>
          <p:nvPr/>
        </p:nvSpPr>
        <p:spPr>
          <a:xfrm>
            <a:off x="3016453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3" name="S07-cell437"/>
          <p:cNvSpPr/>
          <p:nvPr/>
        </p:nvSpPr>
        <p:spPr>
          <a:xfrm>
            <a:off x="3241548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4" name="S07-cell438"/>
          <p:cNvSpPr/>
          <p:nvPr/>
        </p:nvSpPr>
        <p:spPr>
          <a:xfrm>
            <a:off x="3466643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5" name="S07-cell439"/>
          <p:cNvSpPr/>
          <p:nvPr/>
        </p:nvSpPr>
        <p:spPr>
          <a:xfrm>
            <a:off x="3691738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6" name="S07-cell440"/>
          <p:cNvSpPr/>
          <p:nvPr/>
        </p:nvSpPr>
        <p:spPr>
          <a:xfrm>
            <a:off x="3916832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7" name="S07-cell441"/>
          <p:cNvSpPr/>
          <p:nvPr/>
        </p:nvSpPr>
        <p:spPr>
          <a:xfrm>
            <a:off x="4141927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8" name="S07-cell442"/>
          <p:cNvSpPr/>
          <p:nvPr/>
        </p:nvSpPr>
        <p:spPr>
          <a:xfrm>
            <a:off x="2116074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9" name="S07-cell443"/>
          <p:cNvSpPr/>
          <p:nvPr/>
        </p:nvSpPr>
        <p:spPr>
          <a:xfrm>
            <a:off x="2341169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0" name="S07-cell444"/>
          <p:cNvSpPr/>
          <p:nvPr/>
        </p:nvSpPr>
        <p:spPr>
          <a:xfrm>
            <a:off x="2566264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1" name="S07-cell445"/>
          <p:cNvSpPr/>
          <p:nvPr/>
        </p:nvSpPr>
        <p:spPr>
          <a:xfrm>
            <a:off x="2791358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2" name="S07-cell446"/>
          <p:cNvSpPr/>
          <p:nvPr/>
        </p:nvSpPr>
        <p:spPr>
          <a:xfrm>
            <a:off x="3016453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3" name="S07-cell447"/>
          <p:cNvSpPr/>
          <p:nvPr/>
        </p:nvSpPr>
        <p:spPr>
          <a:xfrm>
            <a:off x="3241548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4" name="S07-cell448"/>
          <p:cNvSpPr/>
          <p:nvPr/>
        </p:nvSpPr>
        <p:spPr>
          <a:xfrm>
            <a:off x="3466643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5" name="S07-cell449"/>
          <p:cNvSpPr/>
          <p:nvPr/>
        </p:nvSpPr>
        <p:spPr>
          <a:xfrm>
            <a:off x="3691738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6" name="S07-cell450"/>
          <p:cNvSpPr/>
          <p:nvPr/>
        </p:nvSpPr>
        <p:spPr>
          <a:xfrm>
            <a:off x="3916832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7" name="S07-cell451"/>
          <p:cNvSpPr/>
          <p:nvPr/>
        </p:nvSpPr>
        <p:spPr>
          <a:xfrm>
            <a:off x="4141927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8" name="S07-figure452" descr="100칸 모눈 중 4줄(40칸) 색칠"/>
          <p:cNvSpPr/>
          <p:nvPr/>
        </p:nvSpPr>
        <p:spPr>
          <a:xfrm>
            <a:off x="2116074" y="2011680"/>
            <a:ext cx="2250948" cy="225094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9" name="S07-label453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4개: 0.4</a:t>
            </a:r>
            <a:endParaRPr lang="ko-KR" sz="2400" dirty="0"/>
          </a:p>
        </p:txBody>
      </p:sp>
      <p:sp>
        <p:nvSpPr>
          <p:cNvPr id="110" name="S07-cell454"/>
          <p:cNvSpPr/>
          <p:nvPr/>
        </p:nvSpPr>
        <p:spPr>
          <a:xfrm>
            <a:off x="7821930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1" name="S07-cell455"/>
          <p:cNvSpPr/>
          <p:nvPr/>
        </p:nvSpPr>
        <p:spPr>
          <a:xfrm>
            <a:off x="8047025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2" name="S07-cell456"/>
          <p:cNvSpPr/>
          <p:nvPr/>
        </p:nvSpPr>
        <p:spPr>
          <a:xfrm>
            <a:off x="8272120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3" name="S07-cell457"/>
          <p:cNvSpPr/>
          <p:nvPr/>
        </p:nvSpPr>
        <p:spPr>
          <a:xfrm>
            <a:off x="8497214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4" name="S07-cell458"/>
          <p:cNvSpPr/>
          <p:nvPr/>
        </p:nvSpPr>
        <p:spPr>
          <a:xfrm>
            <a:off x="8722309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5" name="S07-cell459"/>
          <p:cNvSpPr/>
          <p:nvPr/>
        </p:nvSpPr>
        <p:spPr>
          <a:xfrm>
            <a:off x="8947404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6" name="S07-cell460"/>
          <p:cNvSpPr/>
          <p:nvPr/>
        </p:nvSpPr>
        <p:spPr>
          <a:xfrm>
            <a:off x="9172499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7" name="S07-cell461"/>
          <p:cNvSpPr/>
          <p:nvPr/>
        </p:nvSpPr>
        <p:spPr>
          <a:xfrm>
            <a:off x="9397594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8" name="S07-cell462"/>
          <p:cNvSpPr/>
          <p:nvPr/>
        </p:nvSpPr>
        <p:spPr>
          <a:xfrm>
            <a:off x="9622688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9" name="S07-cell463"/>
          <p:cNvSpPr/>
          <p:nvPr/>
        </p:nvSpPr>
        <p:spPr>
          <a:xfrm>
            <a:off x="9847783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0" name="S07-cell464"/>
          <p:cNvSpPr/>
          <p:nvPr/>
        </p:nvSpPr>
        <p:spPr>
          <a:xfrm>
            <a:off x="7821930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1" name="S07-cell465"/>
          <p:cNvSpPr/>
          <p:nvPr/>
        </p:nvSpPr>
        <p:spPr>
          <a:xfrm>
            <a:off x="8047025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2" name="S07-cell466"/>
          <p:cNvSpPr/>
          <p:nvPr/>
        </p:nvSpPr>
        <p:spPr>
          <a:xfrm>
            <a:off x="8272120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3" name="S07-cell467"/>
          <p:cNvSpPr/>
          <p:nvPr/>
        </p:nvSpPr>
        <p:spPr>
          <a:xfrm>
            <a:off x="8497214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4" name="S07-cell468"/>
          <p:cNvSpPr/>
          <p:nvPr/>
        </p:nvSpPr>
        <p:spPr>
          <a:xfrm>
            <a:off x="8722309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5" name="S07-cell469"/>
          <p:cNvSpPr/>
          <p:nvPr/>
        </p:nvSpPr>
        <p:spPr>
          <a:xfrm>
            <a:off x="8947404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6" name="S07-cell470"/>
          <p:cNvSpPr/>
          <p:nvPr/>
        </p:nvSpPr>
        <p:spPr>
          <a:xfrm>
            <a:off x="9172499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7" name="S07-cell471"/>
          <p:cNvSpPr/>
          <p:nvPr/>
        </p:nvSpPr>
        <p:spPr>
          <a:xfrm>
            <a:off x="9397594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8" name="S07-cell472"/>
          <p:cNvSpPr/>
          <p:nvPr/>
        </p:nvSpPr>
        <p:spPr>
          <a:xfrm>
            <a:off x="9622688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9" name="S07-cell473"/>
          <p:cNvSpPr/>
          <p:nvPr/>
        </p:nvSpPr>
        <p:spPr>
          <a:xfrm>
            <a:off x="9847783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0" name="S07-cell474"/>
          <p:cNvSpPr/>
          <p:nvPr/>
        </p:nvSpPr>
        <p:spPr>
          <a:xfrm>
            <a:off x="7821930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1" name="S07-cell475"/>
          <p:cNvSpPr/>
          <p:nvPr/>
        </p:nvSpPr>
        <p:spPr>
          <a:xfrm>
            <a:off x="8047025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2" name="S07-cell476"/>
          <p:cNvSpPr/>
          <p:nvPr/>
        </p:nvSpPr>
        <p:spPr>
          <a:xfrm>
            <a:off x="8272120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3" name="S07-cell477"/>
          <p:cNvSpPr/>
          <p:nvPr/>
        </p:nvSpPr>
        <p:spPr>
          <a:xfrm>
            <a:off x="8497214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4" name="S07-cell478"/>
          <p:cNvSpPr/>
          <p:nvPr/>
        </p:nvSpPr>
        <p:spPr>
          <a:xfrm>
            <a:off x="8722309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5" name="S07-cell479"/>
          <p:cNvSpPr/>
          <p:nvPr/>
        </p:nvSpPr>
        <p:spPr>
          <a:xfrm>
            <a:off x="8947404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6" name="S07-cell480"/>
          <p:cNvSpPr/>
          <p:nvPr/>
        </p:nvSpPr>
        <p:spPr>
          <a:xfrm>
            <a:off x="9172499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7" name="S07-cell481"/>
          <p:cNvSpPr/>
          <p:nvPr/>
        </p:nvSpPr>
        <p:spPr>
          <a:xfrm>
            <a:off x="9397594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8" name="S07-cell482"/>
          <p:cNvSpPr/>
          <p:nvPr/>
        </p:nvSpPr>
        <p:spPr>
          <a:xfrm>
            <a:off x="9622688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9" name="S07-cell483"/>
          <p:cNvSpPr/>
          <p:nvPr/>
        </p:nvSpPr>
        <p:spPr>
          <a:xfrm>
            <a:off x="9847783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0" name="S07-cell484"/>
          <p:cNvSpPr/>
          <p:nvPr/>
        </p:nvSpPr>
        <p:spPr>
          <a:xfrm>
            <a:off x="7821930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1" name="S07-cell485"/>
          <p:cNvSpPr/>
          <p:nvPr/>
        </p:nvSpPr>
        <p:spPr>
          <a:xfrm>
            <a:off x="8047025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2" name="S07-cell486"/>
          <p:cNvSpPr/>
          <p:nvPr/>
        </p:nvSpPr>
        <p:spPr>
          <a:xfrm>
            <a:off x="8272120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3" name="S07-cell487"/>
          <p:cNvSpPr/>
          <p:nvPr/>
        </p:nvSpPr>
        <p:spPr>
          <a:xfrm>
            <a:off x="8497214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4" name="S07-cell488"/>
          <p:cNvSpPr/>
          <p:nvPr/>
        </p:nvSpPr>
        <p:spPr>
          <a:xfrm>
            <a:off x="8722309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5" name="S07-cell489"/>
          <p:cNvSpPr/>
          <p:nvPr/>
        </p:nvSpPr>
        <p:spPr>
          <a:xfrm>
            <a:off x="8947404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6" name="S07-cell490"/>
          <p:cNvSpPr/>
          <p:nvPr/>
        </p:nvSpPr>
        <p:spPr>
          <a:xfrm>
            <a:off x="9172499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7" name="S07-cell491"/>
          <p:cNvSpPr/>
          <p:nvPr/>
        </p:nvSpPr>
        <p:spPr>
          <a:xfrm>
            <a:off x="9397594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8" name="S07-cell492"/>
          <p:cNvSpPr/>
          <p:nvPr/>
        </p:nvSpPr>
        <p:spPr>
          <a:xfrm>
            <a:off x="9622688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9" name="S07-cell493"/>
          <p:cNvSpPr/>
          <p:nvPr/>
        </p:nvSpPr>
        <p:spPr>
          <a:xfrm>
            <a:off x="9847783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0" name="S07-cell494"/>
          <p:cNvSpPr/>
          <p:nvPr/>
        </p:nvSpPr>
        <p:spPr>
          <a:xfrm>
            <a:off x="7821930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1" name="S07-cell495"/>
          <p:cNvSpPr/>
          <p:nvPr/>
        </p:nvSpPr>
        <p:spPr>
          <a:xfrm>
            <a:off x="8047025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2" name="S07-cell496"/>
          <p:cNvSpPr/>
          <p:nvPr/>
        </p:nvSpPr>
        <p:spPr>
          <a:xfrm>
            <a:off x="8272120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3" name="S07-cell497"/>
          <p:cNvSpPr/>
          <p:nvPr/>
        </p:nvSpPr>
        <p:spPr>
          <a:xfrm>
            <a:off x="8497214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4" name="S07-cell498"/>
          <p:cNvSpPr/>
          <p:nvPr/>
        </p:nvSpPr>
        <p:spPr>
          <a:xfrm>
            <a:off x="8722309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5" name="S07-cell499"/>
          <p:cNvSpPr/>
          <p:nvPr/>
        </p:nvSpPr>
        <p:spPr>
          <a:xfrm>
            <a:off x="8947404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6" name="S07-cell500"/>
          <p:cNvSpPr/>
          <p:nvPr/>
        </p:nvSpPr>
        <p:spPr>
          <a:xfrm>
            <a:off x="9172499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7" name="S07-cell501"/>
          <p:cNvSpPr/>
          <p:nvPr/>
        </p:nvSpPr>
        <p:spPr>
          <a:xfrm>
            <a:off x="9397594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8" name="S07-cell502"/>
          <p:cNvSpPr/>
          <p:nvPr/>
        </p:nvSpPr>
        <p:spPr>
          <a:xfrm>
            <a:off x="9622688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9" name="S07-cell503"/>
          <p:cNvSpPr/>
          <p:nvPr/>
        </p:nvSpPr>
        <p:spPr>
          <a:xfrm>
            <a:off x="9847783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0" name="S07-cell504"/>
          <p:cNvSpPr/>
          <p:nvPr/>
        </p:nvSpPr>
        <p:spPr>
          <a:xfrm>
            <a:off x="7821930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1" name="S07-cell505"/>
          <p:cNvSpPr/>
          <p:nvPr/>
        </p:nvSpPr>
        <p:spPr>
          <a:xfrm>
            <a:off x="8047025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2" name="S07-cell506"/>
          <p:cNvSpPr/>
          <p:nvPr/>
        </p:nvSpPr>
        <p:spPr>
          <a:xfrm>
            <a:off x="8272120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3" name="S07-cell507"/>
          <p:cNvSpPr/>
          <p:nvPr/>
        </p:nvSpPr>
        <p:spPr>
          <a:xfrm>
            <a:off x="8497214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4" name="S07-cell508"/>
          <p:cNvSpPr/>
          <p:nvPr/>
        </p:nvSpPr>
        <p:spPr>
          <a:xfrm>
            <a:off x="8722309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5" name="S07-cell509"/>
          <p:cNvSpPr/>
          <p:nvPr/>
        </p:nvSpPr>
        <p:spPr>
          <a:xfrm>
            <a:off x="8947404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6" name="S07-cell510"/>
          <p:cNvSpPr/>
          <p:nvPr/>
        </p:nvSpPr>
        <p:spPr>
          <a:xfrm>
            <a:off x="9172499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7" name="S07-cell511"/>
          <p:cNvSpPr/>
          <p:nvPr/>
        </p:nvSpPr>
        <p:spPr>
          <a:xfrm>
            <a:off x="9397594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8" name="S07-cell512"/>
          <p:cNvSpPr/>
          <p:nvPr/>
        </p:nvSpPr>
        <p:spPr>
          <a:xfrm>
            <a:off x="9622688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9" name="S07-cell513"/>
          <p:cNvSpPr/>
          <p:nvPr/>
        </p:nvSpPr>
        <p:spPr>
          <a:xfrm>
            <a:off x="9847783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0" name="S07-cell514"/>
          <p:cNvSpPr/>
          <p:nvPr/>
        </p:nvSpPr>
        <p:spPr>
          <a:xfrm>
            <a:off x="7821930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1" name="S07-cell515"/>
          <p:cNvSpPr/>
          <p:nvPr/>
        </p:nvSpPr>
        <p:spPr>
          <a:xfrm>
            <a:off x="8047025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2" name="S07-cell516"/>
          <p:cNvSpPr/>
          <p:nvPr/>
        </p:nvSpPr>
        <p:spPr>
          <a:xfrm>
            <a:off x="8272120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3" name="S07-cell517"/>
          <p:cNvSpPr/>
          <p:nvPr/>
        </p:nvSpPr>
        <p:spPr>
          <a:xfrm>
            <a:off x="8497214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4" name="S07-cell518"/>
          <p:cNvSpPr/>
          <p:nvPr/>
        </p:nvSpPr>
        <p:spPr>
          <a:xfrm>
            <a:off x="8722309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5" name="S07-cell519"/>
          <p:cNvSpPr/>
          <p:nvPr/>
        </p:nvSpPr>
        <p:spPr>
          <a:xfrm>
            <a:off x="8947404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6" name="S07-cell520"/>
          <p:cNvSpPr/>
          <p:nvPr/>
        </p:nvSpPr>
        <p:spPr>
          <a:xfrm>
            <a:off x="9172499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7" name="S07-cell521"/>
          <p:cNvSpPr/>
          <p:nvPr/>
        </p:nvSpPr>
        <p:spPr>
          <a:xfrm>
            <a:off x="9397594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8" name="S07-cell522"/>
          <p:cNvSpPr/>
          <p:nvPr/>
        </p:nvSpPr>
        <p:spPr>
          <a:xfrm>
            <a:off x="9622688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9" name="S07-cell523"/>
          <p:cNvSpPr/>
          <p:nvPr/>
        </p:nvSpPr>
        <p:spPr>
          <a:xfrm>
            <a:off x="9847783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0" name="S07-cell524"/>
          <p:cNvSpPr/>
          <p:nvPr/>
        </p:nvSpPr>
        <p:spPr>
          <a:xfrm>
            <a:off x="7821930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1" name="S07-cell525"/>
          <p:cNvSpPr/>
          <p:nvPr/>
        </p:nvSpPr>
        <p:spPr>
          <a:xfrm>
            <a:off x="8047025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2" name="S07-cell526"/>
          <p:cNvSpPr/>
          <p:nvPr/>
        </p:nvSpPr>
        <p:spPr>
          <a:xfrm>
            <a:off x="8272120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3" name="S07-cell527"/>
          <p:cNvSpPr/>
          <p:nvPr/>
        </p:nvSpPr>
        <p:spPr>
          <a:xfrm>
            <a:off x="8497214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4" name="S07-cell528"/>
          <p:cNvSpPr/>
          <p:nvPr/>
        </p:nvSpPr>
        <p:spPr>
          <a:xfrm>
            <a:off x="8722309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5" name="S07-cell529"/>
          <p:cNvSpPr/>
          <p:nvPr/>
        </p:nvSpPr>
        <p:spPr>
          <a:xfrm>
            <a:off x="8947404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6" name="S07-cell530"/>
          <p:cNvSpPr/>
          <p:nvPr/>
        </p:nvSpPr>
        <p:spPr>
          <a:xfrm>
            <a:off x="9172499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7" name="S07-cell531"/>
          <p:cNvSpPr/>
          <p:nvPr/>
        </p:nvSpPr>
        <p:spPr>
          <a:xfrm>
            <a:off x="9397594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8" name="S07-cell532"/>
          <p:cNvSpPr/>
          <p:nvPr/>
        </p:nvSpPr>
        <p:spPr>
          <a:xfrm>
            <a:off x="9622688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9" name="S07-cell533"/>
          <p:cNvSpPr/>
          <p:nvPr/>
        </p:nvSpPr>
        <p:spPr>
          <a:xfrm>
            <a:off x="9847783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0" name="S07-cell534"/>
          <p:cNvSpPr/>
          <p:nvPr/>
        </p:nvSpPr>
        <p:spPr>
          <a:xfrm>
            <a:off x="7821930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1" name="S07-cell535"/>
          <p:cNvSpPr/>
          <p:nvPr/>
        </p:nvSpPr>
        <p:spPr>
          <a:xfrm>
            <a:off x="8047025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2" name="S07-cell536"/>
          <p:cNvSpPr/>
          <p:nvPr/>
        </p:nvSpPr>
        <p:spPr>
          <a:xfrm>
            <a:off x="8272120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3" name="S07-cell537"/>
          <p:cNvSpPr/>
          <p:nvPr/>
        </p:nvSpPr>
        <p:spPr>
          <a:xfrm>
            <a:off x="8497214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4" name="S07-cell538"/>
          <p:cNvSpPr/>
          <p:nvPr/>
        </p:nvSpPr>
        <p:spPr>
          <a:xfrm>
            <a:off x="8722309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5" name="S07-cell539"/>
          <p:cNvSpPr/>
          <p:nvPr/>
        </p:nvSpPr>
        <p:spPr>
          <a:xfrm>
            <a:off x="8947404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6" name="S07-cell540"/>
          <p:cNvSpPr/>
          <p:nvPr/>
        </p:nvSpPr>
        <p:spPr>
          <a:xfrm>
            <a:off x="9172499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7" name="S07-cell541"/>
          <p:cNvSpPr/>
          <p:nvPr/>
        </p:nvSpPr>
        <p:spPr>
          <a:xfrm>
            <a:off x="9397594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8" name="S07-cell542"/>
          <p:cNvSpPr/>
          <p:nvPr/>
        </p:nvSpPr>
        <p:spPr>
          <a:xfrm>
            <a:off x="9622688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9" name="S07-cell543"/>
          <p:cNvSpPr/>
          <p:nvPr/>
        </p:nvSpPr>
        <p:spPr>
          <a:xfrm>
            <a:off x="9847783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0" name="S07-cell544"/>
          <p:cNvSpPr/>
          <p:nvPr/>
        </p:nvSpPr>
        <p:spPr>
          <a:xfrm>
            <a:off x="7821930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1" name="S07-cell545"/>
          <p:cNvSpPr/>
          <p:nvPr/>
        </p:nvSpPr>
        <p:spPr>
          <a:xfrm>
            <a:off x="8047025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2" name="S07-cell546"/>
          <p:cNvSpPr/>
          <p:nvPr/>
        </p:nvSpPr>
        <p:spPr>
          <a:xfrm>
            <a:off x="8272120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3" name="S07-cell547"/>
          <p:cNvSpPr/>
          <p:nvPr/>
        </p:nvSpPr>
        <p:spPr>
          <a:xfrm>
            <a:off x="8497214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4" name="S07-cell548"/>
          <p:cNvSpPr/>
          <p:nvPr/>
        </p:nvSpPr>
        <p:spPr>
          <a:xfrm>
            <a:off x="8722309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5" name="S07-cell549"/>
          <p:cNvSpPr/>
          <p:nvPr/>
        </p:nvSpPr>
        <p:spPr>
          <a:xfrm>
            <a:off x="8947404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6" name="S07-cell550"/>
          <p:cNvSpPr/>
          <p:nvPr/>
        </p:nvSpPr>
        <p:spPr>
          <a:xfrm>
            <a:off x="9172499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7" name="S07-cell551"/>
          <p:cNvSpPr/>
          <p:nvPr/>
        </p:nvSpPr>
        <p:spPr>
          <a:xfrm>
            <a:off x="9397594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8" name="S07-cell552"/>
          <p:cNvSpPr/>
          <p:nvPr/>
        </p:nvSpPr>
        <p:spPr>
          <a:xfrm>
            <a:off x="9622688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9" name="S07-cell553"/>
          <p:cNvSpPr/>
          <p:nvPr/>
        </p:nvSpPr>
        <p:spPr>
          <a:xfrm>
            <a:off x="9847783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0" name="S07-figure554" descr="100칸 모눈 중 40칸 색칠"/>
          <p:cNvSpPr/>
          <p:nvPr/>
        </p:nvSpPr>
        <p:spPr>
          <a:xfrm>
            <a:off x="7821930" y="2011680"/>
            <a:ext cx="2250948" cy="225094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1" name="S07-label555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0.01이 40개: 0.40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자리부터 비교해요</a:t>
            </a:r>
            <a:endParaRPr lang="ko-KR" sz="4000" dirty="0"/>
          </a:p>
        </p:txBody>
      </p:sp>
      <p:sp>
        <p:nvSpPr>
          <p:cNvPr id="3" name="S08-text5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0.35와 0.4를 자릿값 표에 써요.</a:t>
            </a:r>
            <a:endParaRPr lang="ko-KR" sz="3000" dirty="0"/>
          </a:p>
        </p:txBody>
      </p:sp>
      <p:sp>
        <p:nvSpPr>
          <p:cNvPr id="4" name="S08-card557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558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0.35 &lt; 0.4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자리가 같으니 소수 첫째 자리를 비교해요.</a:t>
            </a:r>
            <a:endParaRPr lang="ko-KR" sz="3000" dirty="0"/>
          </a:p>
        </p:txBody>
      </p:sp>
      <p:graphicFrame>
        <p:nvGraphicFramePr>
          <p:cNvPr id="9" name="S08-table5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51076" y="2611755"/>
          <a:ext cx="8686800" cy="914400"/>
        </p:xfrm>
        <a:graphic>
          <a:graphicData uri="http://schemas.openxmlformats.org/drawingml/2006/table">
            <a:tbl>
              <a:tblPr/>
              <a:tblGrid>
                <a:gridCol w="1650492"/>
                <a:gridCol w="1997964"/>
                <a:gridCol w="2519172"/>
                <a:gridCol w="2519172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첫째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둘째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(0)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9-card56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6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2.6과 2.58 중 어느 수가 더 클까요?</a:t>
            </a:r>
            <a:endParaRPr lang="ko-KR" sz="3000" dirty="0"/>
          </a:p>
        </p:txBody>
      </p:sp>
      <p:sp>
        <p:nvSpPr>
          <p:cNvPr id="5" name="S09-card5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5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2.6을 2.60으로 써서 설명해요.</a:t>
            </a:r>
            <a:endParaRPr lang="ko-KR" sz="3000" dirty="0"/>
          </a:p>
        </p:txBody>
      </p:sp>
      <p:sp>
        <p:nvSpPr>
          <p:cNvPr id="7" name="S09-chip56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2.58</a:t>
            </a:r>
            <a:endParaRPr lang="ko-KR" sz="2400" dirty="0"/>
          </a:p>
        </p:txBody>
      </p:sp>
      <p:sp>
        <p:nvSpPr>
          <p:cNvPr id="8" name="S09-text56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“숫자가 더 많으니까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2.58이 더 커요.”</a:t>
            </a:r>
            <a:endParaRPr lang="ko-KR" sz="3000" dirty="0"/>
          </a:p>
        </p:txBody>
      </p:sp>
      <p:sp>
        <p:nvSpPr>
          <p:cNvPr id="9" name="S09-chip56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2.6</a:t>
            </a:r>
            <a:endParaRPr lang="ko-KR" sz="2400" dirty="0"/>
          </a:p>
        </p:txBody>
      </p:sp>
      <p:sp>
        <p:nvSpPr>
          <p:cNvPr id="10" name="S09-text56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“소수 첫째 자리가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6이라서 더 커요.”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5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쓰고, ○에는 &gt; 또는 &lt;를 써요.</a:t>
            </a:r>
            <a:endParaRPr lang="ko-KR" sz="3000" dirty="0"/>
          </a:p>
        </p:txBody>
      </p:sp>
      <p:sp>
        <p:nvSpPr>
          <p:cNvPr id="4" name="S10-chip56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text57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0.01이 46개인 수를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읽어요.</a:t>
            </a:r>
            <a:endParaRPr lang="ko-KR" sz="3000" dirty="0"/>
          </a:p>
        </p:txBody>
      </p:sp>
      <p:sp>
        <p:nvSpPr>
          <p:cNvPr id="6" name="S10-chip57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text57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5.284에서 8이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나타내는 수는?</a:t>
            </a:r>
            <a:endParaRPr lang="ko-KR" sz="3000" dirty="0"/>
          </a:p>
        </p:txBody>
      </p:sp>
      <p:sp>
        <p:nvSpPr>
          <p:cNvPr id="8" name="S10-chip573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eqtext574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 ○ 0.87</a:t>
            </a:r>
            <a:endParaRPr lang="ko-KR" sz="3400" dirty="0"/>
          </a:p>
        </p:txBody>
      </p:sp>
      <p:sp>
        <p:nvSpPr>
          <p:cNvPr id="10" name="S10-chip57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eqtext576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1.205 ○ 1.25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수 찾기</a:t>
            </a:r>
            <a:endParaRPr lang="ko-KR" sz="4000" dirty="0"/>
          </a:p>
        </p:txBody>
      </p:sp>
      <p:sp>
        <p:nvSpPr>
          <p:cNvPr id="3" name="S12-text5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수를 골라요.</a:t>
            </a:r>
            <a:endParaRPr lang="ko-KR" sz="3000" dirty="0"/>
          </a:p>
        </p:txBody>
      </p:sp>
      <p:sp>
        <p:nvSpPr>
          <p:cNvPr id="4" name="S12-card5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5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말해요.</a:t>
            </a:r>
            <a:endParaRPr lang="ko-KR" sz="3000" dirty="0"/>
          </a:p>
        </p:txBody>
      </p:sp>
      <p:sp>
        <p:nvSpPr>
          <p:cNvPr id="6" name="S12-chip580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581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582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</a:t>
            </a:r>
            <a:endParaRPr lang="ko-KR" sz="3000" dirty="0"/>
          </a:p>
        </p:txBody>
      </p:sp>
      <p:sp>
        <p:nvSpPr>
          <p:cNvPr id="9" name="S12-chip583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584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585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0.68</a:t>
            </a:r>
            <a:endParaRPr lang="ko-KR" sz="3000" dirty="0"/>
          </a:p>
        </p:txBody>
      </p:sp>
      <p:sp>
        <p:nvSpPr>
          <p:cNvPr id="12" name="S12-chip586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587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588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0.705</a:t>
            </a:r>
            <a:endParaRPr lang="ko-KR" sz="3000" dirty="0"/>
          </a:p>
        </p:txBody>
      </p:sp>
      <p:sp>
        <p:nvSpPr>
          <p:cNvPr id="15" name="S12-chip589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6" name="S12-card590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2-cardtext591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0.07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592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593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0.01은 1을 100으로, 0.001은 1을 1000으로 똑같이 나눈 하나예요.</a:t>
            </a:r>
            <a:endParaRPr lang="ko-KR" sz="3000" dirty="0"/>
          </a:p>
        </p:txBody>
      </p:sp>
      <p:sp>
        <p:nvSpPr>
          <p:cNvPr id="5" name="S13-chip594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높은 자리부터 비교하기</a:t>
            </a:r>
            <a:endParaRPr lang="ko-KR" sz="2400" dirty="0"/>
          </a:p>
        </p:txBody>
      </p:sp>
      <p:sp>
        <p:nvSpPr>
          <p:cNvPr id="6" name="S13-chip595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숫자가 많으면 크다고 하기</a:t>
            </a:r>
            <a:endParaRPr lang="ko-KR" sz="2400" dirty="0"/>
          </a:p>
        </p:txBody>
      </p:sp>
      <p:sp>
        <p:nvSpPr>
          <p:cNvPr id="7" name="S13-text596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597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0.001이 25개인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수는?</a:t>
            </a:r>
            <a:endParaRPr lang="ko-KR" sz="2400" dirty="0"/>
          </a:p>
        </p:txBody>
      </p:sp>
      <p:sp>
        <p:nvSpPr>
          <p:cNvPr id="9" name="S13-eqtext598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0.6 ○ 0.59</a:t>
            </a:r>
            <a:endParaRPr lang="ko-KR" sz="2800" dirty="0"/>
          </a:p>
        </p:txBody>
      </p:sp>
      <p:sp>
        <p:nvSpPr>
          <p:cNvPr id="10" name="S13-text599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3.07에서 7이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나타내는 수는?</a:t>
            </a:r>
            <a:endParaRPr lang="ko-KR" sz="2400" dirty="0"/>
          </a:p>
        </p:txBody>
      </p:sp>
      <p:sp>
        <p:nvSpPr>
          <p:cNvPr id="11" name="S13-text60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소수의 덧셈과 뺄셈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0.1 다시 보기</a:t>
            </a:r>
            <a:endParaRPr lang="ko-KR" sz="4000" dirty="0"/>
          </a:p>
        </p:txBody>
      </p:sp>
      <p:sp>
        <p:nvSpPr>
          <p:cNvPr id="3" name="S14-text6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10칸으로 똑같이 나눴어요.</a:t>
            </a:r>
            <a:endParaRPr lang="ko-KR" sz="3000" dirty="0"/>
          </a:p>
        </p:txBody>
      </p:sp>
      <p:sp>
        <p:nvSpPr>
          <p:cNvPr id="4" name="S14-card602"/>
          <p:cNvSpPr/>
          <p:nvPr/>
        </p:nvSpPr>
        <p:spPr>
          <a:xfrm>
            <a:off x="548640" y="460400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603"/>
          <p:cNvSpPr txBox="1"/>
          <p:nvPr/>
        </p:nvSpPr>
        <p:spPr>
          <a:xfrm>
            <a:off x="822960" y="474116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1칸은 0.1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 점 일이라고 읽어요.</a:t>
            </a:r>
            <a:endParaRPr lang="ko-KR" sz="3000" dirty="0"/>
          </a:p>
        </p:txBody>
      </p:sp>
      <p:sp>
        <p:nvSpPr>
          <p:cNvPr id="6" name="S14-card604"/>
          <p:cNvSpPr/>
          <p:nvPr/>
        </p:nvSpPr>
        <p:spPr>
          <a:xfrm>
            <a:off x="4322064" y="460400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605"/>
          <p:cNvSpPr txBox="1"/>
          <p:nvPr/>
        </p:nvSpPr>
        <p:spPr>
          <a:xfrm>
            <a:off x="4596384" y="474116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3칸은 0.3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3개, 영 점 삼</a:t>
            </a:r>
            <a:endParaRPr lang="ko-KR" sz="3000" dirty="0"/>
          </a:p>
        </p:txBody>
      </p:sp>
      <p:sp>
        <p:nvSpPr>
          <p:cNvPr id="8" name="S14-card606"/>
          <p:cNvSpPr/>
          <p:nvPr/>
        </p:nvSpPr>
        <p:spPr>
          <a:xfrm>
            <a:off x="8095488" y="460400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4-cardtext607"/>
          <p:cNvSpPr txBox="1"/>
          <p:nvPr/>
        </p:nvSpPr>
        <p:spPr>
          <a:xfrm>
            <a:off x="8369808" y="474116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10칸은 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10개면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1이에요.</a:t>
            </a:r>
            <a:endParaRPr lang="ko-KR" sz="3000" dirty="0"/>
          </a:p>
        </p:txBody>
      </p:sp>
      <p:sp>
        <p:nvSpPr>
          <p:cNvPr id="10" name="S14-cell608"/>
          <p:cNvSpPr/>
          <p:nvPr/>
        </p:nvSpPr>
        <p:spPr>
          <a:xfrm>
            <a:off x="1065276" y="269062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4-cell609"/>
          <p:cNvSpPr/>
          <p:nvPr/>
        </p:nvSpPr>
        <p:spPr>
          <a:xfrm>
            <a:off x="2071116" y="269062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4-cell610"/>
          <p:cNvSpPr/>
          <p:nvPr/>
        </p:nvSpPr>
        <p:spPr>
          <a:xfrm>
            <a:off x="3076956" y="269062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4-cell611"/>
          <p:cNvSpPr/>
          <p:nvPr/>
        </p:nvSpPr>
        <p:spPr>
          <a:xfrm>
            <a:off x="4082796" y="269062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4-cell612"/>
          <p:cNvSpPr/>
          <p:nvPr/>
        </p:nvSpPr>
        <p:spPr>
          <a:xfrm>
            <a:off x="5088636" y="269062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4-cell613"/>
          <p:cNvSpPr/>
          <p:nvPr/>
        </p:nvSpPr>
        <p:spPr>
          <a:xfrm>
            <a:off x="6094476" y="269062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4-cell614"/>
          <p:cNvSpPr/>
          <p:nvPr/>
        </p:nvSpPr>
        <p:spPr>
          <a:xfrm>
            <a:off x="7100316" y="269062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4-cell615"/>
          <p:cNvSpPr/>
          <p:nvPr/>
        </p:nvSpPr>
        <p:spPr>
          <a:xfrm>
            <a:off x="8106156" y="269062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4-cell616"/>
          <p:cNvSpPr/>
          <p:nvPr/>
        </p:nvSpPr>
        <p:spPr>
          <a:xfrm>
            <a:off x="9111996" y="269062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4-cell617"/>
          <p:cNvSpPr/>
          <p:nvPr/>
        </p:nvSpPr>
        <p:spPr>
          <a:xfrm>
            <a:off x="10117836" y="269062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4-figure618" descr="10칸 띠 중 3칸 색칠"/>
          <p:cNvSpPr/>
          <p:nvPr/>
        </p:nvSpPr>
        <p:spPr>
          <a:xfrm>
            <a:off x="1065276" y="2690622"/>
            <a:ext cx="1005840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소수 두 자리 수와 세 자리 수</dc:title>
  <dc:subject>KR22-G04-MAT-DEC2-L01</dc:subject>
  <dc:creator>education-ppt</dc:creator>
  <cp:lastModifiedBy>education-ppt</cp:lastModifiedBy>
  <cp:revision>1</cp:revision>
  <dcterms:created xsi:type="dcterms:W3CDTF">2026-10-26T07:43:08Z</dcterms:created>
  <dcterms:modified xsi:type="dcterms:W3CDTF">2026-10-26T07:43:08Z</dcterms:modified>
</cp:coreProperties>
</file>