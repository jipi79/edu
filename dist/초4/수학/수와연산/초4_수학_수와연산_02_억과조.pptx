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dc53dc99-d2db-7339-255e-e87ba4adbc07}">
          <p14:sldIdLst>
            <p14:sldId id="256"/>
            <p14:sldId id="257"/>
          </p14:sldIdLst>
        </p14:section>
        <p14:section name="개념" id="{514047e0-55cf-7061-3507-e16a04598535}">
          <p14:sldIdLst>
            <p14:sldId id="258"/>
            <p14:sldId id="259"/>
            <p14:sldId id="260"/>
            <p14:sldId id="261"/>
            <p14:sldId id="264"/>
            <p14:sldId id="265"/>
          </p14:sldIdLst>
        </p14:section>
        <p14:section name="연습" id="{0b1d868b-acfa-499c-9e1b-4c0b8ff81b1f}">
          <p14:sldIdLst>
            <p14:sldId id="262"/>
            <p14:sldId id="263"/>
            <p14:sldId id="266"/>
          </p14:sldIdLst>
        </p14:section>
        <p14:section name="개념" id="{6ef6cb0d-01b3-0c3c-7c57-8dd0aae051e7}">
          <p14:sldIdLst/>
        </p14:section>
        <p14:section name="연습" id="{91111402-7876-01e8-6cac-993d90af8811}">
          <p14:sldIdLst/>
        </p14:section>
        <p14:section name="확인" id="{4ac6c7ac-0645-9d77-cff8-a0b0427bdf08}">
          <p14:sldIdLst>
            <p14:sldId id="267"/>
            <p14:sldId id="268"/>
            <p14:sldId id="269"/>
          </p14:sldIdLst>
        </p14:section>
        <p14:section name="정리" id="{b3904a9f-1f0f-b776-2830-a00efde72f12}">
          <p14:sldIdLst>
            <p14:sldId id="270"/>
          </p14:sldIdLst>
        </p14:section>
        <p14:section name="보충" id="{de154510-7199-53b4-e195-43ca7f313acd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아주 긴 수를 보여 주고, 어떻게 읽을지 궁금하게 합니다.
시간: 약 2분
이렇게 말해 보세요
- “오른쪽 수는 숫자가 9개야. 어떻게 읽을 수 있을까? 지난 시간에 배운 ‘네 자리 끊기’가 힌트야.”
- “오늘은 만보다 훨씬 큰 억과 조를 배우고, 큰 수끼리 크기도 비교해 볼 거야.”
예상 답
- “삼억…?” “너무 길어서 모르겠어요.”
막히면
- 지금은 답을 알려 주지 않습니다. S05에서 같은 수를 함께 읽습니다(삼억 이천사십오만 천).
주의
- 큰 수는 숫자 하나하나를 세면 틀리기 쉽습니다. 오늘은 ‘오른쪽부터 네 자리씩 끊기’ 한 가지 방법을 계속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확인(다섯 자리 수, 크기 비교)]
목적: 다섯 자리 수를 읽고 쓰는지, 네 자리 수의 크기를 높은 자리부터 비교하는지 확인합니다.
시간: 약 3분
이렇게 말해 보세요
- “①은 오른쪽부터 네 자리를 끊고 읽어 볼래?”
- “②는 10000이 7개, 100이 4개야. 0인 자리를 잊지 말고 써 봐.”
- “③은 ○에 &gt;, &lt; 중 무엇을 쓸까? 어느 자리를 보고 알았어?”
정답
- ① 삼만 육천오십이
- ② 70400
- ③ 4532 &gt; 4523(십의 자리 3 &gt; 2)
막히면
- ①, ②가 어려우면 만·천·백·십·일 칸을 그려 숫자를 넣게 합니다.
- 두 문제 이상 틀리면 S16(보충)을 먼저 합니다. 보충으로도 어려우면 초4 수와연산 1차시 ‘만과 다섯 자리 수’(KR22-G04-MAT-MAN-L01)를 먼저 합니다.
주의
- ③에서 일의 자리만 보고 답하면 “가장 높은 자리부터 볼까?”라고 묻습니다. 오늘 큰 수 비교에서 같은 방법을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십만·백만·천만]
목적: 10000이 10개, 100개, 1000개인 수를 알고, ‘만’ 앞에 십·백·천이 붙는 것을 봅니다.
시간: 약 2분
이렇게 말해 보세요
- “10000이 10개면 100000이야. 십만이라고 읽어. 10000이 100개면?”
- “일, 십, 백, 천 다음에 만, 십만, 백만, 천만. 어떤 규칙이 보여?”
예상 답
- “백만이요.” “만 앞에 십, 백, 천이 붙어요.”
막히면
- 0의 개수를 세게 합니다: 만은 0이 4개, 십만은 5개, 백만은 6개, 천만은 7개입니다.
주의
- ‘10배씩 커진다’는 말이 어려우면 ‘0이 하나씩 늘어난다’로 말해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억과 조]
목적: 천만이 10개인 수가 1억, 천억이 10개인 수가 1조라는 것과, 네 자리마다 만·억·조로 이름이 바뀌는 것을 압니다.
시간: 약 3분
이렇게 말해 보세요
- “천만이 10개면 1억이야. 0이 몇 개인지 세어 볼래?”
- “억 다음에도 십억, 백억, 천억이 있어. 천억이 10개면 1조야. 0은 몇 개일까?”
- “만은 0이 4개, 억은 8개, 조는 12개. 몇 개씩 늘어났어?”
예상 답
- “8개요.” “12개요.” “4개씩 늘어나요.”
막히면
- 표의 0을 연필로 네 개씩 묶어 보게 합니다. 묶음 하나마다 만 → 억 → 조로 이름이 바뀝니다.
주의
- 1억은 ‘일억’, 1조는 ‘일조’라고 읽습니다. 10000은 보통 ‘만’이라고 읽습니다.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네 자리씩 끊어 읽기]
목적: 큰 수를 오른쪽부터 네 자리씩 끊고, 끊은 곳에 만·억을 붙여 읽는 방법을 익힙니다.
시간: 약 4분
이렇게 말해 보세요
- “오른쪽 일의 자리부터 네 자리를 세어 선을 그어. 또 네 자리를 세어 선을 그어. 몇 묶음이 됐어?”
- “첫 선 앞에는 ‘만’, 둘째 선 앞에는 ‘억’이 붙어. 3억 2045만 1000이야.”
- “묶음마다 네 자리 수처럼 읽으면 돼: 삼억 이천사십오만 천.”
예상 답
- “세 묶음이요.” “삼억 이천사십오만 천.”
막히면
- 공책에 수를 크게 쓰고, 오른쪽부터 손가락으로 ‘일, 십, 백, 천’을 세며 네 자리마다 선을 긋게 합니다.
- 표의 자리 이름을 짚으며 함께 읽습니다.
주의
- 끊는 것은 반드시 오른쪽(일의 자리)부터입니다. 왼쪽부터 끊으면 틀립니다.
- 마지막 묶음 1000은 ‘천’으로 읽습니다(일천이라고 하지 않음).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읽은 수를 숫자로 쓰기]
목적: 읽은 수를 조·억·만·일의 네 자리 칸에 나누어 쓰고, 빈 자리를 0으로 채워 숫자로 씁니다.
시간: 약 3분
이렇게 말해 보세요
- “이억 삼천만은 억 칸에 2, 만 칸에 3000을 써. 일 칸은 비었으니 0000이야.”
- “오조 이십억은? 억 칸의 이십은 네 자리로 쓰면 0020이야. 왜 앞에 0을 쓸까?”
예상 답
- “칸마다 네 자리를 채워야 해서요.”
막히면
- 네 칸을 그린 종이를 주고, 칸마다 네 자리를 채우게 합니다. 맨 앞 칸(가장 높은 묶음)은 0을 쓰지 않아도 됩니다.
주의
- 숫자로 쓴 뒤 오른쪽부터 네 자리씩 끊어 다시 읽어 보며 확인하게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큰 수 읽고 쓰기]
목적: 도움을 받으며 억·조 단위의 수를 읽고 쓰고, 숫자가 나타내는 값을 말합니다.
시간: 약 4분
이렇게 말해 보세요
- “①은 억 칸에 6, 만 칸에 0500을 써 볼래?”
- “②는 오른쪽부터 네 자리씩 끊고 읽어 봐.”
- “④는 2가 어느 자리에 있는지 네 자리씩 끊어 찾아봐.”
정답
- ① 605000000
- ② 이백칠십억 삼천만
- ③ 3002500000000
- ④ 200000000(2억, 억의 자리)
막히면
- ①, ③은 S06처럼 조·억·만·일 네 칸을 그려 채우게 합니다.
- ②는 270 | 3000 | 0000으로 끊어 줍니다.
주의
- ③에서 1억이 25개이면 억 칸에 0025를 씁니다. 3250000000000처럼 쓰면 억 칸의 0을 빠뜨린 것입니다(M2).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오개념 비교(0을 채우지 않고 쓰기)]
목적: 만 칸의 빈 자리를 0으로 채우지 않는 실수를 찾고 까닭을 말합니다(M2).
시간: 약 2분
이렇게 말해 보세요
- “‘삼억 오만’을 토끼와 곰이 다르게 썼어. 둘을 네 자리씩 끊어 읽어 보자.”
예상 답
- “곰이요. 토끼 수는 끊어 읽으면 삼억 오천만이에요.”
정답
- 곰이 맞습니다. 300050000 = 3 | 0005 | 0000 → 삼억 오만입니다.
- 토끼의 350000000은 3 | 5000 | 0000 → 삼억 오천만입니다. 만 칸을 0005로 채우지 않았습니다.
막히면
- 두 수를 S06의 네 칸 표에 나누어 써 봅니다.
주의
- 쓴 수를 다시 읽어 보는 습관이 가장 좋은 확인 방법이라고 말해 줍니다.
- 지치면 여기서 쉬고, 다음에 S09부터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큰 수의 크기 비교]
목적: 자리 수가 다르면 자리 수로, 같으면 가장 높은 자리부터 비교하는 방법을 압니다.
시간: 약 3분
이렇게 말해 보세요
- “먼저 두 수가 몇 자리 수인지 세어 봐. 둘 다 여덟 자리지?”
- “자리 수가 같으면 가장 높은 자리부터 봐. 천만의 자리, 백만의 자리는 같고, 십만의 자리는?”
- “자리 수가 다르면? 자리가 많은 수가 더 커.”
예상 답
- “십만의 자리가 8과 5라서 73850000이 더 커요.”
막히면
- 두 수를 네 자리씩 끊어 7385만과 7358만으로 읽고, 네 자리 수 7385와 7358을 비교하게 합니다.
주의
- 앞자리 숫자만 보고 비교하는 실수(M3)가 많습니다. 자리 수부터 세는 순서를 꼭 지키게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큰 수 뛰어 세기]
목적: 만·억·조씩 뛰어 셀 때 어느 자리 숫자가 1씩 커지는지 압니다.
시간: 약 3분
이렇게 말해 보세요
- “1억씩 뛰어 세면 어느 자리 숫자가 커져? 10억씩은?”
- “8조에서 1조씩 뛰면 9조, 그다음은? 9 다음에 10이 되면 어떻게 될까?”
예상 답
- “억의 자리요.” “십억의 자리요.” “10조요.”
막히면
- 35억 → 36억처럼 숫자와 단위를 함께 읽게 합니다. 바뀌는 숫자에 동그라미를 칩니다.
주의
- 9에서 1이 더해지면 윗자리로 올라갑니다(9조 → 10조). 네 자리 수 뛰어 세기와 같은 원리입니다.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비교하고 뛰어 세기]
목적: 도움을 받으며 큰 수를 비교하고 뛰어 셉니다.
시간: 약 3분
이렇게 말해 보세요
- “①은 두 수가 몇 자리 수인지 먼저 세어 봐.”
- “③은 1억씩이니까 어느 자리 숫자가 커질까?”
정답
- ① 4900000000 &gt; 520000000(열 자리 &gt; 아홉 자리)
- ② 63억 2000만 &gt; 63억 1900만
- ③ 9억 8000만
- ④ 2550억
막히면
- ①은 두 수를 네 자리씩 끊어 49억과 5억 2000만으로 읽어 봅니다.
- ②는 63억이 같으니 만 앞의 2000과 1900을 비교합니다.
주의
- ①에서 5가 4보다 크다고 &lt;를 쓰면 M3입니다. 자리 수부터 세게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혼자 해결]
목적: 도움 없이 큰 수를 읽고 쓰고, 비교하고, 뛰어 세는지 확인합니다.
시간: 약 4분
이렇게 말해 보세요
- “이번에는 혼자 풀어 볼래? 다 풀면 어떻게 알았는지 말해 줘.”
정답
- ① 팔억 육백만
- ② 2400000000000
- ③ 35억 700만 &lt; 35억 7000만
- ④ 72억
막히면
- 바로 알려 주지 말고 “네 자리씩 끊어 볼까?”라고만 묻습니다.
- 도움을 받아 해결했다면 기록표에 ‘도움’으로 표시합니다.
주의
- ①을 ‘팔억 육십만’으로 읽으면 만 칸 0600을 잘못 읽은 것입니다. ②는 열세 자리 수입니다.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정답과 피드백]
목적: 아이의 답을 함께 확인하고 흔한 실수를 바로잡습니다. 수업용에만 있는 장입니다.
시간: 약 1분
이렇게 말해 보세요
- “네 답과 같은지 볼까? 다르면 어디서 달라졌는지 같이 찾아보자.”
정답
- ① 팔억 육백만 ② 2400000000000 ③ &lt; ④ 72억
막히면
- ②를 24000000000처럼 쓰면 0이 모자란 것입니다. 읽기·쓰기를 틀렸으면 S05, S06으로, 비교를 틀렸으면 S09로 돌아갑니다.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마무리 확인(자리 수로 비교)]
목적: 처음 보는 수에서 자리 수를 따져 크기를 비교하고 까닭을 말하는지 확인합니다.
시간: 약 1분
이렇게 말해 보세요
- “가, 나, 다 중 가장 큰 수는 무엇일까? 어떻게 알았어?”
정답
- 나(10억 200만). 나는 10억이 넘는 열 자리 수이고, 가와 다는 10억보다 작은 아홉 자리 수입니다.
막히면
- 세 수를 숫자로 써서(가 990000000, 나 1002000000, 다 999000000) 자리 수를 세게 합니다.
주의
- 9가 많다고 다를 고르면 M3입니다. ‘10억이 있는 수’와 ‘10억이 없는 수’를 비교하게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정리와 다음 수업 복습]
목적: 핵심을 정리하고 다음 수업 첫 5분에 풀 복습 문제를 알려 줍니다.
시간: 약 2분
이렇게 말해 보세요
- “큰 수는 어떻게 읽어? 두 수의 크기는 무엇부터 비교해?”
예상 답
- “오른쪽부터 네 자리씩 끊어 읽어요.” “자리 수부터 세요.”
정답
- ① 사천이십삼억 ② 500070000 ③ 700050000 &lt; 750000000
막히면
- S05의 세 카드(끊기 → 붙이기 → 읽기)를 다시 보여 줍니다.
주의
- 다음 차시는 곱셈((세 자리 수)×(두 자리 수))입니다. 곱이 다섯 자리 수가 될 때 오늘 배운 읽기를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[S16 · 선수 학습 보충(다섯 자리 수)]
목적: S02에서 다섯 자리 수가 흔들리면 자릿값과 네 자리 끊어 읽기를 다시 익힙니다.
시간: 약 5분
이렇게 말해 보세요
- “46025에서 오른쪽부터 네 자리를 끊으면 4와 6025야. 4는 10000이 4개라서 사만.”
- “6025는 육천이십오. 합치면 사만 육천이십오야.”
정답
- 사만 육천이십오
막히면
- 수 카드나 자릿값 표로 10000 4개, 1000 6개, 10 2개, 1 5개를 놓고 셉니다. 30708, 52040으로도 해 봅니다(삼만 칠백팔, 오만 이천사십).
주의
- 보충으로도 어려우면 초4 수와연산 1차시 ‘만과 다섯 자리 수’(KR22-G04-MAT-MAN-L01)를 먼저 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수학 · 수와연산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수학 · 억과 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수학 · 억과 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초4 수학 · 억과 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억과 조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숫자가 아주 긴 수는 어떻게 읽을까?</a:t>
            </a:r>
            <a:endParaRPr lang="ko-KR" sz="3000" dirty="0"/>
          </a:p>
        </p:txBody>
      </p:sp>
      <p:sp>
        <p:nvSpPr>
          <p:cNvPr id="4" name="S01-eqtext1"/>
          <p:cNvSpPr txBox="1"/>
          <p:nvPr/>
        </p:nvSpPr>
        <p:spPr>
          <a:xfrm>
            <a:off x="7680960" y="64008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320451000</a:t>
            </a:r>
            <a:endParaRPr lang="ko-KR" sz="4000" dirty="0"/>
          </a:p>
        </p:txBody>
      </p:sp>
      <p:sp>
        <p:nvSpPr>
          <p:cNvPr id="5" name="S01-card2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6" name="S01-cardtext3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큰 수를 네 자리씩 끊어 읽고 써요.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큰 수를 비교하고 뛰어 세어요.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chip4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02-text5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36052를 읽어요.</a:t>
            </a:r>
            <a:endParaRPr lang="ko-KR" sz="3000" dirty="0"/>
          </a:p>
        </p:txBody>
      </p:sp>
      <p:sp>
        <p:nvSpPr>
          <p:cNvPr id="5" name="S02-chip6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02-text7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10000이 7개, 100이 4개인 수는?</a:t>
            </a:r>
            <a:endParaRPr lang="ko-KR" sz="3000" dirty="0"/>
          </a:p>
        </p:txBody>
      </p:sp>
      <p:sp>
        <p:nvSpPr>
          <p:cNvPr id="7" name="S02-chip8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8" name="S02-eqtext9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4532 ○ 4523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만이 10개, 100개, 1000개</a:t>
            </a:r>
            <a:endParaRPr lang="ko-KR" sz="4000" dirty="0"/>
          </a:p>
        </p:txBody>
      </p:sp>
      <p:sp>
        <p:nvSpPr>
          <p:cNvPr id="3" name="S03-text1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10000이 10개, 100개, 1000개 모이면?</a:t>
            </a:r>
            <a:endParaRPr lang="ko-KR" sz="3000" dirty="0"/>
          </a:p>
        </p:txBody>
      </p:sp>
      <p:sp>
        <p:nvSpPr>
          <p:cNvPr id="4" name="S03-card1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 앞에 십, 백, 천이 붙어요.</a:t>
            </a:r>
            <a:endParaRPr lang="ko-KR" sz="3000" dirty="0"/>
          </a:p>
        </p:txBody>
      </p:sp>
      <p:graphicFrame>
        <p:nvGraphicFramePr>
          <p:cNvPr id="4" name="S03-table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979676" y="234696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10000이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읽기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10개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100000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십만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100개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1000000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백만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1000개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10000000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천만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억과 조</a:t>
            </a:r>
            <a:endParaRPr lang="ko-KR" sz="4000" dirty="0"/>
          </a:p>
        </p:txBody>
      </p:sp>
      <p:sp>
        <p:nvSpPr>
          <p:cNvPr id="3" name="S04-text1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천만이 10개면 1억, 천억이 10개면 1조예요.</a:t>
            </a:r>
            <a:endParaRPr lang="ko-KR" sz="3000" dirty="0"/>
          </a:p>
        </p:txBody>
      </p:sp>
      <p:sp>
        <p:nvSpPr>
          <p:cNvPr id="4" name="S04-card1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1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자리마다 만, 억, 조로 이름이 바뀌어요.</a:t>
            </a:r>
            <a:endParaRPr lang="ko-KR" sz="3000" dirty="0"/>
          </a:p>
        </p:txBody>
      </p:sp>
      <p:graphicFrame>
        <p:nvGraphicFramePr>
          <p:cNvPr id="5" name="S04-table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22476" y="2346960"/>
          <a:ext cx="914400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2286000"/>
                <a:gridCol w="2286000"/>
              </a:tblGrid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0의 개수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읽기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10000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4개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만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100000000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8개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억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1000000000000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12개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자리씩 끊어 읽기</a:t>
            </a:r>
            <a:endParaRPr lang="ko-KR" sz="4000" dirty="0"/>
          </a:p>
        </p:txBody>
      </p:sp>
      <p:sp>
        <p:nvSpPr>
          <p:cNvPr id="3" name="S05-text1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320451000을 읽어요.</a:t>
            </a:r>
            <a:endParaRPr lang="ko-KR" sz="3000" dirty="0"/>
          </a:p>
        </p:txBody>
      </p:sp>
      <p:sp>
        <p:nvSpPr>
          <p:cNvPr id="4" name="S05-card19"/>
          <p:cNvSpPr/>
          <p:nvPr/>
        </p:nvSpPr>
        <p:spPr>
          <a:xfrm>
            <a:off x="548640" y="4975860"/>
            <a:ext cx="3544824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5-cardtext20"/>
          <p:cNvSpPr txBox="1"/>
          <p:nvPr/>
        </p:nvSpPr>
        <p:spPr>
          <a:xfrm>
            <a:off x="822960" y="5113020"/>
            <a:ext cx="2996184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끊기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| 2045 | 1000</a:t>
            </a:r>
            <a:endParaRPr lang="ko-KR" sz="3000" dirty="0"/>
          </a:p>
        </p:txBody>
      </p:sp>
      <p:sp>
        <p:nvSpPr>
          <p:cNvPr id="6" name="S05-card21"/>
          <p:cNvSpPr/>
          <p:nvPr/>
        </p:nvSpPr>
        <p:spPr>
          <a:xfrm>
            <a:off x="4322064" y="4975860"/>
            <a:ext cx="3544824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5-cardtext22"/>
          <p:cNvSpPr txBox="1"/>
          <p:nvPr/>
        </p:nvSpPr>
        <p:spPr>
          <a:xfrm>
            <a:off x="4596384" y="5113020"/>
            <a:ext cx="2996184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붙이기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3억 2045만 1000</a:t>
            </a:r>
            <a:endParaRPr lang="ko-KR" sz="3000" dirty="0"/>
          </a:p>
        </p:txBody>
      </p:sp>
      <p:sp>
        <p:nvSpPr>
          <p:cNvPr id="8" name="S05-card23"/>
          <p:cNvSpPr/>
          <p:nvPr/>
        </p:nvSpPr>
        <p:spPr>
          <a:xfrm>
            <a:off x="8095488" y="4975860"/>
            <a:ext cx="3544824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5-cardtext24"/>
          <p:cNvSpPr txBox="1"/>
          <p:nvPr/>
        </p:nvSpPr>
        <p:spPr>
          <a:xfrm>
            <a:off x="8369808" y="5113020"/>
            <a:ext cx="2996184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읽기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삼억 이천사십오만 천</a:t>
            </a:r>
            <a:endParaRPr lang="ko-KR" sz="3000" dirty="0"/>
          </a:p>
        </p:txBody>
      </p:sp>
      <p:graphicFrame>
        <p:nvGraphicFramePr>
          <p:cNvPr id="6" name="S05-table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2810510"/>
          <a:ext cx="10972800" cy="914400"/>
        </p:xfrm>
        <a:graphic>
          <a:graphicData uri="http://schemas.openxmlformats.org/drawingml/2006/table">
            <a:tbl>
              <a:tblPr/>
              <a:tblGrid>
                <a:gridCol w="1219200"/>
                <a:gridCol w="1219200"/>
                <a:gridCol w="1219200"/>
                <a:gridCol w="1219200"/>
                <a:gridCol w="1219200"/>
                <a:gridCol w="1219200"/>
                <a:gridCol w="1219200"/>
                <a:gridCol w="1219200"/>
                <a:gridCol w="1219200"/>
              </a:tblGrid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억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천만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백만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십만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만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천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숫자로 쓰기</a:t>
            </a:r>
            <a:endParaRPr lang="ko-KR" sz="4000" dirty="0"/>
          </a:p>
        </p:txBody>
      </p:sp>
      <p:sp>
        <p:nvSpPr>
          <p:cNvPr id="3" name="S06-text2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자리 칸에 나누어 쓰고 빈 곳은 0으로 채워요.</a:t>
            </a:r>
            <a:endParaRPr lang="ko-KR" sz="3000" dirty="0"/>
          </a:p>
        </p:txBody>
      </p:sp>
      <p:sp>
        <p:nvSpPr>
          <p:cNvPr id="4" name="S06-card27"/>
          <p:cNvSpPr/>
          <p:nvPr/>
        </p:nvSpPr>
        <p:spPr>
          <a:xfrm>
            <a:off x="548640" y="4975860"/>
            <a:ext cx="11091672" cy="1242060"/>
          </a:xfrm>
          <a:prstGeom prst="roundRect">
            <a:avLst>
              <a:gd name="adj" fmla="val 883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28"/>
          <p:cNvSpPr txBox="1"/>
          <p:nvPr/>
        </p:nvSpPr>
        <p:spPr>
          <a:xfrm>
            <a:off x="822960" y="5113020"/>
            <a:ext cx="10543032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230000000 / 5002000000000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 쓰면 네 자리씩 끊어 다시 읽어 봐요.</a:t>
            </a:r>
            <a:endParaRPr lang="ko-KR" sz="3000" dirty="0"/>
          </a:p>
        </p:txBody>
      </p:sp>
      <p:graphicFrame>
        <p:nvGraphicFramePr>
          <p:cNvPr id="7" name="S06-table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526030"/>
          <a:ext cx="10058400" cy="914400"/>
        </p:xfrm>
        <a:graphic>
          <a:graphicData uri="http://schemas.openxmlformats.org/drawingml/2006/table">
            <a:tbl>
              <a:tblPr/>
              <a:tblGrid>
                <a:gridCol w="3218688"/>
                <a:gridCol w="1709928"/>
                <a:gridCol w="1709928"/>
                <a:gridCol w="1709928"/>
                <a:gridCol w="1709928"/>
              </a:tblGrid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읽은 수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억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만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이억 삼천만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3000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0000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오조 이십억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0020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0000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0000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읽고 써 봐요</a:t>
            </a:r>
            <a:endParaRPr lang="ko-KR" sz="4000" dirty="0"/>
          </a:p>
        </p:txBody>
      </p:sp>
      <p:sp>
        <p:nvSpPr>
          <p:cNvPr id="3" name="S07-card3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7-cardtext3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오른쪽부터 네 자리씩 끊어요.</a:t>
            </a:r>
            <a:endParaRPr lang="ko-KR" sz="3000" dirty="0"/>
          </a:p>
        </p:txBody>
      </p:sp>
      <p:sp>
        <p:nvSpPr>
          <p:cNvPr id="5" name="S07-chip32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6" name="S07-text33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육억 오백만을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숫자로 써요.</a:t>
            </a:r>
            <a:endParaRPr lang="ko-KR" sz="3000" dirty="0"/>
          </a:p>
        </p:txBody>
      </p:sp>
      <p:sp>
        <p:nvSpPr>
          <p:cNvPr id="7" name="S07-chip34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8" name="S07-text35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27030000000을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읽어요.</a:t>
            </a:r>
            <a:endParaRPr lang="ko-KR" sz="3000" dirty="0"/>
          </a:p>
        </p:txBody>
      </p:sp>
      <p:sp>
        <p:nvSpPr>
          <p:cNvPr id="9" name="S07-chip36"/>
          <p:cNvSpPr txBox="1"/>
          <p:nvPr/>
        </p:nvSpPr>
        <p:spPr>
          <a:xfrm>
            <a:off x="548640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0" name="S07-text37"/>
          <p:cNvSpPr txBox="1"/>
          <p:nvPr/>
        </p:nvSpPr>
        <p:spPr>
          <a:xfrm>
            <a:off x="1344168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1조가 3개, 1억이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25개인 수는?</a:t>
            </a:r>
            <a:endParaRPr lang="ko-KR" sz="3000" dirty="0"/>
          </a:p>
        </p:txBody>
      </p:sp>
      <p:sp>
        <p:nvSpPr>
          <p:cNvPr id="11" name="S07-chip38"/>
          <p:cNvSpPr txBox="1"/>
          <p:nvPr/>
        </p:nvSpPr>
        <p:spPr>
          <a:xfrm>
            <a:off x="6277356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2" name="S07-text39"/>
          <p:cNvSpPr txBox="1"/>
          <p:nvPr/>
        </p:nvSpPr>
        <p:spPr>
          <a:xfrm>
            <a:off x="7072884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5280000000에서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2는 얼마일까요?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000" dirty="0"/>
          </a:p>
        </p:txBody>
      </p:sp>
      <p:sp>
        <p:nvSpPr>
          <p:cNvPr id="3" name="S08-card40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41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‘삼억 오만’을 숫자로 썼어요.</a:t>
            </a:r>
            <a:endParaRPr lang="ko-KR" sz="3000" dirty="0"/>
          </a:p>
        </p:txBody>
      </p:sp>
      <p:sp>
        <p:nvSpPr>
          <p:cNvPr id="5" name="S08-card4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4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끊어 읽어 확인해요.</a:t>
            </a:r>
            <a:endParaRPr lang="ko-KR" sz="3000" dirty="0"/>
          </a:p>
        </p:txBody>
      </p:sp>
      <p:sp>
        <p:nvSpPr>
          <p:cNvPr id="7" name="S08-chip44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350000000</a:t>
            </a:r>
            <a:endParaRPr lang="ko-KR" sz="2400" dirty="0"/>
          </a:p>
        </p:txBody>
      </p:sp>
      <p:sp>
        <p:nvSpPr>
          <p:cNvPr id="8" name="S08-text45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다음에 5를 쓰고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0을 붙였어요.</a:t>
            </a:r>
            <a:endParaRPr lang="ko-KR" sz="3000" dirty="0"/>
          </a:p>
        </p:txBody>
      </p:sp>
      <p:sp>
        <p:nvSpPr>
          <p:cNvPr id="9" name="S08-chip46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300050000</a:t>
            </a:r>
            <a:endParaRPr lang="ko-KR" sz="2400" dirty="0"/>
          </a:p>
        </p:txBody>
      </p:sp>
      <p:sp>
        <p:nvSpPr>
          <p:cNvPr id="10" name="S08-text47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| 0005 | 0000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 칸을 0으로 채웠어요.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수의 크기 비교</a:t>
            </a:r>
            <a:endParaRPr lang="ko-KR" sz="4000" dirty="0"/>
          </a:p>
        </p:txBody>
      </p:sp>
      <p:sp>
        <p:nvSpPr>
          <p:cNvPr id="3" name="S09-text4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73850000과 73580000을 비교해요.</a:t>
            </a:r>
            <a:endParaRPr lang="ko-KR" sz="3000" dirty="0"/>
          </a:p>
        </p:txBody>
      </p:sp>
      <p:sp>
        <p:nvSpPr>
          <p:cNvPr id="4" name="S09-card49"/>
          <p:cNvSpPr/>
          <p:nvPr/>
        </p:nvSpPr>
        <p:spPr>
          <a:xfrm>
            <a:off x="548640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9-cardtext50"/>
          <p:cNvSpPr txBox="1"/>
          <p:nvPr/>
        </p:nvSpPr>
        <p:spPr>
          <a:xfrm>
            <a:off x="822960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자리 수가 다르면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자리 수가 많은 수가 커요.</a:t>
            </a:r>
            <a:endParaRPr lang="ko-KR" sz="3000" dirty="0"/>
          </a:p>
        </p:txBody>
      </p:sp>
      <p:sp>
        <p:nvSpPr>
          <p:cNvPr id="6" name="S09-card51"/>
          <p:cNvSpPr/>
          <p:nvPr/>
        </p:nvSpPr>
        <p:spPr>
          <a:xfrm>
            <a:off x="6208776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9-cardtext52"/>
          <p:cNvSpPr txBox="1"/>
          <p:nvPr/>
        </p:nvSpPr>
        <p:spPr>
          <a:xfrm>
            <a:off x="6483096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자리 수가 같으면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높은 자리부터 차례로 봐요.</a:t>
            </a:r>
            <a:endParaRPr lang="ko-KR" sz="3000" dirty="0"/>
          </a:p>
        </p:txBody>
      </p:sp>
      <p:graphicFrame>
        <p:nvGraphicFramePr>
          <p:cNvPr id="10" name="S09-table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22476" y="2283714"/>
          <a:ext cx="914400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천만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백만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십만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만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천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09-label54"/>
          <p:cNvSpPr txBox="1"/>
          <p:nvPr/>
        </p:nvSpPr>
        <p:spPr>
          <a:xfrm>
            <a:off x="548640" y="43357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십만의 자리에서 8 &gt; 5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뛰어 세기</a:t>
            </a:r>
            <a:endParaRPr lang="ko-KR" sz="4000" dirty="0"/>
          </a:p>
        </p:txBody>
      </p:sp>
      <p:sp>
        <p:nvSpPr>
          <p:cNvPr id="3" name="S10-text5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자리 숫자가 커지는지 봐요.</a:t>
            </a:r>
            <a:endParaRPr lang="ko-KR" sz="3000" dirty="0"/>
          </a:p>
        </p:txBody>
      </p:sp>
      <p:sp>
        <p:nvSpPr>
          <p:cNvPr id="4" name="S10-card5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0-cardtext5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1억씩 뛰어 세면 억의 자리 숫자가 1씩 커져요.</a:t>
            </a:r>
            <a:endParaRPr lang="ko-KR" sz="3000" dirty="0"/>
          </a:p>
        </p:txBody>
      </p:sp>
      <p:graphicFrame>
        <p:nvGraphicFramePr>
          <p:cNvPr id="11" name="S10-table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22476" y="2143760"/>
          <a:ext cx="91440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6858000"/>
              </a:tblGrid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몇씩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뛰어 세기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1만씩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35만 → 36만 → 37만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1억씩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35억 → 36억 → 37억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10억씩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235억 → 245억 → 255억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1조씩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8조 → 9조 → 10조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비교하고 뛰어 세기</a:t>
            </a:r>
            <a:endParaRPr lang="ko-KR" sz="4000" dirty="0"/>
          </a:p>
        </p:txBody>
      </p:sp>
      <p:sp>
        <p:nvSpPr>
          <p:cNvPr id="3" name="S11-card5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11-cardtext6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자리 수부터 세고, 높은 자리부터 봐요.</a:t>
            </a:r>
            <a:endParaRPr lang="ko-KR" sz="3000" dirty="0"/>
          </a:p>
        </p:txBody>
      </p:sp>
      <p:sp>
        <p:nvSpPr>
          <p:cNvPr id="5" name="S11-chip61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6" name="S11-text62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4900000000 ○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520000000</a:t>
            </a:r>
            <a:endParaRPr lang="ko-KR" sz="3000" dirty="0"/>
          </a:p>
        </p:txBody>
      </p:sp>
      <p:sp>
        <p:nvSpPr>
          <p:cNvPr id="7" name="S11-chip63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8" name="S11-text64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63억 2000만 ○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63억 1900만</a:t>
            </a:r>
            <a:endParaRPr lang="ko-KR" sz="3000" dirty="0"/>
          </a:p>
        </p:txBody>
      </p:sp>
      <p:sp>
        <p:nvSpPr>
          <p:cNvPr id="9" name="S11-chip65"/>
          <p:cNvSpPr txBox="1"/>
          <p:nvPr/>
        </p:nvSpPr>
        <p:spPr>
          <a:xfrm>
            <a:off x="548640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0" name="S11-text66"/>
          <p:cNvSpPr txBox="1"/>
          <p:nvPr/>
        </p:nvSpPr>
        <p:spPr>
          <a:xfrm>
            <a:off x="1344168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1억씩: 7억 8000만,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8억 8000만, □</a:t>
            </a:r>
            <a:endParaRPr lang="ko-KR" sz="3000" dirty="0"/>
          </a:p>
        </p:txBody>
      </p:sp>
      <p:sp>
        <p:nvSpPr>
          <p:cNvPr id="11" name="S11-chip67"/>
          <p:cNvSpPr txBox="1"/>
          <p:nvPr/>
        </p:nvSpPr>
        <p:spPr>
          <a:xfrm>
            <a:off x="6277356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2" name="S11-text68"/>
          <p:cNvSpPr txBox="1"/>
          <p:nvPr/>
        </p:nvSpPr>
        <p:spPr>
          <a:xfrm>
            <a:off x="7072884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100억씩: 2350억,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2450억, □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2-text6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풀고, 어떻게 알았는지 말해요.</a:t>
            </a:r>
            <a:endParaRPr lang="ko-KR" sz="3000" dirty="0"/>
          </a:p>
        </p:txBody>
      </p:sp>
      <p:sp>
        <p:nvSpPr>
          <p:cNvPr id="4" name="S12-chip70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12-text71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806000000을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읽어요.</a:t>
            </a:r>
            <a:endParaRPr lang="ko-KR" sz="3000" dirty="0"/>
          </a:p>
        </p:txBody>
      </p:sp>
      <p:sp>
        <p:nvSpPr>
          <p:cNvPr id="6" name="S12-chip72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12-text73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이조 사천억을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숫자로 써요.</a:t>
            </a:r>
            <a:endParaRPr lang="ko-KR" sz="3000" dirty="0"/>
          </a:p>
        </p:txBody>
      </p:sp>
      <p:sp>
        <p:nvSpPr>
          <p:cNvPr id="8" name="S12-chip74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12-text75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35억 700만 ○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35억 7000만</a:t>
            </a:r>
            <a:endParaRPr lang="ko-KR" sz="3000" dirty="0"/>
          </a:p>
        </p:txBody>
      </p:sp>
      <p:sp>
        <p:nvSpPr>
          <p:cNvPr id="10" name="S12-chip76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1" name="S12-text77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10억씩: 52억,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62억, □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3-card7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3-cardtext7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쓴 수는 네 자리씩 끊어 다시 읽어 보게 하세요.</a:t>
            </a:r>
            <a:endParaRPr lang="ko-KR" sz="3000" dirty="0"/>
          </a:p>
        </p:txBody>
      </p:sp>
      <p:sp>
        <p:nvSpPr>
          <p:cNvPr id="5" name="S13-chip80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400" dirty="0"/>
          </a:p>
        </p:txBody>
      </p:sp>
      <p:sp>
        <p:nvSpPr>
          <p:cNvPr id="6" name="S13-text81"/>
          <p:cNvSpPr txBox="1"/>
          <p:nvPr/>
        </p:nvSpPr>
        <p:spPr>
          <a:xfrm>
            <a:off x="548640" y="20574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팔억 육백만</a:t>
            </a:r>
            <a:endParaRPr lang="ko-KR" sz="3000" dirty="0"/>
          </a:p>
        </p:txBody>
      </p:sp>
      <p:sp>
        <p:nvSpPr>
          <p:cNvPr id="7" name="S13-text82"/>
          <p:cNvSpPr txBox="1"/>
          <p:nvPr/>
        </p:nvSpPr>
        <p:spPr>
          <a:xfrm>
            <a:off x="3367278" y="20574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| 0600 | 0000</a:t>
            </a:r>
            <a:endParaRPr lang="ko-KR" sz="2400" dirty="0"/>
          </a:p>
        </p:txBody>
      </p:sp>
      <p:sp>
        <p:nvSpPr>
          <p:cNvPr id="8" name="S13-text83"/>
          <p:cNvSpPr txBox="1"/>
          <p:nvPr/>
        </p:nvSpPr>
        <p:spPr>
          <a:xfrm>
            <a:off x="548640" y="2857500"/>
            <a:ext cx="53629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2400000000000</a:t>
            </a:r>
            <a:endParaRPr lang="ko-KR" sz="3000" dirty="0"/>
          </a:p>
        </p:txBody>
      </p:sp>
      <p:sp>
        <p:nvSpPr>
          <p:cNvPr id="9" name="S13-text84"/>
          <p:cNvSpPr txBox="1"/>
          <p:nvPr/>
        </p:nvSpPr>
        <p:spPr>
          <a:xfrm>
            <a:off x="548640" y="36576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&lt;</a:t>
            </a:r>
            <a:endParaRPr lang="ko-KR" sz="3000" dirty="0"/>
          </a:p>
        </p:txBody>
      </p:sp>
      <p:sp>
        <p:nvSpPr>
          <p:cNvPr id="10" name="S13-text85"/>
          <p:cNvSpPr txBox="1"/>
          <p:nvPr/>
        </p:nvSpPr>
        <p:spPr>
          <a:xfrm>
            <a:off x="3367278" y="36576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700만 &lt; 7000만</a:t>
            </a:r>
            <a:endParaRPr lang="ko-KR" sz="2400" dirty="0"/>
          </a:p>
        </p:txBody>
      </p:sp>
      <p:sp>
        <p:nvSpPr>
          <p:cNvPr id="11" name="S13-text86"/>
          <p:cNvSpPr txBox="1"/>
          <p:nvPr/>
        </p:nvSpPr>
        <p:spPr>
          <a:xfrm>
            <a:off x="548640" y="44577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72억</a:t>
            </a:r>
            <a:endParaRPr lang="ko-KR" sz="3000" dirty="0"/>
          </a:p>
        </p:txBody>
      </p:sp>
      <p:sp>
        <p:nvSpPr>
          <p:cNvPr id="12" name="S13-text87"/>
          <p:cNvSpPr txBox="1"/>
          <p:nvPr/>
        </p:nvSpPr>
        <p:spPr>
          <a:xfrm>
            <a:off x="3367278" y="44577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십억의 자리</a:t>
            </a:r>
            <a:endParaRPr lang="ko-KR" sz="2400" dirty="0"/>
          </a:p>
        </p:txBody>
      </p:sp>
      <p:sp>
        <p:nvSpPr>
          <p:cNvPr id="13" name="S13-chip88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400" dirty="0"/>
          </a:p>
        </p:txBody>
      </p:sp>
      <p:sp>
        <p:nvSpPr>
          <p:cNvPr id="14" name="S13-text89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팔억 육십만</a:t>
            </a:r>
            <a:endParaRPr lang="ko-KR" sz="3000" dirty="0"/>
          </a:p>
        </p:txBody>
      </p:sp>
      <p:sp>
        <p:nvSpPr>
          <p:cNvPr id="15" name="S13-text90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0600을 잘못 읽음</a:t>
            </a:r>
            <a:endParaRPr lang="ko-KR" sz="2400" dirty="0"/>
          </a:p>
        </p:txBody>
      </p:sp>
      <p:sp>
        <p:nvSpPr>
          <p:cNvPr id="16" name="S13-text91"/>
          <p:cNvSpPr txBox="1"/>
          <p:nvPr/>
        </p:nvSpPr>
        <p:spPr>
          <a:xfrm>
            <a:off x="6277356" y="3429000"/>
            <a:ext cx="53629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24000000000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큰 수는?</a:t>
            </a:r>
            <a:endParaRPr lang="ko-KR" sz="4000" dirty="0"/>
          </a:p>
        </p:txBody>
      </p:sp>
      <p:sp>
        <p:nvSpPr>
          <p:cNvPr id="3" name="S14-text9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큰 수를 골라요.</a:t>
            </a:r>
            <a:endParaRPr lang="ko-KR" sz="3000" dirty="0"/>
          </a:p>
        </p:txBody>
      </p:sp>
      <p:sp>
        <p:nvSpPr>
          <p:cNvPr id="4" name="S14-card9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4-cardtext9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큰 수를 고르고, 까닭을 말해요.</a:t>
            </a:r>
            <a:endParaRPr lang="ko-KR" sz="3000" dirty="0"/>
          </a:p>
        </p:txBody>
      </p:sp>
      <p:sp>
        <p:nvSpPr>
          <p:cNvPr id="6" name="S14-chip95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14-card96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4-cardtext97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9억 9000만</a:t>
            </a:r>
            <a:endParaRPr lang="ko-KR" sz="3000" dirty="0"/>
          </a:p>
        </p:txBody>
      </p:sp>
      <p:sp>
        <p:nvSpPr>
          <p:cNvPr id="9" name="S14-chip98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10" name="S14-card99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4-cardtext100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10억 200만</a:t>
            </a:r>
            <a:endParaRPr lang="ko-KR" sz="3000" dirty="0"/>
          </a:p>
        </p:txBody>
      </p:sp>
      <p:sp>
        <p:nvSpPr>
          <p:cNvPr id="12" name="S14-chip101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3" name="S14-card102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4-cardtext103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9억 9900만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5-card104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5-cardtext105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자리씩 끊어 만, 억, 조를 붙여 읽어요.</a:t>
            </a:r>
            <a:endParaRPr lang="ko-KR" sz="3000" dirty="0"/>
          </a:p>
        </p:txBody>
      </p:sp>
      <p:sp>
        <p:nvSpPr>
          <p:cNvPr id="5" name="S15-chip106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자리 수부터 세기</a:t>
            </a:r>
            <a:endParaRPr lang="ko-KR" sz="2400" dirty="0"/>
          </a:p>
        </p:txBody>
      </p:sp>
      <p:sp>
        <p:nvSpPr>
          <p:cNvPr id="6" name="S15-chip107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앞 숫자만 보고 비교</a:t>
            </a:r>
            <a:endParaRPr lang="ko-KR" sz="2400" dirty="0"/>
          </a:p>
        </p:txBody>
      </p:sp>
      <p:sp>
        <p:nvSpPr>
          <p:cNvPr id="7" name="S15-text108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5-text109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402300000000을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읽어요.</a:t>
            </a:r>
            <a:endParaRPr lang="ko-KR" sz="2400" dirty="0"/>
          </a:p>
        </p:txBody>
      </p:sp>
      <p:sp>
        <p:nvSpPr>
          <p:cNvPr id="9" name="S15-text110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오억 칠만을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숫자로 써요.</a:t>
            </a:r>
            <a:endParaRPr lang="ko-KR" sz="2400" dirty="0"/>
          </a:p>
        </p:txBody>
      </p:sp>
      <p:sp>
        <p:nvSpPr>
          <p:cNvPr id="10" name="S15-text111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700050000 ○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750000000</a:t>
            </a:r>
            <a:endParaRPr lang="ko-KR" sz="2400" dirty="0"/>
          </a:p>
        </p:txBody>
      </p:sp>
      <p:sp>
        <p:nvSpPr>
          <p:cNvPr id="11" name="S15-text112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(세 자리 수)×(두 자리 수)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다섯 자리 수</a:t>
            </a:r>
            <a:endParaRPr lang="ko-KR" sz="4000" dirty="0"/>
          </a:p>
        </p:txBody>
      </p:sp>
      <p:sp>
        <p:nvSpPr>
          <p:cNvPr id="3" name="S16-text11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46025를 네 자리 끊어 읽어요.</a:t>
            </a:r>
            <a:endParaRPr lang="ko-KR" sz="3000" dirty="0"/>
          </a:p>
        </p:txBody>
      </p:sp>
      <p:sp>
        <p:nvSpPr>
          <p:cNvPr id="4" name="S16-card114"/>
          <p:cNvSpPr/>
          <p:nvPr/>
        </p:nvSpPr>
        <p:spPr>
          <a:xfrm>
            <a:off x="548640" y="4975860"/>
            <a:ext cx="11091672" cy="1242060"/>
          </a:xfrm>
          <a:prstGeom prst="roundRect">
            <a:avLst>
              <a:gd name="adj" fmla="val 883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6-cardtext115"/>
          <p:cNvSpPr txBox="1"/>
          <p:nvPr/>
        </p:nvSpPr>
        <p:spPr>
          <a:xfrm>
            <a:off x="822960" y="5113020"/>
            <a:ext cx="10543032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| 6025 → 4만 6025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사만 육천이십오라고 읽어요.</a:t>
            </a:r>
            <a:endParaRPr lang="ko-KR" sz="3000" dirty="0"/>
          </a:p>
        </p:txBody>
      </p:sp>
      <p:graphicFrame>
        <p:nvGraphicFramePr>
          <p:cNvPr id="17" name="S16-table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08276" y="2526030"/>
          <a:ext cx="77724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554480"/>
                <a:gridCol w="1554480"/>
                <a:gridCol w="1554480"/>
                <a:gridCol w="1554480"/>
              </a:tblGrid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만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천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40000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6000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초4 수학 억과 조</dc:title>
  <dc:subject>KR22-G04-MAT-EOK-L01</dc:subject>
  <dc:creator>education-ppt</dc:creator>
  <cp:lastModifiedBy>education-ppt</cp:lastModifiedBy>
  <cp:revision>1</cp:revision>
  <dcterms:created xsi:type="dcterms:W3CDTF">2026-10-26T07:36:24Z</dcterms:created>
  <dcterms:modified xsi:type="dcterms:W3CDTF">2026-10-26T07:36:24Z</dcterms:modified>
</cp:coreProperties>
</file>