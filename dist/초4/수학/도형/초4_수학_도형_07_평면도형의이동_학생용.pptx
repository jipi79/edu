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4ba0e07-c368-b0da-2032-9f0dd8fefdf1}">
          <p14:sldIdLst>
            <p14:sldId id="256"/>
            <p14:sldId id="257"/>
          </p14:sldIdLst>
        </p14:section>
        <p14:section name="개념" id="{eeaf7c8e-7127-b9b6-49ec-58120a0d78a3}">
          <p14:sldIdLst>
            <p14:sldId id="258"/>
            <p14:sldId id="259"/>
            <p14:sldId id="262"/>
            <p14:sldId id="263"/>
          </p14:sldIdLst>
        </p14:section>
        <p14:section name="연습" id="{0740cc9b-b08f-3131-7a38-ac0c15598a56}">
          <p14:sldIdLst>
            <p14:sldId id="260"/>
            <p14:sldId id="261"/>
            <p14:sldId id="264"/>
            <p14:sldId id="265"/>
          </p14:sldIdLst>
        </p14:section>
        <p14:section name="개념" id="{5dc2120d-f9f8-f123-fbdc-49cc4317388c}">
          <p14:sldIdLst/>
        </p14:section>
        <p14:section name="연습" id="{11932bed-9e96-cf70-95ae-be0f0870b3f9}">
          <p14:sldIdLst/>
        </p14:section>
        <p14:section name="확인" id="{370a2dcb-c023-5db8-2aad-662e54e8ce4f}">
          <p14:sldIdLst>
            <p14:sldId id="266"/>
            <p14:sldId id="267"/>
          </p14:sldIdLst>
        </p14:section>
        <p14:section name="정리" id="{ef041e01-cabd-c01d-e67a-90ff9a0d1489}">
          <p14:sldIdLst>
            <p14:sldId id="268"/>
          </p14:sldIdLst>
        </p14:section>
        <p14:section name="보충" id="{027b667a-fb91-a891-b8b9-a56782be188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도형 · 7차시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평면도형의 이동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평면도형의 이동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평면도형의 이동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평면도형의 이동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도형을 움직이면 무엇이 바뀔까?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mark2"/>
          <p:cNvSpPr/>
          <p:nvPr/>
        </p:nvSpPr>
        <p:spPr>
          <a:xfrm>
            <a:off x="8147304" y="1540764"/>
            <a:ext cx="1124712" cy="1124712"/>
          </a:xfrm>
          <a:custGeom>
            <a:avLst/>
            <a:gdLst/>
            <a:ahLst/>
            <a:cxnLst/>
            <a:rect l="l" t="t" r="r" b="b"/>
            <a:pathLst>
              <a:path w="1124712" h="1124712">
                <a:moveTo>
                  <a:pt x="0" y="1124712"/>
                </a:moveTo>
                <a:lnTo>
                  <a:pt x="374904" y="1124712"/>
                </a:lnTo>
                <a:lnTo>
                  <a:pt x="374904" y="749808"/>
                </a:lnTo>
                <a:lnTo>
                  <a:pt x="1124712" y="374904"/>
                </a:lnTo>
                <a:lnTo>
                  <a:pt x="3749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1-mark3"/>
          <p:cNvSpPr/>
          <p:nvPr/>
        </p:nvSpPr>
        <p:spPr>
          <a:xfrm>
            <a:off x="10021824" y="1540764"/>
            <a:ext cx="1124712" cy="1124712"/>
          </a:xfrm>
          <a:custGeom>
            <a:avLst/>
            <a:gdLst/>
            <a:ahLst/>
            <a:cxnLst/>
            <a:rect l="l" t="t" r="r" b="b"/>
            <a:pathLst>
              <a:path w="1124712" h="1124712">
                <a:moveTo>
                  <a:pt x="1124712" y="1124712"/>
                </a:moveTo>
                <a:lnTo>
                  <a:pt x="749808" y="1124712"/>
                </a:lnTo>
                <a:lnTo>
                  <a:pt x="749808" y="749808"/>
                </a:lnTo>
                <a:lnTo>
                  <a:pt x="0" y="374904"/>
                </a:lnTo>
                <a:lnTo>
                  <a:pt x="749808" y="0"/>
                </a:lnTo>
                <a:lnTo>
                  <a:pt x="1124712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7" name="S01-mark4"/>
          <p:cNvSpPr/>
          <p:nvPr/>
        </p:nvSpPr>
        <p:spPr>
          <a:xfrm flipV="1">
            <a:off x="7772400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V="1">
            <a:off x="8147304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8522208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V="1">
            <a:off x="8897112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V="1">
            <a:off x="9272016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V="1">
            <a:off x="9646920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V="1">
            <a:off x="10021824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 flipV="1">
            <a:off x="10396728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 flipV="1">
            <a:off x="10771632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 flipV="1">
            <a:off x="11146536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 flipV="1">
            <a:off x="11521440" y="790956"/>
            <a:ext cx="0" cy="262432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>
            <a:off x="7772400" y="3415284"/>
            <a:ext cx="3749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7772400" y="3040380"/>
            <a:ext cx="3749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7772400" y="2665476"/>
            <a:ext cx="3749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>
            <a:off x="7772400" y="2290572"/>
            <a:ext cx="3749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1-mark19"/>
          <p:cNvSpPr/>
          <p:nvPr/>
        </p:nvSpPr>
        <p:spPr>
          <a:xfrm>
            <a:off x="7772400" y="1915668"/>
            <a:ext cx="3749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1-mark20"/>
          <p:cNvSpPr/>
          <p:nvPr/>
        </p:nvSpPr>
        <p:spPr>
          <a:xfrm>
            <a:off x="7772400" y="1540764"/>
            <a:ext cx="3749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1-mark21"/>
          <p:cNvSpPr/>
          <p:nvPr/>
        </p:nvSpPr>
        <p:spPr>
          <a:xfrm>
            <a:off x="7772400" y="1165860"/>
            <a:ext cx="3749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1-mark22"/>
          <p:cNvSpPr/>
          <p:nvPr/>
        </p:nvSpPr>
        <p:spPr>
          <a:xfrm>
            <a:off x="7772400" y="790956"/>
            <a:ext cx="37490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1-figure23" descr="모눈 위의 깃발 모양과, 가운데 점선을 기준으로 오른쪽으로 뒤집은 깃발 모양(깃발이 왼쪽을 향함)"/>
          <p:cNvSpPr/>
          <p:nvPr/>
        </p:nvSpPr>
        <p:spPr>
          <a:xfrm>
            <a:off x="8147304" y="1540764"/>
            <a:ext cx="1124712" cy="1124712"/>
          </a:xfrm>
          <a:custGeom>
            <a:avLst/>
            <a:gdLst/>
            <a:ahLst/>
            <a:cxnLst/>
            <a:rect l="l" t="t" r="r" b="b"/>
            <a:pathLst>
              <a:path w="1124712" h="1124712">
                <a:moveTo>
                  <a:pt x="0" y="1124712"/>
                </a:moveTo>
                <a:lnTo>
                  <a:pt x="374904" y="1124712"/>
                </a:lnTo>
                <a:lnTo>
                  <a:pt x="374904" y="749808"/>
                </a:lnTo>
                <a:lnTo>
                  <a:pt x="1124712" y="374904"/>
                </a:lnTo>
                <a:lnTo>
                  <a:pt x="37490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7" name="S01-mark24"/>
          <p:cNvSpPr/>
          <p:nvPr/>
        </p:nvSpPr>
        <p:spPr>
          <a:xfrm>
            <a:off x="10021824" y="1540764"/>
            <a:ext cx="1124712" cy="1124712"/>
          </a:xfrm>
          <a:custGeom>
            <a:avLst/>
            <a:gdLst/>
            <a:ahLst/>
            <a:cxnLst/>
            <a:rect l="l" t="t" r="r" b="b"/>
            <a:pathLst>
              <a:path w="1124712" h="1124712">
                <a:moveTo>
                  <a:pt x="1124712" y="1124712"/>
                </a:moveTo>
                <a:lnTo>
                  <a:pt x="749808" y="1124712"/>
                </a:lnTo>
                <a:lnTo>
                  <a:pt x="749808" y="749808"/>
                </a:lnTo>
                <a:lnTo>
                  <a:pt x="0" y="374904"/>
                </a:lnTo>
                <a:lnTo>
                  <a:pt x="749808" y="0"/>
                </a:lnTo>
                <a:lnTo>
                  <a:pt x="1124712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8" name="S01-mark25"/>
          <p:cNvSpPr/>
          <p:nvPr/>
        </p:nvSpPr>
        <p:spPr>
          <a:xfrm flipV="1">
            <a:off x="9646920" y="1353312"/>
            <a:ext cx="0" cy="1499616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29" name="S01-card26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0" name="S01-cardtext27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도형을 밀고 뒤집은 모양을 알아봐요.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도형을 돌린 모양을 알아봐요.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mark28"/>
          <p:cNvSpPr/>
          <p:nvPr/>
        </p:nvSpPr>
        <p:spPr>
          <a:xfrm flipV="1">
            <a:off x="6672834" y="1943100"/>
            <a:ext cx="0" cy="3657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" name="S02-mark29"/>
          <p:cNvSpPr/>
          <p:nvPr/>
        </p:nvSpPr>
        <p:spPr>
          <a:xfrm flipV="1">
            <a:off x="7587234" y="1943100"/>
            <a:ext cx="0" cy="3657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02-mark30"/>
          <p:cNvSpPr/>
          <p:nvPr/>
        </p:nvSpPr>
        <p:spPr>
          <a:xfrm flipV="1">
            <a:off x="8501634" y="1943100"/>
            <a:ext cx="0" cy="3657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2-mark31"/>
          <p:cNvSpPr/>
          <p:nvPr/>
        </p:nvSpPr>
        <p:spPr>
          <a:xfrm flipV="1">
            <a:off x="9416034" y="1943100"/>
            <a:ext cx="0" cy="3657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2-mark32"/>
          <p:cNvSpPr/>
          <p:nvPr/>
        </p:nvSpPr>
        <p:spPr>
          <a:xfrm flipV="1">
            <a:off x="10330434" y="1943100"/>
            <a:ext cx="0" cy="3657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2-mark33"/>
          <p:cNvSpPr/>
          <p:nvPr/>
        </p:nvSpPr>
        <p:spPr>
          <a:xfrm flipV="1">
            <a:off x="11244834" y="1943100"/>
            <a:ext cx="0" cy="36576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2-mark34"/>
          <p:cNvSpPr/>
          <p:nvPr/>
        </p:nvSpPr>
        <p:spPr>
          <a:xfrm>
            <a:off x="6672834" y="5600700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2-mark35"/>
          <p:cNvSpPr/>
          <p:nvPr/>
        </p:nvSpPr>
        <p:spPr>
          <a:xfrm>
            <a:off x="6672834" y="4686300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2-mark36"/>
          <p:cNvSpPr/>
          <p:nvPr/>
        </p:nvSpPr>
        <p:spPr>
          <a:xfrm>
            <a:off x="6672834" y="3771900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2-mark37"/>
          <p:cNvSpPr/>
          <p:nvPr/>
        </p:nvSpPr>
        <p:spPr>
          <a:xfrm>
            <a:off x="6672834" y="2857500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2-mark38"/>
          <p:cNvSpPr/>
          <p:nvPr/>
        </p:nvSpPr>
        <p:spPr>
          <a:xfrm>
            <a:off x="6672834" y="1943100"/>
            <a:ext cx="45720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2-mark39"/>
          <p:cNvSpPr/>
          <p:nvPr/>
        </p:nvSpPr>
        <p:spPr>
          <a:xfrm>
            <a:off x="7527798" y="46268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2-mark40"/>
          <p:cNvSpPr/>
          <p:nvPr/>
        </p:nvSpPr>
        <p:spPr>
          <a:xfrm>
            <a:off x="10270998" y="46268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2-mark41"/>
          <p:cNvSpPr/>
          <p:nvPr/>
        </p:nvSpPr>
        <p:spPr>
          <a:xfrm>
            <a:off x="7527798" y="27980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2-mark42"/>
          <p:cNvSpPr/>
          <p:nvPr/>
        </p:nvSpPr>
        <p:spPr>
          <a:xfrm>
            <a:off x="10270998" y="27980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2-label44"/>
          <p:cNvSpPr txBox="1"/>
          <p:nvPr/>
        </p:nvSpPr>
        <p:spPr>
          <a:xfrm>
            <a:off x="7160813" y="460472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19" name="S02-label46"/>
          <p:cNvSpPr txBox="1"/>
          <p:nvPr/>
        </p:nvSpPr>
        <p:spPr>
          <a:xfrm>
            <a:off x="10248855" y="460472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20" name="S02-label48"/>
          <p:cNvSpPr txBox="1"/>
          <p:nvPr/>
        </p:nvSpPr>
        <p:spPr>
          <a:xfrm>
            <a:off x="7160813" y="2431079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21" name="S02-label50"/>
          <p:cNvSpPr txBox="1"/>
          <p:nvPr/>
        </p:nvSpPr>
        <p:spPr>
          <a:xfrm>
            <a:off x="10248855" y="2431079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22" name="S02-chip5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23" name="S02-text5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직각은 몇 도인가요?</a:t>
            </a:r>
            <a:endParaRPr lang="ko-KR" sz="3000" dirty="0"/>
          </a:p>
        </p:txBody>
      </p:sp>
      <p:sp>
        <p:nvSpPr>
          <p:cNvPr id="24" name="S02-chip53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5" name="S02-text54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시곗바늘이 12에서 6까지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돌면 몇 도인가요?</a:t>
            </a:r>
            <a:endParaRPr lang="ko-KR" sz="3000" dirty="0"/>
          </a:p>
        </p:txBody>
      </p:sp>
      <p:sp>
        <p:nvSpPr>
          <p:cNvPr id="26" name="S02-chip55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27" name="S02-text56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ㄱ에서 오른쪽으로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3칸 간 점은?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 밀기</a:t>
            </a:r>
            <a:endParaRPr lang="ko-KR" sz="4000" dirty="0"/>
          </a:p>
        </p:txBody>
      </p:sp>
      <p:sp>
        <p:nvSpPr>
          <p:cNvPr id="3" name="S03-mark57"/>
          <p:cNvSpPr/>
          <p:nvPr/>
        </p:nvSpPr>
        <p:spPr>
          <a:xfrm>
            <a:off x="1441899" y="2980651"/>
            <a:ext cx="1582497" cy="1582497"/>
          </a:xfrm>
          <a:custGeom>
            <a:avLst/>
            <a:gdLst/>
            <a:ahLst/>
            <a:cxnLst/>
            <a:rect l="l" t="t" r="r" b="b"/>
            <a:pathLst>
              <a:path w="1582497" h="1582497">
                <a:moveTo>
                  <a:pt x="0" y="1582497"/>
                </a:moveTo>
                <a:lnTo>
                  <a:pt x="527499" y="1582497"/>
                </a:lnTo>
                <a:lnTo>
                  <a:pt x="527499" y="1054998"/>
                </a:lnTo>
                <a:lnTo>
                  <a:pt x="1582497" y="527499"/>
                </a:lnTo>
                <a:lnTo>
                  <a:pt x="5274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" name="S03-mark58"/>
          <p:cNvSpPr/>
          <p:nvPr/>
        </p:nvSpPr>
        <p:spPr>
          <a:xfrm>
            <a:off x="4079394" y="2980651"/>
            <a:ext cx="1582497" cy="1582497"/>
          </a:xfrm>
          <a:custGeom>
            <a:avLst/>
            <a:gdLst/>
            <a:ahLst/>
            <a:cxnLst/>
            <a:rect l="l" t="t" r="r" b="b"/>
            <a:pathLst>
              <a:path w="1582497" h="1582497">
                <a:moveTo>
                  <a:pt x="0" y="1582497"/>
                </a:moveTo>
                <a:lnTo>
                  <a:pt x="527499" y="1582497"/>
                </a:lnTo>
                <a:lnTo>
                  <a:pt x="527499" y="1054998"/>
                </a:lnTo>
                <a:lnTo>
                  <a:pt x="1582497" y="527499"/>
                </a:lnTo>
                <a:lnTo>
                  <a:pt x="52749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5" name="S03-mark59"/>
          <p:cNvSpPr/>
          <p:nvPr/>
        </p:nvSpPr>
        <p:spPr>
          <a:xfrm flipV="1">
            <a:off x="914400" y="1925653"/>
            <a:ext cx="0" cy="36924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3-mark60"/>
          <p:cNvSpPr/>
          <p:nvPr/>
        </p:nvSpPr>
        <p:spPr>
          <a:xfrm flipV="1">
            <a:off x="1441899" y="1925653"/>
            <a:ext cx="0" cy="36924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3-mark61"/>
          <p:cNvSpPr/>
          <p:nvPr/>
        </p:nvSpPr>
        <p:spPr>
          <a:xfrm flipV="1">
            <a:off x="1969398" y="1925653"/>
            <a:ext cx="0" cy="36924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3-mark62"/>
          <p:cNvSpPr/>
          <p:nvPr/>
        </p:nvSpPr>
        <p:spPr>
          <a:xfrm flipV="1">
            <a:off x="2496897" y="1925653"/>
            <a:ext cx="0" cy="36924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3-mark63"/>
          <p:cNvSpPr/>
          <p:nvPr/>
        </p:nvSpPr>
        <p:spPr>
          <a:xfrm flipV="1">
            <a:off x="3024396" y="1925653"/>
            <a:ext cx="0" cy="36924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3-mark64"/>
          <p:cNvSpPr/>
          <p:nvPr/>
        </p:nvSpPr>
        <p:spPr>
          <a:xfrm flipV="1">
            <a:off x="3551895" y="1925653"/>
            <a:ext cx="0" cy="36924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3-mark65"/>
          <p:cNvSpPr/>
          <p:nvPr/>
        </p:nvSpPr>
        <p:spPr>
          <a:xfrm flipV="1">
            <a:off x="4079394" y="1925653"/>
            <a:ext cx="0" cy="36924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3-mark66"/>
          <p:cNvSpPr/>
          <p:nvPr/>
        </p:nvSpPr>
        <p:spPr>
          <a:xfrm flipV="1">
            <a:off x="4606894" y="1925653"/>
            <a:ext cx="0" cy="36924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3-mark67"/>
          <p:cNvSpPr/>
          <p:nvPr/>
        </p:nvSpPr>
        <p:spPr>
          <a:xfrm flipV="1">
            <a:off x="5134393" y="1925653"/>
            <a:ext cx="0" cy="36924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3-mark68"/>
          <p:cNvSpPr/>
          <p:nvPr/>
        </p:nvSpPr>
        <p:spPr>
          <a:xfrm flipV="1">
            <a:off x="5661892" y="1925653"/>
            <a:ext cx="0" cy="36924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3-mark69"/>
          <p:cNvSpPr/>
          <p:nvPr/>
        </p:nvSpPr>
        <p:spPr>
          <a:xfrm flipV="1">
            <a:off x="6189391" y="1925653"/>
            <a:ext cx="0" cy="369249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3-mark70"/>
          <p:cNvSpPr/>
          <p:nvPr/>
        </p:nvSpPr>
        <p:spPr>
          <a:xfrm>
            <a:off x="914400" y="5618147"/>
            <a:ext cx="527499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3-mark71"/>
          <p:cNvSpPr/>
          <p:nvPr/>
        </p:nvSpPr>
        <p:spPr>
          <a:xfrm>
            <a:off x="914400" y="5090648"/>
            <a:ext cx="527499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3-mark72"/>
          <p:cNvSpPr/>
          <p:nvPr/>
        </p:nvSpPr>
        <p:spPr>
          <a:xfrm>
            <a:off x="914400" y="4563149"/>
            <a:ext cx="527499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3-mark73"/>
          <p:cNvSpPr/>
          <p:nvPr/>
        </p:nvSpPr>
        <p:spPr>
          <a:xfrm>
            <a:off x="914400" y="4035650"/>
            <a:ext cx="527499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3-mark74"/>
          <p:cNvSpPr/>
          <p:nvPr/>
        </p:nvSpPr>
        <p:spPr>
          <a:xfrm>
            <a:off x="914400" y="3508150"/>
            <a:ext cx="527499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3-mark75"/>
          <p:cNvSpPr/>
          <p:nvPr/>
        </p:nvSpPr>
        <p:spPr>
          <a:xfrm>
            <a:off x="914400" y="2980651"/>
            <a:ext cx="527499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3-mark76"/>
          <p:cNvSpPr/>
          <p:nvPr/>
        </p:nvSpPr>
        <p:spPr>
          <a:xfrm>
            <a:off x="914400" y="2453152"/>
            <a:ext cx="527499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3-mark77"/>
          <p:cNvSpPr/>
          <p:nvPr/>
        </p:nvSpPr>
        <p:spPr>
          <a:xfrm>
            <a:off x="914400" y="1925653"/>
            <a:ext cx="5274991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3-figure78" descr="모눈 위의 깃발과, 오른쪽으로 5칸 민 깃발: 모양과 방향은 같고 위치만 다름"/>
          <p:cNvSpPr/>
          <p:nvPr/>
        </p:nvSpPr>
        <p:spPr>
          <a:xfrm>
            <a:off x="1441899" y="2980651"/>
            <a:ext cx="1582497" cy="1582497"/>
          </a:xfrm>
          <a:custGeom>
            <a:avLst/>
            <a:gdLst/>
            <a:ahLst/>
            <a:cxnLst/>
            <a:rect l="l" t="t" r="r" b="b"/>
            <a:pathLst>
              <a:path w="1582497" h="1582497">
                <a:moveTo>
                  <a:pt x="0" y="1582497"/>
                </a:moveTo>
                <a:lnTo>
                  <a:pt x="527499" y="1582497"/>
                </a:lnTo>
                <a:lnTo>
                  <a:pt x="527499" y="1054998"/>
                </a:lnTo>
                <a:lnTo>
                  <a:pt x="1582497" y="527499"/>
                </a:lnTo>
                <a:lnTo>
                  <a:pt x="527499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03-mark79"/>
          <p:cNvSpPr/>
          <p:nvPr/>
        </p:nvSpPr>
        <p:spPr>
          <a:xfrm>
            <a:off x="4079394" y="2980651"/>
            <a:ext cx="1582497" cy="1582497"/>
          </a:xfrm>
          <a:custGeom>
            <a:avLst/>
            <a:gdLst/>
            <a:ahLst/>
            <a:cxnLst/>
            <a:rect l="l" t="t" r="r" b="b"/>
            <a:pathLst>
              <a:path w="1582497" h="1582497">
                <a:moveTo>
                  <a:pt x="0" y="1582497"/>
                </a:moveTo>
                <a:lnTo>
                  <a:pt x="527499" y="1582497"/>
                </a:lnTo>
                <a:lnTo>
                  <a:pt x="527499" y="1054998"/>
                </a:lnTo>
                <a:lnTo>
                  <a:pt x="1582497" y="527499"/>
                </a:lnTo>
                <a:lnTo>
                  <a:pt x="527499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3-mark80"/>
          <p:cNvSpPr/>
          <p:nvPr/>
        </p:nvSpPr>
        <p:spPr>
          <a:xfrm>
            <a:off x="1441899" y="4879648"/>
            <a:ext cx="2637495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27" name="S03-label82"/>
          <p:cNvSpPr txBox="1"/>
          <p:nvPr/>
        </p:nvSpPr>
        <p:spPr>
          <a:xfrm>
            <a:off x="2455847" y="4963468"/>
            <a:ext cx="609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5칸</a:t>
            </a:r>
            <a:endParaRPr lang="ko-KR" sz="2400" dirty="0"/>
          </a:p>
        </p:txBody>
      </p:sp>
      <p:sp>
        <p:nvSpPr>
          <p:cNvPr id="28" name="S03-label84"/>
          <p:cNvSpPr txBox="1"/>
          <p:nvPr/>
        </p:nvSpPr>
        <p:spPr>
          <a:xfrm>
            <a:off x="1879580" y="2368152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</a:t>
            </a:r>
            <a:endParaRPr lang="ko-KR" sz="2400" dirty="0"/>
          </a:p>
        </p:txBody>
      </p:sp>
      <p:sp>
        <p:nvSpPr>
          <p:cNvPr id="29" name="S03-label86"/>
          <p:cNvSpPr txBox="1"/>
          <p:nvPr/>
        </p:nvSpPr>
        <p:spPr>
          <a:xfrm>
            <a:off x="4471355" y="2368152"/>
            <a:ext cx="7985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 뒤</a:t>
            </a:r>
            <a:endParaRPr lang="ko-KR" sz="2400" dirty="0"/>
          </a:p>
        </p:txBody>
      </p:sp>
      <p:sp>
        <p:nvSpPr>
          <p:cNvPr id="30" name="S03-card87"/>
          <p:cNvSpPr/>
          <p:nvPr/>
        </p:nvSpPr>
        <p:spPr>
          <a:xfrm>
            <a:off x="6920911" y="2602230"/>
            <a:ext cx="4719401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1" name="S03-cardtext88"/>
          <p:cNvSpPr txBox="1"/>
          <p:nvPr/>
        </p:nvSpPr>
        <p:spPr>
          <a:xfrm>
            <a:off x="7195231" y="2739390"/>
            <a:ext cx="4170761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모양과 크기는 그대로예요.</a:t>
            </a:r>
            <a:endParaRPr lang="ko-KR" sz="3000" dirty="0"/>
          </a:p>
        </p:txBody>
      </p:sp>
      <p:sp>
        <p:nvSpPr>
          <p:cNvPr id="32" name="S03-card89"/>
          <p:cNvSpPr/>
          <p:nvPr/>
        </p:nvSpPr>
        <p:spPr>
          <a:xfrm>
            <a:off x="6920911" y="4072890"/>
            <a:ext cx="4719401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3" name="S03-cardtext90"/>
          <p:cNvSpPr txBox="1"/>
          <p:nvPr/>
        </p:nvSpPr>
        <p:spPr>
          <a:xfrm>
            <a:off x="7195231" y="4210050"/>
            <a:ext cx="4170761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위치만 바뀌어요.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 뒤집기</a:t>
            </a:r>
            <a:endParaRPr lang="ko-KR" sz="4000" dirty="0"/>
          </a:p>
        </p:txBody>
      </p:sp>
      <p:sp>
        <p:nvSpPr>
          <p:cNvPr id="3" name="S04-card91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92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 뒤집으면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↔ 오른쪽</a:t>
            </a:r>
            <a:endParaRPr lang="ko-KR" sz="3000" dirty="0"/>
          </a:p>
        </p:txBody>
      </p:sp>
      <p:sp>
        <p:nvSpPr>
          <p:cNvPr id="5" name="S04-card93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94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아래쪽으로 뒤집으면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 ↔ 아래쪽</a:t>
            </a:r>
            <a:endParaRPr lang="ko-KR" sz="3000" dirty="0"/>
          </a:p>
        </p:txBody>
      </p:sp>
      <p:sp>
        <p:nvSpPr>
          <p:cNvPr id="7" name="S04-mark95"/>
          <p:cNvSpPr/>
          <p:nvPr/>
        </p:nvSpPr>
        <p:spPr>
          <a:xfrm>
            <a:off x="1677489" y="2199350"/>
            <a:ext cx="1173045" cy="1173045"/>
          </a:xfrm>
          <a:custGeom>
            <a:avLst/>
            <a:gdLst/>
            <a:ahLst/>
            <a:cxnLst/>
            <a:rect l="l" t="t" r="r" b="b"/>
            <a:pathLst>
              <a:path w="1173045" h="1173045">
                <a:moveTo>
                  <a:pt x="0" y="1173045"/>
                </a:moveTo>
                <a:lnTo>
                  <a:pt x="391015" y="1173045"/>
                </a:lnTo>
                <a:lnTo>
                  <a:pt x="391015" y="782030"/>
                </a:lnTo>
                <a:lnTo>
                  <a:pt x="1173045" y="391015"/>
                </a:lnTo>
                <a:lnTo>
                  <a:pt x="39101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04-mark96"/>
          <p:cNvSpPr/>
          <p:nvPr/>
        </p:nvSpPr>
        <p:spPr>
          <a:xfrm>
            <a:off x="3632563" y="2199350"/>
            <a:ext cx="1173045" cy="1173045"/>
          </a:xfrm>
          <a:custGeom>
            <a:avLst/>
            <a:gdLst/>
            <a:ahLst/>
            <a:cxnLst/>
            <a:rect l="l" t="t" r="r" b="b"/>
            <a:pathLst>
              <a:path w="1173045" h="1173045">
                <a:moveTo>
                  <a:pt x="1173045" y="1173045"/>
                </a:moveTo>
                <a:lnTo>
                  <a:pt x="782030" y="1173045"/>
                </a:lnTo>
                <a:lnTo>
                  <a:pt x="782030" y="782030"/>
                </a:lnTo>
                <a:lnTo>
                  <a:pt x="0" y="391015"/>
                </a:lnTo>
                <a:lnTo>
                  <a:pt x="782030" y="0"/>
                </a:lnTo>
                <a:lnTo>
                  <a:pt x="1173045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04-mark97"/>
          <p:cNvSpPr/>
          <p:nvPr/>
        </p:nvSpPr>
        <p:spPr>
          <a:xfrm flipV="1">
            <a:off x="1286474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4-mark98"/>
          <p:cNvSpPr/>
          <p:nvPr/>
        </p:nvSpPr>
        <p:spPr>
          <a:xfrm flipV="1">
            <a:off x="1677489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4-mark99"/>
          <p:cNvSpPr/>
          <p:nvPr/>
        </p:nvSpPr>
        <p:spPr>
          <a:xfrm flipV="1">
            <a:off x="2068503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4-mark100"/>
          <p:cNvSpPr/>
          <p:nvPr/>
        </p:nvSpPr>
        <p:spPr>
          <a:xfrm flipV="1">
            <a:off x="2459518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4-mark101"/>
          <p:cNvSpPr/>
          <p:nvPr/>
        </p:nvSpPr>
        <p:spPr>
          <a:xfrm flipV="1">
            <a:off x="2850533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4-mark102"/>
          <p:cNvSpPr/>
          <p:nvPr/>
        </p:nvSpPr>
        <p:spPr>
          <a:xfrm flipV="1">
            <a:off x="3241548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4-mark103"/>
          <p:cNvSpPr/>
          <p:nvPr/>
        </p:nvSpPr>
        <p:spPr>
          <a:xfrm flipV="1">
            <a:off x="3632563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4-mark104"/>
          <p:cNvSpPr/>
          <p:nvPr/>
        </p:nvSpPr>
        <p:spPr>
          <a:xfrm flipV="1">
            <a:off x="4023578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4-mark105"/>
          <p:cNvSpPr/>
          <p:nvPr/>
        </p:nvSpPr>
        <p:spPr>
          <a:xfrm flipV="1">
            <a:off x="4414593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4-mark106"/>
          <p:cNvSpPr/>
          <p:nvPr/>
        </p:nvSpPr>
        <p:spPr>
          <a:xfrm flipV="1">
            <a:off x="4805607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4-mark107"/>
          <p:cNvSpPr/>
          <p:nvPr/>
        </p:nvSpPr>
        <p:spPr>
          <a:xfrm flipV="1">
            <a:off x="5196622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4-mark108"/>
          <p:cNvSpPr/>
          <p:nvPr/>
        </p:nvSpPr>
        <p:spPr>
          <a:xfrm>
            <a:off x="1286474" y="4154424"/>
            <a:ext cx="391014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4-mark109"/>
          <p:cNvSpPr/>
          <p:nvPr/>
        </p:nvSpPr>
        <p:spPr>
          <a:xfrm>
            <a:off x="1286474" y="3763409"/>
            <a:ext cx="391014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4-mark110"/>
          <p:cNvSpPr/>
          <p:nvPr/>
        </p:nvSpPr>
        <p:spPr>
          <a:xfrm>
            <a:off x="1286474" y="3372394"/>
            <a:ext cx="391014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4-mark111"/>
          <p:cNvSpPr/>
          <p:nvPr/>
        </p:nvSpPr>
        <p:spPr>
          <a:xfrm>
            <a:off x="1286474" y="2981379"/>
            <a:ext cx="391014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4-mark112"/>
          <p:cNvSpPr/>
          <p:nvPr/>
        </p:nvSpPr>
        <p:spPr>
          <a:xfrm>
            <a:off x="1286474" y="2590365"/>
            <a:ext cx="391014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4-mark113"/>
          <p:cNvSpPr/>
          <p:nvPr/>
        </p:nvSpPr>
        <p:spPr>
          <a:xfrm>
            <a:off x="1286474" y="2199350"/>
            <a:ext cx="391014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4-mark114"/>
          <p:cNvSpPr/>
          <p:nvPr/>
        </p:nvSpPr>
        <p:spPr>
          <a:xfrm>
            <a:off x="1286474" y="1808335"/>
            <a:ext cx="391014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4-mark115"/>
          <p:cNvSpPr/>
          <p:nvPr/>
        </p:nvSpPr>
        <p:spPr>
          <a:xfrm>
            <a:off x="1286474" y="1417320"/>
            <a:ext cx="391014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4-figure116" descr="깃발을 세로 점선을 기준으로 오른쪽으로 뒤집음: 깃발이 오른쪽을 향하던 것이 왼쪽을 향함"/>
          <p:cNvSpPr/>
          <p:nvPr/>
        </p:nvSpPr>
        <p:spPr>
          <a:xfrm>
            <a:off x="1677489" y="2199350"/>
            <a:ext cx="1173045" cy="1173045"/>
          </a:xfrm>
          <a:custGeom>
            <a:avLst/>
            <a:gdLst/>
            <a:ahLst/>
            <a:cxnLst/>
            <a:rect l="l" t="t" r="r" b="b"/>
            <a:pathLst>
              <a:path w="1173045" h="1173045">
                <a:moveTo>
                  <a:pt x="0" y="1173045"/>
                </a:moveTo>
                <a:lnTo>
                  <a:pt x="391015" y="1173045"/>
                </a:lnTo>
                <a:lnTo>
                  <a:pt x="391015" y="782030"/>
                </a:lnTo>
                <a:lnTo>
                  <a:pt x="1173045" y="391015"/>
                </a:lnTo>
                <a:lnTo>
                  <a:pt x="391015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9" name="S04-mark117"/>
          <p:cNvSpPr/>
          <p:nvPr/>
        </p:nvSpPr>
        <p:spPr>
          <a:xfrm>
            <a:off x="3632563" y="2199350"/>
            <a:ext cx="1173045" cy="1173045"/>
          </a:xfrm>
          <a:custGeom>
            <a:avLst/>
            <a:gdLst/>
            <a:ahLst/>
            <a:cxnLst/>
            <a:rect l="l" t="t" r="r" b="b"/>
            <a:pathLst>
              <a:path w="1173045" h="1173045">
                <a:moveTo>
                  <a:pt x="1173045" y="1173045"/>
                </a:moveTo>
                <a:lnTo>
                  <a:pt x="782030" y="1173045"/>
                </a:lnTo>
                <a:lnTo>
                  <a:pt x="782030" y="782030"/>
                </a:lnTo>
                <a:lnTo>
                  <a:pt x="0" y="391015"/>
                </a:lnTo>
                <a:lnTo>
                  <a:pt x="782030" y="0"/>
                </a:lnTo>
                <a:lnTo>
                  <a:pt x="1173045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0" name="S04-mark118"/>
          <p:cNvSpPr/>
          <p:nvPr/>
        </p:nvSpPr>
        <p:spPr>
          <a:xfrm flipV="1">
            <a:off x="3241548" y="2003842"/>
            <a:ext cx="0" cy="1564059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31" name="S04-label119"/>
          <p:cNvSpPr txBox="1"/>
          <p:nvPr/>
        </p:nvSpPr>
        <p:spPr>
          <a:xfrm>
            <a:off x="548640" y="4319016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 뒤집기</a:t>
            </a:r>
            <a:endParaRPr lang="ko-KR" sz="2400" dirty="0"/>
          </a:p>
        </p:txBody>
      </p:sp>
      <p:sp>
        <p:nvSpPr>
          <p:cNvPr id="32" name="S04-mark120"/>
          <p:cNvSpPr/>
          <p:nvPr/>
        </p:nvSpPr>
        <p:spPr>
          <a:xfrm>
            <a:off x="8536838" y="1691030"/>
            <a:ext cx="821131" cy="821131"/>
          </a:xfrm>
          <a:custGeom>
            <a:avLst/>
            <a:gdLst/>
            <a:ahLst/>
            <a:cxnLst/>
            <a:rect l="l" t="t" r="r" b="b"/>
            <a:pathLst>
              <a:path w="821131" h="821131">
                <a:moveTo>
                  <a:pt x="0" y="821131"/>
                </a:moveTo>
                <a:lnTo>
                  <a:pt x="273710" y="821131"/>
                </a:lnTo>
                <a:lnTo>
                  <a:pt x="273710" y="547421"/>
                </a:lnTo>
                <a:lnTo>
                  <a:pt x="821131" y="273710"/>
                </a:lnTo>
                <a:lnTo>
                  <a:pt x="27371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33" name="S04-mark121"/>
          <p:cNvSpPr/>
          <p:nvPr/>
        </p:nvSpPr>
        <p:spPr>
          <a:xfrm>
            <a:off x="8536838" y="3059582"/>
            <a:ext cx="821131" cy="821131"/>
          </a:xfrm>
          <a:custGeom>
            <a:avLst/>
            <a:gdLst/>
            <a:ahLst/>
            <a:cxnLst/>
            <a:rect l="l" t="t" r="r" b="b"/>
            <a:pathLst>
              <a:path w="821131" h="821131">
                <a:moveTo>
                  <a:pt x="0" y="0"/>
                </a:moveTo>
                <a:lnTo>
                  <a:pt x="273710" y="0"/>
                </a:lnTo>
                <a:lnTo>
                  <a:pt x="273710" y="273710"/>
                </a:lnTo>
                <a:lnTo>
                  <a:pt x="821131" y="547421"/>
                </a:lnTo>
                <a:lnTo>
                  <a:pt x="273710" y="821131"/>
                </a:lnTo>
                <a:lnTo>
                  <a:pt x="0" y="821131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34" name="S04-mark122"/>
          <p:cNvSpPr/>
          <p:nvPr/>
        </p:nvSpPr>
        <p:spPr>
          <a:xfrm flipV="1">
            <a:off x="7989418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4-mark123"/>
          <p:cNvSpPr/>
          <p:nvPr/>
        </p:nvSpPr>
        <p:spPr>
          <a:xfrm flipV="1">
            <a:off x="8263128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4-mark124"/>
          <p:cNvSpPr/>
          <p:nvPr/>
        </p:nvSpPr>
        <p:spPr>
          <a:xfrm flipV="1">
            <a:off x="8536838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4-mark125"/>
          <p:cNvSpPr/>
          <p:nvPr/>
        </p:nvSpPr>
        <p:spPr>
          <a:xfrm flipV="1">
            <a:off x="8810549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4-mark126"/>
          <p:cNvSpPr/>
          <p:nvPr/>
        </p:nvSpPr>
        <p:spPr>
          <a:xfrm flipV="1">
            <a:off x="9084259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4-mark127"/>
          <p:cNvSpPr/>
          <p:nvPr/>
        </p:nvSpPr>
        <p:spPr>
          <a:xfrm flipV="1">
            <a:off x="9357970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4-mark128"/>
          <p:cNvSpPr/>
          <p:nvPr/>
        </p:nvSpPr>
        <p:spPr>
          <a:xfrm flipV="1">
            <a:off x="9631680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4-mark129"/>
          <p:cNvSpPr/>
          <p:nvPr/>
        </p:nvSpPr>
        <p:spPr>
          <a:xfrm flipV="1">
            <a:off x="9905390" y="1417320"/>
            <a:ext cx="0" cy="273710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4-mark130"/>
          <p:cNvSpPr/>
          <p:nvPr/>
        </p:nvSpPr>
        <p:spPr>
          <a:xfrm>
            <a:off x="7989418" y="4154424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4-mark131"/>
          <p:cNvSpPr/>
          <p:nvPr/>
        </p:nvSpPr>
        <p:spPr>
          <a:xfrm>
            <a:off x="7989418" y="3880714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4-mark132"/>
          <p:cNvSpPr/>
          <p:nvPr/>
        </p:nvSpPr>
        <p:spPr>
          <a:xfrm>
            <a:off x="7989418" y="3607003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4-mark133"/>
          <p:cNvSpPr/>
          <p:nvPr/>
        </p:nvSpPr>
        <p:spPr>
          <a:xfrm>
            <a:off x="7989418" y="3333293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4-mark134"/>
          <p:cNvSpPr/>
          <p:nvPr/>
        </p:nvSpPr>
        <p:spPr>
          <a:xfrm>
            <a:off x="7989418" y="3059582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4-mark135"/>
          <p:cNvSpPr/>
          <p:nvPr/>
        </p:nvSpPr>
        <p:spPr>
          <a:xfrm>
            <a:off x="7989418" y="2785872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4-mark136"/>
          <p:cNvSpPr/>
          <p:nvPr/>
        </p:nvSpPr>
        <p:spPr>
          <a:xfrm>
            <a:off x="7989418" y="2512162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04-mark137"/>
          <p:cNvSpPr/>
          <p:nvPr/>
        </p:nvSpPr>
        <p:spPr>
          <a:xfrm>
            <a:off x="7989418" y="2238451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04-mark138"/>
          <p:cNvSpPr/>
          <p:nvPr/>
        </p:nvSpPr>
        <p:spPr>
          <a:xfrm>
            <a:off x="7989418" y="1964741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04-mark139"/>
          <p:cNvSpPr/>
          <p:nvPr/>
        </p:nvSpPr>
        <p:spPr>
          <a:xfrm>
            <a:off x="7989418" y="1691030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2" name="S04-mark140"/>
          <p:cNvSpPr/>
          <p:nvPr/>
        </p:nvSpPr>
        <p:spPr>
          <a:xfrm>
            <a:off x="7989418" y="1417320"/>
            <a:ext cx="1915973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3" name="S04-figure141" descr="깃발을 가로 점선을 기준으로 아래쪽으로 뒤집음: 깃발이 위쪽에 있던 것이 아래쪽에 있음"/>
          <p:cNvSpPr/>
          <p:nvPr/>
        </p:nvSpPr>
        <p:spPr>
          <a:xfrm>
            <a:off x="8536838" y="1691030"/>
            <a:ext cx="821131" cy="821131"/>
          </a:xfrm>
          <a:custGeom>
            <a:avLst/>
            <a:gdLst/>
            <a:ahLst/>
            <a:cxnLst/>
            <a:rect l="l" t="t" r="r" b="b"/>
            <a:pathLst>
              <a:path w="821131" h="821131">
                <a:moveTo>
                  <a:pt x="0" y="821131"/>
                </a:moveTo>
                <a:lnTo>
                  <a:pt x="273710" y="821131"/>
                </a:lnTo>
                <a:lnTo>
                  <a:pt x="273710" y="547421"/>
                </a:lnTo>
                <a:lnTo>
                  <a:pt x="821131" y="273710"/>
                </a:lnTo>
                <a:lnTo>
                  <a:pt x="27371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4" name="S04-mark142"/>
          <p:cNvSpPr/>
          <p:nvPr/>
        </p:nvSpPr>
        <p:spPr>
          <a:xfrm>
            <a:off x="8536838" y="3059582"/>
            <a:ext cx="821131" cy="821131"/>
          </a:xfrm>
          <a:custGeom>
            <a:avLst/>
            <a:gdLst/>
            <a:ahLst/>
            <a:cxnLst/>
            <a:rect l="l" t="t" r="r" b="b"/>
            <a:pathLst>
              <a:path w="821131" h="821131">
                <a:moveTo>
                  <a:pt x="0" y="0"/>
                </a:moveTo>
                <a:lnTo>
                  <a:pt x="273710" y="0"/>
                </a:lnTo>
                <a:lnTo>
                  <a:pt x="273710" y="273710"/>
                </a:lnTo>
                <a:lnTo>
                  <a:pt x="821131" y="547421"/>
                </a:lnTo>
                <a:lnTo>
                  <a:pt x="273710" y="821131"/>
                </a:lnTo>
                <a:lnTo>
                  <a:pt x="0" y="821131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5" name="S04-mark143"/>
          <p:cNvSpPr/>
          <p:nvPr/>
        </p:nvSpPr>
        <p:spPr>
          <a:xfrm>
            <a:off x="8399983" y="2785872"/>
            <a:ext cx="109484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dash"/>
          </a:ln>
        </p:spPr>
      </p:sp>
      <p:sp>
        <p:nvSpPr>
          <p:cNvPr id="56" name="S04-label144"/>
          <p:cNvSpPr txBox="1"/>
          <p:nvPr/>
        </p:nvSpPr>
        <p:spPr>
          <a:xfrm>
            <a:off x="6254496" y="4319016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아래쪽으로 뒤집기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왼쪽으로 뒤집으면?</a:t>
            </a:r>
            <a:endParaRPr lang="ko-KR" sz="4000" dirty="0"/>
          </a:p>
        </p:txBody>
      </p:sp>
      <p:sp>
        <p:nvSpPr>
          <p:cNvPr id="3" name="S05-card1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1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왼쪽으로 뒤집은 모양을 고르고, 까닭을 말해요.</a:t>
            </a:r>
            <a:endParaRPr lang="ko-KR" sz="3000" dirty="0"/>
          </a:p>
        </p:txBody>
      </p:sp>
      <p:sp>
        <p:nvSpPr>
          <p:cNvPr id="5" name="S05-chip147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ko-KR" sz="3000" dirty="0"/>
          </a:p>
        </p:txBody>
      </p:sp>
      <p:sp>
        <p:nvSpPr>
          <p:cNvPr id="6" name="S05-mark148"/>
          <p:cNvSpPr/>
          <p:nvPr/>
        </p:nvSpPr>
        <p:spPr>
          <a:xfrm>
            <a:off x="3081528" y="141732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0" y="1092708"/>
                </a:moveTo>
                <a:lnTo>
                  <a:pt x="364236" y="1092708"/>
                </a:lnTo>
                <a:lnTo>
                  <a:pt x="364236" y="728472"/>
                </a:lnTo>
                <a:lnTo>
                  <a:pt x="1092708" y="364236"/>
                </a:lnTo>
                <a:lnTo>
                  <a:pt x="3642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05-mark149"/>
          <p:cNvSpPr/>
          <p:nvPr/>
        </p:nvSpPr>
        <p:spPr>
          <a:xfrm flipV="1">
            <a:off x="3081528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5-mark150"/>
          <p:cNvSpPr/>
          <p:nvPr/>
        </p:nvSpPr>
        <p:spPr>
          <a:xfrm flipV="1">
            <a:off x="3445764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5-mark151"/>
          <p:cNvSpPr/>
          <p:nvPr/>
        </p:nvSpPr>
        <p:spPr>
          <a:xfrm flipV="1">
            <a:off x="3810000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5-mark152"/>
          <p:cNvSpPr/>
          <p:nvPr/>
        </p:nvSpPr>
        <p:spPr>
          <a:xfrm flipV="1">
            <a:off x="4174236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5-mark153"/>
          <p:cNvSpPr/>
          <p:nvPr/>
        </p:nvSpPr>
        <p:spPr>
          <a:xfrm>
            <a:off x="3081528" y="2510028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5-mark154"/>
          <p:cNvSpPr/>
          <p:nvPr/>
        </p:nvSpPr>
        <p:spPr>
          <a:xfrm>
            <a:off x="3081528" y="2145792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5-mark155"/>
          <p:cNvSpPr/>
          <p:nvPr/>
        </p:nvSpPr>
        <p:spPr>
          <a:xfrm>
            <a:off x="3081528" y="1781556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5-mark156"/>
          <p:cNvSpPr/>
          <p:nvPr/>
        </p:nvSpPr>
        <p:spPr>
          <a:xfrm>
            <a:off x="3081528" y="1417320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5-figure157" descr="처음 깃발: 깃대는 위를 향하고 깃발은 위쪽에서 오른쪽을 향함"/>
          <p:cNvSpPr/>
          <p:nvPr/>
        </p:nvSpPr>
        <p:spPr>
          <a:xfrm>
            <a:off x="3081528" y="141732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0" y="1092708"/>
                </a:moveTo>
                <a:lnTo>
                  <a:pt x="364236" y="1092708"/>
                </a:lnTo>
                <a:lnTo>
                  <a:pt x="364236" y="728472"/>
                </a:lnTo>
                <a:lnTo>
                  <a:pt x="1092708" y="364236"/>
                </a:lnTo>
                <a:lnTo>
                  <a:pt x="3642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05-label158"/>
          <p:cNvSpPr txBox="1"/>
          <p:nvPr/>
        </p:nvSpPr>
        <p:spPr>
          <a:xfrm>
            <a:off x="1344168" y="267462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처음 깃발</a:t>
            </a:r>
            <a:endParaRPr lang="ko-KR" sz="2400" dirty="0"/>
          </a:p>
        </p:txBody>
      </p:sp>
      <p:sp>
        <p:nvSpPr>
          <p:cNvPr id="17" name="S05-chip159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18" name="S05-mark160"/>
          <p:cNvSpPr/>
          <p:nvPr/>
        </p:nvSpPr>
        <p:spPr>
          <a:xfrm>
            <a:off x="8810244" y="141732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1092708" y="728472"/>
                </a:lnTo>
                <a:lnTo>
                  <a:pt x="364236" y="1092708"/>
                </a:lnTo>
                <a:lnTo>
                  <a:pt x="0" y="1092708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9" name="S05-mark161"/>
          <p:cNvSpPr/>
          <p:nvPr/>
        </p:nvSpPr>
        <p:spPr>
          <a:xfrm flipV="1">
            <a:off x="8810244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5-mark162"/>
          <p:cNvSpPr/>
          <p:nvPr/>
        </p:nvSpPr>
        <p:spPr>
          <a:xfrm flipV="1">
            <a:off x="9174480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5-mark163"/>
          <p:cNvSpPr/>
          <p:nvPr/>
        </p:nvSpPr>
        <p:spPr>
          <a:xfrm flipV="1">
            <a:off x="9538716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5-mark164"/>
          <p:cNvSpPr/>
          <p:nvPr/>
        </p:nvSpPr>
        <p:spPr>
          <a:xfrm flipV="1">
            <a:off x="9902952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5-mark165"/>
          <p:cNvSpPr/>
          <p:nvPr/>
        </p:nvSpPr>
        <p:spPr>
          <a:xfrm>
            <a:off x="8810244" y="2510028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5-mark166"/>
          <p:cNvSpPr/>
          <p:nvPr/>
        </p:nvSpPr>
        <p:spPr>
          <a:xfrm>
            <a:off x="8810244" y="2145792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5-mark167"/>
          <p:cNvSpPr/>
          <p:nvPr/>
        </p:nvSpPr>
        <p:spPr>
          <a:xfrm>
            <a:off x="8810244" y="1781556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5-mark168"/>
          <p:cNvSpPr/>
          <p:nvPr/>
        </p:nvSpPr>
        <p:spPr>
          <a:xfrm>
            <a:off x="8810244" y="1417320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5-figure169" descr="가: 깃발이 아래쪽에서 오른쪽을 향함(위·아래가 바뀜)"/>
          <p:cNvSpPr/>
          <p:nvPr/>
        </p:nvSpPr>
        <p:spPr>
          <a:xfrm>
            <a:off x="8810244" y="141732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0" y="0"/>
                </a:moveTo>
                <a:lnTo>
                  <a:pt x="364236" y="0"/>
                </a:lnTo>
                <a:lnTo>
                  <a:pt x="364236" y="364236"/>
                </a:lnTo>
                <a:lnTo>
                  <a:pt x="1092708" y="728472"/>
                </a:lnTo>
                <a:lnTo>
                  <a:pt x="364236" y="1092708"/>
                </a:lnTo>
                <a:lnTo>
                  <a:pt x="0" y="1092708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8" name="S05-label170"/>
          <p:cNvSpPr txBox="1"/>
          <p:nvPr/>
        </p:nvSpPr>
        <p:spPr>
          <a:xfrm>
            <a:off x="7072884" y="267462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400" dirty="0"/>
          </a:p>
        </p:txBody>
      </p:sp>
      <p:sp>
        <p:nvSpPr>
          <p:cNvPr id="29" name="S05-chip171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30" name="S05-mark172"/>
          <p:cNvSpPr/>
          <p:nvPr/>
        </p:nvSpPr>
        <p:spPr>
          <a:xfrm>
            <a:off x="3081528" y="345186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1092708" y="0"/>
                </a:moveTo>
                <a:lnTo>
                  <a:pt x="728472" y="0"/>
                </a:lnTo>
                <a:lnTo>
                  <a:pt x="728472" y="364236"/>
                </a:lnTo>
                <a:lnTo>
                  <a:pt x="0" y="728472"/>
                </a:lnTo>
                <a:lnTo>
                  <a:pt x="728472" y="1092708"/>
                </a:lnTo>
                <a:lnTo>
                  <a:pt x="1092708" y="1092708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31" name="S05-mark173"/>
          <p:cNvSpPr/>
          <p:nvPr/>
        </p:nvSpPr>
        <p:spPr>
          <a:xfrm flipV="1">
            <a:off x="3081528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5-mark174"/>
          <p:cNvSpPr/>
          <p:nvPr/>
        </p:nvSpPr>
        <p:spPr>
          <a:xfrm flipV="1">
            <a:off x="3445764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5-mark175"/>
          <p:cNvSpPr/>
          <p:nvPr/>
        </p:nvSpPr>
        <p:spPr>
          <a:xfrm flipV="1">
            <a:off x="3810000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5-mark176"/>
          <p:cNvSpPr/>
          <p:nvPr/>
        </p:nvSpPr>
        <p:spPr>
          <a:xfrm flipV="1">
            <a:off x="4174236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5-mark177"/>
          <p:cNvSpPr/>
          <p:nvPr/>
        </p:nvSpPr>
        <p:spPr>
          <a:xfrm>
            <a:off x="3081528" y="4544568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5-mark178"/>
          <p:cNvSpPr/>
          <p:nvPr/>
        </p:nvSpPr>
        <p:spPr>
          <a:xfrm>
            <a:off x="3081528" y="4180332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5-mark179"/>
          <p:cNvSpPr/>
          <p:nvPr/>
        </p:nvSpPr>
        <p:spPr>
          <a:xfrm>
            <a:off x="3081528" y="3816096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5-mark180"/>
          <p:cNvSpPr/>
          <p:nvPr/>
        </p:nvSpPr>
        <p:spPr>
          <a:xfrm>
            <a:off x="3081528" y="3451860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5-figure181" descr="나: 깃발이 아래쪽에서 왼쪽을 향함(180° 돌림)"/>
          <p:cNvSpPr/>
          <p:nvPr/>
        </p:nvSpPr>
        <p:spPr>
          <a:xfrm>
            <a:off x="3081528" y="345186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1092708" y="0"/>
                </a:moveTo>
                <a:lnTo>
                  <a:pt x="728472" y="0"/>
                </a:lnTo>
                <a:lnTo>
                  <a:pt x="728472" y="364236"/>
                </a:lnTo>
                <a:lnTo>
                  <a:pt x="0" y="728472"/>
                </a:lnTo>
                <a:lnTo>
                  <a:pt x="728472" y="1092708"/>
                </a:lnTo>
                <a:lnTo>
                  <a:pt x="1092708" y="1092708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05-label182"/>
          <p:cNvSpPr txBox="1"/>
          <p:nvPr/>
        </p:nvSpPr>
        <p:spPr>
          <a:xfrm>
            <a:off x="1344168" y="470916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400" dirty="0"/>
          </a:p>
        </p:txBody>
      </p:sp>
      <p:sp>
        <p:nvSpPr>
          <p:cNvPr id="41" name="S05-chip183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42" name="S05-mark184"/>
          <p:cNvSpPr/>
          <p:nvPr/>
        </p:nvSpPr>
        <p:spPr>
          <a:xfrm>
            <a:off x="8810244" y="345186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1092708" y="1092708"/>
                </a:moveTo>
                <a:lnTo>
                  <a:pt x="728472" y="1092708"/>
                </a:lnTo>
                <a:lnTo>
                  <a:pt x="728472" y="728472"/>
                </a:lnTo>
                <a:lnTo>
                  <a:pt x="0" y="364236"/>
                </a:lnTo>
                <a:lnTo>
                  <a:pt x="728472" y="0"/>
                </a:lnTo>
                <a:lnTo>
                  <a:pt x="1092708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43" name="S05-mark185"/>
          <p:cNvSpPr/>
          <p:nvPr/>
        </p:nvSpPr>
        <p:spPr>
          <a:xfrm flipV="1">
            <a:off x="8810244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5-mark186"/>
          <p:cNvSpPr/>
          <p:nvPr/>
        </p:nvSpPr>
        <p:spPr>
          <a:xfrm flipV="1">
            <a:off x="9174480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5-mark187"/>
          <p:cNvSpPr/>
          <p:nvPr/>
        </p:nvSpPr>
        <p:spPr>
          <a:xfrm flipV="1">
            <a:off x="9538716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5-mark188"/>
          <p:cNvSpPr/>
          <p:nvPr/>
        </p:nvSpPr>
        <p:spPr>
          <a:xfrm flipV="1">
            <a:off x="9902952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5-mark189"/>
          <p:cNvSpPr/>
          <p:nvPr/>
        </p:nvSpPr>
        <p:spPr>
          <a:xfrm>
            <a:off x="8810244" y="4544568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5-mark190"/>
          <p:cNvSpPr/>
          <p:nvPr/>
        </p:nvSpPr>
        <p:spPr>
          <a:xfrm>
            <a:off x="8810244" y="4180332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05-mark191"/>
          <p:cNvSpPr/>
          <p:nvPr/>
        </p:nvSpPr>
        <p:spPr>
          <a:xfrm>
            <a:off x="8810244" y="3816096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05-mark192"/>
          <p:cNvSpPr/>
          <p:nvPr/>
        </p:nvSpPr>
        <p:spPr>
          <a:xfrm>
            <a:off x="8810244" y="3451860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05-figure193" descr="다: 깃발이 위쪽에서 왼쪽을 향함(왼쪽·오른쪽이 바뀜)"/>
          <p:cNvSpPr/>
          <p:nvPr/>
        </p:nvSpPr>
        <p:spPr>
          <a:xfrm>
            <a:off x="8810244" y="345186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1092708" y="1092708"/>
                </a:moveTo>
                <a:lnTo>
                  <a:pt x="728472" y="1092708"/>
                </a:lnTo>
                <a:lnTo>
                  <a:pt x="728472" y="728472"/>
                </a:lnTo>
                <a:lnTo>
                  <a:pt x="0" y="364236"/>
                </a:lnTo>
                <a:lnTo>
                  <a:pt x="728472" y="0"/>
                </a:lnTo>
                <a:lnTo>
                  <a:pt x="1092708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2" name="S05-label194"/>
          <p:cNvSpPr txBox="1"/>
          <p:nvPr/>
        </p:nvSpPr>
        <p:spPr>
          <a:xfrm>
            <a:off x="7072884" y="470916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6-card19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9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깃발을 위쪽으로 뒤집었어요.</a:t>
            </a:r>
            <a:endParaRPr lang="ko-KR" sz="3000" dirty="0"/>
          </a:p>
        </p:txBody>
      </p:sp>
      <p:sp>
        <p:nvSpPr>
          <p:cNvPr id="5" name="S06-card1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무엇이 바뀌는지 말해요.</a:t>
            </a:r>
            <a:endParaRPr lang="ko-KR" sz="3000" dirty="0"/>
          </a:p>
        </p:txBody>
      </p:sp>
      <p:sp>
        <p:nvSpPr>
          <p:cNvPr id="7" name="S06-chip19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400" dirty="0"/>
          </a:p>
        </p:txBody>
      </p:sp>
      <p:sp>
        <p:nvSpPr>
          <p:cNvPr id="8" name="S06-mark200"/>
          <p:cNvSpPr/>
          <p:nvPr/>
        </p:nvSpPr>
        <p:spPr>
          <a:xfrm>
            <a:off x="2570226" y="3246120"/>
            <a:ext cx="1319784" cy="1319784"/>
          </a:xfrm>
          <a:custGeom>
            <a:avLst/>
            <a:gdLst/>
            <a:ahLst/>
            <a:cxnLst/>
            <a:rect l="l" t="t" r="r" b="b"/>
            <a:pathLst>
              <a:path w="1319784" h="1319784">
                <a:moveTo>
                  <a:pt x="1319784" y="1319784"/>
                </a:moveTo>
                <a:lnTo>
                  <a:pt x="879856" y="1319784"/>
                </a:lnTo>
                <a:lnTo>
                  <a:pt x="879856" y="879856"/>
                </a:lnTo>
                <a:lnTo>
                  <a:pt x="0" y="439928"/>
                </a:lnTo>
                <a:lnTo>
                  <a:pt x="879856" y="0"/>
                </a:lnTo>
                <a:lnTo>
                  <a:pt x="1319784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06-mark201"/>
          <p:cNvSpPr/>
          <p:nvPr/>
        </p:nvSpPr>
        <p:spPr>
          <a:xfrm flipV="1">
            <a:off x="2570226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6-mark202"/>
          <p:cNvSpPr/>
          <p:nvPr/>
        </p:nvSpPr>
        <p:spPr>
          <a:xfrm flipV="1">
            <a:off x="3010154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6-mark203"/>
          <p:cNvSpPr/>
          <p:nvPr/>
        </p:nvSpPr>
        <p:spPr>
          <a:xfrm flipV="1">
            <a:off x="3450082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6-mark204"/>
          <p:cNvSpPr/>
          <p:nvPr/>
        </p:nvSpPr>
        <p:spPr>
          <a:xfrm flipV="1">
            <a:off x="3890010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6-mark205"/>
          <p:cNvSpPr/>
          <p:nvPr/>
        </p:nvSpPr>
        <p:spPr>
          <a:xfrm>
            <a:off x="2570226" y="4565904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6-mark206"/>
          <p:cNvSpPr/>
          <p:nvPr/>
        </p:nvSpPr>
        <p:spPr>
          <a:xfrm>
            <a:off x="2570226" y="4125976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6-mark207"/>
          <p:cNvSpPr/>
          <p:nvPr/>
        </p:nvSpPr>
        <p:spPr>
          <a:xfrm>
            <a:off x="2570226" y="3686048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6-mark208"/>
          <p:cNvSpPr/>
          <p:nvPr/>
        </p:nvSpPr>
        <p:spPr>
          <a:xfrm>
            <a:off x="2570226" y="3246120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6-figure209" descr="토끼의 답: 깃발이 위쪽에서 왼쪽을 향함"/>
          <p:cNvSpPr/>
          <p:nvPr/>
        </p:nvSpPr>
        <p:spPr>
          <a:xfrm>
            <a:off x="2570226" y="3246120"/>
            <a:ext cx="1319784" cy="1319784"/>
          </a:xfrm>
          <a:custGeom>
            <a:avLst/>
            <a:gdLst/>
            <a:ahLst/>
            <a:cxnLst/>
            <a:rect l="l" t="t" r="r" b="b"/>
            <a:pathLst>
              <a:path w="1319784" h="1319784">
                <a:moveTo>
                  <a:pt x="1319784" y="1319784"/>
                </a:moveTo>
                <a:lnTo>
                  <a:pt x="879856" y="1319784"/>
                </a:lnTo>
                <a:lnTo>
                  <a:pt x="879856" y="879856"/>
                </a:lnTo>
                <a:lnTo>
                  <a:pt x="0" y="439928"/>
                </a:lnTo>
                <a:lnTo>
                  <a:pt x="879856" y="0"/>
                </a:lnTo>
                <a:lnTo>
                  <a:pt x="1319784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06-text210"/>
          <p:cNvSpPr txBox="1"/>
          <p:nvPr/>
        </p:nvSpPr>
        <p:spPr>
          <a:xfrm>
            <a:off x="548640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왼쪽과 오른쪽을 바꿨어요.</a:t>
            </a:r>
            <a:endParaRPr lang="ko-KR" sz="2400" dirty="0"/>
          </a:p>
        </p:txBody>
      </p:sp>
      <p:sp>
        <p:nvSpPr>
          <p:cNvPr id="19" name="S06-chip21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400" dirty="0"/>
          </a:p>
        </p:txBody>
      </p:sp>
      <p:sp>
        <p:nvSpPr>
          <p:cNvPr id="20" name="S06-mark212"/>
          <p:cNvSpPr/>
          <p:nvPr/>
        </p:nvSpPr>
        <p:spPr>
          <a:xfrm>
            <a:off x="8298942" y="3246120"/>
            <a:ext cx="1319784" cy="1319784"/>
          </a:xfrm>
          <a:custGeom>
            <a:avLst/>
            <a:gdLst/>
            <a:ahLst/>
            <a:cxnLst/>
            <a:rect l="l" t="t" r="r" b="b"/>
            <a:pathLst>
              <a:path w="1319784" h="1319784">
                <a:moveTo>
                  <a:pt x="0" y="0"/>
                </a:moveTo>
                <a:lnTo>
                  <a:pt x="439928" y="0"/>
                </a:lnTo>
                <a:lnTo>
                  <a:pt x="439928" y="439928"/>
                </a:lnTo>
                <a:lnTo>
                  <a:pt x="1319784" y="879856"/>
                </a:lnTo>
                <a:lnTo>
                  <a:pt x="439928" y="1319784"/>
                </a:lnTo>
                <a:lnTo>
                  <a:pt x="0" y="1319784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21" name="S06-mark213"/>
          <p:cNvSpPr/>
          <p:nvPr/>
        </p:nvSpPr>
        <p:spPr>
          <a:xfrm flipV="1">
            <a:off x="8298942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6-mark214"/>
          <p:cNvSpPr/>
          <p:nvPr/>
        </p:nvSpPr>
        <p:spPr>
          <a:xfrm flipV="1">
            <a:off x="8738870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6-mark215"/>
          <p:cNvSpPr/>
          <p:nvPr/>
        </p:nvSpPr>
        <p:spPr>
          <a:xfrm flipV="1">
            <a:off x="9178798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6-mark216"/>
          <p:cNvSpPr/>
          <p:nvPr/>
        </p:nvSpPr>
        <p:spPr>
          <a:xfrm flipV="1">
            <a:off x="9618726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6-mark217"/>
          <p:cNvSpPr/>
          <p:nvPr/>
        </p:nvSpPr>
        <p:spPr>
          <a:xfrm>
            <a:off x="8298942" y="4565904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6-mark218"/>
          <p:cNvSpPr/>
          <p:nvPr/>
        </p:nvSpPr>
        <p:spPr>
          <a:xfrm>
            <a:off x="8298942" y="4125976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6-mark219"/>
          <p:cNvSpPr/>
          <p:nvPr/>
        </p:nvSpPr>
        <p:spPr>
          <a:xfrm>
            <a:off x="8298942" y="3686048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6-mark220"/>
          <p:cNvSpPr/>
          <p:nvPr/>
        </p:nvSpPr>
        <p:spPr>
          <a:xfrm>
            <a:off x="8298942" y="3246120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6-figure221" descr="곰의 답: 깃발이 아래쪽에서 오른쪽을 향함"/>
          <p:cNvSpPr/>
          <p:nvPr/>
        </p:nvSpPr>
        <p:spPr>
          <a:xfrm>
            <a:off x="8298942" y="3246120"/>
            <a:ext cx="1319784" cy="1319784"/>
          </a:xfrm>
          <a:custGeom>
            <a:avLst/>
            <a:gdLst/>
            <a:ahLst/>
            <a:cxnLst/>
            <a:rect l="l" t="t" r="r" b="b"/>
            <a:pathLst>
              <a:path w="1319784" h="1319784">
                <a:moveTo>
                  <a:pt x="0" y="0"/>
                </a:moveTo>
                <a:lnTo>
                  <a:pt x="439928" y="0"/>
                </a:lnTo>
                <a:lnTo>
                  <a:pt x="439928" y="439928"/>
                </a:lnTo>
                <a:lnTo>
                  <a:pt x="1319784" y="879856"/>
                </a:lnTo>
                <a:lnTo>
                  <a:pt x="439928" y="1319784"/>
                </a:lnTo>
                <a:lnTo>
                  <a:pt x="0" y="1319784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0" name="S06-text222"/>
          <p:cNvSpPr txBox="1"/>
          <p:nvPr/>
        </p:nvSpPr>
        <p:spPr>
          <a:xfrm>
            <a:off x="6277356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위쪽과 아래쪽을 바꿨어요.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방향으로 90°</a:t>
            </a:r>
            <a:endParaRPr lang="ko-KR" sz="4000" dirty="0"/>
          </a:p>
        </p:txBody>
      </p:sp>
      <p:sp>
        <p:nvSpPr>
          <p:cNvPr id="3" name="S07-text2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ㄱ을 누르고 시곗바늘 방향으로 돌려요.</a:t>
            </a:r>
            <a:endParaRPr lang="ko-KR" sz="3000" dirty="0"/>
          </a:p>
        </p:txBody>
      </p:sp>
      <p:sp>
        <p:nvSpPr>
          <p:cNvPr id="4" name="S07-mark224"/>
          <p:cNvSpPr/>
          <p:nvPr/>
        </p:nvSpPr>
        <p:spPr>
          <a:xfrm>
            <a:off x="2535174" y="3072384"/>
            <a:ext cx="1042416" cy="1042416"/>
          </a:xfrm>
          <a:custGeom>
            <a:avLst/>
            <a:gdLst/>
            <a:ahLst/>
            <a:cxnLst/>
            <a:rect l="l" t="t" r="r" b="b"/>
            <a:pathLst>
              <a:path w="1042416" h="1042416">
                <a:moveTo>
                  <a:pt x="0" y="1042416"/>
                </a:moveTo>
                <a:lnTo>
                  <a:pt x="347472" y="1042416"/>
                </a:lnTo>
                <a:lnTo>
                  <a:pt x="347472" y="694944"/>
                </a:lnTo>
                <a:lnTo>
                  <a:pt x="1042416" y="347472"/>
                </a:lnTo>
                <a:lnTo>
                  <a:pt x="347472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7-mark225"/>
          <p:cNvSpPr/>
          <p:nvPr/>
        </p:nvSpPr>
        <p:spPr>
          <a:xfrm>
            <a:off x="2535174" y="4114800"/>
            <a:ext cx="1042416" cy="1042416"/>
          </a:xfrm>
          <a:custGeom>
            <a:avLst/>
            <a:gdLst/>
            <a:ahLst/>
            <a:cxnLst/>
            <a:rect l="l" t="t" r="r" b="b"/>
            <a:pathLst>
              <a:path w="1042416" h="1042416">
                <a:moveTo>
                  <a:pt x="0" y="0"/>
                </a:moveTo>
                <a:lnTo>
                  <a:pt x="0" y="347472"/>
                </a:lnTo>
                <a:lnTo>
                  <a:pt x="347472" y="347472"/>
                </a:lnTo>
                <a:lnTo>
                  <a:pt x="694944" y="1042416"/>
                </a:lnTo>
                <a:lnTo>
                  <a:pt x="1042416" y="347472"/>
                </a:lnTo>
                <a:lnTo>
                  <a:pt x="1042416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6" name="S07-mark226"/>
          <p:cNvSpPr/>
          <p:nvPr/>
        </p:nvSpPr>
        <p:spPr>
          <a:xfrm flipV="1">
            <a:off x="2187702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7-mark227"/>
          <p:cNvSpPr/>
          <p:nvPr/>
        </p:nvSpPr>
        <p:spPr>
          <a:xfrm flipV="1">
            <a:off x="2535174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7-mark228"/>
          <p:cNvSpPr/>
          <p:nvPr/>
        </p:nvSpPr>
        <p:spPr>
          <a:xfrm flipV="1">
            <a:off x="2882646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7-mark229"/>
          <p:cNvSpPr/>
          <p:nvPr/>
        </p:nvSpPr>
        <p:spPr>
          <a:xfrm flipV="1">
            <a:off x="323011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7-mark230"/>
          <p:cNvSpPr/>
          <p:nvPr/>
        </p:nvSpPr>
        <p:spPr>
          <a:xfrm flipV="1">
            <a:off x="3577590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7-mark231"/>
          <p:cNvSpPr/>
          <p:nvPr/>
        </p:nvSpPr>
        <p:spPr>
          <a:xfrm flipV="1">
            <a:off x="3925062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7-mark232"/>
          <p:cNvSpPr/>
          <p:nvPr/>
        </p:nvSpPr>
        <p:spPr>
          <a:xfrm flipV="1">
            <a:off x="4272534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7-mark233"/>
          <p:cNvSpPr/>
          <p:nvPr/>
        </p:nvSpPr>
        <p:spPr>
          <a:xfrm>
            <a:off x="2187702" y="5852160"/>
            <a:ext cx="20848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7-mark234"/>
          <p:cNvSpPr/>
          <p:nvPr/>
        </p:nvSpPr>
        <p:spPr>
          <a:xfrm>
            <a:off x="2187702" y="5504688"/>
            <a:ext cx="20848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7-mark235"/>
          <p:cNvSpPr/>
          <p:nvPr/>
        </p:nvSpPr>
        <p:spPr>
          <a:xfrm>
            <a:off x="2187702" y="5157216"/>
            <a:ext cx="20848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7-mark236"/>
          <p:cNvSpPr/>
          <p:nvPr/>
        </p:nvSpPr>
        <p:spPr>
          <a:xfrm>
            <a:off x="2187702" y="4809744"/>
            <a:ext cx="20848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7-mark237"/>
          <p:cNvSpPr/>
          <p:nvPr/>
        </p:nvSpPr>
        <p:spPr>
          <a:xfrm>
            <a:off x="2187702" y="4462272"/>
            <a:ext cx="20848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7-mark238"/>
          <p:cNvSpPr/>
          <p:nvPr/>
        </p:nvSpPr>
        <p:spPr>
          <a:xfrm>
            <a:off x="2187702" y="4114800"/>
            <a:ext cx="20848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7-mark239"/>
          <p:cNvSpPr/>
          <p:nvPr/>
        </p:nvSpPr>
        <p:spPr>
          <a:xfrm>
            <a:off x="2187702" y="3767328"/>
            <a:ext cx="20848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7-mark240"/>
          <p:cNvSpPr/>
          <p:nvPr/>
        </p:nvSpPr>
        <p:spPr>
          <a:xfrm>
            <a:off x="2187702" y="3419856"/>
            <a:ext cx="20848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7-mark241"/>
          <p:cNvSpPr/>
          <p:nvPr/>
        </p:nvSpPr>
        <p:spPr>
          <a:xfrm>
            <a:off x="2187702" y="3072384"/>
            <a:ext cx="20848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7-mark242"/>
          <p:cNvSpPr/>
          <p:nvPr/>
        </p:nvSpPr>
        <p:spPr>
          <a:xfrm>
            <a:off x="2187702" y="2724912"/>
            <a:ext cx="20848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7-mark243"/>
          <p:cNvSpPr/>
          <p:nvPr/>
        </p:nvSpPr>
        <p:spPr>
          <a:xfrm>
            <a:off x="2187702" y="2377440"/>
            <a:ext cx="208483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7-figure244" descr="점 ㄱ을 중심으로 깃발을 시계 방향으로 90° 돌림: 위쪽을 향하던 깃대가 오른쪽을 향하고, 깃발이 아래쪽을 가리킴"/>
          <p:cNvSpPr/>
          <p:nvPr/>
        </p:nvSpPr>
        <p:spPr>
          <a:xfrm>
            <a:off x="2535174" y="3072384"/>
            <a:ext cx="1042416" cy="1042416"/>
          </a:xfrm>
          <a:custGeom>
            <a:avLst/>
            <a:gdLst/>
            <a:ahLst/>
            <a:cxnLst/>
            <a:rect l="l" t="t" r="r" b="b"/>
            <a:pathLst>
              <a:path w="1042416" h="1042416">
                <a:moveTo>
                  <a:pt x="0" y="1042416"/>
                </a:moveTo>
                <a:lnTo>
                  <a:pt x="347472" y="1042416"/>
                </a:lnTo>
                <a:lnTo>
                  <a:pt x="347472" y="694944"/>
                </a:lnTo>
                <a:lnTo>
                  <a:pt x="1042416" y="347472"/>
                </a:lnTo>
                <a:lnTo>
                  <a:pt x="347472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07-mark245"/>
          <p:cNvSpPr/>
          <p:nvPr/>
        </p:nvSpPr>
        <p:spPr>
          <a:xfrm>
            <a:off x="2535174" y="4114800"/>
            <a:ext cx="1042416" cy="1042416"/>
          </a:xfrm>
          <a:custGeom>
            <a:avLst/>
            <a:gdLst/>
            <a:ahLst/>
            <a:cxnLst/>
            <a:rect l="l" t="t" r="r" b="b"/>
            <a:pathLst>
              <a:path w="1042416" h="1042416">
                <a:moveTo>
                  <a:pt x="0" y="0"/>
                </a:moveTo>
                <a:lnTo>
                  <a:pt x="0" y="347472"/>
                </a:lnTo>
                <a:lnTo>
                  <a:pt x="347472" y="347472"/>
                </a:lnTo>
                <a:lnTo>
                  <a:pt x="694944" y="1042416"/>
                </a:lnTo>
                <a:lnTo>
                  <a:pt x="1042416" y="347472"/>
                </a:lnTo>
                <a:lnTo>
                  <a:pt x="1042416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7-mark246"/>
          <p:cNvSpPr/>
          <p:nvPr/>
        </p:nvSpPr>
        <p:spPr>
          <a:xfrm>
            <a:off x="2535174" y="3836822"/>
            <a:ext cx="277978" cy="277978"/>
          </a:xfrm>
          <a:custGeom>
            <a:avLst/>
            <a:gdLst/>
            <a:ahLst/>
            <a:cxnLst/>
            <a:rect l="l" t="t" r="r" b="b"/>
            <a:pathLst>
              <a:path w="277978" h="277978">
                <a:moveTo>
                  <a:pt x="0" y="277978"/>
                </a:moveTo>
                <a:lnTo>
                  <a:pt x="277978" y="277978"/>
                </a:lnTo>
                <a:lnTo>
                  <a:pt x="277382" y="259797"/>
                </a:lnTo>
                <a:lnTo>
                  <a:pt x="275599" y="241694"/>
                </a:lnTo>
                <a:lnTo>
                  <a:pt x="272636" y="223747"/>
                </a:lnTo>
                <a:lnTo>
                  <a:pt x="268506" y="206032"/>
                </a:lnTo>
                <a:lnTo>
                  <a:pt x="263225" y="188625"/>
                </a:lnTo>
                <a:lnTo>
                  <a:pt x="256818" y="171600"/>
                </a:lnTo>
                <a:lnTo>
                  <a:pt x="249311" y="155031"/>
                </a:lnTo>
                <a:lnTo>
                  <a:pt x="240736" y="138989"/>
                </a:lnTo>
                <a:lnTo>
                  <a:pt x="231130" y="123542"/>
                </a:lnTo>
                <a:lnTo>
                  <a:pt x="220534" y="108756"/>
                </a:lnTo>
                <a:lnTo>
                  <a:pt x="208995" y="94694"/>
                </a:lnTo>
                <a:lnTo>
                  <a:pt x="196560" y="81418"/>
                </a:lnTo>
                <a:lnTo>
                  <a:pt x="183283" y="68983"/>
                </a:lnTo>
                <a:lnTo>
                  <a:pt x="169222" y="57443"/>
                </a:lnTo>
                <a:lnTo>
                  <a:pt x="154436" y="46848"/>
                </a:lnTo>
                <a:lnTo>
                  <a:pt x="138989" y="37242"/>
                </a:lnTo>
                <a:lnTo>
                  <a:pt x="122946" y="28667"/>
                </a:lnTo>
                <a:lnTo>
                  <a:pt x="106377" y="21160"/>
                </a:lnTo>
                <a:lnTo>
                  <a:pt x="89353" y="14752"/>
                </a:lnTo>
                <a:lnTo>
                  <a:pt x="71946" y="9472"/>
                </a:lnTo>
                <a:lnTo>
                  <a:pt x="54231" y="5341"/>
                </a:lnTo>
                <a:lnTo>
                  <a:pt x="36283" y="2378"/>
                </a:lnTo>
                <a:lnTo>
                  <a:pt x="18181" y="595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/>
        </p:spPr>
      </p:sp>
      <p:sp>
        <p:nvSpPr>
          <p:cNvPr id="27" name="S07-mark247"/>
          <p:cNvSpPr/>
          <p:nvPr/>
        </p:nvSpPr>
        <p:spPr>
          <a:xfrm>
            <a:off x="2475738" y="4055364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7-label249"/>
          <p:cNvSpPr txBox="1"/>
          <p:nvPr/>
        </p:nvSpPr>
        <p:spPr>
          <a:xfrm>
            <a:off x="2108753" y="403322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29" name="S07-label251"/>
          <p:cNvSpPr txBox="1"/>
          <p:nvPr/>
        </p:nvSpPr>
        <p:spPr>
          <a:xfrm>
            <a:off x="2737561" y="2638654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</a:t>
            </a:r>
            <a:endParaRPr lang="ko-KR" sz="2400" dirty="0"/>
          </a:p>
        </p:txBody>
      </p:sp>
      <p:sp>
        <p:nvSpPr>
          <p:cNvPr id="30" name="S07-label253"/>
          <p:cNvSpPr txBox="1"/>
          <p:nvPr/>
        </p:nvSpPr>
        <p:spPr>
          <a:xfrm>
            <a:off x="3133192" y="5209946"/>
            <a:ext cx="109728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돌린 뒤</a:t>
            </a:r>
            <a:endParaRPr lang="ko-KR" sz="2400" dirty="0"/>
          </a:p>
        </p:txBody>
      </p:sp>
      <p:sp>
        <p:nvSpPr>
          <p:cNvPr id="31" name="S07-card254"/>
          <p:cNvSpPr/>
          <p:nvPr/>
        </p:nvSpPr>
        <p:spPr>
          <a:xfrm>
            <a:off x="6277356" y="2750058"/>
            <a:ext cx="536295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2" name="S07-cardtext255"/>
          <p:cNvSpPr txBox="1"/>
          <p:nvPr/>
        </p:nvSpPr>
        <p:spPr>
          <a:xfrm>
            <a:off x="6551676" y="2887218"/>
            <a:ext cx="481431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 90°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위쪽이 오른쪽으로 가요.</a:t>
            </a:r>
            <a:endParaRPr lang="ko-KR" sz="3000" dirty="0"/>
          </a:p>
        </p:txBody>
      </p:sp>
      <p:sp>
        <p:nvSpPr>
          <p:cNvPr id="33" name="S07-card256"/>
          <p:cNvSpPr/>
          <p:nvPr/>
        </p:nvSpPr>
        <p:spPr>
          <a:xfrm>
            <a:off x="6277356" y="4220718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4" name="S07-cardtext257"/>
          <p:cNvSpPr txBox="1"/>
          <p:nvPr/>
        </p:nvSpPr>
        <p:spPr>
          <a:xfrm>
            <a:off x="6551676" y="4357878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오른쪽은 아래쪽으로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180°, 반대 방향 90°</a:t>
            </a:r>
            <a:endParaRPr lang="ko-KR" sz="4000" dirty="0"/>
          </a:p>
        </p:txBody>
      </p:sp>
      <p:sp>
        <p:nvSpPr>
          <p:cNvPr id="3" name="S08-card258"/>
          <p:cNvSpPr/>
          <p:nvPr/>
        </p:nvSpPr>
        <p:spPr>
          <a:xfrm>
            <a:off x="548640" y="4494276"/>
            <a:ext cx="5431536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259"/>
          <p:cNvSpPr txBox="1"/>
          <p:nvPr/>
        </p:nvSpPr>
        <p:spPr>
          <a:xfrm>
            <a:off x="822960" y="4631436"/>
            <a:ext cx="4882896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180°: 위↔아래,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왼쪽↔오른쪽이 모두 바뀌어요.</a:t>
            </a:r>
            <a:endParaRPr lang="ko-KR" sz="3000" dirty="0"/>
          </a:p>
        </p:txBody>
      </p:sp>
      <p:sp>
        <p:nvSpPr>
          <p:cNvPr id="5" name="S08-card260"/>
          <p:cNvSpPr/>
          <p:nvPr/>
        </p:nvSpPr>
        <p:spPr>
          <a:xfrm>
            <a:off x="6208776" y="4494276"/>
            <a:ext cx="5431536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261"/>
          <p:cNvSpPr txBox="1"/>
          <p:nvPr/>
        </p:nvSpPr>
        <p:spPr>
          <a:xfrm>
            <a:off x="6483096" y="4631436"/>
            <a:ext cx="4882896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반대 방향 90°: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위쪽이 왼쪽으로 가요.</a:t>
            </a:r>
            <a:endParaRPr lang="ko-KR" sz="3000" dirty="0"/>
          </a:p>
        </p:txBody>
      </p:sp>
      <p:sp>
        <p:nvSpPr>
          <p:cNvPr id="7" name="S08-mark262"/>
          <p:cNvSpPr/>
          <p:nvPr/>
        </p:nvSpPr>
        <p:spPr>
          <a:xfrm>
            <a:off x="3241548" y="1907095"/>
            <a:ext cx="646366" cy="646367"/>
          </a:xfrm>
          <a:custGeom>
            <a:avLst/>
            <a:gdLst/>
            <a:ahLst/>
            <a:cxnLst/>
            <a:rect l="l" t="t" r="r" b="b"/>
            <a:pathLst>
              <a:path w="646366" h="646367">
                <a:moveTo>
                  <a:pt x="0" y="646367"/>
                </a:moveTo>
                <a:lnTo>
                  <a:pt x="215456" y="646367"/>
                </a:lnTo>
                <a:lnTo>
                  <a:pt x="215456" y="430911"/>
                </a:lnTo>
                <a:lnTo>
                  <a:pt x="646366" y="215456"/>
                </a:lnTo>
                <a:lnTo>
                  <a:pt x="21545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" name="S08-mark263"/>
          <p:cNvSpPr/>
          <p:nvPr/>
        </p:nvSpPr>
        <p:spPr>
          <a:xfrm>
            <a:off x="2595182" y="2553462"/>
            <a:ext cx="646366" cy="646367"/>
          </a:xfrm>
          <a:custGeom>
            <a:avLst/>
            <a:gdLst/>
            <a:ahLst/>
            <a:cxnLst/>
            <a:rect l="l" t="t" r="r" b="b"/>
            <a:pathLst>
              <a:path w="646366" h="646367">
                <a:moveTo>
                  <a:pt x="646366" y="0"/>
                </a:moveTo>
                <a:lnTo>
                  <a:pt x="430911" y="0"/>
                </a:lnTo>
                <a:lnTo>
                  <a:pt x="430911" y="215455"/>
                </a:lnTo>
                <a:lnTo>
                  <a:pt x="0" y="430911"/>
                </a:lnTo>
                <a:lnTo>
                  <a:pt x="430911" y="646367"/>
                </a:lnTo>
                <a:lnTo>
                  <a:pt x="646366" y="646367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08-mark264"/>
          <p:cNvSpPr/>
          <p:nvPr/>
        </p:nvSpPr>
        <p:spPr>
          <a:xfrm flipV="1">
            <a:off x="2379726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8-mark265"/>
          <p:cNvSpPr/>
          <p:nvPr/>
        </p:nvSpPr>
        <p:spPr>
          <a:xfrm flipV="1">
            <a:off x="2595182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8-mark266"/>
          <p:cNvSpPr/>
          <p:nvPr/>
        </p:nvSpPr>
        <p:spPr>
          <a:xfrm flipV="1">
            <a:off x="2810637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8-mark267"/>
          <p:cNvSpPr/>
          <p:nvPr/>
        </p:nvSpPr>
        <p:spPr>
          <a:xfrm flipV="1">
            <a:off x="3026093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8-mark268"/>
          <p:cNvSpPr/>
          <p:nvPr/>
        </p:nvSpPr>
        <p:spPr>
          <a:xfrm flipV="1">
            <a:off x="3241548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8-mark269"/>
          <p:cNvSpPr/>
          <p:nvPr/>
        </p:nvSpPr>
        <p:spPr>
          <a:xfrm flipV="1">
            <a:off x="3457004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8-mark270"/>
          <p:cNvSpPr/>
          <p:nvPr/>
        </p:nvSpPr>
        <p:spPr>
          <a:xfrm flipV="1">
            <a:off x="3672459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8-mark271"/>
          <p:cNvSpPr/>
          <p:nvPr/>
        </p:nvSpPr>
        <p:spPr>
          <a:xfrm flipV="1">
            <a:off x="3887915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8-mark272"/>
          <p:cNvSpPr/>
          <p:nvPr/>
        </p:nvSpPr>
        <p:spPr>
          <a:xfrm flipV="1">
            <a:off x="4103370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8-mark273"/>
          <p:cNvSpPr/>
          <p:nvPr/>
        </p:nvSpPr>
        <p:spPr>
          <a:xfrm>
            <a:off x="2379726" y="3415284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8-mark274"/>
          <p:cNvSpPr/>
          <p:nvPr/>
        </p:nvSpPr>
        <p:spPr>
          <a:xfrm>
            <a:off x="2379726" y="3199828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8-mark275"/>
          <p:cNvSpPr/>
          <p:nvPr/>
        </p:nvSpPr>
        <p:spPr>
          <a:xfrm>
            <a:off x="2379726" y="2984373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8-mark276"/>
          <p:cNvSpPr/>
          <p:nvPr/>
        </p:nvSpPr>
        <p:spPr>
          <a:xfrm>
            <a:off x="2379726" y="2768917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8-mark277"/>
          <p:cNvSpPr/>
          <p:nvPr/>
        </p:nvSpPr>
        <p:spPr>
          <a:xfrm>
            <a:off x="2379726" y="2553462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8-mark278"/>
          <p:cNvSpPr/>
          <p:nvPr/>
        </p:nvSpPr>
        <p:spPr>
          <a:xfrm>
            <a:off x="2379726" y="2338007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8-mark279"/>
          <p:cNvSpPr/>
          <p:nvPr/>
        </p:nvSpPr>
        <p:spPr>
          <a:xfrm>
            <a:off x="2379726" y="2122551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8-mark280"/>
          <p:cNvSpPr/>
          <p:nvPr/>
        </p:nvSpPr>
        <p:spPr>
          <a:xfrm>
            <a:off x="2379726" y="1907095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8-mark281"/>
          <p:cNvSpPr/>
          <p:nvPr/>
        </p:nvSpPr>
        <p:spPr>
          <a:xfrm>
            <a:off x="2379726" y="1691640"/>
            <a:ext cx="172364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8-figure282" descr="점 ㄱ을 중심으로 깃발을 시계 방향으로 180° 돌림: 깃대가 아래를 향하고 깃발이 왼쪽을 가리킴"/>
          <p:cNvSpPr/>
          <p:nvPr/>
        </p:nvSpPr>
        <p:spPr>
          <a:xfrm>
            <a:off x="3241548" y="1907095"/>
            <a:ext cx="646366" cy="646367"/>
          </a:xfrm>
          <a:custGeom>
            <a:avLst/>
            <a:gdLst/>
            <a:ahLst/>
            <a:cxnLst/>
            <a:rect l="l" t="t" r="r" b="b"/>
            <a:pathLst>
              <a:path w="646366" h="646367">
                <a:moveTo>
                  <a:pt x="0" y="646367"/>
                </a:moveTo>
                <a:lnTo>
                  <a:pt x="215456" y="646367"/>
                </a:lnTo>
                <a:lnTo>
                  <a:pt x="215456" y="430911"/>
                </a:lnTo>
                <a:lnTo>
                  <a:pt x="646366" y="215456"/>
                </a:lnTo>
                <a:lnTo>
                  <a:pt x="21545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8" name="S08-mark283"/>
          <p:cNvSpPr/>
          <p:nvPr/>
        </p:nvSpPr>
        <p:spPr>
          <a:xfrm>
            <a:off x="2595182" y="2553462"/>
            <a:ext cx="646366" cy="646367"/>
          </a:xfrm>
          <a:custGeom>
            <a:avLst/>
            <a:gdLst/>
            <a:ahLst/>
            <a:cxnLst/>
            <a:rect l="l" t="t" r="r" b="b"/>
            <a:pathLst>
              <a:path w="646366" h="646367">
                <a:moveTo>
                  <a:pt x="646366" y="0"/>
                </a:moveTo>
                <a:lnTo>
                  <a:pt x="430911" y="0"/>
                </a:lnTo>
                <a:lnTo>
                  <a:pt x="430911" y="215455"/>
                </a:lnTo>
                <a:lnTo>
                  <a:pt x="0" y="430911"/>
                </a:lnTo>
                <a:lnTo>
                  <a:pt x="430911" y="646367"/>
                </a:lnTo>
                <a:lnTo>
                  <a:pt x="646366" y="646367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9" name="S08-mark284"/>
          <p:cNvSpPr/>
          <p:nvPr/>
        </p:nvSpPr>
        <p:spPr>
          <a:xfrm>
            <a:off x="3182112" y="2494026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8-label286"/>
          <p:cNvSpPr txBox="1"/>
          <p:nvPr/>
        </p:nvSpPr>
        <p:spPr>
          <a:xfrm>
            <a:off x="3159969" y="2471883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31" name="S08-label287"/>
          <p:cNvSpPr txBox="1"/>
          <p:nvPr/>
        </p:nvSpPr>
        <p:spPr>
          <a:xfrm>
            <a:off x="548640" y="3854196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방향으로 180°</a:t>
            </a:r>
            <a:endParaRPr lang="ko-KR" sz="2400" dirty="0"/>
          </a:p>
        </p:txBody>
      </p:sp>
      <p:sp>
        <p:nvSpPr>
          <p:cNvPr id="32" name="S08-mark288"/>
          <p:cNvSpPr/>
          <p:nvPr/>
        </p:nvSpPr>
        <p:spPr>
          <a:xfrm>
            <a:off x="8947404" y="2036369"/>
            <a:ext cx="1034186" cy="1034186"/>
          </a:xfrm>
          <a:custGeom>
            <a:avLst/>
            <a:gdLst/>
            <a:ahLst/>
            <a:cxnLst/>
            <a:rect l="l" t="t" r="r" b="b"/>
            <a:pathLst>
              <a:path w="1034186" h="1034186">
                <a:moveTo>
                  <a:pt x="0" y="1034186"/>
                </a:moveTo>
                <a:lnTo>
                  <a:pt x="344729" y="1034186"/>
                </a:lnTo>
                <a:lnTo>
                  <a:pt x="344729" y="689458"/>
                </a:lnTo>
                <a:lnTo>
                  <a:pt x="1034186" y="344729"/>
                </a:lnTo>
                <a:lnTo>
                  <a:pt x="34472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33" name="S08-mark289"/>
          <p:cNvSpPr/>
          <p:nvPr/>
        </p:nvSpPr>
        <p:spPr>
          <a:xfrm>
            <a:off x="7913218" y="2036369"/>
            <a:ext cx="1034186" cy="1034186"/>
          </a:xfrm>
          <a:custGeom>
            <a:avLst/>
            <a:gdLst/>
            <a:ahLst/>
            <a:cxnLst/>
            <a:rect l="l" t="t" r="r" b="b"/>
            <a:pathLst>
              <a:path w="1034186" h="1034186">
                <a:moveTo>
                  <a:pt x="1034186" y="1034186"/>
                </a:moveTo>
                <a:lnTo>
                  <a:pt x="1034186" y="689458"/>
                </a:lnTo>
                <a:lnTo>
                  <a:pt x="689458" y="689458"/>
                </a:lnTo>
                <a:lnTo>
                  <a:pt x="344729" y="0"/>
                </a:lnTo>
                <a:lnTo>
                  <a:pt x="0" y="689458"/>
                </a:lnTo>
                <a:lnTo>
                  <a:pt x="0" y="1034186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34" name="S08-mark290"/>
          <p:cNvSpPr/>
          <p:nvPr/>
        </p:nvSpPr>
        <p:spPr>
          <a:xfrm flipV="1">
            <a:off x="7568489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8-mark291"/>
          <p:cNvSpPr/>
          <p:nvPr/>
        </p:nvSpPr>
        <p:spPr>
          <a:xfrm flipV="1">
            <a:off x="7913218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8-mark292"/>
          <p:cNvSpPr/>
          <p:nvPr/>
        </p:nvSpPr>
        <p:spPr>
          <a:xfrm flipV="1">
            <a:off x="8257946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8-mark293"/>
          <p:cNvSpPr/>
          <p:nvPr/>
        </p:nvSpPr>
        <p:spPr>
          <a:xfrm flipV="1">
            <a:off x="8602675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8-mark294"/>
          <p:cNvSpPr/>
          <p:nvPr/>
        </p:nvSpPr>
        <p:spPr>
          <a:xfrm flipV="1">
            <a:off x="8947404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8-mark295"/>
          <p:cNvSpPr/>
          <p:nvPr/>
        </p:nvSpPr>
        <p:spPr>
          <a:xfrm flipV="1">
            <a:off x="9292133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8-mark296"/>
          <p:cNvSpPr/>
          <p:nvPr/>
        </p:nvSpPr>
        <p:spPr>
          <a:xfrm flipV="1">
            <a:off x="9636862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8-mark297"/>
          <p:cNvSpPr/>
          <p:nvPr/>
        </p:nvSpPr>
        <p:spPr>
          <a:xfrm flipV="1">
            <a:off x="9981590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8-mark298"/>
          <p:cNvSpPr/>
          <p:nvPr/>
        </p:nvSpPr>
        <p:spPr>
          <a:xfrm flipV="1">
            <a:off x="10326319" y="1691640"/>
            <a:ext cx="0" cy="172364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8-mark299"/>
          <p:cNvSpPr/>
          <p:nvPr/>
        </p:nvSpPr>
        <p:spPr>
          <a:xfrm>
            <a:off x="7568489" y="3415284"/>
            <a:ext cx="27578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8-mark300"/>
          <p:cNvSpPr/>
          <p:nvPr/>
        </p:nvSpPr>
        <p:spPr>
          <a:xfrm>
            <a:off x="7568489" y="3070555"/>
            <a:ext cx="27578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8-mark301"/>
          <p:cNvSpPr/>
          <p:nvPr/>
        </p:nvSpPr>
        <p:spPr>
          <a:xfrm>
            <a:off x="7568489" y="2725826"/>
            <a:ext cx="27578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8-mark302"/>
          <p:cNvSpPr/>
          <p:nvPr/>
        </p:nvSpPr>
        <p:spPr>
          <a:xfrm>
            <a:off x="7568489" y="2381098"/>
            <a:ext cx="27578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8-mark303"/>
          <p:cNvSpPr/>
          <p:nvPr/>
        </p:nvSpPr>
        <p:spPr>
          <a:xfrm>
            <a:off x="7568489" y="2036369"/>
            <a:ext cx="27578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8-mark304"/>
          <p:cNvSpPr/>
          <p:nvPr/>
        </p:nvSpPr>
        <p:spPr>
          <a:xfrm>
            <a:off x="7568489" y="1691640"/>
            <a:ext cx="275783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08-figure305" descr="점 ㄱ을 중심으로 깃발을 시계 반대 방향으로 90° 돌림: 깃대가 왼쪽을 향하고 깃발이 위쪽을 가리킴"/>
          <p:cNvSpPr/>
          <p:nvPr/>
        </p:nvSpPr>
        <p:spPr>
          <a:xfrm>
            <a:off x="8947404" y="2036369"/>
            <a:ext cx="1034186" cy="1034186"/>
          </a:xfrm>
          <a:custGeom>
            <a:avLst/>
            <a:gdLst/>
            <a:ahLst/>
            <a:cxnLst/>
            <a:rect l="l" t="t" r="r" b="b"/>
            <a:pathLst>
              <a:path w="1034186" h="1034186">
                <a:moveTo>
                  <a:pt x="0" y="1034186"/>
                </a:moveTo>
                <a:lnTo>
                  <a:pt x="344729" y="1034186"/>
                </a:lnTo>
                <a:lnTo>
                  <a:pt x="344729" y="689458"/>
                </a:lnTo>
                <a:lnTo>
                  <a:pt x="1034186" y="344729"/>
                </a:lnTo>
                <a:lnTo>
                  <a:pt x="344729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0" name="S08-mark306"/>
          <p:cNvSpPr/>
          <p:nvPr/>
        </p:nvSpPr>
        <p:spPr>
          <a:xfrm>
            <a:off x="7913218" y="2036369"/>
            <a:ext cx="1034186" cy="1034186"/>
          </a:xfrm>
          <a:custGeom>
            <a:avLst/>
            <a:gdLst/>
            <a:ahLst/>
            <a:cxnLst/>
            <a:rect l="l" t="t" r="r" b="b"/>
            <a:pathLst>
              <a:path w="1034186" h="1034186">
                <a:moveTo>
                  <a:pt x="1034186" y="1034186"/>
                </a:moveTo>
                <a:lnTo>
                  <a:pt x="1034186" y="689458"/>
                </a:lnTo>
                <a:lnTo>
                  <a:pt x="689458" y="689458"/>
                </a:lnTo>
                <a:lnTo>
                  <a:pt x="344729" y="0"/>
                </a:lnTo>
                <a:lnTo>
                  <a:pt x="0" y="689458"/>
                </a:lnTo>
                <a:lnTo>
                  <a:pt x="0" y="1034186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1" name="S08-mark307"/>
          <p:cNvSpPr/>
          <p:nvPr/>
        </p:nvSpPr>
        <p:spPr>
          <a:xfrm>
            <a:off x="8887968" y="3011119"/>
            <a:ext cx="118872" cy="118872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8-label309"/>
          <p:cNvSpPr txBox="1"/>
          <p:nvPr/>
        </p:nvSpPr>
        <p:spPr>
          <a:xfrm>
            <a:off x="8865825" y="298897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53" name="S08-label310"/>
          <p:cNvSpPr txBox="1"/>
          <p:nvPr/>
        </p:nvSpPr>
        <p:spPr>
          <a:xfrm>
            <a:off x="6254496" y="3854196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반대 방향으로 90°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모양일까요?</a:t>
            </a:r>
            <a:endParaRPr lang="ko-KR" sz="4000" dirty="0"/>
          </a:p>
        </p:txBody>
      </p:sp>
      <p:sp>
        <p:nvSpPr>
          <p:cNvPr id="3" name="S09-card31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31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깃발을 두 가지로 움직였어요.</a:t>
            </a:r>
            <a:endParaRPr lang="ko-KR" sz="3000" dirty="0"/>
          </a:p>
        </p:txBody>
      </p:sp>
      <p:sp>
        <p:nvSpPr>
          <p:cNvPr id="5" name="S09-card3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3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모양은 같을까요? 다른 점을 말해요.</a:t>
            </a:r>
            <a:endParaRPr lang="ko-KR" sz="3000" dirty="0"/>
          </a:p>
        </p:txBody>
      </p:sp>
      <p:sp>
        <p:nvSpPr>
          <p:cNvPr id="7" name="S09-chip31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아래쪽으로 뒤집기</a:t>
            </a:r>
            <a:endParaRPr lang="ko-KR" sz="2400" dirty="0"/>
          </a:p>
        </p:txBody>
      </p:sp>
      <p:sp>
        <p:nvSpPr>
          <p:cNvPr id="8" name="S09-mark316"/>
          <p:cNvSpPr/>
          <p:nvPr/>
        </p:nvSpPr>
        <p:spPr>
          <a:xfrm>
            <a:off x="2570226" y="3246120"/>
            <a:ext cx="1319784" cy="1319784"/>
          </a:xfrm>
          <a:custGeom>
            <a:avLst/>
            <a:gdLst/>
            <a:ahLst/>
            <a:cxnLst/>
            <a:rect l="l" t="t" r="r" b="b"/>
            <a:pathLst>
              <a:path w="1319784" h="1319784">
                <a:moveTo>
                  <a:pt x="0" y="0"/>
                </a:moveTo>
                <a:lnTo>
                  <a:pt x="439928" y="0"/>
                </a:lnTo>
                <a:lnTo>
                  <a:pt x="439928" y="439928"/>
                </a:lnTo>
                <a:lnTo>
                  <a:pt x="1319784" y="879856"/>
                </a:lnTo>
                <a:lnTo>
                  <a:pt x="439928" y="1319784"/>
                </a:lnTo>
                <a:lnTo>
                  <a:pt x="0" y="1319784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09-mark317"/>
          <p:cNvSpPr/>
          <p:nvPr/>
        </p:nvSpPr>
        <p:spPr>
          <a:xfrm flipV="1">
            <a:off x="2570226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9-mark318"/>
          <p:cNvSpPr/>
          <p:nvPr/>
        </p:nvSpPr>
        <p:spPr>
          <a:xfrm flipV="1">
            <a:off x="3010154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9-mark319"/>
          <p:cNvSpPr/>
          <p:nvPr/>
        </p:nvSpPr>
        <p:spPr>
          <a:xfrm flipV="1">
            <a:off x="3450082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9-mark320"/>
          <p:cNvSpPr/>
          <p:nvPr/>
        </p:nvSpPr>
        <p:spPr>
          <a:xfrm flipV="1">
            <a:off x="3890010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9-mark321"/>
          <p:cNvSpPr/>
          <p:nvPr/>
        </p:nvSpPr>
        <p:spPr>
          <a:xfrm>
            <a:off x="2570226" y="4565904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9-mark322"/>
          <p:cNvSpPr/>
          <p:nvPr/>
        </p:nvSpPr>
        <p:spPr>
          <a:xfrm>
            <a:off x="2570226" y="4125976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9-mark323"/>
          <p:cNvSpPr/>
          <p:nvPr/>
        </p:nvSpPr>
        <p:spPr>
          <a:xfrm>
            <a:off x="2570226" y="3686048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9-mark324"/>
          <p:cNvSpPr/>
          <p:nvPr/>
        </p:nvSpPr>
        <p:spPr>
          <a:xfrm>
            <a:off x="2570226" y="3246120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9-figure325" descr="아래쪽으로 뒤집은 깃발: 깃발이 아래쪽에서 오른쪽을 향함"/>
          <p:cNvSpPr/>
          <p:nvPr/>
        </p:nvSpPr>
        <p:spPr>
          <a:xfrm>
            <a:off x="2570226" y="3246120"/>
            <a:ext cx="1319784" cy="1319784"/>
          </a:xfrm>
          <a:custGeom>
            <a:avLst/>
            <a:gdLst/>
            <a:ahLst/>
            <a:cxnLst/>
            <a:rect l="l" t="t" r="r" b="b"/>
            <a:pathLst>
              <a:path w="1319784" h="1319784">
                <a:moveTo>
                  <a:pt x="0" y="0"/>
                </a:moveTo>
                <a:lnTo>
                  <a:pt x="439928" y="0"/>
                </a:lnTo>
                <a:lnTo>
                  <a:pt x="439928" y="439928"/>
                </a:lnTo>
                <a:lnTo>
                  <a:pt x="1319784" y="879856"/>
                </a:lnTo>
                <a:lnTo>
                  <a:pt x="439928" y="1319784"/>
                </a:lnTo>
                <a:lnTo>
                  <a:pt x="0" y="1319784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09-text326"/>
          <p:cNvSpPr txBox="1"/>
          <p:nvPr/>
        </p:nvSpPr>
        <p:spPr>
          <a:xfrm>
            <a:off x="548640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위쪽과 아래쪽이 바뀌었어요.</a:t>
            </a:r>
            <a:endParaRPr lang="ko-KR" sz="2400" dirty="0"/>
          </a:p>
        </p:txBody>
      </p:sp>
      <p:sp>
        <p:nvSpPr>
          <p:cNvPr id="19" name="S09-chip32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 돌리기</a:t>
            </a:r>
            <a:endParaRPr lang="ko-KR" sz="2400" dirty="0"/>
          </a:p>
        </p:txBody>
      </p:sp>
      <p:sp>
        <p:nvSpPr>
          <p:cNvPr id="20" name="S09-mark328"/>
          <p:cNvSpPr/>
          <p:nvPr/>
        </p:nvSpPr>
        <p:spPr>
          <a:xfrm>
            <a:off x="8298942" y="3246120"/>
            <a:ext cx="1319784" cy="1319784"/>
          </a:xfrm>
          <a:custGeom>
            <a:avLst/>
            <a:gdLst/>
            <a:ahLst/>
            <a:cxnLst/>
            <a:rect l="l" t="t" r="r" b="b"/>
            <a:pathLst>
              <a:path w="1319784" h="1319784">
                <a:moveTo>
                  <a:pt x="1319784" y="0"/>
                </a:moveTo>
                <a:lnTo>
                  <a:pt x="879856" y="0"/>
                </a:lnTo>
                <a:lnTo>
                  <a:pt x="879856" y="439928"/>
                </a:lnTo>
                <a:lnTo>
                  <a:pt x="0" y="879856"/>
                </a:lnTo>
                <a:lnTo>
                  <a:pt x="879856" y="1319784"/>
                </a:lnTo>
                <a:lnTo>
                  <a:pt x="1319784" y="1319784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21" name="S09-mark329"/>
          <p:cNvSpPr/>
          <p:nvPr/>
        </p:nvSpPr>
        <p:spPr>
          <a:xfrm flipV="1">
            <a:off x="8298942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9-mark330"/>
          <p:cNvSpPr/>
          <p:nvPr/>
        </p:nvSpPr>
        <p:spPr>
          <a:xfrm flipV="1">
            <a:off x="8738870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9-mark331"/>
          <p:cNvSpPr/>
          <p:nvPr/>
        </p:nvSpPr>
        <p:spPr>
          <a:xfrm flipV="1">
            <a:off x="9178798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9-mark332"/>
          <p:cNvSpPr/>
          <p:nvPr/>
        </p:nvSpPr>
        <p:spPr>
          <a:xfrm flipV="1">
            <a:off x="9618726" y="3246120"/>
            <a:ext cx="0" cy="131978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9-mark333"/>
          <p:cNvSpPr/>
          <p:nvPr/>
        </p:nvSpPr>
        <p:spPr>
          <a:xfrm>
            <a:off x="8298942" y="4565904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9-mark334"/>
          <p:cNvSpPr/>
          <p:nvPr/>
        </p:nvSpPr>
        <p:spPr>
          <a:xfrm>
            <a:off x="8298942" y="4125976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9-mark335"/>
          <p:cNvSpPr/>
          <p:nvPr/>
        </p:nvSpPr>
        <p:spPr>
          <a:xfrm>
            <a:off x="8298942" y="3686048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9-mark336"/>
          <p:cNvSpPr/>
          <p:nvPr/>
        </p:nvSpPr>
        <p:spPr>
          <a:xfrm>
            <a:off x="8298942" y="3246120"/>
            <a:ext cx="13197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9-figure337" descr="180° 돌린 깃발: 깃발이 아래쪽에서 왼쪽을 향함"/>
          <p:cNvSpPr/>
          <p:nvPr/>
        </p:nvSpPr>
        <p:spPr>
          <a:xfrm>
            <a:off x="8298942" y="3246120"/>
            <a:ext cx="1319784" cy="1319784"/>
          </a:xfrm>
          <a:custGeom>
            <a:avLst/>
            <a:gdLst/>
            <a:ahLst/>
            <a:cxnLst/>
            <a:rect l="l" t="t" r="r" b="b"/>
            <a:pathLst>
              <a:path w="1319784" h="1319784">
                <a:moveTo>
                  <a:pt x="1319784" y="0"/>
                </a:moveTo>
                <a:lnTo>
                  <a:pt x="879856" y="0"/>
                </a:lnTo>
                <a:lnTo>
                  <a:pt x="879856" y="439928"/>
                </a:lnTo>
                <a:lnTo>
                  <a:pt x="0" y="879856"/>
                </a:lnTo>
                <a:lnTo>
                  <a:pt x="879856" y="1319784"/>
                </a:lnTo>
                <a:lnTo>
                  <a:pt x="1319784" y="1319784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0" name="S09-text338"/>
          <p:cNvSpPr txBox="1"/>
          <p:nvPr/>
        </p:nvSpPr>
        <p:spPr>
          <a:xfrm>
            <a:off x="6277356" y="4657344"/>
            <a:ext cx="5362956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깃발이 어느 쪽을 가리키나요?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방향으로 90°</a:t>
            </a:r>
            <a:endParaRPr lang="ko-KR" sz="4000" dirty="0"/>
          </a:p>
        </p:txBody>
      </p:sp>
      <p:sp>
        <p:nvSpPr>
          <p:cNvPr id="3" name="S10-card3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3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방향으로 90° 돌린 모양을 고르고, 까닭을 말해요.</a:t>
            </a:r>
            <a:endParaRPr lang="ko-KR" sz="3000" dirty="0"/>
          </a:p>
        </p:txBody>
      </p:sp>
      <p:sp>
        <p:nvSpPr>
          <p:cNvPr id="5" name="S10-chip341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ko-KR" sz="3000" dirty="0"/>
          </a:p>
        </p:txBody>
      </p:sp>
      <p:sp>
        <p:nvSpPr>
          <p:cNvPr id="6" name="S10-mark342"/>
          <p:cNvSpPr/>
          <p:nvPr/>
        </p:nvSpPr>
        <p:spPr>
          <a:xfrm>
            <a:off x="3081528" y="141732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0" y="1092708"/>
                </a:moveTo>
                <a:lnTo>
                  <a:pt x="364236" y="1092708"/>
                </a:lnTo>
                <a:lnTo>
                  <a:pt x="364236" y="728472"/>
                </a:lnTo>
                <a:lnTo>
                  <a:pt x="1092708" y="364236"/>
                </a:lnTo>
                <a:lnTo>
                  <a:pt x="3642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10-mark343"/>
          <p:cNvSpPr/>
          <p:nvPr/>
        </p:nvSpPr>
        <p:spPr>
          <a:xfrm flipV="1">
            <a:off x="3081528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0-mark344"/>
          <p:cNvSpPr/>
          <p:nvPr/>
        </p:nvSpPr>
        <p:spPr>
          <a:xfrm flipV="1">
            <a:off x="3445764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0-mark345"/>
          <p:cNvSpPr/>
          <p:nvPr/>
        </p:nvSpPr>
        <p:spPr>
          <a:xfrm flipV="1">
            <a:off x="3810000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0-mark346"/>
          <p:cNvSpPr/>
          <p:nvPr/>
        </p:nvSpPr>
        <p:spPr>
          <a:xfrm flipV="1">
            <a:off x="4174236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0-mark347"/>
          <p:cNvSpPr/>
          <p:nvPr/>
        </p:nvSpPr>
        <p:spPr>
          <a:xfrm>
            <a:off x="3081528" y="2510028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0-mark348"/>
          <p:cNvSpPr/>
          <p:nvPr/>
        </p:nvSpPr>
        <p:spPr>
          <a:xfrm>
            <a:off x="3081528" y="2145792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0-mark349"/>
          <p:cNvSpPr/>
          <p:nvPr/>
        </p:nvSpPr>
        <p:spPr>
          <a:xfrm>
            <a:off x="3081528" y="1781556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0-mark350"/>
          <p:cNvSpPr/>
          <p:nvPr/>
        </p:nvSpPr>
        <p:spPr>
          <a:xfrm>
            <a:off x="3081528" y="1417320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0-figure351" descr="처음 깃발: 깃대는 위를 향하고 깃발은 오른쪽을 가리킴"/>
          <p:cNvSpPr/>
          <p:nvPr/>
        </p:nvSpPr>
        <p:spPr>
          <a:xfrm>
            <a:off x="3081528" y="141732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0" y="1092708"/>
                </a:moveTo>
                <a:lnTo>
                  <a:pt x="364236" y="1092708"/>
                </a:lnTo>
                <a:lnTo>
                  <a:pt x="364236" y="728472"/>
                </a:lnTo>
                <a:lnTo>
                  <a:pt x="1092708" y="364236"/>
                </a:lnTo>
                <a:lnTo>
                  <a:pt x="364236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6" name="S10-label352"/>
          <p:cNvSpPr txBox="1"/>
          <p:nvPr/>
        </p:nvSpPr>
        <p:spPr>
          <a:xfrm>
            <a:off x="1344168" y="267462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처음 깃발</a:t>
            </a:r>
            <a:endParaRPr lang="ko-KR" sz="2400" dirty="0"/>
          </a:p>
        </p:txBody>
      </p:sp>
      <p:sp>
        <p:nvSpPr>
          <p:cNvPr id="17" name="S10-chip353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18" name="S10-mark354"/>
          <p:cNvSpPr/>
          <p:nvPr/>
        </p:nvSpPr>
        <p:spPr>
          <a:xfrm>
            <a:off x="8810244" y="141732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1092708" y="1092708"/>
                </a:moveTo>
                <a:lnTo>
                  <a:pt x="1092708" y="728472"/>
                </a:lnTo>
                <a:lnTo>
                  <a:pt x="728472" y="728472"/>
                </a:lnTo>
                <a:lnTo>
                  <a:pt x="364236" y="0"/>
                </a:lnTo>
                <a:lnTo>
                  <a:pt x="0" y="728472"/>
                </a:lnTo>
                <a:lnTo>
                  <a:pt x="0" y="1092708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19" name="S10-mark355"/>
          <p:cNvSpPr/>
          <p:nvPr/>
        </p:nvSpPr>
        <p:spPr>
          <a:xfrm flipV="1">
            <a:off x="8810244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0-mark356"/>
          <p:cNvSpPr/>
          <p:nvPr/>
        </p:nvSpPr>
        <p:spPr>
          <a:xfrm flipV="1">
            <a:off x="9174480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0-mark357"/>
          <p:cNvSpPr/>
          <p:nvPr/>
        </p:nvSpPr>
        <p:spPr>
          <a:xfrm flipV="1">
            <a:off x="9538716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0-mark358"/>
          <p:cNvSpPr/>
          <p:nvPr/>
        </p:nvSpPr>
        <p:spPr>
          <a:xfrm flipV="1">
            <a:off x="9902952" y="141732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0-mark359"/>
          <p:cNvSpPr/>
          <p:nvPr/>
        </p:nvSpPr>
        <p:spPr>
          <a:xfrm>
            <a:off x="8810244" y="2510028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0-mark360"/>
          <p:cNvSpPr/>
          <p:nvPr/>
        </p:nvSpPr>
        <p:spPr>
          <a:xfrm>
            <a:off x="8810244" y="2145792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0-mark361"/>
          <p:cNvSpPr/>
          <p:nvPr/>
        </p:nvSpPr>
        <p:spPr>
          <a:xfrm>
            <a:off x="8810244" y="1781556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0-mark362"/>
          <p:cNvSpPr/>
          <p:nvPr/>
        </p:nvSpPr>
        <p:spPr>
          <a:xfrm>
            <a:off x="8810244" y="1417320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0-figure363" descr="가: 깃대가 왼쪽을 향하고 깃발이 위쪽을 가리킴"/>
          <p:cNvSpPr/>
          <p:nvPr/>
        </p:nvSpPr>
        <p:spPr>
          <a:xfrm>
            <a:off x="8810244" y="141732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1092708" y="1092708"/>
                </a:moveTo>
                <a:lnTo>
                  <a:pt x="1092708" y="728472"/>
                </a:lnTo>
                <a:lnTo>
                  <a:pt x="728472" y="728472"/>
                </a:lnTo>
                <a:lnTo>
                  <a:pt x="364236" y="0"/>
                </a:lnTo>
                <a:lnTo>
                  <a:pt x="0" y="728472"/>
                </a:lnTo>
                <a:lnTo>
                  <a:pt x="0" y="1092708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8" name="S10-label364"/>
          <p:cNvSpPr txBox="1"/>
          <p:nvPr/>
        </p:nvSpPr>
        <p:spPr>
          <a:xfrm>
            <a:off x="7072884" y="267462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400" dirty="0"/>
          </a:p>
        </p:txBody>
      </p:sp>
      <p:sp>
        <p:nvSpPr>
          <p:cNvPr id="29" name="S10-chip365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30" name="S10-mark366"/>
          <p:cNvSpPr/>
          <p:nvPr/>
        </p:nvSpPr>
        <p:spPr>
          <a:xfrm>
            <a:off x="3081528" y="345186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0" y="0"/>
                </a:moveTo>
                <a:lnTo>
                  <a:pt x="0" y="364236"/>
                </a:lnTo>
                <a:lnTo>
                  <a:pt x="364236" y="364236"/>
                </a:lnTo>
                <a:lnTo>
                  <a:pt x="728472" y="1092708"/>
                </a:lnTo>
                <a:lnTo>
                  <a:pt x="1092708" y="364236"/>
                </a:lnTo>
                <a:lnTo>
                  <a:pt x="1092708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31" name="S10-mark367"/>
          <p:cNvSpPr/>
          <p:nvPr/>
        </p:nvSpPr>
        <p:spPr>
          <a:xfrm flipV="1">
            <a:off x="3081528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0-mark368"/>
          <p:cNvSpPr/>
          <p:nvPr/>
        </p:nvSpPr>
        <p:spPr>
          <a:xfrm flipV="1">
            <a:off x="3445764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0-mark369"/>
          <p:cNvSpPr/>
          <p:nvPr/>
        </p:nvSpPr>
        <p:spPr>
          <a:xfrm flipV="1">
            <a:off x="3810000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0-mark370"/>
          <p:cNvSpPr/>
          <p:nvPr/>
        </p:nvSpPr>
        <p:spPr>
          <a:xfrm flipV="1">
            <a:off x="4174236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0-mark371"/>
          <p:cNvSpPr/>
          <p:nvPr/>
        </p:nvSpPr>
        <p:spPr>
          <a:xfrm>
            <a:off x="3081528" y="4544568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0-mark372"/>
          <p:cNvSpPr/>
          <p:nvPr/>
        </p:nvSpPr>
        <p:spPr>
          <a:xfrm>
            <a:off x="3081528" y="4180332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0-mark373"/>
          <p:cNvSpPr/>
          <p:nvPr/>
        </p:nvSpPr>
        <p:spPr>
          <a:xfrm>
            <a:off x="3081528" y="3816096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0-mark374"/>
          <p:cNvSpPr/>
          <p:nvPr/>
        </p:nvSpPr>
        <p:spPr>
          <a:xfrm>
            <a:off x="3081528" y="3451860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0-figure375" descr="나: 깃대가 오른쪽을 향하고 깃발이 아래쪽을 가리킴"/>
          <p:cNvSpPr/>
          <p:nvPr/>
        </p:nvSpPr>
        <p:spPr>
          <a:xfrm>
            <a:off x="3081528" y="345186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0" y="0"/>
                </a:moveTo>
                <a:lnTo>
                  <a:pt x="0" y="364236"/>
                </a:lnTo>
                <a:lnTo>
                  <a:pt x="364236" y="364236"/>
                </a:lnTo>
                <a:lnTo>
                  <a:pt x="728472" y="1092708"/>
                </a:lnTo>
                <a:lnTo>
                  <a:pt x="1092708" y="364236"/>
                </a:lnTo>
                <a:lnTo>
                  <a:pt x="1092708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10-label376"/>
          <p:cNvSpPr txBox="1"/>
          <p:nvPr/>
        </p:nvSpPr>
        <p:spPr>
          <a:xfrm>
            <a:off x="1344168" y="470916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400" dirty="0"/>
          </a:p>
        </p:txBody>
      </p:sp>
      <p:sp>
        <p:nvSpPr>
          <p:cNvPr id="41" name="S10-chip377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42" name="S10-mark378"/>
          <p:cNvSpPr/>
          <p:nvPr/>
        </p:nvSpPr>
        <p:spPr>
          <a:xfrm>
            <a:off x="8810244" y="345186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1092708" y="0"/>
                </a:moveTo>
                <a:lnTo>
                  <a:pt x="728472" y="0"/>
                </a:lnTo>
                <a:lnTo>
                  <a:pt x="728472" y="364236"/>
                </a:lnTo>
                <a:lnTo>
                  <a:pt x="0" y="728472"/>
                </a:lnTo>
                <a:lnTo>
                  <a:pt x="728472" y="1092708"/>
                </a:lnTo>
                <a:lnTo>
                  <a:pt x="1092708" y="1092708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43" name="S10-mark379"/>
          <p:cNvSpPr/>
          <p:nvPr/>
        </p:nvSpPr>
        <p:spPr>
          <a:xfrm flipV="1">
            <a:off x="8810244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10-mark380"/>
          <p:cNvSpPr/>
          <p:nvPr/>
        </p:nvSpPr>
        <p:spPr>
          <a:xfrm flipV="1">
            <a:off x="9174480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10-mark381"/>
          <p:cNvSpPr/>
          <p:nvPr/>
        </p:nvSpPr>
        <p:spPr>
          <a:xfrm flipV="1">
            <a:off x="9538716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10-mark382"/>
          <p:cNvSpPr/>
          <p:nvPr/>
        </p:nvSpPr>
        <p:spPr>
          <a:xfrm flipV="1">
            <a:off x="9902952" y="3451860"/>
            <a:ext cx="0" cy="1092708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10-mark383"/>
          <p:cNvSpPr/>
          <p:nvPr/>
        </p:nvSpPr>
        <p:spPr>
          <a:xfrm>
            <a:off x="8810244" y="4544568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10-mark384"/>
          <p:cNvSpPr/>
          <p:nvPr/>
        </p:nvSpPr>
        <p:spPr>
          <a:xfrm>
            <a:off x="8810244" y="4180332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10-mark385"/>
          <p:cNvSpPr/>
          <p:nvPr/>
        </p:nvSpPr>
        <p:spPr>
          <a:xfrm>
            <a:off x="8810244" y="3816096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10-mark386"/>
          <p:cNvSpPr/>
          <p:nvPr/>
        </p:nvSpPr>
        <p:spPr>
          <a:xfrm>
            <a:off x="8810244" y="3451860"/>
            <a:ext cx="1092708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10-figure387" descr="다: 깃대가 아래를 향하고 깃발이 왼쪽을 가리킴"/>
          <p:cNvSpPr/>
          <p:nvPr/>
        </p:nvSpPr>
        <p:spPr>
          <a:xfrm>
            <a:off x="8810244" y="3451860"/>
            <a:ext cx="1092708" cy="1092708"/>
          </a:xfrm>
          <a:custGeom>
            <a:avLst/>
            <a:gdLst/>
            <a:ahLst/>
            <a:cxnLst/>
            <a:rect l="l" t="t" r="r" b="b"/>
            <a:pathLst>
              <a:path w="1092708" h="1092708">
                <a:moveTo>
                  <a:pt x="1092708" y="0"/>
                </a:moveTo>
                <a:lnTo>
                  <a:pt x="728472" y="0"/>
                </a:lnTo>
                <a:lnTo>
                  <a:pt x="728472" y="364236"/>
                </a:lnTo>
                <a:lnTo>
                  <a:pt x="0" y="728472"/>
                </a:lnTo>
                <a:lnTo>
                  <a:pt x="728472" y="1092708"/>
                </a:lnTo>
                <a:lnTo>
                  <a:pt x="1092708" y="1092708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52" name="S10-label388"/>
          <p:cNvSpPr txBox="1"/>
          <p:nvPr/>
        </p:nvSpPr>
        <p:spPr>
          <a:xfrm>
            <a:off x="7072884" y="4709160"/>
            <a:ext cx="45674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3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도형을 움직인 것을 찾아요.</a:t>
            </a:r>
            <a:endParaRPr lang="ko-KR" sz="3000" dirty="0"/>
          </a:p>
        </p:txBody>
      </p:sp>
      <p:sp>
        <p:nvSpPr>
          <p:cNvPr id="4" name="S11-mark390"/>
          <p:cNvSpPr/>
          <p:nvPr/>
        </p:nvSpPr>
        <p:spPr>
          <a:xfrm>
            <a:off x="6738801" y="3004784"/>
            <a:ext cx="1110016" cy="740011"/>
          </a:xfrm>
          <a:custGeom>
            <a:avLst/>
            <a:gdLst/>
            <a:ahLst/>
            <a:cxnLst/>
            <a:rect l="l" t="t" r="r" b="b"/>
            <a:pathLst>
              <a:path w="1110016" h="740011">
                <a:moveTo>
                  <a:pt x="0" y="740011"/>
                </a:moveTo>
                <a:lnTo>
                  <a:pt x="1110016" y="740011"/>
                </a:lnTo>
                <a:lnTo>
                  <a:pt x="1110016" y="370005"/>
                </a:lnTo>
                <a:lnTo>
                  <a:pt x="370005" y="370005"/>
                </a:lnTo>
                <a:lnTo>
                  <a:pt x="37000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11-mark391"/>
          <p:cNvSpPr/>
          <p:nvPr/>
        </p:nvSpPr>
        <p:spPr>
          <a:xfrm>
            <a:off x="8588829" y="3004784"/>
            <a:ext cx="1110016" cy="740011"/>
          </a:xfrm>
          <a:custGeom>
            <a:avLst/>
            <a:gdLst/>
            <a:ahLst/>
            <a:cxnLst/>
            <a:rect l="l" t="t" r="r" b="b"/>
            <a:pathLst>
              <a:path w="1110016" h="740011">
                <a:moveTo>
                  <a:pt x="0" y="740011"/>
                </a:moveTo>
                <a:lnTo>
                  <a:pt x="1110016" y="740011"/>
                </a:lnTo>
                <a:lnTo>
                  <a:pt x="1110016" y="370005"/>
                </a:lnTo>
                <a:lnTo>
                  <a:pt x="370005" y="370005"/>
                </a:lnTo>
                <a:lnTo>
                  <a:pt x="370005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6" name="S11-mark392"/>
          <p:cNvSpPr/>
          <p:nvPr/>
        </p:nvSpPr>
        <p:spPr>
          <a:xfrm>
            <a:off x="10068850" y="3004784"/>
            <a:ext cx="1110016" cy="740011"/>
          </a:xfrm>
          <a:custGeom>
            <a:avLst/>
            <a:gdLst/>
            <a:ahLst/>
            <a:cxnLst/>
            <a:rect l="l" t="t" r="r" b="b"/>
            <a:pathLst>
              <a:path w="1110016" h="740011">
                <a:moveTo>
                  <a:pt x="1110016" y="740011"/>
                </a:moveTo>
                <a:lnTo>
                  <a:pt x="0" y="740011"/>
                </a:lnTo>
                <a:lnTo>
                  <a:pt x="0" y="370005"/>
                </a:lnTo>
                <a:lnTo>
                  <a:pt x="740011" y="370005"/>
                </a:lnTo>
                <a:lnTo>
                  <a:pt x="740011" y="0"/>
                </a:lnTo>
                <a:lnTo>
                  <a:pt x="1110016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7" name="S11-mark393"/>
          <p:cNvSpPr/>
          <p:nvPr/>
        </p:nvSpPr>
        <p:spPr>
          <a:xfrm>
            <a:off x="7108807" y="4484805"/>
            <a:ext cx="740011" cy="1110016"/>
          </a:xfrm>
          <a:custGeom>
            <a:avLst/>
            <a:gdLst/>
            <a:ahLst/>
            <a:cxnLst/>
            <a:rect l="l" t="t" r="r" b="b"/>
            <a:pathLst>
              <a:path w="740011" h="1110016">
                <a:moveTo>
                  <a:pt x="0" y="0"/>
                </a:moveTo>
                <a:lnTo>
                  <a:pt x="0" y="1110016"/>
                </a:lnTo>
                <a:lnTo>
                  <a:pt x="370005" y="1110016"/>
                </a:lnTo>
                <a:lnTo>
                  <a:pt x="370005" y="370005"/>
                </a:lnTo>
                <a:lnTo>
                  <a:pt x="740011" y="370005"/>
                </a:lnTo>
                <a:lnTo>
                  <a:pt x="740011" y="0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8" name="S11-mark394"/>
          <p:cNvSpPr/>
          <p:nvPr/>
        </p:nvSpPr>
        <p:spPr>
          <a:xfrm>
            <a:off x="8958834" y="4484805"/>
            <a:ext cx="1110016" cy="740011"/>
          </a:xfrm>
          <a:custGeom>
            <a:avLst/>
            <a:gdLst/>
            <a:ahLst/>
            <a:cxnLst/>
            <a:rect l="l" t="t" r="r" b="b"/>
            <a:pathLst>
              <a:path w="1110016" h="740011">
                <a:moveTo>
                  <a:pt x="1110016" y="0"/>
                </a:moveTo>
                <a:lnTo>
                  <a:pt x="0" y="0"/>
                </a:lnTo>
                <a:lnTo>
                  <a:pt x="0" y="370005"/>
                </a:lnTo>
                <a:lnTo>
                  <a:pt x="740011" y="370005"/>
                </a:lnTo>
                <a:lnTo>
                  <a:pt x="740011" y="740011"/>
                </a:lnTo>
                <a:lnTo>
                  <a:pt x="1110016" y="740011"/>
                </a:lnTo>
                <a:close/>
              </a:path>
            </a:pathLst>
          </a:custGeom>
          <a:solidFill>
            <a:srgbClr val="2A9D8F"/>
          </a:solidFill>
          <a:ln/>
        </p:spPr>
      </p:sp>
      <p:sp>
        <p:nvSpPr>
          <p:cNvPr id="9" name="S11-mark395"/>
          <p:cNvSpPr/>
          <p:nvPr/>
        </p:nvSpPr>
        <p:spPr>
          <a:xfrm flipV="1">
            <a:off x="6368796" y="2264773"/>
            <a:ext cx="0" cy="37000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1-mark396"/>
          <p:cNvSpPr/>
          <p:nvPr/>
        </p:nvSpPr>
        <p:spPr>
          <a:xfrm flipV="1">
            <a:off x="6738801" y="2264773"/>
            <a:ext cx="0" cy="37000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1-mark397"/>
          <p:cNvSpPr/>
          <p:nvPr/>
        </p:nvSpPr>
        <p:spPr>
          <a:xfrm flipV="1">
            <a:off x="7108807" y="2264773"/>
            <a:ext cx="0" cy="37000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1-mark398"/>
          <p:cNvSpPr/>
          <p:nvPr/>
        </p:nvSpPr>
        <p:spPr>
          <a:xfrm flipV="1">
            <a:off x="7478812" y="2264773"/>
            <a:ext cx="0" cy="37000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1-mark399"/>
          <p:cNvSpPr/>
          <p:nvPr/>
        </p:nvSpPr>
        <p:spPr>
          <a:xfrm flipV="1">
            <a:off x="7848818" y="2264773"/>
            <a:ext cx="0" cy="37000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1-mark400"/>
          <p:cNvSpPr/>
          <p:nvPr/>
        </p:nvSpPr>
        <p:spPr>
          <a:xfrm flipV="1">
            <a:off x="8218823" y="2264773"/>
            <a:ext cx="0" cy="37000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1-mark401"/>
          <p:cNvSpPr/>
          <p:nvPr/>
        </p:nvSpPr>
        <p:spPr>
          <a:xfrm flipV="1">
            <a:off x="8588829" y="2264773"/>
            <a:ext cx="0" cy="37000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1-mark402"/>
          <p:cNvSpPr/>
          <p:nvPr/>
        </p:nvSpPr>
        <p:spPr>
          <a:xfrm flipV="1">
            <a:off x="8958834" y="2264773"/>
            <a:ext cx="0" cy="37000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1-mark403"/>
          <p:cNvSpPr/>
          <p:nvPr/>
        </p:nvSpPr>
        <p:spPr>
          <a:xfrm flipV="1">
            <a:off x="9328839" y="2264773"/>
            <a:ext cx="0" cy="37000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1-mark404"/>
          <p:cNvSpPr/>
          <p:nvPr/>
        </p:nvSpPr>
        <p:spPr>
          <a:xfrm flipV="1">
            <a:off x="9698845" y="2264773"/>
            <a:ext cx="0" cy="37000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1-mark405"/>
          <p:cNvSpPr/>
          <p:nvPr/>
        </p:nvSpPr>
        <p:spPr>
          <a:xfrm flipV="1">
            <a:off x="10068850" y="2264773"/>
            <a:ext cx="0" cy="37000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1-mark406"/>
          <p:cNvSpPr/>
          <p:nvPr/>
        </p:nvSpPr>
        <p:spPr>
          <a:xfrm flipV="1">
            <a:off x="10438856" y="2264773"/>
            <a:ext cx="0" cy="37000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11-mark407"/>
          <p:cNvSpPr/>
          <p:nvPr/>
        </p:nvSpPr>
        <p:spPr>
          <a:xfrm flipV="1">
            <a:off x="10808861" y="2264773"/>
            <a:ext cx="0" cy="37000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11-mark408"/>
          <p:cNvSpPr/>
          <p:nvPr/>
        </p:nvSpPr>
        <p:spPr>
          <a:xfrm flipV="1">
            <a:off x="11178867" y="2264773"/>
            <a:ext cx="0" cy="37000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11-mark409"/>
          <p:cNvSpPr/>
          <p:nvPr/>
        </p:nvSpPr>
        <p:spPr>
          <a:xfrm flipV="1">
            <a:off x="11548872" y="2264773"/>
            <a:ext cx="0" cy="3700054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11-mark410"/>
          <p:cNvSpPr/>
          <p:nvPr/>
        </p:nvSpPr>
        <p:spPr>
          <a:xfrm>
            <a:off x="6368796" y="5964827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11-mark411"/>
          <p:cNvSpPr/>
          <p:nvPr/>
        </p:nvSpPr>
        <p:spPr>
          <a:xfrm>
            <a:off x="6368796" y="5594822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11-mark412"/>
          <p:cNvSpPr/>
          <p:nvPr/>
        </p:nvSpPr>
        <p:spPr>
          <a:xfrm>
            <a:off x="6368796" y="5224816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11-mark413"/>
          <p:cNvSpPr/>
          <p:nvPr/>
        </p:nvSpPr>
        <p:spPr>
          <a:xfrm>
            <a:off x="6368796" y="4854811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11-mark414"/>
          <p:cNvSpPr/>
          <p:nvPr/>
        </p:nvSpPr>
        <p:spPr>
          <a:xfrm>
            <a:off x="6368796" y="4484805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11-mark415"/>
          <p:cNvSpPr/>
          <p:nvPr/>
        </p:nvSpPr>
        <p:spPr>
          <a:xfrm>
            <a:off x="6368796" y="4114800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1-mark416"/>
          <p:cNvSpPr/>
          <p:nvPr/>
        </p:nvSpPr>
        <p:spPr>
          <a:xfrm>
            <a:off x="6368796" y="3744795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1-mark417"/>
          <p:cNvSpPr/>
          <p:nvPr/>
        </p:nvSpPr>
        <p:spPr>
          <a:xfrm>
            <a:off x="6368796" y="3374789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1-mark418"/>
          <p:cNvSpPr/>
          <p:nvPr/>
        </p:nvSpPr>
        <p:spPr>
          <a:xfrm>
            <a:off x="6368796" y="3004784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1-mark419"/>
          <p:cNvSpPr/>
          <p:nvPr/>
        </p:nvSpPr>
        <p:spPr>
          <a:xfrm>
            <a:off x="6368796" y="2634778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1-mark420"/>
          <p:cNvSpPr/>
          <p:nvPr/>
        </p:nvSpPr>
        <p:spPr>
          <a:xfrm>
            <a:off x="6368796" y="2264773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1-figure421" descr="모눈 위의 ㄴ 모양 처음 도형과, 이동한 도형 가·나·다·라"/>
          <p:cNvSpPr/>
          <p:nvPr/>
        </p:nvSpPr>
        <p:spPr>
          <a:xfrm>
            <a:off x="6738801" y="3004784"/>
            <a:ext cx="1110016" cy="740011"/>
          </a:xfrm>
          <a:custGeom>
            <a:avLst/>
            <a:gdLst/>
            <a:ahLst/>
            <a:cxnLst/>
            <a:rect l="l" t="t" r="r" b="b"/>
            <a:pathLst>
              <a:path w="1110016" h="740011">
                <a:moveTo>
                  <a:pt x="0" y="740011"/>
                </a:moveTo>
                <a:lnTo>
                  <a:pt x="1110016" y="740011"/>
                </a:lnTo>
                <a:lnTo>
                  <a:pt x="1110016" y="370005"/>
                </a:lnTo>
                <a:lnTo>
                  <a:pt x="370005" y="370005"/>
                </a:lnTo>
                <a:lnTo>
                  <a:pt x="370005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6" name="S11-mark422"/>
          <p:cNvSpPr/>
          <p:nvPr/>
        </p:nvSpPr>
        <p:spPr>
          <a:xfrm>
            <a:off x="8588829" y="3004784"/>
            <a:ext cx="1110016" cy="740011"/>
          </a:xfrm>
          <a:custGeom>
            <a:avLst/>
            <a:gdLst/>
            <a:ahLst/>
            <a:cxnLst/>
            <a:rect l="l" t="t" r="r" b="b"/>
            <a:pathLst>
              <a:path w="1110016" h="740011">
                <a:moveTo>
                  <a:pt x="0" y="740011"/>
                </a:moveTo>
                <a:lnTo>
                  <a:pt x="1110016" y="740011"/>
                </a:lnTo>
                <a:lnTo>
                  <a:pt x="1110016" y="370005"/>
                </a:lnTo>
                <a:lnTo>
                  <a:pt x="370005" y="370005"/>
                </a:lnTo>
                <a:lnTo>
                  <a:pt x="370005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7" name="S11-mark423"/>
          <p:cNvSpPr/>
          <p:nvPr/>
        </p:nvSpPr>
        <p:spPr>
          <a:xfrm>
            <a:off x="10068850" y="3004784"/>
            <a:ext cx="1110016" cy="740011"/>
          </a:xfrm>
          <a:custGeom>
            <a:avLst/>
            <a:gdLst/>
            <a:ahLst/>
            <a:cxnLst/>
            <a:rect l="l" t="t" r="r" b="b"/>
            <a:pathLst>
              <a:path w="1110016" h="740011">
                <a:moveTo>
                  <a:pt x="1110016" y="740011"/>
                </a:moveTo>
                <a:lnTo>
                  <a:pt x="0" y="740011"/>
                </a:lnTo>
                <a:lnTo>
                  <a:pt x="0" y="370005"/>
                </a:lnTo>
                <a:lnTo>
                  <a:pt x="740011" y="370005"/>
                </a:lnTo>
                <a:lnTo>
                  <a:pt x="740011" y="0"/>
                </a:lnTo>
                <a:lnTo>
                  <a:pt x="1110016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8" name="S11-mark424"/>
          <p:cNvSpPr/>
          <p:nvPr/>
        </p:nvSpPr>
        <p:spPr>
          <a:xfrm>
            <a:off x="7108807" y="4484805"/>
            <a:ext cx="740011" cy="1110016"/>
          </a:xfrm>
          <a:custGeom>
            <a:avLst/>
            <a:gdLst/>
            <a:ahLst/>
            <a:cxnLst/>
            <a:rect l="l" t="t" r="r" b="b"/>
            <a:pathLst>
              <a:path w="740011" h="1110016">
                <a:moveTo>
                  <a:pt x="0" y="0"/>
                </a:moveTo>
                <a:lnTo>
                  <a:pt x="0" y="1110016"/>
                </a:lnTo>
                <a:lnTo>
                  <a:pt x="370005" y="1110016"/>
                </a:lnTo>
                <a:lnTo>
                  <a:pt x="370005" y="370005"/>
                </a:lnTo>
                <a:lnTo>
                  <a:pt x="740011" y="370005"/>
                </a:lnTo>
                <a:lnTo>
                  <a:pt x="740011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9" name="S11-mark425"/>
          <p:cNvSpPr/>
          <p:nvPr/>
        </p:nvSpPr>
        <p:spPr>
          <a:xfrm>
            <a:off x="8958834" y="4484805"/>
            <a:ext cx="1110016" cy="740011"/>
          </a:xfrm>
          <a:custGeom>
            <a:avLst/>
            <a:gdLst/>
            <a:ahLst/>
            <a:cxnLst/>
            <a:rect l="l" t="t" r="r" b="b"/>
            <a:pathLst>
              <a:path w="1110016" h="740011">
                <a:moveTo>
                  <a:pt x="1110016" y="0"/>
                </a:moveTo>
                <a:lnTo>
                  <a:pt x="0" y="0"/>
                </a:lnTo>
                <a:lnTo>
                  <a:pt x="0" y="370005"/>
                </a:lnTo>
                <a:lnTo>
                  <a:pt x="740011" y="370005"/>
                </a:lnTo>
                <a:lnTo>
                  <a:pt x="740011" y="740011"/>
                </a:lnTo>
                <a:lnTo>
                  <a:pt x="1110016" y="740011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0" name="S11-label427"/>
          <p:cNvSpPr txBox="1"/>
          <p:nvPr/>
        </p:nvSpPr>
        <p:spPr>
          <a:xfrm>
            <a:off x="6940242" y="2592280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</a:t>
            </a:r>
            <a:endParaRPr lang="ko-KR" sz="2400" dirty="0"/>
          </a:p>
        </p:txBody>
      </p:sp>
      <p:sp>
        <p:nvSpPr>
          <p:cNvPr id="41" name="S11-label429"/>
          <p:cNvSpPr txBox="1"/>
          <p:nvPr/>
        </p:nvSpPr>
        <p:spPr>
          <a:xfrm>
            <a:off x="8939621" y="259228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42" name="S11-label431"/>
          <p:cNvSpPr txBox="1"/>
          <p:nvPr/>
        </p:nvSpPr>
        <p:spPr>
          <a:xfrm>
            <a:off x="10419642" y="2592280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43" name="S11-label433"/>
          <p:cNvSpPr txBox="1"/>
          <p:nvPr/>
        </p:nvSpPr>
        <p:spPr>
          <a:xfrm>
            <a:off x="7274596" y="407230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400" dirty="0"/>
          </a:p>
        </p:txBody>
      </p:sp>
      <p:sp>
        <p:nvSpPr>
          <p:cNvPr id="44" name="S11-label435"/>
          <p:cNvSpPr txBox="1"/>
          <p:nvPr/>
        </p:nvSpPr>
        <p:spPr>
          <a:xfrm>
            <a:off x="9309626" y="4072302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400" dirty="0"/>
          </a:p>
        </p:txBody>
      </p:sp>
      <p:sp>
        <p:nvSpPr>
          <p:cNvPr id="45" name="S11-chip43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6" name="S11-text437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 뒤집은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도형은?</a:t>
            </a:r>
            <a:endParaRPr lang="ko-KR" sz="3000" dirty="0"/>
          </a:p>
        </p:txBody>
      </p:sp>
      <p:sp>
        <p:nvSpPr>
          <p:cNvPr id="47" name="S11-chip43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48" name="S11-text439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방향으로 90°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돌린 도형은?</a:t>
            </a:r>
            <a:endParaRPr lang="ko-KR" sz="3000" dirty="0"/>
          </a:p>
        </p:txBody>
      </p:sp>
      <p:sp>
        <p:nvSpPr>
          <p:cNvPr id="49" name="S11-chip44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50" name="S11-text441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180° 돌린 도형은?</a:t>
            </a:r>
            <a:endParaRPr lang="ko-KR" sz="3000" dirty="0"/>
          </a:p>
        </p:txBody>
      </p:sp>
      <p:sp>
        <p:nvSpPr>
          <p:cNvPr id="51" name="S11-chip442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52" name="S11-text443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밀기만 한 도형은?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모양이 되는 것은?</a:t>
            </a:r>
            <a:endParaRPr lang="ko-KR" sz="4000" dirty="0"/>
          </a:p>
        </p:txBody>
      </p:sp>
      <p:sp>
        <p:nvSpPr>
          <p:cNvPr id="3" name="S13-text4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깃발을 움직였어요.</a:t>
            </a:r>
            <a:endParaRPr lang="ko-KR" sz="3000" dirty="0"/>
          </a:p>
        </p:txBody>
      </p:sp>
      <p:sp>
        <p:nvSpPr>
          <p:cNvPr id="4" name="S13-card4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4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모양과 같아지는 것을 모두 골라요.</a:t>
            </a:r>
            <a:endParaRPr lang="ko-KR" sz="3000" dirty="0"/>
          </a:p>
        </p:txBody>
      </p:sp>
      <p:sp>
        <p:nvSpPr>
          <p:cNvPr id="6" name="S13-chip447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card448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449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오른쪽으로 두 번 뒤집기</a:t>
            </a:r>
            <a:endParaRPr lang="ko-KR" sz="3000" dirty="0"/>
          </a:p>
        </p:txBody>
      </p:sp>
      <p:sp>
        <p:nvSpPr>
          <p:cNvPr id="9" name="S13-chip450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3-card451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452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방향으로 90°씩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돌리기</a:t>
            </a:r>
            <a:endParaRPr lang="ko-KR" sz="3000" dirty="0"/>
          </a:p>
        </p:txBody>
      </p:sp>
      <p:sp>
        <p:nvSpPr>
          <p:cNvPr id="12" name="S13-chip453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3" name="S13-card454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455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방향으로 90°씩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번 돌리기</a:t>
            </a:r>
            <a:endParaRPr lang="ko-KR" sz="3000" dirty="0"/>
          </a:p>
        </p:txBody>
      </p:sp>
      <p:sp>
        <p:nvSpPr>
          <p:cNvPr id="15" name="S13-chip456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6" name="S13-card457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3-cardtext458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아래쪽으로 한 번 뒤집기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45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46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밀면 위치만, 뒤집으면 그 방향이, 돌리면 위쪽이 바뀌어요.</a:t>
            </a:r>
            <a:endParaRPr lang="ko-KR" sz="3000" dirty="0"/>
          </a:p>
        </p:txBody>
      </p:sp>
      <p:sp>
        <p:nvSpPr>
          <p:cNvPr id="5" name="S14-chip46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종이 도형으로 직접 움직여 보기</a:t>
            </a:r>
            <a:endParaRPr lang="ko-KR" sz="2400" dirty="0"/>
          </a:p>
        </p:txBody>
      </p:sp>
      <p:sp>
        <p:nvSpPr>
          <p:cNvPr id="6" name="S14-chip46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뒤집기와 돌리기를 같다고 하기</a:t>
            </a:r>
            <a:endParaRPr lang="ko-KR" sz="2400" dirty="0"/>
          </a:p>
        </p:txBody>
      </p:sp>
      <p:sp>
        <p:nvSpPr>
          <p:cNvPr id="7" name="S14-text46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46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도형을 밀면 무엇이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바뀌나요?</a:t>
            </a:r>
            <a:endParaRPr lang="ko-KR" sz="2400" dirty="0"/>
          </a:p>
        </p:txBody>
      </p:sp>
      <p:sp>
        <p:nvSpPr>
          <p:cNvPr id="9" name="S14-text46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아래쪽으로 뒤집으면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바뀌나요?</a:t>
            </a:r>
            <a:endParaRPr lang="ko-KR" sz="2400" dirty="0"/>
          </a:p>
        </p:txBody>
      </p:sp>
      <p:sp>
        <p:nvSpPr>
          <p:cNvPr id="10" name="S14-text46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시계 방향 90°면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위쪽은 어디로?</a:t>
            </a:r>
            <a:endParaRPr lang="ko-KR" sz="2400" dirty="0"/>
          </a:p>
        </p:txBody>
      </p:sp>
      <p:sp>
        <p:nvSpPr>
          <p:cNvPr id="11" name="S14-text46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막대그래프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시계 방향과 각도</a:t>
            </a:r>
            <a:endParaRPr lang="ko-KR" sz="4000" dirty="0"/>
          </a:p>
        </p:txBody>
      </p:sp>
      <p:sp>
        <p:nvSpPr>
          <p:cNvPr id="3" name="S15-card468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469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 방향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→ 3 → 6 → 9</a:t>
            </a:r>
            <a:endParaRPr lang="ko-KR" sz="3000" dirty="0"/>
          </a:p>
        </p:txBody>
      </p:sp>
      <p:sp>
        <p:nvSpPr>
          <p:cNvPr id="5" name="S15-card470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5-cardtext471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90°와 180°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직각, 반 바퀴</a:t>
            </a:r>
            <a:endParaRPr lang="ko-KR" sz="3000" dirty="0"/>
          </a:p>
        </p:txBody>
      </p:sp>
      <p:sp>
        <p:nvSpPr>
          <p:cNvPr id="7" name="S15-figure472" descr="3시를 가리키는 시계: 두 바늘이 직각"/>
          <p:cNvSpPr/>
          <p:nvPr/>
        </p:nvSpPr>
        <p:spPr>
          <a:xfrm>
            <a:off x="1773174" y="1325880"/>
            <a:ext cx="2936748" cy="293674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" name="S15-line473"/>
          <p:cNvSpPr/>
          <p:nvPr/>
        </p:nvSpPr>
        <p:spPr>
          <a:xfrm>
            <a:off x="3241548" y="1362456"/>
            <a:ext cx="0" cy="1615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15-line474"/>
          <p:cNvSpPr/>
          <p:nvPr/>
        </p:nvSpPr>
        <p:spPr>
          <a:xfrm flipH="1">
            <a:off x="3383537" y="1370300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5-line475"/>
          <p:cNvSpPr/>
          <p:nvPr/>
        </p:nvSpPr>
        <p:spPr>
          <a:xfrm flipH="1">
            <a:off x="3523971" y="1393744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5-line476"/>
          <p:cNvSpPr/>
          <p:nvPr/>
        </p:nvSpPr>
        <p:spPr>
          <a:xfrm flipH="1">
            <a:off x="3661310" y="1432533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5-line477"/>
          <p:cNvSpPr/>
          <p:nvPr/>
        </p:nvSpPr>
        <p:spPr>
          <a:xfrm flipH="1">
            <a:off x="3794051" y="1486241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5-line478"/>
          <p:cNvSpPr/>
          <p:nvPr/>
        </p:nvSpPr>
        <p:spPr>
          <a:xfrm flipH="1">
            <a:off x="3876686" y="1554281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15-line479"/>
          <p:cNvSpPr/>
          <p:nvPr/>
        </p:nvSpPr>
        <p:spPr>
          <a:xfrm flipH="1">
            <a:off x="4039983" y="1635905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5-line480"/>
          <p:cNvSpPr/>
          <p:nvPr/>
        </p:nvSpPr>
        <p:spPr>
          <a:xfrm flipH="1">
            <a:off x="4150481" y="1730221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5-line481"/>
          <p:cNvSpPr/>
          <p:nvPr/>
        </p:nvSpPr>
        <p:spPr>
          <a:xfrm flipH="1">
            <a:off x="4251021" y="1836194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5-line482"/>
          <p:cNvSpPr/>
          <p:nvPr/>
        </p:nvSpPr>
        <p:spPr>
          <a:xfrm flipH="1">
            <a:off x="4340500" y="1952664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5-line483"/>
          <p:cNvSpPr/>
          <p:nvPr/>
        </p:nvSpPr>
        <p:spPr>
          <a:xfrm flipH="1">
            <a:off x="4341640" y="2078355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15-line484"/>
          <p:cNvSpPr/>
          <p:nvPr/>
        </p:nvSpPr>
        <p:spPr>
          <a:xfrm flipH="1">
            <a:off x="4482489" y="2211889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5-line485"/>
          <p:cNvSpPr/>
          <p:nvPr/>
        </p:nvSpPr>
        <p:spPr>
          <a:xfrm flipH="1">
            <a:off x="4533443" y="2351804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5-line486"/>
          <p:cNvSpPr/>
          <p:nvPr/>
        </p:nvSpPr>
        <p:spPr>
          <a:xfrm flipH="1">
            <a:off x="4570243" y="2496566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5-line487"/>
          <p:cNvSpPr/>
          <p:nvPr/>
        </p:nvSpPr>
        <p:spPr>
          <a:xfrm flipH="1">
            <a:off x="4592486" y="2644590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5-line488"/>
          <p:cNvSpPr/>
          <p:nvPr/>
        </p:nvSpPr>
        <p:spPr>
          <a:xfrm flipH="1">
            <a:off x="4511825" y="2794254"/>
            <a:ext cx="1615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15-line489"/>
          <p:cNvSpPr/>
          <p:nvPr/>
        </p:nvSpPr>
        <p:spPr>
          <a:xfrm flipH="1" flipV="1">
            <a:off x="4592486" y="2936243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5-line490"/>
          <p:cNvSpPr/>
          <p:nvPr/>
        </p:nvSpPr>
        <p:spPr>
          <a:xfrm flipH="1" flipV="1">
            <a:off x="4570243" y="3076677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5-line491"/>
          <p:cNvSpPr/>
          <p:nvPr/>
        </p:nvSpPr>
        <p:spPr>
          <a:xfrm flipH="1" flipV="1">
            <a:off x="4533443" y="3214016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5-line492"/>
          <p:cNvSpPr/>
          <p:nvPr/>
        </p:nvSpPr>
        <p:spPr>
          <a:xfrm flipH="1" flipV="1">
            <a:off x="4482489" y="3346757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5-line493"/>
          <p:cNvSpPr/>
          <p:nvPr/>
        </p:nvSpPr>
        <p:spPr>
          <a:xfrm flipH="1" flipV="1">
            <a:off x="4341640" y="3429392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15-line494"/>
          <p:cNvSpPr/>
          <p:nvPr/>
        </p:nvSpPr>
        <p:spPr>
          <a:xfrm flipH="1" flipV="1">
            <a:off x="4340500" y="3592689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5-line495"/>
          <p:cNvSpPr/>
          <p:nvPr/>
        </p:nvSpPr>
        <p:spPr>
          <a:xfrm flipH="1" flipV="1">
            <a:off x="4251021" y="3703187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5-line496"/>
          <p:cNvSpPr/>
          <p:nvPr/>
        </p:nvSpPr>
        <p:spPr>
          <a:xfrm flipH="1" flipV="1">
            <a:off x="4150481" y="3803727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5-line497"/>
          <p:cNvSpPr/>
          <p:nvPr/>
        </p:nvSpPr>
        <p:spPr>
          <a:xfrm flipH="1" flipV="1">
            <a:off x="4039983" y="3893206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5-line498"/>
          <p:cNvSpPr/>
          <p:nvPr/>
        </p:nvSpPr>
        <p:spPr>
          <a:xfrm flipH="1" flipV="1">
            <a:off x="3876686" y="3894346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4" name="S15-line499"/>
          <p:cNvSpPr/>
          <p:nvPr/>
        </p:nvSpPr>
        <p:spPr>
          <a:xfrm flipH="1" flipV="1">
            <a:off x="3794051" y="4035195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5-line500"/>
          <p:cNvSpPr/>
          <p:nvPr/>
        </p:nvSpPr>
        <p:spPr>
          <a:xfrm flipH="1" flipV="1">
            <a:off x="3661310" y="4086149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5-line501"/>
          <p:cNvSpPr/>
          <p:nvPr/>
        </p:nvSpPr>
        <p:spPr>
          <a:xfrm flipH="1" flipV="1">
            <a:off x="3523971" y="4122949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5-line502"/>
          <p:cNvSpPr/>
          <p:nvPr/>
        </p:nvSpPr>
        <p:spPr>
          <a:xfrm flipH="1" flipV="1">
            <a:off x="3383537" y="4145192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5-line503"/>
          <p:cNvSpPr/>
          <p:nvPr/>
        </p:nvSpPr>
        <p:spPr>
          <a:xfrm flipV="1">
            <a:off x="3241548" y="4064531"/>
            <a:ext cx="0" cy="1615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9" name="S15-line504"/>
          <p:cNvSpPr/>
          <p:nvPr/>
        </p:nvSpPr>
        <p:spPr>
          <a:xfrm flipV="1">
            <a:off x="3091884" y="4145192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5-line505"/>
          <p:cNvSpPr/>
          <p:nvPr/>
        </p:nvSpPr>
        <p:spPr>
          <a:xfrm flipV="1">
            <a:off x="2943860" y="4122949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5-line506"/>
          <p:cNvSpPr/>
          <p:nvPr/>
        </p:nvSpPr>
        <p:spPr>
          <a:xfrm flipV="1">
            <a:off x="2799098" y="4086149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5-line507"/>
          <p:cNvSpPr/>
          <p:nvPr/>
        </p:nvSpPr>
        <p:spPr>
          <a:xfrm flipV="1">
            <a:off x="2659183" y="4035195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5-line508"/>
          <p:cNvSpPr/>
          <p:nvPr/>
        </p:nvSpPr>
        <p:spPr>
          <a:xfrm flipV="1">
            <a:off x="2525649" y="3894346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4" name="S15-line509"/>
          <p:cNvSpPr/>
          <p:nvPr/>
        </p:nvSpPr>
        <p:spPr>
          <a:xfrm flipV="1">
            <a:off x="2399958" y="3893206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5-line510"/>
          <p:cNvSpPr/>
          <p:nvPr/>
        </p:nvSpPr>
        <p:spPr>
          <a:xfrm flipV="1">
            <a:off x="2283488" y="3803727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5-line511"/>
          <p:cNvSpPr/>
          <p:nvPr/>
        </p:nvSpPr>
        <p:spPr>
          <a:xfrm flipV="1">
            <a:off x="2177515" y="3703187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5-line512"/>
          <p:cNvSpPr/>
          <p:nvPr/>
        </p:nvSpPr>
        <p:spPr>
          <a:xfrm flipV="1">
            <a:off x="2083199" y="3592689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5-line513"/>
          <p:cNvSpPr/>
          <p:nvPr/>
        </p:nvSpPr>
        <p:spPr>
          <a:xfrm flipV="1">
            <a:off x="2001575" y="3429392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9" name="S15-line514"/>
          <p:cNvSpPr/>
          <p:nvPr/>
        </p:nvSpPr>
        <p:spPr>
          <a:xfrm flipV="1">
            <a:off x="1933535" y="3346757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5-line515"/>
          <p:cNvSpPr/>
          <p:nvPr/>
        </p:nvSpPr>
        <p:spPr>
          <a:xfrm flipV="1">
            <a:off x="1879827" y="3214016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5-line516"/>
          <p:cNvSpPr/>
          <p:nvPr/>
        </p:nvSpPr>
        <p:spPr>
          <a:xfrm flipV="1">
            <a:off x="1841038" y="3076677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5-line517"/>
          <p:cNvSpPr/>
          <p:nvPr/>
        </p:nvSpPr>
        <p:spPr>
          <a:xfrm flipV="1">
            <a:off x="1817594" y="2936243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5-line518"/>
          <p:cNvSpPr/>
          <p:nvPr/>
        </p:nvSpPr>
        <p:spPr>
          <a:xfrm>
            <a:off x="1809750" y="2794254"/>
            <a:ext cx="1615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4" name="S15-line519"/>
          <p:cNvSpPr/>
          <p:nvPr/>
        </p:nvSpPr>
        <p:spPr>
          <a:xfrm>
            <a:off x="1817594" y="2644590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5-line520"/>
          <p:cNvSpPr/>
          <p:nvPr/>
        </p:nvSpPr>
        <p:spPr>
          <a:xfrm>
            <a:off x="1841038" y="2496566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5-line521"/>
          <p:cNvSpPr/>
          <p:nvPr/>
        </p:nvSpPr>
        <p:spPr>
          <a:xfrm>
            <a:off x="1879827" y="2351804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5-line522"/>
          <p:cNvSpPr/>
          <p:nvPr/>
        </p:nvSpPr>
        <p:spPr>
          <a:xfrm>
            <a:off x="1933535" y="2211889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5-line523"/>
          <p:cNvSpPr/>
          <p:nvPr/>
        </p:nvSpPr>
        <p:spPr>
          <a:xfrm>
            <a:off x="2001575" y="2078355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9" name="S15-line524"/>
          <p:cNvSpPr/>
          <p:nvPr/>
        </p:nvSpPr>
        <p:spPr>
          <a:xfrm>
            <a:off x="2083199" y="1952664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5-line525"/>
          <p:cNvSpPr/>
          <p:nvPr/>
        </p:nvSpPr>
        <p:spPr>
          <a:xfrm>
            <a:off x="2177515" y="1836194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5-line526"/>
          <p:cNvSpPr/>
          <p:nvPr/>
        </p:nvSpPr>
        <p:spPr>
          <a:xfrm>
            <a:off x="2283488" y="1730221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5-line527"/>
          <p:cNvSpPr/>
          <p:nvPr/>
        </p:nvSpPr>
        <p:spPr>
          <a:xfrm>
            <a:off x="2399958" y="1635905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5-line528"/>
          <p:cNvSpPr/>
          <p:nvPr/>
        </p:nvSpPr>
        <p:spPr>
          <a:xfrm>
            <a:off x="2525649" y="1554281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4" name="S15-line529"/>
          <p:cNvSpPr/>
          <p:nvPr/>
        </p:nvSpPr>
        <p:spPr>
          <a:xfrm>
            <a:off x="2659183" y="1486241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5-line530"/>
          <p:cNvSpPr/>
          <p:nvPr/>
        </p:nvSpPr>
        <p:spPr>
          <a:xfrm>
            <a:off x="2799098" y="1432533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5-line531"/>
          <p:cNvSpPr/>
          <p:nvPr/>
        </p:nvSpPr>
        <p:spPr>
          <a:xfrm>
            <a:off x="2943860" y="1393744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5-line532"/>
          <p:cNvSpPr/>
          <p:nvPr/>
        </p:nvSpPr>
        <p:spPr>
          <a:xfrm>
            <a:off x="3091884" y="1370300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15-label533"/>
          <p:cNvSpPr txBox="1"/>
          <p:nvPr/>
        </p:nvSpPr>
        <p:spPr>
          <a:xfrm>
            <a:off x="3547236" y="160677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9" name="S15-label534"/>
          <p:cNvSpPr txBox="1"/>
          <p:nvPr/>
        </p:nvSpPr>
        <p:spPr>
          <a:xfrm>
            <a:off x="3971831" y="203136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70" name="S15-label535"/>
          <p:cNvSpPr txBox="1"/>
          <p:nvPr/>
        </p:nvSpPr>
        <p:spPr>
          <a:xfrm>
            <a:off x="4127243" y="26113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71" name="S15-label536"/>
          <p:cNvSpPr txBox="1"/>
          <p:nvPr/>
        </p:nvSpPr>
        <p:spPr>
          <a:xfrm>
            <a:off x="3971831" y="31913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72" name="S15-label537"/>
          <p:cNvSpPr txBox="1"/>
          <p:nvPr/>
        </p:nvSpPr>
        <p:spPr>
          <a:xfrm>
            <a:off x="3547236" y="36159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73" name="S15-label538"/>
          <p:cNvSpPr txBox="1"/>
          <p:nvPr/>
        </p:nvSpPr>
        <p:spPr>
          <a:xfrm>
            <a:off x="2967228" y="37713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4" name="S15-label539"/>
          <p:cNvSpPr txBox="1"/>
          <p:nvPr/>
        </p:nvSpPr>
        <p:spPr>
          <a:xfrm>
            <a:off x="2387220" y="36159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75" name="S15-label540"/>
          <p:cNvSpPr txBox="1"/>
          <p:nvPr/>
        </p:nvSpPr>
        <p:spPr>
          <a:xfrm>
            <a:off x="1962625" y="31913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76" name="S15-label541"/>
          <p:cNvSpPr txBox="1"/>
          <p:nvPr/>
        </p:nvSpPr>
        <p:spPr>
          <a:xfrm>
            <a:off x="1807213" y="26113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77" name="S15-label542"/>
          <p:cNvSpPr txBox="1"/>
          <p:nvPr/>
        </p:nvSpPr>
        <p:spPr>
          <a:xfrm>
            <a:off x="1962625" y="203136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78" name="S15-label543"/>
          <p:cNvSpPr txBox="1"/>
          <p:nvPr/>
        </p:nvSpPr>
        <p:spPr>
          <a:xfrm>
            <a:off x="2387220" y="160677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79" name="S15-label544"/>
          <p:cNvSpPr txBox="1"/>
          <p:nvPr/>
        </p:nvSpPr>
        <p:spPr>
          <a:xfrm>
            <a:off x="2967228" y="1451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80" name="S15-line545"/>
          <p:cNvSpPr/>
          <p:nvPr/>
        </p:nvSpPr>
        <p:spPr>
          <a:xfrm>
            <a:off x="3241548" y="2794254"/>
            <a:ext cx="646085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1" name="S15-line546"/>
          <p:cNvSpPr/>
          <p:nvPr/>
        </p:nvSpPr>
        <p:spPr>
          <a:xfrm flipV="1">
            <a:off x="3241548" y="1854495"/>
            <a:ext cx="0" cy="939759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2" name="S15-pin547"/>
          <p:cNvSpPr/>
          <p:nvPr/>
        </p:nvSpPr>
        <p:spPr>
          <a:xfrm>
            <a:off x="3186684" y="273939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3" name="S15-label548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3시: 90°</a:t>
            </a:r>
            <a:endParaRPr lang="ko-KR" sz="2400" dirty="0"/>
          </a:p>
        </p:txBody>
      </p:sp>
      <p:sp>
        <p:nvSpPr>
          <p:cNvPr id="84" name="S15-figure549" descr="6시를 가리키는 시계: 두 바늘이 일직선"/>
          <p:cNvSpPr/>
          <p:nvPr/>
        </p:nvSpPr>
        <p:spPr>
          <a:xfrm>
            <a:off x="7479030" y="1325880"/>
            <a:ext cx="2936748" cy="293674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5" name="S15-line550"/>
          <p:cNvSpPr/>
          <p:nvPr/>
        </p:nvSpPr>
        <p:spPr>
          <a:xfrm>
            <a:off x="8947404" y="1362456"/>
            <a:ext cx="0" cy="1615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6" name="S15-line551"/>
          <p:cNvSpPr/>
          <p:nvPr/>
        </p:nvSpPr>
        <p:spPr>
          <a:xfrm flipH="1">
            <a:off x="9089393" y="1370300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5-line552"/>
          <p:cNvSpPr/>
          <p:nvPr/>
        </p:nvSpPr>
        <p:spPr>
          <a:xfrm flipH="1">
            <a:off x="9229827" y="1393744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5-line553"/>
          <p:cNvSpPr/>
          <p:nvPr/>
        </p:nvSpPr>
        <p:spPr>
          <a:xfrm flipH="1">
            <a:off x="9367166" y="1432533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5-line554"/>
          <p:cNvSpPr/>
          <p:nvPr/>
        </p:nvSpPr>
        <p:spPr>
          <a:xfrm flipH="1">
            <a:off x="9499907" y="1486241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5-line555"/>
          <p:cNvSpPr/>
          <p:nvPr/>
        </p:nvSpPr>
        <p:spPr>
          <a:xfrm flipH="1">
            <a:off x="9582542" y="1554281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1" name="S15-line556"/>
          <p:cNvSpPr/>
          <p:nvPr/>
        </p:nvSpPr>
        <p:spPr>
          <a:xfrm flipH="1">
            <a:off x="9745839" y="1635905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5-line557"/>
          <p:cNvSpPr/>
          <p:nvPr/>
        </p:nvSpPr>
        <p:spPr>
          <a:xfrm flipH="1">
            <a:off x="9856337" y="1730221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5-line558"/>
          <p:cNvSpPr/>
          <p:nvPr/>
        </p:nvSpPr>
        <p:spPr>
          <a:xfrm flipH="1">
            <a:off x="9956877" y="1836194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5-line559"/>
          <p:cNvSpPr/>
          <p:nvPr/>
        </p:nvSpPr>
        <p:spPr>
          <a:xfrm flipH="1">
            <a:off x="10046356" y="1952664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5-line560"/>
          <p:cNvSpPr/>
          <p:nvPr/>
        </p:nvSpPr>
        <p:spPr>
          <a:xfrm flipH="1">
            <a:off x="10047496" y="2078355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6" name="S15-line561"/>
          <p:cNvSpPr/>
          <p:nvPr/>
        </p:nvSpPr>
        <p:spPr>
          <a:xfrm flipH="1">
            <a:off x="10188345" y="2211889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5-line562"/>
          <p:cNvSpPr/>
          <p:nvPr/>
        </p:nvSpPr>
        <p:spPr>
          <a:xfrm flipH="1">
            <a:off x="10239299" y="2351804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5-line563"/>
          <p:cNvSpPr/>
          <p:nvPr/>
        </p:nvSpPr>
        <p:spPr>
          <a:xfrm flipH="1">
            <a:off x="10276099" y="2496566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5-line564"/>
          <p:cNvSpPr/>
          <p:nvPr/>
        </p:nvSpPr>
        <p:spPr>
          <a:xfrm flipH="1">
            <a:off x="10298342" y="2644590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5-line565"/>
          <p:cNvSpPr/>
          <p:nvPr/>
        </p:nvSpPr>
        <p:spPr>
          <a:xfrm flipH="1">
            <a:off x="10217681" y="2794254"/>
            <a:ext cx="1615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1" name="S15-line566"/>
          <p:cNvSpPr/>
          <p:nvPr/>
        </p:nvSpPr>
        <p:spPr>
          <a:xfrm flipH="1" flipV="1">
            <a:off x="10298342" y="2936243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5-line567"/>
          <p:cNvSpPr/>
          <p:nvPr/>
        </p:nvSpPr>
        <p:spPr>
          <a:xfrm flipH="1" flipV="1">
            <a:off x="10276099" y="3076677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5-line568"/>
          <p:cNvSpPr/>
          <p:nvPr/>
        </p:nvSpPr>
        <p:spPr>
          <a:xfrm flipH="1" flipV="1">
            <a:off x="10239299" y="3214016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5-line569"/>
          <p:cNvSpPr/>
          <p:nvPr/>
        </p:nvSpPr>
        <p:spPr>
          <a:xfrm flipH="1" flipV="1">
            <a:off x="10188345" y="3346757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5-line570"/>
          <p:cNvSpPr/>
          <p:nvPr/>
        </p:nvSpPr>
        <p:spPr>
          <a:xfrm flipH="1" flipV="1">
            <a:off x="10047496" y="3429392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6" name="S15-line571"/>
          <p:cNvSpPr/>
          <p:nvPr/>
        </p:nvSpPr>
        <p:spPr>
          <a:xfrm flipH="1" flipV="1">
            <a:off x="10046356" y="3592689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5-line572"/>
          <p:cNvSpPr/>
          <p:nvPr/>
        </p:nvSpPr>
        <p:spPr>
          <a:xfrm flipH="1" flipV="1">
            <a:off x="9956877" y="3703187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5-line573"/>
          <p:cNvSpPr/>
          <p:nvPr/>
        </p:nvSpPr>
        <p:spPr>
          <a:xfrm flipH="1" flipV="1">
            <a:off x="9856337" y="3803727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5-line574"/>
          <p:cNvSpPr/>
          <p:nvPr/>
        </p:nvSpPr>
        <p:spPr>
          <a:xfrm flipH="1" flipV="1">
            <a:off x="9745839" y="3893206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5-line575"/>
          <p:cNvSpPr/>
          <p:nvPr/>
        </p:nvSpPr>
        <p:spPr>
          <a:xfrm flipH="1" flipV="1">
            <a:off x="9582542" y="3894346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1" name="S15-line576"/>
          <p:cNvSpPr/>
          <p:nvPr/>
        </p:nvSpPr>
        <p:spPr>
          <a:xfrm flipH="1" flipV="1">
            <a:off x="9499907" y="4035195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5-line577"/>
          <p:cNvSpPr/>
          <p:nvPr/>
        </p:nvSpPr>
        <p:spPr>
          <a:xfrm flipH="1" flipV="1">
            <a:off x="9367166" y="4086149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5-line578"/>
          <p:cNvSpPr/>
          <p:nvPr/>
        </p:nvSpPr>
        <p:spPr>
          <a:xfrm flipH="1" flipV="1">
            <a:off x="9229827" y="4122949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5-line579"/>
          <p:cNvSpPr/>
          <p:nvPr/>
        </p:nvSpPr>
        <p:spPr>
          <a:xfrm flipH="1" flipV="1">
            <a:off x="9089393" y="4145192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5-line580"/>
          <p:cNvSpPr/>
          <p:nvPr/>
        </p:nvSpPr>
        <p:spPr>
          <a:xfrm flipV="1">
            <a:off x="8947404" y="4064531"/>
            <a:ext cx="0" cy="1615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6" name="S15-line581"/>
          <p:cNvSpPr/>
          <p:nvPr/>
        </p:nvSpPr>
        <p:spPr>
          <a:xfrm flipV="1">
            <a:off x="8797740" y="4145192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5-line582"/>
          <p:cNvSpPr/>
          <p:nvPr/>
        </p:nvSpPr>
        <p:spPr>
          <a:xfrm flipV="1">
            <a:off x="8649716" y="4122949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5-line583"/>
          <p:cNvSpPr/>
          <p:nvPr/>
        </p:nvSpPr>
        <p:spPr>
          <a:xfrm flipV="1">
            <a:off x="8504954" y="4086149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5-line584"/>
          <p:cNvSpPr/>
          <p:nvPr/>
        </p:nvSpPr>
        <p:spPr>
          <a:xfrm flipV="1">
            <a:off x="8365039" y="4035195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5-line585"/>
          <p:cNvSpPr/>
          <p:nvPr/>
        </p:nvSpPr>
        <p:spPr>
          <a:xfrm flipV="1">
            <a:off x="8231505" y="3894346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1" name="S15-line586"/>
          <p:cNvSpPr/>
          <p:nvPr/>
        </p:nvSpPr>
        <p:spPr>
          <a:xfrm flipV="1">
            <a:off x="8105814" y="3893206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5-line587"/>
          <p:cNvSpPr/>
          <p:nvPr/>
        </p:nvSpPr>
        <p:spPr>
          <a:xfrm flipV="1">
            <a:off x="7989344" y="3803727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5-line588"/>
          <p:cNvSpPr/>
          <p:nvPr/>
        </p:nvSpPr>
        <p:spPr>
          <a:xfrm flipV="1">
            <a:off x="7883371" y="3703187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5-line589"/>
          <p:cNvSpPr/>
          <p:nvPr/>
        </p:nvSpPr>
        <p:spPr>
          <a:xfrm flipV="1">
            <a:off x="7789055" y="3592689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5-line590"/>
          <p:cNvSpPr/>
          <p:nvPr/>
        </p:nvSpPr>
        <p:spPr>
          <a:xfrm flipV="1">
            <a:off x="7707431" y="3429392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6" name="S15-line591"/>
          <p:cNvSpPr/>
          <p:nvPr/>
        </p:nvSpPr>
        <p:spPr>
          <a:xfrm flipV="1">
            <a:off x="7639391" y="3346757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5-line592"/>
          <p:cNvSpPr/>
          <p:nvPr/>
        </p:nvSpPr>
        <p:spPr>
          <a:xfrm flipV="1">
            <a:off x="7585683" y="3214016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5-line593"/>
          <p:cNvSpPr/>
          <p:nvPr/>
        </p:nvSpPr>
        <p:spPr>
          <a:xfrm flipV="1">
            <a:off x="7546894" y="3076677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5-line594"/>
          <p:cNvSpPr/>
          <p:nvPr/>
        </p:nvSpPr>
        <p:spPr>
          <a:xfrm flipV="1">
            <a:off x="7523450" y="2936243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5-line595"/>
          <p:cNvSpPr/>
          <p:nvPr/>
        </p:nvSpPr>
        <p:spPr>
          <a:xfrm>
            <a:off x="7515606" y="2794254"/>
            <a:ext cx="161521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1" name="S15-line596"/>
          <p:cNvSpPr/>
          <p:nvPr/>
        </p:nvSpPr>
        <p:spPr>
          <a:xfrm>
            <a:off x="7523450" y="2644590"/>
            <a:ext cx="73017" cy="76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5-line597"/>
          <p:cNvSpPr/>
          <p:nvPr/>
        </p:nvSpPr>
        <p:spPr>
          <a:xfrm>
            <a:off x="7546894" y="2496566"/>
            <a:ext cx="71814" cy="152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5-line598"/>
          <p:cNvSpPr/>
          <p:nvPr/>
        </p:nvSpPr>
        <p:spPr>
          <a:xfrm>
            <a:off x="7585683" y="2351804"/>
            <a:ext cx="69825" cy="2268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5-line599"/>
          <p:cNvSpPr/>
          <p:nvPr/>
        </p:nvSpPr>
        <p:spPr>
          <a:xfrm>
            <a:off x="7639391" y="2211889"/>
            <a:ext cx="67071" cy="298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5-line600"/>
          <p:cNvSpPr/>
          <p:nvPr/>
        </p:nvSpPr>
        <p:spPr>
          <a:xfrm>
            <a:off x="7707431" y="2078355"/>
            <a:ext cx="139881" cy="8076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6" name="S15-line601"/>
          <p:cNvSpPr/>
          <p:nvPr/>
        </p:nvSpPr>
        <p:spPr>
          <a:xfrm>
            <a:off x="7789055" y="1952664"/>
            <a:ext cx="59397" cy="431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5-line602"/>
          <p:cNvSpPr/>
          <p:nvPr/>
        </p:nvSpPr>
        <p:spPr>
          <a:xfrm>
            <a:off x="7883371" y="1836194"/>
            <a:ext cx="54561" cy="4912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5-line603"/>
          <p:cNvSpPr/>
          <p:nvPr/>
        </p:nvSpPr>
        <p:spPr>
          <a:xfrm>
            <a:off x="7989344" y="1730221"/>
            <a:ext cx="49127" cy="54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5-line604"/>
          <p:cNvSpPr/>
          <p:nvPr/>
        </p:nvSpPr>
        <p:spPr>
          <a:xfrm>
            <a:off x="8105814" y="1635905"/>
            <a:ext cx="43154" cy="5939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5-line605"/>
          <p:cNvSpPr/>
          <p:nvPr/>
        </p:nvSpPr>
        <p:spPr>
          <a:xfrm>
            <a:off x="8231505" y="1554281"/>
            <a:ext cx="80761" cy="13988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1" name="S15-line606"/>
          <p:cNvSpPr/>
          <p:nvPr/>
        </p:nvSpPr>
        <p:spPr>
          <a:xfrm>
            <a:off x="8365039" y="1486241"/>
            <a:ext cx="29862" cy="670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5-line607"/>
          <p:cNvSpPr/>
          <p:nvPr/>
        </p:nvSpPr>
        <p:spPr>
          <a:xfrm>
            <a:off x="8504954" y="1432533"/>
            <a:ext cx="22688" cy="6982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5-line608"/>
          <p:cNvSpPr/>
          <p:nvPr/>
        </p:nvSpPr>
        <p:spPr>
          <a:xfrm>
            <a:off x="8649716" y="1393744"/>
            <a:ext cx="15265" cy="7181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5-line609"/>
          <p:cNvSpPr/>
          <p:nvPr/>
        </p:nvSpPr>
        <p:spPr>
          <a:xfrm>
            <a:off x="8797740" y="1370300"/>
            <a:ext cx="7674" cy="7301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15-label610"/>
          <p:cNvSpPr txBox="1"/>
          <p:nvPr/>
        </p:nvSpPr>
        <p:spPr>
          <a:xfrm>
            <a:off x="9253092" y="160677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46" name="S15-label611"/>
          <p:cNvSpPr txBox="1"/>
          <p:nvPr/>
        </p:nvSpPr>
        <p:spPr>
          <a:xfrm>
            <a:off x="9677687" y="203136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47" name="S15-label612"/>
          <p:cNvSpPr txBox="1"/>
          <p:nvPr/>
        </p:nvSpPr>
        <p:spPr>
          <a:xfrm>
            <a:off x="9833099" y="26113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48" name="S15-label613"/>
          <p:cNvSpPr txBox="1"/>
          <p:nvPr/>
        </p:nvSpPr>
        <p:spPr>
          <a:xfrm>
            <a:off x="9677687" y="31913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9" name="S15-label614"/>
          <p:cNvSpPr txBox="1"/>
          <p:nvPr/>
        </p:nvSpPr>
        <p:spPr>
          <a:xfrm>
            <a:off x="9253092" y="36159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50" name="S15-label615"/>
          <p:cNvSpPr txBox="1"/>
          <p:nvPr/>
        </p:nvSpPr>
        <p:spPr>
          <a:xfrm>
            <a:off x="8673084" y="37713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151" name="S15-label616"/>
          <p:cNvSpPr txBox="1"/>
          <p:nvPr/>
        </p:nvSpPr>
        <p:spPr>
          <a:xfrm>
            <a:off x="8093076" y="361597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152" name="S15-label617"/>
          <p:cNvSpPr txBox="1"/>
          <p:nvPr/>
        </p:nvSpPr>
        <p:spPr>
          <a:xfrm>
            <a:off x="7668481" y="319138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153" name="S15-label618"/>
          <p:cNvSpPr txBox="1"/>
          <p:nvPr/>
        </p:nvSpPr>
        <p:spPr>
          <a:xfrm>
            <a:off x="7513069" y="26113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154" name="S15-label619"/>
          <p:cNvSpPr txBox="1"/>
          <p:nvPr/>
        </p:nvSpPr>
        <p:spPr>
          <a:xfrm>
            <a:off x="7668481" y="203136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155" name="S15-label620"/>
          <p:cNvSpPr txBox="1"/>
          <p:nvPr/>
        </p:nvSpPr>
        <p:spPr>
          <a:xfrm>
            <a:off x="8093076" y="160677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400" dirty="0"/>
          </a:p>
        </p:txBody>
      </p:sp>
      <p:sp>
        <p:nvSpPr>
          <p:cNvPr id="156" name="S15-label621"/>
          <p:cNvSpPr txBox="1"/>
          <p:nvPr/>
        </p:nvSpPr>
        <p:spPr>
          <a:xfrm>
            <a:off x="8673084" y="145135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400" dirty="0"/>
          </a:p>
        </p:txBody>
      </p:sp>
      <p:sp>
        <p:nvSpPr>
          <p:cNvPr id="157" name="S15-line622"/>
          <p:cNvSpPr/>
          <p:nvPr/>
        </p:nvSpPr>
        <p:spPr>
          <a:xfrm>
            <a:off x="8947404" y="2794254"/>
            <a:ext cx="0" cy="64608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8" name="S15-line623"/>
          <p:cNvSpPr/>
          <p:nvPr/>
        </p:nvSpPr>
        <p:spPr>
          <a:xfrm flipV="1">
            <a:off x="8947404" y="1854495"/>
            <a:ext cx="0" cy="939759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9" name="S15-pin624"/>
          <p:cNvSpPr/>
          <p:nvPr/>
        </p:nvSpPr>
        <p:spPr>
          <a:xfrm>
            <a:off x="8892540" y="273939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0" name="S15-label625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6시: 180°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평면도형의 이동</dc:title>
  <dc:subject>KR22-G04-MAT-MOVE-L01</dc:subject>
  <dc:creator>education-ppt</dc:creator>
  <cp:lastModifiedBy>education-ppt</cp:lastModifiedBy>
  <cp:revision>1</cp:revision>
  <dcterms:created xsi:type="dcterms:W3CDTF">2026-10-26T08:19:30Z</dcterms:created>
  <dcterms:modified xsi:type="dcterms:W3CDTF">2026-10-26T08:19:30Z</dcterms:modified>
</cp:coreProperties>
</file>