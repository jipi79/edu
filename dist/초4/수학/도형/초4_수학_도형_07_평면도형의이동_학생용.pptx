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d77f817-4994-5887-eac4-05ab1d43ff69}">
          <p14:sldIdLst>
            <p14:sldId id="256"/>
            <p14:sldId id="257"/>
          </p14:sldIdLst>
        </p14:section>
        <p14:section name="개념" id="{34e8a86b-c2d3-a251-ff2a-f3674c543979}">
          <p14:sldIdLst>
            <p14:sldId id="258"/>
            <p14:sldId id="259"/>
            <p14:sldId id="262"/>
            <p14:sldId id="263"/>
          </p14:sldIdLst>
        </p14:section>
        <p14:section name="연습" id="{ad0cae81-c31d-4f81-74ec-818d254888fc}">
          <p14:sldIdLst>
            <p14:sldId id="260"/>
            <p14:sldId id="261"/>
            <p14:sldId id="264"/>
            <p14:sldId id="265"/>
          </p14:sldIdLst>
        </p14:section>
        <p14:section name="개념" id="{d5b7c279-bb7f-d5bc-f7d9-4854f1aea9c5}">
          <p14:sldIdLst/>
        </p14:section>
        <p14:section name="연습" id="{da8c4265-a91e-b086-bba9-bd280a23c846}">
          <p14:sldIdLst/>
        </p14:section>
        <p14:section name="확인" id="{7d26a964-1df8-ff16-24dd-ff90729e098e}">
          <p14:sldIdLst>
            <p14:sldId id="266"/>
            <p14:sldId id="267"/>
          </p14:sldIdLst>
        </p14:section>
        <p14:section name="정리" id="{cbc429b5-4175-d574-3843-9f5ae9f0db5a}">
          <p14:sldIdLst>
            <p14:sldId id="268"/>
          </p14:sldIdLst>
        </p14:section>
        <p14:section name="보충" id="{b9e88c81-d98d-83ed-d4e1-69e02cf02c4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도형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평면도형의 이동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평면도형의 이동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평면도형의 이동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평면도형의 이동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도형을 움직이면 무엇이 바뀔까?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mark2"/>
          <p:cNvSpPr/>
          <p:nvPr/>
        </p:nvSpPr>
        <p:spPr>
          <a:xfrm>
            <a:off x="814730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0" y="1124712"/>
                </a:moveTo>
                <a:lnTo>
                  <a:pt x="374904" y="1124712"/>
                </a:lnTo>
                <a:lnTo>
                  <a:pt x="374904" y="749808"/>
                </a:lnTo>
                <a:lnTo>
                  <a:pt x="1124712" y="374904"/>
                </a:lnTo>
                <a:lnTo>
                  <a:pt x="374904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1-mark3"/>
          <p:cNvSpPr/>
          <p:nvPr/>
        </p:nvSpPr>
        <p:spPr>
          <a:xfrm>
            <a:off x="1002182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1124712" y="1124712"/>
                </a:moveTo>
                <a:lnTo>
                  <a:pt x="749808" y="1124712"/>
                </a:lnTo>
                <a:lnTo>
                  <a:pt x="749808" y="749808"/>
                </a:lnTo>
                <a:lnTo>
                  <a:pt x="0" y="374904"/>
                </a:lnTo>
                <a:lnTo>
                  <a:pt x="749808" y="0"/>
                </a:lnTo>
                <a:lnTo>
                  <a:pt x="1124712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7" name="S01-mark4"/>
          <p:cNvSpPr/>
          <p:nvPr/>
        </p:nvSpPr>
        <p:spPr>
          <a:xfrm flipV="1">
            <a:off x="7772400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V="1">
            <a:off x="8147304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V="1">
            <a:off x="8522208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V="1">
            <a:off x="8897112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V="1">
            <a:off x="9272016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9646920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10021824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V="1">
            <a:off x="10396728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V="1">
            <a:off x="10771632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 flipV="1">
            <a:off x="11146536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11521440" y="790956"/>
            <a:ext cx="0" cy="262432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7772400" y="3415284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7772400" y="3040380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7772400" y="2665476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7772400" y="2290572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7772400" y="1915668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7772400" y="1540764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7772400" y="1165860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7772400" y="790956"/>
            <a:ext cx="374904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1-figure23" descr="모눈 위의 깃발 모양과, 가운데 점선을 기준으로 오른쪽으로 뒤집은 깃발 모양(깃발이 왼쪽을 향함)"/>
          <p:cNvSpPr/>
          <p:nvPr/>
        </p:nvSpPr>
        <p:spPr>
          <a:xfrm>
            <a:off x="814730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0" y="1124712"/>
                </a:moveTo>
                <a:lnTo>
                  <a:pt x="374904" y="1124712"/>
                </a:lnTo>
                <a:lnTo>
                  <a:pt x="374904" y="749808"/>
                </a:lnTo>
                <a:lnTo>
                  <a:pt x="1124712" y="374904"/>
                </a:lnTo>
                <a:lnTo>
                  <a:pt x="374904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>
            <a:off x="10021824" y="1540764"/>
            <a:ext cx="1124712" cy="1124712"/>
          </a:xfrm>
          <a:custGeom>
            <a:avLst/>
            <a:gdLst/>
            <a:ahLst/>
            <a:cxnLst/>
            <a:rect l="l" t="t" r="r" b="b"/>
            <a:pathLst>
              <a:path w="1124712" h="1124712">
                <a:moveTo>
                  <a:pt x="1124712" y="1124712"/>
                </a:moveTo>
                <a:lnTo>
                  <a:pt x="749808" y="1124712"/>
                </a:lnTo>
                <a:lnTo>
                  <a:pt x="749808" y="749808"/>
                </a:lnTo>
                <a:lnTo>
                  <a:pt x="0" y="374904"/>
                </a:lnTo>
                <a:lnTo>
                  <a:pt x="749808" y="0"/>
                </a:lnTo>
                <a:lnTo>
                  <a:pt x="1124712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1-mark25"/>
          <p:cNvSpPr/>
          <p:nvPr/>
        </p:nvSpPr>
        <p:spPr>
          <a:xfrm flipV="1">
            <a:off x="9646920" y="1353312"/>
            <a:ext cx="0" cy="149961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29" name="S01-card26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0" name="S01-cardtext27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도형을 밀고 뒤집은 모양을 알아봐요.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도형을 돌린 모양을 알아봐요.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mark28"/>
          <p:cNvSpPr/>
          <p:nvPr/>
        </p:nvSpPr>
        <p:spPr>
          <a:xfrm flipV="1">
            <a:off x="66728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" name="S02-mark29"/>
          <p:cNvSpPr/>
          <p:nvPr/>
        </p:nvSpPr>
        <p:spPr>
          <a:xfrm flipV="1">
            <a:off x="75872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" name="S02-mark30"/>
          <p:cNvSpPr/>
          <p:nvPr/>
        </p:nvSpPr>
        <p:spPr>
          <a:xfrm flipV="1">
            <a:off x="85016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2-mark31"/>
          <p:cNvSpPr/>
          <p:nvPr/>
        </p:nvSpPr>
        <p:spPr>
          <a:xfrm flipV="1">
            <a:off x="94160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2-mark32"/>
          <p:cNvSpPr/>
          <p:nvPr/>
        </p:nvSpPr>
        <p:spPr>
          <a:xfrm flipV="1">
            <a:off x="103304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33"/>
          <p:cNvSpPr/>
          <p:nvPr/>
        </p:nvSpPr>
        <p:spPr>
          <a:xfrm flipV="1">
            <a:off x="11244834" y="1943100"/>
            <a:ext cx="0" cy="3657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34"/>
          <p:cNvSpPr/>
          <p:nvPr/>
        </p:nvSpPr>
        <p:spPr>
          <a:xfrm>
            <a:off x="6672834" y="56007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35"/>
          <p:cNvSpPr/>
          <p:nvPr/>
        </p:nvSpPr>
        <p:spPr>
          <a:xfrm>
            <a:off x="6672834" y="46863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36"/>
          <p:cNvSpPr/>
          <p:nvPr/>
        </p:nvSpPr>
        <p:spPr>
          <a:xfrm>
            <a:off x="6672834" y="37719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37"/>
          <p:cNvSpPr/>
          <p:nvPr/>
        </p:nvSpPr>
        <p:spPr>
          <a:xfrm>
            <a:off x="6672834" y="28575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38"/>
          <p:cNvSpPr/>
          <p:nvPr/>
        </p:nvSpPr>
        <p:spPr>
          <a:xfrm>
            <a:off x="6672834" y="1943100"/>
            <a:ext cx="45720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2-mark39"/>
          <p:cNvSpPr/>
          <p:nvPr/>
        </p:nvSpPr>
        <p:spPr>
          <a:xfrm>
            <a:off x="7527798" y="46268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mark40"/>
          <p:cNvSpPr/>
          <p:nvPr/>
        </p:nvSpPr>
        <p:spPr>
          <a:xfrm>
            <a:off x="10270998" y="46268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mark41"/>
          <p:cNvSpPr/>
          <p:nvPr/>
        </p:nvSpPr>
        <p:spPr>
          <a:xfrm>
            <a:off x="7527798" y="27980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mark42"/>
          <p:cNvSpPr/>
          <p:nvPr/>
        </p:nvSpPr>
        <p:spPr>
          <a:xfrm>
            <a:off x="10270998" y="27980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label44"/>
          <p:cNvSpPr txBox="1"/>
          <p:nvPr/>
        </p:nvSpPr>
        <p:spPr>
          <a:xfrm>
            <a:off x="7160813" y="46047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19" name="S02-label46"/>
          <p:cNvSpPr txBox="1"/>
          <p:nvPr/>
        </p:nvSpPr>
        <p:spPr>
          <a:xfrm>
            <a:off x="10248855" y="46047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3200" dirty="0"/>
          </a:p>
        </p:txBody>
      </p:sp>
      <p:sp>
        <p:nvSpPr>
          <p:cNvPr id="20" name="S02-label48"/>
          <p:cNvSpPr txBox="1"/>
          <p:nvPr/>
        </p:nvSpPr>
        <p:spPr>
          <a:xfrm>
            <a:off x="7160813" y="2431079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3200" dirty="0"/>
          </a:p>
        </p:txBody>
      </p:sp>
      <p:sp>
        <p:nvSpPr>
          <p:cNvPr id="21" name="S02-label50"/>
          <p:cNvSpPr txBox="1"/>
          <p:nvPr/>
        </p:nvSpPr>
        <p:spPr>
          <a:xfrm>
            <a:off x="10248855" y="2431079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3200" dirty="0"/>
          </a:p>
        </p:txBody>
      </p:sp>
      <p:sp>
        <p:nvSpPr>
          <p:cNvPr id="22" name="S02-chip5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23" name="S02-text5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직각은 몇 도인가요?</a:t>
            </a:r>
            <a:endParaRPr lang="ko-KR" sz="3000" dirty="0"/>
          </a:p>
        </p:txBody>
      </p:sp>
      <p:sp>
        <p:nvSpPr>
          <p:cNvPr id="24" name="S02-chip5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5" name="S02-text54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시곗바늘이 12에서 6까지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돌면 몇 도인가요?</a:t>
            </a:r>
            <a:endParaRPr lang="ko-KR" sz="3000" dirty="0"/>
          </a:p>
        </p:txBody>
      </p:sp>
      <p:sp>
        <p:nvSpPr>
          <p:cNvPr id="26" name="S02-chip5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7" name="S02-text56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ㄱ에서 오른쪽으로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3칸 간 점은?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 밀기</a:t>
            </a:r>
            <a:endParaRPr lang="ko-KR" sz="4000" dirty="0"/>
          </a:p>
        </p:txBody>
      </p:sp>
      <p:sp>
        <p:nvSpPr>
          <p:cNvPr id="3" name="S03-mark57"/>
          <p:cNvSpPr/>
          <p:nvPr/>
        </p:nvSpPr>
        <p:spPr>
          <a:xfrm>
            <a:off x="1441899" y="2716902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4" name="S03-mark58"/>
          <p:cNvSpPr/>
          <p:nvPr/>
        </p:nvSpPr>
        <p:spPr>
          <a:xfrm>
            <a:off x="4079394" y="2716902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5" name="S03-mark59"/>
          <p:cNvSpPr/>
          <p:nvPr/>
        </p:nvSpPr>
        <p:spPr>
          <a:xfrm flipV="1">
            <a:off x="914400" y="2189403"/>
            <a:ext cx="0" cy="31649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6" name="S03-mark60"/>
          <p:cNvSpPr/>
          <p:nvPr/>
        </p:nvSpPr>
        <p:spPr>
          <a:xfrm flipV="1">
            <a:off x="1441899" y="2189403"/>
            <a:ext cx="0" cy="31649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3-mark61"/>
          <p:cNvSpPr/>
          <p:nvPr/>
        </p:nvSpPr>
        <p:spPr>
          <a:xfrm flipV="1">
            <a:off x="1969398" y="2189403"/>
            <a:ext cx="0" cy="31649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3-mark62"/>
          <p:cNvSpPr/>
          <p:nvPr/>
        </p:nvSpPr>
        <p:spPr>
          <a:xfrm flipV="1">
            <a:off x="2496897" y="2189403"/>
            <a:ext cx="0" cy="31649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3-mark63"/>
          <p:cNvSpPr/>
          <p:nvPr/>
        </p:nvSpPr>
        <p:spPr>
          <a:xfrm flipV="1">
            <a:off x="3024396" y="2189403"/>
            <a:ext cx="0" cy="31649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3-mark64"/>
          <p:cNvSpPr/>
          <p:nvPr/>
        </p:nvSpPr>
        <p:spPr>
          <a:xfrm flipV="1">
            <a:off x="3551895" y="2189403"/>
            <a:ext cx="0" cy="31649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65"/>
          <p:cNvSpPr/>
          <p:nvPr/>
        </p:nvSpPr>
        <p:spPr>
          <a:xfrm flipV="1">
            <a:off x="4079394" y="2189403"/>
            <a:ext cx="0" cy="31649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66"/>
          <p:cNvSpPr/>
          <p:nvPr/>
        </p:nvSpPr>
        <p:spPr>
          <a:xfrm flipV="1">
            <a:off x="4606894" y="2189403"/>
            <a:ext cx="0" cy="31649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67"/>
          <p:cNvSpPr/>
          <p:nvPr/>
        </p:nvSpPr>
        <p:spPr>
          <a:xfrm flipV="1">
            <a:off x="5134393" y="2189403"/>
            <a:ext cx="0" cy="31649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68"/>
          <p:cNvSpPr/>
          <p:nvPr/>
        </p:nvSpPr>
        <p:spPr>
          <a:xfrm flipV="1">
            <a:off x="5661892" y="2189403"/>
            <a:ext cx="0" cy="31649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69"/>
          <p:cNvSpPr/>
          <p:nvPr/>
        </p:nvSpPr>
        <p:spPr>
          <a:xfrm flipV="1">
            <a:off x="6189391" y="2189403"/>
            <a:ext cx="0" cy="316499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70"/>
          <p:cNvSpPr/>
          <p:nvPr/>
        </p:nvSpPr>
        <p:spPr>
          <a:xfrm>
            <a:off x="914400" y="5354397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71"/>
          <p:cNvSpPr/>
          <p:nvPr/>
        </p:nvSpPr>
        <p:spPr>
          <a:xfrm>
            <a:off x="914400" y="4826898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72"/>
          <p:cNvSpPr/>
          <p:nvPr/>
        </p:nvSpPr>
        <p:spPr>
          <a:xfrm>
            <a:off x="914400" y="4299399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3-mark73"/>
          <p:cNvSpPr/>
          <p:nvPr/>
        </p:nvSpPr>
        <p:spPr>
          <a:xfrm>
            <a:off x="914400" y="3771900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3-mark74"/>
          <p:cNvSpPr/>
          <p:nvPr/>
        </p:nvSpPr>
        <p:spPr>
          <a:xfrm>
            <a:off x="914400" y="3244401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3-mark75"/>
          <p:cNvSpPr/>
          <p:nvPr/>
        </p:nvSpPr>
        <p:spPr>
          <a:xfrm>
            <a:off x="914400" y="2716902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3-mark76"/>
          <p:cNvSpPr/>
          <p:nvPr/>
        </p:nvSpPr>
        <p:spPr>
          <a:xfrm>
            <a:off x="914400" y="2189403"/>
            <a:ext cx="527499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3-figure77" descr="모눈 위의 깃발과, 오른쪽으로 5칸 민 깃발: 모양과 방향은 같고 위치만 다름"/>
          <p:cNvSpPr/>
          <p:nvPr/>
        </p:nvSpPr>
        <p:spPr>
          <a:xfrm>
            <a:off x="1441899" y="2716902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03-mark78"/>
          <p:cNvSpPr/>
          <p:nvPr/>
        </p:nvSpPr>
        <p:spPr>
          <a:xfrm>
            <a:off x="4079394" y="2716902"/>
            <a:ext cx="1582497" cy="1582497"/>
          </a:xfrm>
          <a:custGeom>
            <a:avLst/>
            <a:gdLst/>
            <a:ahLst/>
            <a:cxnLst/>
            <a:rect l="l" t="t" r="r" b="b"/>
            <a:pathLst>
              <a:path w="1582497" h="1582497">
                <a:moveTo>
                  <a:pt x="0" y="1582497"/>
                </a:moveTo>
                <a:lnTo>
                  <a:pt x="527499" y="1582497"/>
                </a:lnTo>
                <a:lnTo>
                  <a:pt x="527499" y="1054998"/>
                </a:lnTo>
                <a:lnTo>
                  <a:pt x="1582497" y="527499"/>
                </a:lnTo>
                <a:lnTo>
                  <a:pt x="52749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3-mark79"/>
          <p:cNvSpPr/>
          <p:nvPr/>
        </p:nvSpPr>
        <p:spPr>
          <a:xfrm>
            <a:off x="1441899" y="4615899"/>
            <a:ext cx="263749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tailEnd type="triangle"/>
          </a:ln>
        </p:spPr>
      </p:sp>
      <p:sp>
        <p:nvSpPr>
          <p:cNvPr id="26" name="S03-label81"/>
          <p:cNvSpPr txBox="1"/>
          <p:nvPr/>
        </p:nvSpPr>
        <p:spPr>
          <a:xfrm>
            <a:off x="2455847" y="4699719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5칸</a:t>
            </a:r>
            <a:endParaRPr lang="ko-KR" sz="2400" dirty="0"/>
          </a:p>
        </p:txBody>
      </p:sp>
      <p:sp>
        <p:nvSpPr>
          <p:cNvPr id="27" name="S03-label83"/>
          <p:cNvSpPr txBox="1"/>
          <p:nvPr/>
        </p:nvSpPr>
        <p:spPr>
          <a:xfrm>
            <a:off x="1879580" y="2104403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</p:txBody>
      </p:sp>
      <p:sp>
        <p:nvSpPr>
          <p:cNvPr id="28" name="S03-label85"/>
          <p:cNvSpPr txBox="1"/>
          <p:nvPr/>
        </p:nvSpPr>
        <p:spPr>
          <a:xfrm>
            <a:off x="4471355" y="2104403"/>
            <a:ext cx="7985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 뒤</a:t>
            </a:r>
            <a:endParaRPr lang="ko-KR" sz="2400" dirty="0"/>
          </a:p>
        </p:txBody>
      </p:sp>
      <p:sp>
        <p:nvSpPr>
          <p:cNvPr id="29" name="S03-card86"/>
          <p:cNvSpPr/>
          <p:nvPr/>
        </p:nvSpPr>
        <p:spPr>
          <a:xfrm>
            <a:off x="6920911" y="2602230"/>
            <a:ext cx="4719401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03-cardtext87"/>
          <p:cNvSpPr txBox="1"/>
          <p:nvPr/>
        </p:nvSpPr>
        <p:spPr>
          <a:xfrm>
            <a:off x="7195231" y="2739390"/>
            <a:ext cx="4170761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모양과 크기는 그대로예요.</a:t>
            </a:r>
            <a:endParaRPr lang="ko-KR" sz="3000" dirty="0"/>
          </a:p>
        </p:txBody>
      </p:sp>
      <p:sp>
        <p:nvSpPr>
          <p:cNvPr id="31" name="S03-card88"/>
          <p:cNvSpPr/>
          <p:nvPr/>
        </p:nvSpPr>
        <p:spPr>
          <a:xfrm>
            <a:off x="6920911" y="4072890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3-cardtext89"/>
          <p:cNvSpPr txBox="1"/>
          <p:nvPr/>
        </p:nvSpPr>
        <p:spPr>
          <a:xfrm>
            <a:off x="7195231" y="4210050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위치만 바뀌어요.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 뒤집기</a:t>
            </a:r>
            <a:endParaRPr lang="ko-KR" sz="4000" dirty="0"/>
          </a:p>
        </p:txBody>
      </p:sp>
      <p:sp>
        <p:nvSpPr>
          <p:cNvPr id="3" name="S04-card9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9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뒤집으면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↔ 오른쪽</a:t>
            </a:r>
            <a:endParaRPr lang="ko-KR" sz="3000" dirty="0"/>
          </a:p>
        </p:txBody>
      </p:sp>
      <p:sp>
        <p:nvSpPr>
          <p:cNvPr id="5" name="S04-card9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9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뒤집으면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 ↔ 아래쪽</a:t>
            </a:r>
            <a:endParaRPr lang="ko-KR" sz="3000" dirty="0"/>
          </a:p>
        </p:txBody>
      </p:sp>
      <p:sp>
        <p:nvSpPr>
          <p:cNvPr id="7" name="S04-mark94"/>
          <p:cNvSpPr/>
          <p:nvPr/>
        </p:nvSpPr>
        <p:spPr>
          <a:xfrm>
            <a:off x="1677489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0" y="1173045"/>
                </a:moveTo>
                <a:lnTo>
                  <a:pt x="391015" y="1173045"/>
                </a:lnTo>
                <a:lnTo>
                  <a:pt x="391015" y="782030"/>
                </a:lnTo>
                <a:lnTo>
                  <a:pt x="1173045" y="391015"/>
                </a:lnTo>
                <a:lnTo>
                  <a:pt x="39101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4-mark95"/>
          <p:cNvSpPr/>
          <p:nvPr/>
        </p:nvSpPr>
        <p:spPr>
          <a:xfrm>
            <a:off x="3632563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1173045" y="1173045"/>
                </a:moveTo>
                <a:lnTo>
                  <a:pt x="782030" y="1173045"/>
                </a:lnTo>
                <a:lnTo>
                  <a:pt x="782030" y="782030"/>
                </a:lnTo>
                <a:lnTo>
                  <a:pt x="0" y="391015"/>
                </a:lnTo>
                <a:lnTo>
                  <a:pt x="782030" y="0"/>
                </a:lnTo>
                <a:lnTo>
                  <a:pt x="1173045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4-mark96"/>
          <p:cNvSpPr/>
          <p:nvPr/>
        </p:nvSpPr>
        <p:spPr>
          <a:xfrm flipV="1">
            <a:off x="1286474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4-mark97"/>
          <p:cNvSpPr/>
          <p:nvPr/>
        </p:nvSpPr>
        <p:spPr>
          <a:xfrm flipV="1">
            <a:off x="1677489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98"/>
          <p:cNvSpPr/>
          <p:nvPr/>
        </p:nvSpPr>
        <p:spPr>
          <a:xfrm flipV="1">
            <a:off x="206850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99"/>
          <p:cNvSpPr/>
          <p:nvPr/>
        </p:nvSpPr>
        <p:spPr>
          <a:xfrm flipV="1">
            <a:off x="245951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100"/>
          <p:cNvSpPr/>
          <p:nvPr/>
        </p:nvSpPr>
        <p:spPr>
          <a:xfrm flipV="1">
            <a:off x="285053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101"/>
          <p:cNvSpPr/>
          <p:nvPr/>
        </p:nvSpPr>
        <p:spPr>
          <a:xfrm flipV="1">
            <a:off x="324154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4-mark102"/>
          <p:cNvSpPr/>
          <p:nvPr/>
        </p:nvSpPr>
        <p:spPr>
          <a:xfrm flipV="1">
            <a:off x="363256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4-mark103"/>
          <p:cNvSpPr/>
          <p:nvPr/>
        </p:nvSpPr>
        <p:spPr>
          <a:xfrm flipV="1">
            <a:off x="402357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4-mark104"/>
          <p:cNvSpPr/>
          <p:nvPr/>
        </p:nvSpPr>
        <p:spPr>
          <a:xfrm flipV="1">
            <a:off x="4414593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4-mark105"/>
          <p:cNvSpPr/>
          <p:nvPr/>
        </p:nvSpPr>
        <p:spPr>
          <a:xfrm flipV="1">
            <a:off x="4805607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4-mark106"/>
          <p:cNvSpPr/>
          <p:nvPr/>
        </p:nvSpPr>
        <p:spPr>
          <a:xfrm flipV="1">
            <a:off x="5196622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4-mark107"/>
          <p:cNvSpPr/>
          <p:nvPr/>
        </p:nvSpPr>
        <p:spPr>
          <a:xfrm>
            <a:off x="1286474" y="4154424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4-mark108"/>
          <p:cNvSpPr/>
          <p:nvPr/>
        </p:nvSpPr>
        <p:spPr>
          <a:xfrm>
            <a:off x="1286474" y="3763409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4-mark109"/>
          <p:cNvSpPr/>
          <p:nvPr/>
        </p:nvSpPr>
        <p:spPr>
          <a:xfrm>
            <a:off x="1286474" y="3372394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4-mark110"/>
          <p:cNvSpPr/>
          <p:nvPr/>
        </p:nvSpPr>
        <p:spPr>
          <a:xfrm>
            <a:off x="1286474" y="2981379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4-mark111"/>
          <p:cNvSpPr/>
          <p:nvPr/>
        </p:nvSpPr>
        <p:spPr>
          <a:xfrm>
            <a:off x="1286474" y="2590365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4-mark112"/>
          <p:cNvSpPr/>
          <p:nvPr/>
        </p:nvSpPr>
        <p:spPr>
          <a:xfrm>
            <a:off x="1286474" y="2199350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4-mark113"/>
          <p:cNvSpPr/>
          <p:nvPr/>
        </p:nvSpPr>
        <p:spPr>
          <a:xfrm>
            <a:off x="1286474" y="1808335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4-mark114"/>
          <p:cNvSpPr/>
          <p:nvPr/>
        </p:nvSpPr>
        <p:spPr>
          <a:xfrm>
            <a:off x="1286474" y="1417320"/>
            <a:ext cx="391014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4-figure115" descr="깃발을 세로 점선을 기준으로 오른쪽으로 뒤집음: 깃발이 오른쪽을 향하던 것이 왼쪽을 향함"/>
          <p:cNvSpPr/>
          <p:nvPr/>
        </p:nvSpPr>
        <p:spPr>
          <a:xfrm>
            <a:off x="1677489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0" y="1173045"/>
                </a:moveTo>
                <a:lnTo>
                  <a:pt x="391015" y="1173045"/>
                </a:lnTo>
                <a:lnTo>
                  <a:pt x="391015" y="782030"/>
                </a:lnTo>
                <a:lnTo>
                  <a:pt x="1173045" y="391015"/>
                </a:lnTo>
                <a:lnTo>
                  <a:pt x="39101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9" name="S04-mark116"/>
          <p:cNvSpPr/>
          <p:nvPr/>
        </p:nvSpPr>
        <p:spPr>
          <a:xfrm>
            <a:off x="3632563" y="2199350"/>
            <a:ext cx="1173045" cy="1173045"/>
          </a:xfrm>
          <a:custGeom>
            <a:avLst/>
            <a:gdLst/>
            <a:ahLst/>
            <a:cxnLst/>
            <a:rect l="l" t="t" r="r" b="b"/>
            <a:pathLst>
              <a:path w="1173045" h="1173045">
                <a:moveTo>
                  <a:pt x="1173045" y="1173045"/>
                </a:moveTo>
                <a:lnTo>
                  <a:pt x="782030" y="1173045"/>
                </a:lnTo>
                <a:lnTo>
                  <a:pt x="782030" y="782030"/>
                </a:lnTo>
                <a:lnTo>
                  <a:pt x="0" y="391015"/>
                </a:lnTo>
                <a:lnTo>
                  <a:pt x="782030" y="0"/>
                </a:lnTo>
                <a:lnTo>
                  <a:pt x="1173045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0" name="S04-mark117"/>
          <p:cNvSpPr/>
          <p:nvPr/>
        </p:nvSpPr>
        <p:spPr>
          <a:xfrm flipV="1">
            <a:off x="3241548" y="2003842"/>
            <a:ext cx="0" cy="156405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31" name="S04-label118"/>
          <p:cNvSpPr txBox="1"/>
          <p:nvPr/>
        </p:nvSpPr>
        <p:spPr>
          <a:xfrm>
            <a:off x="548640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뒤집기</a:t>
            </a:r>
            <a:endParaRPr lang="ko-KR" sz="2400" dirty="0"/>
          </a:p>
        </p:txBody>
      </p:sp>
      <p:sp>
        <p:nvSpPr>
          <p:cNvPr id="32" name="S04-mark119"/>
          <p:cNvSpPr/>
          <p:nvPr/>
        </p:nvSpPr>
        <p:spPr>
          <a:xfrm>
            <a:off x="8536838" y="1691030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821131"/>
                </a:moveTo>
                <a:lnTo>
                  <a:pt x="273710" y="821131"/>
                </a:lnTo>
                <a:lnTo>
                  <a:pt x="273710" y="547421"/>
                </a:lnTo>
                <a:lnTo>
                  <a:pt x="821131" y="273710"/>
                </a:lnTo>
                <a:lnTo>
                  <a:pt x="27371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3" name="S04-mark120"/>
          <p:cNvSpPr/>
          <p:nvPr/>
        </p:nvSpPr>
        <p:spPr>
          <a:xfrm>
            <a:off x="8536838" y="3059582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0"/>
                </a:moveTo>
                <a:lnTo>
                  <a:pt x="273710" y="0"/>
                </a:lnTo>
                <a:lnTo>
                  <a:pt x="273710" y="273710"/>
                </a:lnTo>
                <a:lnTo>
                  <a:pt x="821131" y="547421"/>
                </a:lnTo>
                <a:lnTo>
                  <a:pt x="273710" y="821131"/>
                </a:lnTo>
                <a:lnTo>
                  <a:pt x="0" y="821131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4" name="S04-mark121"/>
          <p:cNvSpPr/>
          <p:nvPr/>
        </p:nvSpPr>
        <p:spPr>
          <a:xfrm flipV="1">
            <a:off x="798941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4-mark122"/>
          <p:cNvSpPr/>
          <p:nvPr/>
        </p:nvSpPr>
        <p:spPr>
          <a:xfrm flipV="1">
            <a:off x="826312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4-mark123"/>
          <p:cNvSpPr/>
          <p:nvPr/>
        </p:nvSpPr>
        <p:spPr>
          <a:xfrm flipV="1">
            <a:off x="8536838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4-mark124"/>
          <p:cNvSpPr/>
          <p:nvPr/>
        </p:nvSpPr>
        <p:spPr>
          <a:xfrm flipV="1">
            <a:off x="8810549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4-mark125"/>
          <p:cNvSpPr/>
          <p:nvPr/>
        </p:nvSpPr>
        <p:spPr>
          <a:xfrm flipV="1">
            <a:off x="9084259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4-mark126"/>
          <p:cNvSpPr/>
          <p:nvPr/>
        </p:nvSpPr>
        <p:spPr>
          <a:xfrm flipV="1">
            <a:off x="9357970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4-mark127"/>
          <p:cNvSpPr/>
          <p:nvPr/>
        </p:nvSpPr>
        <p:spPr>
          <a:xfrm flipV="1">
            <a:off x="9631680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4-mark128"/>
          <p:cNvSpPr/>
          <p:nvPr/>
        </p:nvSpPr>
        <p:spPr>
          <a:xfrm flipV="1">
            <a:off x="9905390" y="1417320"/>
            <a:ext cx="0" cy="273710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4-mark129"/>
          <p:cNvSpPr/>
          <p:nvPr/>
        </p:nvSpPr>
        <p:spPr>
          <a:xfrm>
            <a:off x="7989418" y="4154424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4-mark130"/>
          <p:cNvSpPr/>
          <p:nvPr/>
        </p:nvSpPr>
        <p:spPr>
          <a:xfrm>
            <a:off x="7989418" y="3880714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4-mark131"/>
          <p:cNvSpPr/>
          <p:nvPr/>
        </p:nvSpPr>
        <p:spPr>
          <a:xfrm>
            <a:off x="7989418" y="3607003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4-mark132"/>
          <p:cNvSpPr/>
          <p:nvPr/>
        </p:nvSpPr>
        <p:spPr>
          <a:xfrm>
            <a:off x="7989418" y="3333293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4-mark133"/>
          <p:cNvSpPr/>
          <p:nvPr/>
        </p:nvSpPr>
        <p:spPr>
          <a:xfrm>
            <a:off x="7989418" y="3059582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4-mark134"/>
          <p:cNvSpPr/>
          <p:nvPr/>
        </p:nvSpPr>
        <p:spPr>
          <a:xfrm>
            <a:off x="7989418" y="2785872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4-mark135"/>
          <p:cNvSpPr/>
          <p:nvPr/>
        </p:nvSpPr>
        <p:spPr>
          <a:xfrm>
            <a:off x="7989418" y="2512162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4-mark136"/>
          <p:cNvSpPr/>
          <p:nvPr/>
        </p:nvSpPr>
        <p:spPr>
          <a:xfrm>
            <a:off x="7989418" y="2238451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04-mark137"/>
          <p:cNvSpPr/>
          <p:nvPr/>
        </p:nvSpPr>
        <p:spPr>
          <a:xfrm>
            <a:off x="7989418" y="1964741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04-mark138"/>
          <p:cNvSpPr/>
          <p:nvPr/>
        </p:nvSpPr>
        <p:spPr>
          <a:xfrm>
            <a:off x="7989418" y="1691030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2" name="S04-mark139"/>
          <p:cNvSpPr/>
          <p:nvPr/>
        </p:nvSpPr>
        <p:spPr>
          <a:xfrm>
            <a:off x="7989418" y="1417320"/>
            <a:ext cx="191597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3" name="S04-figure140" descr="깃발을 가로 점선을 기준으로 아래쪽으로 뒤집음: 깃발이 위쪽에 있던 것이 아래쪽에 있음"/>
          <p:cNvSpPr/>
          <p:nvPr/>
        </p:nvSpPr>
        <p:spPr>
          <a:xfrm>
            <a:off x="8536838" y="1691030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821131"/>
                </a:moveTo>
                <a:lnTo>
                  <a:pt x="273710" y="821131"/>
                </a:lnTo>
                <a:lnTo>
                  <a:pt x="273710" y="547421"/>
                </a:lnTo>
                <a:lnTo>
                  <a:pt x="821131" y="273710"/>
                </a:lnTo>
                <a:lnTo>
                  <a:pt x="27371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4" name="S04-mark141"/>
          <p:cNvSpPr/>
          <p:nvPr/>
        </p:nvSpPr>
        <p:spPr>
          <a:xfrm>
            <a:off x="8536838" y="3059582"/>
            <a:ext cx="821131" cy="821131"/>
          </a:xfrm>
          <a:custGeom>
            <a:avLst/>
            <a:gdLst/>
            <a:ahLst/>
            <a:cxnLst/>
            <a:rect l="l" t="t" r="r" b="b"/>
            <a:pathLst>
              <a:path w="821131" h="821131">
                <a:moveTo>
                  <a:pt x="0" y="0"/>
                </a:moveTo>
                <a:lnTo>
                  <a:pt x="273710" y="0"/>
                </a:lnTo>
                <a:lnTo>
                  <a:pt x="273710" y="273710"/>
                </a:lnTo>
                <a:lnTo>
                  <a:pt x="821131" y="547421"/>
                </a:lnTo>
                <a:lnTo>
                  <a:pt x="273710" y="821131"/>
                </a:lnTo>
                <a:lnTo>
                  <a:pt x="0" y="821131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5" name="S04-mark142"/>
          <p:cNvSpPr/>
          <p:nvPr/>
        </p:nvSpPr>
        <p:spPr>
          <a:xfrm>
            <a:off x="8399983" y="2785872"/>
            <a:ext cx="109484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56" name="S04-label143"/>
          <p:cNvSpPr txBox="1"/>
          <p:nvPr/>
        </p:nvSpPr>
        <p:spPr>
          <a:xfrm>
            <a:off x="6254496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뒤집기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왼쪽으로 뒤집으면?</a:t>
            </a:r>
            <a:endParaRPr lang="ko-KR" sz="4000" dirty="0"/>
          </a:p>
        </p:txBody>
      </p:sp>
      <p:sp>
        <p:nvSpPr>
          <p:cNvPr id="3" name="S05-card1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1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왼쪽으로 뒤집은 모양을 고르고, 까닭을 말해요.</a:t>
            </a:r>
            <a:endParaRPr lang="ko-KR" sz="3000" dirty="0"/>
          </a:p>
        </p:txBody>
      </p:sp>
      <p:sp>
        <p:nvSpPr>
          <p:cNvPr id="5" name="S05-chip146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</a:t>
            </a:r>
            <a:endParaRPr lang="ko-KR" sz="3000" dirty="0"/>
          </a:p>
        </p:txBody>
      </p:sp>
      <p:sp>
        <p:nvSpPr>
          <p:cNvPr id="6" name="S05-mark147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5-mark148"/>
          <p:cNvSpPr/>
          <p:nvPr/>
        </p:nvSpPr>
        <p:spPr>
          <a:xfrm flipV="1">
            <a:off x="3081528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5-mark149"/>
          <p:cNvSpPr/>
          <p:nvPr/>
        </p:nvSpPr>
        <p:spPr>
          <a:xfrm flipV="1">
            <a:off x="344576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5-mark150"/>
          <p:cNvSpPr/>
          <p:nvPr/>
        </p:nvSpPr>
        <p:spPr>
          <a:xfrm flipV="1">
            <a:off x="381000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51"/>
          <p:cNvSpPr/>
          <p:nvPr/>
        </p:nvSpPr>
        <p:spPr>
          <a:xfrm flipV="1">
            <a:off x="417423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52"/>
          <p:cNvSpPr/>
          <p:nvPr/>
        </p:nvSpPr>
        <p:spPr>
          <a:xfrm>
            <a:off x="3081528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53"/>
          <p:cNvSpPr/>
          <p:nvPr/>
        </p:nvSpPr>
        <p:spPr>
          <a:xfrm>
            <a:off x="3081528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54"/>
          <p:cNvSpPr/>
          <p:nvPr/>
        </p:nvSpPr>
        <p:spPr>
          <a:xfrm>
            <a:off x="3081528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55"/>
          <p:cNvSpPr/>
          <p:nvPr/>
        </p:nvSpPr>
        <p:spPr>
          <a:xfrm>
            <a:off x="3081528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figure156" descr="처음 깃발: 깃대는 위를 향하고 깃발은 위쪽에서 오른쪽을 향함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05-label157"/>
          <p:cNvSpPr txBox="1"/>
          <p:nvPr/>
        </p:nvSpPr>
        <p:spPr>
          <a:xfrm>
            <a:off x="1344168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처음 깃발</a:t>
            </a:r>
            <a:endParaRPr lang="ko-KR" sz="2400" dirty="0"/>
          </a:p>
        </p:txBody>
      </p:sp>
      <p:sp>
        <p:nvSpPr>
          <p:cNvPr id="17" name="S05-chip158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18" name="S05-mark159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364236" y="0"/>
                </a:lnTo>
                <a:lnTo>
                  <a:pt x="364236" y="364236"/>
                </a:lnTo>
                <a:lnTo>
                  <a:pt x="1092708" y="728472"/>
                </a:lnTo>
                <a:lnTo>
                  <a:pt x="364236" y="1092708"/>
                </a:lnTo>
                <a:lnTo>
                  <a:pt x="0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9" name="S05-mark160"/>
          <p:cNvSpPr/>
          <p:nvPr/>
        </p:nvSpPr>
        <p:spPr>
          <a:xfrm flipV="1">
            <a:off x="881024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61"/>
          <p:cNvSpPr/>
          <p:nvPr/>
        </p:nvSpPr>
        <p:spPr>
          <a:xfrm flipV="1">
            <a:off x="917448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62"/>
          <p:cNvSpPr/>
          <p:nvPr/>
        </p:nvSpPr>
        <p:spPr>
          <a:xfrm flipV="1">
            <a:off x="953871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63"/>
          <p:cNvSpPr/>
          <p:nvPr/>
        </p:nvSpPr>
        <p:spPr>
          <a:xfrm flipV="1">
            <a:off x="9902952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64"/>
          <p:cNvSpPr/>
          <p:nvPr/>
        </p:nvSpPr>
        <p:spPr>
          <a:xfrm>
            <a:off x="8810244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65"/>
          <p:cNvSpPr/>
          <p:nvPr/>
        </p:nvSpPr>
        <p:spPr>
          <a:xfrm>
            <a:off x="8810244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mark166"/>
          <p:cNvSpPr/>
          <p:nvPr/>
        </p:nvSpPr>
        <p:spPr>
          <a:xfrm>
            <a:off x="8810244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5-mark167"/>
          <p:cNvSpPr/>
          <p:nvPr/>
        </p:nvSpPr>
        <p:spPr>
          <a:xfrm>
            <a:off x="8810244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5-figure168" descr="가: 깃발이 아래쪽에서 오른쪽을 향함(위·아래가 바뀜)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364236" y="0"/>
                </a:lnTo>
                <a:lnTo>
                  <a:pt x="364236" y="364236"/>
                </a:lnTo>
                <a:lnTo>
                  <a:pt x="1092708" y="728472"/>
                </a:lnTo>
                <a:lnTo>
                  <a:pt x="364236" y="1092708"/>
                </a:lnTo>
                <a:lnTo>
                  <a:pt x="0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5-label169"/>
          <p:cNvSpPr txBox="1"/>
          <p:nvPr/>
        </p:nvSpPr>
        <p:spPr>
          <a:xfrm>
            <a:off x="7072884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9" name="S05-chip170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30" name="S05-mark171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1" name="S05-mark172"/>
          <p:cNvSpPr/>
          <p:nvPr/>
        </p:nvSpPr>
        <p:spPr>
          <a:xfrm flipV="1">
            <a:off x="3081528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5-mark173"/>
          <p:cNvSpPr/>
          <p:nvPr/>
        </p:nvSpPr>
        <p:spPr>
          <a:xfrm flipV="1">
            <a:off x="344576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5-mark174"/>
          <p:cNvSpPr/>
          <p:nvPr/>
        </p:nvSpPr>
        <p:spPr>
          <a:xfrm flipV="1">
            <a:off x="381000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5-mark175"/>
          <p:cNvSpPr/>
          <p:nvPr/>
        </p:nvSpPr>
        <p:spPr>
          <a:xfrm flipV="1">
            <a:off x="417423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5-mark176"/>
          <p:cNvSpPr/>
          <p:nvPr/>
        </p:nvSpPr>
        <p:spPr>
          <a:xfrm>
            <a:off x="3081528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5-mark177"/>
          <p:cNvSpPr/>
          <p:nvPr/>
        </p:nvSpPr>
        <p:spPr>
          <a:xfrm>
            <a:off x="3081528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5-mark178"/>
          <p:cNvSpPr/>
          <p:nvPr/>
        </p:nvSpPr>
        <p:spPr>
          <a:xfrm>
            <a:off x="3081528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5-mark179"/>
          <p:cNvSpPr/>
          <p:nvPr/>
        </p:nvSpPr>
        <p:spPr>
          <a:xfrm>
            <a:off x="3081528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5-figure180" descr="나: 깃발이 아래쪽에서 왼쪽을 향함(180° 돌림)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5-label181"/>
          <p:cNvSpPr txBox="1"/>
          <p:nvPr/>
        </p:nvSpPr>
        <p:spPr>
          <a:xfrm>
            <a:off x="1344168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41" name="S05-chip182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2" name="S05-mark183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728472" y="1092708"/>
                </a:lnTo>
                <a:lnTo>
                  <a:pt x="728472" y="728472"/>
                </a:lnTo>
                <a:lnTo>
                  <a:pt x="0" y="364236"/>
                </a:lnTo>
                <a:lnTo>
                  <a:pt x="728472" y="0"/>
                </a:lnTo>
                <a:lnTo>
                  <a:pt x="1092708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43" name="S05-mark184"/>
          <p:cNvSpPr/>
          <p:nvPr/>
        </p:nvSpPr>
        <p:spPr>
          <a:xfrm flipV="1">
            <a:off x="881024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5-mark185"/>
          <p:cNvSpPr/>
          <p:nvPr/>
        </p:nvSpPr>
        <p:spPr>
          <a:xfrm flipV="1">
            <a:off x="917448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5-mark186"/>
          <p:cNvSpPr/>
          <p:nvPr/>
        </p:nvSpPr>
        <p:spPr>
          <a:xfrm flipV="1">
            <a:off x="953871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5-mark187"/>
          <p:cNvSpPr/>
          <p:nvPr/>
        </p:nvSpPr>
        <p:spPr>
          <a:xfrm flipV="1">
            <a:off x="9902952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5-mark188"/>
          <p:cNvSpPr/>
          <p:nvPr/>
        </p:nvSpPr>
        <p:spPr>
          <a:xfrm>
            <a:off x="8810244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5-mark189"/>
          <p:cNvSpPr/>
          <p:nvPr/>
        </p:nvSpPr>
        <p:spPr>
          <a:xfrm>
            <a:off x="8810244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5-mark190"/>
          <p:cNvSpPr/>
          <p:nvPr/>
        </p:nvSpPr>
        <p:spPr>
          <a:xfrm>
            <a:off x="8810244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05-mark191"/>
          <p:cNvSpPr/>
          <p:nvPr/>
        </p:nvSpPr>
        <p:spPr>
          <a:xfrm>
            <a:off x="8810244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05-figure192" descr="다: 깃발이 위쪽에서 왼쪽을 향함(왼쪽·오른쪽이 바뀜)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728472" y="1092708"/>
                </a:lnTo>
                <a:lnTo>
                  <a:pt x="728472" y="728472"/>
                </a:lnTo>
                <a:lnTo>
                  <a:pt x="0" y="364236"/>
                </a:lnTo>
                <a:lnTo>
                  <a:pt x="728472" y="0"/>
                </a:lnTo>
                <a:lnTo>
                  <a:pt x="1092708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2" name="S05-label193"/>
          <p:cNvSpPr txBox="1"/>
          <p:nvPr/>
        </p:nvSpPr>
        <p:spPr>
          <a:xfrm>
            <a:off x="7072884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9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9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깃발을 위쪽으로 뒤집었어요.</a:t>
            </a:r>
            <a:endParaRPr lang="ko-KR" sz="3000" dirty="0"/>
          </a:p>
        </p:txBody>
      </p:sp>
      <p:sp>
        <p:nvSpPr>
          <p:cNvPr id="5" name="S06-card1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무엇이 바뀌는지 말해요.</a:t>
            </a:r>
            <a:endParaRPr lang="ko-KR" sz="3000" dirty="0"/>
          </a:p>
        </p:txBody>
      </p:sp>
      <p:sp>
        <p:nvSpPr>
          <p:cNvPr id="7" name="S06-chip19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6-mark199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1319784"/>
                </a:moveTo>
                <a:lnTo>
                  <a:pt x="879856" y="1319784"/>
                </a:lnTo>
                <a:lnTo>
                  <a:pt x="879856" y="879856"/>
                </a:lnTo>
                <a:lnTo>
                  <a:pt x="0" y="439928"/>
                </a:lnTo>
                <a:lnTo>
                  <a:pt x="879856" y="0"/>
                </a:lnTo>
                <a:lnTo>
                  <a:pt x="1319784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6-mark200"/>
          <p:cNvSpPr/>
          <p:nvPr/>
        </p:nvSpPr>
        <p:spPr>
          <a:xfrm flipV="1">
            <a:off x="25702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201"/>
          <p:cNvSpPr/>
          <p:nvPr/>
        </p:nvSpPr>
        <p:spPr>
          <a:xfrm flipV="1">
            <a:off x="3010154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202"/>
          <p:cNvSpPr/>
          <p:nvPr/>
        </p:nvSpPr>
        <p:spPr>
          <a:xfrm flipV="1">
            <a:off x="345008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203"/>
          <p:cNvSpPr/>
          <p:nvPr/>
        </p:nvSpPr>
        <p:spPr>
          <a:xfrm flipV="1">
            <a:off x="389001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204"/>
          <p:cNvSpPr/>
          <p:nvPr/>
        </p:nvSpPr>
        <p:spPr>
          <a:xfrm>
            <a:off x="2570226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205"/>
          <p:cNvSpPr/>
          <p:nvPr/>
        </p:nvSpPr>
        <p:spPr>
          <a:xfrm>
            <a:off x="2570226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206"/>
          <p:cNvSpPr/>
          <p:nvPr/>
        </p:nvSpPr>
        <p:spPr>
          <a:xfrm>
            <a:off x="2570226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207"/>
          <p:cNvSpPr/>
          <p:nvPr/>
        </p:nvSpPr>
        <p:spPr>
          <a:xfrm>
            <a:off x="2570226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figure208" descr="토끼의 답: 깃발이 위쪽에서 왼쪽을 향함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1319784"/>
                </a:moveTo>
                <a:lnTo>
                  <a:pt x="879856" y="1319784"/>
                </a:lnTo>
                <a:lnTo>
                  <a:pt x="879856" y="879856"/>
                </a:lnTo>
                <a:lnTo>
                  <a:pt x="0" y="439928"/>
                </a:lnTo>
                <a:lnTo>
                  <a:pt x="879856" y="0"/>
                </a:lnTo>
                <a:lnTo>
                  <a:pt x="1319784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6-text209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왼쪽과 오른쪽을 바꿨어요.</a:t>
            </a:r>
            <a:endParaRPr lang="ko-KR" sz="2400" dirty="0"/>
          </a:p>
        </p:txBody>
      </p:sp>
      <p:sp>
        <p:nvSpPr>
          <p:cNvPr id="19" name="S06-chip21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20" name="S06-mark211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21" name="S06-mark212"/>
          <p:cNvSpPr/>
          <p:nvPr/>
        </p:nvSpPr>
        <p:spPr>
          <a:xfrm flipV="1">
            <a:off x="829894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6-mark213"/>
          <p:cNvSpPr/>
          <p:nvPr/>
        </p:nvSpPr>
        <p:spPr>
          <a:xfrm flipV="1">
            <a:off x="873887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6-mark214"/>
          <p:cNvSpPr/>
          <p:nvPr/>
        </p:nvSpPr>
        <p:spPr>
          <a:xfrm flipV="1">
            <a:off x="9178798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6-mark215"/>
          <p:cNvSpPr/>
          <p:nvPr/>
        </p:nvSpPr>
        <p:spPr>
          <a:xfrm flipV="1">
            <a:off x="96187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6-mark216"/>
          <p:cNvSpPr/>
          <p:nvPr/>
        </p:nvSpPr>
        <p:spPr>
          <a:xfrm>
            <a:off x="8298942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6-mark217"/>
          <p:cNvSpPr/>
          <p:nvPr/>
        </p:nvSpPr>
        <p:spPr>
          <a:xfrm>
            <a:off x="8298942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6-mark218"/>
          <p:cNvSpPr/>
          <p:nvPr/>
        </p:nvSpPr>
        <p:spPr>
          <a:xfrm>
            <a:off x="8298942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6-mark219"/>
          <p:cNvSpPr/>
          <p:nvPr/>
        </p:nvSpPr>
        <p:spPr>
          <a:xfrm>
            <a:off x="8298942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6-figure220" descr="곰의 답: 깃발이 아래쪽에서 오른쪽을 향함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0" name="S06-text221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위쪽과 아래쪽을 바꿨어요.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</a:t>
            </a:r>
            <a:endParaRPr lang="ko-KR" sz="4000" dirty="0"/>
          </a:p>
        </p:txBody>
      </p:sp>
      <p:sp>
        <p:nvSpPr>
          <p:cNvPr id="3" name="S07-text2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ㄱ을 누르고 시곗바늘 방향으로 돌려요.</a:t>
            </a:r>
            <a:endParaRPr lang="ko-KR" sz="3000" dirty="0"/>
          </a:p>
        </p:txBody>
      </p:sp>
      <p:sp>
        <p:nvSpPr>
          <p:cNvPr id="4" name="S07-mark223"/>
          <p:cNvSpPr/>
          <p:nvPr/>
        </p:nvSpPr>
        <p:spPr>
          <a:xfrm>
            <a:off x="2578608" y="2811780"/>
            <a:ext cx="1303020" cy="1303020"/>
          </a:xfrm>
          <a:custGeom>
            <a:avLst/>
            <a:gdLst/>
            <a:ahLst/>
            <a:cxnLst/>
            <a:rect l="l" t="t" r="r" b="b"/>
            <a:pathLst>
              <a:path w="1303020" h="1303020">
                <a:moveTo>
                  <a:pt x="0" y="1303020"/>
                </a:moveTo>
                <a:lnTo>
                  <a:pt x="434340" y="1303020"/>
                </a:lnTo>
                <a:lnTo>
                  <a:pt x="434340" y="868680"/>
                </a:lnTo>
                <a:lnTo>
                  <a:pt x="1303020" y="434340"/>
                </a:lnTo>
                <a:lnTo>
                  <a:pt x="434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7-mark224"/>
          <p:cNvSpPr/>
          <p:nvPr/>
        </p:nvSpPr>
        <p:spPr>
          <a:xfrm>
            <a:off x="2578608" y="4114800"/>
            <a:ext cx="1303020" cy="1303020"/>
          </a:xfrm>
          <a:custGeom>
            <a:avLst/>
            <a:gdLst/>
            <a:ahLst/>
            <a:cxnLst/>
            <a:rect l="l" t="t" r="r" b="b"/>
            <a:pathLst>
              <a:path w="1303020" h="1303020">
                <a:moveTo>
                  <a:pt x="0" y="0"/>
                </a:moveTo>
                <a:lnTo>
                  <a:pt x="0" y="434340"/>
                </a:lnTo>
                <a:lnTo>
                  <a:pt x="434340" y="434340"/>
                </a:lnTo>
                <a:lnTo>
                  <a:pt x="868680" y="1303020"/>
                </a:lnTo>
                <a:lnTo>
                  <a:pt x="1303020" y="434340"/>
                </a:lnTo>
                <a:lnTo>
                  <a:pt x="1303020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6" name="S07-mark225"/>
          <p:cNvSpPr/>
          <p:nvPr/>
        </p:nvSpPr>
        <p:spPr>
          <a:xfrm flipV="1">
            <a:off x="214426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7-mark226"/>
          <p:cNvSpPr/>
          <p:nvPr/>
        </p:nvSpPr>
        <p:spPr>
          <a:xfrm flipV="1">
            <a:off x="257860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7-mark227"/>
          <p:cNvSpPr/>
          <p:nvPr/>
        </p:nvSpPr>
        <p:spPr>
          <a:xfrm flipV="1">
            <a:off x="301294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7-mark228"/>
          <p:cNvSpPr/>
          <p:nvPr/>
        </p:nvSpPr>
        <p:spPr>
          <a:xfrm flipV="1">
            <a:off x="344728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229"/>
          <p:cNvSpPr/>
          <p:nvPr/>
        </p:nvSpPr>
        <p:spPr>
          <a:xfrm flipV="1">
            <a:off x="388162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230"/>
          <p:cNvSpPr/>
          <p:nvPr/>
        </p:nvSpPr>
        <p:spPr>
          <a:xfrm flipV="1">
            <a:off x="4315968" y="2377440"/>
            <a:ext cx="0" cy="347472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231"/>
          <p:cNvSpPr/>
          <p:nvPr/>
        </p:nvSpPr>
        <p:spPr>
          <a:xfrm>
            <a:off x="2144268" y="5852160"/>
            <a:ext cx="21717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232"/>
          <p:cNvSpPr/>
          <p:nvPr/>
        </p:nvSpPr>
        <p:spPr>
          <a:xfrm>
            <a:off x="2144268" y="5417820"/>
            <a:ext cx="21717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233"/>
          <p:cNvSpPr/>
          <p:nvPr/>
        </p:nvSpPr>
        <p:spPr>
          <a:xfrm>
            <a:off x="2144268" y="4983480"/>
            <a:ext cx="21717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234"/>
          <p:cNvSpPr/>
          <p:nvPr/>
        </p:nvSpPr>
        <p:spPr>
          <a:xfrm>
            <a:off x="2144268" y="4549140"/>
            <a:ext cx="21717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7-mark235"/>
          <p:cNvSpPr/>
          <p:nvPr/>
        </p:nvSpPr>
        <p:spPr>
          <a:xfrm>
            <a:off x="2144268" y="4114800"/>
            <a:ext cx="21717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7-mark236"/>
          <p:cNvSpPr/>
          <p:nvPr/>
        </p:nvSpPr>
        <p:spPr>
          <a:xfrm>
            <a:off x="2144268" y="3680460"/>
            <a:ext cx="21717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7-mark237"/>
          <p:cNvSpPr/>
          <p:nvPr/>
        </p:nvSpPr>
        <p:spPr>
          <a:xfrm>
            <a:off x="2144268" y="3246120"/>
            <a:ext cx="21717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7-mark238"/>
          <p:cNvSpPr/>
          <p:nvPr/>
        </p:nvSpPr>
        <p:spPr>
          <a:xfrm>
            <a:off x="2144268" y="2811780"/>
            <a:ext cx="21717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7-mark239"/>
          <p:cNvSpPr/>
          <p:nvPr/>
        </p:nvSpPr>
        <p:spPr>
          <a:xfrm>
            <a:off x="2144268" y="2377440"/>
            <a:ext cx="21717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7-figure240" descr="점 ㄱ을 중심으로 깃발을 시계 방향으로 90° 돌림: 위쪽을 향하던 깃대가 오른쪽을 향하고, 깃발이 아래쪽을 가리킴"/>
          <p:cNvSpPr/>
          <p:nvPr/>
        </p:nvSpPr>
        <p:spPr>
          <a:xfrm>
            <a:off x="2578608" y="2811780"/>
            <a:ext cx="1303020" cy="1303020"/>
          </a:xfrm>
          <a:custGeom>
            <a:avLst/>
            <a:gdLst/>
            <a:ahLst/>
            <a:cxnLst/>
            <a:rect l="l" t="t" r="r" b="b"/>
            <a:pathLst>
              <a:path w="1303020" h="1303020">
                <a:moveTo>
                  <a:pt x="0" y="1303020"/>
                </a:moveTo>
                <a:lnTo>
                  <a:pt x="434340" y="1303020"/>
                </a:lnTo>
                <a:lnTo>
                  <a:pt x="434340" y="868680"/>
                </a:lnTo>
                <a:lnTo>
                  <a:pt x="1303020" y="434340"/>
                </a:lnTo>
                <a:lnTo>
                  <a:pt x="4343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2" name="S07-mark241"/>
          <p:cNvSpPr/>
          <p:nvPr/>
        </p:nvSpPr>
        <p:spPr>
          <a:xfrm>
            <a:off x="2578608" y="4114800"/>
            <a:ext cx="1303020" cy="1303020"/>
          </a:xfrm>
          <a:custGeom>
            <a:avLst/>
            <a:gdLst/>
            <a:ahLst/>
            <a:cxnLst/>
            <a:rect l="l" t="t" r="r" b="b"/>
            <a:pathLst>
              <a:path w="1303020" h="1303020">
                <a:moveTo>
                  <a:pt x="0" y="0"/>
                </a:moveTo>
                <a:lnTo>
                  <a:pt x="0" y="434340"/>
                </a:lnTo>
                <a:lnTo>
                  <a:pt x="434340" y="434340"/>
                </a:lnTo>
                <a:lnTo>
                  <a:pt x="868680" y="1303020"/>
                </a:lnTo>
                <a:lnTo>
                  <a:pt x="1303020" y="434340"/>
                </a:lnTo>
                <a:lnTo>
                  <a:pt x="130302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3" name="S07-mark242"/>
          <p:cNvSpPr/>
          <p:nvPr/>
        </p:nvSpPr>
        <p:spPr>
          <a:xfrm>
            <a:off x="2578608" y="3767328"/>
            <a:ext cx="347472" cy="347472"/>
          </a:xfrm>
          <a:custGeom>
            <a:avLst/>
            <a:gdLst/>
            <a:ahLst/>
            <a:cxnLst/>
            <a:rect l="l" t="t" r="r" b="b"/>
            <a:pathLst>
              <a:path w="347472" h="347472">
                <a:moveTo>
                  <a:pt x="0" y="347472"/>
                </a:moveTo>
                <a:lnTo>
                  <a:pt x="347472" y="347472"/>
                </a:lnTo>
                <a:lnTo>
                  <a:pt x="346728" y="324746"/>
                </a:lnTo>
                <a:lnTo>
                  <a:pt x="344499" y="302118"/>
                </a:lnTo>
                <a:lnTo>
                  <a:pt x="340795" y="279684"/>
                </a:lnTo>
                <a:lnTo>
                  <a:pt x="335632" y="257540"/>
                </a:lnTo>
                <a:lnTo>
                  <a:pt x="329032" y="235781"/>
                </a:lnTo>
                <a:lnTo>
                  <a:pt x="321022" y="214500"/>
                </a:lnTo>
                <a:lnTo>
                  <a:pt x="311638" y="193789"/>
                </a:lnTo>
                <a:lnTo>
                  <a:pt x="300920" y="173736"/>
                </a:lnTo>
                <a:lnTo>
                  <a:pt x="288912" y="154427"/>
                </a:lnTo>
                <a:lnTo>
                  <a:pt x="275668" y="135944"/>
                </a:lnTo>
                <a:lnTo>
                  <a:pt x="261243" y="118368"/>
                </a:lnTo>
                <a:lnTo>
                  <a:pt x="245700" y="101772"/>
                </a:lnTo>
                <a:lnTo>
                  <a:pt x="229104" y="86229"/>
                </a:lnTo>
                <a:lnTo>
                  <a:pt x="211528" y="71804"/>
                </a:lnTo>
                <a:lnTo>
                  <a:pt x="193045" y="58560"/>
                </a:lnTo>
                <a:lnTo>
                  <a:pt x="173736" y="46552"/>
                </a:lnTo>
                <a:lnTo>
                  <a:pt x="153683" y="35834"/>
                </a:lnTo>
                <a:lnTo>
                  <a:pt x="132972" y="26450"/>
                </a:lnTo>
                <a:lnTo>
                  <a:pt x="111691" y="18440"/>
                </a:lnTo>
                <a:lnTo>
                  <a:pt x="89932" y="11840"/>
                </a:lnTo>
                <a:lnTo>
                  <a:pt x="67788" y="6677"/>
                </a:lnTo>
                <a:lnTo>
                  <a:pt x="45354" y="2973"/>
                </a:lnTo>
                <a:lnTo>
                  <a:pt x="22726" y="744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24" name="S07-mark243"/>
          <p:cNvSpPr/>
          <p:nvPr/>
        </p:nvSpPr>
        <p:spPr>
          <a:xfrm>
            <a:off x="2519172" y="40553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label245"/>
          <p:cNvSpPr txBox="1"/>
          <p:nvPr/>
        </p:nvSpPr>
        <p:spPr>
          <a:xfrm>
            <a:off x="2152187" y="4033221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26" name="S07-label247"/>
          <p:cNvSpPr txBox="1"/>
          <p:nvPr/>
        </p:nvSpPr>
        <p:spPr>
          <a:xfrm>
            <a:off x="2919984" y="231724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</p:txBody>
      </p:sp>
      <p:sp>
        <p:nvSpPr>
          <p:cNvPr id="27" name="S07-label249"/>
          <p:cNvSpPr txBox="1"/>
          <p:nvPr/>
        </p:nvSpPr>
        <p:spPr>
          <a:xfrm>
            <a:off x="3463290" y="5531358"/>
            <a:ext cx="10972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돌린 뒤</a:t>
            </a:r>
            <a:endParaRPr lang="ko-KR" sz="2400" dirty="0"/>
          </a:p>
        </p:txBody>
      </p:sp>
      <p:sp>
        <p:nvSpPr>
          <p:cNvPr id="28" name="S07-card250"/>
          <p:cNvSpPr/>
          <p:nvPr/>
        </p:nvSpPr>
        <p:spPr>
          <a:xfrm>
            <a:off x="6277356" y="2750058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9" name="S07-cardtext251"/>
          <p:cNvSpPr txBox="1"/>
          <p:nvPr/>
        </p:nvSpPr>
        <p:spPr>
          <a:xfrm>
            <a:off x="6551676" y="2887218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 90°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위쪽이 오른쪽으로 가요.</a:t>
            </a:r>
            <a:endParaRPr lang="ko-KR" sz="3000" dirty="0"/>
          </a:p>
        </p:txBody>
      </p:sp>
      <p:sp>
        <p:nvSpPr>
          <p:cNvPr id="30" name="S07-card252"/>
          <p:cNvSpPr/>
          <p:nvPr/>
        </p:nvSpPr>
        <p:spPr>
          <a:xfrm>
            <a:off x="6277356" y="4220718"/>
            <a:ext cx="536295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07-cardtext253"/>
          <p:cNvSpPr txBox="1"/>
          <p:nvPr/>
        </p:nvSpPr>
        <p:spPr>
          <a:xfrm>
            <a:off x="6551676" y="4357878"/>
            <a:ext cx="481431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오른쪽은 아래쪽으로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180°, 반대 방향 90°</a:t>
            </a:r>
            <a:endParaRPr lang="ko-KR" sz="4000" dirty="0"/>
          </a:p>
        </p:txBody>
      </p:sp>
      <p:sp>
        <p:nvSpPr>
          <p:cNvPr id="3" name="S08-card254"/>
          <p:cNvSpPr/>
          <p:nvPr/>
        </p:nvSpPr>
        <p:spPr>
          <a:xfrm>
            <a:off x="548640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255"/>
          <p:cNvSpPr txBox="1"/>
          <p:nvPr/>
        </p:nvSpPr>
        <p:spPr>
          <a:xfrm>
            <a:off x="822960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180°: 위↔아래,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왼쪽↔오른쪽이 모두 바뀌어요.</a:t>
            </a:r>
            <a:endParaRPr lang="ko-KR" sz="3000" dirty="0"/>
          </a:p>
        </p:txBody>
      </p:sp>
      <p:sp>
        <p:nvSpPr>
          <p:cNvPr id="5" name="S08-card256"/>
          <p:cNvSpPr/>
          <p:nvPr/>
        </p:nvSpPr>
        <p:spPr>
          <a:xfrm>
            <a:off x="6208776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257"/>
          <p:cNvSpPr txBox="1"/>
          <p:nvPr/>
        </p:nvSpPr>
        <p:spPr>
          <a:xfrm>
            <a:off x="6483096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반대 방향 90°: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위쪽이 왼쪽으로 가요.</a:t>
            </a:r>
            <a:endParaRPr lang="ko-KR" sz="3000" dirty="0"/>
          </a:p>
        </p:txBody>
      </p:sp>
      <p:sp>
        <p:nvSpPr>
          <p:cNvPr id="7" name="S08-mark258"/>
          <p:cNvSpPr/>
          <p:nvPr/>
        </p:nvSpPr>
        <p:spPr>
          <a:xfrm>
            <a:off x="3241548" y="1907095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0" y="646367"/>
                </a:moveTo>
                <a:lnTo>
                  <a:pt x="215456" y="646367"/>
                </a:lnTo>
                <a:lnTo>
                  <a:pt x="215456" y="430911"/>
                </a:lnTo>
                <a:lnTo>
                  <a:pt x="646366" y="215456"/>
                </a:lnTo>
                <a:lnTo>
                  <a:pt x="2154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8-mark259"/>
          <p:cNvSpPr/>
          <p:nvPr/>
        </p:nvSpPr>
        <p:spPr>
          <a:xfrm>
            <a:off x="2595182" y="2553462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646366" y="0"/>
                </a:moveTo>
                <a:lnTo>
                  <a:pt x="430911" y="0"/>
                </a:lnTo>
                <a:lnTo>
                  <a:pt x="430911" y="215455"/>
                </a:lnTo>
                <a:lnTo>
                  <a:pt x="0" y="430911"/>
                </a:lnTo>
                <a:lnTo>
                  <a:pt x="430911" y="646367"/>
                </a:lnTo>
                <a:lnTo>
                  <a:pt x="646366" y="646367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8-mark260"/>
          <p:cNvSpPr/>
          <p:nvPr/>
        </p:nvSpPr>
        <p:spPr>
          <a:xfrm flipV="1">
            <a:off x="2379726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261"/>
          <p:cNvSpPr/>
          <p:nvPr/>
        </p:nvSpPr>
        <p:spPr>
          <a:xfrm flipV="1">
            <a:off x="2595182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62"/>
          <p:cNvSpPr/>
          <p:nvPr/>
        </p:nvSpPr>
        <p:spPr>
          <a:xfrm flipV="1">
            <a:off x="2810637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63"/>
          <p:cNvSpPr/>
          <p:nvPr/>
        </p:nvSpPr>
        <p:spPr>
          <a:xfrm flipV="1">
            <a:off x="3026093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64"/>
          <p:cNvSpPr/>
          <p:nvPr/>
        </p:nvSpPr>
        <p:spPr>
          <a:xfrm flipV="1">
            <a:off x="3241548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65"/>
          <p:cNvSpPr/>
          <p:nvPr/>
        </p:nvSpPr>
        <p:spPr>
          <a:xfrm flipV="1">
            <a:off x="3457004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266"/>
          <p:cNvSpPr/>
          <p:nvPr/>
        </p:nvSpPr>
        <p:spPr>
          <a:xfrm flipV="1">
            <a:off x="3672459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267"/>
          <p:cNvSpPr/>
          <p:nvPr/>
        </p:nvSpPr>
        <p:spPr>
          <a:xfrm flipV="1">
            <a:off x="3887915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268"/>
          <p:cNvSpPr/>
          <p:nvPr/>
        </p:nvSpPr>
        <p:spPr>
          <a:xfrm flipV="1">
            <a:off x="4103370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mark269"/>
          <p:cNvSpPr/>
          <p:nvPr/>
        </p:nvSpPr>
        <p:spPr>
          <a:xfrm>
            <a:off x="2379726" y="3415284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8-mark270"/>
          <p:cNvSpPr/>
          <p:nvPr/>
        </p:nvSpPr>
        <p:spPr>
          <a:xfrm>
            <a:off x="2379726" y="3199828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8-mark271"/>
          <p:cNvSpPr/>
          <p:nvPr/>
        </p:nvSpPr>
        <p:spPr>
          <a:xfrm>
            <a:off x="2379726" y="2984373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8-mark272"/>
          <p:cNvSpPr/>
          <p:nvPr/>
        </p:nvSpPr>
        <p:spPr>
          <a:xfrm>
            <a:off x="2379726" y="2768917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8-mark273"/>
          <p:cNvSpPr/>
          <p:nvPr/>
        </p:nvSpPr>
        <p:spPr>
          <a:xfrm>
            <a:off x="2379726" y="2553462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8-mark274"/>
          <p:cNvSpPr/>
          <p:nvPr/>
        </p:nvSpPr>
        <p:spPr>
          <a:xfrm>
            <a:off x="2379726" y="2338007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8-mark275"/>
          <p:cNvSpPr/>
          <p:nvPr/>
        </p:nvSpPr>
        <p:spPr>
          <a:xfrm>
            <a:off x="2379726" y="2122551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8-mark276"/>
          <p:cNvSpPr/>
          <p:nvPr/>
        </p:nvSpPr>
        <p:spPr>
          <a:xfrm>
            <a:off x="2379726" y="1907095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8-mark277"/>
          <p:cNvSpPr/>
          <p:nvPr/>
        </p:nvSpPr>
        <p:spPr>
          <a:xfrm>
            <a:off x="2379726" y="1691640"/>
            <a:ext cx="172364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8-figure278" descr="점 ㄱ을 중심으로 깃발을 시계 방향으로 180° 돌림: 깃대가 아래를 향하고 깃발이 왼쪽을 가리킴"/>
          <p:cNvSpPr/>
          <p:nvPr/>
        </p:nvSpPr>
        <p:spPr>
          <a:xfrm>
            <a:off x="3241548" y="1907095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0" y="646367"/>
                </a:moveTo>
                <a:lnTo>
                  <a:pt x="215456" y="646367"/>
                </a:lnTo>
                <a:lnTo>
                  <a:pt x="215456" y="430911"/>
                </a:lnTo>
                <a:lnTo>
                  <a:pt x="646366" y="215456"/>
                </a:lnTo>
                <a:lnTo>
                  <a:pt x="21545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08-mark279"/>
          <p:cNvSpPr/>
          <p:nvPr/>
        </p:nvSpPr>
        <p:spPr>
          <a:xfrm>
            <a:off x="2595182" y="2553462"/>
            <a:ext cx="646366" cy="646367"/>
          </a:xfrm>
          <a:custGeom>
            <a:avLst/>
            <a:gdLst/>
            <a:ahLst/>
            <a:cxnLst/>
            <a:rect l="l" t="t" r="r" b="b"/>
            <a:pathLst>
              <a:path w="646366" h="646367">
                <a:moveTo>
                  <a:pt x="646366" y="0"/>
                </a:moveTo>
                <a:lnTo>
                  <a:pt x="430911" y="0"/>
                </a:lnTo>
                <a:lnTo>
                  <a:pt x="430911" y="215455"/>
                </a:lnTo>
                <a:lnTo>
                  <a:pt x="0" y="430911"/>
                </a:lnTo>
                <a:lnTo>
                  <a:pt x="430911" y="646367"/>
                </a:lnTo>
                <a:lnTo>
                  <a:pt x="646366" y="646367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9" name="S08-mark280"/>
          <p:cNvSpPr/>
          <p:nvPr/>
        </p:nvSpPr>
        <p:spPr>
          <a:xfrm>
            <a:off x="3182112" y="249402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label282"/>
          <p:cNvSpPr txBox="1"/>
          <p:nvPr/>
        </p:nvSpPr>
        <p:spPr>
          <a:xfrm>
            <a:off x="3159969" y="2471883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31" name="S08-label283"/>
          <p:cNvSpPr txBox="1"/>
          <p:nvPr/>
        </p:nvSpPr>
        <p:spPr>
          <a:xfrm>
            <a:off x="548640" y="385419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180°</a:t>
            </a:r>
            <a:endParaRPr lang="ko-KR" sz="2400" dirty="0"/>
          </a:p>
        </p:txBody>
      </p:sp>
      <p:sp>
        <p:nvSpPr>
          <p:cNvPr id="32" name="S08-mark284"/>
          <p:cNvSpPr/>
          <p:nvPr/>
        </p:nvSpPr>
        <p:spPr>
          <a:xfrm>
            <a:off x="8947404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0" y="1034186"/>
                </a:moveTo>
                <a:lnTo>
                  <a:pt x="344729" y="1034186"/>
                </a:lnTo>
                <a:lnTo>
                  <a:pt x="344729" y="689458"/>
                </a:lnTo>
                <a:lnTo>
                  <a:pt x="1034186" y="344729"/>
                </a:lnTo>
                <a:lnTo>
                  <a:pt x="344729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33" name="S08-mark285"/>
          <p:cNvSpPr/>
          <p:nvPr/>
        </p:nvSpPr>
        <p:spPr>
          <a:xfrm>
            <a:off x="7913218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1034186" y="1034186"/>
                </a:moveTo>
                <a:lnTo>
                  <a:pt x="1034186" y="689458"/>
                </a:lnTo>
                <a:lnTo>
                  <a:pt x="689458" y="689458"/>
                </a:lnTo>
                <a:lnTo>
                  <a:pt x="344729" y="0"/>
                </a:lnTo>
                <a:lnTo>
                  <a:pt x="0" y="689458"/>
                </a:lnTo>
                <a:lnTo>
                  <a:pt x="0" y="1034186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4" name="S08-mark286"/>
          <p:cNvSpPr/>
          <p:nvPr/>
        </p:nvSpPr>
        <p:spPr>
          <a:xfrm flipV="1">
            <a:off x="7568489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8-mark287"/>
          <p:cNvSpPr/>
          <p:nvPr/>
        </p:nvSpPr>
        <p:spPr>
          <a:xfrm flipV="1">
            <a:off x="7913218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8-mark288"/>
          <p:cNvSpPr/>
          <p:nvPr/>
        </p:nvSpPr>
        <p:spPr>
          <a:xfrm flipV="1">
            <a:off x="8257946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8-mark289"/>
          <p:cNvSpPr/>
          <p:nvPr/>
        </p:nvSpPr>
        <p:spPr>
          <a:xfrm flipV="1">
            <a:off x="8602675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8-mark290"/>
          <p:cNvSpPr/>
          <p:nvPr/>
        </p:nvSpPr>
        <p:spPr>
          <a:xfrm flipV="1">
            <a:off x="8947404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08-mark291"/>
          <p:cNvSpPr/>
          <p:nvPr/>
        </p:nvSpPr>
        <p:spPr>
          <a:xfrm flipV="1">
            <a:off x="9292133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0" name="S08-mark292"/>
          <p:cNvSpPr/>
          <p:nvPr/>
        </p:nvSpPr>
        <p:spPr>
          <a:xfrm flipV="1">
            <a:off x="9636862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8-mark293"/>
          <p:cNvSpPr/>
          <p:nvPr/>
        </p:nvSpPr>
        <p:spPr>
          <a:xfrm flipV="1">
            <a:off x="9981590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8-mark294"/>
          <p:cNvSpPr/>
          <p:nvPr/>
        </p:nvSpPr>
        <p:spPr>
          <a:xfrm flipV="1">
            <a:off x="10326319" y="1691640"/>
            <a:ext cx="0" cy="172364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8-mark295"/>
          <p:cNvSpPr/>
          <p:nvPr/>
        </p:nvSpPr>
        <p:spPr>
          <a:xfrm>
            <a:off x="7568489" y="3415284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8-mark296"/>
          <p:cNvSpPr/>
          <p:nvPr/>
        </p:nvSpPr>
        <p:spPr>
          <a:xfrm>
            <a:off x="7568489" y="3070555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8-mark297"/>
          <p:cNvSpPr/>
          <p:nvPr/>
        </p:nvSpPr>
        <p:spPr>
          <a:xfrm>
            <a:off x="7568489" y="2725826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8-mark298"/>
          <p:cNvSpPr/>
          <p:nvPr/>
        </p:nvSpPr>
        <p:spPr>
          <a:xfrm>
            <a:off x="7568489" y="2381098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8-mark299"/>
          <p:cNvSpPr/>
          <p:nvPr/>
        </p:nvSpPr>
        <p:spPr>
          <a:xfrm>
            <a:off x="7568489" y="2036369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8-mark300"/>
          <p:cNvSpPr/>
          <p:nvPr/>
        </p:nvSpPr>
        <p:spPr>
          <a:xfrm>
            <a:off x="7568489" y="1691640"/>
            <a:ext cx="275783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08-figure301" descr="점 ㄱ을 중심으로 깃발을 시계 반대 방향으로 90° 돌림: 깃대가 왼쪽을 향하고 깃발이 위쪽을 가리킴"/>
          <p:cNvSpPr/>
          <p:nvPr/>
        </p:nvSpPr>
        <p:spPr>
          <a:xfrm>
            <a:off x="8947404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0" y="1034186"/>
                </a:moveTo>
                <a:lnTo>
                  <a:pt x="344729" y="1034186"/>
                </a:lnTo>
                <a:lnTo>
                  <a:pt x="344729" y="689458"/>
                </a:lnTo>
                <a:lnTo>
                  <a:pt x="1034186" y="344729"/>
                </a:lnTo>
                <a:lnTo>
                  <a:pt x="344729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0" name="S08-mark302"/>
          <p:cNvSpPr/>
          <p:nvPr/>
        </p:nvSpPr>
        <p:spPr>
          <a:xfrm>
            <a:off x="7913218" y="2036369"/>
            <a:ext cx="1034186" cy="1034186"/>
          </a:xfrm>
          <a:custGeom>
            <a:avLst/>
            <a:gdLst/>
            <a:ahLst/>
            <a:cxnLst/>
            <a:rect l="l" t="t" r="r" b="b"/>
            <a:pathLst>
              <a:path w="1034186" h="1034186">
                <a:moveTo>
                  <a:pt x="1034186" y="1034186"/>
                </a:moveTo>
                <a:lnTo>
                  <a:pt x="1034186" y="689458"/>
                </a:lnTo>
                <a:lnTo>
                  <a:pt x="689458" y="689458"/>
                </a:lnTo>
                <a:lnTo>
                  <a:pt x="344729" y="0"/>
                </a:lnTo>
                <a:lnTo>
                  <a:pt x="0" y="689458"/>
                </a:lnTo>
                <a:lnTo>
                  <a:pt x="0" y="1034186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1" name="S08-mark303"/>
          <p:cNvSpPr/>
          <p:nvPr/>
        </p:nvSpPr>
        <p:spPr>
          <a:xfrm>
            <a:off x="8887968" y="30111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8-label305"/>
          <p:cNvSpPr txBox="1"/>
          <p:nvPr/>
        </p:nvSpPr>
        <p:spPr>
          <a:xfrm>
            <a:off x="8865825" y="2988976"/>
            <a:ext cx="50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3200" dirty="0"/>
          </a:p>
        </p:txBody>
      </p:sp>
      <p:sp>
        <p:nvSpPr>
          <p:cNvPr id="53" name="S08-label306"/>
          <p:cNvSpPr txBox="1"/>
          <p:nvPr/>
        </p:nvSpPr>
        <p:spPr>
          <a:xfrm>
            <a:off x="6254496" y="385419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반대 방향으로 90°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모양일까요?</a:t>
            </a:r>
            <a:endParaRPr lang="ko-KR" sz="4000" dirty="0"/>
          </a:p>
        </p:txBody>
      </p:sp>
      <p:sp>
        <p:nvSpPr>
          <p:cNvPr id="3" name="S09-card30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30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깃발을 두 가지로 움직였어요.</a:t>
            </a:r>
            <a:endParaRPr lang="ko-KR" sz="3000" dirty="0"/>
          </a:p>
        </p:txBody>
      </p:sp>
      <p:sp>
        <p:nvSpPr>
          <p:cNvPr id="5" name="S09-card3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3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모양은 같을까요? 다른 점을 말해요.</a:t>
            </a:r>
            <a:endParaRPr lang="ko-KR" sz="3000" dirty="0"/>
          </a:p>
        </p:txBody>
      </p:sp>
      <p:sp>
        <p:nvSpPr>
          <p:cNvPr id="7" name="S09-chip31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뒤집기</a:t>
            </a:r>
            <a:endParaRPr lang="ko-KR" sz="2400" dirty="0"/>
          </a:p>
        </p:txBody>
      </p:sp>
      <p:sp>
        <p:nvSpPr>
          <p:cNvPr id="8" name="S09-mark312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09-mark313"/>
          <p:cNvSpPr/>
          <p:nvPr/>
        </p:nvSpPr>
        <p:spPr>
          <a:xfrm flipV="1">
            <a:off x="25702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9-mark314"/>
          <p:cNvSpPr/>
          <p:nvPr/>
        </p:nvSpPr>
        <p:spPr>
          <a:xfrm flipV="1">
            <a:off x="3010154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9-mark315"/>
          <p:cNvSpPr/>
          <p:nvPr/>
        </p:nvSpPr>
        <p:spPr>
          <a:xfrm flipV="1">
            <a:off x="345008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316"/>
          <p:cNvSpPr/>
          <p:nvPr/>
        </p:nvSpPr>
        <p:spPr>
          <a:xfrm flipV="1">
            <a:off x="389001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317"/>
          <p:cNvSpPr/>
          <p:nvPr/>
        </p:nvSpPr>
        <p:spPr>
          <a:xfrm>
            <a:off x="2570226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318"/>
          <p:cNvSpPr/>
          <p:nvPr/>
        </p:nvSpPr>
        <p:spPr>
          <a:xfrm>
            <a:off x="2570226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319"/>
          <p:cNvSpPr/>
          <p:nvPr/>
        </p:nvSpPr>
        <p:spPr>
          <a:xfrm>
            <a:off x="2570226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9-mark320"/>
          <p:cNvSpPr/>
          <p:nvPr/>
        </p:nvSpPr>
        <p:spPr>
          <a:xfrm>
            <a:off x="2570226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9-figure321" descr="아래쪽으로 뒤집은 깃발: 깃발이 아래쪽에서 오른쪽을 향함"/>
          <p:cNvSpPr/>
          <p:nvPr/>
        </p:nvSpPr>
        <p:spPr>
          <a:xfrm>
            <a:off x="2570226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0" y="0"/>
                </a:moveTo>
                <a:lnTo>
                  <a:pt x="439928" y="0"/>
                </a:lnTo>
                <a:lnTo>
                  <a:pt x="439928" y="439928"/>
                </a:lnTo>
                <a:lnTo>
                  <a:pt x="1319784" y="879856"/>
                </a:lnTo>
                <a:lnTo>
                  <a:pt x="439928" y="1319784"/>
                </a:lnTo>
                <a:lnTo>
                  <a:pt x="0" y="131978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09-text322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위쪽과 아래쪽이 바뀌었어요.</a:t>
            </a:r>
            <a:endParaRPr lang="ko-KR" sz="2400" dirty="0"/>
          </a:p>
        </p:txBody>
      </p:sp>
      <p:sp>
        <p:nvSpPr>
          <p:cNvPr id="19" name="S09-chip3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돌리기</a:t>
            </a:r>
            <a:endParaRPr lang="ko-KR" sz="2400" dirty="0"/>
          </a:p>
        </p:txBody>
      </p:sp>
      <p:sp>
        <p:nvSpPr>
          <p:cNvPr id="20" name="S09-mark324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0"/>
                </a:moveTo>
                <a:lnTo>
                  <a:pt x="879856" y="0"/>
                </a:lnTo>
                <a:lnTo>
                  <a:pt x="879856" y="439928"/>
                </a:lnTo>
                <a:lnTo>
                  <a:pt x="0" y="879856"/>
                </a:lnTo>
                <a:lnTo>
                  <a:pt x="879856" y="1319784"/>
                </a:lnTo>
                <a:lnTo>
                  <a:pt x="1319784" y="1319784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21" name="S09-mark325"/>
          <p:cNvSpPr/>
          <p:nvPr/>
        </p:nvSpPr>
        <p:spPr>
          <a:xfrm flipV="1">
            <a:off x="8298942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9-mark326"/>
          <p:cNvSpPr/>
          <p:nvPr/>
        </p:nvSpPr>
        <p:spPr>
          <a:xfrm flipV="1">
            <a:off x="8738870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9-mark327"/>
          <p:cNvSpPr/>
          <p:nvPr/>
        </p:nvSpPr>
        <p:spPr>
          <a:xfrm flipV="1">
            <a:off x="9178798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9-mark328"/>
          <p:cNvSpPr/>
          <p:nvPr/>
        </p:nvSpPr>
        <p:spPr>
          <a:xfrm flipV="1">
            <a:off x="9618726" y="3246120"/>
            <a:ext cx="0" cy="1319784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9-mark329"/>
          <p:cNvSpPr/>
          <p:nvPr/>
        </p:nvSpPr>
        <p:spPr>
          <a:xfrm>
            <a:off x="8298942" y="4565904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9-mark330"/>
          <p:cNvSpPr/>
          <p:nvPr/>
        </p:nvSpPr>
        <p:spPr>
          <a:xfrm>
            <a:off x="8298942" y="4125976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9-mark331"/>
          <p:cNvSpPr/>
          <p:nvPr/>
        </p:nvSpPr>
        <p:spPr>
          <a:xfrm>
            <a:off x="8298942" y="3686048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9-mark332"/>
          <p:cNvSpPr/>
          <p:nvPr/>
        </p:nvSpPr>
        <p:spPr>
          <a:xfrm>
            <a:off x="8298942" y="3246120"/>
            <a:ext cx="131978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9-figure333" descr="180° 돌린 깃발: 깃발이 아래쪽에서 왼쪽을 향함"/>
          <p:cNvSpPr/>
          <p:nvPr/>
        </p:nvSpPr>
        <p:spPr>
          <a:xfrm>
            <a:off x="8298942" y="3246120"/>
            <a:ext cx="1319784" cy="1319784"/>
          </a:xfrm>
          <a:custGeom>
            <a:avLst/>
            <a:gdLst/>
            <a:ahLst/>
            <a:cxnLst/>
            <a:rect l="l" t="t" r="r" b="b"/>
            <a:pathLst>
              <a:path w="1319784" h="1319784">
                <a:moveTo>
                  <a:pt x="1319784" y="0"/>
                </a:moveTo>
                <a:lnTo>
                  <a:pt x="879856" y="0"/>
                </a:lnTo>
                <a:lnTo>
                  <a:pt x="879856" y="439928"/>
                </a:lnTo>
                <a:lnTo>
                  <a:pt x="0" y="879856"/>
                </a:lnTo>
                <a:lnTo>
                  <a:pt x="879856" y="1319784"/>
                </a:lnTo>
                <a:lnTo>
                  <a:pt x="1319784" y="1319784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0" name="S09-text334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깃발이 어느 쪽을 가리키나요?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</a:t>
            </a:r>
            <a:endParaRPr lang="ko-KR" sz="4000" dirty="0"/>
          </a:p>
        </p:txBody>
      </p:sp>
      <p:sp>
        <p:nvSpPr>
          <p:cNvPr id="3" name="S10-card3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 돌린 모양을 고르고, 까닭을 말해요.</a:t>
            </a:r>
            <a:endParaRPr lang="ko-KR" sz="3000" dirty="0"/>
          </a:p>
        </p:txBody>
      </p:sp>
      <p:sp>
        <p:nvSpPr>
          <p:cNvPr id="5" name="S10-chip33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</a:t>
            </a:r>
            <a:endParaRPr lang="ko-KR" sz="3000" dirty="0"/>
          </a:p>
        </p:txBody>
      </p:sp>
      <p:sp>
        <p:nvSpPr>
          <p:cNvPr id="6" name="S10-mark338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10-mark339"/>
          <p:cNvSpPr/>
          <p:nvPr/>
        </p:nvSpPr>
        <p:spPr>
          <a:xfrm flipV="1">
            <a:off x="3081528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0-mark340"/>
          <p:cNvSpPr/>
          <p:nvPr/>
        </p:nvSpPr>
        <p:spPr>
          <a:xfrm flipV="1">
            <a:off x="344576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0-mark341"/>
          <p:cNvSpPr/>
          <p:nvPr/>
        </p:nvSpPr>
        <p:spPr>
          <a:xfrm flipV="1">
            <a:off x="381000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0-mark342"/>
          <p:cNvSpPr/>
          <p:nvPr/>
        </p:nvSpPr>
        <p:spPr>
          <a:xfrm flipV="1">
            <a:off x="417423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343"/>
          <p:cNvSpPr/>
          <p:nvPr/>
        </p:nvSpPr>
        <p:spPr>
          <a:xfrm>
            <a:off x="3081528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344"/>
          <p:cNvSpPr/>
          <p:nvPr/>
        </p:nvSpPr>
        <p:spPr>
          <a:xfrm>
            <a:off x="3081528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345"/>
          <p:cNvSpPr/>
          <p:nvPr/>
        </p:nvSpPr>
        <p:spPr>
          <a:xfrm>
            <a:off x="3081528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0-mark346"/>
          <p:cNvSpPr/>
          <p:nvPr/>
        </p:nvSpPr>
        <p:spPr>
          <a:xfrm>
            <a:off x="3081528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figure347" descr="처음 깃발: 깃대는 위를 향하고 깃발은 오른쪽을 가리킴"/>
          <p:cNvSpPr/>
          <p:nvPr/>
        </p:nvSpPr>
        <p:spPr>
          <a:xfrm>
            <a:off x="3081528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1092708"/>
                </a:moveTo>
                <a:lnTo>
                  <a:pt x="364236" y="1092708"/>
                </a:lnTo>
                <a:lnTo>
                  <a:pt x="364236" y="728472"/>
                </a:lnTo>
                <a:lnTo>
                  <a:pt x="1092708" y="364236"/>
                </a:lnTo>
                <a:lnTo>
                  <a:pt x="3642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6" name="S10-label348"/>
          <p:cNvSpPr txBox="1"/>
          <p:nvPr/>
        </p:nvSpPr>
        <p:spPr>
          <a:xfrm>
            <a:off x="1344168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처음 깃발</a:t>
            </a:r>
            <a:endParaRPr lang="ko-KR" sz="2400" dirty="0"/>
          </a:p>
        </p:txBody>
      </p:sp>
      <p:sp>
        <p:nvSpPr>
          <p:cNvPr id="17" name="S10-chip34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18" name="S10-mark350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1092708" y="728472"/>
                </a:lnTo>
                <a:lnTo>
                  <a:pt x="728472" y="728472"/>
                </a:lnTo>
                <a:lnTo>
                  <a:pt x="364236" y="0"/>
                </a:lnTo>
                <a:lnTo>
                  <a:pt x="0" y="728472"/>
                </a:lnTo>
                <a:lnTo>
                  <a:pt x="0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19" name="S10-mark351"/>
          <p:cNvSpPr/>
          <p:nvPr/>
        </p:nvSpPr>
        <p:spPr>
          <a:xfrm flipV="1">
            <a:off x="8810244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352"/>
          <p:cNvSpPr/>
          <p:nvPr/>
        </p:nvSpPr>
        <p:spPr>
          <a:xfrm flipV="1">
            <a:off x="9174480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353"/>
          <p:cNvSpPr/>
          <p:nvPr/>
        </p:nvSpPr>
        <p:spPr>
          <a:xfrm flipV="1">
            <a:off x="9538716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354"/>
          <p:cNvSpPr/>
          <p:nvPr/>
        </p:nvSpPr>
        <p:spPr>
          <a:xfrm flipV="1">
            <a:off x="9902952" y="141732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355"/>
          <p:cNvSpPr/>
          <p:nvPr/>
        </p:nvSpPr>
        <p:spPr>
          <a:xfrm>
            <a:off x="8810244" y="251002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356"/>
          <p:cNvSpPr/>
          <p:nvPr/>
        </p:nvSpPr>
        <p:spPr>
          <a:xfrm>
            <a:off x="8810244" y="214579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357"/>
          <p:cNvSpPr/>
          <p:nvPr/>
        </p:nvSpPr>
        <p:spPr>
          <a:xfrm>
            <a:off x="8810244" y="178155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358"/>
          <p:cNvSpPr/>
          <p:nvPr/>
        </p:nvSpPr>
        <p:spPr>
          <a:xfrm>
            <a:off x="8810244" y="141732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figure359" descr="가: 깃대가 왼쪽을 향하고 깃발이 위쪽을 가리킴"/>
          <p:cNvSpPr/>
          <p:nvPr/>
        </p:nvSpPr>
        <p:spPr>
          <a:xfrm>
            <a:off x="8810244" y="141732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1092708"/>
                </a:moveTo>
                <a:lnTo>
                  <a:pt x="1092708" y="728472"/>
                </a:lnTo>
                <a:lnTo>
                  <a:pt x="728472" y="728472"/>
                </a:lnTo>
                <a:lnTo>
                  <a:pt x="364236" y="0"/>
                </a:lnTo>
                <a:lnTo>
                  <a:pt x="0" y="728472"/>
                </a:lnTo>
                <a:lnTo>
                  <a:pt x="0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8" name="S10-label360"/>
          <p:cNvSpPr txBox="1"/>
          <p:nvPr/>
        </p:nvSpPr>
        <p:spPr>
          <a:xfrm>
            <a:off x="7072884" y="267462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9" name="S10-chip361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30" name="S10-mark362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0" y="364236"/>
                </a:lnTo>
                <a:lnTo>
                  <a:pt x="364236" y="364236"/>
                </a:lnTo>
                <a:lnTo>
                  <a:pt x="728472" y="1092708"/>
                </a:lnTo>
                <a:lnTo>
                  <a:pt x="1092708" y="364236"/>
                </a:lnTo>
                <a:lnTo>
                  <a:pt x="1092708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31" name="S10-mark363"/>
          <p:cNvSpPr/>
          <p:nvPr/>
        </p:nvSpPr>
        <p:spPr>
          <a:xfrm flipV="1">
            <a:off x="3081528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0-mark364"/>
          <p:cNvSpPr/>
          <p:nvPr/>
        </p:nvSpPr>
        <p:spPr>
          <a:xfrm flipV="1">
            <a:off x="344576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0-mark365"/>
          <p:cNvSpPr/>
          <p:nvPr/>
        </p:nvSpPr>
        <p:spPr>
          <a:xfrm flipV="1">
            <a:off x="381000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0-mark366"/>
          <p:cNvSpPr/>
          <p:nvPr/>
        </p:nvSpPr>
        <p:spPr>
          <a:xfrm flipV="1">
            <a:off x="417423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0-mark367"/>
          <p:cNvSpPr/>
          <p:nvPr/>
        </p:nvSpPr>
        <p:spPr>
          <a:xfrm>
            <a:off x="3081528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0-mark368"/>
          <p:cNvSpPr/>
          <p:nvPr/>
        </p:nvSpPr>
        <p:spPr>
          <a:xfrm>
            <a:off x="3081528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0-mark369"/>
          <p:cNvSpPr/>
          <p:nvPr/>
        </p:nvSpPr>
        <p:spPr>
          <a:xfrm>
            <a:off x="3081528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10-mark370"/>
          <p:cNvSpPr/>
          <p:nvPr/>
        </p:nvSpPr>
        <p:spPr>
          <a:xfrm>
            <a:off x="3081528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9" name="S10-figure371" descr="나: 깃대가 오른쪽을 향하고 깃발이 아래쪽을 가리킴"/>
          <p:cNvSpPr/>
          <p:nvPr/>
        </p:nvSpPr>
        <p:spPr>
          <a:xfrm>
            <a:off x="3081528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0" y="0"/>
                </a:moveTo>
                <a:lnTo>
                  <a:pt x="0" y="364236"/>
                </a:lnTo>
                <a:lnTo>
                  <a:pt x="364236" y="364236"/>
                </a:lnTo>
                <a:lnTo>
                  <a:pt x="728472" y="1092708"/>
                </a:lnTo>
                <a:lnTo>
                  <a:pt x="1092708" y="364236"/>
                </a:lnTo>
                <a:lnTo>
                  <a:pt x="1092708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10-label372"/>
          <p:cNvSpPr txBox="1"/>
          <p:nvPr/>
        </p:nvSpPr>
        <p:spPr>
          <a:xfrm>
            <a:off x="1344168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41" name="S10-chip373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2" name="S10-mark374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43" name="S10-mark375"/>
          <p:cNvSpPr/>
          <p:nvPr/>
        </p:nvSpPr>
        <p:spPr>
          <a:xfrm flipV="1">
            <a:off x="8810244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10-mark376"/>
          <p:cNvSpPr/>
          <p:nvPr/>
        </p:nvSpPr>
        <p:spPr>
          <a:xfrm flipV="1">
            <a:off x="9174480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10-mark377"/>
          <p:cNvSpPr/>
          <p:nvPr/>
        </p:nvSpPr>
        <p:spPr>
          <a:xfrm flipV="1">
            <a:off x="9538716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10-mark378"/>
          <p:cNvSpPr/>
          <p:nvPr/>
        </p:nvSpPr>
        <p:spPr>
          <a:xfrm flipV="1">
            <a:off x="9902952" y="3451860"/>
            <a:ext cx="0" cy="109270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10-mark379"/>
          <p:cNvSpPr/>
          <p:nvPr/>
        </p:nvSpPr>
        <p:spPr>
          <a:xfrm>
            <a:off x="8810244" y="4544568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10-mark380"/>
          <p:cNvSpPr/>
          <p:nvPr/>
        </p:nvSpPr>
        <p:spPr>
          <a:xfrm>
            <a:off x="8810244" y="4180332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9" name="S10-mark381"/>
          <p:cNvSpPr/>
          <p:nvPr/>
        </p:nvSpPr>
        <p:spPr>
          <a:xfrm>
            <a:off x="8810244" y="3816096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0" name="S10-mark382"/>
          <p:cNvSpPr/>
          <p:nvPr/>
        </p:nvSpPr>
        <p:spPr>
          <a:xfrm>
            <a:off x="8810244" y="3451860"/>
            <a:ext cx="1092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51" name="S10-figure383" descr="다: 깃대가 아래를 향하고 깃발이 왼쪽을 가리킴"/>
          <p:cNvSpPr/>
          <p:nvPr/>
        </p:nvSpPr>
        <p:spPr>
          <a:xfrm>
            <a:off x="8810244" y="3451860"/>
            <a:ext cx="1092708" cy="1092708"/>
          </a:xfrm>
          <a:custGeom>
            <a:avLst/>
            <a:gdLst/>
            <a:ahLst/>
            <a:cxnLst/>
            <a:rect l="l" t="t" r="r" b="b"/>
            <a:pathLst>
              <a:path w="1092708" h="1092708">
                <a:moveTo>
                  <a:pt x="1092708" y="0"/>
                </a:moveTo>
                <a:lnTo>
                  <a:pt x="728472" y="0"/>
                </a:lnTo>
                <a:lnTo>
                  <a:pt x="728472" y="364236"/>
                </a:lnTo>
                <a:lnTo>
                  <a:pt x="0" y="728472"/>
                </a:lnTo>
                <a:lnTo>
                  <a:pt x="728472" y="1092708"/>
                </a:lnTo>
                <a:lnTo>
                  <a:pt x="1092708" y="1092708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52" name="S10-label384"/>
          <p:cNvSpPr txBox="1"/>
          <p:nvPr/>
        </p:nvSpPr>
        <p:spPr>
          <a:xfrm>
            <a:off x="7072884" y="470916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도형을 움직인 것을 찾아요.</a:t>
            </a:r>
            <a:endParaRPr lang="ko-KR" sz="3000" dirty="0"/>
          </a:p>
        </p:txBody>
      </p:sp>
      <p:sp>
        <p:nvSpPr>
          <p:cNvPr id="4" name="S11-mark386"/>
          <p:cNvSpPr/>
          <p:nvPr/>
        </p:nvSpPr>
        <p:spPr>
          <a:xfrm>
            <a:off x="6738801" y="2819781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11-mark387"/>
          <p:cNvSpPr/>
          <p:nvPr/>
        </p:nvSpPr>
        <p:spPr>
          <a:xfrm>
            <a:off x="8588829" y="2819781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6" name="S11-mark388"/>
          <p:cNvSpPr/>
          <p:nvPr/>
        </p:nvSpPr>
        <p:spPr>
          <a:xfrm>
            <a:off x="10068850" y="2819781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740011"/>
                </a:moveTo>
                <a:lnTo>
                  <a:pt x="0" y="740011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0"/>
                </a:lnTo>
                <a:lnTo>
                  <a:pt x="1110016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7" name="S11-mark389"/>
          <p:cNvSpPr/>
          <p:nvPr/>
        </p:nvSpPr>
        <p:spPr>
          <a:xfrm>
            <a:off x="7108807" y="4299803"/>
            <a:ext cx="740011" cy="1110016"/>
          </a:xfrm>
          <a:custGeom>
            <a:avLst/>
            <a:gdLst/>
            <a:ahLst/>
            <a:cxnLst/>
            <a:rect l="l" t="t" r="r" b="b"/>
            <a:pathLst>
              <a:path w="740011" h="1110016">
                <a:moveTo>
                  <a:pt x="0" y="0"/>
                </a:moveTo>
                <a:lnTo>
                  <a:pt x="0" y="1110016"/>
                </a:lnTo>
                <a:lnTo>
                  <a:pt x="370005" y="1110016"/>
                </a:lnTo>
                <a:lnTo>
                  <a:pt x="370005" y="370005"/>
                </a:lnTo>
                <a:lnTo>
                  <a:pt x="740011" y="370005"/>
                </a:lnTo>
                <a:lnTo>
                  <a:pt x="740011" y="0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8" name="S11-mark390"/>
          <p:cNvSpPr/>
          <p:nvPr/>
        </p:nvSpPr>
        <p:spPr>
          <a:xfrm>
            <a:off x="8958834" y="4299803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0"/>
                </a:moveTo>
                <a:lnTo>
                  <a:pt x="0" y="0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740011"/>
                </a:lnTo>
                <a:lnTo>
                  <a:pt x="1110016" y="740011"/>
                </a:lnTo>
                <a:close/>
              </a:path>
            </a:pathLst>
          </a:custGeom>
          <a:solidFill>
            <a:srgbClr val="2A9D8F"/>
          </a:solidFill>
          <a:ln/>
        </p:spPr>
      </p:sp>
      <p:sp>
        <p:nvSpPr>
          <p:cNvPr id="9" name="S11-mark391"/>
          <p:cNvSpPr/>
          <p:nvPr/>
        </p:nvSpPr>
        <p:spPr>
          <a:xfrm flipV="1">
            <a:off x="6368796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1-mark392"/>
          <p:cNvSpPr/>
          <p:nvPr/>
        </p:nvSpPr>
        <p:spPr>
          <a:xfrm flipV="1">
            <a:off x="6738801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1-mark393"/>
          <p:cNvSpPr/>
          <p:nvPr/>
        </p:nvSpPr>
        <p:spPr>
          <a:xfrm flipV="1">
            <a:off x="7108807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1-mark394"/>
          <p:cNvSpPr/>
          <p:nvPr/>
        </p:nvSpPr>
        <p:spPr>
          <a:xfrm flipV="1">
            <a:off x="7478812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1-mark395"/>
          <p:cNvSpPr/>
          <p:nvPr/>
        </p:nvSpPr>
        <p:spPr>
          <a:xfrm flipV="1">
            <a:off x="7848818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1-mark396"/>
          <p:cNvSpPr/>
          <p:nvPr/>
        </p:nvSpPr>
        <p:spPr>
          <a:xfrm flipV="1">
            <a:off x="8218823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1-mark397"/>
          <p:cNvSpPr/>
          <p:nvPr/>
        </p:nvSpPr>
        <p:spPr>
          <a:xfrm flipV="1">
            <a:off x="8588829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1-mark398"/>
          <p:cNvSpPr/>
          <p:nvPr/>
        </p:nvSpPr>
        <p:spPr>
          <a:xfrm flipV="1">
            <a:off x="8958834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1-mark399"/>
          <p:cNvSpPr/>
          <p:nvPr/>
        </p:nvSpPr>
        <p:spPr>
          <a:xfrm flipV="1">
            <a:off x="9328839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1-mark400"/>
          <p:cNvSpPr/>
          <p:nvPr/>
        </p:nvSpPr>
        <p:spPr>
          <a:xfrm flipV="1">
            <a:off x="9698845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1-mark401"/>
          <p:cNvSpPr/>
          <p:nvPr/>
        </p:nvSpPr>
        <p:spPr>
          <a:xfrm flipV="1">
            <a:off x="10068850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1-mark402"/>
          <p:cNvSpPr/>
          <p:nvPr/>
        </p:nvSpPr>
        <p:spPr>
          <a:xfrm flipV="1">
            <a:off x="10438856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1-mark403"/>
          <p:cNvSpPr/>
          <p:nvPr/>
        </p:nvSpPr>
        <p:spPr>
          <a:xfrm flipV="1">
            <a:off x="10808861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1-mark404"/>
          <p:cNvSpPr/>
          <p:nvPr/>
        </p:nvSpPr>
        <p:spPr>
          <a:xfrm flipV="1">
            <a:off x="11178867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1-mark405"/>
          <p:cNvSpPr/>
          <p:nvPr/>
        </p:nvSpPr>
        <p:spPr>
          <a:xfrm flipV="1">
            <a:off x="11548872" y="2449776"/>
            <a:ext cx="0" cy="3330049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1-mark406"/>
          <p:cNvSpPr/>
          <p:nvPr/>
        </p:nvSpPr>
        <p:spPr>
          <a:xfrm>
            <a:off x="6368796" y="5779824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1-mark407"/>
          <p:cNvSpPr/>
          <p:nvPr/>
        </p:nvSpPr>
        <p:spPr>
          <a:xfrm>
            <a:off x="6368796" y="5409819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1-mark408"/>
          <p:cNvSpPr/>
          <p:nvPr/>
        </p:nvSpPr>
        <p:spPr>
          <a:xfrm>
            <a:off x="6368796" y="5039814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1-mark409"/>
          <p:cNvSpPr/>
          <p:nvPr/>
        </p:nvSpPr>
        <p:spPr>
          <a:xfrm>
            <a:off x="6368796" y="4669808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1-mark410"/>
          <p:cNvSpPr/>
          <p:nvPr/>
        </p:nvSpPr>
        <p:spPr>
          <a:xfrm>
            <a:off x="6368796" y="4299803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1-mark411"/>
          <p:cNvSpPr/>
          <p:nvPr/>
        </p:nvSpPr>
        <p:spPr>
          <a:xfrm>
            <a:off x="6368796" y="3929797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1-mark412"/>
          <p:cNvSpPr/>
          <p:nvPr/>
        </p:nvSpPr>
        <p:spPr>
          <a:xfrm>
            <a:off x="6368796" y="3559792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1-mark413"/>
          <p:cNvSpPr/>
          <p:nvPr/>
        </p:nvSpPr>
        <p:spPr>
          <a:xfrm>
            <a:off x="6368796" y="3189786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1-mark414"/>
          <p:cNvSpPr/>
          <p:nvPr/>
        </p:nvSpPr>
        <p:spPr>
          <a:xfrm>
            <a:off x="6368796" y="2819781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1-mark415"/>
          <p:cNvSpPr/>
          <p:nvPr/>
        </p:nvSpPr>
        <p:spPr>
          <a:xfrm>
            <a:off x="6368796" y="2449776"/>
            <a:ext cx="51800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1-figure416" descr="모눈 위의 ㄴ 모양 처음 도형과, 이동한 도형 가·나·다·라"/>
          <p:cNvSpPr/>
          <p:nvPr/>
        </p:nvSpPr>
        <p:spPr>
          <a:xfrm>
            <a:off x="6738801" y="2819781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5" name="S11-mark417"/>
          <p:cNvSpPr/>
          <p:nvPr/>
        </p:nvSpPr>
        <p:spPr>
          <a:xfrm>
            <a:off x="8588829" y="2819781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0" y="740011"/>
                </a:moveTo>
                <a:lnTo>
                  <a:pt x="1110016" y="740011"/>
                </a:lnTo>
                <a:lnTo>
                  <a:pt x="1110016" y="370005"/>
                </a:lnTo>
                <a:lnTo>
                  <a:pt x="370005" y="370005"/>
                </a:lnTo>
                <a:lnTo>
                  <a:pt x="37000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6" name="S11-mark418"/>
          <p:cNvSpPr/>
          <p:nvPr/>
        </p:nvSpPr>
        <p:spPr>
          <a:xfrm>
            <a:off x="10068850" y="2819781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740011"/>
                </a:moveTo>
                <a:lnTo>
                  <a:pt x="0" y="740011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0"/>
                </a:lnTo>
                <a:lnTo>
                  <a:pt x="1110016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7" name="S11-mark419"/>
          <p:cNvSpPr/>
          <p:nvPr/>
        </p:nvSpPr>
        <p:spPr>
          <a:xfrm>
            <a:off x="7108807" y="4299803"/>
            <a:ext cx="740011" cy="1110016"/>
          </a:xfrm>
          <a:custGeom>
            <a:avLst/>
            <a:gdLst/>
            <a:ahLst/>
            <a:cxnLst/>
            <a:rect l="l" t="t" r="r" b="b"/>
            <a:pathLst>
              <a:path w="740011" h="1110016">
                <a:moveTo>
                  <a:pt x="0" y="0"/>
                </a:moveTo>
                <a:lnTo>
                  <a:pt x="0" y="1110016"/>
                </a:lnTo>
                <a:lnTo>
                  <a:pt x="370005" y="1110016"/>
                </a:lnTo>
                <a:lnTo>
                  <a:pt x="370005" y="370005"/>
                </a:lnTo>
                <a:lnTo>
                  <a:pt x="740011" y="370005"/>
                </a:lnTo>
                <a:lnTo>
                  <a:pt x="740011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11-mark420"/>
          <p:cNvSpPr/>
          <p:nvPr/>
        </p:nvSpPr>
        <p:spPr>
          <a:xfrm>
            <a:off x="8958834" y="4299803"/>
            <a:ext cx="1110016" cy="740011"/>
          </a:xfrm>
          <a:custGeom>
            <a:avLst/>
            <a:gdLst/>
            <a:ahLst/>
            <a:cxnLst/>
            <a:rect l="l" t="t" r="r" b="b"/>
            <a:pathLst>
              <a:path w="1110016" h="740011">
                <a:moveTo>
                  <a:pt x="1110016" y="0"/>
                </a:moveTo>
                <a:lnTo>
                  <a:pt x="0" y="0"/>
                </a:lnTo>
                <a:lnTo>
                  <a:pt x="0" y="370005"/>
                </a:lnTo>
                <a:lnTo>
                  <a:pt x="740011" y="370005"/>
                </a:lnTo>
                <a:lnTo>
                  <a:pt x="740011" y="740011"/>
                </a:lnTo>
                <a:lnTo>
                  <a:pt x="1110016" y="740011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11-label422"/>
          <p:cNvSpPr txBox="1"/>
          <p:nvPr/>
        </p:nvSpPr>
        <p:spPr>
          <a:xfrm>
            <a:off x="6940242" y="2407278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</p:txBody>
      </p:sp>
      <p:sp>
        <p:nvSpPr>
          <p:cNvPr id="40" name="S11-label424"/>
          <p:cNvSpPr txBox="1"/>
          <p:nvPr/>
        </p:nvSpPr>
        <p:spPr>
          <a:xfrm>
            <a:off x="8939621" y="2407278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41" name="S11-label426"/>
          <p:cNvSpPr txBox="1"/>
          <p:nvPr/>
        </p:nvSpPr>
        <p:spPr>
          <a:xfrm>
            <a:off x="10419642" y="2407278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42" name="S11-label428"/>
          <p:cNvSpPr txBox="1"/>
          <p:nvPr/>
        </p:nvSpPr>
        <p:spPr>
          <a:xfrm>
            <a:off x="7274596" y="388729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43" name="S11-label430"/>
          <p:cNvSpPr txBox="1"/>
          <p:nvPr/>
        </p:nvSpPr>
        <p:spPr>
          <a:xfrm>
            <a:off x="9309626" y="388729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44" name="S11-chip43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5" name="S11-text432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뒤집은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도형은?</a:t>
            </a:r>
            <a:endParaRPr lang="ko-KR" sz="3000" dirty="0"/>
          </a:p>
        </p:txBody>
      </p:sp>
      <p:sp>
        <p:nvSpPr>
          <p:cNvPr id="46" name="S11-chip43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47" name="S11-text43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돌린 도형은?</a:t>
            </a:r>
            <a:endParaRPr lang="ko-KR" sz="3000" dirty="0"/>
          </a:p>
        </p:txBody>
      </p:sp>
      <p:sp>
        <p:nvSpPr>
          <p:cNvPr id="48" name="S11-chip43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49" name="S11-text436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돌린 도형은?</a:t>
            </a:r>
            <a:endParaRPr lang="ko-KR" sz="3000" dirty="0"/>
          </a:p>
        </p:txBody>
      </p:sp>
      <p:sp>
        <p:nvSpPr>
          <p:cNvPr id="50" name="S11-chip437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51" name="S11-text438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밀기만 한 도형은?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모양이 되는 것은?</a:t>
            </a:r>
            <a:endParaRPr lang="ko-KR" sz="4000" dirty="0"/>
          </a:p>
        </p:txBody>
      </p:sp>
      <p:sp>
        <p:nvSpPr>
          <p:cNvPr id="3" name="S13-text4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깃발을 움직였어요.</a:t>
            </a:r>
            <a:endParaRPr lang="ko-KR" sz="3000" dirty="0"/>
          </a:p>
        </p:txBody>
      </p:sp>
      <p:sp>
        <p:nvSpPr>
          <p:cNvPr id="4" name="S13-card4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4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모양과 같아지는 것을 모두 골라요.</a:t>
            </a:r>
            <a:endParaRPr lang="ko-KR" sz="3000" dirty="0"/>
          </a:p>
        </p:txBody>
      </p:sp>
      <p:sp>
        <p:nvSpPr>
          <p:cNvPr id="6" name="S13-chip442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card443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444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두 번 뒤집기</a:t>
            </a:r>
            <a:endParaRPr lang="ko-KR" sz="3000" dirty="0"/>
          </a:p>
        </p:txBody>
      </p:sp>
      <p:sp>
        <p:nvSpPr>
          <p:cNvPr id="9" name="S13-chip445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3-card446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447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돌리기</a:t>
            </a:r>
            <a:endParaRPr lang="ko-KR" sz="3000" dirty="0"/>
          </a:p>
        </p:txBody>
      </p:sp>
      <p:sp>
        <p:nvSpPr>
          <p:cNvPr id="12" name="S13-chip448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3-card449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450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방향으로 90°씩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번 돌리기</a:t>
            </a:r>
            <a:endParaRPr lang="ko-KR" sz="3000" dirty="0"/>
          </a:p>
        </p:txBody>
      </p:sp>
      <p:sp>
        <p:nvSpPr>
          <p:cNvPr id="15" name="S13-chip451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6" name="S13-card452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3-cardtext453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한 번 뒤집기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45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45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밀면 위치만, 뒤집으면 그 방향이, 돌리면 위쪽이 바뀌어요.</a:t>
            </a:r>
            <a:endParaRPr lang="ko-KR" sz="3000" dirty="0"/>
          </a:p>
        </p:txBody>
      </p:sp>
      <p:sp>
        <p:nvSpPr>
          <p:cNvPr id="5" name="S14-chip45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종이 도형으로 직접 움직여 보기</a:t>
            </a:r>
            <a:endParaRPr lang="ko-KR" sz="2400" dirty="0"/>
          </a:p>
        </p:txBody>
      </p:sp>
      <p:sp>
        <p:nvSpPr>
          <p:cNvPr id="6" name="S14-chip45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뒤집기와 돌리기를 같다고 하기</a:t>
            </a:r>
            <a:endParaRPr lang="ko-KR" sz="2400" dirty="0"/>
          </a:p>
        </p:txBody>
      </p:sp>
      <p:sp>
        <p:nvSpPr>
          <p:cNvPr id="7" name="S14-text45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45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도형을 밀면 무엇이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바뀌나요?</a:t>
            </a:r>
            <a:endParaRPr lang="ko-KR" sz="2400" dirty="0"/>
          </a:p>
        </p:txBody>
      </p:sp>
      <p:sp>
        <p:nvSpPr>
          <p:cNvPr id="9" name="S14-text46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아래쪽으로 뒤집으면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바뀌나요?</a:t>
            </a:r>
            <a:endParaRPr lang="ko-KR" sz="2400" dirty="0"/>
          </a:p>
        </p:txBody>
      </p:sp>
      <p:sp>
        <p:nvSpPr>
          <p:cNvPr id="10" name="S14-text46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시계 방향 90°면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위쪽은 어디로?</a:t>
            </a:r>
            <a:endParaRPr lang="ko-KR" sz="2400" dirty="0"/>
          </a:p>
        </p:txBody>
      </p:sp>
      <p:sp>
        <p:nvSpPr>
          <p:cNvPr id="11" name="S14-text46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막대그래프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시계 방향과 각도</a:t>
            </a:r>
            <a:endParaRPr lang="ko-KR" sz="4000" dirty="0"/>
          </a:p>
        </p:txBody>
      </p:sp>
      <p:sp>
        <p:nvSpPr>
          <p:cNvPr id="3" name="S15-card463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464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시계 방향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→ 3 → 6 → 9</a:t>
            </a:r>
            <a:endParaRPr lang="ko-KR" sz="3000" dirty="0"/>
          </a:p>
        </p:txBody>
      </p:sp>
      <p:sp>
        <p:nvSpPr>
          <p:cNvPr id="5" name="S15-card465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466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90°와 180°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직각, 반 바퀴</a:t>
            </a:r>
            <a:endParaRPr lang="ko-KR" sz="3000" dirty="0"/>
          </a:p>
        </p:txBody>
      </p:sp>
      <p:sp>
        <p:nvSpPr>
          <p:cNvPr id="7" name="S15-figure467" descr="3시를 가리키는 시계: 두 바늘이 직각"/>
          <p:cNvSpPr/>
          <p:nvPr/>
        </p:nvSpPr>
        <p:spPr>
          <a:xfrm>
            <a:off x="1773174" y="1325880"/>
            <a:ext cx="2936748" cy="29367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" name="S15-line468"/>
          <p:cNvSpPr/>
          <p:nvPr/>
        </p:nvSpPr>
        <p:spPr>
          <a:xfrm>
            <a:off x="3241548" y="1362456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15-line469"/>
          <p:cNvSpPr/>
          <p:nvPr/>
        </p:nvSpPr>
        <p:spPr>
          <a:xfrm flipH="1">
            <a:off x="3383537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5-line470"/>
          <p:cNvSpPr/>
          <p:nvPr/>
        </p:nvSpPr>
        <p:spPr>
          <a:xfrm flipH="1">
            <a:off x="3523971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5-line471"/>
          <p:cNvSpPr/>
          <p:nvPr/>
        </p:nvSpPr>
        <p:spPr>
          <a:xfrm flipH="1">
            <a:off x="3661310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472"/>
          <p:cNvSpPr/>
          <p:nvPr/>
        </p:nvSpPr>
        <p:spPr>
          <a:xfrm flipH="1">
            <a:off x="3794051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473"/>
          <p:cNvSpPr/>
          <p:nvPr/>
        </p:nvSpPr>
        <p:spPr>
          <a:xfrm flipH="1">
            <a:off x="3876686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" name="S15-line474"/>
          <p:cNvSpPr/>
          <p:nvPr/>
        </p:nvSpPr>
        <p:spPr>
          <a:xfrm flipH="1">
            <a:off x="4039983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475"/>
          <p:cNvSpPr/>
          <p:nvPr/>
        </p:nvSpPr>
        <p:spPr>
          <a:xfrm flipH="1">
            <a:off x="4150481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line476"/>
          <p:cNvSpPr/>
          <p:nvPr/>
        </p:nvSpPr>
        <p:spPr>
          <a:xfrm flipH="1">
            <a:off x="4251021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5-line477"/>
          <p:cNvSpPr/>
          <p:nvPr/>
        </p:nvSpPr>
        <p:spPr>
          <a:xfrm flipH="1">
            <a:off x="4340500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478"/>
          <p:cNvSpPr/>
          <p:nvPr/>
        </p:nvSpPr>
        <p:spPr>
          <a:xfrm flipH="1">
            <a:off x="4341640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15-line479"/>
          <p:cNvSpPr/>
          <p:nvPr/>
        </p:nvSpPr>
        <p:spPr>
          <a:xfrm flipH="1">
            <a:off x="4482489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line480"/>
          <p:cNvSpPr/>
          <p:nvPr/>
        </p:nvSpPr>
        <p:spPr>
          <a:xfrm flipH="1">
            <a:off x="4533443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5-line481"/>
          <p:cNvSpPr/>
          <p:nvPr/>
        </p:nvSpPr>
        <p:spPr>
          <a:xfrm flipH="1">
            <a:off x="4570243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482"/>
          <p:cNvSpPr/>
          <p:nvPr/>
        </p:nvSpPr>
        <p:spPr>
          <a:xfrm flipH="1">
            <a:off x="4592486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483"/>
          <p:cNvSpPr/>
          <p:nvPr/>
        </p:nvSpPr>
        <p:spPr>
          <a:xfrm flipH="1">
            <a:off x="4511825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5-line484"/>
          <p:cNvSpPr/>
          <p:nvPr/>
        </p:nvSpPr>
        <p:spPr>
          <a:xfrm flipH="1" flipV="1">
            <a:off x="4592486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line485"/>
          <p:cNvSpPr/>
          <p:nvPr/>
        </p:nvSpPr>
        <p:spPr>
          <a:xfrm flipH="1" flipV="1">
            <a:off x="4570243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5-line486"/>
          <p:cNvSpPr/>
          <p:nvPr/>
        </p:nvSpPr>
        <p:spPr>
          <a:xfrm flipH="1" flipV="1">
            <a:off x="4533443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5-line487"/>
          <p:cNvSpPr/>
          <p:nvPr/>
        </p:nvSpPr>
        <p:spPr>
          <a:xfrm flipH="1" flipV="1">
            <a:off x="4482489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488"/>
          <p:cNvSpPr/>
          <p:nvPr/>
        </p:nvSpPr>
        <p:spPr>
          <a:xfrm flipH="1" flipV="1">
            <a:off x="4341640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9" name="S15-line489"/>
          <p:cNvSpPr/>
          <p:nvPr/>
        </p:nvSpPr>
        <p:spPr>
          <a:xfrm flipH="1" flipV="1">
            <a:off x="4340500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line490"/>
          <p:cNvSpPr/>
          <p:nvPr/>
        </p:nvSpPr>
        <p:spPr>
          <a:xfrm flipH="1" flipV="1">
            <a:off x="4251021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5-line491"/>
          <p:cNvSpPr/>
          <p:nvPr/>
        </p:nvSpPr>
        <p:spPr>
          <a:xfrm flipH="1" flipV="1">
            <a:off x="4150481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492"/>
          <p:cNvSpPr/>
          <p:nvPr/>
        </p:nvSpPr>
        <p:spPr>
          <a:xfrm flipH="1" flipV="1">
            <a:off x="4039983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493"/>
          <p:cNvSpPr/>
          <p:nvPr/>
        </p:nvSpPr>
        <p:spPr>
          <a:xfrm flipH="1" flipV="1">
            <a:off x="3876686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4" name="S15-line494"/>
          <p:cNvSpPr/>
          <p:nvPr/>
        </p:nvSpPr>
        <p:spPr>
          <a:xfrm flipH="1" flipV="1">
            <a:off x="3794051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495"/>
          <p:cNvSpPr/>
          <p:nvPr/>
        </p:nvSpPr>
        <p:spPr>
          <a:xfrm flipH="1" flipV="1">
            <a:off x="3661310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496"/>
          <p:cNvSpPr/>
          <p:nvPr/>
        </p:nvSpPr>
        <p:spPr>
          <a:xfrm flipH="1" flipV="1">
            <a:off x="3523971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497"/>
          <p:cNvSpPr/>
          <p:nvPr/>
        </p:nvSpPr>
        <p:spPr>
          <a:xfrm flipH="1" flipV="1">
            <a:off x="3383537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498"/>
          <p:cNvSpPr/>
          <p:nvPr/>
        </p:nvSpPr>
        <p:spPr>
          <a:xfrm flipV="1">
            <a:off x="3241548" y="4064531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9" name="S15-line499"/>
          <p:cNvSpPr/>
          <p:nvPr/>
        </p:nvSpPr>
        <p:spPr>
          <a:xfrm flipV="1">
            <a:off x="3091884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line500"/>
          <p:cNvSpPr/>
          <p:nvPr/>
        </p:nvSpPr>
        <p:spPr>
          <a:xfrm flipV="1">
            <a:off x="2943860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5-line501"/>
          <p:cNvSpPr/>
          <p:nvPr/>
        </p:nvSpPr>
        <p:spPr>
          <a:xfrm flipV="1">
            <a:off x="2799098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5-line502"/>
          <p:cNvSpPr/>
          <p:nvPr/>
        </p:nvSpPr>
        <p:spPr>
          <a:xfrm flipV="1">
            <a:off x="2659183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5-line503"/>
          <p:cNvSpPr/>
          <p:nvPr/>
        </p:nvSpPr>
        <p:spPr>
          <a:xfrm flipV="1">
            <a:off x="2525649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4" name="S15-line504"/>
          <p:cNvSpPr/>
          <p:nvPr/>
        </p:nvSpPr>
        <p:spPr>
          <a:xfrm flipV="1">
            <a:off x="2399958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5-line505"/>
          <p:cNvSpPr/>
          <p:nvPr/>
        </p:nvSpPr>
        <p:spPr>
          <a:xfrm flipV="1">
            <a:off x="2283488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5-line506"/>
          <p:cNvSpPr/>
          <p:nvPr/>
        </p:nvSpPr>
        <p:spPr>
          <a:xfrm flipV="1">
            <a:off x="2177515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5-line507"/>
          <p:cNvSpPr/>
          <p:nvPr/>
        </p:nvSpPr>
        <p:spPr>
          <a:xfrm flipV="1">
            <a:off x="2083199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5-line508"/>
          <p:cNvSpPr/>
          <p:nvPr/>
        </p:nvSpPr>
        <p:spPr>
          <a:xfrm flipV="1">
            <a:off x="2001575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9" name="S15-line509"/>
          <p:cNvSpPr/>
          <p:nvPr/>
        </p:nvSpPr>
        <p:spPr>
          <a:xfrm flipV="1">
            <a:off x="1933535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5-line510"/>
          <p:cNvSpPr/>
          <p:nvPr/>
        </p:nvSpPr>
        <p:spPr>
          <a:xfrm flipV="1">
            <a:off x="1879827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5-line511"/>
          <p:cNvSpPr/>
          <p:nvPr/>
        </p:nvSpPr>
        <p:spPr>
          <a:xfrm flipV="1">
            <a:off x="1841038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15-line512"/>
          <p:cNvSpPr/>
          <p:nvPr/>
        </p:nvSpPr>
        <p:spPr>
          <a:xfrm flipV="1">
            <a:off x="1817594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5-line513"/>
          <p:cNvSpPr/>
          <p:nvPr/>
        </p:nvSpPr>
        <p:spPr>
          <a:xfrm>
            <a:off x="1809750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4" name="S15-line514"/>
          <p:cNvSpPr/>
          <p:nvPr/>
        </p:nvSpPr>
        <p:spPr>
          <a:xfrm>
            <a:off x="1817594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5-line515"/>
          <p:cNvSpPr/>
          <p:nvPr/>
        </p:nvSpPr>
        <p:spPr>
          <a:xfrm>
            <a:off x="1841038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5-line516"/>
          <p:cNvSpPr/>
          <p:nvPr/>
        </p:nvSpPr>
        <p:spPr>
          <a:xfrm>
            <a:off x="1879827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5-line517"/>
          <p:cNvSpPr/>
          <p:nvPr/>
        </p:nvSpPr>
        <p:spPr>
          <a:xfrm>
            <a:off x="1933535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5-line518"/>
          <p:cNvSpPr/>
          <p:nvPr/>
        </p:nvSpPr>
        <p:spPr>
          <a:xfrm>
            <a:off x="2001575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9" name="S15-line519"/>
          <p:cNvSpPr/>
          <p:nvPr/>
        </p:nvSpPr>
        <p:spPr>
          <a:xfrm>
            <a:off x="2083199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5-line520"/>
          <p:cNvSpPr/>
          <p:nvPr/>
        </p:nvSpPr>
        <p:spPr>
          <a:xfrm>
            <a:off x="2177515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5-line521"/>
          <p:cNvSpPr/>
          <p:nvPr/>
        </p:nvSpPr>
        <p:spPr>
          <a:xfrm>
            <a:off x="2283488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15-line522"/>
          <p:cNvSpPr/>
          <p:nvPr/>
        </p:nvSpPr>
        <p:spPr>
          <a:xfrm>
            <a:off x="2399958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5-line523"/>
          <p:cNvSpPr/>
          <p:nvPr/>
        </p:nvSpPr>
        <p:spPr>
          <a:xfrm>
            <a:off x="2525649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4" name="S15-line524"/>
          <p:cNvSpPr/>
          <p:nvPr/>
        </p:nvSpPr>
        <p:spPr>
          <a:xfrm>
            <a:off x="2659183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5-line525"/>
          <p:cNvSpPr/>
          <p:nvPr/>
        </p:nvSpPr>
        <p:spPr>
          <a:xfrm>
            <a:off x="2799098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5-line526"/>
          <p:cNvSpPr/>
          <p:nvPr/>
        </p:nvSpPr>
        <p:spPr>
          <a:xfrm>
            <a:off x="2943860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5-line527"/>
          <p:cNvSpPr/>
          <p:nvPr/>
        </p:nvSpPr>
        <p:spPr>
          <a:xfrm>
            <a:off x="3091884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5-label528"/>
          <p:cNvSpPr txBox="1"/>
          <p:nvPr/>
        </p:nvSpPr>
        <p:spPr>
          <a:xfrm>
            <a:off x="3547236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9" name="S15-label529"/>
          <p:cNvSpPr txBox="1"/>
          <p:nvPr/>
        </p:nvSpPr>
        <p:spPr>
          <a:xfrm>
            <a:off x="3971831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70" name="S15-label530"/>
          <p:cNvSpPr txBox="1"/>
          <p:nvPr/>
        </p:nvSpPr>
        <p:spPr>
          <a:xfrm>
            <a:off x="4127243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71" name="S15-label531"/>
          <p:cNvSpPr txBox="1"/>
          <p:nvPr/>
        </p:nvSpPr>
        <p:spPr>
          <a:xfrm>
            <a:off x="3971831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72" name="S15-label532"/>
          <p:cNvSpPr txBox="1"/>
          <p:nvPr/>
        </p:nvSpPr>
        <p:spPr>
          <a:xfrm>
            <a:off x="3547236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73" name="S15-label533"/>
          <p:cNvSpPr txBox="1"/>
          <p:nvPr/>
        </p:nvSpPr>
        <p:spPr>
          <a:xfrm>
            <a:off x="2967228" y="37713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74" name="S15-label534"/>
          <p:cNvSpPr txBox="1"/>
          <p:nvPr/>
        </p:nvSpPr>
        <p:spPr>
          <a:xfrm>
            <a:off x="2387220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75" name="S15-label535"/>
          <p:cNvSpPr txBox="1"/>
          <p:nvPr/>
        </p:nvSpPr>
        <p:spPr>
          <a:xfrm>
            <a:off x="1962625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76" name="S15-label536"/>
          <p:cNvSpPr txBox="1"/>
          <p:nvPr/>
        </p:nvSpPr>
        <p:spPr>
          <a:xfrm>
            <a:off x="1807213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77" name="S15-label537"/>
          <p:cNvSpPr txBox="1"/>
          <p:nvPr/>
        </p:nvSpPr>
        <p:spPr>
          <a:xfrm>
            <a:off x="1962625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78" name="S15-label538"/>
          <p:cNvSpPr txBox="1"/>
          <p:nvPr/>
        </p:nvSpPr>
        <p:spPr>
          <a:xfrm>
            <a:off x="2387220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79" name="S15-label539"/>
          <p:cNvSpPr txBox="1"/>
          <p:nvPr/>
        </p:nvSpPr>
        <p:spPr>
          <a:xfrm>
            <a:off x="2967228" y="1451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80" name="S15-line540"/>
          <p:cNvSpPr/>
          <p:nvPr/>
        </p:nvSpPr>
        <p:spPr>
          <a:xfrm>
            <a:off x="3241548" y="2794254"/>
            <a:ext cx="646085" cy="0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1" name="S15-line541"/>
          <p:cNvSpPr/>
          <p:nvPr/>
        </p:nvSpPr>
        <p:spPr>
          <a:xfrm flipV="1">
            <a:off x="3241548" y="1854495"/>
            <a:ext cx="0" cy="9397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2" name="S15-pin542"/>
          <p:cNvSpPr/>
          <p:nvPr/>
        </p:nvSpPr>
        <p:spPr>
          <a:xfrm>
            <a:off x="3186684" y="27393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3" name="S15-label543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3시: 90°</a:t>
            </a:r>
            <a:endParaRPr lang="ko-KR" sz="2400" dirty="0"/>
          </a:p>
        </p:txBody>
      </p:sp>
      <p:sp>
        <p:nvSpPr>
          <p:cNvPr id="84" name="S15-figure544" descr="6시를 가리키는 시계: 두 바늘이 일직선"/>
          <p:cNvSpPr/>
          <p:nvPr/>
        </p:nvSpPr>
        <p:spPr>
          <a:xfrm>
            <a:off x="7479030" y="1325880"/>
            <a:ext cx="2936748" cy="293674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15-line545"/>
          <p:cNvSpPr/>
          <p:nvPr/>
        </p:nvSpPr>
        <p:spPr>
          <a:xfrm>
            <a:off x="8947404" y="1362456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15-line546"/>
          <p:cNvSpPr/>
          <p:nvPr/>
        </p:nvSpPr>
        <p:spPr>
          <a:xfrm flipH="1">
            <a:off x="9089393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5-line547"/>
          <p:cNvSpPr/>
          <p:nvPr/>
        </p:nvSpPr>
        <p:spPr>
          <a:xfrm flipH="1">
            <a:off x="9229827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5-line548"/>
          <p:cNvSpPr/>
          <p:nvPr/>
        </p:nvSpPr>
        <p:spPr>
          <a:xfrm flipH="1">
            <a:off x="9367166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5-line549"/>
          <p:cNvSpPr/>
          <p:nvPr/>
        </p:nvSpPr>
        <p:spPr>
          <a:xfrm flipH="1">
            <a:off x="9499907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5-line550"/>
          <p:cNvSpPr/>
          <p:nvPr/>
        </p:nvSpPr>
        <p:spPr>
          <a:xfrm flipH="1">
            <a:off x="9582542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15-line551"/>
          <p:cNvSpPr/>
          <p:nvPr/>
        </p:nvSpPr>
        <p:spPr>
          <a:xfrm flipH="1">
            <a:off x="9745839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5-line552"/>
          <p:cNvSpPr/>
          <p:nvPr/>
        </p:nvSpPr>
        <p:spPr>
          <a:xfrm flipH="1">
            <a:off x="9856337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5-line553"/>
          <p:cNvSpPr/>
          <p:nvPr/>
        </p:nvSpPr>
        <p:spPr>
          <a:xfrm flipH="1">
            <a:off x="9956877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5-line554"/>
          <p:cNvSpPr/>
          <p:nvPr/>
        </p:nvSpPr>
        <p:spPr>
          <a:xfrm flipH="1">
            <a:off x="10046356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5-line555"/>
          <p:cNvSpPr/>
          <p:nvPr/>
        </p:nvSpPr>
        <p:spPr>
          <a:xfrm flipH="1">
            <a:off x="10047496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15-line556"/>
          <p:cNvSpPr/>
          <p:nvPr/>
        </p:nvSpPr>
        <p:spPr>
          <a:xfrm flipH="1">
            <a:off x="10188345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5-line557"/>
          <p:cNvSpPr/>
          <p:nvPr/>
        </p:nvSpPr>
        <p:spPr>
          <a:xfrm flipH="1">
            <a:off x="10239299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5-line558"/>
          <p:cNvSpPr/>
          <p:nvPr/>
        </p:nvSpPr>
        <p:spPr>
          <a:xfrm flipH="1">
            <a:off x="10276099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5-line559"/>
          <p:cNvSpPr/>
          <p:nvPr/>
        </p:nvSpPr>
        <p:spPr>
          <a:xfrm flipH="1">
            <a:off x="10298342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5-line560"/>
          <p:cNvSpPr/>
          <p:nvPr/>
        </p:nvSpPr>
        <p:spPr>
          <a:xfrm flipH="1">
            <a:off x="10217681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15-line561"/>
          <p:cNvSpPr/>
          <p:nvPr/>
        </p:nvSpPr>
        <p:spPr>
          <a:xfrm flipH="1" flipV="1">
            <a:off x="10298342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5-line562"/>
          <p:cNvSpPr/>
          <p:nvPr/>
        </p:nvSpPr>
        <p:spPr>
          <a:xfrm flipH="1" flipV="1">
            <a:off x="10276099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5-line563"/>
          <p:cNvSpPr/>
          <p:nvPr/>
        </p:nvSpPr>
        <p:spPr>
          <a:xfrm flipH="1" flipV="1">
            <a:off x="10239299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5-line564"/>
          <p:cNvSpPr/>
          <p:nvPr/>
        </p:nvSpPr>
        <p:spPr>
          <a:xfrm flipH="1" flipV="1">
            <a:off x="10188345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5-line565"/>
          <p:cNvSpPr/>
          <p:nvPr/>
        </p:nvSpPr>
        <p:spPr>
          <a:xfrm flipH="1" flipV="1">
            <a:off x="10047496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15-line566"/>
          <p:cNvSpPr/>
          <p:nvPr/>
        </p:nvSpPr>
        <p:spPr>
          <a:xfrm flipH="1" flipV="1">
            <a:off x="10046356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5-line567"/>
          <p:cNvSpPr/>
          <p:nvPr/>
        </p:nvSpPr>
        <p:spPr>
          <a:xfrm flipH="1" flipV="1">
            <a:off x="9956877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5-line568"/>
          <p:cNvSpPr/>
          <p:nvPr/>
        </p:nvSpPr>
        <p:spPr>
          <a:xfrm flipH="1" flipV="1">
            <a:off x="9856337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5-line569"/>
          <p:cNvSpPr/>
          <p:nvPr/>
        </p:nvSpPr>
        <p:spPr>
          <a:xfrm flipH="1" flipV="1">
            <a:off x="9745839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5-line570"/>
          <p:cNvSpPr/>
          <p:nvPr/>
        </p:nvSpPr>
        <p:spPr>
          <a:xfrm flipH="1" flipV="1">
            <a:off x="9582542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15-line571"/>
          <p:cNvSpPr/>
          <p:nvPr/>
        </p:nvSpPr>
        <p:spPr>
          <a:xfrm flipH="1" flipV="1">
            <a:off x="9499907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5-line572"/>
          <p:cNvSpPr/>
          <p:nvPr/>
        </p:nvSpPr>
        <p:spPr>
          <a:xfrm flipH="1" flipV="1">
            <a:off x="9367166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5-line573"/>
          <p:cNvSpPr/>
          <p:nvPr/>
        </p:nvSpPr>
        <p:spPr>
          <a:xfrm flipH="1" flipV="1">
            <a:off x="9229827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5-line574"/>
          <p:cNvSpPr/>
          <p:nvPr/>
        </p:nvSpPr>
        <p:spPr>
          <a:xfrm flipH="1" flipV="1">
            <a:off x="9089393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5-line575"/>
          <p:cNvSpPr/>
          <p:nvPr/>
        </p:nvSpPr>
        <p:spPr>
          <a:xfrm flipV="1">
            <a:off x="8947404" y="4064531"/>
            <a:ext cx="0" cy="1615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15-line576"/>
          <p:cNvSpPr/>
          <p:nvPr/>
        </p:nvSpPr>
        <p:spPr>
          <a:xfrm flipV="1">
            <a:off x="8797740" y="4145192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5-line577"/>
          <p:cNvSpPr/>
          <p:nvPr/>
        </p:nvSpPr>
        <p:spPr>
          <a:xfrm flipV="1">
            <a:off x="8649716" y="4122949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5-line578"/>
          <p:cNvSpPr/>
          <p:nvPr/>
        </p:nvSpPr>
        <p:spPr>
          <a:xfrm flipV="1">
            <a:off x="8504954" y="4086149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15-line579"/>
          <p:cNvSpPr/>
          <p:nvPr/>
        </p:nvSpPr>
        <p:spPr>
          <a:xfrm flipV="1">
            <a:off x="8365039" y="4035195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15-line580"/>
          <p:cNvSpPr/>
          <p:nvPr/>
        </p:nvSpPr>
        <p:spPr>
          <a:xfrm flipV="1">
            <a:off x="8231505" y="3894346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15-line581"/>
          <p:cNvSpPr/>
          <p:nvPr/>
        </p:nvSpPr>
        <p:spPr>
          <a:xfrm flipV="1">
            <a:off x="8105814" y="3893206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15-line582"/>
          <p:cNvSpPr/>
          <p:nvPr/>
        </p:nvSpPr>
        <p:spPr>
          <a:xfrm flipV="1">
            <a:off x="7989344" y="3803727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15-line583"/>
          <p:cNvSpPr/>
          <p:nvPr/>
        </p:nvSpPr>
        <p:spPr>
          <a:xfrm flipV="1">
            <a:off x="7883371" y="3703187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15-line584"/>
          <p:cNvSpPr/>
          <p:nvPr/>
        </p:nvSpPr>
        <p:spPr>
          <a:xfrm flipV="1">
            <a:off x="7789055" y="3592689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15-line585"/>
          <p:cNvSpPr/>
          <p:nvPr/>
        </p:nvSpPr>
        <p:spPr>
          <a:xfrm flipV="1">
            <a:off x="7707431" y="3429392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15-line586"/>
          <p:cNvSpPr/>
          <p:nvPr/>
        </p:nvSpPr>
        <p:spPr>
          <a:xfrm flipV="1">
            <a:off x="7639391" y="3346757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15-line587"/>
          <p:cNvSpPr/>
          <p:nvPr/>
        </p:nvSpPr>
        <p:spPr>
          <a:xfrm flipV="1">
            <a:off x="7585683" y="3214016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15-line588"/>
          <p:cNvSpPr/>
          <p:nvPr/>
        </p:nvSpPr>
        <p:spPr>
          <a:xfrm flipV="1">
            <a:off x="7546894" y="3076677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15-line589"/>
          <p:cNvSpPr/>
          <p:nvPr/>
        </p:nvSpPr>
        <p:spPr>
          <a:xfrm flipV="1">
            <a:off x="7523450" y="2936243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15-line590"/>
          <p:cNvSpPr/>
          <p:nvPr/>
        </p:nvSpPr>
        <p:spPr>
          <a:xfrm>
            <a:off x="7515606" y="2794254"/>
            <a:ext cx="161521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15-line591"/>
          <p:cNvSpPr/>
          <p:nvPr/>
        </p:nvSpPr>
        <p:spPr>
          <a:xfrm>
            <a:off x="7523450" y="2644590"/>
            <a:ext cx="73017" cy="76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15-line592"/>
          <p:cNvSpPr/>
          <p:nvPr/>
        </p:nvSpPr>
        <p:spPr>
          <a:xfrm>
            <a:off x="7546894" y="2496566"/>
            <a:ext cx="71814" cy="1526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15-line593"/>
          <p:cNvSpPr/>
          <p:nvPr/>
        </p:nvSpPr>
        <p:spPr>
          <a:xfrm>
            <a:off x="7585683" y="2351804"/>
            <a:ext cx="69825" cy="22688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15-line594"/>
          <p:cNvSpPr/>
          <p:nvPr/>
        </p:nvSpPr>
        <p:spPr>
          <a:xfrm>
            <a:off x="7639391" y="2211889"/>
            <a:ext cx="67071" cy="2986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15-line595"/>
          <p:cNvSpPr/>
          <p:nvPr/>
        </p:nvSpPr>
        <p:spPr>
          <a:xfrm>
            <a:off x="7707431" y="2078355"/>
            <a:ext cx="139881" cy="8076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15-line596"/>
          <p:cNvSpPr/>
          <p:nvPr/>
        </p:nvSpPr>
        <p:spPr>
          <a:xfrm>
            <a:off x="7789055" y="1952664"/>
            <a:ext cx="59397" cy="4315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15-line597"/>
          <p:cNvSpPr/>
          <p:nvPr/>
        </p:nvSpPr>
        <p:spPr>
          <a:xfrm>
            <a:off x="7883371" y="1836194"/>
            <a:ext cx="54561" cy="4912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15-line598"/>
          <p:cNvSpPr/>
          <p:nvPr/>
        </p:nvSpPr>
        <p:spPr>
          <a:xfrm>
            <a:off x="7989344" y="1730221"/>
            <a:ext cx="49127" cy="54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15-line599"/>
          <p:cNvSpPr/>
          <p:nvPr/>
        </p:nvSpPr>
        <p:spPr>
          <a:xfrm>
            <a:off x="8105814" y="1635905"/>
            <a:ext cx="43154" cy="5939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15-line600"/>
          <p:cNvSpPr/>
          <p:nvPr/>
        </p:nvSpPr>
        <p:spPr>
          <a:xfrm>
            <a:off x="8231505" y="1554281"/>
            <a:ext cx="80761" cy="13988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15-line601"/>
          <p:cNvSpPr/>
          <p:nvPr/>
        </p:nvSpPr>
        <p:spPr>
          <a:xfrm>
            <a:off x="8365039" y="1486241"/>
            <a:ext cx="29862" cy="6707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15-line602"/>
          <p:cNvSpPr/>
          <p:nvPr/>
        </p:nvSpPr>
        <p:spPr>
          <a:xfrm>
            <a:off x="8504954" y="1432533"/>
            <a:ext cx="22688" cy="69825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15-line603"/>
          <p:cNvSpPr/>
          <p:nvPr/>
        </p:nvSpPr>
        <p:spPr>
          <a:xfrm>
            <a:off x="8649716" y="1393744"/>
            <a:ext cx="15265" cy="7181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15-line604"/>
          <p:cNvSpPr/>
          <p:nvPr/>
        </p:nvSpPr>
        <p:spPr>
          <a:xfrm>
            <a:off x="8797740" y="1370300"/>
            <a:ext cx="7674" cy="7301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15-label605"/>
          <p:cNvSpPr txBox="1"/>
          <p:nvPr/>
        </p:nvSpPr>
        <p:spPr>
          <a:xfrm>
            <a:off x="9253092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6" name="S15-label606"/>
          <p:cNvSpPr txBox="1"/>
          <p:nvPr/>
        </p:nvSpPr>
        <p:spPr>
          <a:xfrm>
            <a:off x="9677687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47" name="S15-label607"/>
          <p:cNvSpPr txBox="1"/>
          <p:nvPr/>
        </p:nvSpPr>
        <p:spPr>
          <a:xfrm>
            <a:off x="9833099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8" name="S15-label608"/>
          <p:cNvSpPr txBox="1"/>
          <p:nvPr/>
        </p:nvSpPr>
        <p:spPr>
          <a:xfrm>
            <a:off x="9677687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9" name="S15-label609"/>
          <p:cNvSpPr txBox="1"/>
          <p:nvPr/>
        </p:nvSpPr>
        <p:spPr>
          <a:xfrm>
            <a:off x="9253092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150" name="S15-label610"/>
          <p:cNvSpPr txBox="1"/>
          <p:nvPr/>
        </p:nvSpPr>
        <p:spPr>
          <a:xfrm>
            <a:off x="8673084" y="377138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151" name="S15-label611"/>
          <p:cNvSpPr txBox="1"/>
          <p:nvPr/>
        </p:nvSpPr>
        <p:spPr>
          <a:xfrm>
            <a:off x="8093076" y="361597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400" dirty="0"/>
          </a:p>
        </p:txBody>
      </p:sp>
      <p:sp>
        <p:nvSpPr>
          <p:cNvPr id="152" name="S15-label612"/>
          <p:cNvSpPr txBox="1"/>
          <p:nvPr/>
        </p:nvSpPr>
        <p:spPr>
          <a:xfrm>
            <a:off x="7668481" y="319138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153" name="S15-label613"/>
          <p:cNvSpPr txBox="1"/>
          <p:nvPr/>
        </p:nvSpPr>
        <p:spPr>
          <a:xfrm>
            <a:off x="7513069" y="261137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400" dirty="0"/>
          </a:p>
        </p:txBody>
      </p:sp>
      <p:sp>
        <p:nvSpPr>
          <p:cNvPr id="154" name="S15-label614"/>
          <p:cNvSpPr txBox="1"/>
          <p:nvPr/>
        </p:nvSpPr>
        <p:spPr>
          <a:xfrm>
            <a:off x="7668481" y="203136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55" name="S15-label615"/>
          <p:cNvSpPr txBox="1"/>
          <p:nvPr/>
        </p:nvSpPr>
        <p:spPr>
          <a:xfrm>
            <a:off x="8093076" y="1606771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400" dirty="0"/>
          </a:p>
        </p:txBody>
      </p:sp>
      <p:sp>
        <p:nvSpPr>
          <p:cNvPr id="156" name="S15-label616"/>
          <p:cNvSpPr txBox="1"/>
          <p:nvPr/>
        </p:nvSpPr>
        <p:spPr>
          <a:xfrm>
            <a:off x="8673084" y="1451359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157" name="S15-line617"/>
          <p:cNvSpPr/>
          <p:nvPr/>
        </p:nvSpPr>
        <p:spPr>
          <a:xfrm>
            <a:off x="8947404" y="2794254"/>
            <a:ext cx="0" cy="64608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15-line618"/>
          <p:cNvSpPr/>
          <p:nvPr/>
        </p:nvSpPr>
        <p:spPr>
          <a:xfrm flipV="1">
            <a:off x="8947404" y="1854495"/>
            <a:ext cx="0" cy="939759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15-pin619"/>
          <p:cNvSpPr/>
          <p:nvPr/>
        </p:nvSpPr>
        <p:spPr>
          <a:xfrm>
            <a:off x="8892540" y="2739390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0" name="S15-label620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6시: 180°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평면도형의 이동</dc:title>
  <dc:subject>KR22-G04-MAT-MOVE-L01</dc:subject>
  <dc:creator>education-ppt</dc:creator>
  <cp:lastModifiedBy>education-ppt</cp:lastModifiedBy>
  <cp:revision>1</cp:revision>
  <dcterms:created xsi:type="dcterms:W3CDTF">2026-10-26T08:24:31Z</dcterms:created>
  <dcterms:modified xsi:type="dcterms:W3CDTF">2026-10-26T08:24:31Z</dcterms:modified>
</cp:coreProperties>
</file>