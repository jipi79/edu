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549f165-a964-0ad2-4856-8749bf128ab5}">
          <p14:sldIdLst>
            <p14:sldId id="256"/>
            <p14:sldId id="257"/>
          </p14:sldIdLst>
        </p14:section>
        <p14:section name="개념" id="{362cdaee-b4d8-55e4-8b7f-bd072937eb88}">
          <p14:sldIdLst>
            <p14:sldId id="258"/>
            <p14:sldId id="259"/>
            <p14:sldId id="262"/>
            <p14:sldId id="263"/>
          </p14:sldIdLst>
        </p14:section>
        <p14:section name="연습" id="{cbd56eda-df55-711e-fdf1-82b09fc15ac2}">
          <p14:sldIdLst>
            <p14:sldId id="260"/>
            <p14:sldId id="261"/>
            <p14:sldId id="264"/>
            <p14:sldId id="265"/>
          </p14:sldIdLst>
        </p14:section>
        <p14:section name="개념" id="{1aa0b97d-ec48-864f-94fa-97dfa48a11ae}">
          <p14:sldIdLst/>
        </p14:section>
        <p14:section name="연습" id="{d130d902-66b4-3290-ed8f-18008f747103}">
          <p14:sldIdLst/>
        </p14:section>
        <p14:section name="확인" id="{138802f0-eccd-3e83-080c-55cfa29b16c1}">
          <p14:sldIdLst>
            <p14:sldId id="266"/>
            <p14:sldId id="267"/>
          </p14:sldIdLst>
        </p14:section>
        <p14:section name="정리" id="{fd9ab534-8870-5e3c-2839-d78362bfd825}">
          <p14:sldIdLst>
            <p14:sldId id="268"/>
          </p14:sldIdLst>
        </p14:section>
        <p14:section name="보충" id="{a74a092e-77d6-7cab-309f-ea882816661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평면도형의 이동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도형을 움직이면 무엇이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01-mark4"/>
          <p:cNvSpPr/>
          <p:nvPr/>
        </p:nvSpPr>
        <p:spPr>
          <a:xfrm flipV="1">
            <a:off x="777240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14730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852220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889711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927201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964692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002182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1039672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V="1">
            <a:off x="1077163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V="1">
            <a:off x="1114653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152144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7772400" y="341528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7772400" y="304038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7772400" y="266547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7772400" y="2290572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7772400" y="1915668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7772400" y="154076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7772400" y="116586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7772400" y="79095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1-figure23" descr="모눈 위의 깃발 모양과, 가운데 점선을 기준으로 오른쪽으로 뒤집은 깃발 모양(깃발이 왼쪽을 향함)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 flipV="1">
            <a:off x="9646920" y="1353312"/>
            <a:ext cx="0" cy="14996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01-card2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밀고 뒤집은 모양을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도형을 돌린 모양을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mark28"/>
          <p:cNvSpPr/>
          <p:nvPr/>
        </p:nvSpPr>
        <p:spPr>
          <a:xfrm flipV="1">
            <a:off x="6672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 flipV="1">
            <a:off x="75872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 flipV="1">
            <a:off x="85016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 flipV="1">
            <a:off x="94160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 flipV="1">
            <a:off x="103304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 flipV="1">
            <a:off x="11244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6672834" y="56007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6672834" y="46863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6672834" y="37719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6672834" y="28575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6672834" y="19431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75277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mark40"/>
          <p:cNvSpPr/>
          <p:nvPr/>
        </p:nvSpPr>
        <p:spPr>
          <a:xfrm>
            <a:off x="102709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mark41"/>
          <p:cNvSpPr/>
          <p:nvPr/>
        </p:nvSpPr>
        <p:spPr>
          <a:xfrm>
            <a:off x="75277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mark42"/>
          <p:cNvSpPr/>
          <p:nvPr/>
        </p:nvSpPr>
        <p:spPr>
          <a:xfrm>
            <a:off x="102709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label44"/>
          <p:cNvSpPr txBox="1"/>
          <p:nvPr/>
        </p:nvSpPr>
        <p:spPr>
          <a:xfrm>
            <a:off x="7160813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9" name="S02-label46"/>
          <p:cNvSpPr txBox="1"/>
          <p:nvPr/>
        </p:nvSpPr>
        <p:spPr>
          <a:xfrm>
            <a:off x="10248855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20" name="S02-label48"/>
          <p:cNvSpPr txBox="1"/>
          <p:nvPr/>
        </p:nvSpPr>
        <p:spPr>
          <a:xfrm>
            <a:off x="7160813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21" name="S02-label50"/>
          <p:cNvSpPr txBox="1"/>
          <p:nvPr/>
        </p:nvSpPr>
        <p:spPr>
          <a:xfrm>
            <a:off x="10248855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22" name="S02-chip5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3" name="S02-text5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직각은 몇 도인가요?</a:t>
            </a:r>
            <a:endParaRPr lang="ko-KR" sz="3000" dirty="0"/>
          </a:p>
        </p:txBody>
      </p:sp>
      <p:sp>
        <p:nvSpPr>
          <p:cNvPr id="24" name="S02-chip5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5" name="S02-text5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시곗바늘이 12에서 6까지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돌면 몇 도인가요?</a:t>
            </a:r>
            <a:endParaRPr lang="ko-KR" sz="3000" dirty="0"/>
          </a:p>
        </p:txBody>
      </p:sp>
      <p:sp>
        <p:nvSpPr>
          <p:cNvPr id="26" name="S02-chip5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7" name="S02-text5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ㄱ에서 오른쪽으로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 간 점은?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밀기</a:t>
            </a:r>
            <a:endParaRPr lang="ko-KR" sz="4000" dirty="0"/>
          </a:p>
        </p:txBody>
      </p:sp>
      <p:sp>
        <p:nvSpPr>
          <p:cNvPr id="3" name="S03-mark57"/>
          <p:cNvSpPr/>
          <p:nvPr/>
        </p:nvSpPr>
        <p:spPr>
          <a:xfrm>
            <a:off x="1441899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3-mark58"/>
          <p:cNvSpPr/>
          <p:nvPr/>
        </p:nvSpPr>
        <p:spPr>
          <a:xfrm>
            <a:off x="4079394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3-mark59"/>
          <p:cNvSpPr/>
          <p:nvPr/>
        </p:nvSpPr>
        <p:spPr>
          <a:xfrm flipV="1">
            <a:off x="914400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3-mark60"/>
          <p:cNvSpPr/>
          <p:nvPr/>
        </p:nvSpPr>
        <p:spPr>
          <a:xfrm flipV="1">
            <a:off x="1441899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61"/>
          <p:cNvSpPr/>
          <p:nvPr/>
        </p:nvSpPr>
        <p:spPr>
          <a:xfrm flipV="1">
            <a:off x="1969398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62"/>
          <p:cNvSpPr/>
          <p:nvPr/>
        </p:nvSpPr>
        <p:spPr>
          <a:xfrm flipV="1">
            <a:off x="2496897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63"/>
          <p:cNvSpPr/>
          <p:nvPr/>
        </p:nvSpPr>
        <p:spPr>
          <a:xfrm flipV="1">
            <a:off x="3024396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64"/>
          <p:cNvSpPr/>
          <p:nvPr/>
        </p:nvSpPr>
        <p:spPr>
          <a:xfrm flipV="1">
            <a:off x="3551895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65"/>
          <p:cNvSpPr/>
          <p:nvPr/>
        </p:nvSpPr>
        <p:spPr>
          <a:xfrm flipV="1">
            <a:off x="4079394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66"/>
          <p:cNvSpPr/>
          <p:nvPr/>
        </p:nvSpPr>
        <p:spPr>
          <a:xfrm flipV="1">
            <a:off x="4606894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67"/>
          <p:cNvSpPr/>
          <p:nvPr/>
        </p:nvSpPr>
        <p:spPr>
          <a:xfrm flipV="1">
            <a:off x="5134393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68"/>
          <p:cNvSpPr/>
          <p:nvPr/>
        </p:nvSpPr>
        <p:spPr>
          <a:xfrm flipV="1">
            <a:off x="5661892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69"/>
          <p:cNvSpPr/>
          <p:nvPr/>
        </p:nvSpPr>
        <p:spPr>
          <a:xfrm flipV="1">
            <a:off x="6189391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70"/>
          <p:cNvSpPr/>
          <p:nvPr/>
        </p:nvSpPr>
        <p:spPr>
          <a:xfrm>
            <a:off x="914400" y="5618147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71"/>
          <p:cNvSpPr/>
          <p:nvPr/>
        </p:nvSpPr>
        <p:spPr>
          <a:xfrm>
            <a:off x="914400" y="5090648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72"/>
          <p:cNvSpPr/>
          <p:nvPr/>
        </p:nvSpPr>
        <p:spPr>
          <a:xfrm>
            <a:off x="914400" y="4563149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73"/>
          <p:cNvSpPr/>
          <p:nvPr/>
        </p:nvSpPr>
        <p:spPr>
          <a:xfrm>
            <a:off x="914400" y="4035650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74"/>
          <p:cNvSpPr/>
          <p:nvPr/>
        </p:nvSpPr>
        <p:spPr>
          <a:xfrm>
            <a:off x="914400" y="3508150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75"/>
          <p:cNvSpPr/>
          <p:nvPr/>
        </p:nvSpPr>
        <p:spPr>
          <a:xfrm>
            <a:off x="914400" y="2980651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76"/>
          <p:cNvSpPr/>
          <p:nvPr/>
        </p:nvSpPr>
        <p:spPr>
          <a:xfrm>
            <a:off x="914400" y="2453152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77"/>
          <p:cNvSpPr/>
          <p:nvPr/>
        </p:nvSpPr>
        <p:spPr>
          <a:xfrm>
            <a:off x="914400" y="1925653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figure78" descr="모눈 위의 깃발과, 오른쪽으로 5칸 민 깃발: 모양과 방향은 같고 위치만 다름"/>
          <p:cNvSpPr/>
          <p:nvPr/>
        </p:nvSpPr>
        <p:spPr>
          <a:xfrm>
            <a:off x="1441899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79"/>
          <p:cNvSpPr/>
          <p:nvPr/>
        </p:nvSpPr>
        <p:spPr>
          <a:xfrm>
            <a:off x="4079394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80"/>
          <p:cNvSpPr/>
          <p:nvPr/>
        </p:nvSpPr>
        <p:spPr>
          <a:xfrm>
            <a:off x="1441899" y="4879648"/>
            <a:ext cx="26374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7" name="S03-label82"/>
          <p:cNvSpPr txBox="1"/>
          <p:nvPr/>
        </p:nvSpPr>
        <p:spPr>
          <a:xfrm>
            <a:off x="2455847" y="4963468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5칸</a:t>
            </a:r>
            <a:endParaRPr lang="ko-KR" sz="2400" dirty="0"/>
          </a:p>
        </p:txBody>
      </p:sp>
      <p:sp>
        <p:nvSpPr>
          <p:cNvPr id="28" name="S03-label84"/>
          <p:cNvSpPr txBox="1"/>
          <p:nvPr/>
        </p:nvSpPr>
        <p:spPr>
          <a:xfrm>
            <a:off x="1879580" y="236815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29" name="S03-label86"/>
          <p:cNvSpPr txBox="1"/>
          <p:nvPr/>
        </p:nvSpPr>
        <p:spPr>
          <a:xfrm>
            <a:off x="4471355" y="2368152"/>
            <a:ext cx="7985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 뒤</a:t>
            </a:r>
            <a:endParaRPr lang="ko-KR" sz="2400" dirty="0"/>
          </a:p>
        </p:txBody>
      </p:sp>
      <p:sp>
        <p:nvSpPr>
          <p:cNvPr id="30" name="S03-card87"/>
          <p:cNvSpPr/>
          <p:nvPr/>
        </p:nvSpPr>
        <p:spPr>
          <a:xfrm>
            <a:off x="6920911" y="2602230"/>
            <a:ext cx="4719401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3-cardtext88"/>
          <p:cNvSpPr txBox="1"/>
          <p:nvPr/>
        </p:nvSpPr>
        <p:spPr>
          <a:xfrm>
            <a:off x="7195231" y="2739390"/>
            <a:ext cx="4170761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크기는 그대로예요.</a:t>
            </a:r>
            <a:endParaRPr lang="ko-KR" sz="3000" dirty="0"/>
          </a:p>
        </p:txBody>
      </p:sp>
      <p:sp>
        <p:nvSpPr>
          <p:cNvPr id="32" name="S03-card89"/>
          <p:cNvSpPr/>
          <p:nvPr/>
        </p:nvSpPr>
        <p:spPr>
          <a:xfrm>
            <a:off x="6920911" y="4072890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3-cardtext90"/>
          <p:cNvSpPr txBox="1"/>
          <p:nvPr/>
        </p:nvSpPr>
        <p:spPr>
          <a:xfrm>
            <a:off x="7195231" y="4210050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뒤집기</a:t>
            </a:r>
            <a:endParaRPr lang="ko-KR" sz="4000" dirty="0"/>
          </a:p>
        </p:txBody>
      </p:sp>
      <p:sp>
        <p:nvSpPr>
          <p:cNvPr id="3" name="S04-card91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92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↔ 오른쪽</a:t>
            </a:r>
            <a:endParaRPr lang="ko-KR" sz="3000" dirty="0"/>
          </a:p>
        </p:txBody>
      </p:sp>
      <p:sp>
        <p:nvSpPr>
          <p:cNvPr id="5" name="S04-card93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94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↔ 아래쪽</a:t>
            </a:r>
            <a:endParaRPr lang="ko-KR" sz="3000" dirty="0"/>
          </a:p>
        </p:txBody>
      </p:sp>
      <p:sp>
        <p:nvSpPr>
          <p:cNvPr id="7" name="S04-mark95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4-mark96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4-mark97"/>
          <p:cNvSpPr/>
          <p:nvPr/>
        </p:nvSpPr>
        <p:spPr>
          <a:xfrm flipV="1">
            <a:off x="1286474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8"/>
          <p:cNvSpPr/>
          <p:nvPr/>
        </p:nvSpPr>
        <p:spPr>
          <a:xfrm flipV="1">
            <a:off x="167748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9"/>
          <p:cNvSpPr/>
          <p:nvPr/>
        </p:nvSpPr>
        <p:spPr>
          <a:xfrm flipV="1">
            <a:off x="206850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100"/>
          <p:cNvSpPr/>
          <p:nvPr/>
        </p:nvSpPr>
        <p:spPr>
          <a:xfrm flipV="1">
            <a:off x="24595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01"/>
          <p:cNvSpPr/>
          <p:nvPr/>
        </p:nvSpPr>
        <p:spPr>
          <a:xfrm flipV="1">
            <a:off x="285053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02"/>
          <p:cNvSpPr/>
          <p:nvPr/>
        </p:nvSpPr>
        <p:spPr>
          <a:xfrm flipV="1">
            <a:off x="324154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03"/>
          <p:cNvSpPr/>
          <p:nvPr/>
        </p:nvSpPr>
        <p:spPr>
          <a:xfrm flipV="1">
            <a:off x="363256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04"/>
          <p:cNvSpPr/>
          <p:nvPr/>
        </p:nvSpPr>
        <p:spPr>
          <a:xfrm flipV="1">
            <a:off x="402357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05"/>
          <p:cNvSpPr/>
          <p:nvPr/>
        </p:nvSpPr>
        <p:spPr>
          <a:xfrm flipV="1">
            <a:off x="441459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06"/>
          <p:cNvSpPr/>
          <p:nvPr/>
        </p:nvSpPr>
        <p:spPr>
          <a:xfrm flipV="1">
            <a:off x="4805607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107"/>
          <p:cNvSpPr/>
          <p:nvPr/>
        </p:nvSpPr>
        <p:spPr>
          <a:xfrm flipV="1">
            <a:off x="5196622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108"/>
          <p:cNvSpPr/>
          <p:nvPr/>
        </p:nvSpPr>
        <p:spPr>
          <a:xfrm>
            <a:off x="1286474" y="415442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109"/>
          <p:cNvSpPr/>
          <p:nvPr/>
        </p:nvSpPr>
        <p:spPr>
          <a:xfrm>
            <a:off x="1286474" y="376340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110"/>
          <p:cNvSpPr/>
          <p:nvPr/>
        </p:nvSpPr>
        <p:spPr>
          <a:xfrm>
            <a:off x="1286474" y="337239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111"/>
          <p:cNvSpPr/>
          <p:nvPr/>
        </p:nvSpPr>
        <p:spPr>
          <a:xfrm>
            <a:off x="1286474" y="298137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mark112"/>
          <p:cNvSpPr/>
          <p:nvPr/>
        </p:nvSpPr>
        <p:spPr>
          <a:xfrm>
            <a:off x="1286474" y="259036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4-mark113"/>
          <p:cNvSpPr/>
          <p:nvPr/>
        </p:nvSpPr>
        <p:spPr>
          <a:xfrm>
            <a:off x="1286474" y="219935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4-mark114"/>
          <p:cNvSpPr/>
          <p:nvPr/>
        </p:nvSpPr>
        <p:spPr>
          <a:xfrm>
            <a:off x="1286474" y="180833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4-mark115"/>
          <p:cNvSpPr/>
          <p:nvPr/>
        </p:nvSpPr>
        <p:spPr>
          <a:xfrm>
            <a:off x="1286474" y="141732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4-figure116" descr="깃발을 세로 점선을 기준으로 오른쪽으로 뒤집음: 깃발이 오른쪽을 향하던 것이 왼쪽을 향함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17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18"/>
          <p:cNvSpPr/>
          <p:nvPr/>
        </p:nvSpPr>
        <p:spPr>
          <a:xfrm flipV="1">
            <a:off x="3241548" y="2003842"/>
            <a:ext cx="0" cy="156405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1" name="S04-label119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뒤집기</a:t>
            </a:r>
            <a:endParaRPr lang="ko-KR" sz="2400" dirty="0"/>
          </a:p>
        </p:txBody>
      </p:sp>
      <p:sp>
        <p:nvSpPr>
          <p:cNvPr id="32" name="S04-mark120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4-mark121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4-mark122"/>
          <p:cNvSpPr/>
          <p:nvPr/>
        </p:nvSpPr>
        <p:spPr>
          <a:xfrm flipV="1">
            <a:off x="79894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123"/>
          <p:cNvSpPr/>
          <p:nvPr/>
        </p:nvSpPr>
        <p:spPr>
          <a:xfrm flipV="1">
            <a:off x="826312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124"/>
          <p:cNvSpPr/>
          <p:nvPr/>
        </p:nvSpPr>
        <p:spPr>
          <a:xfrm flipV="1">
            <a:off x="853683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125"/>
          <p:cNvSpPr/>
          <p:nvPr/>
        </p:nvSpPr>
        <p:spPr>
          <a:xfrm flipV="1">
            <a:off x="881054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126"/>
          <p:cNvSpPr/>
          <p:nvPr/>
        </p:nvSpPr>
        <p:spPr>
          <a:xfrm flipV="1">
            <a:off x="908425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127"/>
          <p:cNvSpPr/>
          <p:nvPr/>
        </p:nvSpPr>
        <p:spPr>
          <a:xfrm flipV="1">
            <a:off x="935797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128"/>
          <p:cNvSpPr/>
          <p:nvPr/>
        </p:nvSpPr>
        <p:spPr>
          <a:xfrm flipV="1">
            <a:off x="963168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129"/>
          <p:cNvSpPr/>
          <p:nvPr/>
        </p:nvSpPr>
        <p:spPr>
          <a:xfrm flipV="1">
            <a:off x="990539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130"/>
          <p:cNvSpPr/>
          <p:nvPr/>
        </p:nvSpPr>
        <p:spPr>
          <a:xfrm>
            <a:off x="7989418" y="415442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131"/>
          <p:cNvSpPr/>
          <p:nvPr/>
        </p:nvSpPr>
        <p:spPr>
          <a:xfrm>
            <a:off x="7989418" y="388071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132"/>
          <p:cNvSpPr/>
          <p:nvPr/>
        </p:nvSpPr>
        <p:spPr>
          <a:xfrm>
            <a:off x="7989418" y="360700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4-mark133"/>
          <p:cNvSpPr/>
          <p:nvPr/>
        </p:nvSpPr>
        <p:spPr>
          <a:xfrm>
            <a:off x="7989418" y="333329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4-mark134"/>
          <p:cNvSpPr/>
          <p:nvPr/>
        </p:nvSpPr>
        <p:spPr>
          <a:xfrm>
            <a:off x="7989418" y="305958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4-mark135"/>
          <p:cNvSpPr/>
          <p:nvPr/>
        </p:nvSpPr>
        <p:spPr>
          <a:xfrm>
            <a:off x="7989418" y="278587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4-mark136"/>
          <p:cNvSpPr/>
          <p:nvPr/>
        </p:nvSpPr>
        <p:spPr>
          <a:xfrm>
            <a:off x="7989418" y="251216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4-mark137"/>
          <p:cNvSpPr/>
          <p:nvPr/>
        </p:nvSpPr>
        <p:spPr>
          <a:xfrm>
            <a:off x="7989418" y="223845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4-mark138"/>
          <p:cNvSpPr/>
          <p:nvPr/>
        </p:nvSpPr>
        <p:spPr>
          <a:xfrm>
            <a:off x="7989418" y="196474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4-mark139"/>
          <p:cNvSpPr/>
          <p:nvPr/>
        </p:nvSpPr>
        <p:spPr>
          <a:xfrm>
            <a:off x="7989418" y="169103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4-mark140"/>
          <p:cNvSpPr/>
          <p:nvPr/>
        </p:nvSpPr>
        <p:spPr>
          <a:xfrm>
            <a:off x="7989418" y="141732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4-figure141" descr="깃발을 가로 점선을 기준으로 아래쪽으로 뒤집음: 깃발이 위쪽에 있던 것이 아래쪽에 있음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4" name="S04-mark142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5" name="S04-mark143"/>
          <p:cNvSpPr/>
          <p:nvPr/>
        </p:nvSpPr>
        <p:spPr>
          <a:xfrm>
            <a:off x="8399983" y="2785872"/>
            <a:ext cx="1094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6" name="S04-label144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뒤집으면?</a:t>
            </a:r>
            <a:endParaRPr lang="ko-KR" sz="4000" dirty="0"/>
          </a:p>
        </p:txBody>
      </p:sp>
      <p:sp>
        <p:nvSpPr>
          <p:cNvPr id="3" name="S05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뒤집은 모양을 고르고, 까닭을 말해요.</a:t>
            </a:r>
            <a:endParaRPr lang="ko-KR" sz="3000" dirty="0"/>
          </a:p>
        </p:txBody>
      </p:sp>
      <p:sp>
        <p:nvSpPr>
          <p:cNvPr id="5" name="S05-chip14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05-mark148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5-mark149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50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51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52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53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54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55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56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figure157" descr="처음 깃발: 깃대는 위를 향하고 깃발은 위쪽에서 오른쪽을 향함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158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05-chip15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05-mark160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05-mark161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62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63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64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65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66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67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68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figure169" descr="가: 깃발이 아래쪽에서 오른쪽을 향함(위·아래가 바뀜)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5-label170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05-chip17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05-mark172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05-mark173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74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75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76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77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78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mark179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5-mark180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5-figure181" descr="나: 깃발이 아래쪽에서 왼쪽을 향함(180° 돌림)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label182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05-chip183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05-mark184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05-mark185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5-mark186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5-mark187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5-mark188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5-mark189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5-mark190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5-mark191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5-mark192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5-figure193" descr="다: 깃발이 위쪽에서 왼쪽을 향함(왼쪽·오른쪽이 바뀜)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05-label194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위쪽으로 뒤집었어요.</a:t>
            </a:r>
            <a:endParaRPr lang="ko-KR" sz="3000" dirty="0"/>
          </a:p>
        </p:txBody>
      </p:sp>
      <p:sp>
        <p:nvSpPr>
          <p:cNvPr id="5" name="S06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무엇이 바뀌는지 말해요.</a:t>
            </a:r>
            <a:endParaRPr lang="ko-KR" sz="3000" dirty="0"/>
          </a:p>
        </p:txBody>
      </p:sp>
      <p:sp>
        <p:nvSpPr>
          <p:cNvPr id="7" name="S06-chip1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6-mark200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6-mark201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02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03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04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05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06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07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08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figure209" descr="토끼의 답: 깃발이 위쪽에서 왼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6-text210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왼쪽과 오른쪽을 바꿨어요.</a:t>
            </a:r>
            <a:endParaRPr lang="ko-KR" sz="2400" dirty="0"/>
          </a:p>
        </p:txBody>
      </p:sp>
      <p:sp>
        <p:nvSpPr>
          <p:cNvPr id="19" name="S06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0" name="S06-mark212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6-mark213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mark214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6-mark215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6-mark216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6-mark217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6-mark218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6-mark219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6-mark220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6-figure221" descr="곰의 답: 깃발이 아래쪽에서 오른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6-text222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아래쪽을 바꿨어요.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07-text2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ㄱ을 누르고 시곗바늘 방향으로 돌려요.</a:t>
            </a:r>
            <a:endParaRPr lang="ko-KR" sz="3000" dirty="0"/>
          </a:p>
        </p:txBody>
      </p:sp>
      <p:sp>
        <p:nvSpPr>
          <p:cNvPr id="4" name="S07-mark224"/>
          <p:cNvSpPr/>
          <p:nvPr/>
        </p:nvSpPr>
        <p:spPr>
          <a:xfrm>
            <a:off x="2535174" y="3072384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1042416"/>
                </a:moveTo>
                <a:lnTo>
                  <a:pt x="347472" y="1042416"/>
                </a:lnTo>
                <a:lnTo>
                  <a:pt x="347472" y="694944"/>
                </a:lnTo>
                <a:lnTo>
                  <a:pt x="1042416" y="347472"/>
                </a:lnTo>
                <a:lnTo>
                  <a:pt x="34747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7-mark225"/>
          <p:cNvSpPr/>
          <p:nvPr/>
        </p:nvSpPr>
        <p:spPr>
          <a:xfrm>
            <a:off x="2535174" y="4114800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0"/>
                </a:moveTo>
                <a:lnTo>
                  <a:pt x="0" y="347472"/>
                </a:lnTo>
                <a:lnTo>
                  <a:pt x="347472" y="347472"/>
                </a:lnTo>
                <a:lnTo>
                  <a:pt x="694944" y="1042416"/>
                </a:lnTo>
                <a:lnTo>
                  <a:pt x="1042416" y="347472"/>
                </a:lnTo>
                <a:lnTo>
                  <a:pt x="1042416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07-mark226"/>
          <p:cNvSpPr/>
          <p:nvPr/>
        </p:nvSpPr>
        <p:spPr>
          <a:xfrm flipV="1">
            <a:off x="2187702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227"/>
          <p:cNvSpPr/>
          <p:nvPr/>
        </p:nvSpPr>
        <p:spPr>
          <a:xfrm flipV="1">
            <a:off x="2535174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228"/>
          <p:cNvSpPr/>
          <p:nvPr/>
        </p:nvSpPr>
        <p:spPr>
          <a:xfrm flipV="1">
            <a:off x="2882646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229"/>
          <p:cNvSpPr/>
          <p:nvPr/>
        </p:nvSpPr>
        <p:spPr>
          <a:xfrm flipV="1">
            <a:off x="32301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230"/>
          <p:cNvSpPr/>
          <p:nvPr/>
        </p:nvSpPr>
        <p:spPr>
          <a:xfrm flipV="1">
            <a:off x="3577590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231"/>
          <p:cNvSpPr/>
          <p:nvPr/>
        </p:nvSpPr>
        <p:spPr>
          <a:xfrm flipV="1">
            <a:off x="3925062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232"/>
          <p:cNvSpPr/>
          <p:nvPr/>
        </p:nvSpPr>
        <p:spPr>
          <a:xfrm flipV="1">
            <a:off x="4272534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233"/>
          <p:cNvSpPr/>
          <p:nvPr/>
        </p:nvSpPr>
        <p:spPr>
          <a:xfrm>
            <a:off x="2187702" y="585216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234"/>
          <p:cNvSpPr/>
          <p:nvPr/>
        </p:nvSpPr>
        <p:spPr>
          <a:xfrm>
            <a:off x="2187702" y="5504688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235"/>
          <p:cNvSpPr/>
          <p:nvPr/>
        </p:nvSpPr>
        <p:spPr>
          <a:xfrm>
            <a:off x="2187702" y="5157216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236"/>
          <p:cNvSpPr/>
          <p:nvPr/>
        </p:nvSpPr>
        <p:spPr>
          <a:xfrm>
            <a:off x="2187702" y="4809744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237"/>
          <p:cNvSpPr/>
          <p:nvPr/>
        </p:nvSpPr>
        <p:spPr>
          <a:xfrm>
            <a:off x="2187702" y="4462272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238"/>
          <p:cNvSpPr/>
          <p:nvPr/>
        </p:nvSpPr>
        <p:spPr>
          <a:xfrm>
            <a:off x="2187702" y="411480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239"/>
          <p:cNvSpPr/>
          <p:nvPr/>
        </p:nvSpPr>
        <p:spPr>
          <a:xfrm>
            <a:off x="2187702" y="3767328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240"/>
          <p:cNvSpPr/>
          <p:nvPr/>
        </p:nvSpPr>
        <p:spPr>
          <a:xfrm>
            <a:off x="2187702" y="3419856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mark241"/>
          <p:cNvSpPr/>
          <p:nvPr/>
        </p:nvSpPr>
        <p:spPr>
          <a:xfrm>
            <a:off x="2187702" y="3072384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7-mark242"/>
          <p:cNvSpPr/>
          <p:nvPr/>
        </p:nvSpPr>
        <p:spPr>
          <a:xfrm>
            <a:off x="2187702" y="2724912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7-mark243"/>
          <p:cNvSpPr/>
          <p:nvPr/>
        </p:nvSpPr>
        <p:spPr>
          <a:xfrm>
            <a:off x="2187702" y="237744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7-figure244" descr="점 ㄱ을 중심으로 깃발을 시계 방향으로 90° 돌림: 위쪽을 향하던 깃대가 오른쪽을 향하고, 깃발이 아래쪽을 가리킴"/>
          <p:cNvSpPr/>
          <p:nvPr/>
        </p:nvSpPr>
        <p:spPr>
          <a:xfrm>
            <a:off x="2535174" y="3072384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1042416"/>
                </a:moveTo>
                <a:lnTo>
                  <a:pt x="347472" y="1042416"/>
                </a:lnTo>
                <a:lnTo>
                  <a:pt x="347472" y="694944"/>
                </a:lnTo>
                <a:lnTo>
                  <a:pt x="1042416" y="347472"/>
                </a:lnTo>
                <a:lnTo>
                  <a:pt x="34747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7-mark245"/>
          <p:cNvSpPr/>
          <p:nvPr/>
        </p:nvSpPr>
        <p:spPr>
          <a:xfrm>
            <a:off x="2535174" y="4114800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0"/>
                </a:moveTo>
                <a:lnTo>
                  <a:pt x="0" y="347472"/>
                </a:lnTo>
                <a:lnTo>
                  <a:pt x="347472" y="347472"/>
                </a:lnTo>
                <a:lnTo>
                  <a:pt x="694944" y="1042416"/>
                </a:lnTo>
                <a:lnTo>
                  <a:pt x="1042416" y="347472"/>
                </a:lnTo>
                <a:lnTo>
                  <a:pt x="10424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46"/>
          <p:cNvSpPr/>
          <p:nvPr/>
        </p:nvSpPr>
        <p:spPr>
          <a:xfrm>
            <a:off x="2535174" y="3836822"/>
            <a:ext cx="277978" cy="277978"/>
          </a:xfrm>
          <a:custGeom>
            <a:avLst/>
            <a:gdLst/>
            <a:ahLst/>
            <a:cxnLst/>
            <a:rect l="l" t="t" r="r" b="b"/>
            <a:pathLst>
              <a:path w="277978" h="277978">
                <a:moveTo>
                  <a:pt x="0" y="277978"/>
                </a:moveTo>
                <a:lnTo>
                  <a:pt x="277978" y="277978"/>
                </a:lnTo>
                <a:lnTo>
                  <a:pt x="277382" y="259797"/>
                </a:lnTo>
                <a:lnTo>
                  <a:pt x="275599" y="241694"/>
                </a:lnTo>
                <a:lnTo>
                  <a:pt x="272636" y="223747"/>
                </a:lnTo>
                <a:lnTo>
                  <a:pt x="268506" y="206032"/>
                </a:lnTo>
                <a:lnTo>
                  <a:pt x="263225" y="188625"/>
                </a:lnTo>
                <a:lnTo>
                  <a:pt x="256818" y="171600"/>
                </a:lnTo>
                <a:lnTo>
                  <a:pt x="249311" y="155031"/>
                </a:lnTo>
                <a:lnTo>
                  <a:pt x="240736" y="138989"/>
                </a:lnTo>
                <a:lnTo>
                  <a:pt x="231130" y="123542"/>
                </a:lnTo>
                <a:lnTo>
                  <a:pt x="220534" y="108756"/>
                </a:lnTo>
                <a:lnTo>
                  <a:pt x="208995" y="94694"/>
                </a:lnTo>
                <a:lnTo>
                  <a:pt x="196560" y="81418"/>
                </a:lnTo>
                <a:lnTo>
                  <a:pt x="183283" y="68983"/>
                </a:lnTo>
                <a:lnTo>
                  <a:pt x="169222" y="57443"/>
                </a:lnTo>
                <a:lnTo>
                  <a:pt x="154436" y="46848"/>
                </a:lnTo>
                <a:lnTo>
                  <a:pt x="138989" y="37242"/>
                </a:lnTo>
                <a:lnTo>
                  <a:pt x="122946" y="28667"/>
                </a:lnTo>
                <a:lnTo>
                  <a:pt x="106377" y="21160"/>
                </a:lnTo>
                <a:lnTo>
                  <a:pt x="89353" y="14752"/>
                </a:lnTo>
                <a:lnTo>
                  <a:pt x="71946" y="9472"/>
                </a:lnTo>
                <a:lnTo>
                  <a:pt x="54231" y="5341"/>
                </a:lnTo>
                <a:lnTo>
                  <a:pt x="36283" y="2378"/>
                </a:lnTo>
                <a:lnTo>
                  <a:pt x="18181" y="595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7" name="S07-mark247"/>
          <p:cNvSpPr/>
          <p:nvPr/>
        </p:nvSpPr>
        <p:spPr>
          <a:xfrm>
            <a:off x="2475738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label249"/>
          <p:cNvSpPr txBox="1"/>
          <p:nvPr/>
        </p:nvSpPr>
        <p:spPr>
          <a:xfrm>
            <a:off x="2108753" y="40332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29" name="S07-label251"/>
          <p:cNvSpPr txBox="1"/>
          <p:nvPr/>
        </p:nvSpPr>
        <p:spPr>
          <a:xfrm>
            <a:off x="2737561" y="263865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30" name="S07-label253"/>
          <p:cNvSpPr txBox="1"/>
          <p:nvPr/>
        </p:nvSpPr>
        <p:spPr>
          <a:xfrm>
            <a:off x="3133192" y="5209946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뒤</a:t>
            </a:r>
            <a:endParaRPr lang="ko-KR" sz="2400" dirty="0"/>
          </a:p>
        </p:txBody>
      </p:sp>
      <p:sp>
        <p:nvSpPr>
          <p:cNvPr id="31" name="S07-card254"/>
          <p:cNvSpPr/>
          <p:nvPr/>
        </p:nvSpPr>
        <p:spPr>
          <a:xfrm>
            <a:off x="6277356" y="2750058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7-cardtext255"/>
          <p:cNvSpPr txBox="1"/>
          <p:nvPr/>
        </p:nvSpPr>
        <p:spPr>
          <a:xfrm>
            <a:off x="6551676" y="2887218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 90°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오른쪽으로 가요.</a:t>
            </a:r>
            <a:endParaRPr lang="ko-KR" sz="3000" dirty="0"/>
          </a:p>
        </p:txBody>
      </p:sp>
      <p:sp>
        <p:nvSpPr>
          <p:cNvPr id="33" name="S07-card256"/>
          <p:cNvSpPr/>
          <p:nvPr/>
        </p:nvSpPr>
        <p:spPr>
          <a:xfrm>
            <a:off x="6277356" y="4220718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7-cardtext257"/>
          <p:cNvSpPr txBox="1"/>
          <p:nvPr/>
        </p:nvSpPr>
        <p:spPr>
          <a:xfrm>
            <a:off x="6551676" y="4357878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오른쪽은 아래쪽으로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180°, 반대 방향 90°</a:t>
            </a:r>
            <a:endParaRPr lang="ko-KR" sz="4000" dirty="0"/>
          </a:p>
        </p:txBody>
      </p:sp>
      <p:sp>
        <p:nvSpPr>
          <p:cNvPr id="3" name="S08-card258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59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180°: 위↔아래,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왼쪽↔오른쪽이 모두 바뀌어요.</a:t>
            </a:r>
            <a:endParaRPr lang="ko-KR" sz="3000" dirty="0"/>
          </a:p>
        </p:txBody>
      </p:sp>
      <p:sp>
        <p:nvSpPr>
          <p:cNvPr id="5" name="S08-card260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61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 90°: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왼쪽으로 가요.</a:t>
            </a:r>
            <a:endParaRPr lang="ko-KR" sz="3000" dirty="0"/>
          </a:p>
        </p:txBody>
      </p:sp>
      <p:sp>
        <p:nvSpPr>
          <p:cNvPr id="7" name="S08-mark262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63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8-mark264"/>
          <p:cNvSpPr/>
          <p:nvPr/>
        </p:nvSpPr>
        <p:spPr>
          <a:xfrm flipV="1">
            <a:off x="237972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65"/>
          <p:cNvSpPr/>
          <p:nvPr/>
        </p:nvSpPr>
        <p:spPr>
          <a:xfrm flipV="1">
            <a:off x="259518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66"/>
          <p:cNvSpPr/>
          <p:nvPr/>
        </p:nvSpPr>
        <p:spPr>
          <a:xfrm flipV="1">
            <a:off x="2810637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67"/>
          <p:cNvSpPr/>
          <p:nvPr/>
        </p:nvSpPr>
        <p:spPr>
          <a:xfrm flipV="1">
            <a:off x="302609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68"/>
          <p:cNvSpPr/>
          <p:nvPr/>
        </p:nvSpPr>
        <p:spPr>
          <a:xfrm flipV="1">
            <a:off x="324154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69"/>
          <p:cNvSpPr/>
          <p:nvPr/>
        </p:nvSpPr>
        <p:spPr>
          <a:xfrm flipV="1">
            <a:off x="34570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70"/>
          <p:cNvSpPr/>
          <p:nvPr/>
        </p:nvSpPr>
        <p:spPr>
          <a:xfrm flipV="1">
            <a:off x="367245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71"/>
          <p:cNvSpPr/>
          <p:nvPr/>
        </p:nvSpPr>
        <p:spPr>
          <a:xfrm flipV="1">
            <a:off x="388791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72"/>
          <p:cNvSpPr/>
          <p:nvPr/>
        </p:nvSpPr>
        <p:spPr>
          <a:xfrm flipV="1">
            <a:off x="410337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73"/>
          <p:cNvSpPr/>
          <p:nvPr/>
        </p:nvSpPr>
        <p:spPr>
          <a:xfrm>
            <a:off x="2379726" y="3415284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74"/>
          <p:cNvSpPr/>
          <p:nvPr/>
        </p:nvSpPr>
        <p:spPr>
          <a:xfrm>
            <a:off x="2379726" y="3199828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75"/>
          <p:cNvSpPr/>
          <p:nvPr/>
        </p:nvSpPr>
        <p:spPr>
          <a:xfrm>
            <a:off x="2379726" y="2984373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76"/>
          <p:cNvSpPr/>
          <p:nvPr/>
        </p:nvSpPr>
        <p:spPr>
          <a:xfrm>
            <a:off x="2379726" y="276891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77"/>
          <p:cNvSpPr/>
          <p:nvPr/>
        </p:nvSpPr>
        <p:spPr>
          <a:xfrm>
            <a:off x="2379726" y="2553462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78"/>
          <p:cNvSpPr/>
          <p:nvPr/>
        </p:nvSpPr>
        <p:spPr>
          <a:xfrm>
            <a:off x="2379726" y="233800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79"/>
          <p:cNvSpPr/>
          <p:nvPr/>
        </p:nvSpPr>
        <p:spPr>
          <a:xfrm>
            <a:off x="2379726" y="2122551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80"/>
          <p:cNvSpPr/>
          <p:nvPr/>
        </p:nvSpPr>
        <p:spPr>
          <a:xfrm>
            <a:off x="2379726" y="1907095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81"/>
          <p:cNvSpPr/>
          <p:nvPr/>
        </p:nvSpPr>
        <p:spPr>
          <a:xfrm>
            <a:off x="2379726" y="1691640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figure282" descr="점 ㄱ을 중심으로 깃발을 시계 방향으로 180° 돌림: 깃대가 아래를 향하고 깃발이 왼쪽을 가리킴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8-mark283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8-mark284"/>
          <p:cNvSpPr/>
          <p:nvPr/>
        </p:nvSpPr>
        <p:spPr>
          <a:xfrm>
            <a:off x="3182112" y="249402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label286"/>
          <p:cNvSpPr txBox="1"/>
          <p:nvPr/>
        </p:nvSpPr>
        <p:spPr>
          <a:xfrm>
            <a:off x="3159969" y="247188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1" name="S08-label287"/>
          <p:cNvSpPr txBox="1"/>
          <p:nvPr/>
        </p:nvSpPr>
        <p:spPr>
          <a:xfrm>
            <a:off x="548640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180°</a:t>
            </a:r>
            <a:endParaRPr lang="ko-KR" sz="2400" dirty="0"/>
          </a:p>
        </p:txBody>
      </p:sp>
      <p:sp>
        <p:nvSpPr>
          <p:cNvPr id="32" name="S08-mark288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8-mark289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8-mark290"/>
          <p:cNvSpPr/>
          <p:nvPr/>
        </p:nvSpPr>
        <p:spPr>
          <a:xfrm flipV="1">
            <a:off x="756848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91"/>
          <p:cNvSpPr/>
          <p:nvPr/>
        </p:nvSpPr>
        <p:spPr>
          <a:xfrm flipV="1">
            <a:off x="791321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92"/>
          <p:cNvSpPr/>
          <p:nvPr/>
        </p:nvSpPr>
        <p:spPr>
          <a:xfrm flipV="1">
            <a:off x="825794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mark293"/>
          <p:cNvSpPr/>
          <p:nvPr/>
        </p:nvSpPr>
        <p:spPr>
          <a:xfrm flipV="1">
            <a:off x="860267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8-mark294"/>
          <p:cNvSpPr/>
          <p:nvPr/>
        </p:nvSpPr>
        <p:spPr>
          <a:xfrm flipV="1">
            <a:off x="89474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8-mark295"/>
          <p:cNvSpPr/>
          <p:nvPr/>
        </p:nvSpPr>
        <p:spPr>
          <a:xfrm flipV="1">
            <a:off x="929213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8-mark296"/>
          <p:cNvSpPr/>
          <p:nvPr/>
        </p:nvSpPr>
        <p:spPr>
          <a:xfrm flipV="1">
            <a:off x="963686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8-mark297"/>
          <p:cNvSpPr/>
          <p:nvPr/>
        </p:nvSpPr>
        <p:spPr>
          <a:xfrm flipV="1">
            <a:off x="998159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8-mark298"/>
          <p:cNvSpPr/>
          <p:nvPr/>
        </p:nvSpPr>
        <p:spPr>
          <a:xfrm flipV="1">
            <a:off x="1032631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8-mark299"/>
          <p:cNvSpPr/>
          <p:nvPr/>
        </p:nvSpPr>
        <p:spPr>
          <a:xfrm>
            <a:off x="7568489" y="3415284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8-mark300"/>
          <p:cNvSpPr/>
          <p:nvPr/>
        </p:nvSpPr>
        <p:spPr>
          <a:xfrm>
            <a:off x="7568489" y="3070555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8-mark301"/>
          <p:cNvSpPr/>
          <p:nvPr/>
        </p:nvSpPr>
        <p:spPr>
          <a:xfrm>
            <a:off x="7568489" y="2725826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8-mark302"/>
          <p:cNvSpPr/>
          <p:nvPr/>
        </p:nvSpPr>
        <p:spPr>
          <a:xfrm>
            <a:off x="7568489" y="2381098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8-mark303"/>
          <p:cNvSpPr/>
          <p:nvPr/>
        </p:nvSpPr>
        <p:spPr>
          <a:xfrm>
            <a:off x="7568489" y="2036369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8-mark304"/>
          <p:cNvSpPr/>
          <p:nvPr/>
        </p:nvSpPr>
        <p:spPr>
          <a:xfrm>
            <a:off x="7568489" y="1691640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8-figure305" descr="점 ㄱ을 중심으로 깃발을 시계 반대 방향으로 90° 돌림: 깃대가 왼쪽을 향하고 깃발이 위쪽을 가리킴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0" name="S08-mark306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08-mark307"/>
          <p:cNvSpPr/>
          <p:nvPr/>
        </p:nvSpPr>
        <p:spPr>
          <a:xfrm>
            <a:off x="8887968" y="30111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8-label309"/>
          <p:cNvSpPr txBox="1"/>
          <p:nvPr/>
        </p:nvSpPr>
        <p:spPr>
          <a:xfrm>
            <a:off x="8865825" y="298897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53" name="S08-label310"/>
          <p:cNvSpPr txBox="1"/>
          <p:nvPr/>
        </p:nvSpPr>
        <p:spPr>
          <a:xfrm>
            <a:off x="6254496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방향으로 90°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모양일까요?</a:t>
            </a:r>
            <a:endParaRPr lang="ko-KR" sz="4000" dirty="0"/>
          </a:p>
        </p:txBody>
      </p:sp>
      <p:sp>
        <p:nvSpPr>
          <p:cNvPr id="3" name="S09-card3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두 가지로 움직였어요.</a:t>
            </a:r>
            <a:endParaRPr lang="ko-KR" sz="3000" dirty="0"/>
          </a:p>
        </p:txBody>
      </p:sp>
      <p:sp>
        <p:nvSpPr>
          <p:cNvPr id="5" name="S09-card3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3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모양은 같을까요? 다른 점을 말해요.</a:t>
            </a:r>
            <a:endParaRPr lang="ko-KR" sz="3000" dirty="0"/>
          </a:p>
        </p:txBody>
      </p:sp>
      <p:sp>
        <p:nvSpPr>
          <p:cNvPr id="7" name="S09-chip31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8" name="S09-mark316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9-mark317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318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319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320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321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322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323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324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figure325" descr="아래쪽으로 뒤집은 깃발: 깃발이 아래쪽에서 오른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326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아래쪽이 바뀌었어요.</a:t>
            </a:r>
            <a:endParaRPr lang="ko-KR" sz="2400" dirty="0"/>
          </a:p>
        </p:txBody>
      </p:sp>
      <p:sp>
        <p:nvSpPr>
          <p:cNvPr id="19" name="S09-chip3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돌리기</a:t>
            </a:r>
            <a:endParaRPr lang="ko-KR" sz="2400" dirty="0"/>
          </a:p>
        </p:txBody>
      </p:sp>
      <p:sp>
        <p:nvSpPr>
          <p:cNvPr id="20" name="S09-mark328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9-mark329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9-mark330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331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332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333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334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335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336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figure337" descr="180° 돌린 깃발: 깃발이 아래쪽에서 왼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9-text338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깃발이 어느 쪽을 가리키나요?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10-card3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 돌린 모양을 고르고, 까닭을 말해요.</a:t>
            </a:r>
            <a:endParaRPr lang="ko-KR" sz="3000" dirty="0"/>
          </a:p>
        </p:txBody>
      </p:sp>
      <p:sp>
        <p:nvSpPr>
          <p:cNvPr id="5" name="S10-chip34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10-mark342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0-mark343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344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345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346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347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348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349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350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figure351" descr="처음 깃발: 깃대는 위를 향하고 깃발은 오른쪽을 가리킴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10-label352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10-chip35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10-mark354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10-mark355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356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357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358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359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360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361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362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figure363" descr="가: 깃대가 왼쪽을 향하고 깃발이 위쪽을 가리킴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10-label364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10-chip36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10-mark366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10-mark367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368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69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70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71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72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mark373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0-mark374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0-figure375" descr="나: 깃대가 오른쪽을 향하고 깃발이 아래쪽을 가리킴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label376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10-chip37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10-mark378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10-mark379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0-mark380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0-mark381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0-mark382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0-mark383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0-mark384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0-mark385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0-mark386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0-figure387" descr="다: 깃대가 아래를 향하고 깃발이 왼쪽을 가리킴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10-label388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도형을 움직인 것을 찾아요.</a:t>
            </a:r>
            <a:endParaRPr lang="ko-KR" sz="3000" dirty="0"/>
          </a:p>
        </p:txBody>
      </p:sp>
      <p:sp>
        <p:nvSpPr>
          <p:cNvPr id="4" name="S11-mark390"/>
          <p:cNvSpPr/>
          <p:nvPr/>
        </p:nvSpPr>
        <p:spPr>
          <a:xfrm>
            <a:off x="6738801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1-mark391"/>
          <p:cNvSpPr/>
          <p:nvPr/>
        </p:nvSpPr>
        <p:spPr>
          <a:xfrm>
            <a:off x="8588829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11-mark392"/>
          <p:cNvSpPr/>
          <p:nvPr/>
        </p:nvSpPr>
        <p:spPr>
          <a:xfrm>
            <a:off x="10068850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11-mark393"/>
          <p:cNvSpPr/>
          <p:nvPr/>
        </p:nvSpPr>
        <p:spPr>
          <a:xfrm>
            <a:off x="7108807" y="4484805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8" name="S11-mark394"/>
          <p:cNvSpPr/>
          <p:nvPr/>
        </p:nvSpPr>
        <p:spPr>
          <a:xfrm>
            <a:off x="8958834" y="4484805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11-mark395"/>
          <p:cNvSpPr/>
          <p:nvPr/>
        </p:nvSpPr>
        <p:spPr>
          <a:xfrm flipV="1">
            <a:off x="6368796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396"/>
          <p:cNvSpPr/>
          <p:nvPr/>
        </p:nvSpPr>
        <p:spPr>
          <a:xfrm flipV="1">
            <a:off x="6738801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397"/>
          <p:cNvSpPr/>
          <p:nvPr/>
        </p:nvSpPr>
        <p:spPr>
          <a:xfrm flipV="1">
            <a:off x="7108807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398"/>
          <p:cNvSpPr/>
          <p:nvPr/>
        </p:nvSpPr>
        <p:spPr>
          <a:xfrm flipV="1">
            <a:off x="7478812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399"/>
          <p:cNvSpPr/>
          <p:nvPr/>
        </p:nvSpPr>
        <p:spPr>
          <a:xfrm flipV="1">
            <a:off x="7848818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400"/>
          <p:cNvSpPr/>
          <p:nvPr/>
        </p:nvSpPr>
        <p:spPr>
          <a:xfrm flipV="1">
            <a:off x="8218823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401"/>
          <p:cNvSpPr/>
          <p:nvPr/>
        </p:nvSpPr>
        <p:spPr>
          <a:xfrm flipV="1">
            <a:off x="8588829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402"/>
          <p:cNvSpPr/>
          <p:nvPr/>
        </p:nvSpPr>
        <p:spPr>
          <a:xfrm flipV="1">
            <a:off x="8958834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403"/>
          <p:cNvSpPr/>
          <p:nvPr/>
        </p:nvSpPr>
        <p:spPr>
          <a:xfrm flipV="1">
            <a:off x="9328839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404"/>
          <p:cNvSpPr/>
          <p:nvPr/>
        </p:nvSpPr>
        <p:spPr>
          <a:xfrm flipV="1">
            <a:off x="9698845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405"/>
          <p:cNvSpPr/>
          <p:nvPr/>
        </p:nvSpPr>
        <p:spPr>
          <a:xfrm flipV="1">
            <a:off x="10068850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406"/>
          <p:cNvSpPr/>
          <p:nvPr/>
        </p:nvSpPr>
        <p:spPr>
          <a:xfrm flipV="1">
            <a:off x="10438856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407"/>
          <p:cNvSpPr/>
          <p:nvPr/>
        </p:nvSpPr>
        <p:spPr>
          <a:xfrm flipV="1">
            <a:off x="10808861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408"/>
          <p:cNvSpPr/>
          <p:nvPr/>
        </p:nvSpPr>
        <p:spPr>
          <a:xfrm flipV="1">
            <a:off x="11178867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409"/>
          <p:cNvSpPr/>
          <p:nvPr/>
        </p:nvSpPr>
        <p:spPr>
          <a:xfrm flipV="1">
            <a:off x="11548872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mark410"/>
          <p:cNvSpPr/>
          <p:nvPr/>
        </p:nvSpPr>
        <p:spPr>
          <a:xfrm>
            <a:off x="6368796" y="5964827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1-mark411"/>
          <p:cNvSpPr/>
          <p:nvPr/>
        </p:nvSpPr>
        <p:spPr>
          <a:xfrm>
            <a:off x="6368796" y="5594822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1-mark412"/>
          <p:cNvSpPr/>
          <p:nvPr/>
        </p:nvSpPr>
        <p:spPr>
          <a:xfrm>
            <a:off x="6368796" y="5224816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1-mark413"/>
          <p:cNvSpPr/>
          <p:nvPr/>
        </p:nvSpPr>
        <p:spPr>
          <a:xfrm>
            <a:off x="6368796" y="4854811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1-mark414"/>
          <p:cNvSpPr/>
          <p:nvPr/>
        </p:nvSpPr>
        <p:spPr>
          <a:xfrm>
            <a:off x="6368796" y="4484805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1-mark415"/>
          <p:cNvSpPr/>
          <p:nvPr/>
        </p:nvSpPr>
        <p:spPr>
          <a:xfrm>
            <a:off x="6368796" y="411480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416"/>
          <p:cNvSpPr/>
          <p:nvPr/>
        </p:nvSpPr>
        <p:spPr>
          <a:xfrm>
            <a:off x="6368796" y="3744795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417"/>
          <p:cNvSpPr/>
          <p:nvPr/>
        </p:nvSpPr>
        <p:spPr>
          <a:xfrm>
            <a:off x="6368796" y="337478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mark418"/>
          <p:cNvSpPr/>
          <p:nvPr/>
        </p:nvSpPr>
        <p:spPr>
          <a:xfrm>
            <a:off x="6368796" y="3004784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1-mark419"/>
          <p:cNvSpPr/>
          <p:nvPr/>
        </p:nvSpPr>
        <p:spPr>
          <a:xfrm>
            <a:off x="6368796" y="2634778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1-mark420"/>
          <p:cNvSpPr/>
          <p:nvPr/>
        </p:nvSpPr>
        <p:spPr>
          <a:xfrm>
            <a:off x="6368796" y="2264773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1-figure421" descr="모눈 위의 ㄴ 모양 처음 도형과, 이동한 도형 가·나·다·라"/>
          <p:cNvSpPr/>
          <p:nvPr/>
        </p:nvSpPr>
        <p:spPr>
          <a:xfrm>
            <a:off x="6738801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6" name="S11-mark422"/>
          <p:cNvSpPr/>
          <p:nvPr/>
        </p:nvSpPr>
        <p:spPr>
          <a:xfrm>
            <a:off x="8588829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11-mark423"/>
          <p:cNvSpPr/>
          <p:nvPr/>
        </p:nvSpPr>
        <p:spPr>
          <a:xfrm>
            <a:off x="10068850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1-mark424"/>
          <p:cNvSpPr/>
          <p:nvPr/>
        </p:nvSpPr>
        <p:spPr>
          <a:xfrm>
            <a:off x="7108807" y="4484805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1-mark425"/>
          <p:cNvSpPr/>
          <p:nvPr/>
        </p:nvSpPr>
        <p:spPr>
          <a:xfrm>
            <a:off x="8958834" y="4484805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1-label427"/>
          <p:cNvSpPr txBox="1"/>
          <p:nvPr/>
        </p:nvSpPr>
        <p:spPr>
          <a:xfrm>
            <a:off x="6940242" y="2592280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41" name="S11-label429"/>
          <p:cNvSpPr txBox="1"/>
          <p:nvPr/>
        </p:nvSpPr>
        <p:spPr>
          <a:xfrm>
            <a:off x="8939621" y="25922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42" name="S11-label431"/>
          <p:cNvSpPr txBox="1"/>
          <p:nvPr/>
        </p:nvSpPr>
        <p:spPr>
          <a:xfrm>
            <a:off x="10419642" y="25922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43" name="S11-label433"/>
          <p:cNvSpPr txBox="1"/>
          <p:nvPr/>
        </p:nvSpPr>
        <p:spPr>
          <a:xfrm>
            <a:off x="7274596" y="407230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44" name="S11-label435"/>
          <p:cNvSpPr txBox="1"/>
          <p:nvPr/>
        </p:nvSpPr>
        <p:spPr>
          <a:xfrm>
            <a:off x="9309626" y="407230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45" name="S11-chip4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6" name="S11-text43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도형은?</a:t>
            </a:r>
            <a:endParaRPr lang="ko-KR" sz="3000" dirty="0"/>
          </a:p>
        </p:txBody>
      </p:sp>
      <p:sp>
        <p:nvSpPr>
          <p:cNvPr id="47" name="S11-chip4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8" name="S11-text4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도형은?</a:t>
            </a:r>
            <a:endParaRPr lang="ko-KR" sz="3000" dirty="0"/>
          </a:p>
        </p:txBody>
      </p:sp>
      <p:sp>
        <p:nvSpPr>
          <p:cNvPr id="49" name="S11-chip4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50" name="S11-text44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돌린 도형은?</a:t>
            </a:r>
            <a:endParaRPr lang="ko-KR" sz="3000" dirty="0"/>
          </a:p>
        </p:txBody>
      </p:sp>
      <p:sp>
        <p:nvSpPr>
          <p:cNvPr id="51" name="S11-chip442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52" name="S11-text443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밀기만 한 도형은?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모양이 되는 것은?</a:t>
            </a:r>
            <a:endParaRPr lang="ko-KR" sz="4000" dirty="0"/>
          </a:p>
        </p:txBody>
      </p:sp>
      <p:sp>
        <p:nvSpPr>
          <p:cNvPr id="3" name="S13-text4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움직였어요.</a:t>
            </a:r>
            <a:endParaRPr lang="ko-KR" sz="3000" dirty="0"/>
          </a:p>
        </p:txBody>
      </p:sp>
      <p:sp>
        <p:nvSpPr>
          <p:cNvPr id="4" name="S13-card4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4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모양과 같아지는 것을 모두 골라요.</a:t>
            </a:r>
            <a:endParaRPr lang="ko-KR" sz="3000" dirty="0"/>
          </a:p>
        </p:txBody>
      </p:sp>
      <p:sp>
        <p:nvSpPr>
          <p:cNvPr id="6" name="S13-chip447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448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449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두 번 뒤집기</a:t>
            </a:r>
            <a:endParaRPr lang="ko-KR" sz="3000" dirty="0"/>
          </a:p>
        </p:txBody>
      </p:sp>
      <p:sp>
        <p:nvSpPr>
          <p:cNvPr id="9" name="S13-chip450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451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452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돌리기</a:t>
            </a:r>
            <a:endParaRPr lang="ko-KR" sz="3000" dirty="0"/>
          </a:p>
        </p:txBody>
      </p:sp>
      <p:sp>
        <p:nvSpPr>
          <p:cNvPr id="12" name="S13-chip453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454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455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번 돌리기</a:t>
            </a:r>
            <a:endParaRPr lang="ko-KR" sz="3000" dirty="0"/>
          </a:p>
        </p:txBody>
      </p:sp>
      <p:sp>
        <p:nvSpPr>
          <p:cNvPr id="15" name="S13-chip456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3-card457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3-cardtext458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한 번 뒤집기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5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6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밀면 위치만, 뒤집으면 그 방향이, 돌리면 위쪽이 바뀌어요.</a:t>
            </a:r>
            <a:endParaRPr lang="ko-KR" sz="3000" dirty="0"/>
          </a:p>
        </p:txBody>
      </p:sp>
      <p:sp>
        <p:nvSpPr>
          <p:cNvPr id="5" name="S14-chip46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종이 도형으로 직접 움직여 보기</a:t>
            </a:r>
            <a:endParaRPr lang="ko-KR" sz="2400" dirty="0"/>
          </a:p>
        </p:txBody>
      </p:sp>
      <p:sp>
        <p:nvSpPr>
          <p:cNvPr id="6" name="S14-chip46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뒤집기와 돌리기를 같다고 하기</a:t>
            </a:r>
            <a:endParaRPr lang="ko-KR" sz="2400" dirty="0"/>
          </a:p>
        </p:txBody>
      </p:sp>
      <p:sp>
        <p:nvSpPr>
          <p:cNvPr id="7" name="S14-text46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46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밀면 무엇이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바뀌나요?</a:t>
            </a:r>
            <a:endParaRPr lang="ko-KR" sz="2400" dirty="0"/>
          </a:p>
        </p:txBody>
      </p:sp>
      <p:sp>
        <p:nvSpPr>
          <p:cNvPr id="9" name="S14-text46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아래쪽으로 뒤집으면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바뀌나요?</a:t>
            </a:r>
            <a:endParaRPr lang="ko-KR" sz="2400" dirty="0"/>
          </a:p>
        </p:txBody>
      </p:sp>
      <p:sp>
        <p:nvSpPr>
          <p:cNvPr id="10" name="S14-text46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시계 방향 90°면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위쪽은 어디로?</a:t>
            </a:r>
            <a:endParaRPr lang="ko-KR" sz="2400" dirty="0"/>
          </a:p>
        </p:txBody>
      </p:sp>
      <p:sp>
        <p:nvSpPr>
          <p:cNvPr id="11" name="S14-text46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막대그래프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 방향과 각도</a:t>
            </a:r>
            <a:endParaRPr lang="ko-KR" sz="4000" dirty="0"/>
          </a:p>
        </p:txBody>
      </p:sp>
      <p:sp>
        <p:nvSpPr>
          <p:cNvPr id="3" name="S15-card46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46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3 → 6 → 9</a:t>
            </a:r>
            <a:endParaRPr lang="ko-KR" sz="3000" dirty="0"/>
          </a:p>
        </p:txBody>
      </p:sp>
      <p:sp>
        <p:nvSpPr>
          <p:cNvPr id="5" name="S15-card47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47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90°와 180°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직각, 반 바퀴</a:t>
            </a:r>
            <a:endParaRPr lang="ko-KR" sz="3000" dirty="0"/>
          </a:p>
        </p:txBody>
      </p:sp>
      <p:sp>
        <p:nvSpPr>
          <p:cNvPr id="7" name="S15-figure472" descr="3시를 가리키는 시계: 두 바늘이 직각"/>
          <p:cNvSpPr/>
          <p:nvPr/>
        </p:nvSpPr>
        <p:spPr>
          <a:xfrm>
            <a:off x="1773174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5-line473"/>
          <p:cNvSpPr/>
          <p:nvPr/>
        </p:nvSpPr>
        <p:spPr>
          <a:xfrm>
            <a:off x="3241548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line474"/>
          <p:cNvSpPr/>
          <p:nvPr/>
        </p:nvSpPr>
        <p:spPr>
          <a:xfrm flipH="1">
            <a:off x="3383537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475"/>
          <p:cNvSpPr/>
          <p:nvPr/>
        </p:nvSpPr>
        <p:spPr>
          <a:xfrm flipH="1">
            <a:off x="3523971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476"/>
          <p:cNvSpPr/>
          <p:nvPr/>
        </p:nvSpPr>
        <p:spPr>
          <a:xfrm flipH="1">
            <a:off x="3661310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477"/>
          <p:cNvSpPr/>
          <p:nvPr/>
        </p:nvSpPr>
        <p:spPr>
          <a:xfrm flipH="1">
            <a:off x="3794051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478"/>
          <p:cNvSpPr/>
          <p:nvPr/>
        </p:nvSpPr>
        <p:spPr>
          <a:xfrm flipH="1">
            <a:off x="3876686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5-line479"/>
          <p:cNvSpPr/>
          <p:nvPr/>
        </p:nvSpPr>
        <p:spPr>
          <a:xfrm flipH="1">
            <a:off x="4039983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480"/>
          <p:cNvSpPr/>
          <p:nvPr/>
        </p:nvSpPr>
        <p:spPr>
          <a:xfrm flipH="1">
            <a:off x="4150481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481"/>
          <p:cNvSpPr/>
          <p:nvPr/>
        </p:nvSpPr>
        <p:spPr>
          <a:xfrm flipH="1">
            <a:off x="425102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482"/>
          <p:cNvSpPr/>
          <p:nvPr/>
        </p:nvSpPr>
        <p:spPr>
          <a:xfrm flipH="1">
            <a:off x="4340500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483"/>
          <p:cNvSpPr/>
          <p:nvPr/>
        </p:nvSpPr>
        <p:spPr>
          <a:xfrm flipH="1">
            <a:off x="4341640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5-line484"/>
          <p:cNvSpPr/>
          <p:nvPr/>
        </p:nvSpPr>
        <p:spPr>
          <a:xfrm flipH="1">
            <a:off x="4482489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485"/>
          <p:cNvSpPr/>
          <p:nvPr/>
        </p:nvSpPr>
        <p:spPr>
          <a:xfrm flipH="1">
            <a:off x="453344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486"/>
          <p:cNvSpPr/>
          <p:nvPr/>
        </p:nvSpPr>
        <p:spPr>
          <a:xfrm flipH="1">
            <a:off x="4570243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487"/>
          <p:cNvSpPr/>
          <p:nvPr/>
        </p:nvSpPr>
        <p:spPr>
          <a:xfrm flipH="1">
            <a:off x="4592486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488"/>
          <p:cNvSpPr/>
          <p:nvPr/>
        </p:nvSpPr>
        <p:spPr>
          <a:xfrm flipH="1">
            <a:off x="4511825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5-line489"/>
          <p:cNvSpPr/>
          <p:nvPr/>
        </p:nvSpPr>
        <p:spPr>
          <a:xfrm flipH="1" flipV="1">
            <a:off x="4592486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490"/>
          <p:cNvSpPr/>
          <p:nvPr/>
        </p:nvSpPr>
        <p:spPr>
          <a:xfrm flipH="1" flipV="1">
            <a:off x="4570243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491"/>
          <p:cNvSpPr/>
          <p:nvPr/>
        </p:nvSpPr>
        <p:spPr>
          <a:xfrm flipH="1" flipV="1">
            <a:off x="453344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492"/>
          <p:cNvSpPr/>
          <p:nvPr/>
        </p:nvSpPr>
        <p:spPr>
          <a:xfrm flipH="1" flipV="1">
            <a:off x="4482489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493"/>
          <p:cNvSpPr/>
          <p:nvPr/>
        </p:nvSpPr>
        <p:spPr>
          <a:xfrm flipH="1" flipV="1">
            <a:off x="4341640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5-line494"/>
          <p:cNvSpPr/>
          <p:nvPr/>
        </p:nvSpPr>
        <p:spPr>
          <a:xfrm flipH="1" flipV="1">
            <a:off x="4340500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495"/>
          <p:cNvSpPr/>
          <p:nvPr/>
        </p:nvSpPr>
        <p:spPr>
          <a:xfrm flipH="1" flipV="1">
            <a:off x="425102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496"/>
          <p:cNvSpPr/>
          <p:nvPr/>
        </p:nvSpPr>
        <p:spPr>
          <a:xfrm flipH="1" flipV="1">
            <a:off x="4150481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497"/>
          <p:cNvSpPr/>
          <p:nvPr/>
        </p:nvSpPr>
        <p:spPr>
          <a:xfrm flipH="1" flipV="1">
            <a:off x="4039983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498"/>
          <p:cNvSpPr/>
          <p:nvPr/>
        </p:nvSpPr>
        <p:spPr>
          <a:xfrm flipH="1" flipV="1">
            <a:off x="3876686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5-line499"/>
          <p:cNvSpPr/>
          <p:nvPr/>
        </p:nvSpPr>
        <p:spPr>
          <a:xfrm flipH="1" flipV="1">
            <a:off x="3794051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500"/>
          <p:cNvSpPr/>
          <p:nvPr/>
        </p:nvSpPr>
        <p:spPr>
          <a:xfrm flipH="1" flipV="1">
            <a:off x="3661310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501"/>
          <p:cNvSpPr/>
          <p:nvPr/>
        </p:nvSpPr>
        <p:spPr>
          <a:xfrm flipH="1" flipV="1">
            <a:off x="3523971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502"/>
          <p:cNvSpPr/>
          <p:nvPr/>
        </p:nvSpPr>
        <p:spPr>
          <a:xfrm flipH="1" flipV="1">
            <a:off x="3383537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503"/>
          <p:cNvSpPr/>
          <p:nvPr/>
        </p:nvSpPr>
        <p:spPr>
          <a:xfrm flipV="1">
            <a:off x="3241548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5-line504"/>
          <p:cNvSpPr/>
          <p:nvPr/>
        </p:nvSpPr>
        <p:spPr>
          <a:xfrm flipV="1">
            <a:off x="3091884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505"/>
          <p:cNvSpPr/>
          <p:nvPr/>
        </p:nvSpPr>
        <p:spPr>
          <a:xfrm flipV="1">
            <a:off x="2943860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506"/>
          <p:cNvSpPr/>
          <p:nvPr/>
        </p:nvSpPr>
        <p:spPr>
          <a:xfrm flipV="1">
            <a:off x="2799098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507"/>
          <p:cNvSpPr/>
          <p:nvPr/>
        </p:nvSpPr>
        <p:spPr>
          <a:xfrm flipV="1">
            <a:off x="2659183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508"/>
          <p:cNvSpPr/>
          <p:nvPr/>
        </p:nvSpPr>
        <p:spPr>
          <a:xfrm flipV="1">
            <a:off x="2525649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5-line509"/>
          <p:cNvSpPr/>
          <p:nvPr/>
        </p:nvSpPr>
        <p:spPr>
          <a:xfrm flipV="1">
            <a:off x="2399958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510"/>
          <p:cNvSpPr/>
          <p:nvPr/>
        </p:nvSpPr>
        <p:spPr>
          <a:xfrm flipV="1">
            <a:off x="2283488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511"/>
          <p:cNvSpPr/>
          <p:nvPr/>
        </p:nvSpPr>
        <p:spPr>
          <a:xfrm flipV="1">
            <a:off x="2177515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512"/>
          <p:cNvSpPr/>
          <p:nvPr/>
        </p:nvSpPr>
        <p:spPr>
          <a:xfrm flipV="1">
            <a:off x="2083199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5-line513"/>
          <p:cNvSpPr/>
          <p:nvPr/>
        </p:nvSpPr>
        <p:spPr>
          <a:xfrm flipV="1">
            <a:off x="2001575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5-line514"/>
          <p:cNvSpPr/>
          <p:nvPr/>
        </p:nvSpPr>
        <p:spPr>
          <a:xfrm flipV="1">
            <a:off x="193353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515"/>
          <p:cNvSpPr/>
          <p:nvPr/>
        </p:nvSpPr>
        <p:spPr>
          <a:xfrm flipV="1">
            <a:off x="1879827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516"/>
          <p:cNvSpPr/>
          <p:nvPr/>
        </p:nvSpPr>
        <p:spPr>
          <a:xfrm flipV="1">
            <a:off x="1841038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517"/>
          <p:cNvSpPr/>
          <p:nvPr/>
        </p:nvSpPr>
        <p:spPr>
          <a:xfrm flipV="1">
            <a:off x="1817594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5-line518"/>
          <p:cNvSpPr/>
          <p:nvPr/>
        </p:nvSpPr>
        <p:spPr>
          <a:xfrm>
            <a:off x="1809750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5-line519"/>
          <p:cNvSpPr/>
          <p:nvPr/>
        </p:nvSpPr>
        <p:spPr>
          <a:xfrm>
            <a:off x="1817594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520"/>
          <p:cNvSpPr/>
          <p:nvPr/>
        </p:nvSpPr>
        <p:spPr>
          <a:xfrm>
            <a:off x="1841038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521"/>
          <p:cNvSpPr/>
          <p:nvPr/>
        </p:nvSpPr>
        <p:spPr>
          <a:xfrm>
            <a:off x="1879827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522"/>
          <p:cNvSpPr/>
          <p:nvPr/>
        </p:nvSpPr>
        <p:spPr>
          <a:xfrm>
            <a:off x="193353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5-line523"/>
          <p:cNvSpPr/>
          <p:nvPr/>
        </p:nvSpPr>
        <p:spPr>
          <a:xfrm>
            <a:off x="2001575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5-line524"/>
          <p:cNvSpPr/>
          <p:nvPr/>
        </p:nvSpPr>
        <p:spPr>
          <a:xfrm>
            <a:off x="2083199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525"/>
          <p:cNvSpPr/>
          <p:nvPr/>
        </p:nvSpPr>
        <p:spPr>
          <a:xfrm>
            <a:off x="2177515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526"/>
          <p:cNvSpPr/>
          <p:nvPr/>
        </p:nvSpPr>
        <p:spPr>
          <a:xfrm>
            <a:off x="2283488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527"/>
          <p:cNvSpPr/>
          <p:nvPr/>
        </p:nvSpPr>
        <p:spPr>
          <a:xfrm>
            <a:off x="2399958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line528"/>
          <p:cNvSpPr/>
          <p:nvPr/>
        </p:nvSpPr>
        <p:spPr>
          <a:xfrm>
            <a:off x="2525649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ine529"/>
          <p:cNvSpPr/>
          <p:nvPr/>
        </p:nvSpPr>
        <p:spPr>
          <a:xfrm>
            <a:off x="2659183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530"/>
          <p:cNvSpPr/>
          <p:nvPr/>
        </p:nvSpPr>
        <p:spPr>
          <a:xfrm>
            <a:off x="2799098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531"/>
          <p:cNvSpPr/>
          <p:nvPr/>
        </p:nvSpPr>
        <p:spPr>
          <a:xfrm>
            <a:off x="2943860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532"/>
          <p:cNvSpPr/>
          <p:nvPr/>
        </p:nvSpPr>
        <p:spPr>
          <a:xfrm>
            <a:off x="3091884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abel533"/>
          <p:cNvSpPr txBox="1"/>
          <p:nvPr/>
        </p:nvSpPr>
        <p:spPr>
          <a:xfrm>
            <a:off x="354723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9" name="S15-label534"/>
          <p:cNvSpPr txBox="1"/>
          <p:nvPr/>
        </p:nvSpPr>
        <p:spPr>
          <a:xfrm>
            <a:off x="397183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0" name="S15-label535"/>
          <p:cNvSpPr txBox="1"/>
          <p:nvPr/>
        </p:nvSpPr>
        <p:spPr>
          <a:xfrm>
            <a:off x="412724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71" name="S15-label536"/>
          <p:cNvSpPr txBox="1"/>
          <p:nvPr/>
        </p:nvSpPr>
        <p:spPr>
          <a:xfrm>
            <a:off x="397183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72" name="S15-label537"/>
          <p:cNvSpPr txBox="1"/>
          <p:nvPr/>
        </p:nvSpPr>
        <p:spPr>
          <a:xfrm>
            <a:off x="354723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3" name="S15-label538"/>
          <p:cNvSpPr txBox="1"/>
          <p:nvPr/>
        </p:nvSpPr>
        <p:spPr>
          <a:xfrm>
            <a:off x="2967228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15-label539"/>
          <p:cNvSpPr txBox="1"/>
          <p:nvPr/>
        </p:nvSpPr>
        <p:spPr>
          <a:xfrm>
            <a:off x="2387220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5" name="S15-label540"/>
          <p:cNvSpPr txBox="1"/>
          <p:nvPr/>
        </p:nvSpPr>
        <p:spPr>
          <a:xfrm>
            <a:off x="1962625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6" name="S15-label541"/>
          <p:cNvSpPr txBox="1"/>
          <p:nvPr/>
        </p:nvSpPr>
        <p:spPr>
          <a:xfrm>
            <a:off x="180721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7" name="S15-label542"/>
          <p:cNvSpPr txBox="1"/>
          <p:nvPr/>
        </p:nvSpPr>
        <p:spPr>
          <a:xfrm>
            <a:off x="1962625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8" name="S15-label543"/>
          <p:cNvSpPr txBox="1"/>
          <p:nvPr/>
        </p:nvSpPr>
        <p:spPr>
          <a:xfrm>
            <a:off x="2387220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9" name="S15-label544"/>
          <p:cNvSpPr txBox="1"/>
          <p:nvPr/>
        </p:nvSpPr>
        <p:spPr>
          <a:xfrm>
            <a:off x="2967228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80" name="S15-line545"/>
          <p:cNvSpPr/>
          <p:nvPr/>
        </p:nvSpPr>
        <p:spPr>
          <a:xfrm>
            <a:off x="3241548" y="2794254"/>
            <a:ext cx="646085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5-line546"/>
          <p:cNvSpPr/>
          <p:nvPr/>
        </p:nvSpPr>
        <p:spPr>
          <a:xfrm flipV="1">
            <a:off x="3241548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5-pin547"/>
          <p:cNvSpPr/>
          <p:nvPr/>
        </p:nvSpPr>
        <p:spPr>
          <a:xfrm>
            <a:off x="3186684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5-label548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3시: 90°</a:t>
            </a:r>
            <a:endParaRPr lang="ko-KR" sz="2400" dirty="0"/>
          </a:p>
        </p:txBody>
      </p:sp>
      <p:sp>
        <p:nvSpPr>
          <p:cNvPr id="84" name="S15-figure549" descr="6시를 가리키는 시계: 두 바늘이 일직선"/>
          <p:cNvSpPr/>
          <p:nvPr/>
        </p:nvSpPr>
        <p:spPr>
          <a:xfrm>
            <a:off x="7479030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5-line550"/>
          <p:cNvSpPr/>
          <p:nvPr/>
        </p:nvSpPr>
        <p:spPr>
          <a:xfrm>
            <a:off x="8947404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5-line551"/>
          <p:cNvSpPr/>
          <p:nvPr/>
        </p:nvSpPr>
        <p:spPr>
          <a:xfrm flipH="1">
            <a:off x="9089393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552"/>
          <p:cNvSpPr/>
          <p:nvPr/>
        </p:nvSpPr>
        <p:spPr>
          <a:xfrm flipH="1">
            <a:off x="9229827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553"/>
          <p:cNvSpPr/>
          <p:nvPr/>
        </p:nvSpPr>
        <p:spPr>
          <a:xfrm flipH="1">
            <a:off x="9367166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554"/>
          <p:cNvSpPr/>
          <p:nvPr/>
        </p:nvSpPr>
        <p:spPr>
          <a:xfrm flipH="1">
            <a:off x="9499907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555"/>
          <p:cNvSpPr/>
          <p:nvPr/>
        </p:nvSpPr>
        <p:spPr>
          <a:xfrm flipH="1">
            <a:off x="9582542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5-line556"/>
          <p:cNvSpPr/>
          <p:nvPr/>
        </p:nvSpPr>
        <p:spPr>
          <a:xfrm flipH="1">
            <a:off x="9745839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ine557"/>
          <p:cNvSpPr/>
          <p:nvPr/>
        </p:nvSpPr>
        <p:spPr>
          <a:xfrm flipH="1">
            <a:off x="9856337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5-line558"/>
          <p:cNvSpPr/>
          <p:nvPr/>
        </p:nvSpPr>
        <p:spPr>
          <a:xfrm flipH="1">
            <a:off x="9956877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5-line559"/>
          <p:cNvSpPr/>
          <p:nvPr/>
        </p:nvSpPr>
        <p:spPr>
          <a:xfrm flipH="1">
            <a:off x="10046356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5-line560"/>
          <p:cNvSpPr/>
          <p:nvPr/>
        </p:nvSpPr>
        <p:spPr>
          <a:xfrm flipH="1">
            <a:off x="10047496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5-line561"/>
          <p:cNvSpPr/>
          <p:nvPr/>
        </p:nvSpPr>
        <p:spPr>
          <a:xfrm flipH="1">
            <a:off x="1018834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5-line562"/>
          <p:cNvSpPr/>
          <p:nvPr/>
        </p:nvSpPr>
        <p:spPr>
          <a:xfrm flipH="1">
            <a:off x="10239299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5-line563"/>
          <p:cNvSpPr/>
          <p:nvPr/>
        </p:nvSpPr>
        <p:spPr>
          <a:xfrm flipH="1">
            <a:off x="10276099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5-line564"/>
          <p:cNvSpPr/>
          <p:nvPr/>
        </p:nvSpPr>
        <p:spPr>
          <a:xfrm flipH="1">
            <a:off x="10298342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5-line565"/>
          <p:cNvSpPr/>
          <p:nvPr/>
        </p:nvSpPr>
        <p:spPr>
          <a:xfrm flipH="1">
            <a:off x="10217681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5-line566"/>
          <p:cNvSpPr/>
          <p:nvPr/>
        </p:nvSpPr>
        <p:spPr>
          <a:xfrm flipH="1" flipV="1">
            <a:off x="10298342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5-line567"/>
          <p:cNvSpPr/>
          <p:nvPr/>
        </p:nvSpPr>
        <p:spPr>
          <a:xfrm flipH="1" flipV="1">
            <a:off x="10276099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5-line568"/>
          <p:cNvSpPr/>
          <p:nvPr/>
        </p:nvSpPr>
        <p:spPr>
          <a:xfrm flipH="1" flipV="1">
            <a:off x="10239299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5-line569"/>
          <p:cNvSpPr/>
          <p:nvPr/>
        </p:nvSpPr>
        <p:spPr>
          <a:xfrm flipH="1" flipV="1">
            <a:off x="1018834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5-line570"/>
          <p:cNvSpPr/>
          <p:nvPr/>
        </p:nvSpPr>
        <p:spPr>
          <a:xfrm flipH="1" flipV="1">
            <a:off x="10047496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5-line571"/>
          <p:cNvSpPr/>
          <p:nvPr/>
        </p:nvSpPr>
        <p:spPr>
          <a:xfrm flipH="1" flipV="1">
            <a:off x="10046356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5-line572"/>
          <p:cNvSpPr/>
          <p:nvPr/>
        </p:nvSpPr>
        <p:spPr>
          <a:xfrm flipH="1" flipV="1">
            <a:off x="9956877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5-line573"/>
          <p:cNvSpPr/>
          <p:nvPr/>
        </p:nvSpPr>
        <p:spPr>
          <a:xfrm flipH="1" flipV="1">
            <a:off x="9856337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5-line574"/>
          <p:cNvSpPr/>
          <p:nvPr/>
        </p:nvSpPr>
        <p:spPr>
          <a:xfrm flipH="1" flipV="1">
            <a:off x="9745839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5-line575"/>
          <p:cNvSpPr/>
          <p:nvPr/>
        </p:nvSpPr>
        <p:spPr>
          <a:xfrm flipH="1" flipV="1">
            <a:off x="9582542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5-line576"/>
          <p:cNvSpPr/>
          <p:nvPr/>
        </p:nvSpPr>
        <p:spPr>
          <a:xfrm flipH="1" flipV="1">
            <a:off x="9499907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5-line577"/>
          <p:cNvSpPr/>
          <p:nvPr/>
        </p:nvSpPr>
        <p:spPr>
          <a:xfrm flipH="1" flipV="1">
            <a:off x="9367166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5-line578"/>
          <p:cNvSpPr/>
          <p:nvPr/>
        </p:nvSpPr>
        <p:spPr>
          <a:xfrm flipH="1" flipV="1">
            <a:off x="9229827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5-line579"/>
          <p:cNvSpPr/>
          <p:nvPr/>
        </p:nvSpPr>
        <p:spPr>
          <a:xfrm flipH="1" flipV="1">
            <a:off x="9089393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5-line580"/>
          <p:cNvSpPr/>
          <p:nvPr/>
        </p:nvSpPr>
        <p:spPr>
          <a:xfrm flipV="1">
            <a:off x="8947404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5-line581"/>
          <p:cNvSpPr/>
          <p:nvPr/>
        </p:nvSpPr>
        <p:spPr>
          <a:xfrm flipV="1">
            <a:off x="8797740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5-line582"/>
          <p:cNvSpPr/>
          <p:nvPr/>
        </p:nvSpPr>
        <p:spPr>
          <a:xfrm flipV="1">
            <a:off x="8649716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5-line583"/>
          <p:cNvSpPr/>
          <p:nvPr/>
        </p:nvSpPr>
        <p:spPr>
          <a:xfrm flipV="1">
            <a:off x="8504954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5-line584"/>
          <p:cNvSpPr/>
          <p:nvPr/>
        </p:nvSpPr>
        <p:spPr>
          <a:xfrm flipV="1">
            <a:off x="8365039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5-line585"/>
          <p:cNvSpPr/>
          <p:nvPr/>
        </p:nvSpPr>
        <p:spPr>
          <a:xfrm flipV="1">
            <a:off x="8231505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5-line586"/>
          <p:cNvSpPr/>
          <p:nvPr/>
        </p:nvSpPr>
        <p:spPr>
          <a:xfrm flipV="1">
            <a:off x="8105814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5-line587"/>
          <p:cNvSpPr/>
          <p:nvPr/>
        </p:nvSpPr>
        <p:spPr>
          <a:xfrm flipV="1">
            <a:off x="7989344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5-line588"/>
          <p:cNvSpPr/>
          <p:nvPr/>
        </p:nvSpPr>
        <p:spPr>
          <a:xfrm flipV="1">
            <a:off x="788337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5-line589"/>
          <p:cNvSpPr/>
          <p:nvPr/>
        </p:nvSpPr>
        <p:spPr>
          <a:xfrm flipV="1">
            <a:off x="7789055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5-line590"/>
          <p:cNvSpPr/>
          <p:nvPr/>
        </p:nvSpPr>
        <p:spPr>
          <a:xfrm flipV="1">
            <a:off x="7707431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5-line591"/>
          <p:cNvSpPr/>
          <p:nvPr/>
        </p:nvSpPr>
        <p:spPr>
          <a:xfrm flipV="1">
            <a:off x="7639391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5-line592"/>
          <p:cNvSpPr/>
          <p:nvPr/>
        </p:nvSpPr>
        <p:spPr>
          <a:xfrm flipV="1">
            <a:off x="758568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5-line593"/>
          <p:cNvSpPr/>
          <p:nvPr/>
        </p:nvSpPr>
        <p:spPr>
          <a:xfrm flipV="1">
            <a:off x="7546894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5-line594"/>
          <p:cNvSpPr/>
          <p:nvPr/>
        </p:nvSpPr>
        <p:spPr>
          <a:xfrm flipV="1">
            <a:off x="7523450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5-line595"/>
          <p:cNvSpPr/>
          <p:nvPr/>
        </p:nvSpPr>
        <p:spPr>
          <a:xfrm>
            <a:off x="7515606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5-line596"/>
          <p:cNvSpPr/>
          <p:nvPr/>
        </p:nvSpPr>
        <p:spPr>
          <a:xfrm>
            <a:off x="7523450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5-line597"/>
          <p:cNvSpPr/>
          <p:nvPr/>
        </p:nvSpPr>
        <p:spPr>
          <a:xfrm>
            <a:off x="7546894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5-line598"/>
          <p:cNvSpPr/>
          <p:nvPr/>
        </p:nvSpPr>
        <p:spPr>
          <a:xfrm>
            <a:off x="758568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5-line599"/>
          <p:cNvSpPr/>
          <p:nvPr/>
        </p:nvSpPr>
        <p:spPr>
          <a:xfrm>
            <a:off x="7639391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5-line600"/>
          <p:cNvSpPr/>
          <p:nvPr/>
        </p:nvSpPr>
        <p:spPr>
          <a:xfrm>
            <a:off x="7707431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5-line601"/>
          <p:cNvSpPr/>
          <p:nvPr/>
        </p:nvSpPr>
        <p:spPr>
          <a:xfrm>
            <a:off x="7789055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5-line602"/>
          <p:cNvSpPr/>
          <p:nvPr/>
        </p:nvSpPr>
        <p:spPr>
          <a:xfrm>
            <a:off x="788337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5-line603"/>
          <p:cNvSpPr/>
          <p:nvPr/>
        </p:nvSpPr>
        <p:spPr>
          <a:xfrm>
            <a:off x="7989344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5-line604"/>
          <p:cNvSpPr/>
          <p:nvPr/>
        </p:nvSpPr>
        <p:spPr>
          <a:xfrm>
            <a:off x="8105814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5-line605"/>
          <p:cNvSpPr/>
          <p:nvPr/>
        </p:nvSpPr>
        <p:spPr>
          <a:xfrm>
            <a:off x="8231505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5-line606"/>
          <p:cNvSpPr/>
          <p:nvPr/>
        </p:nvSpPr>
        <p:spPr>
          <a:xfrm>
            <a:off x="8365039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5-line607"/>
          <p:cNvSpPr/>
          <p:nvPr/>
        </p:nvSpPr>
        <p:spPr>
          <a:xfrm>
            <a:off x="8504954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5-line608"/>
          <p:cNvSpPr/>
          <p:nvPr/>
        </p:nvSpPr>
        <p:spPr>
          <a:xfrm>
            <a:off x="8649716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5-line609"/>
          <p:cNvSpPr/>
          <p:nvPr/>
        </p:nvSpPr>
        <p:spPr>
          <a:xfrm>
            <a:off x="8797740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5-label610"/>
          <p:cNvSpPr txBox="1"/>
          <p:nvPr/>
        </p:nvSpPr>
        <p:spPr>
          <a:xfrm>
            <a:off x="9253092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6" name="S15-label611"/>
          <p:cNvSpPr txBox="1"/>
          <p:nvPr/>
        </p:nvSpPr>
        <p:spPr>
          <a:xfrm>
            <a:off x="9677687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7" name="S15-label612"/>
          <p:cNvSpPr txBox="1"/>
          <p:nvPr/>
        </p:nvSpPr>
        <p:spPr>
          <a:xfrm>
            <a:off x="983309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8" name="S15-label613"/>
          <p:cNvSpPr txBox="1"/>
          <p:nvPr/>
        </p:nvSpPr>
        <p:spPr>
          <a:xfrm>
            <a:off x="9677687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9" name="S15-label614"/>
          <p:cNvSpPr txBox="1"/>
          <p:nvPr/>
        </p:nvSpPr>
        <p:spPr>
          <a:xfrm>
            <a:off x="9253092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50" name="S15-label615"/>
          <p:cNvSpPr txBox="1"/>
          <p:nvPr/>
        </p:nvSpPr>
        <p:spPr>
          <a:xfrm>
            <a:off x="8673084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1" name="S15-label616"/>
          <p:cNvSpPr txBox="1"/>
          <p:nvPr/>
        </p:nvSpPr>
        <p:spPr>
          <a:xfrm>
            <a:off x="809307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152" name="S15-label617"/>
          <p:cNvSpPr txBox="1"/>
          <p:nvPr/>
        </p:nvSpPr>
        <p:spPr>
          <a:xfrm>
            <a:off x="766848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153" name="S15-label618"/>
          <p:cNvSpPr txBox="1"/>
          <p:nvPr/>
        </p:nvSpPr>
        <p:spPr>
          <a:xfrm>
            <a:off x="751306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154" name="S15-label619"/>
          <p:cNvSpPr txBox="1"/>
          <p:nvPr/>
        </p:nvSpPr>
        <p:spPr>
          <a:xfrm>
            <a:off x="766848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55" name="S15-label620"/>
          <p:cNvSpPr txBox="1"/>
          <p:nvPr/>
        </p:nvSpPr>
        <p:spPr>
          <a:xfrm>
            <a:off x="809307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156" name="S15-label621"/>
          <p:cNvSpPr txBox="1"/>
          <p:nvPr/>
        </p:nvSpPr>
        <p:spPr>
          <a:xfrm>
            <a:off x="8673084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7" name="S15-line622"/>
          <p:cNvSpPr/>
          <p:nvPr/>
        </p:nvSpPr>
        <p:spPr>
          <a:xfrm>
            <a:off x="8947404" y="2794254"/>
            <a:ext cx="0" cy="6460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5-line623"/>
          <p:cNvSpPr/>
          <p:nvPr/>
        </p:nvSpPr>
        <p:spPr>
          <a:xfrm flipV="1">
            <a:off x="8947404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5-pin624"/>
          <p:cNvSpPr/>
          <p:nvPr/>
        </p:nvSpPr>
        <p:spPr>
          <a:xfrm>
            <a:off x="8892540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5-label625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6시: 180°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평면도형의 이동</dc:title>
  <dc:subject>KR22-G04-MAT-MOVE-L01</dc:subject>
  <dc:creator>education-ppt</dc:creator>
  <cp:lastModifiedBy>education-ppt</cp:lastModifiedBy>
  <cp:revision>1</cp:revision>
  <dcterms:created xsi:type="dcterms:W3CDTF">2026-10-26T08:20:24Z</dcterms:created>
  <dcterms:modified xsi:type="dcterms:W3CDTF">2026-10-26T08:20:24Z</dcterms:modified>
</cp:coreProperties>
</file>