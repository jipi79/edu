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6d77a22-d39a-10f5-e325-c8d47bad8e84}">
          <p14:sldIdLst>
            <p14:sldId id="256"/>
            <p14:sldId id="257"/>
          </p14:sldIdLst>
        </p14:section>
        <p14:section name="개념" id="{18001e19-35bc-4d00-4ba4-77f552294c38}">
          <p14:sldIdLst>
            <p14:sldId id="258"/>
            <p14:sldId id="260"/>
            <p14:sldId id="261"/>
            <p14:sldId id="262"/>
          </p14:sldIdLst>
        </p14:section>
        <p14:section name="연습" id="{fb6d946e-c4cf-4b35-ee30-ac1508b74648}">
          <p14:sldIdLst>
            <p14:sldId id="259"/>
            <p14:sldId id="263"/>
            <p14:sldId id="264"/>
          </p14:sldIdLst>
        </p14:section>
        <p14:section name="개념" id="{20e44677-fa69-afd5-8e14-953ff417b378}">
          <p14:sldIdLst/>
        </p14:section>
        <p14:section name="연습" id="{cbd988ad-8fdd-75b5-a876-5cb5236b9ad5}">
          <p14:sldIdLst/>
        </p14:section>
        <p14:section name="확인" id="{eb8f43d9-133f-15f3-ee8e-cf8c83abc691}">
          <p14:sldIdLst>
            <p14:sldId id="265"/>
            <p14:sldId id="266"/>
            <p14:sldId id="267"/>
          </p14:sldIdLst>
        </p14:section>
        <p14:section name="정리" id="{8cf21af5-e33d-00d7-efbe-21466c341dc3}">
          <p14:sldIdLst>
            <p14:sldId id="268"/>
          </p14:sldIdLst>
        </p14:section>
        <p14:section name="보충" id="{2f554b6c-1a25-0ac5-b971-3f4f27f19e3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삼각형 세 각의 합이 궁금하게 합니다.
시간: 약 2분
이렇게 말해 보세요
- “지난 시간에 각도기로 각을 쟀지? 오늘은 각도를 더하고 빼 볼 거야.”
- “오른쪽 삼각형의 세 각을 모두 더하면 몇 도쯤 될까? 어림해 볼래?”
예상 답
- “잘 모르겠어요.” “200°쯤이요.” 등 어떤 어림이든 괜찮습니다.
막히면
- 답을 확인하지 않고 넘어갑니다. S05에서 종이로 직접 확인합니다.
주의
- 오늘은 종이 삼각형을 오려 각을 모으는 활동이 있습니다. 색종이나 이면지, 가위, 풀을 준비합니다. 가위는 부모가 함께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확인(직각, 예각·둔각, 각도기 읽기)]
목적: 직각 90°, 예각·둔각의 구별, 각도기 눈금 읽기(지난 차시)가 되는지 확인합니다.
시간: 약 3분
이렇게 말해 보세요
- “①, ②는 말로 답해 줘. ③은 각도기에서 어느 쪽 눈금을 읽어야 할까?”
정답
- ① 90°
- ② 둔각
- ③ 75° (왼쪽 0에서 시작하는 바깥쪽 눈금)
막히면
- ③을 105°라고 하면 “이 각은 직각보다 커, 작아?”라고 묻습니다.
- 두 문제 이상 틀리면 S14(보충)를 먼저 합니다. 보충으로도 어려우면 ‘각도 재기’ 차시를 다시 합니다.
주의
- 오늘 계산은 자연수의 덧셈·뺄셈과 같습니다. 각도를 재는 것이 흔들리면 활동(S05)에서 각을 확인하기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각도의 합과 차]
목적: 각도의 합과 차를 자연수의 덧셈·뺄셈처럼 계산하고 단위 °를 붙인다는 것을 압니다.
시간: 약 3분
이렇게 말해 보세요
- “왼쪽은 30°와 45°를 붙였어. 붙인 큰 각은 몇 도일까? 30 + 45를 하고 °를 붙이면 돼.”
- “오른쪽은 전체가 110°인데 40°만큼 칠해 두었어. 나머지 ?는 몇 도일까?”
예상 답
- “75°요.” “70°요.”
막히면
- 종이에 각을 그려 각도기로 재어 확인합니다(75°, 70°).
- °는 계산이 끝난 뒤 답에 붙이는 단위라고 말해 줍니다.
주의
- 답에 °를 빼먹으면 “75가 무엇의 75야?”라고 물어 단위를 붙이게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안내받는 연습(각도의 합과 차)]
목적: 도움을 받으며 각도의 합과 차를 계산합니다.
시간: 약 4분
이렇게 말해 보세요
- “①부터 차례로 계산해 볼래? 답에 무엇을 붙여야 할까?”
- “④의 180°는 일직선이 이루는 각이야. 일직선에서 75°를 빼면?”
정답
- ① 85°
- ② 65°
- ③ 135°
- ④ 105°
막히면
- ②, ④는 받아내림이 있는 뺄셈입니다. 공책에 세로셈으로 쓰게 합니다.
주의
- ③, ④처럼 결과가 90°보다 크면 둔각입니다. “답은 예각이야, 둔각이야?”라고 물어 지난 시간과 연결해도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삼각형 세 각의 합(종이 활동)]
목적: 삼각형을 잘라 세 각을 모으는 활동으로 삼각형 세 각의 크기의 합이 180°임을 압니다.
시간: 약 5분
이렇게 말해 보세요
- “종이에 아무 삼각형이나 그려서 오려 볼까? 세 각에 서로 다른 색을 칠하고, 각 부분을 손으로 찢어서 꼭짓점이 한 점에 모이게 붙여 봐.”
- “어떤 모양이 됐어? 일직선은 몇 도였지?”
- “다른 모양의 삼각형으로 한 번 더 해 볼까? 이번에도 일직선이 될까?”
예상 답
- “일직선이 돼요. 180°예요.” “다른 삼각형도 일직선이 돼요.”
막히면
- 부모가 먼저 하나를 해 보이고, 아이는 다른 모양의 삼각형으로 따라 하게 합니다.
- 찢기가 어려우면 각에서 1~2 cm 떨어진 곳을 가위로 둥글게 자릅니다(가위는 부모가 함께).
주의
- 꼭짓점(뾰족한 끝)이 모두 한 점에 모이고, 변끼리 빈틈없이 맞닿게 붙여야 일직선이 보입니다.
- 접는 방법도 있습니다. 삼각형의 세 꼭짓점을 한 변 위의 한 점으로 접어 모아도 일직선이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사각형 네 각의 합]
목적: 사각형을 삼각형 2개로 나누어 네 각의 크기의 합이 360°임을 설명합니다.
시간: 약 3분
이렇게 말해 보세요
- “사각형의 마주 보는 꼭짓점을 선으로 이으면(대각선) 삼각형 몇 개가 생겨? 삼각형 하나의 세 각의 합은 180°였지? 그러면 사각형 네 각의 합은?”
- “그림의 네 각을 모두 더해서 확인해 볼까?”
예상 답
- “삼각형 2개니까 180 + 180 = 360°예요.”
막히면
- 종이 사각형을 오려 네 각을 찢어 한 점에 모으면 빈틈없이 한 바퀴가 됩니다. 한 바퀴는 360°라고 알려 줍니다.
- 80 + 100 = 180, 70 + 110 = 180처럼 둘씩 묶어 더하면 쉽습니다.
주의
- 대각선이 지나는 두 꼭짓점의 각은 두 삼각형에 나뉘어 들어가지만, 합치면 원래 각이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모르는 각 구하기 시범]
목적: 삼각형 세 각의 합 180°(사각형 360°)를 이용해 모르는 각의 크기를 구하는 방법을 시범으로 보여 줍니다.
시간: 약 3분
이렇게 말해 보세요
- “세 각을 다 더하면 180°지? 두 각을 알면 나머지는 180°에서 빼면 돼. 180 − 45 = 135, 135 − 80 = 55. 그래서 55°야.”
- “45 + 80을 먼저 하고 180에서 빼도 될까?”
예상 답
- “55°예요.” “125를 180에서 빼도 55예요.”
막히면
- 각도기로 ? 각을 재어 55°쯤인지 확인하게 합니다.
주의
- 지치면 S06이 끝난 곳에서 쉬어도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비교(큰 삼각형은 각의 합도 크다)]
목적: 삼각형의 크기가 달라도 세 각의 합은 항상 180°라는 것을 확인합니다(M3).
시간: 약 2분
이렇게 말해 보세요
- “토끼와 곰 중 누가 맞았을까? 아주 큰 삼각형과 아주 작은 삼각형을 만들어 세 각을 모아 볼까?”
예상 답
- “곰이요. 큰 삼각형도 모으면 일직선이에요.”
정답
- 곰이 맞습니다. 어떤 삼각형이든 세 각을 모으면 일직선, 180°입니다.
- 각의 크기는 변의 길이와 상관없습니다(지난 차시).
막히면
- S05에서 만든 것과 크기가 다른 삼각형을 하나 더 만들어 세 각을 모읍니다.
주의
- 사각형도 크기와 모양에 상관없이 네 각의 합은 360°입니다.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연습(모르는 각 구하기)]
목적: 도움을 받으며 삼각형과 사각형에서 모르는 각을 구합니다.
시간: 약 3분
이렇게 말해 보세요
- “①은 삼각형이야. 몇 도에서 빼야 할까?”
- “②의 ㄴ자 표시는 무슨 각이었지? 그럼 몇 도야?”
정답
- ① 85° (180° − 30° − 65°)
- ② 100° (360° − 90° − 85° − 85°)
막히면
- ②에서 직각 표시를 모르면 “이 표시는 직각이라는 뜻이야. 직각은 몇 도?”라고 알려 줍니다.
- 빼는 수가 많으면 아는 각을 먼저 모두 더한 뒤 한 번에 뺍니다(90 + 85 + 85 = 260, 360 − 260 = 100).
주의
- ②를 360° 대신 180°에서 빼면 답이 나오지 않습니다(음수). 도형이 삼각형인지 사각형인지 먼저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각도의 합과 차를 계산하고, 삼각형·사각형에서 모르는 각을 구하는지 확인합니다.
시간: 약 5분
이렇게 말해 보세요
- “이번에는 혼자 해 볼래? ③, ④는 왜 그렇게 계산했는지도 말해 줘.”
정답
- ① 140°
- ② 65°
- ③ 30° (180° − 40° − 110°)
- ④ 나머지 한 각 120° (360° − 90° − 90° − 60°)
막히면
- 바로 알려 주지 말고 “삼각형(사각형)의 각을 모두 더하면 몇 도였지?”라고만 묻습니다.
- 도움을 받아 해결했다면 기록표에 ‘도움’으로 표시합니다.
주의
- ④를 180°에서 빼려고 하면 삼각형과 사각형을 헷갈린 것입니다. S06으로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140° ② 65° ③ 30° ④ 120°
막히면
- ②를 135°처럼 답했다면 받아내림을 빠뜨린 것입니다(60 − 95를 95 − 60으로). 세로셈으로 다시 합니다.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확인(삼각형이 될 수 있는 세 각)]
목적: 처음 보는 문제에서 세 각의 합이 180°인지로 삼각형이 될 수 있는지 판단하는지 확인합니다.
시간: 약 2분
이렇게 말해 보세요
- “세 각을 더하면 각각 몇 도야? 삼각형이 될 수 있는 것은?”
정답
- 가(180°)와 다(180°)
- 나와 라는 190°라서 삼각형의 세 각이 될 수 없습니다.
막히면
- 보기마다 세 수를 더해 옆에 쓰게 합니다.
주의
- 가를 고르며 ‘세 각이 같으니 정삼각형’이라고 말하면 칭찬하고, 다음 차시(삼각형 분류)에서 자세히 본다고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“삼각형의 세 각을 모으면 어떤 모양이 됐지? 사각형 네 각의 합은 어떻게 알았어?”
예상 답
- “일직선, 180°요.” “삼각형 2개라서 360°요.”
정답
- ① 130° ② 50° ③ 90°
막히면
- S05와 S06의 그림을 다시 보여 줍니다.
주의
- 오늘 만든 종이 삼각형 작품을 공책에 붙여 두면 다음 수업에서 다시 볼 수 있습니다.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보충(각도기 읽기)]
목적: S02에서 직각·예각·둔각이나 각도기 읽기가 흔들리면, 각도의 계산 전에 각도 읽기를 다시 익힙니다.
시간: 약 5분
이렇게 말해 보세요
- “각도기의 중심은 꼭짓점에, 밑금은 한 변에 맞췄지? 오른쪽 변이 0에 있으니 안쪽 눈금으로 0, 10, 20… 따라가 볼까?”
- “60을 지나 짧은 눈금 하나 더. 몇 도야? 이 각은 예각이야, 둔각이야?”
정답
- 65°, 예각
막히면
- 실제 각도기로 공책에 그린 각을 함께 재어 봅니다. 직각(90°)인 공책 모서리부터 재면 쉽습니다.
주의
- 보충으로도 어려우면 ‘각도 재기’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각도의 합과 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각도의 합과 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각도의 합과 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각도의 합과 차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세 각을 모으면 몇 도일까요?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세 각에 색칠한 삼각형"/>
          <p:cNvSpPr/>
          <p:nvPr/>
        </p:nvSpPr>
        <p:spPr>
          <a:xfrm>
            <a:off x="7996776" y="731520"/>
            <a:ext cx="3300289" cy="2743200"/>
          </a:xfrm>
          <a:custGeom>
            <a:avLst/>
            <a:gdLst/>
            <a:ahLst/>
            <a:cxnLst/>
            <a:rect l="l" t="t" r="r" b="b"/>
            <a:pathLst>
              <a:path w="3300289" h="2743200">
                <a:moveTo>
                  <a:pt x="0" y="2743200"/>
                </a:moveTo>
                <a:lnTo>
                  <a:pt x="3300289" y="2743200"/>
                </a:lnTo>
                <a:lnTo>
                  <a:pt x="230181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96776" y="3171183"/>
            <a:ext cx="396240" cy="303537"/>
          </a:xfrm>
          <a:custGeom>
            <a:avLst/>
            <a:gdLst/>
            <a:ahLst/>
            <a:cxnLst/>
            <a:rect l="l" t="t" r="r" b="b"/>
            <a:pathLst>
              <a:path w="396240" h="303537">
                <a:moveTo>
                  <a:pt x="0" y="303537"/>
                </a:moveTo>
                <a:lnTo>
                  <a:pt x="396240" y="303537"/>
                </a:lnTo>
                <a:lnTo>
                  <a:pt x="395978" y="289133"/>
                </a:lnTo>
                <a:lnTo>
                  <a:pt x="395193" y="274747"/>
                </a:lnTo>
                <a:lnTo>
                  <a:pt x="393885" y="260400"/>
                </a:lnTo>
                <a:lnTo>
                  <a:pt x="392056" y="246110"/>
                </a:lnTo>
                <a:lnTo>
                  <a:pt x="389710" y="231895"/>
                </a:lnTo>
                <a:lnTo>
                  <a:pt x="386848" y="217775"/>
                </a:lnTo>
                <a:lnTo>
                  <a:pt x="383474" y="203769"/>
                </a:lnTo>
                <a:lnTo>
                  <a:pt x="379594" y="189895"/>
                </a:lnTo>
                <a:lnTo>
                  <a:pt x="375212" y="176170"/>
                </a:lnTo>
                <a:lnTo>
                  <a:pt x="370333" y="162614"/>
                </a:lnTo>
                <a:lnTo>
                  <a:pt x="364966" y="149245"/>
                </a:lnTo>
                <a:lnTo>
                  <a:pt x="359115" y="136079"/>
                </a:lnTo>
                <a:lnTo>
                  <a:pt x="352790" y="123135"/>
                </a:lnTo>
                <a:lnTo>
                  <a:pt x="345999" y="110429"/>
                </a:lnTo>
                <a:lnTo>
                  <a:pt x="338750" y="97979"/>
                </a:lnTo>
                <a:lnTo>
                  <a:pt x="331054" y="85800"/>
                </a:lnTo>
                <a:lnTo>
                  <a:pt x="322919" y="73909"/>
                </a:lnTo>
                <a:lnTo>
                  <a:pt x="314358" y="62322"/>
                </a:lnTo>
                <a:lnTo>
                  <a:pt x="305382" y="51053"/>
                </a:lnTo>
                <a:lnTo>
                  <a:pt x="296001" y="40119"/>
                </a:lnTo>
                <a:lnTo>
                  <a:pt x="286230" y="29532"/>
                </a:lnTo>
                <a:lnTo>
                  <a:pt x="276079" y="19308"/>
                </a:lnTo>
                <a:lnTo>
                  <a:pt x="265564" y="9460"/>
                </a:lnTo>
                <a:lnTo>
                  <a:pt x="25469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1-mark4"/>
          <p:cNvSpPr/>
          <p:nvPr/>
        </p:nvSpPr>
        <p:spPr>
          <a:xfrm>
            <a:off x="10900824" y="3102377"/>
            <a:ext cx="396240" cy="372343"/>
          </a:xfrm>
          <a:custGeom>
            <a:avLst/>
            <a:gdLst/>
            <a:ahLst/>
            <a:cxnLst/>
            <a:rect l="l" t="t" r="r" b="b"/>
            <a:pathLst>
              <a:path w="396240" h="372343">
                <a:moveTo>
                  <a:pt x="396240" y="372343"/>
                </a:moveTo>
                <a:lnTo>
                  <a:pt x="260715" y="0"/>
                </a:lnTo>
                <a:lnTo>
                  <a:pt x="241944" y="7378"/>
                </a:lnTo>
                <a:lnTo>
                  <a:pt x="223574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8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3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7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3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8" name="S01-mark5"/>
          <p:cNvSpPr/>
          <p:nvPr/>
        </p:nvSpPr>
        <p:spPr>
          <a:xfrm>
            <a:off x="10043897" y="731520"/>
            <a:ext cx="390223" cy="396240"/>
          </a:xfrm>
          <a:custGeom>
            <a:avLst/>
            <a:gdLst/>
            <a:ahLst/>
            <a:cxnLst/>
            <a:rect l="l" t="t" r="r" b="b"/>
            <a:pathLst>
              <a:path w="390223" h="396240">
                <a:moveTo>
                  <a:pt x="254698" y="0"/>
                </a:moveTo>
                <a:lnTo>
                  <a:pt x="0" y="303537"/>
                </a:lnTo>
                <a:lnTo>
                  <a:pt x="13483" y="314358"/>
                </a:lnTo>
                <a:lnTo>
                  <a:pt x="27424" y="324581"/>
                </a:lnTo>
                <a:lnTo>
                  <a:pt x="41799" y="334186"/>
                </a:lnTo>
                <a:lnTo>
                  <a:pt x="56579" y="343154"/>
                </a:lnTo>
                <a:lnTo>
                  <a:pt x="71736" y="351469"/>
                </a:lnTo>
                <a:lnTo>
                  <a:pt x="87241" y="359116"/>
                </a:lnTo>
                <a:lnTo>
                  <a:pt x="103065" y="366078"/>
                </a:lnTo>
                <a:lnTo>
                  <a:pt x="119177" y="372344"/>
                </a:lnTo>
                <a:lnTo>
                  <a:pt x="135548" y="377901"/>
                </a:lnTo>
                <a:lnTo>
                  <a:pt x="152145" y="382739"/>
                </a:lnTo>
                <a:lnTo>
                  <a:pt x="168938" y="386848"/>
                </a:lnTo>
                <a:lnTo>
                  <a:pt x="185893" y="390221"/>
                </a:lnTo>
                <a:lnTo>
                  <a:pt x="202980" y="392850"/>
                </a:lnTo>
                <a:lnTo>
                  <a:pt x="220166" y="394732"/>
                </a:lnTo>
                <a:lnTo>
                  <a:pt x="237417" y="395863"/>
                </a:lnTo>
                <a:lnTo>
                  <a:pt x="254700" y="396240"/>
                </a:lnTo>
                <a:lnTo>
                  <a:pt x="271984" y="395863"/>
                </a:lnTo>
                <a:lnTo>
                  <a:pt x="289235" y="394732"/>
                </a:lnTo>
                <a:lnTo>
                  <a:pt x="306421" y="392850"/>
                </a:lnTo>
                <a:lnTo>
                  <a:pt x="323507" y="390220"/>
                </a:lnTo>
                <a:lnTo>
                  <a:pt x="340463" y="386847"/>
                </a:lnTo>
                <a:lnTo>
                  <a:pt x="357256" y="382738"/>
                </a:lnTo>
                <a:lnTo>
                  <a:pt x="373853" y="377900"/>
                </a:lnTo>
                <a:lnTo>
                  <a:pt x="390223" y="372343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1-card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각도의 합과 차를 구해요.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삼각형과 사각형의 각의 합을 알아요.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mark8"/>
          <p:cNvSpPr/>
          <p:nvPr/>
        </p:nvSpPr>
        <p:spPr>
          <a:xfrm>
            <a:off x="6800469" y="2746677"/>
            <a:ext cx="4316730" cy="2158365"/>
          </a:xfrm>
          <a:custGeom>
            <a:avLst/>
            <a:gdLst/>
            <a:ahLst/>
            <a:cxnLst/>
            <a:rect l="l" t="t" r="r" b="b"/>
            <a:pathLst>
              <a:path w="4316730" h="2158365">
                <a:moveTo>
                  <a:pt x="4316730" y="2158365"/>
                </a:moveTo>
                <a:lnTo>
                  <a:pt x="4314676" y="2064218"/>
                </a:lnTo>
                <a:lnTo>
                  <a:pt x="4308517" y="1970251"/>
                </a:lnTo>
                <a:lnTo>
                  <a:pt x="4298265" y="1876642"/>
                </a:lnTo>
                <a:lnTo>
                  <a:pt x="4283940" y="1783569"/>
                </a:lnTo>
                <a:lnTo>
                  <a:pt x="4265568" y="1691209"/>
                </a:lnTo>
                <a:lnTo>
                  <a:pt x="4243185" y="1599739"/>
                </a:lnTo>
                <a:lnTo>
                  <a:pt x="4216834" y="1509332"/>
                </a:lnTo>
                <a:lnTo>
                  <a:pt x="4186565" y="1420161"/>
                </a:lnTo>
                <a:lnTo>
                  <a:pt x="4152434" y="1332394"/>
                </a:lnTo>
                <a:lnTo>
                  <a:pt x="4114508" y="1246201"/>
                </a:lnTo>
                <a:lnTo>
                  <a:pt x="4072858" y="1161743"/>
                </a:lnTo>
                <a:lnTo>
                  <a:pt x="4027564" y="1079183"/>
                </a:lnTo>
                <a:lnTo>
                  <a:pt x="3978712" y="998676"/>
                </a:lnTo>
                <a:lnTo>
                  <a:pt x="3926394" y="920378"/>
                </a:lnTo>
                <a:lnTo>
                  <a:pt x="3870711" y="844436"/>
                </a:lnTo>
                <a:lnTo>
                  <a:pt x="3811769" y="770995"/>
                </a:lnTo>
                <a:lnTo>
                  <a:pt x="3749679" y="700195"/>
                </a:lnTo>
                <a:lnTo>
                  <a:pt x="3684560" y="632170"/>
                </a:lnTo>
                <a:lnTo>
                  <a:pt x="3616535" y="567051"/>
                </a:lnTo>
                <a:lnTo>
                  <a:pt x="3545735" y="504961"/>
                </a:lnTo>
                <a:lnTo>
                  <a:pt x="3472294" y="446019"/>
                </a:lnTo>
                <a:lnTo>
                  <a:pt x="3396352" y="390336"/>
                </a:lnTo>
                <a:lnTo>
                  <a:pt x="3318054" y="338018"/>
                </a:lnTo>
                <a:lnTo>
                  <a:pt x="3237547" y="289166"/>
                </a:lnTo>
                <a:lnTo>
                  <a:pt x="3154987" y="243872"/>
                </a:lnTo>
                <a:lnTo>
                  <a:pt x="3070529" y="202222"/>
                </a:lnTo>
                <a:lnTo>
                  <a:pt x="2984336" y="164296"/>
                </a:lnTo>
                <a:lnTo>
                  <a:pt x="2896569" y="130165"/>
                </a:lnTo>
                <a:lnTo>
                  <a:pt x="2807398" y="99896"/>
                </a:lnTo>
                <a:lnTo>
                  <a:pt x="2716991" y="73545"/>
                </a:lnTo>
                <a:lnTo>
                  <a:pt x="2625521" y="51162"/>
                </a:lnTo>
                <a:lnTo>
                  <a:pt x="2533161" y="32790"/>
                </a:lnTo>
                <a:lnTo>
                  <a:pt x="2440088" y="18465"/>
                </a:lnTo>
                <a:lnTo>
                  <a:pt x="2346479" y="8213"/>
                </a:lnTo>
                <a:lnTo>
                  <a:pt x="2252512" y="2054"/>
                </a:lnTo>
                <a:lnTo>
                  <a:pt x="2158365" y="0"/>
                </a:lnTo>
                <a:lnTo>
                  <a:pt x="2064218" y="2054"/>
                </a:lnTo>
                <a:lnTo>
                  <a:pt x="1970251" y="8213"/>
                </a:lnTo>
                <a:lnTo>
                  <a:pt x="1876642" y="18465"/>
                </a:lnTo>
                <a:lnTo>
                  <a:pt x="1783569" y="32790"/>
                </a:lnTo>
                <a:lnTo>
                  <a:pt x="1691209" y="51162"/>
                </a:lnTo>
                <a:lnTo>
                  <a:pt x="1599739" y="73545"/>
                </a:lnTo>
                <a:lnTo>
                  <a:pt x="1509332" y="99896"/>
                </a:lnTo>
                <a:lnTo>
                  <a:pt x="1420161" y="130165"/>
                </a:lnTo>
                <a:lnTo>
                  <a:pt x="1332394" y="164296"/>
                </a:lnTo>
                <a:lnTo>
                  <a:pt x="1246201" y="202222"/>
                </a:lnTo>
                <a:lnTo>
                  <a:pt x="1161743" y="243872"/>
                </a:lnTo>
                <a:lnTo>
                  <a:pt x="1079183" y="289166"/>
                </a:lnTo>
                <a:lnTo>
                  <a:pt x="998676" y="338018"/>
                </a:lnTo>
                <a:lnTo>
                  <a:pt x="920378" y="390336"/>
                </a:lnTo>
                <a:lnTo>
                  <a:pt x="844436" y="446019"/>
                </a:lnTo>
                <a:lnTo>
                  <a:pt x="770995" y="504961"/>
                </a:lnTo>
                <a:lnTo>
                  <a:pt x="700195" y="567051"/>
                </a:lnTo>
                <a:lnTo>
                  <a:pt x="632170" y="632170"/>
                </a:lnTo>
                <a:lnTo>
                  <a:pt x="567051" y="700195"/>
                </a:lnTo>
                <a:lnTo>
                  <a:pt x="504961" y="770995"/>
                </a:lnTo>
                <a:lnTo>
                  <a:pt x="446019" y="844436"/>
                </a:lnTo>
                <a:lnTo>
                  <a:pt x="390336" y="920378"/>
                </a:lnTo>
                <a:lnTo>
                  <a:pt x="338018" y="998676"/>
                </a:lnTo>
                <a:lnTo>
                  <a:pt x="289166" y="1079183"/>
                </a:lnTo>
                <a:lnTo>
                  <a:pt x="243872" y="1161743"/>
                </a:lnTo>
                <a:lnTo>
                  <a:pt x="202222" y="1246201"/>
                </a:lnTo>
                <a:lnTo>
                  <a:pt x="164296" y="1332394"/>
                </a:lnTo>
                <a:lnTo>
                  <a:pt x="130165" y="1420161"/>
                </a:lnTo>
                <a:lnTo>
                  <a:pt x="99896" y="1509332"/>
                </a:lnTo>
                <a:lnTo>
                  <a:pt x="73545" y="1599739"/>
                </a:lnTo>
                <a:lnTo>
                  <a:pt x="51162" y="1691209"/>
                </a:lnTo>
                <a:lnTo>
                  <a:pt x="32790" y="1783569"/>
                </a:lnTo>
                <a:lnTo>
                  <a:pt x="18465" y="1876642"/>
                </a:lnTo>
                <a:lnTo>
                  <a:pt x="8213" y="1970251"/>
                </a:lnTo>
                <a:lnTo>
                  <a:pt x="2054" y="2064218"/>
                </a:lnTo>
                <a:lnTo>
                  <a:pt x="0" y="2158365"/>
                </a:lnTo>
                <a:lnTo>
                  <a:pt x="0" y="215836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9"/>
          <p:cNvSpPr/>
          <p:nvPr/>
        </p:nvSpPr>
        <p:spPr>
          <a:xfrm flipH="1">
            <a:off x="10858195" y="49050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5" name="S02-mark10"/>
          <p:cNvSpPr/>
          <p:nvPr/>
        </p:nvSpPr>
        <p:spPr>
          <a:xfrm flipH="1">
            <a:off x="10958475" y="47169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2-mark11"/>
          <p:cNvSpPr/>
          <p:nvPr/>
        </p:nvSpPr>
        <p:spPr>
          <a:xfrm flipH="1">
            <a:off x="10829340" y="45302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" name="S02-mark12"/>
          <p:cNvSpPr/>
          <p:nvPr/>
        </p:nvSpPr>
        <p:spPr>
          <a:xfrm flipH="1">
            <a:off x="10897717" y="43464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mark13"/>
          <p:cNvSpPr/>
          <p:nvPr/>
        </p:nvSpPr>
        <p:spPr>
          <a:xfrm flipH="1">
            <a:off x="10743650" y="41668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2-mark14"/>
          <p:cNvSpPr/>
          <p:nvPr/>
        </p:nvSpPr>
        <p:spPr>
          <a:xfrm flipH="1">
            <a:off x="10778047" y="39928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mark15"/>
          <p:cNvSpPr/>
          <p:nvPr/>
        </p:nvSpPr>
        <p:spPr>
          <a:xfrm flipH="1">
            <a:off x="10603729" y="38258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2-mark16"/>
          <p:cNvSpPr/>
          <p:nvPr/>
        </p:nvSpPr>
        <p:spPr>
          <a:xfrm flipH="1">
            <a:off x="10603101" y="36670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mark17"/>
          <p:cNvSpPr/>
          <p:nvPr/>
        </p:nvSpPr>
        <p:spPr>
          <a:xfrm flipH="1">
            <a:off x="10413829" y="35176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2-mark18"/>
          <p:cNvSpPr/>
          <p:nvPr/>
        </p:nvSpPr>
        <p:spPr>
          <a:xfrm flipH="1">
            <a:off x="10378195" y="33788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mark19"/>
          <p:cNvSpPr/>
          <p:nvPr/>
        </p:nvSpPr>
        <p:spPr>
          <a:xfrm flipH="1">
            <a:off x="10179720" y="32516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2-mark20"/>
          <p:cNvSpPr/>
          <p:nvPr/>
        </p:nvSpPr>
        <p:spPr>
          <a:xfrm flipH="1">
            <a:off x="10110162" y="31370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mark21"/>
          <p:cNvSpPr/>
          <p:nvPr/>
        </p:nvSpPr>
        <p:spPr>
          <a:xfrm flipH="1">
            <a:off x="9908515" y="30358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2-mark22"/>
          <p:cNvSpPr/>
          <p:nvPr/>
        </p:nvSpPr>
        <p:spPr>
          <a:xfrm flipH="1">
            <a:off x="9807147" y="29488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mark23"/>
          <p:cNvSpPr/>
          <p:nvPr/>
        </p:nvSpPr>
        <p:spPr>
          <a:xfrm flipH="1">
            <a:off x="9608454" y="28768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2-mark24"/>
          <p:cNvSpPr/>
          <p:nvPr/>
        </p:nvSpPr>
        <p:spPr>
          <a:xfrm flipH="1">
            <a:off x="9478356" y="28202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mark25"/>
          <p:cNvSpPr/>
          <p:nvPr/>
        </p:nvSpPr>
        <p:spPr>
          <a:xfrm flipH="1">
            <a:off x="9288655" y="27794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2-mark26"/>
          <p:cNvSpPr/>
          <p:nvPr/>
        </p:nvSpPr>
        <p:spPr>
          <a:xfrm flipH="1">
            <a:off x="9133780" y="27548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mark27"/>
          <p:cNvSpPr/>
          <p:nvPr/>
        </p:nvSpPr>
        <p:spPr>
          <a:xfrm>
            <a:off x="8958834" y="2746677"/>
            <a:ext cx="0" cy="2590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02-mark28"/>
          <p:cNvSpPr/>
          <p:nvPr/>
        </p:nvSpPr>
        <p:spPr>
          <a:xfrm>
            <a:off x="8770720" y="27548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mark29"/>
          <p:cNvSpPr/>
          <p:nvPr/>
        </p:nvSpPr>
        <p:spPr>
          <a:xfrm>
            <a:off x="8584038" y="27794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5" name="S02-mark30"/>
          <p:cNvSpPr/>
          <p:nvPr/>
        </p:nvSpPr>
        <p:spPr>
          <a:xfrm>
            <a:off x="8400208" y="28202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2-mark31"/>
          <p:cNvSpPr/>
          <p:nvPr/>
        </p:nvSpPr>
        <p:spPr>
          <a:xfrm>
            <a:off x="8220630" y="28768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7" name="S02-mark32"/>
          <p:cNvSpPr/>
          <p:nvPr/>
        </p:nvSpPr>
        <p:spPr>
          <a:xfrm>
            <a:off x="8046670" y="29488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mark33"/>
          <p:cNvSpPr/>
          <p:nvPr/>
        </p:nvSpPr>
        <p:spPr>
          <a:xfrm>
            <a:off x="7879652" y="30358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02-mark34"/>
          <p:cNvSpPr/>
          <p:nvPr/>
        </p:nvSpPr>
        <p:spPr>
          <a:xfrm>
            <a:off x="7720847" y="31370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mark35"/>
          <p:cNvSpPr/>
          <p:nvPr/>
        </p:nvSpPr>
        <p:spPr>
          <a:xfrm>
            <a:off x="7571464" y="32516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2-mark36"/>
          <p:cNvSpPr/>
          <p:nvPr/>
        </p:nvSpPr>
        <p:spPr>
          <a:xfrm>
            <a:off x="7432639" y="33788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mark37"/>
          <p:cNvSpPr/>
          <p:nvPr/>
        </p:nvSpPr>
        <p:spPr>
          <a:xfrm>
            <a:off x="7305430" y="35176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3" name="S02-mark38"/>
          <p:cNvSpPr/>
          <p:nvPr/>
        </p:nvSpPr>
        <p:spPr>
          <a:xfrm>
            <a:off x="7190805" y="36670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mark39"/>
          <p:cNvSpPr/>
          <p:nvPr/>
        </p:nvSpPr>
        <p:spPr>
          <a:xfrm>
            <a:off x="7089635" y="38258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2-mark40"/>
          <p:cNvSpPr/>
          <p:nvPr/>
        </p:nvSpPr>
        <p:spPr>
          <a:xfrm>
            <a:off x="7002691" y="39928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2-mark41"/>
          <p:cNvSpPr/>
          <p:nvPr/>
        </p:nvSpPr>
        <p:spPr>
          <a:xfrm>
            <a:off x="6930634" y="41668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2-mark42"/>
          <p:cNvSpPr/>
          <p:nvPr/>
        </p:nvSpPr>
        <p:spPr>
          <a:xfrm>
            <a:off x="6874014" y="43464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mark43"/>
          <p:cNvSpPr/>
          <p:nvPr/>
        </p:nvSpPr>
        <p:spPr>
          <a:xfrm>
            <a:off x="6833259" y="45302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9" name="S02-mark44"/>
          <p:cNvSpPr/>
          <p:nvPr/>
        </p:nvSpPr>
        <p:spPr>
          <a:xfrm>
            <a:off x="6808682" y="47169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mark45"/>
          <p:cNvSpPr/>
          <p:nvPr/>
        </p:nvSpPr>
        <p:spPr>
          <a:xfrm>
            <a:off x="6800469" y="49050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02-mark46"/>
          <p:cNvSpPr/>
          <p:nvPr/>
        </p:nvSpPr>
        <p:spPr>
          <a:xfrm>
            <a:off x="6800469" y="4905042"/>
            <a:ext cx="431673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2-mark47"/>
          <p:cNvSpPr/>
          <p:nvPr/>
        </p:nvSpPr>
        <p:spPr>
          <a:xfrm flipV="1">
            <a:off x="8958834" y="4646038"/>
            <a:ext cx="0" cy="25900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02-mark48"/>
          <p:cNvSpPr/>
          <p:nvPr/>
        </p:nvSpPr>
        <p:spPr>
          <a:xfrm>
            <a:off x="8311324" y="4279595"/>
            <a:ext cx="647510" cy="625446"/>
          </a:xfrm>
          <a:custGeom>
            <a:avLst/>
            <a:gdLst/>
            <a:ahLst/>
            <a:cxnLst/>
            <a:rect l="l" t="t" r="r" b="b"/>
            <a:pathLst>
              <a:path w="647510" h="625446">
                <a:moveTo>
                  <a:pt x="647510" y="625446"/>
                </a:moveTo>
                <a:lnTo>
                  <a:pt x="479922" y="0"/>
                </a:lnTo>
                <a:lnTo>
                  <a:pt x="446075" y="10066"/>
                </a:lnTo>
                <a:lnTo>
                  <a:pt x="412827" y="21962"/>
                </a:lnTo>
                <a:lnTo>
                  <a:pt x="380278" y="35653"/>
                </a:lnTo>
                <a:lnTo>
                  <a:pt x="348523" y="51098"/>
                </a:lnTo>
                <a:lnTo>
                  <a:pt x="317657" y="68251"/>
                </a:lnTo>
                <a:lnTo>
                  <a:pt x="287772" y="87062"/>
                </a:lnTo>
                <a:lnTo>
                  <a:pt x="258958" y="107473"/>
                </a:lnTo>
                <a:lnTo>
                  <a:pt x="231298" y="129425"/>
                </a:lnTo>
                <a:lnTo>
                  <a:pt x="204877" y="152852"/>
                </a:lnTo>
                <a:lnTo>
                  <a:pt x="179772" y="177685"/>
                </a:lnTo>
                <a:lnTo>
                  <a:pt x="156058" y="203849"/>
                </a:lnTo>
                <a:lnTo>
                  <a:pt x="133806" y="231267"/>
                </a:lnTo>
                <a:lnTo>
                  <a:pt x="113081" y="259858"/>
                </a:lnTo>
                <a:lnTo>
                  <a:pt x="93946" y="289536"/>
                </a:lnTo>
                <a:lnTo>
                  <a:pt x="76457" y="320212"/>
                </a:lnTo>
                <a:lnTo>
                  <a:pt x="60667" y="351797"/>
                </a:lnTo>
                <a:lnTo>
                  <a:pt x="46621" y="384195"/>
                </a:lnTo>
                <a:lnTo>
                  <a:pt x="34363" y="417311"/>
                </a:lnTo>
                <a:lnTo>
                  <a:pt x="23929" y="451046"/>
                </a:lnTo>
                <a:lnTo>
                  <a:pt x="15349" y="485299"/>
                </a:lnTo>
                <a:lnTo>
                  <a:pt x="8649" y="519970"/>
                </a:lnTo>
                <a:lnTo>
                  <a:pt x="3849" y="554954"/>
                </a:lnTo>
                <a:lnTo>
                  <a:pt x="963" y="590147"/>
                </a:lnTo>
                <a:lnTo>
                  <a:pt x="0" y="625446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4" name="S02-figure49" descr="왼쪽 변이 바깥쪽 눈금 0에 맞은 75° 각"/>
          <p:cNvSpPr/>
          <p:nvPr/>
        </p:nvSpPr>
        <p:spPr>
          <a:xfrm flipH="1" flipV="1">
            <a:off x="8288483" y="2403257"/>
            <a:ext cx="670351" cy="2501785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5" name="S02-mark50"/>
          <p:cNvSpPr/>
          <p:nvPr/>
        </p:nvSpPr>
        <p:spPr>
          <a:xfrm flipH="1">
            <a:off x="6368796" y="4905042"/>
            <a:ext cx="2590038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6" name="S02-label52"/>
          <p:cNvSpPr txBox="1"/>
          <p:nvPr/>
        </p:nvSpPr>
        <p:spPr>
          <a:xfrm>
            <a:off x="7131177" y="4650089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7" name="S02-label54"/>
          <p:cNvSpPr txBox="1"/>
          <p:nvPr/>
        </p:nvSpPr>
        <p:spPr>
          <a:xfrm>
            <a:off x="10243414" y="4658027"/>
            <a:ext cx="1935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000" dirty="0"/>
          </a:p>
        </p:txBody>
      </p:sp>
      <p:sp>
        <p:nvSpPr>
          <p:cNvPr id="48" name="S02-labelbg56"/>
          <p:cNvSpPr/>
          <p:nvPr/>
        </p:nvSpPr>
        <p:spPr>
          <a:xfrm>
            <a:off x="7157028" y="4535355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02-label57"/>
          <p:cNvSpPr txBox="1"/>
          <p:nvPr/>
        </p:nvSpPr>
        <p:spPr>
          <a:xfrm>
            <a:off x="7111308" y="451789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50" name="S02-labelbg59"/>
          <p:cNvSpPr/>
          <p:nvPr/>
        </p:nvSpPr>
        <p:spPr>
          <a:xfrm>
            <a:off x="10226238" y="4601672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02-label60"/>
          <p:cNvSpPr txBox="1"/>
          <p:nvPr/>
        </p:nvSpPr>
        <p:spPr>
          <a:xfrm>
            <a:off x="10180518" y="4585797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000" dirty="0"/>
          </a:p>
        </p:txBody>
      </p:sp>
      <p:sp>
        <p:nvSpPr>
          <p:cNvPr id="52" name="S02-labelbg62"/>
          <p:cNvSpPr/>
          <p:nvPr/>
        </p:nvSpPr>
        <p:spPr>
          <a:xfrm>
            <a:off x="7234928" y="4244628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02-label63"/>
          <p:cNvSpPr txBox="1"/>
          <p:nvPr/>
        </p:nvSpPr>
        <p:spPr>
          <a:xfrm>
            <a:off x="7189208" y="422716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54" name="S02-labelbg65"/>
          <p:cNvSpPr/>
          <p:nvPr/>
        </p:nvSpPr>
        <p:spPr>
          <a:xfrm>
            <a:off x="10163918" y="4369091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02-label66"/>
          <p:cNvSpPr txBox="1"/>
          <p:nvPr/>
        </p:nvSpPr>
        <p:spPr>
          <a:xfrm>
            <a:off x="10118198" y="4353216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000" dirty="0"/>
          </a:p>
        </p:txBody>
      </p:sp>
      <p:sp>
        <p:nvSpPr>
          <p:cNvPr id="56" name="S02-labelbg68"/>
          <p:cNvSpPr/>
          <p:nvPr/>
        </p:nvSpPr>
        <p:spPr>
          <a:xfrm>
            <a:off x="7362129" y="3971846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02-label69"/>
          <p:cNvSpPr txBox="1"/>
          <p:nvPr/>
        </p:nvSpPr>
        <p:spPr>
          <a:xfrm>
            <a:off x="7316409" y="395438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58" name="S02-labelbg71"/>
          <p:cNvSpPr/>
          <p:nvPr/>
        </p:nvSpPr>
        <p:spPr>
          <a:xfrm>
            <a:off x="10062157" y="415086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02-label72"/>
          <p:cNvSpPr txBox="1"/>
          <p:nvPr/>
        </p:nvSpPr>
        <p:spPr>
          <a:xfrm>
            <a:off x="10016437" y="413499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000" dirty="0"/>
          </a:p>
        </p:txBody>
      </p:sp>
      <p:sp>
        <p:nvSpPr>
          <p:cNvPr id="60" name="S02-labelbg74"/>
          <p:cNvSpPr/>
          <p:nvPr/>
        </p:nvSpPr>
        <p:spPr>
          <a:xfrm>
            <a:off x="7534765" y="3725295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02-label75"/>
          <p:cNvSpPr txBox="1"/>
          <p:nvPr/>
        </p:nvSpPr>
        <p:spPr>
          <a:xfrm>
            <a:off x="7489045" y="370783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62" name="S02-labelbg77"/>
          <p:cNvSpPr/>
          <p:nvPr/>
        </p:nvSpPr>
        <p:spPr>
          <a:xfrm>
            <a:off x="9924048" y="3953625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02-label78"/>
          <p:cNvSpPr txBox="1"/>
          <p:nvPr/>
        </p:nvSpPr>
        <p:spPr>
          <a:xfrm>
            <a:off x="9878328" y="3937750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000" dirty="0"/>
          </a:p>
        </p:txBody>
      </p:sp>
      <p:sp>
        <p:nvSpPr>
          <p:cNvPr id="64" name="S02-labelbg80"/>
          <p:cNvSpPr/>
          <p:nvPr/>
        </p:nvSpPr>
        <p:spPr>
          <a:xfrm>
            <a:off x="7747592" y="3512469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02-label81"/>
          <p:cNvSpPr txBox="1"/>
          <p:nvPr/>
        </p:nvSpPr>
        <p:spPr>
          <a:xfrm>
            <a:off x="7701872" y="349500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66" name="S02-labelbg83"/>
          <p:cNvSpPr/>
          <p:nvPr/>
        </p:nvSpPr>
        <p:spPr>
          <a:xfrm>
            <a:off x="9753787" y="3783363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02-label84"/>
          <p:cNvSpPr txBox="1"/>
          <p:nvPr/>
        </p:nvSpPr>
        <p:spPr>
          <a:xfrm>
            <a:off x="9708067" y="3767488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000" dirty="0"/>
          </a:p>
        </p:txBody>
      </p:sp>
      <p:sp>
        <p:nvSpPr>
          <p:cNvPr id="68" name="S02-labelbg86"/>
          <p:cNvSpPr/>
          <p:nvPr/>
        </p:nvSpPr>
        <p:spPr>
          <a:xfrm>
            <a:off x="7994142" y="33398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02-label87"/>
          <p:cNvSpPr txBox="1"/>
          <p:nvPr/>
        </p:nvSpPr>
        <p:spPr>
          <a:xfrm>
            <a:off x="7948422" y="332237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70" name="S02-labelbg89"/>
          <p:cNvSpPr/>
          <p:nvPr/>
        </p:nvSpPr>
        <p:spPr>
          <a:xfrm>
            <a:off x="9556547" y="364525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02-label90"/>
          <p:cNvSpPr txBox="1"/>
          <p:nvPr/>
        </p:nvSpPr>
        <p:spPr>
          <a:xfrm>
            <a:off x="9510827" y="362937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000" dirty="0"/>
          </a:p>
        </p:txBody>
      </p:sp>
      <p:sp>
        <p:nvSpPr>
          <p:cNvPr id="72" name="S02-labelbg92"/>
          <p:cNvSpPr/>
          <p:nvPr/>
        </p:nvSpPr>
        <p:spPr>
          <a:xfrm>
            <a:off x="8266925" y="32126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02-label93"/>
          <p:cNvSpPr txBox="1"/>
          <p:nvPr/>
        </p:nvSpPr>
        <p:spPr>
          <a:xfrm>
            <a:off x="8221205" y="31951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74" name="S02-labelbg95"/>
          <p:cNvSpPr/>
          <p:nvPr/>
        </p:nvSpPr>
        <p:spPr>
          <a:xfrm>
            <a:off x="9338321" y="354349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02-label96"/>
          <p:cNvSpPr txBox="1"/>
          <p:nvPr/>
        </p:nvSpPr>
        <p:spPr>
          <a:xfrm>
            <a:off x="9292601" y="352761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000" dirty="0"/>
          </a:p>
        </p:txBody>
      </p:sp>
      <p:sp>
        <p:nvSpPr>
          <p:cNvPr id="76" name="S02-labelbg98"/>
          <p:cNvSpPr/>
          <p:nvPr/>
        </p:nvSpPr>
        <p:spPr>
          <a:xfrm>
            <a:off x="8557651" y="313473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02-label99"/>
          <p:cNvSpPr txBox="1"/>
          <p:nvPr/>
        </p:nvSpPr>
        <p:spPr>
          <a:xfrm>
            <a:off x="8511931" y="31172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78" name="S02-labelbg101"/>
          <p:cNvSpPr/>
          <p:nvPr/>
        </p:nvSpPr>
        <p:spPr>
          <a:xfrm>
            <a:off x="9105740" y="3481174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02-label102"/>
          <p:cNvSpPr txBox="1"/>
          <p:nvPr/>
        </p:nvSpPr>
        <p:spPr>
          <a:xfrm>
            <a:off x="9060020" y="3465299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000" dirty="0"/>
          </a:p>
        </p:txBody>
      </p:sp>
      <p:sp>
        <p:nvSpPr>
          <p:cNvPr id="80" name="S02-labelbg104"/>
          <p:cNvSpPr/>
          <p:nvPr/>
        </p:nvSpPr>
        <p:spPr>
          <a:xfrm>
            <a:off x="8857488" y="3108500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02-label105"/>
          <p:cNvSpPr txBox="1"/>
          <p:nvPr/>
        </p:nvSpPr>
        <p:spPr>
          <a:xfrm>
            <a:off x="8811768" y="3091037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82" name="S02-labelbg107"/>
          <p:cNvSpPr/>
          <p:nvPr/>
        </p:nvSpPr>
        <p:spPr>
          <a:xfrm>
            <a:off x="8865870" y="3460188"/>
            <a:ext cx="18592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02-label108"/>
          <p:cNvSpPr txBox="1"/>
          <p:nvPr/>
        </p:nvSpPr>
        <p:spPr>
          <a:xfrm>
            <a:off x="8820150" y="3444313"/>
            <a:ext cx="27736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000" dirty="0"/>
          </a:p>
        </p:txBody>
      </p:sp>
      <p:sp>
        <p:nvSpPr>
          <p:cNvPr id="84" name="S02-labelbg110"/>
          <p:cNvSpPr/>
          <p:nvPr/>
        </p:nvSpPr>
        <p:spPr>
          <a:xfrm>
            <a:off x="9111224" y="31347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02-label111"/>
          <p:cNvSpPr txBox="1"/>
          <p:nvPr/>
        </p:nvSpPr>
        <p:spPr>
          <a:xfrm>
            <a:off x="9065504" y="31172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86" name="S02-labelbg113"/>
          <p:cNvSpPr/>
          <p:nvPr/>
        </p:nvSpPr>
        <p:spPr>
          <a:xfrm>
            <a:off x="8584090" y="348117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02-label114"/>
          <p:cNvSpPr txBox="1"/>
          <p:nvPr/>
        </p:nvSpPr>
        <p:spPr>
          <a:xfrm>
            <a:off x="8538370" y="346529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000" dirty="0"/>
          </a:p>
        </p:txBody>
      </p:sp>
      <p:sp>
        <p:nvSpPr>
          <p:cNvPr id="88" name="S02-labelbg116"/>
          <p:cNvSpPr/>
          <p:nvPr/>
        </p:nvSpPr>
        <p:spPr>
          <a:xfrm>
            <a:off x="9401950" y="32126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02-label117"/>
          <p:cNvSpPr txBox="1"/>
          <p:nvPr/>
        </p:nvSpPr>
        <p:spPr>
          <a:xfrm>
            <a:off x="9356230" y="31951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90" name="S02-labelbg119"/>
          <p:cNvSpPr/>
          <p:nvPr/>
        </p:nvSpPr>
        <p:spPr>
          <a:xfrm>
            <a:off x="8351509" y="354349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02-label120"/>
          <p:cNvSpPr txBox="1"/>
          <p:nvPr/>
        </p:nvSpPr>
        <p:spPr>
          <a:xfrm>
            <a:off x="8305789" y="352761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000" dirty="0"/>
          </a:p>
        </p:txBody>
      </p:sp>
      <p:sp>
        <p:nvSpPr>
          <p:cNvPr id="92" name="S02-labelbg122"/>
          <p:cNvSpPr/>
          <p:nvPr/>
        </p:nvSpPr>
        <p:spPr>
          <a:xfrm>
            <a:off x="9674733" y="333983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02-label123"/>
          <p:cNvSpPr txBox="1"/>
          <p:nvPr/>
        </p:nvSpPr>
        <p:spPr>
          <a:xfrm>
            <a:off x="9629013" y="332237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94" name="S02-labelbg125"/>
          <p:cNvSpPr/>
          <p:nvPr/>
        </p:nvSpPr>
        <p:spPr>
          <a:xfrm>
            <a:off x="8133283" y="3645254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02-label126"/>
          <p:cNvSpPr txBox="1"/>
          <p:nvPr/>
        </p:nvSpPr>
        <p:spPr>
          <a:xfrm>
            <a:off x="8087563" y="3629379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000" dirty="0"/>
          </a:p>
        </p:txBody>
      </p:sp>
      <p:sp>
        <p:nvSpPr>
          <p:cNvPr id="96" name="S02-labelbg128"/>
          <p:cNvSpPr/>
          <p:nvPr/>
        </p:nvSpPr>
        <p:spPr>
          <a:xfrm>
            <a:off x="9921283" y="3512469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02-label129"/>
          <p:cNvSpPr txBox="1"/>
          <p:nvPr/>
        </p:nvSpPr>
        <p:spPr>
          <a:xfrm>
            <a:off x="9875563" y="349500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98" name="S02-labelbg131"/>
          <p:cNvSpPr/>
          <p:nvPr/>
        </p:nvSpPr>
        <p:spPr>
          <a:xfrm>
            <a:off x="7936043" y="3783363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02-label132"/>
          <p:cNvSpPr txBox="1"/>
          <p:nvPr/>
        </p:nvSpPr>
        <p:spPr>
          <a:xfrm>
            <a:off x="7890323" y="3767488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000" dirty="0"/>
          </a:p>
        </p:txBody>
      </p:sp>
      <p:sp>
        <p:nvSpPr>
          <p:cNvPr id="100" name="S02-labelbg134"/>
          <p:cNvSpPr/>
          <p:nvPr/>
        </p:nvSpPr>
        <p:spPr>
          <a:xfrm>
            <a:off x="10134110" y="3725295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02-label135"/>
          <p:cNvSpPr txBox="1"/>
          <p:nvPr/>
        </p:nvSpPr>
        <p:spPr>
          <a:xfrm>
            <a:off x="10088390" y="370783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02" name="S02-labelbg137"/>
          <p:cNvSpPr/>
          <p:nvPr/>
        </p:nvSpPr>
        <p:spPr>
          <a:xfrm>
            <a:off x="7765782" y="395362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02-label138"/>
          <p:cNvSpPr txBox="1"/>
          <p:nvPr/>
        </p:nvSpPr>
        <p:spPr>
          <a:xfrm>
            <a:off x="7720062" y="393775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000" dirty="0"/>
          </a:p>
        </p:txBody>
      </p:sp>
      <p:sp>
        <p:nvSpPr>
          <p:cNvPr id="104" name="S02-labelbg140"/>
          <p:cNvSpPr/>
          <p:nvPr/>
        </p:nvSpPr>
        <p:spPr>
          <a:xfrm>
            <a:off x="10306746" y="3971846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02-label141"/>
          <p:cNvSpPr txBox="1"/>
          <p:nvPr/>
        </p:nvSpPr>
        <p:spPr>
          <a:xfrm>
            <a:off x="10261026" y="395438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106" name="S02-labelbg143"/>
          <p:cNvSpPr/>
          <p:nvPr/>
        </p:nvSpPr>
        <p:spPr>
          <a:xfrm>
            <a:off x="7627673" y="4150865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02-label144"/>
          <p:cNvSpPr txBox="1"/>
          <p:nvPr/>
        </p:nvSpPr>
        <p:spPr>
          <a:xfrm>
            <a:off x="7581953" y="4134990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000" dirty="0"/>
          </a:p>
        </p:txBody>
      </p:sp>
      <p:sp>
        <p:nvSpPr>
          <p:cNvPr id="108" name="S02-labelbg146"/>
          <p:cNvSpPr/>
          <p:nvPr/>
        </p:nvSpPr>
        <p:spPr>
          <a:xfrm>
            <a:off x="10433947" y="4244628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02-label147"/>
          <p:cNvSpPr txBox="1"/>
          <p:nvPr/>
        </p:nvSpPr>
        <p:spPr>
          <a:xfrm>
            <a:off x="10388227" y="422716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10" name="S02-labelbg149"/>
          <p:cNvSpPr/>
          <p:nvPr/>
        </p:nvSpPr>
        <p:spPr>
          <a:xfrm>
            <a:off x="7525912" y="4369091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02-label150"/>
          <p:cNvSpPr txBox="1"/>
          <p:nvPr/>
        </p:nvSpPr>
        <p:spPr>
          <a:xfrm>
            <a:off x="7480192" y="4353216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000" dirty="0"/>
          </a:p>
        </p:txBody>
      </p:sp>
      <p:sp>
        <p:nvSpPr>
          <p:cNvPr id="112" name="S02-labelbg152"/>
          <p:cNvSpPr/>
          <p:nvPr/>
        </p:nvSpPr>
        <p:spPr>
          <a:xfrm>
            <a:off x="10511847" y="4535355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S02-label153"/>
          <p:cNvSpPr txBox="1"/>
          <p:nvPr/>
        </p:nvSpPr>
        <p:spPr>
          <a:xfrm>
            <a:off x="10466127" y="451789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114" name="S02-labelbg155"/>
          <p:cNvSpPr/>
          <p:nvPr/>
        </p:nvSpPr>
        <p:spPr>
          <a:xfrm>
            <a:off x="7463592" y="4601672"/>
            <a:ext cx="269748" cy="12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02-label156"/>
          <p:cNvSpPr txBox="1"/>
          <p:nvPr/>
        </p:nvSpPr>
        <p:spPr>
          <a:xfrm>
            <a:off x="7417872" y="458579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000" dirty="0"/>
          </a:p>
        </p:txBody>
      </p:sp>
      <p:sp>
        <p:nvSpPr>
          <p:cNvPr id="116" name="S02-label158"/>
          <p:cNvSpPr txBox="1"/>
          <p:nvPr/>
        </p:nvSpPr>
        <p:spPr>
          <a:xfrm>
            <a:off x="10492359" y="465008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17" name="S02-label160"/>
          <p:cNvSpPr txBox="1"/>
          <p:nvPr/>
        </p:nvSpPr>
        <p:spPr>
          <a:xfrm>
            <a:off x="7396886" y="4658027"/>
            <a:ext cx="36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000" dirty="0"/>
          </a:p>
        </p:txBody>
      </p:sp>
      <p:sp>
        <p:nvSpPr>
          <p:cNvPr id="118" name="S02-mark161"/>
          <p:cNvSpPr/>
          <p:nvPr/>
        </p:nvSpPr>
        <p:spPr>
          <a:xfrm>
            <a:off x="8911285" y="4857493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9" name="S02-chip16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0" name="S02-text16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직각은 몇 도?</a:t>
            </a:r>
            <a:endParaRPr lang="ko-KR" sz="3000" dirty="0"/>
          </a:p>
        </p:txBody>
      </p:sp>
      <p:sp>
        <p:nvSpPr>
          <p:cNvPr id="121" name="S02-chip16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2" name="S02-text16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130°는 예각?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둔각?</a:t>
            </a:r>
            <a:endParaRPr lang="ko-KR" sz="3000" dirty="0"/>
          </a:p>
        </p:txBody>
      </p:sp>
      <p:sp>
        <p:nvSpPr>
          <p:cNvPr id="123" name="S02-chip16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4" name="S02-text16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각은 몇 도?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각도의 합과 차</a:t>
            </a:r>
            <a:endParaRPr lang="ko-KR" sz="4000" dirty="0"/>
          </a:p>
        </p:txBody>
      </p:sp>
      <p:sp>
        <p:nvSpPr>
          <p:cNvPr id="3" name="S03-card1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더하고 빼고, 답에 °를 붙여요.</a:t>
            </a:r>
            <a:endParaRPr lang="ko-KR" sz="3000" dirty="0"/>
          </a:p>
        </p:txBody>
      </p:sp>
      <p:sp>
        <p:nvSpPr>
          <p:cNvPr id="5" name="S03-mark170"/>
          <p:cNvSpPr/>
          <p:nvPr/>
        </p:nvSpPr>
        <p:spPr>
          <a:xfrm>
            <a:off x="1906761" y="3702963"/>
            <a:ext cx="1134569" cy="567285"/>
          </a:xfrm>
          <a:custGeom>
            <a:avLst/>
            <a:gdLst/>
            <a:ahLst/>
            <a:cxnLst/>
            <a:rect l="l" t="t" r="r" b="b"/>
            <a:pathLst>
              <a:path w="1134569" h="567285">
                <a:moveTo>
                  <a:pt x="0" y="567285"/>
                </a:moveTo>
                <a:lnTo>
                  <a:pt x="1134569" y="567285"/>
                </a:lnTo>
                <a:lnTo>
                  <a:pt x="1134299" y="542534"/>
                </a:lnTo>
                <a:lnTo>
                  <a:pt x="1133489" y="517795"/>
                </a:lnTo>
                <a:lnTo>
                  <a:pt x="1132140" y="493080"/>
                </a:lnTo>
                <a:lnTo>
                  <a:pt x="1130251" y="468400"/>
                </a:lnTo>
                <a:lnTo>
                  <a:pt x="1127825" y="443768"/>
                </a:lnTo>
                <a:lnTo>
                  <a:pt x="1124862" y="419194"/>
                </a:lnTo>
                <a:lnTo>
                  <a:pt x="1121364" y="394690"/>
                </a:lnTo>
                <a:lnTo>
                  <a:pt x="1117332" y="370269"/>
                </a:lnTo>
                <a:lnTo>
                  <a:pt x="1112768" y="345941"/>
                </a:lnTo>
                <a:lnTo>
                  <a:pt x="1107675" y="321719"/>
                </a:lnTo>
                <a:lnTo>
                  <a:pt x="1102054" y="297614"/>
                </a:lnTo>
                <a:lnTo>
                  <a:pt x="1095909" y="273636"/>
                </a:lnTo>
                <a:lnTo>
                  <a:pt x="1089243" y="249799"/>
                </a:lnTo>
                <a:lnTo>
                  <a:pt x="1082057" y="226113"/>
                </a:lnTo>
                <a:lnTo>
                  <a:pt x="1074357" y="202589"/>
                </a:lnTo>
                <a:lnTo>
                  <a:pt x="1066146" y="179239"/>
                </a:lnTo>
                <a:lnTo>
                  <a:pt x="1057427" y="156074"/>
                </a:lnTo>
                <a:lnTo>
                  <a:pt x="1048205" y="133104"/>
                </a:lnTo>
                <a:lnTo>
                  <a:pt x="1038484" y="110341"/>
                </a:lnTo>
                <a:lnTo>
                  <a:pt x="1028268" y="87795"/>
                </a:lnTo>
                <a:lnTo>
                  <a:pt x="1017564" y="65477"/>
                </a:lnTo>
                <a:lnTo>
                  <a:pt x="1006375" y="43399"/>
                </a:lnTo>
                <a:lnTo>
                  <a:pt x="994707" y="21570"/>
                </a:lnTo>
                <a:lnTo>
                  <a:pt x="982565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3-label172"/>
          <p:cNvSpPr txBox="1"/>
          <p:nvPr/>
        </p:nvSpPr>
        <p:spPr>
          <a:xfrm>
            <a:off x="2962324" y="3711156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2400" dirty="0"/>
          </a:p>
        </p:txBody>
      </p:sp>
      <p:sp>
        <p:nvSpPr>
          <p:cNvPr id="7" name="S03-mark173"/>
          <p:cNvSpPr/>
          <p:nvPr/>
        </p:nvSpPr>
        <p:spPr>
          <a:xfrm>
            <a:off x="1906761" y="3174340"/>
            <a:ext cx="982565" cy="1095908"/>
          </a:xfrm>
          <a:custGeom>
            <a:avLst/>
            <a:gdLst/>
            <a:ahLst/>
            <a:cxnLst/>
            <a:rect l="l" t="t" r="r" b="b"/>
            <a:pathLst>
              <a:path w="982565" h="1095908">
                <a:moveTo>
                  <a:pt x="0" y="1095908"/>
                </a:moveTo>
                <a:lnTo>
                  <a:pt x="982565" y="528623"/>
                </a:lnTo>
                <a:lnTo>
                  <a:pt x="963478" y="496778"/>
                </a:lnTo>
                <a:lnTo>
                  <a:pt x="943360" y="465575"/>
                </a:lnTo>
                <a:lnTo>
                  <a:pt x="922231" y="435047"/>
                </a:lnTo>
                <a:lnTo>
                  <a:pt x="900115" y="405227"/>
                </a:lnTo>
                <a:lnTo>
                  <a:pt x="877034" y="376146"/>
                </a:lnTo>
                <a:lnTo>
                  <a:pt x="853015" y="347836"/>
                </a:lnTo>
                <a:lnTo>
                  <a:pt x="828082" y="320326"/>
                </a:lnTo>
                <a:lnTo>
                  <a:pt x="802263" y="293648"/>
                </a:lnTo>
                <a:lnTo>
                  <a:pt x="775584" y="267828"/>
                </a:lnTo>
                <a:lnTo>
                  <a:pt x="748075" y="242895"/>
                </a:lnTo>
                <a:lnTo>
                  <a:pt x="719765" y="218876"/>
                </a:lnTo>
                <a:lnTo>
                  <a:pt x="690684" y="195796"/>
                </a:lnTo>
                <a:lnTo>
                  <a:pt x="660864" y="173679"/>
                </a:lnTo>
                <a:lnTo>
                  <a:pt x="630336" y="152550"/>
                </a:lnTo>
                <a:lnTo>
                  <a:pt x="599133" y="132431"/>
                </a:lnTo>
                <a:lnTo>
                  <a:pt x="567288" y="113344"/>
                </a:lnTo>
                <a:lnTo>
                  <a:pt x="534836" y="95309"/>
                </a:lnTo>
                <a:lnTo>
                  <a:pt x="501811" y="78346"/>
                </a:lnTo>
                <a:lnTo>
                  <a:pt x="468249" y="62472"/>
                </a:lnTo>
                <a:lnTo>
                  <a:pt x="434186" y="47705"/>
                </a:lnTo>
                <a:lnTo>
                  <a:pt x="399657" y="34060"/>
                </a:lnTo>
                <a:lnTo>
                  <a:pt x="364701" y="21552"/>
                </a:lnTo>
                <a:lnTo>
                  <a:pt x="329354" y="10195"/>
                </a:lnTo>
                <a:lnTo>
                  <a:pt x="293655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3-label175"/>
          <p:cNvSpPr txBox="1"/>
          <p:nvPr/>
        </p:nvSpPr>
        <p:spPr>
          <a:xfrm>
            <a:off x="2453679" y="294991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45°</a:t>
            </a:r>
            <a:endParaRPr lang="ko-KR" sz="2400" dirty="0"/>
          </a:p>
        </p:txBody>
      </p:sp>
      <p:sp>
        <p:nvSpPr>
          <p:cNvPr id="9" name="S03-figure176" descr="30° 각과 45° 각을 한 변을 맞대어 붙인 그림"/>
          <p:cNvSpPr/>
          <p:nvPr/>
        </p:nvSpPr>
        <p:spPr>
          <a:xfrm>
            <a:off x="1906761" y="4270248"/>
            <a:ext cx="26695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177"/>
          <p:cNvSpPr/>
          <p:nvPr/>
        </p:nvSpPr>
        <p:spPr>
          <a:xfrm flipV="1">
            <a:off x="1906761" y="2935461"/>
            <a:ext cx="2311918" cy="133478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178"/>
          <p:cNvSpPr/>
          <p:nvPr/>
        </p:nvSpPr>
        <p:spPr>
          <a:xfrm flipV="1">
            <a:off x="1906761" y="1691640"/>
            <a:ext cx="690952" cy="257860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3-label179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합: 30° + 45° = 75°</a:t>
            </a:r>
            <a:endParaRPr lang="ko-KR" sz="2400" dirty="0"/>
          </a:p>
        </p:txBody>
      </p:sp>
      <p:sp>
        <p:nvSpPr>
          <p:cNvPr id="13" name="S03-mark180"/>
          <p:cNvSpPr/>
          <p:nvPr/>
        </p:nvSpPr>
        <p:spPr>
          <a:xfrm>
            <a:off x="8044637" y="3608797"/>
            <a:ext cx="1029028" cy="661451"/>
          </a:xfrm>
          <a:custGeom>
            <a:avLst/>
            <a:gdLst/>
            <a:ahLst/>
            <a:cxnLst/>
            <a:rect l="l" t="t" r="r" b="b"/>
            <a:pathLst>
              <a:path w="1029028" h="661451">
                <a:moveTo>
                  <a:pt x="0" y="661451"/>
                </a:moveTo>
                <a:lnTo>
                  <a:pt x="1029028" y="661451"/>
                </a:lnTo>
                <a:lnTo>
                  <a:pt x="1028593" y="631522"/>
                </a:lnTo>
                <a:lnTo>
                  <a:pt x="1027287" y="601618"/>
                </a:lnTo>
                <a:lnTo>
                  <a:pt x="1025113" y="571765"/>
                </a:lnTo>
                <a:lnTo>
                  <a:pt x="1022070" y="541987"/>
                </a:lnTo>
                <a:lnTo>
                  <a:pt x="1018163" y="512311"/>
                </a:lnTo>
                <a:lnTo>
                  <a:pt x="1013395" y="482761"/>
                </a:lnTo>
                <a:lnTo>
                  <a:pt x="1007769" y="453362"/>
                </a:lnTo>
                <a:lnTo>
                  <a:pt x="1001290" y="424139"/>
                </a:lnTo>
                <a:lnTo>
                  <a:pt x="993965" y="395117"/>
                </a:lnTo>
                <a:lnTo>
                  <a:pt x="985798" y="366320"/>
                </a:lnTo>
                <a:lnTo>
                  <a:pt x="976797" y="337773"/>
                </a:lnTo>
                <a:lnTo>
                  <a:pt x="966969" y="309500"/>
                </a:lnTo>
                <a:lnTo>
                  <a:pt x="956324" y="281525"/>
                </a:lnTo>
                <a:lnTo>
                  <a:pt x="944869" y="253871"/>
                </a:lnTo>
                <a:lnTo>
                  <a:pt x="932615" y="226562"/>
                </a:lnTo>
                <a:lnTo>
                  <a:pt x="919572" y="199621"/>
                </a:lnTo>
                <a:lnTo>
                  <a:pt x="905750" y="173070"/>
                </a:lnTo>
                <a:lnTo>
                  <a:pt x="891162" y="146933"/>
                </a:lnTo>
                <a:lnTo>
                  <a:pt x="875821" y="121231"/>
                </a:lnTo>
                <a:lnTo>
                  <a:pt x="859738" y="95987"/>
                </a:lnTo>
                <a:lnTo>
                  <a:pt x="842928" y="71221"/>
                </a:lnTo>
                <a:lnTo>
                  <a:pt x="825404" y="46954"/>
                </a:lnTo>
                <a:lnTo>
                  <a:pt x="807182" y="23207"/>
                </a:lnTo>
                <a:lnTo>
                  <a:pt x="78827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3-label182"/>
          <p:cNvSpPr txBox="1"/>
          <p:nvPr/>
        </p:nvSpPr>
        <p:spPr>
          <a:xfrm>
            <a:off x="8963664" y="362876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</a:t>
            </a:r>
            <a:endParaRPr lang="ko-KR" sz="2400" dirty="0"/>
          </a:p>
        </p:txBody>
      </p:sp>
      <p:sp>
        <p:nvSpPr>
          <p:cNvPr id="15" name="S03-mark183"/>
          <p:cNvSpPr/>
          <p:nvPr/>
        </p:nvSpPr>
        <p:spPr>
          <a:xfrm>
            <a:off x="7692687" y="3241247"/>
            <a:ext cx="1140228" cy="1029001"/>
          </a:xfrm>
          <a:custGeom>
            <a:avLst/>
            <a:gdLst/>
            <a:ahLst/>
            <a:cxnLst/>
            <a:rect l="l" t="t" r="r" b="b"/>
            <a:pathLst>
              <a:path w="1140228" h="1029001">
                <a:moveTo>
                  <a:pt x="351950" y="1029001"/>
                </a:moveTo>
                <a:lnTo>
                  <a:pt x="1140228" y="367550"/>
                </a:lnTo>
                <a:lnTo>
                  <a:pt x="1105550" y="328297"/>
                </a:lnTo>
                <a:lnTo>
                  <a:pt x="1068920" y="290859"/>
                </a:lnTo>
                <a:lnTo>
                  <a:pt x="1030432" y="255333"/>
                </a:lnTo>
                <a:lnTo>
                  <a:pt x="990186" y="221812"/>
                </a:lnTo>
                <a:lnTo>
                  <a:pt x="948287" y="190382"/>
                </a:lnTo>
                <a:lnTo>
                  <a:pt x="904843" y="161125"/>
                </a:lnTo>
                <a:lnTo>
                  <a:pt x="859966" y="134116"/>
                </a:lnTo>
                <a:lnTo>
                  <a:pt x="813773" y="109426"/>
                </a:lnTo>
                <a:lnTo>
                  <a:pt x="766384" y="87118"/>
                </a:lnTo>
                <a:lnTo>
                  <a:pt x="717921" y="67250"/>
                </a:lnTo>
                <a:lnTo>
                  <a:pt x="668510" y="49874"/>
                </a:lnTo>
                <a:lnTo>
                  <a:pt x="618279" y="35035"/>
                </a:lnTo>
                <a:lnTo>
                  <a:pt x="567357" y="22771"/>
                </a:lnTo>
                <a:lnTo>
                  <a:pt x="515878" y="13114"/>
                </a:lnTo>
                <a:lnTo>
                  <a:pt x="463974" y="6089"/>
                </a:lnTo>
                <a:lnTo>
                  <a:pt x="411780" y="1714"/>
                </a:lnTo>
                <a:lnTo>
                  <a:pt x="359430" y="0"/>
                </a:lnTo>
                <a:lnTo>
                  <a:pt x="307062" y="952"/>
                </a:lnTo>
                <a:lnTo>
                  <a:pt x="254809" y="4568"/>
                </a:lnTo>
                <a:lnTo>
                  <a:pt x="202809" y="10838"/>
                </a:lnTo>
                <a:lnTo>
                  <a:pt x="151194" y="19746"/>
                </a:lnTo>
                <a:lnTo>
                  <a:pt x="100100" y="31268"/>
                </a:lnTo>
                <a:lnTo>
                  <a:pt x="49659" y="45376"/>
                </a:lnTo>
                <a:lnTo>
                  <a:pt x="0" y="62032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6" name="S03-label185"/>
          <p:cNvSpPr txBox="1"/>
          <p:nvPr/>
        </p:nvSpPr>
        <p:spPr>
          <a:xfrm>
            <a:off x="8239604" y="2806088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7" name="S03-figure186" descr="110° 각을 40° 각과 나머지 각으로 나눈 그림"/>
          <p:cNvSpPr/>
          <p:nvPr/>
        </p:nvSpPr>
        <p:spPr>
          <a:xfrm>
            <a:off x="8044637" y="4270248"/>
            <a:ext cx="274407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3-mark187"/>
          <p:cNvSpPr/>
          <p:nvPr/>
        </p:nvSpPr>
        <p:spPr>
          <a:xfrm flipV="1">
            <a:off x="8044637" y="2506356"/>
            <a:ext cx="2102099" cy="176389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3-mark188"/>
          <p:cNvSpPr/>
          <p:nvPr/>
        </p:nvSpPr>
        <p:spPr>
          <a:xfrm flipH="1" flipV="1">
            <a:off x="7106095" y="1691640"/>
            <a:ext cx="938543" cy="257860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3-label189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차: 110° − 40° = 70°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각도의 합과 차 연습</a:t>
            </a:r>
            <a:endParaRPr lang="ko-KR" sz="4000" dirty="0"/>
          </a:p>
        </p:txBody>
      </p:sp>
      <p:sp>
        <p:nvSpPr>
          <p:cNvPr id="3" name="S04-text1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°를 붙여요.</a:t>
            </a:r>
            <a:endParaRPr lang="ko-KR" sz="3000" dirty="0"/>
          </a:p>
        </p:txBody>
      </p:sp>
      <p:sp>
        <p:nvSpPr>
          <p:cNvPr id="4" name="S04-card1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덧셈·뺄셈과 같아요.</a:t>
            </a:r>
            <a:endParaRPr lang="ko-KR" sz="3000" dirty="0"/>
          </a:p>
        </p:txBody>
      </p:sp>
      <p:sp>
        <p:nvSpPr>
          <p:cNvPr id="6" name="S04-chip19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eqtext19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35° + 50° = □</a:t>
            </a:r>
            <a:endParaRPr lang="ko-KR" sz="3400" dirty="0"/>
          </a:p>
        </p:txBody>
      </p:sp>
      <p:sp>
        <p:nvSpPr>
          <p:cNvPr id="8" name="S04-chip19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eqtext19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125° − 60° = □</a:t>
            </a:r>
            <a:endParaRPr lang="ko-KR" sz="3400" dirty="0"/>
          </a:p>
        </p:txBody>
      </p:sp>
      <p:sp>
        <p:nvSpPr>
          <p:cNvPr id="10" name="S04-chip19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eqtext19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 + 45° = □</a:t>
            </a:r>
            <a:endParaRPr lang="ko-KR" sz="3400" dirty="0"/>
          </a:p>
        </p:txBody>
      </p:sp>
      <p:sp>
        <p:nvSpPr>
          <p:cNvPr id="12" name="S04-chip19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4-eqtext20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− 75°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세 각을 모아요</a:t>
            </a:r>
            <a:endParaRPr lang="ko-KR" sz="4000" dirty="0"/>
          </a:p>
        </p:txBody>
      </p:sp>
      <p:sp>
        <p:nvSpPr>
          <p:cNvPr id="3" name="S05-card20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0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 + 60° + 70° = 180°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각을 잘라 한 점에 모으면 일직선(180°)이 돼요.</a:t>
            </a:r>
            <a:endParaRPr lang="ko-KR" sz="3000" dirty="0"/>
          </a:p>
        </p:txBody>
      </p:sp>
      <p:sp>
        <p:nvSpPr>
          <p:cNvPr id="5" name="S05-figure203" descr="세 각이 50°, 70°, 60°인 삼각형"/>
          <p:cNvSpPr/>
          <p:nvPr/>
        </p:nvSpPr>
        <p:spPr>
          <a:xfrm>
            <a:off x="1915015" y="1691640"/>
            <a:ext cx="2653065" cy="2205228"/>
          </a:xfrm>
          <a:custGeom>
            <a:avLst/>
            <a:gdLst/>
            <a:ahLst/>
            <a:cxnLst/>
            <a:rect l="l" t="t" r="r" b="b"/>
            <a:pathLst>
              <a:path w="2653065" h="2205228">
                <a:moveTo>
                  <a:pt x="0" y="2205228"/>
                </a:moveTo>
                <a:lnTo>
                  <a:pt x="2653065" y="2205228"/>
                </a:lnTo>
                <a:lnTo>
                  <a:pt x="1850407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204"/>
          <p:cNvSpPr/>
          <p:nvPr/>
        </p:nvSpPr>
        <p:spPr>
          <a:xfrm>
            <a:off x="1915015" y="3449748"/>
            <a:ext cx="583674" cy="447120"/>
          </a:xfrm>
          <a:custGeom>
            <a:avLst/>
            <a:gdLst/>
            <a:ahLst/>
            <a:cxnLst/>
            <a:rect l="l" t="t" r="r" b="b"/>
            <a:pathLst>
              <a:path w="583674" h="447120">
                <a:moveTo>
                  <a:pt x="0" y="447120"/>
                </a:moveTo>
                <a:lnTo>
                  <a:pt x="583674" y="447120"/>
                </a:lnTo>
                <a:lnTo>
                  <a:pt x="583289" y="425902"/>
                </a:lnTo>
                <a:lnTo>
                  <a:pt x="582132" y="404712"/>
                </a:lnTo>
                <a:lnTo>
                  <a:pt x="580205" y="383578"/>
                </a:lnTo>
                <a:lnTo>
                  <a:pt x="577512" y="362527"/>
                </a:lnTo>
                <a:lnTo>
                  <a:pt x="574055" y="341589"/>
                </a:lnTo>
                <a:lnTo>
                  <a:pt x="569839" y="320790"/>
                </a:lnTo>
                <a:lnTo>
                  <a:pt x="564870" y="300158"/>
                </a:lnTo>
                <a:lnTo>
                  <a:pt x="559154" y="279721"/>
                </a:lnTo>
                <a:lnTo>
                  <a:pt x="552699" y="259504"/>
                </a:lnTo>
                <a:lnTo>
                  <a:pt x="545513" y="239536"/>
                </a:lnTo>
                <a:lnTo>
                  <a:pt x="537606" y="219842"/>
                </a:lnTo>
                <a:lnTo>
                  <a:pt x="528989" y="200449"/>
                </a:lnTo>
                <a:lnTo>
                  <a:pt x="519672" y="181382"/>
                </a:lnTo>
                <a:lnTo>
                  <a:pt x="509668" y="162666"/>
                </a:lnTo>
                <a:lnTo>
                  <a:pt x="498990" y="144326"/>
                </a:lnTo>
                <a:lnTo>
                  <a:pt x="487653" y="126386"/>
                </a:lnTo>
                <a:lnTo>
                  <a:pt x="475671" y="108871"/>
                </a:lnTo>
                <a:lnTo>
                  <a:pt x="463060" y="91802"/>
                </a:lnTo>
                <a:lnTo>
                  <a:pt x="449837" y="75203"/>
                </a:lnTo>
                <a:lnTo>
                  <a:pt x="436019" y="59096"/>
                </a:lnTo>
                <a:lnTo>
                  <a:pt x="421625" y="43502"/>
                </a:lnTo>
                <a:lnTo>
                  <a:pt x="406674" y="28441"/>
                </a:lnTo>
                <a:lnTo>
                  <a:pt x="391185" y="13934"/>
                </a:lnTo>
                <a:lnTo>
                  <a:pt x="375179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5-label206"/>
          <p:cNvSpPr txBox="1"/>
          <p:nvPr/>
        </p:nvSpPr>
        <p:spPr>
          <a:xfrm>
            <a:off x="2386394" y="3337323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8" name="S05-mark207"/>
          <p:cNvSpPr/>
          <p:nvPr/>
        </p:nvSpPr>
        <p:spPr>
          <a:xfrm>
            <a:off x="4171841" y="3524525"/>
            <a:ext cx="396240" cy="372343"/>
          </a:xfrm>
          <a:custGeom>
            <a:avLst/>
            <a:gdLst/>
            <a:ahLst/>
            <a:cxnLst/>
            <a:rect l="l" t="t" r="r" b="b"/>
            <a:pathLst>
              <a:path w="396240" h="372343">
                <a:moveTo>
                  <a:pt x="396240" y="372343"/>
                </a:moveTo>
                <a:lnTo>
                  <a:pt x="260715" y="0"/>
                </a:lnTo>
                <a:lnTo>
                  <a:pt x="241944" y="7378"/>
                </a:lnTo>
                <a:lnTo>
                  <a:pt x="223574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8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3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7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3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5-label209"/>
          <p:cNvSpPr txBox="1"/>
          <p:nvPr/>
        </p:nvSpPr>
        <p:spPr>
          <a:xfrm>
            <a:off x="3686265" y="331301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0" name="S05-mark210"/>
          <p:cNvSpPr/>
          <p:nvPr/>
        </p:nvSpPr>
        <p:spPr>
          <a:xfrm>
            <a:off x="3510724" y="1691640"/>
            <a:ext cx="390223" cy="396240"/>
          </a:xfrm>
          <a:custGeom>
            <a:avLst/>
            <a:gdLst/>
            <a:ahLst/>
            <a:cxnLst/>
            <a:rect l="l" t="t" r="r" b="b"/>
            <a:pathLst>
              <a:path w="390223" h="396240">
                <a:moveTo>
                  <a:pt x="254698" y="0"/>
                </a:moveTo>
                <a:lnTo>
                  <a:pt x="0" y="303537"/>
                </a:lnTo>
                <a:lnTo>
                  <a:pt x="13483" y="314358"/>
                </a:lnTo>
                <a:lnTo>
                  <a:pt x="27424" y="324581"/>
                </a:lnTo>
                <a:lnTo>
                  <a:pt x="41799" y="334186"/>
                </a:lnTo>
                <a:lnTo>
                  <a:pt x="56579" y="343154"/>
                </a:lnTo>
                <a:lnTo>
                  <a:pt x="71736" y="351469"/>
                </a:lnTo>
                <a:lnTo>
                  <a:pt x="87241" y="359116"/>
                </a:lnTo>
                <a:lnTo>
                  <a:pt x="103065" y="366078"/>
                </a:lnTo>
                <a:lnTo>
                  <a:pt x="119177" y="372344"/>
                </a:lnTo>
                <a:lnTo>
                  <a:pt x="135548" y="377901"/>
                </a:lnTo>
                <a:lnTo>
                  <a:pt x="152145" y="382739"/>
                </a:lnTo>
                <a:lnTo>
                  <a:pt x="168938" y="386848"/>
                </a:lnTo>
                <a:lnTo>
                  <a:pt x="185893" y="390221"/>
                </a:lnTo>
                <a:lnTo>
                  <a:pt x="202980" y="392850"/>
                </a:lnTo>
                <a:lnTo>
                  <a:pt x="220166" y="394732"/>
                </a:lnTo>
                <a:lnTo>
                  <a:pt x="237417" y="395863"/>
                </a:lnTo>
                <a:lnTo>
                  <a:pt x="254700" y="396240"/>
                </a:lnTo>
                <a:lnTo>
                  <a:pt x="271984" y="395863"/>
                </a:lnTo>
                <a:lnTo>
                  <a:pt x="289235" y="394732"/>
                </a:lnTo>
                <a:lnTo>
                  <a:pt x="306421" y="392850"/>
                </a:lnTo>
                <a:lnTo>
                  <a:pt x="323507" y="390220"/>
                </a:lnTo>
                <a:lnTo>
                  <a:pt x="340463" y="386847"/>
                </a:lnTo>
                <a:lnTo>
                  <a:pt x="357256" y="382738"/>
                </a:lnTo>
                <a:lnTo>
                  <a:pt x="373853" y="377900"/>
                </a:lnTo>
                <a:lnTo>
                  <a:pt x="390223" y="372343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1" name="S05-label212"/>
          <p:cNvSpPr txBox="1"/>
          <p:nvPr/>
        </p:nvSpPr>
        <p:spPr>
          <a:xfrm>
            <a:off x="3326297" y="217652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2" name="S05-label21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삼각형</a:t>
            </a:r>
            <a:endParaRPr lang="ko-KR" sz="2400" dirty="0"/>
          </a:p>
        </p:txBody>
      </p:sp>
      <p:sp>
        <p:nvSpPr>
          <p:cNvPr id="13" name="S05-mark214"/>
          <p:cNvSpPr/>
          <p:nvPr/>
        </p:nvSpPr>
        <p:spPr>
          <a:xfrm>
            <a:off x="8947404" y="3584131"/>
            <a:ext cx="396240" cy="303533"/>
          </a:xfrm>
          <a:custGeom>
            <a:avLst/>
            <a:gdLst/>
            <a:ahLst/>
            <a:cxnLst/>
            <a:rect l="l" t="t" r="r" b="b"/>
            <a:pathLst>
              <a:path w="396240" h="303533">
                <a:moveTo>
                  <a:pt x="0" y="303533"/>
                </a:moveTo>
                <a:lnTo>
                  <a:pt x="396240" y="303533"/>
                </a:lnTo>
                <a:lnTo>
                  <a:pt x="395978" y="289129"/>
                </a:lnTo>
                <a:lnTo>
                  <a:pt x="395193" y="274744"/>
                </a:lnTo>
                <a:lnTo>
                  <a:pt x="393885" y="260397"/>
                </a:lnTo>
                <a:lnTo>
                  <a:pt x="392057" y="246107"/>
                </a:lnTo>
                <a:lnTo>
                  <a:pt x="389710" y="231892"/>
                </a:lnTo>
                <a:lnTo>
                  <a:pt x="386848" y="217773"/>
                </a:lnTo>
                <a:lnTo>
                  <a:pt x="383475" y="203767"/>
                </a:lnTo>
                <a:lnTo>
                  <a:pt x="379594" y="189892"/>
                </a:lnTo>
                <a:lnTo>
                  <a:pt x="375212" y="176168"/>
                </a:lnTo>
                <a:lnTo>
                  <a:pt x="370334" y="162613"/>
                </a:lnTo>
                <a:lnTo>
                  <a:pt x="364967" y="149243"/>
                </a:lnTo>
                <a:lnTo>
                  <a:pt x="359117" y="136078"/>
                </a:lnTo>
                <a:lnTo>
                  <a:pt x="352792" y="123134"/>
                </a:lnTo>
                <a:lnTo>
                  <a:pt x="346001" y="110428"/>
                </a:lnTo>
                <a:lnTo>
                  <a:pt x="338752" y="97978"/>
                </a:lnTo>
                <a:lnTo>
                  <a:pt x="331056" y="85799"/>
                </a:lnTo>
                <a:lnTo>
                  <a:pt x="322922" y="73909"/>
                </a:lnTo>
                <a:lnTo>
                  <a:pt x="314361" y="62322"/>
                </a:lnTo>
                <a:lnTo>
                  <a:pt x="305385" y="51053"/>
                </a:lnTo>
                <a:lnTo>
                  <a:pt x="296005" y="40119"/>
                </a:lnTo>
                <a:lnTo>
                  <a:pt x="286233" y="29532"/>
                </a:lnTo>
                <a:lnTo>
                  <a:pt x="276084" y="19308"/>
                </a:lnTo>
                <a:lnTo>
                  <a:pt x="265569" y="9460"/>
                </a:lnTo>
                <a:lnTo>
                  <a:pt x="25470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5-label216"/>
          <p:cNvSpPr txBox="1"/>
          <p:nvPr/>
        </p:nvSpPr>
        <p:spPr>
          <a:xfrm>
            <a:off x="9248912" y="340733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15" name="S05-mark217"/>
          <p:cNvSpPr/>
          <p:nvPr/>
        </p:nvSpPr>
        <p:spPr>
          <a:xfrm>
            <a:off x="8811878" y="3491424"/>
            <a:ext cx="390229" cy="396240"/>
          </a:xfrm>
          <a:custGeom>
            <a:avLst/>
            <a:gdLst/>
            <a:ahLst/>
            <a:cxnLst/>
            <a:rect l="l" t="t" r="r" b="b"/>
            <a:pathLst>
              <a:path w="390229" h="396240">
                <a:moveTo>
                  <a:pt x="135526" y="396240"/>
                </a:moveTo>
                <a:lnTo>
                  <a:pt x="390229" y="92707"/>
                </a:lnTo>
                <a:lnTo>
                  <a:pt x="376746" y="81885"/>
                </a:lnTo>
                <a:lnTo>
                  <a:pt x="362804" y="71662"/>
                </a:lnTo>
                <a:lnTo>
                  <a:pt x="348430" y="62057"/>
                </a:lnTo>
                <a:lnTo>
                  <a:pt x="333650" y="53089"/>
                </a:lnTo>
                <a:lnTo>
                  <a:pt x="318493" y="44773"/>
                </a:lnTo>
                <a:lnTo>
                  <a:pt x="302988" y="37126"/>
                </a:lnTo>
                <a:lnTo>
                  <a:pt x="287163" y="30163"/>
                </a:lnTo>
                <a:lnTo>
                  <a:pt x="271051" y="23897"/>
                </a:lnTo>
                <a:lnTo>
                  <a:pt x="254680" y="18340"/>
                </a:lnTo>
                <a:lnTo>
                  <a:pt x="238082" y="13502"/>
                </a:lnTo>
                <a:lnTo>
                  <a:pt x="221290" y="9393"/>
                </a:lnTo>
                <a:lnTo>
                  <a:pt x="204333" y="6020"/>
                </a:lnTo>
                <a:lnTo>
                  <a:pt x="187246" y="3390"/>
                </a:lnTo>
                <a:lnTo>
                  <a:pt x="170061" y="1508"/>
                </a:lnTo>
                <a:lnTo>
                  <a:pt x="152810" y="377"/>
                </a:lnTo>
                <a:lnTo>
                  <a:pt x="135525" y="0"/>
                </a:lnTo>
                <a:lnTo>
                  <a:pt x="118241" y="377"/>
                </a:lnTo>
                <a:lnTo>
                  <a:pt x="100990" y="1508"/>
                </a:lnTo>
                <a:lnTo>
                  <a:pt x="83804" y="3390"/>
                </a:lnTo>
                <a:lnTo>
                  <a:pt x="66717" y="6020"/>
                </a:lnTo>
                <a:lnTo>
                  <a:pt x="49761" y="9393"/>
                </a:lnTo>
                <a:lnTo>
                  <a:pt x="32968" y="13502"/>
                </a:lnTo>
                <a:lnTo>
                  <a:pt x="16371" y="18340"/>
                </a:lnTo>
                <a:lnTo>
                  <a:pt x="0" y="2389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6" name="S05-label219"/>
          <p:cNvSpPr txBox="1"/>
          <p:nvPr/>
        </p:nvSpPr>
        <p:spPr>
          <a:xfrm>
            <a:off x="8746454" y="3021784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400" dirty="0"/>
          </a:p>
        </p:txBody>
      </p:sp>
      <p:sp>
        <p:nvSpPr>
          <p:cNvPr id="17" name="S05-mark220"/>
          <p:cNvSpPr/>
          <p:nvPr/>
        </p:nvSpPr>
        <p:spPr>
          <a:xfrm>
            <a:off x="8551164" y="3515322"/>
            <a:ext cx="396240" cy="372342"/>
          </a:xfrm>
          <a:custGeom>
            <a:avLst/>
            <a:gdLst/>
            <a:ahLst/>
            <a:cxnLst/>
            <a:rect l="l" t="t" r="r" b="b"/>
            <a:pathLst>
              <a:path w="396240" h="372342">
                <a:moveTo>
                  <a:pt x="396240" y="372342"/>
                </a:moveTo>
                <a:lnTo>
                  <a:pt x="260714" y="0"/>
                </a:lnTo>
                <a:lnTo>
                  <a:pt x="241944" y="7378"/>
                </a:lnTo>
                <a:lnTo>
                  <a:pt x="223573" y="15702"/>
                </a:lnTo>
                <a:lnTo>
                  <a:pt x="205650" y="24950"/>
                </a:lnTo>
                <a:lnTo>
                  <a:pt x="188221" y="35098"/>
                </a:lnTo>
                <a:lnTo>
                  <a:pt x="171330" y="46119"/>
                </a:lnTo>
                <a:lnTo>
                  <a:pt x="155022" y="57986"/>
                </a:lnTo>
                <a:lnTo>
                  <a:pt x="139339" y="70667"/>
                </a:lnTo>
                <a:lnTo>
                  <a:pt x="124322" y="84130"/>
                </a:lnTo>
                <a:lnTo>
                  <a:pt x="110009" y="98339"/>
                </a:lnTo>
                <a:lnTo>
                  <a:pt x="96437" y="113258"/>
                </a:lnTo>
                <a:lnTo>
                  <a:pt x="83643" y="128849"/>
                </a:lnTo>
                <a:lnTo>
                  <a:pt x="71658" y="145070"/>
                </a:lnTo>
                <a:lnTo>
                  <a:pt x="60514" y="161880"/>
                </a:lnTo>
                <a:lnTo>
                  <a:pt x="50240" y="179236"/>
                </a:lnTo>
                <a:lnTo>
                  <a:pt x="40862" y="197091"/>
                </a:lnTo>
                <a:lnTo>
                  <a:pt x="32406" y="215401"/>
                </a:lnTo>
                <a:lnTo>
                  <a:pt x="24891" y="234117"/>
                </a:lnTo>
                <a:lnTo>
                  <a:pt x="18339" y="253192"/>
                </a:lnTo>
                <a:lnTo>
                  <a:pt x="12766" y="272575"/>
                </a:lnTo>
                <a:lnTo>
                  <a:pt x="8186" y="292216"/>
                </a:lnTo>
                <a:lnTo>
                  <a:pt x="4612" y="312066"/>
                </a:lnTo>
                <a:lnTo>
                  <a:pt x="2052" y="332071"/>
                </a:lnTo>
                <a:lnTo>
                  <a:pt x="513" y="352181"/>
                </a:lnTo>
                <a:lnTo>
                  <a:pt x="0" y="37234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8" name="S05-label222"/>
          <p:cNvSpPr txBox="1"/>
          <p:nvPr/>
        </p:nvSpPr>
        <p:spPr>
          <a:xfrm>
            <a:off x="8065588" y="3303809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9" name="S05-figure223" descr="50°, 60°, 70° 세 각을 한 점에 모아 일직선이 된 그림"/>
          <p:cNvSpPr/>
          <p:nvPr/>
        </p:nvSpPr>
        <p:spPr>
          <a:xfrm>
            <a:off x="6620256" y="3887664"/>
            <a:ext cx="46542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5-mark224"/>
          <p:cNvSpPr/>
          <p:nvPr/>
        </p:nvSpPr>
        <p:spPr>
          <a:xfrm flipV="1">
            <a:off x="8947404" y="2104992"/>
            <a:ext cx="1495891" cy="178267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5-mark225"/>
          <p:cNvSpPr/>
          <p:nvPr/>
        </p:nvSpPr>
        <p:spPr>
          <a:xfrm flipH="1" flipV="1">
            <a:off x="8151442" y="1700844"/>
            <a:ext cx="795962" cy="218682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5-label226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각을 한 점에 모으면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 네 각의 합</a:t>
            </a:r>
            <a:endParaRPr lang="ko-KR" sz="4000" dirty="0"/>
          </a:p>
        </p:txBody>
      </p:sp>
      <p:sp>
        <p:nvSpPr>
          <p:cNvPr id="3" name="S06-card227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28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각을 더하면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80° + 70° + 110° + 100° = 360°</a:t>
            </a:r>
            <a:endParaRPr lang="ko-KR" sz="3000" dirty="0"/>
          </a:p>
        </p:txBody>
      </p:sp>
      <p:sp>
        <p:nvSpPr>
          <p:cNvPr id="5" name="S06-card229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230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× 2 = 360°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2개의 각을 모두 더한 것과 같아요.</a:t>
            </a:r>
            <a:endParaRPr lang="ko-KR" sz="3000" dirty="0"/>
          </a:p>
        </p:txBody>
      </p:sp>
      <p:sp>
        <p:nvSpPr>
          <p:cNvPr id="7" name="S06-figure231" descr="네 각이 80°, 70°, 110°, 100°인 사각형"/>
          <p:cNvSpPr/>
          <p:nvPr/>
        </p:nvSpPr>
        <p:spPr>
          <a:xfrm>
            <a:off x="1732788" y="1865387"/>
            <a:ext cx="3017520" cy="1485877"/>
          </a:xfrm>
          <a:custGeom>
            <a:avLst/>
            <a:gdLst/>
            <a:ahLst/>
            <a:cxnLst/>
            <a:rect l="l" t="t" r="r" b="b"/>
            <a:pathLst>
              <a:path w="3017520" h="1485877">
                <a:moveTo>
                  <a:pt x="0" y="1485877"/>
                </a:moveTo>
                <a:lnTo>
                  <a:pt x="3017520" y="1485877"/>
                </a:lnTo>
                <a:lnTo>
                  <a:pt x="2476730" y="0"/>
                </a:lnTo>
                <a:lnTo>
                  <a:pt x="261971" y="5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232"/>
          <p:cNvSpPr/>
          <p:nvPr/>
        </p:nvSpPr>
        <p:spPr>
          <a:xfrm>
            <a:off x="1732788" y="2961043"/>
            <a:ext cx="396240" cy="390221"/>
          </a:xfrm>
          <a:custGeom>
            <a:avLst/>
            <a:gdLst/>
            <a:ahLst/>
            <a:cxnLst/>
            <a:rect l="l" t="t" r="r" b="b"/>
            <a:pathLst>
              <a:path w="396240" h="390221">
                <a:moveTo>
                  <a:pt x="0" y="390221"/>
                </a:moveTo>
                <a:lnTo>
                  <a:pt x="396240" y="390221"/>
                </a:lnTo>
                <a:lnTo>
                  <a:pt x="395570" y="367182"/>
                </a:lnTo>
                <a:lnTo>
                  <a:pt x="393561" y="344220"/>
                </a:lnTo>
                <a:lnTo>
                  <a:pt x="390220" y="321414"/>
                </a:lnTo>
                <a:lnTo>
                  <a:pt x="385559" y="298841"/>
                </a:lnTo>
                <a:lnTo>
                  <a:pt x="379593" y="276577"/>
                </a:lnTo>
                <a:lnTo>
                  <a:pt x="372343" y="254698"/>
                </a:lnTo>
                <a:lnTo>
                  <a:pt x="363833" y="233277"/>
                </a:lnTo>
                <a:lnTo>
                  <a:pt x="354092" y="212387"/>
                </a:lnTo>
                <a:lnTo>
                  <a:pt x="343153" y="192099"/>
                </a:lnTo>
                <a:lnTo>
                  <a:pt x="331052" y="172482"/>
                </a:lnTo>
                <a:lnTo>
                  <a:pt x="317832" y="153601"/>
                </a:lnTo>
                <a:lnTo>
                  <a:pt x="303536" y="135521"/>
                </a:lnTo>
                <a:lnTo>
                  <a:pt x="288213" y="118303"/>
                </a:lnTo>
                <a:lnTo>
                  <a:pt x="271914" y="102005"/>
                </a:lnTo>
                <a:lnTo>
                  <a:pt x="254696" y="86682"/>
                </a:lnTo>
                <a:lnTo>
                  <a:pt x="236615" y="72386"/>
                </a:lnTo>
                <a:lnTo>
                  <a:pt x="217734" y="59165"/>
                </a:lnTo>
                <a:lnTo>
                  <a:pt x="198117" y="47065"/>
                </a:lnTo>
                <a:lnTo>
                  <a:pt x="177828" y="36126"/>
                </a:lnTo>
                <a:lnTo>
                  <a:pt x="156939" y="26385"/>
                </a:lnTo>
                <a:lnTo>
                  <a:pt x="135518" y="17876"/>
                </a:lnTo>
                <a:lnTo>
                  <a:pt x="113638" y="10626"/>
                </a:lnTo>
                <a:lnTo>
                  <a:pt x="91374" y="4661"/>
                </a:lnTo>
                <a:lnTo>
                  <a:pt x="68801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06-label234"/>
          <p:cNvSpPr txBox="1"/>
          <p:nvPr/>
        </p:nvSpPr>
        <p:spPr>
          <a:xfrm>
            <a:off x="1938098" y="2719937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80°</a:t>
            </a:r>
            <a:endParaRPr lang="ko-KR" sz="2400" dirty="0"/>
          </a:p>
        </p:txBody>
      </p:sp>
      <p:sp>
        <p:nvSpPr>
          <p:cNvPr id="10" name="S06-mark235"/>
          <p:cNvSpPr/>
          <p:nvPr/>
        </p:nvSpPr>
        <p:spPr>
          <a:xfrm>
            <a:off x="4354068" y="2978919"/>
            <a:ext cx="396240" cy="372346"/>
          </a:xfrm>
          <a:custGeom>
            <a:avLst/>
            <a:gdLst/>
            <a:ahLst/>
            <a:cxnLst/>
            <a:rect l="l" t="t" r="r" b="b"/>
            <a:pathLst>
              <a:path w="396240" h="372346">
                <a:moveTo>
                  <a:pt x="396240" y="372346"/>
                </a:moveTo>
                <a:lnTo>
                  <a:pt x="260724" y="0"/>
                </a:lnTo>
                <a:lnTo>
                  <a:pt x="241953" y="7378"/>
                </a:lnTo>
                <a:lnTo>
                  <a:pt x="223581" y="15702"/>
                </a:lnTo>
                <a:lnTo>
                  <a:pt x="205658" y="24949"/>
                </a:lnTo>
                <a:lnTo>
                  <a:pt x="188227" y="35097"/>
                </a:lnTo>
                <a:lnTo>
                  <a:pt x="171336" y="46118"/>
                </a:lnTo>
                <a:lnTo>
                  <a:pt x="155028" y="57985"/>
                </a:lnTo>
                <a:lnTo>
                  <a:pt x="139344" y="70666"/>
                </a:lnTo>
                <a:lnTo>
                  <a:pt x="124326" y="84129"/>
                </a:lnTo>
                <a:lnTo>
                  <a:pt x="110013" y="98338"/>
                </a:lnTo>
                <a:lnTo>
                  <a:pt x="96441" y="113257"/>
                </a:lnTo>
                <a:lnTo>
                  <a:pt x="83646" y="128848"/>
                </a:lnTo>
                <a:lnTo>
                  <a:pt x="71661" y="145069"/>
                </a:lnTo>
                <a:lnTo>
                  <a:pt x="60517" y="161880"/>
                </a:lnTo>
                <a:lnTo>
                  <a:pt x="50242" y="179235"/>
                </a:lnTo>
                <a:lnTo>
                  <a:pt x="40864" y="197091"/>
                </a:lnTo>
                <a:lnTo>
                  <a:pt x="32407" y="215401"/>
                </a:lnTo>
                <a:lnTo>
                  <a:pt x="24892" y="234118"/>
                </a:lnTo>
                <a:lnTo>
                  <a:pt x="18340" y="253193"/>
                </a:lnTo>
                <a:lnTo>
                  <a:pt x="12766" y="272576"/>
                </a:lnTo>
                <a:lnTo>
                  <a:pt x="8186" y="292218"/>
                </a:lnTo>
                <a:lnTo>
                  <a:pt x="4612" y="312068"/>
                </a:lnTo>
                <a:lnTo>
                  <a:pt x="2052" y="332073"/>
                </a:lnTo>
                <a:lnTo>
                  <a:pt x="513" y="352184"/>
                </a:lnTo>
                <a:lnTo>
                  <a:pt x="0" y="372346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6-label237"/>
          <p:cNvSpPr txBox="1"/>
          <p:nvPr/>
        </p:nvSpPr>
        <p:spPr>
          <a:xfrm>
            <a:off x="3868496" y="276740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12" name="S06-mark238"/>
          <p:cNvSpPr/>
          <p:nvPr/>
        </p:nvSpPr>
        <p:spPr>
          <a:xfrm>
            <a:off x="3813278" y="1865387"/>
            <a:ext cx="531756" cy="396072"/>
          </a:xfrm>
          <a:custGeom>
            <a:avLst/>
            <a:gdLst/>
            <a:ahLst/>
            <a:cxnLst/>
            <a:rect l="l" t="t" r="r" b="b"/>
            <a:pathLst>
              <a:path w="531756" h="396072">
                <a:moveTo>
                  <a:pt x="396240" y="0"/>
                </a:moveTo>
                <a:lnTo>
                  <a:pt x="0" y="9"/>
                </a:lnTo>
                <a:lnTo>
                  <a:pt x="1268" y="31671"/>
                </a:lnTo>
                <a:lnTo>
                  <a:pt x="5062" y="63131"/>
                </a:lnTo>
                <a:lnTo>
                  <a:pt x="11357" y="94188"/>
                </a:lnTo>
                <a:lnTo>
                  <a:pt x="20114" y="124641"/>
                </a:lnTo>
                <a:lnTo>
                  <a:pt x="31277" y="154298"/>
                </a:lnTo>
                <a:lnTo>
                  <a:pt x="44773" y="182968"/>
                </a:lnTo>
                <a:lnTo>
                  <a:pt x="60518" y="210468"/>
                </a:lnTo>
                <a:lnTo>
                  <a:pt x="78409" y="236621"/>
                </a:lnTo>
                <a:lnTo>
                  <a:pt x="98333" y="261262"/>
                </a:lnTo>
                <a:lnTo>
                  <a:pt x="120163" y="284231"/>
                </a:lnTo>
                <a:lnTo>
                  <a:pt x="143758" y="305383"/>
                </a:lnTo>
                <a:lnTo>
                  <a:pt x="168967" y="324582"/>
                </a:lnTo>
                <a:lnTo>
                  <a:pt x="195631" y="341705"/>
                </a:lnTo>
                <a:lnTo>
                  <a:pt x="223577" y="356642"/>
                </a:lnTo>
                <a:lnTo>
                  <a:pt x="252627" y="369299"/>
                </a:lnTo>
                <a:lnTo>
                  <a:pt x="282596" y="379593"/>
                </a:lnTo>
                <a:lnTo>
                  <a:pt x="313292" y="387461"/>
                </a:lnTo>
                <a:lnTo>
                  <a:pt x="344518" y="392850"/>
                </a:lnTo>
                <a:lnTo>
                  <a:pt x="376075" y="395727"/>
                </a:lnTo>
                <a:lnTo>
                  <a:pt x="407761" y="396072"/>
                </a:lnTo>
                <a:lnTo>
                  <a:pt x="439373" y="393885"/>
                </a:lnTo>
                <a:lnTo>
                  <a:pt x="470710" y="389179"/>
                </a:lnTo>
                <a:lnTo>
                  <a:pt x="501570" y="381984"/>
                </a:lnTo>
                <a:lnTo>
                  <a:pt x="531756" y="372346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06-label240"/>
          <p:cNvSpPr txBox="1"/>
          <p:nvPr/>
        </p:nvSpPr>
        <p:spPr>
          <a:xfrm>
            <a:off x="3395538" y="2236663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110°</a:t>
            </a:r>
            <a:endParaRPr lang="ko-KR" sz="2400" dirty="0"/>
          </a:p>
        </p:txBody>
      </p:sp>
      <p:sp>
        <p:nvSpPr>
          <p:cNvPr id="14" name="S06-mark241"/>
          <p:cNvSpPr/>
          <p:nvPr/>
        </p:nvSpPr>
        <p:spPr>
          <a:xfrm>
            <a:off x="1925958" y="1865429"/>
            <a:ext cx="465041" cy="396082"/>
          </a:xfrm>
          <a:custGeom>
            <a:avLst/>
            <a:gdLst/>
            <a:ahLst/>
            <a:cxnLst/>
            <a:rect l="l" t="t" r="r" b="b"/>
            <a:pathLst>
              <a:path w="465041" h="396082">
                <a:moveTo>
                  <a:pt x="68801" y="9"/>
                </a:moveTo>
                <a:lnTo>
                  <a:pt x="0" y="390230"/>
                </a:lnTo>
                <a:lnTo>
                  <a:pt x="28535" y="394198"/>
                </a:lnTo>
                <a:lnTo>
                  <a:pt x="57282" y="396082"/>
                </a:lnTo>
                <a:lnTo>
                  <a:pt x="86091" y="395872"/>
                </a:lnTo>
                <a:lnTo>
                  <a:pt x="114808" y="393569"/>
                </a:lnTo>
                <a:lnTo>
                  <a:pt x="143282" y="389186"/>
                </a:lnTo>
                <a:lnTo>
                  <a:pt x="171362" y="382746"/>
                </a:lnTo>
                <a:lnTo>
                  <a:pt x="198900" y="374282"/>
                </a:lnTo>
                <a:lnTo>
                  <a:pt x="225750" y="363840"/>
                </a:lnTo>
                <a:lnTo>
                  <a:pt x="251770" y="351475"/>
                </a:lnTo>
                <a:lnTo>
                  <a:pt x="276824" y="337252"/>
                </a:lnTo>
                <a:lnTo>
                  <a:pt x="300777" y="321246"/>
                </a:lnTo>
                <a:lnTo>
                  <a:pt x="323505" y="303542"/>
                </a:lnTo>
                <a:lnTo>
                  <a:pt x="344886" y="284233"/>
                </a:lnTo>
                <a:lnTo>
                  <a:pt x="364807" y="263422"/>
                </a:lnTo>
                <a:lnTo>
                  <a:pt x="383164" y="241219"/>
                </a:lnTo>
                <a:lnTo>
                  <a:pt x="399859" y="217740"/>
                </a:lnTo>
                <a:lnTo>
                  <a:pt x="414804" y="193110"/>
                </a:lnTo>
                <a:lnTo>
                  <a:pt x="427920" y="167460"/>
                </a:lnTo>
                <a:lnTo>
                  <a:pt x="439138" y="140924"/>
                </a:lnTo>
                <a:lnTo>
                  <a:pt x="448397" y="113644"/>
                </a:lnTo>
                <a:lnTo>
                  <a:pt x="455651" y="85763"/>
                </a:lnTo>
                <a:lnTo>
                  <a:pt x="460859" y="57428"/>
                </a:lnTo>
                <a:lnTo>
                  <a:pt x="463995" y="28790"/>
                </a:lnTo>
                <a:lnTo>
                  <a:pt x="465041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06-label243"/>
          <p:cNvSpPr txBox="1"/>
          <p:nvPr/>
        </p:nvSpPr>
        <p:spPr>
          <a:xfrm>
            <a:off x="2014968" y="2200283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100°</a:t>
            </a:r>
            <a:endParaRPr lang="ko-KR" sz="2400" dirty="0"/>
          </a:p>
        </p:txBody>
      </p:sp>
      <p:sp>
        <p:nvSpPr>
          <p:cNvPr id="16" name="S06-label244"/>
          <p:cNvSpPr txBox="1"/>
          <p:nvPr/>
        </p:nvSpPr>
        <p:spPr>
          <a:xfrm>
            <a:off x="548640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</a:t>
            </a:r>
            <a:endParaRPr lang="ko-KR" sz="2400" dirty="0"/>
          </a:p>
        </p:txBody>
      </p:sp>
      <p:sp>
        <p:nvSpPr>
          <p:cNvPr id="17" name="S06-figure245" descr="같은 사각형에 대각선을 그어 삼각형 2개로 나눈 그림"/>
          <p:cNvSpPr/>
          <p:nvPr/>
        </p:nvSpPr>
        <p:spPr>
          <a:xfrm>
            <a:off x="7438644" y="1865387"/>
            <a:ext cx="3017520" cy="1485877"/>
          </a:xfrm>
          <a:custGeom>
            <a:avLst/>
            <a:gdLst/>
            <a:ahLst/>
            <a:cxnLst/>
            <a:rect l="l" t="t" r="r" b="b"/>
            <a:pathLst>
              <a:path w="3017520" h="1485877">
                <a:moveTo>
                  <a:pt x="0" y="1485877"/>
                </a:moveTo>
                <a:lnTo>
                  <a:pt x="3017520" y="1485877"/>
                </a:lnTo>
                <a:lnTo>
                  <a:pt x="24767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6-mark246"/>
          <p:cNvSpPr/>
          <p:nvPr/>
        </p:nvSpPr>
        <p:spPr>
          <a:xfrm>
            <a:off x="7438644" y="1865387"/>
            <a:ext cx="2476730" cy="1485877"/>
          </a:xfrm>
          <a:custGeom>
            <a:avLst/>
            <a:gdLst/>
            <a:ahLst/>
            <a:cxnLst/>
            <a:rect l="l" t="t" r="r" b="b"/>
            <a:pathLst>
              <a:path w="2476730" h="1485877">
                <a:moveTo>
                  <a:pt x="0" y="1485877"/>
                </a:moveTo>
                <a:lnTo>
                  <a:pt x="2476730" y="0"/>
                </a:lnTo>
                <a:lnTo>
                  <a:pt x="261971" y="5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label247"/>
          <p:cNvSpPr txBox="1"/>
          <p:nvPr/>
        </p:nvSpPr>
        <p:spPr>
          <a:xfrm>
            <a:off x="6254496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대각선을 그으면 삼각형 2개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각 구하기</a:t>
            </a:r>
            <a:endParaRPr lang="ko-KR" sz="4000" dirty="0"/>
          </a:p>
        </p:txBody>
      </p:sp>
      <p:sp>
        <p:nvSpPr>
          <p:cNvPr id="3" name="S07-text2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나머지 한 각을 구해요.</a:t>
            </a:r>
            <a:endParaRPr lang="ko-KR" sz="3000" dirty="0"/>
          </a:p>
        </p:txBody>
      </p:sp>
      <p:sp>
        <p:nvSpPr>
          <p:cNvPr id="4" name="S07-card2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사각형이면 360°에서 아는 세 각을 빼요.</a:t>
            </a:r>
            <a:endParaRPr lang="ko-KR" sz="3000" dirty="0"/>
          </a:p>
        </p:txBody>
      </p:sp>
      <p:sp>
        <p:nvSpPr>
          <p:cNvPr id="6" name="S07-figure251" descr="두 각이 45°, 80°이고 나머지 각이 물음표인 삼각형"/>
          <p:cNvSpPr/>
          <p:nvPr/>
        </p:nvSpPr>
        <p:spPr>
          <a:xfrm>
            <a:off x="7989541" y="2377440"/>
            <a:ext cx="2796659" cy="2377440"/>
          </a:xfrm>
          <a:custGeom>
            <a:avLst/>
            <a:gdLst/>
            <a:ahLst/>
            <a:cxnLst/>
            <a:rect l="l" t="t" r="r" b="b"/>
            <a:pathLst>
              <a:path w="2796659" h="2377440">
                <a:moveTo>
                  <a:pt x="0" y="2377440"/>
                </a:moveTo>
                <a:lnTo>
                  <a:pt x="2796659" y="2377440"/>
                </a:lnTo>
                <a:lnTo>
                  <a:pt x="237744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252"/>
          <p:cNvSpPr/>
          <p:nvPr/>
        </p:nvSpPr>
        <p:spPr>
          <a:xfrm>
            <a:off x="7989541" y="4319822"/>
            <a:ext cx="615265" cy="435058"/>
          </a:xfrm>
          <a:custGeom>
            <a:avLst/>
            <a:gdLst/>
            <a:ahLst/>
            <a:cxnLst/>
            <a:rect l="l" t="t" r="r" b="b"/>
            <a:pathLst>
              <a:path w="615265" h="435058">
                <a:moveTo>
                  <a:pt x="0" y="435058"/>
                </a:moveTo>
                <a:lnTo>
                  <a:pt x="615265" y="435058"/>
                </a:lnTo>
                <a:lnTo>
                  <a:pt x="614936" y="414927"/>
                </a:lnTo>
                <a:lnTo>
                  <a:pt x="613948" y="394818"/>
                </a:lnTo>
                <a:lnTo>
                  <a:pt x="612302" y="374752"/>
                </a:lnTo>
                <a:lnTo>
                  <a:pt x="610001" y="354750"/>
                </a:lnTo>
                <a:lnTo>
                  <a:pt x="607047" y="334834"/>
                </a:lnTo>
                <a:lnTo>
                  <a:pt x="603443" y="315026"/>
                </a:lnTo>
                <a:lnTo>
                  <a:pt x="599192" y="295346"/>
                </a:lnTo>
                <a:lnTo>
                  <a:pt x="594300" y="275816"/>
                </a:lnTo>
                <a:lnTo>
                  <a:pt x="588772" y="256456"/>
                </a:lnTo>
                <a:lnTo>
                  <a:pt x="582613" y="237288"/>
                </a:lnTo>
                <a:lnTo>
                  <a:pt x="575830" y="218331"/>
                </a:lnTo>
                <a:lnTo>
                  <a:pt x="568431" y="199606"/>
                </a:lnTo>
                <a:lnTo>
                  <a:pt x="560423" y="181134"/>
                </a:lnTo>
                <a:lnTo>
                  <a:pt x="551814" y="162933"/>
                </a:lnTo>
                <a:lnTo>
                  <a:pt x="542615" y="145024"/>
                </a:lnTo>
                <a:lnTo>
                  <a:pt x="532835" y="127426"/>
                </a:lnTo>
                <a:lnTo>
                  <a:pt x="522484" y="110156"/>
                </a:lnTo>
                <a:lnTo>
                  <a:pt x="511574" y="93235"/>
                </a:lnTo>
                <a:lnTo>
                  <a:pt x="500116" y="76680"/>
                </a:lnTo>
                <a:lnTo>
                  <a:pt x="488123" y="60508"/>
                </a:lnTo>
                <a:lnTo>
                  <a:pt x="475606" y="44738"/>
                </a:lnTo>
                <a:lnTo>
                  <a:pt x="462581" y="29386"/>
                </a:lnTo>
                <a:lnTo>
                  <a:pt x="449060" y="14468"/>
                </a:lnTo>
                <a:lnTo>
                  <a:pt x="43505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7-label254"/>
          <p:cNvSpPr txBox="1"/>
          <p:nvPr/>
        </p:nvSpPr>
        <p:spPr>
          <a:xfrm>
            <a:off x="8505450" y="421811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45°</a:t>
            </a:r>
            <a:endParaRPr lang="ko-KR" sz="2400" dirty="0"/>
          </a:p>
        </p:txBody>
      </p:sp>
      <p:sp>
        <p:nvSpPr>
          <p:cNvPr id="9" name="S07-mark255"/>
          <p:cNvSpPr/>
          <p:nvPr/>
        </p:nvSpPr>
        <p:spPr>
          <a:xfrm>
            <a:off x="10389960" y="4364660"/>
            <a:ext cx="396240" cy="390220"/>
          </a:xfrm>
          <a:custGeom>
            <a:avLst/>
            <a:gdLst/>
            <a:ahLst/>
            <a:cxnLst/>
            <a:rect l="l" t="t" r="r" b="b"/>
            <a:pathLst>
              <a:path w="396240" h="390220">
                <a:moveTo>
                  <a:pt x="396240" y="390220"/>
                </a:moveTo>
                <a:lnTo>
                  <a:pt x="327432" y="0"/>
                </a:lnTo>
                <a:lnTo>
                  <a:pt x="304859" y="4661"/>
                </a:lnTo>
                <a:lnTo>
                  <a:pt x="282595" y="10627"/>
                </a:lnTo>
                <a:lnTo>
                  <a:pt x="260716" y="17877"/>
                </a:lnTo>
                <a:lnTo>
                  <a:pt x="239296" y="26387"/>
                </a:lnTo>
                <a:lnTo>
                  <a:pt x="218406" y="36128"/>
                </a:lnTo>
                <a:lnTo>
                  <a:pt x="198119" y="47067"/>
                </a:lnTo>
                <a:lnTo>
                  <a:pt x="178501" y="59167"/>
                </a:lnTo>
                <a:lnTo>
                  <a:pt x="159621" y="72387"/>
                </a:lnTo>
                <a:lnTo>
                  <a:pt x="141541" y="86683"/>
                </a:lnTo>
                <a:lnTo>
                  <a:pt x="124323" y="102006"/>
                </a:lnTo>
                <a:lnTo>
                  <a:pt x="108025" y="118304"/>
                </a:lnTo>
                <a:lnTo>
                  <a:pt x="92702" y="135522"/>
                </a:lnTo>
                <a:lnTo>
                  <a:pt x="78406" y="153602"/>
                </a:lnTo>
                <a:lnTo>
                  <a:pt x="65186" y="172483"/>
                </a:lnTo>
                <a:lnTo>
                  <a:pt x="53086" y="192101"/>
                </a:lnTo>
                <a:lnTo>
                  <a:pt x="42147" y="212388"/>
                </a:lnTo>
                <a:lnTo>
                  <a:pt x="32406" y="233278"/>
                </a:lnTo>
                <a:lnTo>
                  <a:pt x="23896" y="254698"/>
                </a:lnTo>
                <a:lnTo>
                  <a:pt x="16646" y="276577"/>
                </a:lnTo>
                <a:lnTo>
                  <a:pt x="10681" y="298841"/>
                </a:lnTo>
                <a:lnTo>
                  <a:pt x="6020" y="321414"/>
                </a:lnTo>
                <a:lnTo>
                  <a:pt x="2679" y="344219"/>
                </a:lnTo>
                <a:lnTo>
                  <a:pt x="670" y="367181"/>
                </a:lnTo>
                <a:lnTo>
                  <a:pt x="0" y="39022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7-label257"/>
          <p:cNvSpPr txBox="1"/>
          <p:nvPr/>
        </p:nvSpPr>
        <p:spPr>
          <a:xfrm>
            <a:off x="9940806" y="4123558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80°</a:t>
            </a:r>
            <a:endParaRPr lang="ko-KR" sz="2400" dirty="0"/>
          </a:p>
        </p:txBody>
      </p:sp>
      <p:sp>
        <p:nvSpPr>
          <p:cNvPr id="11" name="S07-mark258"/>
          <p:cNvSpPr/>
          <p:nvPr/>
        </p:nvSpPr>
        <p:spPr>
          <a:xfrm>
            <a:off x="10086797" y="2377440"/>
            <a:ext cx="348992" cy="396198"/>
          </a:xfrm>
          <a:custGeom>
            <a:avLst/>
            <a:gdLst/>
            <a:ahLst/>
            <a:cxnLst/>
            <a:rect l="l" t="t" r="r" b="b"/>
            <a:pathLst>
              <a:path w="348992" h="396198">
                <a:moveTo>
                  <a:pt x="280184" y="0"/>
                </a:moveTo>
                <a:lnTo>
                  <a:pt x="0" y="280184"/>
                </a:lnTo>
                <a:lnTo>
                  <a:pt x="11428" y="291164"/>
                </a:lnTo>
                <a:lnTo>
                  <a:pt x="23285" y="301677"/>
                </a:lnTo>
                <a:lnTo>
                  <a:pt x="35554" y="311709"/>
                </a:lnTo>
                <a:lnTo>
                  <a:pt x="48214" y="321241"/>
                </a:lnTo>
                <a:lnTo>
                  <a:pt x="61245" y="330260"/>
                </a:lnTo>
                <a:lnTo>
                  <a:pt x="74626" y="338751"/>
                </a:lnTo>
                <a:lnTo>
                  <a:pt x="88336" y="346699"/>
                </a:lnTo>
                <a:lnTo>
                  <a:pt x="102352" y="354093"/>
                </a:lnTo>
                <a:lnTo>
                  <a:pt x="116654" y="360921"/>
                </a:lnTo>
                <a:lnTo>
                  <a:pt x="131216" y="367171"/>
                </a:lnTo>
                <a:lnTo>
                  <a:pt x="146018" y="372834"/>
                </a:lnTo>
                <a:lnTo>
                  <a:pt x="161033" y="377901"/>
                </a:lnTo>
                <a:lnTo>
                  <a:pt x="176240" y="382363"/>
                </a:lnTo>
                <a:lnTo>
                  <a:pt x="191612" y="386214"/>
                </a:lnTo>
                <a:lnTo>
                  <a:pt x="207126" y="389447"/>
                </a:lnTo>
                <a:lnTo>
                  <a:pt x="222758" y="392057"/>
                </a:lnTo>
                <a:lnTo>
                  <a:pt x="238480" y="394039"/>
                </a:lnTo>
                <a:lnTo>
                  <a:pt x="254270" y="395392"/>
                </a:lnTo>
                <a:lnTo>
                  <a:pt x="270101" y="396112"/>
                </a:lnTo>
                <a:lnTo>
                  <a:pt x="285949" y="396198"/>
                </a:lnTo>
                <a:lnTo>
                  <a:pt x="301787" y="395651"/>
                </a:lnTo>
                <a:lnTo>
                  <a:pt x="317590" y="394470"/>
                </a:lnTo>
                <a:lnTo>
                  <a:pt x="333334" y="392659"/>
                </a:lnTo>
                <a:lnTo>
                  <a:pt x="348992" y="39022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7-label260"/>
          <p:cNvSpPr txBox="1"/>
          <p:nvPr/>
        </p:nvSpPr>
        <p:spPr>
          <a:xfrm>
            <a:off x="10014454" y="2841000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3" name="S07-stepno26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" name="S07-text262"/>
          <p:cNvSpPr txBox="1"/>
          <p:nvPr/>
        </p:nvSpPr>
        <p:spPr>
          <a:xfrm>
            <a:off x="1325880" y="25786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세 각의 합은 180°예요.</a:t>
            </a:r>
            <a:endParaRPr lang="ko-KR" sz="3000" dirty="0"/>
          </a:p>
        </p:txBody>
      </p:sp>
      <p:sp>
        <p:nvSpPr>
          <p:cNvPr id="15" name="S07-stepno26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7-text264"/>
          <p:cNvSpPr txBox="1"/>
          <p:nvPr/>
        </p:nvSpPr>
        <p:spPr>
          <a:xfrm>
            <a:off x="1325880" y="3291840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180°에서 아는 두 각을 빼요.</a:t>
            </a:r>
            <a:endParaRPr lang="ko-KR" sz="3000" dirty="0"/>
          </a:p>
        </p:txBody>
      </p:sp>
      <p:sp>
        <p:nvSpPr>
          <p:cNvPr id="17" name="S07-stepno26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8" name="S07-text266"/>
          <p:cNvSpPr txBox="1"/>
          <p:nvPr/>
        </p:nvSpPr>
        <p:spPr>
          <a:xfrm>
            <a:off x="1325880" y="40050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− 45° − 80° = 55°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26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6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삼각형과 작은 삼각형, 세 각의 합은 어떨까요?</a:t>
            </a:r>
            <a:endParaRPr lang="ko-KR" sz="3000" dirty="0"/>
          </a:p>
        </p:txBody>
      </p:sp>
      <p:sp>
        <p:nvSpPr>
          <p:cNvPr id="5" name="S08-card2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2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종이 삼각형으로 확인해요.</a:t>
            </a:r>
            <a:endParaRPr lang="ko-KR" sz="3000" dirty="0"/>
          </a:p>
        </p:txBody>
      </p:sp>
      <p:sp>
        <p:nvSpPr>
          <p:cNvPr id="7" name="S08-chip27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큰 삼각형이 커요</a:t>
            </a:r>
            <a:endParaRPr lang="ko-KR" sz="2400" dirty="0"/>
          </a:p>
        </p:txBody>
      </p:sp>
      <p:sp>
        <p:nvSpPr>
          <p:cNvPr id="8" name="S08-text27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“삼각형이 크면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합도 클 거예요.”</a:t>
            </a:r>
            <a:endParaRPr lang="ko-KR" sz="3000" dirty="0"/>
          </a:p>
        </p:txBody>
      </p:sp>
      <p:sp>
        <p:nvSpPr>
          <p:cNvPr id="9" name="S08-chip27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똑같이 180°예요</a:t>
            </a:r>
            <a:endParaRPr lang="ko-KR" sz="2400" dirty="0"/>
          </a:p>
        </p:txBody>
      </p:sp>
      <p:sp>
        <p:nvSpPr>
          <p:cNvPr id="10" name="S08-text27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“크기와 상관없이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각의 합은 180°예요.”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각 구하기 연습</a:t>
            </a:r>
            <a:endParaRPr lang="ko-KR" sz="4000" dirty="0"/>
          </a:p>
        </p:txBody>
      </p:sp>
      <p:sp>
        <p:nvSpPr>
          <p:cNvPr id="3" name="S09-text2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각의 크기를 구해요.</a:t>
            </a:r>
            <a:endParaRPr lang="ko-KR" sz="3000" dirty="0"/>
          </a:p>
        </p:txBody>
      </p:sp>
      <p:sp>
        <p:nvSpPr>
          <p:cNvPr id="4" name="S09-card2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삼각형은 180°, 사각형은 360°에서 아는 각을 빼요.</a:t>
            </a:r>
            <a:endParaRPr lang="ko-KR" sz="3000" dirty="0"/>
          </a:p>
        </p:txBody>
      </p:sp>
      <p:sp>
        <p:nvSpPr>
          <p:cNvPr id="6" name="S09-figure278" descr="두 각이 30°, 65°인 삼각형"/>
          <p:cNvSpPr/>
          <p:nvPr/>
        </p:nvSpPr>
        <p:spPr>
          <a:xfrm>
            <a:off x="1160990" y="2377440"/>
            <a:ext cx="4161115" cy="1892808"/>
          </a:xfrm>
          <a:custGeom>
            <a:avLst/>
            <a:gdLst/>
            <a:ahLst/>
            <a:cxnLst/>
            <a:rect l="l" t="t" r="r" b="b"/>
            <a:pathLst>
              <a:path w="4161115" h="1892808">
                <a:moveTo>
                  <a:pt x="0" y="1892808"/>
                </a:moveTo>
                <a:lnTo>
                  <a:pt x="4161115" y="1892808"/>
                </a:lnTo>
                <a:lnTo>
                  <a:pt x="327845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279"/>
          <p:cNvSpPr/>
          <p:nvPr/>
        </p:nvSpPr>
        <p:spPr>
          <a:xfrm>
            <a:off x="1160990" y="3770916"/>
            <a:ext cx="998668" cy="499332"/>
          </a:xfrm>
          <a:custGeom>
            <a:avLst/>
            <a:gdLst/>
            <a:ahLst/>
            <a:cxnLst/>
            <a:rect l="l" t="t" r="r" b="b"/>
            <a:pathLst>
              <a:path w="998668" h="499332">
                <a:moveTo>
                  <a:pt x="0" y="499332"/>
                </a:moveTo>
                <a:lnTo>
                  <a:pt x="998668" y="499332"/>
                </a:lnTo>
                <a:lnTo>
                  <a:pt x="998430" y="477546"/>
                </a:lnTo>
                <a:lnTo>
                  <a:pt x="997717" y="455771"/>
                </a:lnTo>
                <a:lnTo>
                  <a:pt x="996529" y="434016"/>
                </a:lnTo>
                <a:lnTo>
                  <a:pt x="994867" y="412292"/>
                </a:lnTo>
                <a:lnTo>
                  <a:pt x="992732" y="390610"/>
                </a:lnTo>
                <a:lnTo>
                  <a:pt x="990124" y="368980"/>
                </a:lnTo>
                <a:lnTo>
                  <a:pt x="987045" y="347412"/>
                </a:lnTo>
                <a:lnTo>
                  <a:pt x="983496" y="325916"/>
                </a:lnTo>
                <a:lnTo>
                  <a:pt x="979479" y="304502"/>
                </a:lnTo>
                <a:lnTo>
                  <a:pt x="974995" y="283181"/>
                </a:lnTo>
                <a:lnTo>
                  <a:pt x="970048" y="261964"/>
                </a:lnTo>
                <a:lnTo>
                  <a:pt x="964639" y="240859"/>
                </a:lnTo>
                <a:lnTo>
                  <a:pt x="958771" y="219877"/>
                </a:lnTo>
                <a:lnTo>
                  <a:pt x="952447" y="199028"/>
                </a:lnTo>
                <a:lnTo>
                  <a:pt x="945669" y="178322"/>
                </a:lnTo>
                <a:lnTo>
                  <a:pt x="938441" y="157769"/>
                </a:lnTo>
                <a:lnTo>
                  <a:pt x="930767" y="137378"/>
                </a:lnTo>
                <a:lnTo>
                  <a:pt x="922649" y="117160"/>
                </a:lnTo>
                <a:lnTo>
                  <a:pt x="914093" y="97123"/>
                </a:lnTo>
                <a:lnTo>
                  <a:pt x="905101" y="77278"/>
                </a:lnTo>
                <a:lnTo>
                  <a:pt x="895679" y="57634"/>
                </a:lnTo>
                <a:lnTo>
                  <a:pt x="885830" y="38200"/>
                </a:lnTo>
                <a:lnTo>
                  <a:pt x="875560" y="18986"/>
                </a:lnTo>
                <a:lnTo>
                  <a:pt x="86487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9-label281"/>
          <p:cNvSpPr txBox="1"/>
          <p:nvPr/>
        </p:nvSpPr>
        <p:spPr>
          <a:xfrm>
            <a:off x="2085283" y="3746332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2400" dirty="0"/>
          </a:p>
        </p:txBody>
      </p:sp>
      <p:sp>
        <p:nvSpPr>
          <p:cNvPr id="9" name="S09-mark282"/>
          <p:cNvSpPr/>
          <p:nvPr/>
        </p:nvSpPr>
        <p:spPr>
          <a:xfrm>
            <a:off x="4925866" y="3911134"/>
            <a:ext cx="396240" cy="359114"/>
          </a:xfrm>
          <a:custGeom>
            <a:avLst/>
            <a:gdLst/>
            <a:ahLst/>
            <a:cxnLst/>
            <a:rect l="l" t="t" r="r" b="b"/>
            <a:pathLst>
              <a:path w="396240" h="359114">
                <a:moveTo>
                  <a:pt x="396240" y="359114"/>
                </a:moveTo>
                <a:lnTo>
                  <a:pt x="228778" y="0"/>
                </a:lnTo>
                <a:lnTo>
                  <a:pt x="211996" y="8314"/>
                </a:lnTo>
                <a:lnTo>
                  <a:pt x="195626" y="17411"/>
                </a:lnTo>
                <a:lnTo>
                  <a:pt x="179705" y="27272"/>
                </a:lnTo>
                <a:lnTo>
                  <a:pt x="164267" y="37875"/>
                </a:lnTo>
                <a:lnTo>
                  <a:pt x="149347" y="49195"/>
                </a:lnTo>
                <a:lnTo>
                  <a:pt x="134978" y="61207"/>
                </a:lnTo>
                <a:lnTo>
                  <a:pt x="121194" y="73884"/>
                </a:lnTo>
                <a:lnTo>
                  <a:pt x="108024" y="87199"/>
                </a:lnTo>
                <a:lnTo>
                  <a:pt x="95497" y="101122"/>
                </a:lnTo>
                <a:lnTo>
                  <a:pt x="83643" y="115620"/>
                </a:lnTo>
                <a:lnTo>
                  <a:pt x="72486" y="130663"/>
                </a:lnTo>
                <a:lnTo>
                  <a:pt x="62053" y="146216"/>
                </a:lnTo>
                <a:lnTo>
                  <a:pt x="52367" y="162244"/>
                </a:lnTo>
                <a:lnTo>
                  <a:pt x="43449" y="178713"/>
                </a:lnTo>
                <a:lnTo>
                  <a:pt x="35319" y="195584"/>
                </a:lnTo>
                <a:lnTo>
                  <a:pt x="27995" y="212821"/>
                </a:lnTo>
                <a:lnTo>
                  <a:pt x="21494" y="230384"/>
                </a:lnTo>
                <a:lnTo>
                  <a:pt x="15830" y="248235"/>
                </a:lnTo>
                <a:lnTo>
                  <a:pt x="11015" y="266334"/>
                </a:lnTo>
                <a:lnTo>
                  <a:pt x="7062" y="284640"/>
                </a:lnTo>
                <a:lnTo>
                  <a:pt x="3977" y="303112"/>
                </a:lnTo>
                <a:lnTo>
                  <a:pt x="1769" y="321710"/>
                </a:lnTo>
                <a:lnTo>
                  <a:pt x="443" y="340391"/>
                </a:lnTo>
                <a:lnTo>
                  <a:pt x="0" y="359114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9-label284"/>
          <p:cNvSpPr txBox="1"/>
          <p:nvPr/>
        </p:nvSpPr>
        <p:spPr>
          <a:xfrm>
            <a:off x="4423666" y="3711271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65°</a:t>
            </a:r>
            <a:endParaRPr lang="ko-KR" sz="2400" dirty="0"/>
          </a:p>
        </p:txBody>
      </p:sp>
      <p:sp>
        <p:nvSpPr>
          <p:cNvPr id="11" name="S09-mark285"/>
          <p:cNvSpPr/>
          <p:nvPr/>
        </p:nvSpPr>
        <p:spPr>
          <a:xfrm>
            <a:off x="4096295" y="2377440"/>
            <a:ext cx="510617" cy="396237"/>
          </a:xfrm>
          <a:custGeom>
            <a:avLst/>
            <a:gdLst/>
            <a:ahLst/>
            <a:cxnLst/>
            <a:rect l="l" t="t" r="r" b="b"/>
            <a:pathLst>
              <a:path w="510617" h="396237">
                <a:moveTo>
                  <a:pt x="343154" y="0"/>
                </a:moveTo>
                <a:lnTo>
                  <a:pt x="0" y="198119"/>
                </a:lnTo>
                <a:lnTo>
                  <a:pt x="12894" y="218939"/>
                </a:lnTo>
                <a:lnTo>
                  <a:pt x="27050" y="238923"/>
                </a:lnTo>
                <a:lnTo>
                  <a:pt x="42413" y="257994"/>
                </a:lnTo>
                <a:lnTo>
                  <a:pt x="58925" y="276079"/>
                </a:lnTo>
                <a:lnTo>
                  <a:pt x="76523" y="293110"/>
                </a:lnTo>
                <a:lnTo>
                  <a:pt x="95139" y="309022"/>
                </a:lnTo>
                <a:lnTo>
                  <a:pt x="114702" y="323753"/>
                </a:lnTo>
                <a:lnTo>
                  <a:pt x="135138" y="337247"/>
                </a:lnTo>
                <a:lnTo>
                  <a:pt x="156369" y="349453"/>
                </a:lnTo>
                <a:lnTo>
                  <a:pt x="178313" y="360324"/>
                </a:lnTo>
                <a:lnTo>
                  <a:pt x="200887" y="369819"/>
                </a:lnTo>
                <a:lnTo>
                  <a:pt x="224004" y="377901"/>
                </a:lnTo>
                <a:lnTo>
                  <a:pt x="247577" y="384540"/>
                </a:lnTo>
                <a:lnTo>
                  <a:pt x="271514" y="389710"/>
                </a:lnTo>
                <a:lnTo>
                  <a:pt x="295725" y="393391"/>
                </a:lnTo>
                <a:lnTo>
                  <a:pt x="320118" y="395570"/>
                </a:lnTo>
                <a:lnTo>
                  <a:pt x="344598" y="396237"/>
                </a:lnTo>
                <a:lnTo>
                  <a:pt x="369073" y="395391"/>
                </a:lnTo>
                <a:lnTo>
                  <a:pt x="393448" y="393035"/>
                </a:lnTo>
                <a:lnTo>
                  <a:pt x="417632" y="389178"/>
                </a:lnTo>
                <a:lnTo>
                  <a:pt x="441531" y="383833"/>
                </a:lnTo>
                <a:lnTo>
                  <a:pt x="465055" y="377023"/>
                </a:lnTo>
                <a:lnTo>
                  <a:pt x="488112" y="368773"/>
                </a:lnTo>
                <a:lnTo>
                  <a:pt x="510617" y="359114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9-label287"/>
          <p:cNvSpPr txBox="1"/>
          <p:nvPr/>
        </p:nvSpPr>
        <p:spPr>
          <a:xfrm>
            <a:off x="4086924" y="2841000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3" name="S09-label288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4" name="S09-figure289" descr="한 각이 직각, 두 각이 85°인 사각형"/>
          <p:cNvSpPr/>
          <p:nvPr/>
        </p:nvSpPr>
        <p:spPr>
          <a:xfrm>
            <a:off x="7764399" y="2377440"/>
            <a:ext cx="2366010" cy="1892808"/>
          </a:xfrm>
          <a:custGeom>
            <a:avLst/>
            <a:gdLst/>
            <a:ahLst/>
            <a:cxnLst/>
            <a:rect l="l" t="t" r="r" b="b"/>
            <a:pathLst>
              <a:path w="2366010" h="1892808">
                <a:moveTo>
                  <a:pt x="0" y="1892808"/>
                </a:moveTo>
                <a:lnTo>
                  <a:pt x="2366010" y="1892808"/>
                </a:lnTo>
                <a:lnTo>
                  <a:pt x="2217377" y="194013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9-mark290"/>
          <p:cNvSpPr/>
          <p:nvPr/>
        </p:nvSpPr>
        <p:spPr>
          <a:xfrm>
            <a:off x="9734169" y="3875516"/>
            <a:ext cx="396240" cy="394732"/>
          </a:xfrm>
          <a:custGeom>
            <a:avLst/>
            <a:gdLst/>
            <a:ahLst/>
            <a:cxnLst/>
            <a:rect l="l" t="t" r="r" b="b"/>
            <a:pathLst>
              <a:path w="396240" h="394732">
                <a:moveTo>
                  <a:pt x="396240" y="394732"/>
                </a:moveTo>
                <a:lnTo>
                  <a:pt x="361704" y="0"/>
                </a:lnTo>
                <a:lnTo>
                  <a:pt x="337385" y="2887"/>
                </a:lnTo>
                <a:lnTo>
                  <a:pt x="313292" y="7271"/>
                </a:lnTo>
                <a:lnTo>
                  <a:pt x="289515" y="13135"/>
                </a:lnTo>
                <a:lnTo>
                  <a:pt x="266146" y="20457"/>
                </a:lnTo>
                <a:lnTo>
                  <a:pt x="243274" y="29208"/>
                </a:lnTo>
                <a:lnTo>
                  <a:pt x="220986" y="39356"/>
                </a:lnTo>
                <a:lnTo>
                  <a:pt x="199368" y="50861"/>
                </a:lnTo>
                <a:lnTo>
                  <a:pt x="178502" y="63679"/>
                </a:lnTo>
                <a:lnTo>
                  <a:pt x="158467" y="77762"/>
                </a:lnTo>
                <a:lnTo>
                  <a:pt x="139340" y="93055"/>
                </a:lnTo>
                <a:lnTo>
                  <a:pt x="121195" y="109501"/>
                </a:lnTo>
                <a:lnTo>
                  <a:pt x="104101" y="127037"/>
                </a:lnTo>
                <a:lnTo>
                  <a:pt x="88122" y="145595"/>
                </a:lnTo>
                <a:lnTo>
                  <a:pt x="73320" y="165104"/>
                </a:lnTo>
                <a:lnTo>
                  <a:pt x="59752" y="185491"/>
                </a:lnTo>
                <a:lnTo>
                  <a:pt x="47469" y="206677"/>
                </a:lnTo>
                <a:lnTo>
                  <a:pt x="36518" y="228581"/>
                </a:lnTo>
                <a:lnTo>
                  <a:pt x="26941" y="251120"/>
                </a:lnTo>
                <a:lnTo>
                  <a:pt x="18775" y="274207"/>
                </a:lnTo>
                <a:lnTo>
                  <a:pt x="12050" y="297755"/>
                </a:lnTo>
                <a:lnTo>
                  <a:pt x="6793" y="321673"/>
                </a:lnTo>
                <a:lnTo>
                  <a:pt x="3024" y="345871"/>
                </a:lnTo>
                <a:lnTo>
                  <a:pt x="757" y="370255"/>
                </a:lnTo>
                <a:lnTo>
                  <a:pt x="0" y="39473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6" name="S09-label292"/>
          <p:cNvSpPr txBox="1"/>
          <p:nvPr/>
        </p:nvSpPr>
        <p:spPr>
          <a:xfrm>
            <a:off x="9304743" y="3616429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85°</a:t>
            </a:r>
            <a:endParaRPr lang="ko-KR" sz="2400" dirty="0"/>
          </a:p>
        </p:txBody>
      </p:sp>
      <p:sp>
        <p:nvSpPr>
          <p:cNvPr id="17" name="S09-mark293"/>
          <p:cNvSpPr/>
          <p:nvPr/>
        </p:nvSpPr>
        <p:spPr>
          <a:xfrm>
            <a:off x="9585578" y="2536915"/>
            <a:ext cx="430734" cy="430736"/>
          </a:xfrm>
          <a:custGeom>
            <a:avLst/>
            <a:gdLst/>
            <a:ahLst/>
            <a:cxnLst/>
            <a:rect l="l" t="t" r="r" b="b"/>
            <a:pathLst>
              <a:path w="430734" h="430736">
                <a:moveTo>
                  <a:pt x="396198" y="34538"/>
                </a:moveTo>
                <a:lnTo>
                  <a:pt x="1466" y="0"/>
                </a:lnTo>
                <a:lnTo>
                  <a:pt x="0" y="28772"/>
                </a:lnTo>
                <a:lnTo>
                  <a:pt x="628" y="57574"/>
                </a:lnTo>
                <a:lnTo>
                  <a:pt x="3348" y="86255"/>
                </a:lnTo>
                <a:lnTo>
                  <a:pt x="8144" y="114662"/>
                </a:lnTo>
                <a:lnTo>
                  <a:pt x="14991" y="142646"/>
                </a:lnTo>
                <a:lnTo>
                  <a:pt x="23854" y="170058"/>
                </a:lnTo>
                <a:lnTo>
                  <a:pt x="34684" y="196754"/>
                </a:lnTo>
                <a:lnTo>
                  <a:pt x="47426" y="222592"/>
                </a:lnTo>
                <a:lnTo>
                  <a:pt x="62012" y="247436"/>
                </a:lnTo>
                <a:lnTo>
                  <a:pt x="78364" y="271155"/>
                </a:lnTo>
                <a:lnTo>
                  <a:pt x="96396" y="293623"/>
                </a:lnTo>
                <a:lnTo>
                  <a:pt x="116014" y="314721"/>
                </a:lnTo>
                <a:lnTo>
                  <a:pt x="137112" y="334338"/>
                </a:lnTo>
                <a:lnTo>
                  <a:pt x="159580" y="352371"/>
                </a:lnTo>
                <a:lnTo>
                  <a:pt x="183298" y="368723"/>
                </a:lnTo>
                <a:lnTo>
                  <a:pt x="208142" y="383309"/>
                </a:lnTo>
                <a:lnTo>
                  <a:pt x="233981" y="396051"/>
                </a:lnTo>
                <a:lnTo>
                  <a:pt x="260676" y="406882"/>
                </a:lnTo>
                <a:lnTo>
                  <a:pt x="288089" y="415744"/>
                </a:lnTo>
                <a:lnTo>
                  <a:pt x="316072" y="422592"/>
                </a:lnTo>
                <a:lnTo>
                  <a:pt x="344479" y="427388"/>
                </a:lnTo>
                <a:lnTo>
                  <a:pt x="373160" y="430107"/>
                </a:lnTo>
                <a:lnTo>
                  <a:pt x="401962" y="430736"/>
                </a:lnTo>
                <a:lnTo>
                  <a:pt x="430734" y="42927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8" name="S09-label295"/>
          <p:cNvSpPr txBox="1"/>
          <p:nvPr/>
        </p:nvSpPr>
        <p:spPr>
          <a:xfrm>
            <a:off x="9350538" y="2865886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9" name="S09-mark296"/>
          <p:cNvSpPr/>
          <p:nvPr/>
        </p:nvSpPr>
        <p:spPr>
          <a:xfrm>
            <a:off x="7764399" y="2377440"/>
            <a:ext cx="394732" cy="396240"/>
          </a:xfrm>
          <a:custGeom>
            <a:avLst/>
            <a:gdLst/>
            <a:ahLst/>
            <a:cxnLst/>
            <a:rect l="l" t="t" r="r" b="b"/>
            <a:pathLst>
              <a:path w="394732" h="396240">
                <a:moveTo>
                  <a:pt x="0" y="0"/>
                </a:moveTo>
                <a:lnTo>
                  <a:pt x="0" y="396240"/>
                </a:lnTo>
                <a:lnTo>
                  <a:pt x="24477" y="395483"/>
                </a:lnTo>
                <a:lnTo>
                  <a:pt x="48861" y="393216"/>
                </a:lnTo>
                <a:lnTo>
                  <a:pt x="73058" y="389447"/>
                </a:lnTo>
                <a:lnTo>
                  <a:pt x="96977" y="384190"/>
                </a:lnTo>
                <a:lnTo>
                  <a:pt x="120524" y="377465"/>
                </a:lnTo>
                <a:lnTo>
                  <a:pt x="143612" y="369299"/>
                </a:lnTo>
                <a:lnTo>
                  <a:pt x="166151" y="359722"/>
                </a:lnTo>
                <a:lnTo>
                  <a:pt x="188055" y="348771"/>
                </a:lnTo>
                <a:lnTo>
                  <a:pt x="209241" y="336488"/>
                </a:lnTo>
                <a:lnTo>
                  <a:pt x="229627" y="322920"/>
                </a:lnTo>
                <a:lnTo>
                  <a:pt x="249137" y="308118"/>
                </a:lnTo>
                <a:lnTo>
                  <a:pt x="267695" y="292140"/>
                </a:lnTo>
                <a:lnTo>
                  <a:pt x="285230" y="275045"/>
                </a:lnTo>
                <a:lnTo>
                  <a:pt x="301676" y="256900"/>
                </a:lnTo>
                <a:lnTo>
                  <a:pt x="316970" y="237774"/>
                </a:lnTo>
                <a:lnTo>
                  <a:pt x="331053" y="217739"/>
                </a:lnTo>
                <a:lnTo>
                  <a:pt x="343871" y="196873"/>
                </a:lnTo>
                <a:lnTo>
                  <a:pt x="355376" y="175255"/>
                </a:lnTo>
                <a:lnTo>
                  <a:pt x="365523" y="152967"/>
                </a:lnTo>
                <a:lnTo>
                  <a:pt x="374275" y="130095"/>
                </a:lnTo>
                <a:lnTo>
                  <a:pt x="381596" y="106726"/>
                </a:lnTo>
                <a:lnTo>
                  <a:pt x="387460" y="82949"/>
                </a:lnTo>
                <a:lnTo>
                  <a:pt x="391845" y="58856"/>
                </a:lnTo>
                <a:lnTo>
                  <a:pt x="394732" y="3453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0" name="S09-label298"/>
          <p:cNvSpPr txBox="1"/>
          <p:nvPr/>
        </p:nvSpPr>
        <p:spPr>
          <a:xfrm>
            <a:off x="7907677" y="2692567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85°</a:t>
            </a:r>
            <a:endParaRPr lang="ko-KR" sz="2400" dirty="0"/>
          </a:p>
        </p:txBody>
      </p:sp>
      <p:sp>
        <p:nvSpPr>
          <p:cNvPr id="21" name="S09-mark299"/>
          <p:cNvSpPr/>
          <p:nvPr/>
        </p:nvSpPr>
        <p:spPr>
          <a:xfrm>
            <a:off x="7764399" y="404164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label300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3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구했는지 말해요.</a:t>
            </a:r>
            <a:endParaRPr lang="ko-KR" sz="3000" dirty="0"/>
          </a:p>
        </p:txBody>
      </p:sp>
      <p:sp>
        <p:nvSpPr>
          <p:cNvPr id="4" name="S10-figure302" descr="두 각이 40°, 110°인 삼각형, 나머지 각은 물음표"/>
          <p:cNvSpPr/>
          <p:nvPr/>
        </p:nvSpPr>
        <p:spPr>
          <a:xfrm>
            <a:off x="6888326" y="2377440"/>
            <a:ext cx="4141016" cy="3474720"/>
          </a:xfrm>
          <a:custGeom>
            <a:avLst/>
            <a:gdLst/>
            <a:ahLst/>
            <a:cxnLst/>
            <a:rect l="l" t="t" r="r" b="b"/>
            <a:pathLst>
              <a:path w="4141016" h="3474720">
                <a:moveTo>
                  <a:pt x="0" y="3474720"/>
                </a:moveTo>
                <a:lnTo>
                  <a:pt x="2876305" y="3474720"/>
                </a:lnTo>
                <a:lnTo>
                  <a:pt x="4141016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0-mark303"/>
          <p:cNvSpPr/>
          <p:nvPr/>
        </p:nvSpPr>
        <p:spPr>
          <a:xfrm>
            <a:off x="6888326" y="5445413"/>
            <a:ext cx="632787" cy="406747"/>
          </a:xfrm>
          <a:custGeom>
            <a:avLst/>
            <a:gdLst/>
            <a:ahLst/>
            <a:cxnLst/>
            <a:rect l="l" t="t" r="r" b="b"/>
            <a:pathLst>
              <a:path w="632787" h="406747">
                <a:moveTo>
                  <a:pt x="0" y="406747"/>
                </a:moveTo>
                <a:lnTo>
                  <a:pt x="632787" y="406747"/>
                </a:lnTo>
                <a:lnTo>
                  <a:pt x="632519" y="388343"/>
                </a:lnTo>
                <a:lnTo>
                  <a:pt x="631716" y="369954"/>
                </a:lnTo>
                <a:lnTo>
                  <a:pt x="630379" y="351596"/>
                </a:lnTo>
                <a:lnTo>
                  <a:pt x="628508" y="333285"/>
                </a:lnTo>
                <a:lnTo>
                  <a:pt x="626106" y="315036"/>
                </a:lnTo>
                <a:lnTo>
                  <a:pt x="623174" y="296865"/>
                </a:lnTo>
                <a:lnTo>
                  <a:pt x="619714" y="278787"/>
                </a:lnTo>
                <a:lnTo>
                  <a:pt x="615730" y="260817"/>
                </a:lnTo>
                <a:lnTo>
                  <a:pt x="611225" y="242970"/>
                </a:lnTo>
                <a:lnTo>
                  <a:pt x="606203" y="225262"/>
                </a:lnTo>
                <a:lnTo>
                  <a:pt x="600669" y="207708"/>
                </a:lnTo>
                <a:lnTo>
                  <a:pt x="594625" y="190322"/>
                </a:lnTo>
                <a:lnTo>
                  <a:pt x="588079" y="173119"/>
                </a:lnTo>
                <a:lnTo>
                  <a:pt x="581035" y="156113"/>
                </a:lnTo>
                <a:lnTo>
                  <a:pt x="573500" y="139320"/>
                </a:lnTo>
                <a:lnTo>
                  <a:pt x="565479" y="122753"/>
                </a:lnTo>
                <a:lnTo>
                  <a:pt x="556980" y="106427"/>
                </a:lnTo>
                <a:lnTo>
                  <a:pt x="548010" y="90354"/>
                </a:lnTo>
                <a:lnTo>
                  <a:pt x="538576" y="74549"/>
                </a:lnTo>
                <a:lnTo>
                  <a:pt x="528686" y="59025"/>
                </a:lnTo>
                <a:lnTo>
                  <a:pt x="518349" y="43796"/>
                </a:lnTo>
                <a:lnTo>
                  <a:pt x="507573" y="28873"/>
                </a:lnTo>
                <a:lnTo>
                  <a:pt x="496368" y="14271"/>
                </a:lnTo>
                <a:lnTo>
                  <a:pt x="484743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10-label305"/>
          <p:cNvSpPr txBox="1"/>
          <p:nvPr/>
        </p:nvSpPr>
        <p:spPr>
          <a:xfrm>
            <a:off x="7435009" y="5346199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</a:t>
            </a:r>
            <a:endParaRPr lang="ko-KR" sz="2400" dirty="0"/>
          </a:p>
        </p:txBody>
      </p:sp>
      <p:sp>
        <p:nvSpPr>
          <p:cNvPr id="7" name="S10-mark306"/>
          <p:cNvSpPr/>
          <p:nvPr/>
        </p:nvSpPr>
        <p:spPr>
          <a:xfrm>
            <a:off x="9368391" y="5456088"/>
            <a:ext cx="531764" cy="396072"/>
          </a:xfrm>
          <a:custGeom>
            <a:avLst/>
            <a:gdLst/>
            <a:ahLst/>
            <a:cxnLst/>
            <a:rect l="l" t="t" r="r" b="b"/>
            <a:pathLst>
              <a:path w="531764" h="396072">
                <a:moveTo>
                  <a:pt x="396240" y="396072"/>
                </a:moveTo>
                <a:lnTo>
                  <a:pt x="531764" y="23729"/>
                </a:lnTo>
                <a:lnTo>
                  <a:pt x="501577" y="14090"/>
                </a:lnTo>
                <a:lnTo>
                  <a:pt x="470716" y="6894"/>
                </a:lnTo>
                <a:lnTo>
                  <a:pt x="439379" y="2188"/>
                </a:lnTo>
                <a:lnTo>
                  <a:pt x="407766" y="0"/>
                </a:lnTo>
                <a:lnTo>
                  <a:pt x="376079" y="346"/>
                </a:lnTo>
                <a:lnTo>
                  <a:pt x="344522" y="3222"/>
                </a:lnTo>
                <a:lnTo>
                  <a:pt x="313295" y="8611"/>
                </a:lnTo>
                <a:lnTo>
                  <a:pt x="282598" y="16478"/>
                </a:lnTo>
                <a:lnTo>
                  <a:pt x="252629" y="26773"/>
                </a:lnTo>
                <a:lnTo>
                  <a:pt x="223577" y="39430"/>
                </a:lnTo>
                <a:lnTo>
                  <a:pt x="195631" y="54368"/>
                </a:lnTo>
                <a:lnTo>
                  <a:pt x="168967" y="71491"/>
                </a:lnTo>
                <a:lnTo>
                  <a:pt x="143757" y="90690"/>
                </a:lnTo>
                <a:lnTo>
                  <a:pt x="120161" y="111843"/>
                </a:lnTo>
                <a:lnTo>
                  <a:pt x="98331" y="134813"/>
                </a:lnTo>
                <a:lnTo>
                  <a:pt x="78407" y="159454"/>
                </a:lnTo>
                <a:lnTo>
                  <a:pt x="60515" y="185608"/>
                </a:lnTo>
                <a:lnTo>
                  <a:pt x="44771" y="213109"/>
                </a:lnTo>
                <a:lnTo>
                  <a:pt x="31274" y="241779"/>
                </a:lnTo>
                <a:lnTo>
                  <a:pt x="20112" y="271437"/>
                </a:lnTo>
                <a:lnTo>
                  <a:pt x="11355" y="301891"/>
                </a:lnTo>
                <a:lnTo>
                  <a:pt x="5060" y="332948"/>
                </a:lnTo>
                <a:lnTo>
                  <a:pt x="1267" y="364409"/>
                </a:lnTo>
                <a:lnTo>
                  <a:pt x="0" y="39607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10-label308"/>
          <p:cNvSpPr txBox="1"/>
          <p:nvPr/>
        </p:nvSpPr>
        <p:spPr>
          <a:xfrm>
            <a:off x="8950649" y="5099885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110°</a:t>
            </a:r>
            <a:endParaRPr lang="ko-KR" sz="2400" dirty="0"/>
          </a:p>
        </p:txBody>
      </p:sp>
      <p:sp>
        <p:nvSpPr>
          <p:cNvPr id="9" name="S10-mark309"/>
          <p:cNvSpPr/>
          <p:nvPr/>
        </p:nvSpPr>
        <p:spPr>
          <a:xfrm>
            <a:off x="10500531" y="2377440"/>
            <a:ext cx="528811" cy="648681"/>
          </a:xfrm>
          <a:custGeom>
            <a:avLst/>
            <a:gdLst/>
            <a:ahLst/>
            <a:cxnLst/>
            <a:rect l="l" t="t" r="r" b="b"/>
            <a:pathLst>
              <a:path w="528811" h="648681">
                <a:moveTo>
                  <a:pt x="528811" y="0"/>
                </a:moveTo>
                <a:lnTo>
                  <a:pt x="0" y="443724"/>
                </a:lnTo>
                <a:lnTo>
                  <a:pt x="9806" y="455155"/>
                </a:lnTo>
                <a:lnTo>
                  <a:pt x="19858" y="466368"/>
                </a:lnTo>
                <a:lnTo>
                  <a:pt x="30153" y="477360"/>
                </a:lnTo>
                <a:lnTo>
                  <a:pt x="40685" y="488124"/>
                </a:lnTo>
                <a:lnTo>
                  <a:pt x="51450" y="498657"/>
                </a:lnTo>
                <a:lnTo>
                  <a:pt x="62441" y="508952"/>
                </a:lnTo>
                <a:lnTo>
                  <a:pt x="73655" y="519004"/>
                </a:lnTo>
                <a:lnTo>
                  <a:pt x="85085" y="528810"/>
                </a:lnTo>
                <a:lnTo>
                  <a:pt x="96727" y="538364"/>
                </a:lnTo>
                <a:lnTo>
                  <a:pt x="108574" y="547661"/>
                </a:lnTo>
                <a:lnTo>
                  <a:pt x="120621" y="556698"/>
                </a:lnTo>
                <a:lnTo>
                  <a:pt x="132862" y="565470"/>
                </a:lnTo>
                <a:lnTo>
                  <a:pt x="145292" y="573973"/>
                </a:lnTo>
                <a:lnTo>
                  <a:pt x="157904" y="582203"/>
                </a:lnTo>
                <a:lnTo>
                  <a:pt x="170693" y="590156"/>
                </a:lnTo>
                <a:lnTo>
                  <a:pt x="183652" y="597828"/>
                </a:lnTo>
                <a:lnTo>
                  <a:pt x="196776" y="605215"/>
                </a:lnTo>
                <a:lnTo>
                  <a:pt x="210058" y="612314"/>
                </a:lnTo>
                <a:lnTo>
                  <a:pt x="223491" y="619122"/>
                </a:lnTo>
                <a:lnTo>
                  <a:pt x="237070" y="625635"/>
                </a:lnTo>
                <a:lnTo>
                  <a:pt x="250787" y="631851"/>
                </a:lnTo>
                <a:lnTo>
                  <a:pt x="264637" y="637765"/>
                </a:lnTo>
                <a:lnTo>
                  <a:pt x="278613" y="643376"/>
                </a:lnTo>
                <a:lnTo>
                  <a:pt x="292707" y="64868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10-label311"/>
          <p:cNvSpPr txBox="1"/>
          <p:nvPr/>
        </p:nvSpPr>
        <p:spPr>
          <a:xfrm>
            <a:off x="10275103" y="3055156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11" name="S10-chip31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" name="S10-eqtext31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75° + 65° = □</a:t>
            </a:r>
            <a:endParaRPr lang="ko-KR" sz="3400" dirty="0"/>
          </a:p>
        </p:txBody>
      </p:sp>
      <p:sp>
        <p:nvSpPr>
          <p:cNvPr id="13" name="S10-chip3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4" name="S10-eqtext315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160° − 95° = □</a:t>
            </a:r>
            <a:endParaRPr lang="ko-KR" sz="3400" dirty="0"/>
          </a:p>
        </p:txBody>
      </p:sp>
      <p:sp>
        <p:nvSpPr>
          <p:cNvPr id="15" name="S10-chip31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6" name="S10-text317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삼각형의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각은 몇 도?</a:t>
            </a:r>
            <a:endParaRPr lang="ko-KR" sz="3000" dirty="0"/>
          </a:p>
        </p:txBody>
      </p:sp>
      <p:sp>
        <p:nvSpPr>
          <p:cNvPr id="17" name="S10-chip318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8" name="S10-text319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사각형의 세 각이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90°, 90°, 60°이면?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32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32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③, ④가 틀리면 종이 활동(S05, S06)을 다시 떠올리게 하세요.</a:t>
            </a:r>
            <a:endParaRPr lang="ko-KR" sz="3000" dirty="0"/>
          </a:p>
        </p:txBody>
      </p:sp>
      <p:sp>
        <p:nvSpPr>
          <p:cNvPr id="5" name="S11-chip32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323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140°</a:t>
            </a:r>
            <a:endParaRPr lang="ko-KR" sz="3000" dirty="0"/>
          </a:p>
        </p:txBody>
      </p:sp>
      <p:sp>
        <p:nvSpPr>
          <p:cNvPr id="7" name="S11-text324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+ 65</a:t>
            </a:r>
            <a:endParaRPr lang="ko-KR" sz="2400" dirty="0"/>
          </a:p>
        </p:txBody>
      </p:sp>
      <p:sp>
        <p:nvSpPr>
          <p:cNvPr id="8" name="S11-text325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65°</a:t>
            </a:r>
            <a:endParaRPr lang="ko-KR" sz="3000" dirty="0"/>
          </a:p>
        </p:txBody>
      </p:sp>
      <p:sp>
        <p:nvSpPr>
          <p:cNvPr id="9" name="S11-text326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160 − 95</a:t>
            </a:r>
            <a:endParaRPr lang="ko-KR" sz="2400" dirty="0"/>
          </a:p>
        </p:txBody>
      </p:sp>
      <p:sp>
        <p:nvSpPr>
          <p:cNvPr id="10" name="S11-text327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30°</a:t>
            </a:r>
            <a:endParaRPr lang="ko-KR" sz="3000" dirty="0"/>
          </a:p>
        </p:txBody>
      </p:sp>
      <p:sp>
        <p:nvSpPr>
          <p:cNvPr id="11" name="S11-text328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180 − 40 − 110</a:t>
            </a:r>
            <a:endParaRPr lang="ko-KR" sz="2400" dirty="0"/>
          </a:p>
        </p:txBody>
      </p:sp>
      <p:sp>
        <p:nvSpPr>
          <p:cNvPr id="12" name="S11-text329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120°</a:t>
            </a:r>
            <a:endParaRPr lang="ko-KR" sz="3000" dirty="0"/>
          </a:p>
        </p:txBody>
      </p:sp>
      <p:sp>
        <p:nvSpPr>
          <p:cNvPr id="13" name="S11-text330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360 − 240</a:t>
            </a:r>
            <a:endParaRPr lang="ko-KR" sz="2400" dirty="0"/>
          </a:p>
        </p:txBody>
      </p:sp>
      <p:sp>
        <p:nvSpPr>
          <p:cNvPr id="14" name="S11-chip33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33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없음/모름</a:t>
            </a:r>
            <a:endParaRPr lang="ko-KR" sz="3000" dirty="0"/>
          </a:p>
        </p:txBody>
      </p:sp>
      <p:sp>
        <p:nvSpPr>
          <p:cNvPr id="16" name="S11-text33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180°에서 뺌</a:t>
            </a:r>
            <a:endParaRPr lang="ko-KR" sz="2400" dirty="0"/>
          </a:p>
        </p:txBody>
      </p:sp>
      <p:sp>
        <p:nvSpPr>
          <p:cNvPr id="17" name="S11-text33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135°</a:t>
            </a:r>
            <a:endParaRPr lang="ko-KR" sz="3000" dirty="0"/>
          </a:p>
        </p:txBody>
      </p:sp>
      <p:sp>
        <p:nvSpPr>
          <p:cNvPr id="18" name="S11-text33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자리마다 큰 수에서 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삼각형이 될 수 있을까요?</a:t>
            </a:r>
            <a:endParaRPr lang="ko-KR" sz="4000" dirty="0"/>
          </a:p>
        </p:txBody>
      </p:sp>
      <p:sp>
        <p:nvSpPr>
          <p:cNvPr id="3" name="S12-text3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세 각이 될 수 있는 것을 모두 골라요.</a:t>
            </a:r>
            <a:endParaRPr lang="ko-KR" sz="3000" dirty="0"/>
          </a:p>
        </p:txBody>
      </p:sp>
      <p:sp>
        <p:nvSpPr>
          <p:cNvPr id="4" name="S12-card3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000" dirty="0"/>
          </a:p>
        </p:txBody>
      </p:sp>
      <p:sp>
        <p:nvSpPr>
          <p:cNvPr id="6" name="S12-chip33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340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341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60°, 60°, 60°</a:t>
            </a:r>
            <a:endParaRPr lang="ko-KR" sz="3000" dirty="0"/>
          </a:p>
        </p:txBody>
      </p:sp>
      <p:sp>
        <p:nvSpPr>
          <p:cNvPr id="9" name="S12-chip342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343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344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90°, 50°, 50°</a:t>
            </a:r>
            <a:endParaRPr lang="ko-KR" sz="3000" dirty="0"/>
          </a:p>
        </p:txBody>
      </p:sp>
      <p:sp>
        <p:nvSpPr>
          <p:cNvPr id="12" name="S12-chip345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346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347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100°, 45°, 35°</a:t>
            </a:r>
            <a:endParaRPr lang="ko-KR" sz="3000" dirty="0"/>
          </a:p>
        </p:txBody>
      </p:sp>
      <p:sp>
        <p:nvSpPr>
          <p:cNvPr id="15" name="S12-chip348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2-card349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350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30°, 70°, 90°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세 각의 합은 180°, 사각형 네 각의 합은 360°예요.</a:t>
            </a:r>
            <a:endParaRPr lang="ko-KR" sz="3000" dirty="0"/>
          </a:p>
        </p:txBody>
      </p:sp>
      <p:sp>
        <p:nvSpPr>
          <p:cNvPr id="5" name="S13-chip35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180°, 360°에서 아는 각 빼기</a:t>
            </a:r>
            <a:endParaRPr lang="ko-KR" sz="2400" dirty="0"/>
          </a:p>
        </p:txBody>
      </p:sp>
      <p:sp>
        <p:nvSpPr>
          <p:cNvPr id="6" name="S13-chip35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크면 각의 합도 크다고 하기</a:t>
            </a:r>
            <a:endParaRPr lang="ko-KR" sz="2400" dirty="0"/>
          </a:p>
        </p:txBody>
      </p:sp>
      <p:sp>
        <p:nvSpPr>
          <p:cNvPr id="7" name="S13-text35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35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85° + 45° = □</a:t>
            </a:r>
            <a:endParaRPr lang="ko-KR" sz="2800" dirty="0"/>
          </a:p>
        </p:txBody>
      </p:sp>
      <p:sp>
        <p:nvSpPr>
          <p:cNvPr id="9" name="S13-text35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삼각형의 두 각이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70°, 60°이면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각은?</a:t>
            </a:r>
            <a:endParaRPr lang="ko-KR" sz="2400" dirty="0"/>
          </a:p>
        </p:txBody>
      </p:sp>
      <p:sp>
        <p:nvSpPr>
          <p:cNvPr id="10" name="S13-text35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사각형의 세 각이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90°, 100°, 80°이면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각은?</a:t>
            </a:r>
            <a:endParaRPr lang="ko-KR" sz="2400" dirty="0"/>
          </a:p>
        </p:txBody>
      </p:sp>
      <p:sp>
        <p:nvSpPr>
          <p:cNvPr id="11" name="S13-text35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삼각형 분류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각도기 다시 보기</a:t>
            </a:r>
            <a:endParaRPr lang="ko-KR" sz="4000" dirty="0"/>
          </a:p>
        </p:txBody>
      </p:sp>
      <p:sp>
        <p:nvSpPr>
          <p:cNvPr id="3" name="S14-card36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36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중심과 밑금을 맞추고, 한 변이 맞은 0에서 시작하는 눈금을 읽어요.</a:t>
            </a:r>
            <a:endParaRPr lang="ko-KR" sz="3000" dirty="0"/>
          </a:p>
        </p:txBody>
      </p:sp>
      <p:sp>
        <p:nvSpPr>
          <p:cNvPr id="5" name="S14-mark362"/>
          <p:cNvSpPr/>
          <p:nvPr/>
        </p:nvSpPr>
        <p:spPr>
          <a:xfrm>
            <a:off x="3695587" y="1897098"/>
            <a:ext cx="4797778" cy="2398889"/>
          </a:xfrm>
          <a:custGeom>
            <a:avLst/>
            <a:gdLst/>
            <a:ahLst/>
            <a:cxnLst/>
            <a:rect l="l" t="t" r="r" b="b"/>
            <a:pathLst>
              <a:path w="4797778" h="2398889">
                <a:moveTo>
                  <a:pt x="4797778" y="2398889"/>
                </a:moveTo>
                <a:lnTo>
                  <a:pt x="4795495" y="2294251"/>
                </a:lnTo>
                <a:lnTo>
                  <a:pt x="4788649" y="2189812"/>
                </a:lnTo>
                <a:lnTo>
                  <a:pt x="4777255" y="2085771"/>
                </a:lnTo>
                <a:lnTo>
                  <a:pt x="4761333" y="1982326"/>
                </a:lnTo>
                <a:lnTo>
                  <a:pt x="4740915" y="1879674"/>
                </a:lnTo>
                <a:lnTo>
                  <a:pt x="4716038" y="1778011"/>
                </a:lnTo>
                <a:lnTo>
                  <a:pt x="4686750" y="1677529"/>
                </a:lnTo>
                <a:lnTo>
                  <a:pt x="4653107" y="1578421"/>
                </a:lnTo>
                <a:lnTo>
                  <a:pt x="4615173" y="1480874"/>
                </a:lnTo>
                <a:lnTo>
                  <a:pt x="4573021" y="1385075"/>
                </a:lnTo>
                <a:lnTo>
                  <a:pt x="4526729" y="1291205"/>
                </a:lnTo>
                <a:lnTo>
                  <a:pt x="4476388" y="1199444"/>
                </a:lnTo>
                <a:lnTo>
                  <a:pt x="4422091" y="1109967"/>
                </a:lnTo>
                <a:lnTo>
                  <a:pt x="4363944" y="1022943"/>
                </a:lnTo>
                <a:lnTo>
                  <a:pt x="4302055" y="938538"/>
                </a:lnTo>
                <a:lnTo>
                  <a:pt x="4236544" y="856913"/>
                </a:lnTo>
                <a:lnTo>
                  <a:pt x="4167535" y="778223"/>
                </a:lnTo>
                <a:lnTo>
                  <a:pt x="4095159" y="702618"/>
                </a:lnTo>
                <a:lnTo>
                  <a:pt x="4019555" y="630242"/>
                </a:lnTo>
                <a:lnTo>
                  <a:pt x="3940865" y="561233"/>
                </a:lnTo>
                <a:lnTo>
                  <a:pt x="3859240" y="495722"/>
                </a:lnTo>
                <a:lnTo>
                  <a:pt x="3774835" y="433834"/>
                </a:lnTo>
                <a:lnTo>
                  <a:pt x="3687811" y="375687"/>
                </a:lnTo>
                <a:lnTo>
                  <a:pt x="3598333" y="321390"/>
                </a:lnTo>
                <a:lnTo>
                  <a:pt x="3506573" y="271048"/>
                </a:lnTo>
                <a:lnTo>
                  <a:pt x="3412703" y="224757"/>
                </a:lnTo>
                <a:lnTo>
                  <a:pt x="3316904" y="182605"/>
                </a:lnTo>
                <a:lnTo>
                  <a:pt x="3219357" y="144671"/>
                </a:lnTo>
                <a:lnTo>
                  <a:pt x="3120249" y="111028"/>
                </a:lnTo>
                <a:lnTo>
                  <a:pt x="3019767" y="81740"/>
                </a:lnTo>
                <a:lnTo>
                  <a:pt x="2918103" y="56863"/>
                </a:lnTo>
                <a:lnTo>
                  <a:pt x="2815452" y="36445"/>
                </a:lnTo>
                <a:lnTo>
                  <a:pt x="2712007" y="20523"/>
                </a:lnTo>
                <a:lnTo>
                  <a:pt x="2607966" y="9128"/>
                </a:lnTo>
                <a:lnTo>
                  <a:pt x="2503527" y="2283"/>
                </a:lnTo>
                <a:lnTo>
                  <a:pt x="2398889" y="0"/>
                </a:lnTo>
                <a:lnTo>
                  <a:pt x="2294251" y="2283"/>
                </a:lnTo>
                <a:lnTo>
                  <a:pt x="2189812" y="9128"/>
                </a:lnTo>
                <a:lnTo>
                  <a:pt x="2085771" y="20523"/>
                </a:lnTo>
                <a:lnTo>
                  <a:pt x="1982326" y="36445"/>
                </a:lnTo>
                <a:lnTo>
                  <a:pt x="1879674" y="56863"/>
                </a:lnTo>
                <a:lnTo>
                  <a:pt x="1778011" y="81740"/>
                </a:lnTo>
                <a:lnTo>
                  <a:pt x="1677529" y="111028"/>
                </a:lnTo>
                <a:lnTo>
                  <a:pt x="1578421" y="144671"/>
                </a:lnTo>
                <a:lnTo>
                  <a:pt x="1480874" y="182605"/>
                </a:lnTo>
                <a:lnTo>
                  <a:pt x="1385075" y="224757"/>
                </a:lnTo>
                <a:lnTo>
                  <a:pt x="1291205" y="271048"/>
                </a:lnTo>
                <a:lnTo>
                  <a:pt x="1199444" y="321390"/>
                </a:lnTo>
                <a:lnTo>
                  <a:pt x="1109967" y="375687"/>
                </a:lnTo>
                <a:lnTo>
                  <a:pt x="1022943" y="433834"/>
                </a:lnTo>
                <a:lnTo>
                  <a:pt x="938538" y="495722"/>
                </a:lnTo>
                <a:lnTo>
                  <a:pt x="856913" y="561233"/>
                </a:lnTo>
                <a:lnTo>
                  <a:pt x="778223" y="630242"/>
                </a:lnTo>
                <a:lnTo>
                  <a:pt x="702618" y="702618"/>
                </a:lnTo>
                <a:lnTo>
                  <a:pt x="630242" y="778223"/>
                </a:lnTo>
                <a:lnTo>
                  <a:pt x="561233" y="856913"/>
                </a:lnTo>
                <a:lnTo>
                  <a:pt x="495722" y="938538"/>
                </a:lnTo>
                <a:lnTo>
                  <a:pt x="433834" y="1022943"/>
                </a:lnTo>
                <a:lnTo>
                  <a:pt x="375687" y="1109967"/>
                </a:lnTo>
                <a:lnTo>
                  <a:pt x="321390" y="1199444"/>
                </a:lnTo>
                <a:lnTo>
                  <a:pt x="271048" y="1291205"/>
                </a:lnTo>
                <a:lnTo>
                  <a:pt x="224757" y="1385075"/>
                </a:lnTo>
                <a:lnTo>
                  <a:pt x="182605" y="1480874"/>
                </a:lnTo>
                <a:lnTo>
                  <a:pt x="144671" y="1578421"/>
                </a:lnTo>
                <a:lnTo>
                  <a:pt x="111028" y="1677529"/>
                </a:lnTo>
                <a:lnTo>
                  <a:pt x="81740" y="1778011"/>
                </a:lnTo>
                <a:lnTo>
                  <a:pt x="56863" y="1879674"/>
                </a:lnTo>
                <a:lnTo>
                  <a:pt x="36445" y="1982326"/>
                </a:lnTo>
                <a:lnTo>
                  <a:pt x="20523" y="2085771"/>
                </a:lnTo>
                <a:lnTo>
                  <a:pt x="9128" y="2189812"/>
                </a:lnTo>
                <a:lnTo>
                  <a:pt x="2283" y="2294251"/>
                </a:lnTo>
                <a:lnTo>
                  <a:pt x="0" y="2398889"/>
                </a:lnTo>
                <a:lnTo>
                  <a:pt x="0" y="239888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mark363"/>
          <p:cNvSpPr/>
          <p:nvPr/>
        </p:nvSpPr>
        <p:spPr>
          <a:xfrm flipH="1">
            <a:off x="8205498" y="4295987"/>
            <a:ext cx="28786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" name="S14-mark364"/>
          <p:cNvSpPr/>
          <p:nvPr/>
        </p:nvSpPr>
        <p:spPr>
          <a:xfrm flipH="1">
            <a:off x="8316953" y="4086910"/>
            <a:ext cx="167283" cy="146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4-mark365"/>
          <p:cNvSpPr/>
          <p:nvPr/>
        </p:nvSpPr>
        <p:spPr>
          <a:xfrm flipH="1">
            <a:off x="8173427" y="3879424"/>
            <a:ext cx="283493" cy="4998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14-mark366"/>
          <p:cNvSpPr/>
          <p:nvPr/>
        </p:nvSpPr>
        <p:spPr>
          <a:xfrm flipH="1">
            <a:off x="8249424" y="3675109"/>
            <a:ext cx="162200" cy="43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mark367"/>
          <p:cNvSpPr/>
          <p:nvPr/>
        </p:nvSpPr>
        <p:spPr>
          <a:xfrm flipH="1">
            <a:off x="8078188" y="3475518"/>
            <a:ext cx="270506" cy="984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14-mark368"/>
          <p:cNvSpPr/>
          <p:nvPr/>
        </p:nvSpPr>
        <p:spPr>
          <a:xfrm flipH="1">
            <a:off x="8116418" y="3282172"/>
            <a:ext cx="152189" cy="709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mark369"/>
          <p:cNvSpPr/>
          <p:nvPr/>
        </p:nvSpPr>
        <p:spPr>
          <a:xfrm flipH="1">
            <a:off x="7922675" y="3096542"/>
            <a:ext cx="249300" cy="14393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14-mark370"/>
          <p:cNvSpPr/>
          <p:nvPr/>
        </p:nvSpPr>
        <p:spPr>
          <a:xfrm flipH="1">
            <a:off x="7921977" y="2920041"/>
            <a:ext cx="137554" cy="963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mark371"/>
          <p:cNvSpPr/>
          <p:nvPr/>
        </p:nvSpPr>
        <p:spPr>
          <a:xfrm flipH="1">
            <a:off x="7711613" y="2754011"/>
            <a:ext cx="220519" cy="18503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14-mark372"/>
          <p:cNvSpPr/>
          <p:nvPr/>
        </p:nvSpPr>
        <p:spPr>
          <a:xfrm flipH="1">
            <a:off x="7672008" y="2599716"/>
            <a:ext cx="118739" cy="1187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mark373"/>
          <p:cNvSpPr/>
          <p:nvPr/>
        </p:nvSpPr>
        <p:spPr>
          <a:xfrm flipH="1">
            <a:off x="7451415" y="2458331"/>
            <a:ext cx="185037" cy="22051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14-mark374"/>
          <p:cNvSpPr/>
          <p:nvPr/>
        </p:nvSpPr>
        <p:spPr>
          <a:xfrm flipH="1">
            <a:off x="7374106" y="2330932"/>
            <a:ext cx="96316" cy="1375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mark375"/>
          <p:cNvSpPr/>
          <p:nvPr/>
        </p:nvSpPr>
        <p:spPr>
          <a:xfrm flipH="1">
            <a:off x="7149987" y="2218488"/>
            <a:ext cx="143933" cy="2493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14-mark376"/>
          <p:cNvSpPr/>
          <p:nvPr/>
        </p:nvSpPr>
        <p:spPr>
          <a:xfrm flipH="1">
            <a:off x="7037323" y="2121855"/>
            <a:ext cx="70967" cy="1521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mark377"/>
          <p:cNvSpPr/>
          <p:nvPr/>
        </p:nvSpPr>
        <p:spPr>
          <a:xfrm flipH="1">
            <a:off x="6816488" y="2041768"/>
            <a:ext cx="98456" cy="27050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14-mark378"/>
          <p:cNvSpPr/>
          <p:nvPr/>
        </p:nvSpPr>
        <p:spPr>
          <a:xfrm flipH="1">
            <a:off x="6671893" y="1978838"/>
            <a:ext cx="43461" cy="162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mark379"/>
          <p:cNvSpPr/>
          <p:nvPr/>
        </p:nvSpPr>
        <p:spPr>
          <a:xfrm flipH="1">
            <a:off x="6461051" y="1933542"/>
            <a:ext cx="49988" cy="28349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14-mark380"/>
          <p:cNvSpPr/>
          <p:nvPr/>
        </p:nvSpPr>
        <p:spPr>
          <a:xfrm flipH="1">
            <a:off x="6288918" y="1906226"/>
            <a:ext cx="14635" cy="167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mark381"/>
          <p:cNvSpPr/>
          <p:nvPr/>
        </p:nvSpPr>
        <p:spPr>
          <a:xfrm>
            <a:off x="6094476" y="1897098"/>
            <a:ext cx="0" cy="28786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5" name="S14-mark382"/>
          <p:cNvSpPr/>
          <p:nvPr/>
        </p:nvSpPr>
        <p:spPr>
          <a:xfrm>
            <a:off x="5885399" y="1906226"/>
            <a:ext cx="14635" cy="167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mark383"/>
          <p:cNvSpPr/>
          <p:nvPr/>
        </p:nvSpPr>
        <p:spPr>
          <a:xfrm>
            <a:off x="5677913" y="1933542"/>
            <a:ext cx="49988" cy="28349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7" name="S14-mark384"/>
          <p:cNvSpPr/>
          <p:nvPr/>
        </p:nvSpPr>
        <p:spPr>
          <a:xfrm>
            <a:off x="5473598" y="1978838"/>
            <a:ext cx="43461" cy="162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mark385"/>
          <p:cNvSpPr/>
          <p:nvPr/>
        </p:nvSpPr>
        <p:spPr>
          <a:xfrm>
            <a:off x="5274008" y="2041768"/>
            <a:ext cx="98456" cy="27050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14-mark386"/>
          <p:cNvSpPr/>
          <p:nvPr/>
        </p:nvSpPr>
        <p:spPr>
          <a:xfrm>
            <a:off x="5080662" y="2121855"/>
            <a:ext cx="70967" cy="1521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mark387"/>
          <p:cNvSpPr/>
          <p:nvPr/>
        </p:nvSpPr>
        <p:spPr>
          <a:xfrm>
            <a:off x="4895032" y="2218488"/>
            <a:ext cx="143933" cy="2493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14-mark388"/>
          <p:cNvSpPr/>
          <p:nvPr/>
        </p:nvSpPr>
        <p:spPr>
          <a:xfrm>
            <a:off x="4718530" y="2330932"/>
            <a:ext cx="96316" cy="1375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mark389"/>
          <p:cNvSpPr/>
          <p:nvPr/>
        </p:nvSpPr>
        <p:spPr>
          <a:xfrm>
            <a:off x="4552500" y="2458331"/>
            <a:ext cx="185037" cy="22051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3" name="S14-mark390"/>
          <p:cNvSpPr/>
          <p:nvPr/>
        </p:nvSpPr>
        <p:spPr>
          <a:xfrm>
            <a:off x="4398205" y="2599716"/>
            <a:ext cx="118739" cy="1187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mark391"/>
          <p:cNvSpPr/>
          <p:nvPr/>
        </p:nvSpPr>
        <p:spPr>
          <a:xfrm>
            <a:off x="4256820" y="2754011"/>
            <a:ext cx="220519" cy="18503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14-mark392"/>
          <p:cNvSpPr/>
          <p:nvPr/>
        </p:nvSpPr>
        <p:spPr>
          <a:xfrm>
            <a:off x="4129421" y="2920041"/>
            <a:ext cx="137554" cy="963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mark393"/>
          <p:cNvSpPr/>
          <p:nvPr/>
        </p:nvSpPr>
        <p:spPr>
          <a:xfrm>
            <a:off x="4016977" y="3096542"/>
            <a:ext cx="249300" cy="14393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14-mark394"/>
          <p:cNvSpPr/>
          <p:nvPr/>
        </p:nvSpPr>
        <p:spPr>
          <a:xfrm>
            <a:off x="3920344" y="3282172"/>
            <a:ext cx="152189" cy="709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4-mark395"/>
          <p:cNvSpPr/>
          <p:nvPr/>
        </p:nvSpPr>
        <p:spPr>
          <a:xfrm>
            <a:off x="3840258" y="3475518"/>
            <a:ext cx="270506" cy="984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9" name="S14-mark396"/>
          <p:cNvSpPr/>
          <p:nvPr/>
        </p:nvSpPr>
        <p:spPr>
          <a:xfrm>
            <a:off x="3777327" y="3675109"/>
            <a:ext cx="162200" cy="43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4-mark397"/>
          <p:cNvSpPr/>
          <p:nvPr/>
        </p:nvSpPr>
        <p:spPr>
          <a:xfrm>
            <a:off x="3732032" y="3879424"/>
            <a:ext cx="283493" cy="4998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14-mark398"/>
          <p:cNvSpPr/>
          <p:nvPr/>
        </p:nvSpPr>
        <p:spPr>
          <a:xfrm>
            <a:off x="3704716" y="4086910"/>
            <a:ext cx="167283" cy="146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4-mark399"/>
          <p:cNvSpPr/>
          <p:nvPr/>
        </p:nvSpPr>
        <p:spPr>
          <a:xfrm>
            <a:off x="3695587" y="4295987"/>
            <a:ext cx="28786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3" name="S14-mark400"/>
          <p:cNvSpPr/>
          <p:nvPr/>
        </p:nvSpPr>
        <p:spPr>
          <a:xfrm>
            <a:off x="3695587" y="4295987"/>
            <a:ext cx="479777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4" name="S14-mark401"/>
          <p:cNvSpPr/>
          <p:nvPr/>
        </p:nvSpPr>
        <p:spPr>
          <a:xfrm flipV="1">
            <a:off x="6094476" y="4008120"/>
            <a:ext cx="0" cy="28786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14-mark402"/>
          <p:cNvSpPr/>
          <p:nvPr/>
        </p:nvSpPr>
        <p:spPr>
          <a:xfrm>
            <a:off x="6094476" y="3643747"/>
            <a:ext cx="719667" cy="652240"/>
          </a:xfrm>
          <a:custGeom>
            <a:avLst/>
            <a:gdLst/>
            <a:ahLst/>
            <a:cxnLst/>
            <a:rect l="l" t="t" r="r" b="b"/>
            <a:pathLst>
              <a:path w="719667" h="652240">
                <a:moveTo>
                  <a:pt x="0" y="652240"/>
                </a:moveTo>
                <a:lnTo>
                  <a:pt x="719667" y="652240"/>
                </a:lnTo>
                <a:lnTo>
                  <a:pt x="718863" y="618234"/>
                </a:lnTo>
                <a:lnTo>
                  <a:pt x="716453" y="584304"/>
                </a:lnTo>
                <a:lnTo>
                  <a:pt x="712443" y="550527"/>
                </a:lnTo>
                <a:lnTo>
                  <a:pt x="706841" y="516976"/>
                </a:lnTo>
                <a:lnTo>
                  <a:pt x="699660" y="483728"/>
                </a:lnTo>
                <a:lnTo>
                  <a:pt x="690916" y="450856"/>
                </a:lnTo>
                <a:lnTo>
                  <a:pt x="680628" y="418434"/>
                </a:lnTo>
                <a:lnTo>
                  <a:pt x="668820" y="386534"/>
                </a:lnTo>
                <a:lnTo>
                  <a:pt x="655518" y="355228"/>
                </a:lnTo>
                <a:lnTo>
                  <a:pt x="640752" y="324585"/>
                </a:lnTo>
                <a:lnTo>
                  <a:pt x="624554" y="294675"/>
                </a:lnTo>
                <a:lnTo>
                  <a:pt x="606961" y="265563"/>
                </a:lnTo>
                <a:lnTo>
                  <a:pt x="588012" y="237315"/>
                </a:lnTo>
                <a:lnTo>
                  <a:pt x="567749" y="209994"/>
                </a:lnTo>
                <a:lnTo>
                  <a:pt x="546218" y="183661"/>
                </a:lnTo>
                <a:lnTo>
                  <a:pt x="523467" y="158374"/>
                </a:lnTo>
                <a:lnTo>
                  <a:pt x="499546" y="134191"/>
                </a:lnTo>
                <a:lnTo>
                  <a:pt x="474509" y="111165"/>
                </a:lnTo>
                <a:lnTo>
                  <a:pt x="448412" y="89348"/>
                </a:lnTo>
                <a:lnTo>
                  <a:pt x="421314" y="68789"/>
                </a:lnTo>
                <a:lnTo>
                  <a:pt x="393274" y="49533"/>
                </a:lnTo>
                <a:lnTo>
                  <a:pt x="364356" y="31623"/>
                </a:lnTo>
                <a:lnTo>
                  <a:pt x="334624" y="15100"/>
                </a:lnTo>
                <a:lnTo>
                  <a:pt x="304144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6" name="S14-figure403" descr="오른쪽 변이 안쪽 눈금 0에 맞은 65° 각"/>
          <p:cNvSpPr/>
          <p:nvPr/>
        </p:nvSpPr>
        <p:spPr>
          <a:xfrm>
            <a:off x="6094476" y="4295987"/>
            <a:ext cx="2878667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7" name="S14-mark404"/>
          <p:cNvSpPr/>
          <p:nvPr/>
        </p:nvSpPr>
        <p:spPr>
          <a:xfrm flipV="1">
            <a:off x="6094476" y="1687029"/>
            <a:ext cx="1216577" cy="260895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8" name="S14-label406"/>
          <p:cNvSpPr txBox="1"/>
          <p:nvPr/>
        </p:nvSpPr>
        <p:spPr>
          <a:xfrm>
            <a:off x="4070209" y="4033097"/>
            <a:ext cx="210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200" dirty="0"/>
          </a:p>
        </p:txBody>
      </p:sp>
      <p:sp>
        <p:nvSpPr>
          <p:cNvPr id="49" name="S14-label408"/>
          <p:cNvSpPr txBox="1"/>
          <p:nvPr/>
        </p:nvSpPr>
        <p:spPr>
          <a:xfrm>
            <a:off x="7528800" y="404103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50" name="S14-labelbg410"/>
          <p:cNvSpPr/>
          <p:nvPr/>
        </p:nvSpPr>
        <p:spPr>
          <a:xfrm>
            <a:off x="4094792" y="3886537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14-label411"/>
          <p:cNvSpPr txBox="1"/>
          <p:nvPr/>
        </p:nvSpPr>
        <p:spPr>
          <a:xfrm>
            <a:off x="4049072" y="3867487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200" dirty="0"/>
          </a:p>
        </p:txBody>
      </p:sp>
      <p:sp>
        <p:nvSpPr>
          <p:cNvPr id="52" name="S14-labelbg413"/>
          <p:cNvSpPr/>
          <p:nvPr/>
        </p:nvSpPr>
        <p:spPr>
          <a:xfrm>
            <a:off x="7505094" y="39595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14-label414"/>
          <p:cNvSpPr txBox="1"/>
          <p:nvPr/>
        </p:nvSpPr>
        <p:spPr>
          <a:xfrm>
            <a:off x="7459374" y="394207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54" name="S14-labelbg416"/>
          <p:cNvSpPr/>
          <p:nvPr/>
        </p:nvSpPr>
        <p:spPr>
          <a:xfrm>
            <a:off x="4181373" y="356341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14-label417"/>
          <p:cNvSpPr txBox="1"/>
          <p:nvPr/>
        </p:nvSpPr>
        <p:spPr>
          <a:xfrm>
            <a:off x="4135653" y="354436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200" dirty="0"/>
          </a:p>
        </p:txBody>
      </p:sp>
      <p:sp>
        <p:nvSpPr>
          <p:cNvPr id="56" name="S14-labelbg419"/>
          <p:cNvSpPr/>
          <p:nvPr/>
        </p:nvSpPr>
        <p:spPr>
          <a:xfrm>
            <a:off x="7435830" y="37010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14-label420"/>
          <p:cNvSpPr txBox="1"/>
          <p:nvPr/>
        </p:nvSpPr>
        <p:spPr>
          <a:xfrm>
            <a:off x="7390110" y="368357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58" name="S14-labelbg422"/>
          <p:cNvSpPr/>
          <p:nvPr/>
        </p:nvSpPr>
        <p:spPr>
          <a:xfrm>
            <a:off x="4322749" y="3260231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14-label423"/>
          <p:cNvSpPr txBox="1"/>
          <p:nvPr/>
        </p:nvSpPr>
        <p:spPr>
          <a:xfrm>
            <a:off x="4277029" y="3241181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200" dirty="0"/>
          </a:p>
        </p:txBody>
      </p:sp>
      <p:sp>
        <p:nvSpPr>
          <p:cNvPr id="60" name="S14-labelbg425"/>
          <p:cNvSpPr/>
          <p:nvPr/>
        </p:nvSpPr>
        <p:spPr>
          <a:xfrm>
            <a:off x="7322729" y="345849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14-label426"/>
          <p:cNvSpPr txBox="1"/>
          <p:nvPr/>
        </p:nvSpPr>
        <p:spPr>
          <a:xfrm>
            <a:off x="7277009" y="344103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62" name="S14-labelbg428"/>
          <p:cNvSpPr/>
          <p:nvPr/>
        </p:nvSpPr>
        <p:spPr>
          <a:xfrm>
            <a:off x="4514624" y="2986206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14-label429"/>
          <p:cNvSpPr txBox="1"/>
          <p:nvPr/>
        </p:nvSpPr>
        <p:spPr>
          <a:xfrm>
            <a:off x="4468904" y="2967156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200" dirty="0"/>
          </a:p>
        </p:txBody>
      </p:sp>
      <p:sp>
        <p:nvSpPr>
          <p:cNvPr id="64" name="S14-labelbg431"/>
          <p:cNvSpPr/>
          <p:nvPr/>
        </p:nvSpPr>
        <p:spPr>
          <a:xfrm>
            <a:off x="7169230" y="323927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14-label432"/>
          <p:cNvSpPr txBox="1"/>
          <p:nvPr/>
        </p:nvSpPr>
        <p:spPr>
          <a:xfrm>
            <a:off x="7123510" y="322180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66" name="S14-labelbg434"/>
          <p:cNvSpPr/>
          <p:nvPr/>
        </p:nvSpPr>
        <p:spPr>
          <a:xfrm>
            <a:off x="4751167" y="274966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14-label435"/>
          <p:cNvSpPr txBox="1"/>
          <p:nvPr/>
        </p:nvSpPr>
        <p:spPr>
          <a:xfrm>
            <a:off x="4705447" y="273061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200" dirty="0"/>
          </a:p>
        </p:txBody>
      </p:sp>
      <p:sp>
        <p:nvSpPr>
          <p:cNvPr id="68" name="S14-labelbg437"/>
          <p:cNvSpPr/>
          <p:nvPr/>
        </p:nvSpPr>
        <p:spPr>
          <a:xfrm>
            <a:off x="6979995" y="30500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14-label438"/>
          <p:cNvSpPr txBox="1"/>
          <p:nvPr/>
        </p:nvSpPr>
        <p:spPr>
          <a:xfrm>
            <a:off x="6934275" y="30325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70" name="S14-labelbg440"/>
          <p:cNvSpPr/>
          <p:nvPr/>
        </p:nvSpPr>
        <p:spPr>
          <a:xfrm>
            <a:off x="5025192" y="2557788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14-label441"/>
          <p:cNvSpPr txBox="1"/>
          <p:nvPr/>
        </p:nvSpPr>
        <p:spPr>
          <a:xfrm>
            <a:off x="4979472" y="2538738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200" dirty="0"/>
          </a:p>
        </p:txBody>
      </p:sp>
      <p:sp>
        <p:nvSpPr>
          <p:cNvPr id="72" name="S14-labelbg443"/>
          <p:cNvSpPr/>
          <p:nvPr/>
        </p:nvSpPr>
        <p:spPr>
          <a:xfrm>
            <a:off x="6760774" y="28965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14-label444"/>
          <p:cNvSpPr txBox="1"/>
          <p:nvPr/>
        </p:nvSpPr>
        <p:spPr>
          <a:xfrm>
            <a:off x="6715054" y="28790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74" name="S14-labelbg446"/>
          <p:cNvSpPr/>
          <p:nvPr/>
        </p:nvSpPr>
        <p:spPr>
          <a:xfrm>
            <a:off x="5328373" y="2416412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14-label447"/>
          <p:cNvSpPr txBox="1"/>
          <p:nvPr/>
        </p:nvSpPr>
        <p:spPr>
          <a:xfrm>
            <a:off x="5282653" y="2397362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200" dirty="0"/>
          </a:p>
        </p:txBody>
      </p:sp>
      <p:sp>
        <p:nvSpPr>
          <p:cNvPr id="76" name="S14-labelbg449"/>
          <p:cNvSpPr/>
          <p:nvPr/>
        </p:nvSpPr>
        <p:spPr>
          <a:xfrm>
            <a:off x="6518230" y="2783437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14-label450"/>
          <p:cNvSpPr txBox="1"/>
          <p:nvPr/>
        </p:nvSpPr>
        <p:spPr>
          <a:xfrm>
            <a:off x="6472510" y="276597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78" name="S14-labelbg452"/>
          <p:cNvSpPr/>
          <p:nvPr/>
        </p:nvSpPr>
        <p:spPr>
          <a:xfrm>
            <a:off x="5651498" y="2329831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14-label453"/>
          <p:cNvSpPr txBox="1"/>
          <p:nvPr/>
        </p:nvSpPr>
        <p:spPr>
          <a:xfrm>
            <a:off x="5605778" y="2310781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200" dirty="0"/>
          </a:p>
        </p:txBody>
      </p:sp>
      <p:sp>
        <p:nvSpPr>
          <p:cNvPr id="80" name="S14-labelbg455"/>
          <p:cNvSpPr/>
          <p:nvPr/>
        </p:nvSpPr>
        <p:spPr>
          <a:xfrm>
            <a:off x="6259730" y="2714172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14-label456"/>
          <p:cNvSpPr txBox="1"/>
          <p:nvPr/>
        </p:nvSpPr>
        <p:spPr>
          <a:xfrm>
            <a:off x="6214010" y="269671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82" name="S14-labelbg458"/>
          <p:cNvSpPr/>
          <p:nvPr/>
        </p:nvSpPr>
        <p:spPr>
          <a:xfrm>
            <a:off x="5984748" y="2300676"/>
            <a:ext cx="219456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14-label459"/>
          <p:cNvSpPr txBox="1"/>
          <p:nvPr/>
        </p:nvSpPr>
        <p:spPr>
          <a:xfrm>
            <a:off x="5939028" y="2281626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200" dirty="0"/>
          </a:p>
        </p:txBody>
      </p:sp>
      <p:sp>
        <p:nvSpPr>
          <p:cNvPr id="84" name="S14-labelbg461"/>
          <p:cNvSpPr/>
          <p:nvPr/>
        </p:nvSpPr>
        <p:spPr>
          <a:xfrm>
            <a:off x="5993130" y="2690848"/>
            <a:ext cx="202692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14-label462"/>
          <p:cNvSpPr txBox="1"/>
          <p:nvPr/>
        </p:nvSpPr>
        <p:spPr>
          <a:xfrm>
            <a:off x="5947410" y="267338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86" name="S14-labelbg464"/>
          <p:cNvSpPr/>
          <p:nvPr/>
        </p:nvSpPr>
        <p:spPr>
          <a:xfrm>
            <a:off x="6267706" y="2329831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14-label465"/>
          <p:cNvSpPr txBox="1"/>
          <p:nvPr/>
        </p:nvSpPr>
        <p:spPr>
          <a:xfrm>
            <a:off x="6221986" y="2310781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200" dirty="0"/>
          </a:p>
        </p:txBody>
      </p:sp>
      <p:sp>
        <p:nvSpPr>
          <p:cNvPr id="88" name="S14-labelbg467"/>
          <p:cNvSpPr/>
          <p:nvPr/>
        </p:nvSpPr>
        <p:spPr>
          <a:xfrm>
            <a:off x="5680429" y="271417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14-label468"/>
          <p:cNvSpPr txBox="1"/>
          <p:nvPr/>
        </p:nvSpPr>
        <p:spPr>
          <a:xfrm>
            <a:off x="5634709" y="269671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90" name="S14-labelbg470"/>
          <p:cNvSpPr/>
          <p:nvPr/>
        </p:nvSpPr>
        <p:spPr>
          <a:xfrm>
            <a:off x="6590831" y="241641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14-label471"/>
          <p:cNvSpPr txBox="1"/>
          <p:nvPr/>
        </p:nvSpPr>
        <p:spPr>
          <a:xfrm>
            <a:off x="6545111" y="239736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200" dirty="0"/>
          </a:p>
        </p:txBody>
      </p:sp>
      <p:sp>
        <p:nvSpPr>
          <p:cNvPr id="92" name="S14-labelbg473"/>
          <p:cNvSpPr/>
          <p:nvPr/>
        </p:nvSpPr>
        <p:spPr>
          <a:xfrm>
            <a:off x="5421929" y="27834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14-label474"/>
          <p:cNvSpPr txBox="1"/>
          <p:nvPr/>
        </p:nvSpPr>
        <p:spPr>
          <a:xfrm>
            <a:off x="5376209" y="27659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94" name="S14-labelbg476"/>
          <p:cNvSpPr/>
          <p:nvPr/>
        </p:nvSpPr>
        <p:spPr>
          <a:xfrm>
            <a:off x="6894012" y="2557788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14-label477"/>
          <p:cNvSpPr txBox="1"/>
          <p:nvPr/>
        </p:nvSpPr>
        <p:spPr>
          <a:xfrm>
            <a:off x="6848292" y="2538738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200" dirty="0"/>
          </a:p>
        </p:txBody>
      </p:sp>
      <p:sp>
        <p:nvSpPr>
          <p:cNvPr id="96" name="S14-labelbg479"/>
          <p:cNvSpPr/>
          <p:nvPr/>
        </p:nvSpPr>
        <p:spPr>
          <a:xfrm>
            <a:off x="5179385" y="28965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14-label480"/>
          <p:cNvSpPr txBox="1"/>
          <p:nvPr/>
        </p:nvSpPr>
        <p:spPr>
          <a:xfrm>
            <a:off x="5133665" y="28790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98" name="S14-labelbg482"/>
          <p:cNvSpPr/>
          <p:nvPr/>
        </p:nvSpPr>
        <p:spPr>
          <a:xfrm>
            <a:off x="7168037" y="274966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14-label483"/>
          <p:cNvSpPr txBox="1"/>
          <p:nvPr/>
        </p:nvSpPr>
        <p:spPr>
          <a:xfrm>
            <a:off x="7122317" y="273061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200" dirty="0"/>
          </a:p>
        </p:txBody>
      </p:sp>
      <p:sp>
        <p:nvSpPr>
          <p:cNvPr id="100" name="S14-labelbg485"/>
          <p:cNvSpPr/>
          <p:nvPr/>
        </p:nvSpPr>
        <p:spPr>
          <a:xfrm>
            <a:off x="4960164" y="30500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14-label486"/>
          <p:cNvSpPr txBox="1"/>
          <p:nvPr/>
        </p:nvSpPr>
        <p:spPr>
          <a:xfrm>
            <a:off x="4914444" y="303257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102" name="S14-labelbg488"/>
          <p:cNvSpPr/>
          <p:nvPr/>
        </p:nvSpPr>
        <p:spPr>
          <a:xfrm>
            <a:off x="7404580" y="2986206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14-label489"/>
          <p:cNvSpPr txBox="1"/>
          <p:nvPr/>
        </p:nvSpPr>
        <p:spPr>
          <a:xfrm>
            <a:off x="7358860" y="2967156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200" dirty="0"/>
          </a:p>
        </p:txBody>
      </p:sp>
      <p:sp>
        <p:nvSpPr>
          <p:cNvPr id="104" name="S14-labelbg491"/>
          <p:cNvSpPr/>
          <p:nvPr/>
        </p:nvSpPr>
        <p:spPr>
          <a:xfrm>
            <a:off x="4770929" y="323927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14-label492"/>
          <p:cNvSpPr txBox="1"/>
          <p:nvPr/>
        </p:nvSpPr>
        <p:spPr>
          <a:xfrm>
            <a:off x="4725209" y="322180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06" name="S14-labelbg494"/>
          <p:cNvSpPr/>
          <p:nvPr/>
        </p:nvSpPr>
        <p:spPr>
          <a:xfrm>
            <a:off x="7596455" y="3260231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14-label495"/>
          <p:cNvSpPr txBox="1"/>
          <p:nvPr/>
        </p:nvSpPr>
        <p:spPr>
          <a:xfrm>
            <a:off x="7550735" y="3241181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200" dirty="0"/>
          </a:p>
        </p:txBody>
      </p:sp>
      <p:sp>
        <p:nvSpPr>
          <p:cNvPr id="108" name="S14-labelbg497"/>
          <p:cNvSpPr/>
          <p:nvPr/>
        </p:nvSpPr>
        <p:spPr>
          <a:xfrm>
            <a:off x="4617430" y="3458492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14-label498"/>
          <p:cNvSpPr txBox="1"/>
          <p:nvPr/>
        </p:nvSpPr>
        <p:spPr>
          <a:xfrm>
            <a:off x="4571710" y="344103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110" name="S14-labelbg500"/>
          <p:cNvSpPr/>
          <p:nvPr/>
        </p:nvSpPr>
        <p:spPr>
          <a:xfrm>
            <a:off x="7737831" y="3563412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14-label501"/>
          <p:cNvSpPr txBox="1"/>
          <p:nvPr/>
        </p:nvSpPr>
        <p:spPr>
          <a:xfrm>
            <a:off x="7692111" y="3544362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200" dirty="0"/>
          </a:p>
        </p:txBody>
      </p:sp>
      <p:sp>
        <p:nvSpPr>
          <p:cNvPr id="112" name="S14-labelbg503"/>
          <p:cNvSpPr/>
          <p:nvPr/>
        </p:nvSpPr>
        <p:spPr>
          <a:xfrm>
            <a:off x="4504329" y="37010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S14-label504"/>
          <p:cNvSpPr txBox="1"/>
          <p:nvPr/>
        </p:nvSpPr>
        <p:spPr>
          <a:xfrm>
            <a:off x="4458609" y="368357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14" name="S14-labelbg506"/>
          <p:cNvSpPr/>
          <p:nvPr/>
        </p:nvSpPr>
        <p:spPr>
          <a:xfrm>
            <a:off x="7824412" y="3886537"/>
            <a:ext cx="32004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14-label507"/>
          <p:cNvSpPr txBox="1"/>
          <p:nvPr/>
        </p:nvSpPr>
        <p:spPr>
          <a:xfrm>
            <a:off x="7778692" y="3867487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200" dirty="0"/>
          </a:p>
        </p:txBody>
      </p:sp>
      <p:sp>
        <p:nvSpPr>
          <p:cNvPr id="116" name="S14-labelbg509"/>
          <p:cNvSpPr/>
          <p:nvPr/>
        </p:nvSpPr>
        <p:spPr>
          <a:xfrm>
            <a:off x="4435065" y="3959537"/>
            <a:ext cx="294894" cy="139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S14-label510"/>
          <p:cNvSpPr txBox="1"/>
          <p:nvPr/>
        </p:nvSpPr>
        <p:spPr>
          <a:xfrm>
            <a:off x="4389345" y="394207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118" name="S14-label512"/>
          <p:cNvSpPr txBox="1"/>
          <p:nvPr/>
        </p:nvSpPr>
        <p:spPr>
          <a:xfrm>
            <a:off x="7807847" y="4033097"/>
            <a:ext cx="411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200" dirty="0"/>
          </a:p>
        </p:txBody>
      </p:sp>
      <p:sp>
        <p:nvSpPr>
          <p:cNvPr id="119" name="S14-label514"/>
          <p:cNvSpPr txBox="1"/>
          <p:nvPr/>
        </p:nvSpPr>
        <p:spPr>
          <a:xfrm>
            <a:off x="4366020" y="404103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20" name="S14-mark515"/>
          <p:cNvSpPr/>
          <p:nvPr/>
        </p:nvSpPr>
        <p:spPr>
          <a:xfrm>
            <a:off x="6046927" y="4248438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각도의 합과 차</dc:title>
  <dc:subject>KR22-G04-MAT-ANGLESUM-L01</dc:subject>
  <dc:creator>education-ppt</dc:creator>
  <cp:lastModifiedBy>education-ppt</cp:lastModifiedBy>
  <cp:revision>1</cp:revision>
  <dcterms:created xsi:type="dcterms:W3CDTF">2026-10-26T08:19:42Z</dcterms:created>
  <dcterms:modified xsi:type="dcterms:W3CDTF">2026-10-26T08:19:42Z</dcterms:modified>
</cp:coreProperties>
</file>