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a897f82-a09f-c8ff-d415-957955b6355a}">
          <p14:sldIdLst>
            <p14:sldId id="256"/>
            <p14:sldId id="257"/>
          </p14:sldIdLst>
        </p14:section>
        <p14:section name="개념" id="{357230ab-e709-723c-352d-97f49cbed9d4}">
          <p14:sldIdLst>
            <p14:sldId id="258"/>
            <p14:sldId id="260"/>
            <p14:sldId id="262"/>
            <p14:sldId id="263"/>
          </p14:sldIdLst>
        </p14:section>
        <p14:section name="연습" id="{462d0be5-66be-7b4d-ee72-029291a7cc78}">
          <p14:sldIdLst>
            <p14:sldId id="259"/>
            <p14:sldId id="261"/>
            <p14:sldId id="264"/>
            <p14:sldId id="265"/>
          </p14:sldIdLst>
        </p14:section>
        <p14:section name="개념" id="{d9120dc6-310e-80d5-b9aa-69cd16d6a9e2}">
          <p14:sldIdLst/>
        </p14:section>
        <p14:section name="연습" id="{992a4bd1-203b-17f2-8639-8237225d8f54}">
          <p14:sldIdLst/>
        </p14:section>
        <p14:section name="개념" id="{a9d7ca13-a7f0-1944-de83-3915a6fc86d3}">
          <p14:sldIdLst/>
        </p14:section>
        <p14:section name="연습" id="{485df82c-b2ea-b16d-0cff-c0273e8b9e77}">
          <p14:sldIdLst/>
        </p14:section>
        <p14:section name="확인" id="{cb637505-7fe9-3419-2b76-cd208c61dd36}">
          <p14:sldIdLst>
            <p14:sldId id="266"/>
            <p14:sldId id="267"/>
          </p14:sldIdLst>
        </p14:section>
        <p14:section name="정리" id="{6e650701-365b-5a50-0929-6d50d8e67cc3}">
          <p14:sldIdLst>
            <p14:sldId id="268"/>
          </p14:sldIdLst>
        </p14:section>
        <p14:section name="보충" id="{ba956e9b-8884-43f2-a616-fde1d74d45a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다각형과 대각선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다각형과 대각선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다각형과 대각선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다각형과 대각선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안의 점선은 무엇일까?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정오각형 안에 꼭짓점끼리 이은 점선 5개(별 모양)"/>
          <p:cNvSpPr/>
          <p:nvPr/>
        </p:nvSpPr>
        <p:spPr>
          <a:xfrm>
            <a:off x="8255478" y="779800"/>
            <a:ext cx="2782885" cy="2646639"/>
          </a:xfrm>
          <a:custGeom>
            <a:avLst/>
            <a:gdLst/>
            <a:ahLst/>
            <a:cxnLst/>
            <a:rect l="l" t="t" r="r" b="b"/>
            <a:pathLst>
              <a:path w="2782885" h="2646639">
                <a:moveTo>
                  <a:pt x="1391442" y="0"/>
                </a:moveTo>
                <a:lnTo>
                  <a:pt x="0" y="1010961"/>
                </a:lnTo>
                <a:lnTo>
                  <a:pt x="531449" y="2646639"/>
                </a:lnTo>
                <a:lnTo>
                  <a:pt x="2251436" y="2646639"/>
                </a:lnTo>
                <a:lnTo>
                  <a:pt x="2782885" y="101096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H="1">
            <a:off x="8786927" y="779800"/>
            <a:ext cx="859993" cy="264663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1-mark4"/>
          <p:cNvSpPr/>
          <p:nvPr/>
        </p:nvSpPr>
        <p:spPr>
          <a:xfrm>
            <a:off x="9646920" y="779800"/>
            <a:ext cx="859993" cy="264663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>
            <a:off x="8255478" y="1790761"/>
            <a:ext cx="2251436" cy="163567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>
            <a:off x="8255478" y="1790761"/>
            <a:ext cx="278288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 flipV="1">
            <a:off x="8786927" y="1790761"/>
            <a:ext cx="2251436" cy="163567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1-mark8"/>
          <p:cNvSpPr/>
          <p:nvPr/>
        </p:nvSpPr>
        <p:spPr>
          <a:xfrm>
            <a:off x="8897451" y="1211305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8434237" y="2580345"/>
            <a:ext cx="173930" cy="565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9646920" y="333500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85673" y="2580345"/>
            <a:ext cx="173930" cy="565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>
            <a:off x="10288894" y="1211305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다각형과 정다각형을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대각선을 긋고 몇 개인지 세어요.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5개인 도형의 이름은?</a:t>
            </a:r>
            <a:endParaRPr lang="ko-KR" sz="3000" dirty="0"/>
          </a:p>
        </p:txBody>
      </p:sp>
      <p:sp>
        <p:nvSpPr>
          <p:cNvPr id="5" name="S02-chip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모두 같은 사각형은?</a:t>
            </a:r>
            <a:endParaRPr lang="ko-KR" sz="3000" dirty="0"/>
          </a:p>
        </p:txBody>
      </p:sp>
      <p:sp>
        <p:nvSpPr>
          <p:cNvPr id="7" name="S02-chip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네 각은 어떤 각?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</a:t>
            </a:r>
            <a:endParaRPr lang="ko-KR" sz="4000" dirty="0"/>
          </a:p>
        </p:txBody>
      </p:sp>
      <p:sp>
        <p:nvSpPr>
          <p:cNvPr id="3" name="S03-card2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선분으로만 둘러싸인 도형</a:t>
            </a:r>
            <a:endParaRPr lang="ko-KR" sz="3000" dirty="0"/>
          </a:p>
        </p:txBody>
      </p:sp>
      <p:sp>
        <p:nvSpPr>
          <p:cNvPr id="5" name="S03-card2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7개면 칠각형</a:t>
            </a:r>
            <a:endParaRPr lang="ko-KR" sz="3000" dirty="0"/>
          </a:p>
        </p:txBody>
      </p:sp>
      <p:sp>
        <p:nvSpPr>
          <p:cNvPr id="7" name="S03-figure25" descr="변이 5개인 오각형(변의 길이가 서로 다름)"/>
          <p:cNvSpPr/>
          <p:nvPr/>
        </p:nvSpPr>
        <p:spPr>
          <a:xfrm>
            <a:off x="915314" y="1431798"/>
            <a:ext cx="2750515" cy="2724912"/>
          </a:xfrm>
          <a:custGeom>
            <a:avLst/>
            <a:gdLst/>
            <a:ahLst/>
            <a:cxnLst/>
            <a:rect l="l" t="t" r="r" b="b"/>
            <a:pathLst>
              <a:path w="2750515" h="2724912">
                <a:moveTo>
                  <a:pt x="1248156" y="0"/>
                </a:moveTo>
                <a:lnTo>
                  <a:pt x="0" y="957377"/>
                </a:lnTo>
                <a:lnTo>
                  <a:pt x="435254" y="2578608"/>
                </a:lnTo>
                <a:lnTo>
                  <a:pt x="2106778" y="2724912"/>
                </a:lnTo>
                <a:lnTo>
                  <a:pt x="2750515" y="957377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label26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2400" dirty="0"/>
          </a:p>
        </p:txBody>
      </p:sp>
      <p:sp>
        <p:nvSpPr>
          <p:cNvPr id="9" name="S03-figure27" descr="변이 6개인 육각형(변의 길이가 서로 다름)"/>
          <p:cNvSpPr/>
          <p:nvPr/>
        </p:nvSpPr>
        <p:spPr>
          <a:xfrm>
            <a:off x="4741940" y="1417320"/>
            <a:ext cx="2705072" cy="2753868"/>
          </a:xfrm>
          <a:custGeom>
            <a:avLst/>
            <a:gdLst/>
            <a:ahLst/>
            <a:cxnLst/>
            <a:rect l="l" t="t" r="r" b="b"/>
            <a:pathLst>
              <a:path w="2705072" h="2753868">
                <a:moveTo>
                  <a:pt x="1334348" y="0"/>
                </a:moveTo>
                <a:lnTo>
                  <a:pt x="330926" y="416097"/>
                </a:lnTo>
                <a:lnTo>
                  <a:pt x="0" y="1904818"/>
                </a:lnTo>
                <a:lnTo>
                  <a:pt x="849050" y="2753868"/>
                </a:lnTo>
                <a:lnTo>
                  <a:pt x="2044108" y="2649178"/>
                </a:lnTo>
                <a:lnTo>
                  <a:pt x="2705072" y="105221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label28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2400" dirty="0"/>
          </a:p>
        </p:txBody>
      </p:sp>
      <p:sp>
        <p:nvSpPr>
          <p:cNvPr id="11" name="S03-figure29" descr="변이 7개인 칠각형(변의 길이가 서로 다름)"/>
          <p:cNvSpPr/>
          <p:nvPr/>
        </p:nvSpPr>
        <p:spPr>
          <a:xfrm>
            <a:off x="8560539" y="1417320"/>
            <a:ext cx="2675682" cy="2753868"/>
          </a:xfrm>
          <a:custGeom>
            <a:avLst/>
            <a:gdLst/>
            <a:ahLst/>
            <a:cxnLst/>
            <a:rect l="l" t="t" r="r" b="b"/>
            <a:pathLst>
              <a:path w="2675682" h="2753868">
                <a:moveTo>
                  <a:pt x="1610622" y="0"/>
                </a:moveTo>
                <a:lnTo>
                  <a:pt x="571623" y="230213"/>
                </a:lnTo>
                <a:lnTo>
                  <a:pt x="0" y="1127609"/>
                </a:lnTo>
                <a:lnTo>
                  <a:pt x="230213" y="2166608"/>
                </a:lnTo>
                <a:lnTo>
                  <a:pt x="1248362" y="2753868"/>
                </a:lnTo>
                <a:lnTo>
                  <a:pt x="2351647" y="2351647"/>
                </a:lnTo>
                <a:lnTo>
                  <a:pt x="2675682" y="89392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label30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칠각형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다각형을 모두 찾아요</a:t>
            </a:r>
            <a:endParaRPr lang="ko-KR" sz="4000" dirty="0"/>
          </a:p>
        </p:txBody>
      </p:sp>
      <p:sp>
        <p:nvSpPr>
          <p:cNvPr id="3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다각형이 아닌 것은 왜 아닌지 말해요.</a:t>
            </a:r>
            <a:endParaRPr lang="ko-KR" sz="3000" dirty="0"/>
          </a:p>
        </p:txBody>
      </p:sp>
      <p:sp>
        <p:nvSpPr>
          <p:cNvPr id="5" name="S04-chip3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4-figure34" descr="가: 변이 6개인 도형"/>
          <p:cNvSpPr/>
          <p:nvPr/>
        </p:nvSpPr>
        <p:spPr>
          <a:xfrm>
            <a:off x="2904768" y="1417320"/>
            <a:ext cx="1446229" cy="1577340"/>
          </a:xfrm>
          <a:custGeom>
            <a:avLst/>
            <a:gdLst/>
            <a:ahLst/>
            <a:cxnLst/>
            <a:rect l="l" t="t" r="r" b="b"/>
            <a:pathLst>
              <a:path w="1446229" h="1577340">
                <a:moveTo>
                  <a:pt x="554471" y="0"/>
                </a:moveTo>
                <a:lnTo>
                  <a:pt x="0" y="388330"/>
                </a:lnTo>
                <a:lnTo>
                  <a:pt x="37532" y="1248060"/>
                </a:lnTo>
                <a:lnTo>
                  <a:pt x="554471" y="1577340"/>
                </a:lnTo>
                <a:lnTo>
                  <a:pt x="1307110" y="1303107"/>
                </a:lnTo>
                <a:lnTo>
                  <a:pt x="1446229" y="514937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chip3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04-figure36" descr="나: 아래는 곧은 선, 위는 둥글게 굽은 선으로 둘러싸인 반원 모양"/>
          <p:cNvSpPr/>
          <p:nvPr/>
        </p:nvSpPr>
        <p:spPr>
          <a:xfrm>
            <a:off x="7893558" y="1474470"/>
            <a:ext cx="2926080" cy="1463040"/>
          </a:xfrm>
          <a:custGeom>
            <a:avLst/>
            <a:gdLst/>
            <a:ahLst/>
            <a:cxnLst/>
            <a:rect l="l" t="t" r="r" b="b"/>
            <a:pathLst>
              <a:path w="2926080" h="1463040">
                <a:moveTo>
                  <a:pt x="2926080" y="1463040"/>
                </a:moveTo>
                <a:lnTo>
                  <a:pt x="2903860" y="1209020"/>
                </a:lnTo>
                <a:lnTo>
                  <a:pt x="2837840" y="962680"/>
                </a:lnTo>
                <a:lnTo>
                  <a:pt x="2730033" y="731520"/>
                </a:lnTo>
                <a:lnTo>
                  <a:pt x="2583820" y="522580"/>
                </a:lnTo>
                <a:lnTo>
                  <a:pt x="2403500" y="342260"/>
                </a:lnTo>
                <a:lnTo>
                  <a:pt x="2194560" y="196047"/>
                </a:lnTo>
                <a:lnTo>
                  <a:pt x="1963400" y="88240"/>
                </a:lnTo>
                <a:lnTo>
                  <a:pt x="1717060" y="22220"/>
                </a:lnTo>
                <a:lnTo>
                  <a:pt x="1463040" y="0"/>
                </a:lnTo>
                <a:lnTo>
                  <a:pt x="1209020" y="22220"/>
                </a:lnTo>
                <a:lnTo>
                  <a:pt x="962680" y="88240"/>
                </a:lnTo>
                <a:lnTo>
                  <a:pt x="731520" y="196047"/>
                </a:lnTo>
                <a:lnTo>
                  <a:pt x="522580" y="342260"/>
                </a:lnTo>
                <a:lnTo>
                  <a:pt x="342260" y="522580"/>
                </a:lnTo>
                <a:lnTo>
                  <a:pt x="196047" y="731520"/>
                </a:lnTo>
                <a:lnTo>
                  <a:pt x="88240" y="962680"/>
                </a:lnTo>
                <a:lnTo>
                  <a:pt x="22220" y="1209020"/>
                </a:lnTo>
                <a:lnTo>
                  <a:pt x="0" y="14630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chip3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04-figure38" descr="다: 선분 3개가 이어졌지만 끝이 만나지 않아 둘러싸이지 않은 모양"/>
          <p:cNvSpPr/>
          <p:nvPr/>
        </p:nvSpPr>
        <p:spPr>
          <a:xfrm>
            <a:off x="2164842" y="3509010"/>
            <a:ext cx="2926080" cy="1463040"/>
          </a:xfrm>
          <a:custGeom>
            <a:avLst/>
            <a:gdLst/>
            <a:ahLst/>
            <a:cxnLst/>
            <a:rect l="l" t="t" r="r" b="b"/>
            <a:pathLst>
              <a:path w="2926080" h="1463040">
                <a:moveTo>
                  <a:pt x="0" y="1463040"/>
                </a:moveTo>
                <a:lnTo>
                  <a:pt x="914400" y="182880"/>
                </a:lnTo>
                <a:lnTo>
                  <a:pt x="2011680" y="1280160"/>
                </a:lnTo>
                <a:lnTo>
                  <a:pt x="2926080" y="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4-chip3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04-figure40" descr="라: 변이 3개인 도형"/>
          <p:cNvSpPr/>
          <p:nvPr/>
        </p:nvSpPr>
        <p:spPr>
          <a:xfrm>
            <a:off x="7954518" y="3451860"/>
            <a:ext cx="2804160" cy="1577340"/>
          </a:xfrm>
          <a:custGeom>
            <a:avLst/>
            <a:gdLst/>
            <a:ahLst/>
            <a:cxnLst/>
            <a:rect l="l" t="t" r="r" b="b"/>
            <a:pathLst>
              <a:path w="2804160" h="1577340">
                <a:moveTo>
                  <a:pt x="0" y="1577340"/>
                </a:moveTo>
                <a:lnTo>
                  <a:pt x="2804160" y="1577340"/>
                </a:lnTo>
                <a:lnTo>
                  <a:pt x="17526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</a:t>
            </a:r>
            <a:endParaRPr lang="ko-KR" sz="4000" dirty="0"/>
          </a:p>
        </p:txBody>
      </p:sp>
      <p:sp>
        <p:nvSpPr>
          <p:cNvPr id="3" name="S05-card4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길이가 모두 같고, 각의 크기가 모두 같은 다각형</a:t>
            </a:r>
            <a:endParaRPr lang="ko-KR" sz="3000" dirty="0"/>
          </a:p>
        </p:txBody>
      </p:sp>
      <p:sp>
        <p:nvSpPr>
          <p:cNvPr id="5" name="S05-figure43" descr="정삼각형: 모든 변에 같은 길이 표시, 모든 각에 같은 크기의 각 표시"/>
          <p:cNvSpPr/>
          <p:nvPr/>
        </p:nvSpPr>
        <p:spPr>
          <a:xfrm>
            <a:off x="640080" y="1776641"/>
            <a:ext cx="2350008" cy="2035226"/>
          </a:xfrm>
          <a:custGeom>
            <a:avLst/>
            <a:gdLst/>
            <a:ahLst/>
            <a:cxnLst/>
            <a:rect l="l" t="t" r="r" b="b"/>
            <a:pathLst>
              <a:path w="2350008" h="2035226">
                <a:moveTo>
                  <a:pt x="1175004" y="0"/>
                </a:moveTo>
                <a:lnTo>
                  <a:pt x="0" y="2035226"/>
                </a:lnTo>
                <a:lnTo>
                  <a:pt x="2350008" y="2035226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44"/>
          <p:cNvSpPr/>
          <p:nvPr/>
        </p:nvSpPr>
        <p:spPr>
          <a:xfrm>
            <a:off x="1297684" y="1259241"/>
            <a:ext cx="1034800" cy="1034800"/>
          </a:xfrm>
          <a:prstGeom prst="pie">
            <a:avLst>
              <a:gd name="adj1" fmla="val 3600044"/>
              <a:gd name="adj2" fmla="val 71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5-mark45"/>
          <p:cNvSpPr/>
          <p:nvPr/>
        </p:nvSpPr>
        <p:spPr>
          <a:xfrm>
            <a:off x="122680" y="3294467"/>
            <a:ext cx="1034800" cy="1034800"/>
          </a:xfrm>
          <a:prstGeom prst="pie">
            <a:avLst>
              <a:gd name="adj1" fmla="val 1799995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>
            <a:off x="2472688" y="3294467"/>
            <a:ext cx="1034800" cy="1034800"/>
          </a:xfrm>
          <a:prstGeom prst="pie">
            <a:avLst>
              <a:gd name="adj1" fmla="val 10800000"/>
              <a:gd name="adj2" fmla="val 144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>
            <a:off x="1148392" y="2748535"/>
            <a:ext cx="158380" cy="9143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mark48"/>
          <p:cNvSpPr/>
          <p:nvPr/>
        </p:nvSpPr>
        <p:spPr>
          <a:xfrm flipV="1">
            <a:off x="1815084" y="3720427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mark49"/>
          <p:cNvSpPr/>
          <p:nvPr/>
        </p:nvSpPr>
        <p:spPr>
          <a:xfrm flipH="1">
            <a:off x="2323396" y="2748535"/>
            <a:ext cx="158380" cy="9143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50"/>
          <p:cNvSpPr txBox="1"/>
          <p:nvPr/>
        </p:nvSpPr>
        <p:spPr>
          <a:xfrm>
            <a:off x="548640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정삼각형</a:t>
            </a:r>
            <a:endParaRPr lang="ko-KR" sz="2400" dirty="0"/>
          </a:p>
        </p:txBody>
      </p:sp>
      <p:sp>
        <p:nvSpPr>
          <p:cNvPr id="13" name="S05-figure51" descr="정사각형: 네 변에 같은 길이 표시, 네 각에 직각 표시"/>
          <p:cNvSpPr/>
          <p:nvPr/>
        </p:nvSpPr>
        <p:spPr>
          <a:xfrm>
            <a:off x="3698108" y="1824350"/>
            <a:ext cx="1939808" cy="1939808"/>
          </a:xfrm>
          <a:custGeom>
            <a:avLst/>
            <a:gdLst/>
            <a:ahLst/>
            <a:cxnLst/>
            <a:rect l="l" t="t" r="r" b="b"/>
            <a:pathLst>
              <a:path w="1939808" h="1939808">
                <a:moveTo>
                  <a:pt x="1939808" y="0"/>
                </a:moveTo>
                <a:lnTo>
                  <a:pt x="0" y="0"/>
                </a:lnTo>
                <a:lnTo>
                  <a:pt x="0" y="1939808"/>
                </a:lnTo>
                <a:lnTo>
                  <a:pt x="1939808" y="1939808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>
            <a:off x="5409316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>
            <a:off x="3698108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mark54"/>
          <p:cNvSpPr/>
          <p:nvPr/>
        </p:nvSpPr>
        <p:spPr>
          <a:xfrm>
            <a:off x="3698108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mark55"/>
          <p:cNvSpPr/>
          <p:nvPr/>
        </p:nvSpPr>
        <p:spPr>
          <a:xfrm>
            <a:off x="5409316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mark56"/>
          <p:cNvSpPr/>
          <p:nvPr/>
        </p:nvSpPr>
        <p:spPr>
          <a:xfrm>
            <a:off x="4668012" y="173291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mark57"/>
          <p:cNvSpPr/>
          <p:nvPr/>
        </p:nvSpPr>
        <p:spPr>
          <a:xfrm>
            <a:off x="3606668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mark58"/>
          <p:cNvSpPr/>
          <p:nvPr/>
        </p:nvSpPr>
        <p:spPr>
          <a:xfrm flipV="1">
            <a:off x="4668012" y="3672718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mark59"/>
          <p:cNvSpPr/>
          <p:nvPr/>
        </p:nvSpPr>
        <p:spPr>
          <a:xfrm flipH="1">
            <a:off x="5546476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60"/>
          <p:cNvSpPr txBox="1"/>
          <p:nvPr/>
        </p:nvSpPr>
        <p:spPr>
          <a:xfrm>
            <a:off x="3401568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400" dirty="0"/>
          </a:p>
        </p:txBody>
      </p:sp>
      <p:sp>
        <p:nvSpPr>
          <p:cNvPr id="23" name="S05-figure61" descr="정오각형: 모든 변에 같은 길이 표시, 모든 각에 같은 크기의 각 표시"/>
          <p:cNvSpPr/>
          <p:nvPr/>
        </p:nvSpPr>
        <p:spPr>
          <a:xfrm>
            <a:off x="6345936" y="1676781"/>
            <a:ext cx="2350008" cy="2234946"/>
          </a:xfrm>
          <a:custGeom>
            <a:avLst/>
            <a:gdLst/>
            <a:ahLst/>
            <a:cxnLst/>
            <a:rect l="l" t="t" r="r" b="b"/>
            <a:pathLst>
              <a:path w="2350008" h="2234946">
                <a:moveTo>
                  <a:pt x="1175004" y="0"/>
                </a:moveTo>
                <a:lnTo>
                  <a:pt x="0" y="853702"/>
                </a:lnTo>
                <a:lnTo>
                  <a:pt x="448801" y="2234946"/>
                </a:lnTo>
                <a:lnTo>
                  <a:pt x="1901207" y="2234946"/>
                </a:lnTo>
                <a:lnTo>
                  <a:pt x="2350008" y="853702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mark62"/>
          <p:cNvSpPr/>
          <p:nvPr/>
        </p:nvSpPr>
        <p:spPr>
          <a:xfrm>
            <a:off x="7201368" y="1357209"/>
            <a:ext cx="639144" cy="639144"/>
          </a:xfrm>
          <a:prstGeom prst="pie">
            <a:avLst>
              <a:gd name="adj1" fmla="val 2160023"/>
              <a:gd name="adj2" fmla="val 8639977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5" name="S05-mark63"/>
          <p:cNvSpPr/>
          <p:nvPr/>
        </p:nvSpPr>
        <p:spPr>
          <a:xfrm>
            <a:off x="6026364" y="2210911"/>
            <a:ext cx="639144" cy="639144"/>
          </a:xfrm>
          <a:prstGeom prst="pie">
            <a:avLst>
              <a:gd name="adj1" fmla="val 19439977"/>
              <a:gd name="adj2" fmla="val 4319982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6" name="S05-mark64"/>
          <p:cNvSpPr/>
          <p:nvPr/>
        </p:nvSpPr>
        <p:spPr>
          <a:xfrm>
            <a:off x="6475165" y="3592155"/>
            <a:ext cx="639144" cy="639144"/>
          </a:xfrm>
          <a:prstGeom prst="pie">
            <a:avLst>
              <a:gd name="adj1" fmla="val 15119982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7" name="S05-mark65"/>
          <p:cNvSpPr/>
          <p:nvPr/>
        </p:nvSpPr>
        <p:spPr>
          <a:xfrm>
            <a:off x="7927571" y="3592155"/>
            <a:ext cx="639144" cy="639144"/>
          </a:xfrm>
          <a:prstGeom prst="pie">
            <a:avLst>
              <a:gd name="adj1" fmla="val 10800000"/>
              <a:gd name="adj2" fmla="val 17280018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8" name="S05-mark66"/>
          <p:cNvSpPr/>
          <p:nvPr/>
        </p:nvSpPr>
        <p:spPr>
          <a:xfrm>
            <a:off x="8376372" y="2210911"/>
            <a:ext cx="639144" cy="639144"/>
          </a:xfrm>
          <a:prstGeom prst="pie">
            <a:avLst>
              <a:gd name="adj1" fmla="val 6480018"/>
              <a:gd name="adj2" fmla="val 12960023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9" name="S05-mark67"/>
          <p:cNvSpPr/>
          <p:nvPr/>
        </p:nvSpPr>
        <p:spPr>
          <a:xfrm>
            <a:off x="6879690" y="2029656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mark68"/>
          <p:cNvSpPr/>
          <p:nvPr/>
        </p:nvSpPr>
        <p:spPr>
          <a:xfrm flipV="1">
            <a:off x="6483372" y="3192848"/>
            <a:ext cx="173929" cy="5651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mark69"/>
          <p:cNvSpPr/>
          <p:nvPr/>
        </p:nvSpPr>
        <p:spPr>
          <a:xfrm flipV="1">
            <a:off x="7520940" y="3820287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mark70"/>
          <p:cNvSpPr/>
          <p:nvPr/>
        </p:nvSpPr>
        <p:spPr>
          <a:xfrm flipH="1" flipV="1">
            <a:off x="8384579" y="3192848"/>
            <a:ext cx="173929" cy="5651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71"/>
          <p:cNvSpPr/>
          <p:nvPr/>
        </p:nvSpPr>
        <p:spPr>
          <a:xfrm flipH="1">
            <a:off x="8054694" y="2029656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abel72"/>
          <p:cNvSpPr txBox="1"/>
          <p:nvPr/>
        </p:nvSpPr>
        <p:spPr>
          <a:xfrm>
            <a:off x="6254496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정오각형</a:t>
            </a:r>
            <a:endParaRPr lang="ko-KR" sz="2400" dirty="0"/>
          </a:p>
        </p:txBody>
      </p:sp>
      <p:sp>
        <p:nvSpPr>
          <p:cNvPr id="35" name="S05-figure73" descr="정육각형: 모든 변에 같은 길이 표시, 모든 각에 같은 크기의 각 표시"/>
          <p:cNvSpPr/>
          <p:nvPr/>
        </p:nvSpPr>
        <p:spPr>
          <a:xfrm>
            <a:off x="9198864" y="1437436"/>
            <a:ext cx="2350008" cy="2713635"/>
          </a:xfrm>
          <a:custGeom>
            <a:avLst/>
            <a:gdLst/>
            <a:ahLst/>
            <a:cxnLst/>
            <a:rect l="l" t="t" r="r" b="b"/>
            <a:pathLst>
              <a:path w="2350008" h="2713635">
                <a:moveTo>
                  <a:pt x="1175004" y="0"/>
                </a:moveTo>
                <a:lnTo>
                  <a:pt x="0" y="678409"/>
                </a:lnTo>
                <a:lnTo>
                  <a:pt x="0" y="2035226"/>
                </a:lnTo>
                <a:lnTo>
                  <a:pt x="1175004" y="2713635"/>
                </a:lnTo>
                <a:lnTo>
                  <a:pt x="2350008" y="2035226"/>
                </a:lnTo>
                <a:lnTo>
                  <a:pt x="2350008" y="67840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mark74"/>
          <p:cNvSpPr/>
          <p:nvPr/>
        </p:nvSpPr>
        <p:spPr>
          <a:xfrm>
            <a:off x="10075368" y="1138937"/>
            <a:ext cx="597000" cy="597000"/>
          </a:xfrm>
          <a:prstGeom prst="pie">
            <a:avLst>
              <a:gd name="adj1" fmla="val 1800044"/>
              <a:gd name="adj2" fmla="val 89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7" name="S05-mark75"/>
          <p:cNvSpPr/>
          <p:nvPr/>
        </p:nvSpPr>
        <p:spPr>
          <a:xfrm>
            <a:off x="8900364" y="1817345"/>
            <a:ext cx="597000" cy="597000"/>
          </a:xfrm>
          <a:prstGeom prst="pie">
            <a:avLst>
              <a:gd name="adj1" fmla="val 19799956"/>
              <a:gd name="adj2" fmla="val 54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8" name="S05-mark76"/>
          <p:cNvSpPr/>
          <p:nvPr/>
        </p:nvSpPr>
        <p:spPr>
          <a:xfrm>
            <a:off x="8900364" y="3174163"/>
            <a:ext cx="597000" cy="597000"/>
          </a:xfrm>
          <a:prstGeom prst="pie">
            <a:avLst>
              <a:gd name="adj1" fmla="val 16200000"/>
              <a:gd name="adj2" fmla="val 18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9" name="S05-mark77"/>
          <p:cNvSpPr/>
          <p:nvPr/>
        </p:nvSpPr>
        <p:spPr>
          <a:xfrm>
            <a:off x="10075368" y="3852572"/>
            <a:ext cx="597000" cy="597000"/>
          </a:xfrm>
          <a:prstGeom prst="pie">
            <a:avLst>
              <a:gd name="adj1" fmla="val 12600044"/>
              <a:gd name="adj2" fmla="val 197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0" name="S05-mark78"/>
          <p:cNvSpPr/>
          <p:nvPr/>
        </p:nvSpPr>
        <p:spPr>
          <a:xfrm>
            <a:off x="11250372" y="3174163"/>
            <a:ext cx="597000" cy="597000"/>
          </a:xfrm>
          <a:prstGeom prst="pie">
            <a:avLst>
              <a:gd name="adj1" fmla="val 8999956"/>
              <a:gd name="adj2" fmla="val 162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1" name="S05-mark79"/>
          <p:cNvSpPr/>
          <p:nvPr/>
        </p:nvSpPr>
        <p:spPr>
          <a:xfrm>
            <a:off x="11250372" y="1817345"/>
            <a:ext cx="597000" cy="597000"/>
          </a:xfrm>
          <a:prstGeom prst="pie">
            <a:avLst>
              <a:gd name="adj1" fmla="val 5400000"/>
              <a:gd name="adj2" fmla="val 126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2" name="S05-mark80"/>
          <p:cNvSpPr/>
          <p:nvPr/>
        </p:nvSpPr>
        <p:spPr>
          <a:xfrm>
            <a:off x="9740645" y="1697452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5-mark81"/>
          <p:cNvSpPr/>
          <p:nvPr/>
        </p:nvSpPr>
        <p:spPr>
          <a:xfrm>
            <a:off x="9107424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5-mark82"/>
          <p:cNvSpPr/>
          <p:nvPr/>
        </p:nvSpPr>
        <p:spPr>
          <a:xfrm flipV="1">
            <a:off x="9740645" y="3732678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5-mark83"/>
          <p:cNvSpPr/>
          <p:nvPr/>
        </p:nvSpPr>
        <p:spPr>
          <a:xfrm flipH="1" flipV="1">
            <a:off x="10915649" y="3732678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5-mark84"/>
          <p:cNvSpPr/>
          <p:nvPr/>
        </p:nvSpPr>
        <p:spPr>
          <a:xfrm flipH="1">
            <a:off x="11457432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5-mark85"/>
          <p:cNvSpPr/>
          <p:nvPr/>
        </p:nvSpPr>
        <p:spPr>
          <a:xfrm flipH="1">
            <a:off x="10915649" y="1697452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5-label86"/>
          <p:cNvSpPr txBox="1"/>
          <p:nvPr/>
        </p:nvSpPr>
        <p:spPr>
          <a:xfrm>
            <a:off x="9107424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정다각형을 모두 찾아요</a:t>
            </a:r>
            <a:endParaRPr lang="ko-KR" sz="4000" dirty="0"/>
          </a:p>
        </p:txBody>
      </p:sp>
      <p:sp>
        <p:nvSpPr>
          <p:cNvPr id="3" name="S06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고르지 않은 것은 왜 아닌지 말해요.</a:t>
            </a:r>
            <a:endParaRPr lang="ko-KR" sz="3000" dirty="0"/>
          </a:p>
        </p:txBody>
      </p:sp>
      <p:sp>
        <p:nvSpPr>
          <p:cNvPr id="5" name="S06-chip8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6-figure90" descr="가: 네 변에 같은 길이 표시, 각 표시의 크기가 두 가지(좁은 각 2개, 넓은 각 2개)"/>
          <p:cNvSpPr/>
          <p:nvPr/>
        </p:nvSpPr>
        <p:spPr>
          <a:xfrm>
            <a:off x="2050542" y="1417320"/>
            <a:ext cx="3154680" cy="1577340"/>
          </a:xfrm>
          <a:custGeom>
            <a:avLst/>
            <a:gdLst/>
            <a:ahLst/>
            <a:cxnLst/>
            <a:rect l="l" t="t" r="r" b="b"/>
            <a:pathLst>
              <a:path w="3154680" h="1577340">
                <a:moveTo>
                  <a:pt x="0" y="1577340"/>
                </a:moveTo>
                <a:lnTo>
                  <a:pt x="1971675" y="1577340"/>
                </a:lnTo>
                <a:lnTo>
                  <a:pt x="3154680" y="0"/>
                </a:lnTo>
                <a:lnTo>
                  <a:pt x="118300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91"/>
          <p:cNvSpPr/>
          <p:nvPr/>
        </p:nvSpPr>
        <p:spPr>
          <a:xfrm>
            <a:off x="1616774" y="2560891"/>
            <a:ext cx="867537" cy="867537"/>
          </a:xfrm>
          <a:prstGeom prst="pie">
            <a:avLst>
              <a:gd name="adj1" fmla="val 1841219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6-mark92"/>
          <p:cNvSpPr/>
          <p:nvPr/>
        </p:nvSpPr>
        <p:spPr>
          <a:xfrm>
            <a:off x="3588448" y="2560891"/>
            <a:ext cx="867537" cy="867537"/>
          </a:xfrm>
          <a:prstGeom prst="pie">
            <a:avLst>
              <a:gd name="adj1" fmla="val 10800000"/>
              <a:gd name="adj2" fmla="val 1841219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9" name="S06-mark93"/>
          <p:cNvSpPr/>
          <p:nvPr/>
        </p:nvSpPr>
        <p:spPr>
          <a:xfrm>
            <a:off x="4771454" y="983551"/>
            <a:ext cx="867537" cy="867537"/>
          </a:xfrm>
          <a:prstGeom prst="pie">
            <a:avLst>
              <a:gd name="adj1" fmla="val 7612194"/>
              <a:gd name="adj2" fmla="val 108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0" name="S06-mark94"/>
          <p:cNvSpPr/>
          <p:nvPr/>
        </p:nvSpPr>
        <p:spPr>
          <a:xfrm>
            <a:off x="2799778" y="983551"/>
            <a:ext cx="867537" cy="867537"/>
          </a:xfrm>
          <a:prstGeom prst="pie">
            <a:avLst>
              <a:gd name="adj1" fmla="val 0"/>
              <a:gd name="adj2" fmla="val 761219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S06-mark95"/>
          <p:cNvSpPr/>
          <p:nvPr/>
        </p:nvSpPr>
        <p:spPr>
          <a:xfrm flipV="1">
            <a:off x="3036380" y="29032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mark96"/>
          <p:cNvSpPr/>
          <p:nvPr/>
        </p:nvSpPr>
        <p:spPr>
          <a:xfrm flipH="1" flipV="1">
            <a:off x="4540568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mark97"/>
          <p:cNvSpPr/>
          <p:nvPr/>
        </p:nvSpPr>
        <p:spPr>
          <a:xfrm>
            <a:off x="4219385" y="1325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mark98"/>
          <p:cNvSpPr/>
          <p:nvPr/>
        </p:nvSpPr>
        <p:spPr>
          <a:xfrm>
            <a:off x="2568893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6-chip9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6" name="S06-figure100" descr="나: 네 각에 직각 표시, 긴 변 두 개와 짧은 변 두 개"/>
          <p:cNvSpPr/>
          <p:nvPr/>
        </p:nvSpPr>
        <p:spPr>
          <a:xfrm>
            <a:off x="7779258" y="1417320"/>
            <a:ext cx="3154680" cy="1577340"/>
          </a:xfrm>
          <a:custGeom>
            <a:avLst/>
            <a:gdLst/>
            <a:ahLst/>
            <a:cxnLst/>
            <a:rect l="l" t="t" r="r" b="b"/>
            <a:pathLst>
              <a:path w="3154680" h="1577340">
                <a:moveTo>
                  <a:pt x="0" y="1577340"/>
                </a:moveTo>
                <a:lnTo>
                  <a:pt x="3154680" y="1577340"/>
                </a:lnTo>
                <a:lnTo>
                  <a:pt x="31546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101"/>
          <p:cNvSpPr/>
          <p:nvPr/>
        </p:nvSpPr>
        <p:spPr>
          <a:xfrm>
            <a:off x="7779258" y="2766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mark102"/>
          <p:cNvSpPr/>
          <p:nvPr/>
        </p:nvSpPr>
        <p:spPr>
          <a:xfrm>
            <a:off x="10705338" y="2766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6-mark103"/>
          <p:cNvSpPr/>
          <p:nvPr/>
        </p:nvSpPr>
        <p:spPr>
          <a:xfrm>
            <a:off x="10705338" y="1417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mark104"/>
          <p:cNvSpPr/>
          <p:nvPr/>
        </p:nvSpPr>
        <p:spPr>
          <a:xfrm>
            <a:off x="7779258" y="1417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6-mark105"/>
          <p:cNvSpPr/>
          <p:nvPr/>
        </p:nvSpPr>
        <p:spPr>
          <a:xfrm flipV="1">
            <a:off x="9356598" y="29032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mark106"/>
          <p:cNvSpPr/>
          <p:nvPr/>
        </p:nvSpPr>
        <p:spPr>
          <a:xfrm flipH="1">
            <a:off x="10842498" y="224866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6-mark107"/>
          <p:cNvSpPr/>
          <p:nvPr/>
        </p:nvSpPr>
        <p:spPr>
          <a:xfrm flipH="1">
            <a:off x="10842498" y="216331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mark108"/>
          <p:cNvSpPr/>
          <p:nvPr/>
        </p:nvSpPr>
        <p:spPr>
          <a:xfrm>
            <a:off x="9356598" y="1325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6-mark109"/>
          <p:cNvSpPr/>
          <p:nvPr/>
        </p:nvSpPr>
        <p:spPr>
          <a:xfrm>
            <a:off x="7687818" y="216331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mark110"/>
          <p:cNvSpPr/>
          <p:nvPr/>
        </p:nvSpPr>
        <p:spPr>
          <a:xfrm>
            <a:off x="7687818" y="224866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chip11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8" name="S06-figure112" descr="다: 여섯 변에 같은 길이 표시, 여섯 각에 같은 크기의 각 표시"/>
          <p:cNvSpPr/>
          <p:nvPr/>
        </p:nvSpPr>
        <p:spPr>
          <a:xfrm>
            <a:off x="2717178" y="3451860"/>
            <a:ext cx="1821409" cy="1577340"/>
          </a:xfrm>
          <a:custGeom>
            <a:avLst/>
            <a:gdLst/>
            <a:ahLst/>
            <a:cxnLst/>
            <a:rect l="l" t="t" r="r" b="b"/>
            <a:pathLst>
              <a:path w="1821409" h="1577340">
                <a:moveTo>
                  <a:pt x="1821409" y="788670"/>
                </a:moveTo>
                <a:lnTo>
                  <a:pt x="1366057" y="0"/>
                </a:lnTo>
                <a:lnTo>
                  <a:pt x="455352" y="0"/>
                </a:lnTo>
                <a:lnTo>
                  <a:pt x="0" y="788670"/>
                </a:lnTo>
                <a:lnTo>
                  <a:pt x="455352" y="1577340"/>
                </a:lnTo>
                <a:lnTo>
                  <a:pt x="1366057" y="15773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6-mark113"/>
          <p:cNvSpPr/>
          <p:nvPr/>
        </p:nvSpPr>
        <p:spPr>
          <a:xfrm>
            <a:off x="4338231" y="4040175"/>
            <a:ext cx="400710" cy="400710"/>
          </a:xfrm>
          <a:prstGeom prst="pie">
            <a:avLst>
              <a:gd name="adj1" fmla="val 7200044"/>
              <a:gd name="adj2" fmla="val 143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0" name="S06-mark114"/>
          <p:cNvSpPr/>
          <p:nvPr/>
        </p:nvSpPr>
        <p:spPr>
          <a:xfrm>
            <a:off x="3882879" y="3251505"/>
            <a:ext cx="400710" cy="400710"/>
          </a:xfrm>
          <a:prstGeom prst="pie">
            <a:avLst>
              <a:gd name="adj1" fmla="val 3599956"/>
              <a:gd name="adj2" fmla="val 108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1" name="S06-mark115"/>
          <p:cNvSpPr/>
          <p:nvPr/>
        </p:nvSpPr>
        <p:spPr>
          <a:xfrm>
            <a:off x="2972175" y="3251505"/>
            <a:ext cx="400710" cy="400710"/>
          </a:xfrm>
          <a:prstGeom prst="pie">
            <a:avLst>
              <a:gd name="adj1" fmla="val 0"/>
              <a:gd name="adj2" fmla="val 72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2" name="S06-mark116"/>
          <p:cNvSpPr/>
          <p:nvPr/>
        </p:nvSpPr>
        <p:spPr>
          <a:xfrm>
            <a:off x="2516823" y="4040175"/>
            <a:ext cx="400710" cy="400710"/>
          </a:xfrm>
          <a:prstGeom prst="pie">
            <a:avLst>
              <a:gd name="adj1" fmla="val 18000044"/>
              <a:gd name="adj2" fmla="val 35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3" name="S06-mark117"/>
          <p:cNvSpPr/>
          <p:nvPr/>
        </p:nvSpPr>
        <p:spPr>
          <a:xfrm>
            <a:off x="2972175" y="4828845"/>
            <a:ext cx="400710" cy="400710"/>
          </a:xfrm>
          <a:prstGeom prst="pie">
            <a:avLst>
              <a:gd name="adj1" fmla="val 1439995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4" name="S06-mark118"/>
          <p:cNvSpPr/>
          <p:nvPr/>
        </p:nvSpPr>
        <p:spPr>
          <a:xfrm>
            <a:off x="3882879" y="4828845"/>
            <a:ext cx="400710" cy="400710"/>
          </a:xfrm>
          <a:prstGeom prst="pie">
            <a:avLst>
              <a:gd name="adj1" fmla="val 10800000"/>
              <a:gd name="adj2" fmla="val 180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5" name="S06-mark119"/>
          <p:cNvSpPr/>
          <p:nvPr/>
        </p:nvSpPr>
        <p:spPr>
          <a:xfrm flipH="1">
            <a:off x="4231722" y="380047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6-mark120"/>
          <p:cNvSpPr/>
          <p:nvPr/>
        </p:nvSpPr>
        <p:spPr>
          <a:xfrm>
            <a:off x="3627882" y="33604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6-mark121"/>
          <p:cNvSpPr/>
          <p:nvPr/>
        </p:nvSpPr>
        <p:spPr>
          <a:xfrm>
            <a:off x="2865665" y="380047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6-mark122"/>
          <p:cNvSpPr/>
          <p:nvPr/>
        </p:nvSpPr>
        <p:spPr>
          <a:xfrm flipV="1">
            <a:off x="2865665" y="458914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6-mark123"/>
          <p:cNvSpPr/>
          <p:nvPr/>
        </p:nvSpPr>
        <p:spPr>
          <a:xfrm flipV="1">
            <a:off x="3627882" y="493776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6-mark124"/>
          <p:cNvSpPr/>
          <p:nvPr/>
        </p:nvSpPr>
        <p:spPr>
          <a:xfrm flipH="1" flipV="1">
            <a:off x="4231722" y="458914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6-chip12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42" name="S06-figure126" descr="라: 네 변에 같은 길이 표시, 네 각에 직각 표시"/>
          <p:cNvSpPr/>
          <p:nvPr/>
        </p:nvSpPr>
        <p:spPr>
          <a:xfrm>
            <a:off x="8567928" y="3451860"/>
            <a:ext cx="1577340" cy="1577340"/>
          </a:xfrm>
          <a:custGeom>
            <a:avLst/>
            <a:gdLst/>
            <a:ahLst/>
            <a:cxnLst/>
            <a:rect l="l" t="t" r="r" b="b"/>
            <a:pathLst>
              <a:path w="1577340" h="1577340">
                <a:moveTo>
                  <a:pt x="1577340" y="0"/>
                </a:moveTo>
                <a:lnTo>
                  <a:pt x="0" y="0"/>
                </a:lnTo>
                <a:lnTo>
                  <a:pt x="0" y="1577340"/>
                </a:lnTo>
                <a:lnTo>
                  <a:pt x="1577340" y="15773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6-mark127"/>
          <p:cNvSpPr/>
          <p:nvPr/>
        </p:nvSpPr>
        <p:spPr>
          <a:xfrm>
            <a:off x="9916668" y="34518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6-mark128"/>
          <p:cNvSpPr/>
          <p:nvPr/>
        </p:nvSpPr>
        <p:spPr>
          <a:xfrm>
            <a:off x="8567928" y="34518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6-mark129"/>
          <p:cNvSpPr/>
          <p:nvPr/>
        </p:nvSpPr>
        <p:spPr>
          <a:xfrm>
            <a:off x="8567928" y="4800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6-mark130"/>
          <p:cNvSpPr/>
          <p:nvPr/>
        </p:nvSpPr>
        <p:spPr>
          <a:xfrm>
            <a:off x="9916668" y="4800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6-mark131"/>
          <p:cNvSpPr/>
          <p:nvPr/>
        </p:nvSpPr>
        <p:spPr>
          <a:xfrm>
            <a:off x="9356598" y="33604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6-mark132"/>
          <p:cNvSpPr/>
          <p:nvPr/>
        </p:nvSpPr>
        <p:spPr>
          <a:xfrm>
            <a:off x="8476488" y="424053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6-mark133"/>
          <p:cNvSpPr/>
          <p:nvPr/>
        </p:nvSpPr>
        <p:spPr>
          <a:xfrm flipV="1">
            <a:off x="9356598" y="493776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6-mark134"/>
          <p:cNvSpPr/>
          <p:nvPr/>
        </p:nvSpPr>
        <p:spPr>
          <a:xfrm flipH="1">
            <a:off x="10053828" y="424053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</a:t>
            </a:r>
            <a:endParaRPr lang="ko-KR" sz="4000" dirty="0"/>
          </a:p>
        </p:txBody>
      </p:sp>
      <p:sp>
        <p:nvSpPr>
          <p:cNvPr id="3" name="S07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점선으로 그은 선분을 살펴봐요.</a:t>
            </a:r>
            <a:endParaRPr lang="ko-KR" sz="3000" dirty="0"/>
          </a:p>
        </p:txBody>
      </p:sp>
      <p:sp>
        <p:nvSpPr>
          <p:cNvPr id="4" name="S07-figure136" descr="사각형 ㄱㄴㄷㄹ에 대각선 ㄱㄷ과 ㄴㄹ을 점선으로 그음"/>
          <p:cNvSpPr/>
          <p:nvPr/>
        </p:nvSpPr>
        <p:spPr>
          <a:xfrm>
            <a:off x="1035558" y="2743200"/>
            <a:ext cx="4389120" cy="2743200"/>
          </a:xfrm>
          <a:custGeom>
            <a:avLst/>
            <a:gdLst/>
            <a:ahLst/>
            <a:cxnLst/>
            <a:rect l="l" t="t" r="r" b="b"/>
            <a:pathLst>
              <a:path w="4389120" h="2743200">
                <a:moveTo>
                  <a:pt x="548640" y="0"/>
                </a:moveTo>
                <a:lnTo>
                  <a:pt x="0" y="2743200"/>
                </a:lnTo>
                <a:lnTo>
                  <a:pt x="3840480" y="2743200"/>
                </a:lnTo>
                <a:lnTo>
                  <a:pt x="4389120" y="36576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37"/>
          <p:cNvSpPr/>
          <p:nvPr/>
        </p:nvSpPr>
        <p:spPr>
          <a:xfrm>
            <a:off x="1584198" y="2743200"/>
            <a:ext cx="329184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6" name="S07-mark138"/>
          <p:cNvSpPr/>
          <p:nvPr/>
        </p:nvSpPr>
        <p:spPr>
          <a:xfrm flipV="1">
            <a:off x="1035558" y="3108960"/>
            <a:ext cx="4389120" cy="2377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7-label140"/>
          <p:cNvSpPr txBox="1"/>
          <p:nvPr/>
        </p:nvSpPr>
        <p:spPr>
          <a:xfrm>
            <a:off x="1165715" y="230919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8" name="S07-label142"/>
          <p:cNvSpPr txBox="1"/>
          <p:nvPr/>
        </p:nvSpPr>
        <p:spPr>
          <a:xfrm>
            <a:off x="581981" y="537249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9" name="S07-label144"/>
          <p:cNvSpPr txBox="1"/>
          <p:nvPr/>
        </p:nvSpPr>
        <p:spPr>
          <a:xfrm>
            <a:off x="4790528" y="540866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0" name="S07-label146"/>
          <p:cNvSpPr txBox="1"/>
          <p:nvPr/>
        </p:nvSpPr>
        <p:spPr>
          <a:xfrm>
            <a:off x="5375520" y="272268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1" name="S07-card147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148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이웃하지 않는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꼭짓점을 이은 선분</a:t>
            </a:r>
            <a:endParaRPr lang="ko-KR" sz="3000" dirty="0"/>
          </a:p>
        </p:txBody>
      </p:sp>
      <p:sp>
        <p:nvSpPr>
          <p:cNvPr id="13" name="S07-card149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150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ㄱㄷ, ㄴㄹ이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오각형의 대각선 세기</a:t>
            </a:r>
            <a:endParaRPr lang="ko-KR" sz="4000" dirty="0"/>
          </a:p>
        </p:txBody>
      </p:sp>
      <p:sp>
        <p:nvSpPr>
          <p:cNvPr id="3" name="S08-card1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그은 대각선은 다시 세지 않아요.</a:t>
            </a:r>
            <a:endParaRPr lang="ko-KR" sz="3000" dirty="0"/>
          </a:p>
        </p:txBody>
      </p:sp>
      <p:sp>
        <p:nvSpPr>
          <p:cNvPr id="5" name="S08-figure153" descr="정오각형 ㄱㄴㄷㄹㅁ의 대각선 5개(점선)"/>
          <p:cNvSpPr/>
          <p:nvPr/>
        </p:nvSpPr>
        <p:spPr>
          <a:xfrm>
            <a:off x="7748580" y="1817233"/>
            <a:ext cx="2956804" cy="2812054"/>
          </a:xfrm>
          <a:custGeom>
            <a:avLst/>
            <a:gdLst/>
            <a:ahLst/>
            <a:cxnLst/>
            <a:rect l="l" t="t" r="r" b="b"/>
            <a:pathLst>
              <a:path w="2956804" h="2812054">
                <a:moveTo>
                  <a:pt x="1478402" y="0"/>
                </a:moveTo>
                <a:lnTo>
                  <a:pt x="0" y="1074146"/>
                </a:lnTo>
                <a:lnTo>
                  <a:pt x="564733" y="2812054"/>
                </a:lnTo>
                <a:lnTo>
                  <a:pt x="2392070" y="2812054"/>
                </a:lnTo>
                <a:lnTo>
                  <a:pt x="2956804" y="1074146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8-mark154"/>
          <p:cNvSpPr/>
          <p:nvPr/>
        </p:nvSpPr>
        <p:spPr>
          <a:xfrm flipH="1">
            <a:off x="8313313" y="1817233"/>
            <a:ext cx="913668" cy="281205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8-mark155"/>
          <p:cNvSpPr/>
          <p:nvPr/>
        </p:nvSpPr>
        <p:spPr>
          <a:xfrm>
            <a:off x="9226982" y="1817233"/>
            <a:ext cx="913668" cy="281205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8-mark156"/>
          <p:cNvSpPr/>
          <p:nvPr/>
        </p:nvSpPr>
        <p:spPr>
          <a:xfrm>
            <a:off x="7748580" y="2891379"/>
            <a:ext cx="2392070" cy="173790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8-mark157"/>
          <p:cNvSpPr/>
          <p:nvPr/>
        </p:nvSpPr>
        <p:spPr>
          <a:xfrm>
            <a:off x="7748580" y="2891379"/>
            <a:ext cx="295680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8-mark158"/>
          <p:cNvSpPr/>
          <p:nvPr/>
        </p:nvSpPr>
        <p:spPr>
          <a:xfrm flipV="1">
            <a:off x="8313313" y="2891379"/>
            <a:ext cx="2392070" cy="173790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8-label160"/>
          <p:cNvSpPr txBox="1"/>
          <p:nvPr/>
        </p:nvSpPr>
        <p:spPr>
          <a:xfrm>
            <a:off x="8972982" y="131939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2" name="S08-label162"/>
          <p:cNvSpPr txBox="1"/>
          <p:nvPr/>
        </p:nvSpPr>
        <p:spPr>
          <a:xfrm>
            <a:off x="7262674" y="256203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3" name="S08-label164"/>
          <p:cNvSpPr txBox="1"/>
          <p:nvPr/>
        </p:nvSpPr>
        <p:spPr>
          <a:xfrm>
            <a:off x="7915989" y="457255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4" name="S08-label166"/>
          <p:cNvSpPr txBox="1"/>
          <p:nvPr/>
        </p:nvSpPr>
        <p:spPr>
          <a:xfrm>
            <a:off x="10029975" y="457255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5" name="S08-label168"/>
          <p:cNvSpPr txBox="1"/>
          <p:nvPr/>
        </p:nvSpPr>
        <p:spPr>
          <a:xfrm>
            <a:off x="10683290" y="256203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200" dirty="0"/>
          </a:p>
        </p:txBody>
      </p:sp>
      <p:sp>
        <p:nvSpPr>
          <p:cNvPr id="16" name="S08-stepno16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8-text170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ㄱ에서 2개: ㄱㄷ, ㄱㄹ</a:t>
            </a:r>
            <a:endParaRPr lang="ko-KR" sz="3000" dirty="0"/>
          </a:p>
        </p:txBody>
      </p:sp>
      <p:sp>
        <p:nvSpPr>
          <p:cNvPr id="18" name="S08-stepno17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8-text172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ㄴ에서 새로 2개: ㄴㄹ, ㄴㅁ</a:t>
            </a:r>
            <a:endParaRPr lang="ko-KR" sz="3000" dirty="0"/>
          </a:p>
        </p:txBody>
      </p:sp>
      <p:sp>
        <p:nvSpPr>
          <p:cNvPr id="20" name="S08-stepno17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8-text174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ㄷ에서 새로 1개: ㄷㅁ</a:t>
            </a:r>
            <a:endParaRPr lang="ko-KR" sz="3000" dirty="0"/>
          </a:p>
        </p:txBody>
      </p:sp>
      <p:sp>
        <p:nvSpPr>
          <p:cNvPr id="22" name="S08-stepno17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08-text176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+ 2 + 1 = 5(개)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몇 개?</a:t>
            </a:r>
            <a:endParaRPr lang="ko-KR" sz="4000" dirty="0"/>
          </a:p>
        </p:txBody>
      </p:sp>
      <p:sp>
        <p:nvSpPr>
          <p:cNvPr id="3" name="S09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비슷하게 그리고 대각선을 그어 세어요.</a:t>
            </a:r>
            <a:endParaRPr lang="ko-KR" sz="3000" dirty="0"/>
          </a:p>
        </p:txBody>
      </p:sp>
      <p:sp>
        <p:nvSpPr>
          <p:cNvPr id="4" name="S09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다의 대각선은 각각 몇 개일까요?</a:t>
            </a:r>
            <a:endParaRPr lang="ko-KR" sz="3000" dirty="0"/>
          </a:p>
        </p:txBody>
      </p:sp>
      <p:sp>
        <p:nvSpPr>
          <p:cNvPr id="6" name="S09-chip1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figure181" descr="사각형"/>
          <p:cNvSpPr/>
          <p:nvPr/>
        </p:nvSpPr>
        <p:spPr>
          <a:xfrm>
            <a:off x="640080" y="2937053"/>
            <a:ext cx="3270504" cy="1962302"/>
          </a:xfrm>
          <a:custGeom>
            <a:avLst/>
            <a:gdLst/>
            <a:ahLst/>
            <a:cxnLst/>
            <a:rect l="l" t="t" r="r" b="b"/>
            <a:pathLst>
              <a:path w="3270504" h="1962302">
                <a:moveTo>
                  <a:pt x="0" y="1962302"/>
                </a:moveTo>
                <a:lnTo>
                  <a:pt x="3270504" y="1962302"/>
                </a:lnTo>
                <a:lnTo>
                  <a:pt x="2616403" y="327050"/>
                </a:lnTo>
                <a:lnTo>
                  <a:pt x="49057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9-chip1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09-figure183" descr="오각형"/>
          <p:cNvSpPr/>
          <p:nvPr/>
        </p:nvSpPr>
        <p:spPr>
          <a:xfrm>
            <a:off x="5002951" y="2807208"/>
            <a:ext cx="2183050" cy="2221992"/>
          </a:xfrm>
          <a:custGeom>
            <a:avLst/>
            <a:gdLst/>
            <a:ahLst/>
            <a:cxnLst/>
            <a:rect l="l" t="t" r="r" b="b"/>
            <a:pathLst>
              <a:path w="2183050" h="2221992">
                <a:moveTo>
                  <a:pt x="1076635" y="0"/>
                </a:moveTo>
                <a:lnTo>
                  <a:pt x="0" y="753645"/>
                </a:lnTo>
                <a:lnTo>
                  <a:pt x="266486" y="1955506"/>
                </a:lnTo>
                <a:lnTo>
                  <a:pt x="1468347" y="2221992"/>
                </a:lnTo>
                <a:lnTo>
                  <a:pt x="2183050" y="84909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chip1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09-figure185" descr="삼각형"/>
          <p:cNvSpPr/>
          <p:nvPr/>
        </p:nvSpPr>
        <p:spPr>
          <a:xfrm>
            <a:off x="8278368" y="2918883"/>
            <a:ext cx="3270504" cy="1998641"/>
          </a:xfrm>
          <a:custGeom>
            <a:avLst/>
            <a:gdLst/>
            <a:ahLst/>
            <a:cxnLst/>
            <a:rect l="l" t="t" r="r" b="b"/>
            <a:pathLst>
              <a:path w="3270504" h="1998641">
                <a:moveTo>
                  <a:pt x="0" y="1998641"/>
                </a:moveTo>
                <a:lnTo>
                  <a:pt x="3270504" y="1998641"/>
                </a:lnTo>
                <a:lnTo>
                  <a:pt x="109016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1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정육각형의 대각선을 세었어요.</a:t>
            </a:r>
            <a:endParaRPr lang="ko-KR" sz="3000" dirty="0"/>
          </a:p>
        </p:txBody>
      </p:sp>
      <p:sp>
        <p:nvSpPr>
          <p:cNvPr id="5" name="S10-card1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직접 그어서 확인해요.</a:t>
            </a:r>
            <a:endParaRPr lang="ko-KR" sz="3000" dirty="0"/>
          </a:p>
        </p:txBody>
      </p:sp>
      <p:sp>
        <p:nvSpPr>
          <p:cNvPr id="7" name="S10-chip19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18개</a:t>
            </a:r>
            <a:endParaRPr lang="ko-KR" sz="2400" dirty="0"/>
          </a:p>
        </p:txBody>
      </p:sp>
      <p:sp>
        <p:nvSpPr>
          <p:cNvPr id="8" name="S10-text19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꼭짓점마다 3개씩,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18이에요.</a:t>
            </a:r>
            <a:endParaRPr lang="ko-KR" sz="3000" dirty="0"/>
          </a:p>
        </p:txBody>
      </p:sp>
      <p:sp>
        <p:nvSpPr>
          <p:cNvPr id="9" name="S10-chip19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9개</a:t>
            </a:r>
            <a:endParaRPr lang="ko-KR" sz="2400" dirty="0"/>
          </a:p>
        </p:txBody>
      </p:sp>
      <p:sp>
        <p:nvSpPr>
          <p:cNvPr id="10" name="S10-text19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생기는 것만 세서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+ 2 + 1 = 9예요.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도형을 보고 답해요.</a:t>
            </a:r>
            <a:endParaRPr lang="ko-KR" sz="3000" dirty="0"/>
          </a:p>
        </p:txBody>
      </p:sp>
      <p:sp>
        <p:nvSpPr>
          <p:cNvPr id="4" name="S11-figure195" descr="꼭짓점 ㄱㄴㄷㄹㅁㅂ인 육각형, 변의 길이가 서로 다름"/>
          <p:cNvSpPr/>
          <p:nvPr/>
        </p:nvSpPr>
        <p:spPr>
          <a:xfrm>
            <a:off x="7454646" y="2459736"/>
            <a:ext cx="3008376" cy="3310128"/>
          </a:xfrm>
          <a:custGeom>
            <a:avLst/>
            <a:gdLst/>
            <a:ahLst/>
            <a:cxnLst/>
            <a:rect l="l" t="t" r="r" b="b"/>
            <a:pathLst>
              <a:path w="3008376" h="3310128">
                <a:moveTo>
                  <a:pt x="909828" y="0"/>
                </a:moveTo>
                <a:lnTo>
                  <a:pt x="0" y="763524"/>
                </a:lnTo>
                <a:lnTo>
                  <a:pt x="81382" y="2628900"/>
                </a:lnTo>
                <a:lnTo>
                  <a:pt x="1054303" y="3310128"/>
                </a:lnTo>
                <a:lnTo>
                  <a:pt x="2834640" y="2748686"/>
                </a:lnTo>
                <a:lnTo>
                  <a:pt x="3008376" y="763524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1-label197"/>
          <p:cNvSpPr txBox="1"/>
          <p:nvPr/>
        </p:nvSpPr>
        <p:spPr>
          <a:xfrm>
            <a:off x="8068110" y="196560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6" name="S11-label199"/>
          <p:cNvSpPr txBox="1"/>
          <p:nvPr/>
        </p:nvSpPr>
        <p:spPr>
          <a:xfrm>
            <a:off x="6977455" y="2871057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7" name="S11-label201"/>
          <p:cNvSpPr txBox="1"/>
          <p:nvPr/>
        </p:nvSpPr>
        <p:spPr>
          <a:xfrm>
            <a:off x="7068245" y="4951918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8" name="S11-label203"/>
          <p:cNvSpPr txBox="1"/>
          <p:nvPr/>
        </p:nvSpPr>
        <p:spPr>
          <a:xfrm>
            <a:off x="8217863" y="5756867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9" name="S11-label205"/>
          <p:cNvSpPr txBox="1"/>
          <p:nvPr/>
        </p:nvSpPr>
        <p:spPr>
          <a:xfrm>
            <a:off x="10225455" y="510704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200" dirty="0"/>
          </a:p>
        </p:txBody>
      </p:sp>
      <p:sp>
        <p:nvSpPr>
          <p:cNvPr id="10" name="S11-label207"/>
          <p:cNvSpPr txBox="1"/>
          <p:nvPr/>
        </p:nvSpPr>
        <p:spPr>
          <a:xfrm>
            <a:off x="10414669" y="283823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200" dirty="0"/>
          </a:p>
        </p:txBody>
      </p:sp>
      <p:sp>
        <p:nvSpPr>
          <p:cNvPr id="11" name="S11-chip2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2" name="S11-text20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이름은?</a:t>
            </a:r>
            <a:endParaRPr lang="ko-KR" sz="3000" dirty="0"/>
          </a:p>
        </p:txBody>
      </p:sp>
      <p:sp>
        <p:nvSpPr>
          <p:cNvPr id="13" name="S11-chip2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4" name="S11-text21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정다각형인가요? 까닭은?</a:t>
            </a:r>
            <a:endParaRPr lang="ko-KR" sz="3000" dirty="0"/>
          </a:p>
        </p:txBody>
      </p:sp>
      <p:sp>
        <p:nvSpPr>
          <p:cNvPr id="15" name="S11-chip21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6" name="S11-text21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ㄱ에서 그을 수 있는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몇 개?</a:t>
            </a:r>
            <a:endParaRPr lang="ko-KR" sz="3000" dirty="0"/>
          </a:p>
        </p:txBody>
      </p:sp>
      <p:sp>
        <p:nvSpPr>
          <p:cNvPr id="17" name="S11-chip214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1-text215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모두 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 것을 모두 골라요</a:t>
            </a:r>
            <a:endParaRPr lang="ko-KR" sz="4000" dirty="0"/>
          </a:p>
        </p:txBody>
      </p:sp>
      <p:sp>
        <p:nvSpPr>
          <p:cNvPr id="3" name="S13-card2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틀린 것은 왜 틀렸는지 말해요.</a:t>
            </a:r>
            <a:endParaRPr lang="ko-KR" sz="3000" dirty="0"/>
          </a:p>
        </p:txBody>
      </p:sp>
      <p:sp>
        <p:nvSpPr>
          <p:cNvPr id="5" name="S13-chip21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21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2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정사각형은 정다각형이에요.</a:t>
            </a:r>
            <a:endParaRPr lang="ko-KR" sz="3000" dirty="0"/>
          </a:p>
        </p:txBody>
      </p:sp>
      <p:sp>
        <p:nvSpPr>
          <p:cNvPr id="8" name="S13-chip22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22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22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 정다각형이에요.</a:t>
            </a:r>
            <a:endParaRPr lang="ko-KR" sz="3000" dirty="0"/>
          </a:p>
        </p:txBody>
      </p:sp>
      <p:sp>
        <p:nvSpPr>
          <p:cNvPr id="11" name="S13-chip22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22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22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사각형의 대각선은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2개예요.</a:t>
            </a:r>
            <a:endParaRPr lang="ko-KR" sz="3000" dirty="0"/>
          </a:p>
        </p:txBody>
      </p:sp>
      <p:sp>
        <p:nvSpPr>
          <p:cNvPr id="14" name="S13-chip22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22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22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원은 다각형이에요.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이웃하지 않는 두 꼭짓점을 이은 선분이 대각선이에요.</a:t>
            </a:r>
            <a:endParaRPr lang="ko-KR" sz="3000" dirty="0"/>
          </a:p>
        </p:txBody>
      </p:sp>
      <p:sp>
        <p:nvSpPr>
          <p:cNvPr id="5" name="S14-chip23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새로 생기는 대각선만 세기</a:t>
            </a:r>
            <a:endParaRPr lang="ko-KR" sz="2400" dirty="0"/>
          </a:p>
        </p:txBody>
      </p:sp>
      <p:sp>
        <p:nvSpPr>
          <p:cNvPr id="6" name="S14-chip23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변만 같으면 정다각형이라 하기</a:t>
            </a:r>
            <a:endParaRPr lang="ko-KR" sz="2400" dirty="0"/>
          </a:p>
        </p:txBody>
      </p:sp>
      <p:sp>
        <p:nvSpPr>
          <p:cNvPr id="7" name="S14-text23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3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7개인 다각형은?</a:t>
            </a:r>
            <a:endParaRPr lang="ko-KR" sz="2400" dirty="0"/>
          </a:p>
        </p:txBody>
      </p:sp>
      <p:sp>
        <p:nvSpPr>
          <p:cNvPr id="9" name="S14-text23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정다각형의 뜻은?</a:t>
            </a:r>
            <a:endParaRPr lang="ko-KR" sz="2400" dirty="0"/>
          </a:p>
        </p:txBody>
      </p:sp>
      <p:sp>
        <p:nvSpPr>
          <p:cNvPr id="10" name="S14-text23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사각형의 대각선은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400" dirty="0"/>
          </a:p>
        </p:txBody>
      </p:sp>
      <p:sp>
        <p:nvSpPr>
          <p:cNvPr id="11" name="S14-text23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평면도형의 이동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변과 사각형의 뜻</a:t>
            </a:r>
            <a:endParaRPr lang="ko-KR" sz="4000" dirty="0"/>
          </a:p>
        </p:txBody>
      </p:sp>
      <p:sp>
        <p:nvSpPr>
          <p:cNvPr id="3" name="S15-card23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4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같아요.</a:t>
            </a:r>
            <a:endParaRPr lang="ko-KR" sz="3000" dirty="0"/>
          </a:p>
        </p:txBody>
      </p:sp>
      <p:sp>
        <p:nvSpPr>
          <p:cNvPr id="5" name="S15-card24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4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정사각형만 네 각이 직각</a:t>
            </a:r>
            <a:endParaRPr lang="ko-KR" sz="3000" dirty="0"/>
          </a:p>
        </p:txBody>
      </p:sp>
      <p:sp>
        <p:nvSpPr>
          <p:cNvPr id="7" name="S15-figure243" descr="정사각형: 네 변에 같은 길이 표시, 네 각에 직각 표시"/>
          <p:cNvSpPr/>
          <p:nvPr/>
        </p:nvSpPr>
        <p:spPr>
          <a:xfrm>
            <a:off x="2271644" y="1824350"/>
            <a:ext cx="1939808" cy="1939808"/>
          </a:xfrm>
          <a:custGeom>
            <a:avLst/>
            <a:gdLst/>
            <a:ahLst/>
            <a:cxnLst/>
            <a:rect l="l" t="t" r="r" b="b"/>
            <a:pathLst>
              <a:path w="1939808" h="1939808">
                <a:moveTo>
                  <a:pt x="1939808" y="0"/>
                </a:moveTo>
                <a:lnTo>
                  <a:pt x="0" y="0"/>
                </a:lnTo>
                <a:lnTo>
                  <a:pt x="0" y="1939808"/>
                </a:lnTo>
                <a:lnTo>
                  <a:pt x="1939808" y="1939808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244"/>
          <p:cNvSpPr/>
          <p:nvPr/>
        </p:nvSpPr>
        <p:spPr>
          <a:xfrm>
            <a:off x="3982852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245"/>
          <p:cNvSpPr/>
          <p:nvPr/>
        </p:nvSpPr>
        <p:spPr>
          <a:xfrm>
            <a:off x="2271644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246"/>
          <p:cNvSpPr/>
          <p:nvPr/>
        </p:nvSpPr>
        <p:spPr>
          <a:xfrm>
            <a:off x="2271644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247"/>
          <p:cNvSpPr/>
          <p:nvPr/>
        </p:nvSpPr>
        <p:spPr>
          <a:xfrm>
            <a:off x="3982852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248"/>
          <p:cNvSpPr/>
          <p:nvPr/>
        </p:nvSpPr>
        <p:spPr>
          <a:xfrm>
            <a:off x="3241548" y="173291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249"/>
          <p:cNvSpPr/>
          <p:nvPr/>
        </p:nvSpPr>
        <p:spPr>
          <a:xfrm>
            <a:off x="2180204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250"/>
          <p:cNvSpPr/>
          <p:nvPr/>
        </p:nvSpPr>
        <p:spPr>
          <a:xfrm flipV="1">
            <a:off x="3241548" y="3672718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251"/>
          <p:cNvSpPr/>
          <p:nvPr/>
        </p:nvSpPr>
        <p:spPr>
          <a:xfrm flipH="1">
            <a:off x="4120012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52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400" dirty="0"/>
          </a:p>
        </p:txBody>
      </p:sp>
      <p:sp>
        <p:nvSpPr>
          <p:cNvPr id="17" name="S15-figure253" descr="마름모: 네 변에 같은 길이 표시"/>
          <p:cNvSpPr/>
          <p:nvPr/>
        </p:nvSpPr>
        <p:spPr>
          <a:xfrm>
            <a:off x="6752844" y="1696974"/>
            <a:ext cx="4389120" cy="2194560"/>
          </a:xfrm>
          <a:custGeom>
            <a:avLst/>
            <a:gdLst/>
            <a:ahLst/>
            <a:cxnLst/>
            <a:rect l="l" t="t" r="r" b="b"/>
            <a:pathLst>
              <a:path w="4389120" h="2194560">
                <a:moveTo>
                  <a:pt x="0" y="2194560"/>
                </a:moveTo>
                <a:lnTo>
                  <a:pt x="2743200" y="2194560"/>
                </a:lnTo>
                <a:lnTo>
                  <a:pt x="4389120" y="0"/>
                </a:lnTo>
                <a:lnTo>
                  <a:pt x="164592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5-mark254"/>
          <p:cNvSpPr/>
          <p:nvPr/>
        </p:nvSpPr>
        <p:spPr>
          <a:xfrm flipV="1">
            <a:off x="8124444" y="3800094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255"/>
          <p:cNvSpPr/>
          <p:nvPr/>
        </p:nvSpPr>
        <p:spPr>
          <a:xfrm flipH="1" flipV="1">
            <a:off x="10245852" y="2739390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mark256"/>
          <p:cNvSpPr/>
          <p:nvPr/>
        </p:nvSpPr>
        <p:spPr>
          <a:xfrm>
            <a:off x="9770364" y="1605534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5-mark257"/>
          <p:cNvSpPr/>
          <p:nvPr/>
        </p:nvSpPr>
        <p:spPr>
          <a:xfrm>
            <a:off x="7502652" y="2739390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58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다각형과 대각선</dc:title>
  <dc:subject>KR22-G04-MAT-POLYGON-L01</dc:subject>
  <dc:creator>education-ppt</dc:creator>
  <cp:lastModifiedBy>education-ppt</cp:lastModifiedBy>
  <cp:revision>1</cp:revision>
  <dcterms:created xsi:type="dcterms:W3CDTF">2026-10-26T08:12:20Z</dcterms:created>
  <dcterms:modified xsi:type="dcterms:W3CDTF">2026-10-26T08:12:20Z</dcterms:modified>
</cp:coreProperties>
</file>