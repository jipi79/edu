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7e4f822-ce20-69e7-5abd-6755d3dd5c4d}">
          <p14:sldIdLst>
            <p14:sldId id="256"/>
            <p14:sldId id="257"/>
          </p14:sldIdLst>
        </p14:section>
        <p14:section name="개념" id="{481d61ea-e38d-84b4-3824-6c0b0b7998bc}">
          <p14:sldIdLst>
            <p14:sldId id="258"/>
            <p14:sldId id="259"/>
            <p14:sldId id="262"/>
            <p14:sldId id="263"/>
          </p14:sldIdLst>
        </p14:section>
        <p14:section name="연습" id="{6748a8fa-85e5-259d-bc92-bcb68d735896}">
          <p14:sldIdLst>
            <p14:sldId id="260"/>
            <p14:sldId id="261"/>
            <p14:sldId id="264"/>
          </p14:sldIdLst>
        </p14:section>
        <p14:section name="개념" id="{c0cf0ff1-8c53-3246-04e8-971bd40d3e23}">
          <p14:sldIdLst/>
        </p14:section>
        <p14:section name="연습" id="{df0cef42-f09b-6351-17a8-e66f37103fe6}">
          <p14:sldIdLst/>
        </p14:section>
        <p14:section name="확인" id="{9b37e0e5-5125-3619-3964-895a6c8b2809}">
          <p14:sldIdLst>
            <p14:sldId id="265"/>
            <p14:sldId id="266"/>
          </p14:sldIdLst>
        </p14:section>
        <p14:section name="정리" id="{8b361647-cd24-573c-1f86-84ef9c1f1718}">
          <p14:sldIdLst>
            <p14:sldId id="267"/>
          </p14:sldIdLst>
        </p14:section>
        <p14:section name="보충" id="{0742ae30-c597-0ab8-54e8-744b1a76c9d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도형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각도 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각도 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각도 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 재기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각의 크기는 어떻게 잴까요?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mark2"/>
          <p:cNvSpPr/>
          <p:nvPr/>
        </p:nvSpPr>
        <p:spPr>
          <a:xfrm>
            <a:off x="8379899" y="2857246"/>
            <a:ext cx="396240" cy="343154"/>
          </a:xfrm>
          <a:custGeom>
            <a:avLst/>
            <a:gdLst/>
            <a:ahLst/>
            <a:cxnLst/>
            <a:rect l="l" t="t" r="r" b="b"/>
            <a:pathLst>
              <a:path w="396240" h="343154">
                <a:moveTo>
                  <a:pt x="0" y="343154"/>
                </a:moveTo>
                <a:lnTo>
                  <a:pt x="396240" y="343154"/>
                </a:lnTo>
                <a:lnTo>
                  <a:pt x="395863" y="325871"/>
                </a:lnTo>
                <a:lnTo>
                  <a:pt x="394732" y="308620"/>
                </a:lnTo>
                <a:lnTo>
                  <a:pt x="392850" y="291435"/>
                </a:lnTo>
                <a:lnTo>
                  <a:pt x="390220" y="274348"/>
                </a:lnTo>
                <a:lnTo>
                  <a:pt x="386847" y="257392"/>
                </a:lnTo>
                <a:lnTo>
                  <a:pt x="382738" y="240600"/>
                </a:lnTo>
                <a:lnTo>
                  <a:pt x="377901" y="224002"/>
                </a:lnTo>
                <a:lnTo>
                  <a:pt x="372344" y="207632"/>
                </a:lnTo>
                <a:lnTo>
                  <a:pt x="366078" y="191520"/>
                </a:lnTo>
                <a:lnTo>
                  <a:pt x="359115" y="175696"/>
                </a:lnTo>
                <a:lnTo>
                  <a:pt x="351469" y="160191"/>
                </a:lnTo>
                <a:lnTo>
                  <a:pt x="343154" y="145034"/>
                </a:lnTo>
                <a:lnTo>
                  <a:pt x="334185" y="130254"/>
                </a:lnTo>
                <a:lnTo>
                  <a:pt x="324580" y="115880"/>
                </a:lnTo>
                <a:lnTo>
                  <a:pt x="314358" y="101938"/>
                </a:lnTo>
                <a:lnTo>
                  <a:pt x="303537" y="88456"/>
                </a:lnTo>
                <a:lnTo>
                  <a:pt x="292138" y="75458"/>
                </a:lnTo>
                <a:lnTo>
                  <a:pt x="280183" y="62970"/>
                </a:lnTo>
                <a:lnTo>
                  <a:pt x="267695" y="51015"/>
                </a:lnTo>
                <a:lnTo>
                  <a:pt x="254697" y="39616"/>
                </a:lnTo>
                <a:lnTo>
                  <a:pt x="241215" y="28796"/>
                </a:lnTo>
                <a:lnTo>
                  <a:pt x="227273" y="18573"/>
                </a:lnTo>
                <a:lnTo>
                  <a:pt x="212899" y="8968"/>
                </a:lnTo>
                <a:lnTo>
                  <a:pt x="198119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6" name="S01-label4"/>
          <p:cNvSpPr txBox="1"/>
          <p:nvPr/>
        </p:nvSpPr>
        <p:spPr>
          <a:xfrm>
            <a:off x="8827514" y="2666999"/>
            <a:ext cx="2926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400" dirty="0"/>
          </a:p>
        </p:txBody>
      </p:sp>
      <p:sp>
        <p:nvSpPr>
          <p:cNvPr id="7" name="S01-figure5" descr="두 변이 벌어진 각, 크기는 물음표"/>
          <p:cNvSpPr/>
          <p:nvPr/>
        </p:nvSpPr>
        <p:spPr>
          <a:xfrm>
            <a:off x="8379899" y="3200400"/>
            <a:ext cx="2534043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1-mark6"/>
          <p:cNvSpPr/>
          <p:nvPr/>
        </p:nvSpPr>
        <p:spPr>
          <a:xfrm flipV="1">
            <a:off x="8379899" y="1005840"/>
            <a:ext cx="1267021" cy="219456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1-card7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8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각도기로 각을 재고 그려요.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예각과 둔각을 구별해요.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2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각을 모두 찾아요. 직각은 어느 것일까요?</a:t>
            </a:r>
            <a:endParaRPr lang="ko-KR" sz="3000" dirty="0"/>
          </a:p>
        </p:txBody>
      </p:sp>
      <p:sp>
        <p:nvSpPr>
          <p:cNvPr id="5" name="S02-chip11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02-mark12"/>
          <p:cNvSpPr/>
          <p:nvPr/>
        </p:nvSpPr>
        <p:spPr>
          <a:xfrm>
            <a:off x="2598332" y="2691127"/>
            <a:ext cx="396240" cy="303533"/>
          </a:xfrm>
          <a:custGeom>
            <a:avLst/>
            <a:gdLst/>
            <a:ahLst/>
            <a:cxnLst/>
            <a:rect l="l" t="t" r="r" b="b"/>
            <a:pathLst>
              <a:path w="396240" h="303533">
                <a:moveTo>
                  <a:pt x="0" y="303533"/>
                </a:moveTo>
                <a:lnTo>
                  <a:pt x="396240" y="303533"/>
                </a:lnTo>
                <a:lnTo>
                  <a:pt x="395978" y="289129"/>
                </a:lnTo>
                <a:lnTo>
                  <a:pt x="395193" y="274744"/>
                </a:lnTo>
                <a:lnTo>
                  <a:pt x="393885" y="260397"/>
                </a:lnTo>
                <a:lnTo>
                  <a:pt x="392057" y="246107"/>
                </a:lnTo>
                <a:lnTo>
                  <a:pt x="389710" y="231892"/>
                </a:lnTo>
                <a:lnTo>
                  <a:pt x="386848" y="217773"/>
                </a:lnTo>
                <a:lnTo>
                  <a:pt x="383475" y="203767"/>
                </a:lnTo>
                <a:lnTo>
                  <a:pt x="379594" y="189892"/>
                </a:lnTo>
                <a:lnTo>
                  <a:pt x="375212" y="176168"/>
                </a:lnTo>
                <a:lnTo>
                  <a:pt x="370334" y="162613"/>
                </a:lnTo>
                <a:lnTo>
                  <a:pt x="364967" y="149243"/>
                </a:lnTo>
                <a:lnTo>
                  <a:pt x="359117" y="136078"/>
                </a:lnTo>
                <a:lnTo>
                  <a:pt x="352792" y="123134"/>
                </a:lnTo>
                <a:lnTo>
                  <a:pt x="346001" y="110428"/>
                </a:lnTo>
                <a:lnTo>
                  <a:pt x="338752" y="97978"/>
                </a:lnTo>
                <a:lnTo>
                  <a:pt x="331056" y="85799"/>
                </a:lnTo>
                <a:lnTo>
                  <a:pt x="322922" y="73909"/>
                </a:lnTo>
                <a:lnTo>
                  <a:pt x="314361" y="62322"/>
                </a:lnTo>
                <a:lnTo>
                  <a:pt x="305385" y="51053"/>
                </a:lnTo>
                <a:lnTo>
                  <a:pt x="296005" y="40119"/>
                </a:lnTo>
                <a:lnTo>
                  <a:pt x="286233" y="29532"/>
                </a:lnTo>
                <a:lnTo>
                  <a:pt x="276084" y="19308"/>
                </a:lnTo>
                <a:lnTo>
                  <a:pt x="265569" y="9460"/>
                </a:lnTo>
                <a:lnTo>
                  <a:pt x="254703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7" name="S02-figure13" descr="한 점에서 그은 두 선으로 된 각(직각보다 작음)"/>
          <p:cNvSpPr/>
          <p:nvPr/>
        </p:nvSpPr>
        <p:spPr>
          <a:xfrm>
            <a:off x="2598332" y="2994660"/>
            <a:ext cx="2059101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2-mark14"/>
          <p:cNvSpPr/>
          <p:nvPr/>
        </p:nvSpPr>
        <p:spPr>
          <a:xfrm flipV="1">
            <a:off x="2598332" y="1417320"/>
            <a:ext cx="1323590" cy="15773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2-chip15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02-figure16" descr="서로 만나지 않는 두 선"/>
          <p:cNvSpPr/>
          <p:nvPr/>
        </p:nvSpPr>
        <p:spPr>
          <a:xfrm>
            <a:off x="8446594" y="2994660"/>
            <a:ext cx="18200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2-mark17"/>
          <p:cNvSpPr/>
          <p:nvPr/>
        </p:nvSpPr>
        <p:spPr>
          <a:xfrm flipV="1">
            <a:off x="8810596" y="1417320"/>
            <a:ext cx="970671" cy="121333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2-chip18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02-mark19"/>
          <p:cNvSpPr/>
          <p:nvPr/>
        </p:nvSpPr>
        <p:spPr>
          <a:xfrm>
            <a:off x="2839212" y="4632960"/>
            <a:ext cx="396240" cy="396240"/>
          </a:xfrm>
          <a:custGeom>
            <a:avLst/>
            <a:gdLst/>
            <a:ahLst/>
            <a:cxnLst/>
            <a:rect l="l" t="t" r="r" b="b"/>
            <a:pathLst>
              <a:path w="396240" h="396240">
                <a:moveTo>
                  <a:pt x="0" y="396240"/>
                </a:moveTo>
                <a:lnTo>
                  <a:pt x="396240" y="396240"/>
                </a:lnTo>
                <a:lnTo>
                  <a:pt x="395392" y="370325"/>
                </a:lnTo>
                <a:lnTo>
                  <a:pt x="392850" y="344520"/>
                </a:lnTo>
                <a:lnTo>
                  <a:pt x="388626" y="318937"/>
                </a:lnTo>
                <a:lnTo>
                  <a:pt x="382738" y="293686"/>
                </a:lnTo>
                <a:lnTo>
                  <a:pt x="375212" y="268873"/>
                </a:lnTo>
                <a:lnTo>
                  <a:pt x="366078" y="244606"/>
                </a:lnTo>
                <a:lnTo>
                  <a:pt x="355377" y="220988"/>
                </a:lnTo>
                <a:lnTo>
                  <a:pt x="343154" y="198120"/>
                </a:lnTo>
                <a:lnTo>
                  <a:pt x="329462" y="176101"/>
                </a:lnTo>
                <a:lnTo>
                  <a:pt x="314358" y="155024"/>
                </a:lnTo>
                <a:lnTo>
                  <a:pt x="297909" y="134981"/>
                </a:lnTo>
                <a:lnTo>
                  <a:pt x="280184" y="116056"/>
                </a:lnTo>
                <a:lnTo>
                  <a:pt x="261259" y="98331"/>
                </a:lnTo>
                <a:lnTo>
                  <a:pt x="241216" y="81882"/>
                </a:lnTo>
                <a:lnTo>
                  <a:pt x="220139" y="66778"/>
                </a:lnTo>
                <a:lnTo>
                  <a:pt x="198120" y="53086"/>
                </a:lnTo>
                <a:lnTo>
                  <a:pt x="175252" y="40863"/>
                </a:lnTo>
                <a:lnTo>
                  <a:pt x="151634" y="30162"/>
                </a:lnTo>
                <a:lnTo>
                  <a:pt x="127367" y="21028"/>
                </a:lnTo>
                <a:lnTo>
                  <a:pt x="102554" y="13502"/>
                </a:lnTo>
                <a:lnTo>
                  <a:pt x="77303" y="7614"/>
                </a:lnTo>
                <a:lnTo>
                  <a:pt x="51720" y="3390"/>
                </a:lnTo>
                <a:lnTo>
                  <a:pt x="25915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4" name="S02-figure20" descr="직각인 각(표시 없음)"/>
          <p:cNvSpPr/>
          <p:nvPr/>
        </p:nvSpPr>
        <p:spPr>
          <a:xfrm>
            <a:off x="2839212" y="5029200"/>
            <a:ext cx="15773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2-mark21"/>
          <p:cNvSpPr/>
          <p:nvPr/>
        </p:nvSpPr>
        <p:spPr>
          <a:xfrm flipV="1">
            <a:off x="2839212" y="3451860"/>
            <a:ext cx="0" cy="15773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02-chip22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7" name="S02-mark23"/>
          <p:cNvSpPr/>
          <p:nvPr/>
        </p:nvSpPr>
        <p:spPr>
          <a:xfrm>
            <a:off x="8734139" y="4633222"/>
            <a:ext cx="650943" cy="395978"/>
          </a:xfrm>
          <a:custGeom>
            <a:avLst/>
            <a:gdLst/>
            <a:ahLst/>
            <a:cxnLst/>
            <a:rect l="l" t="t" r="r" b="b"/>
            <a:pathLst>
              <a:path w="650943" h="395978">
                <a:moveTo>
                  <a:pt x="254703" y="395978"/>
                </a:moveTo>
                <a:lnTo>
                  <a:pt x="650943" y="395978"/>
                </a:lnTo>
                <a:lnTo>
                  <a:pt x="649174" y="358573"/>
                </a:lnTo>
                <a:lnTo>
                  <a:pt x="643881" y="321503"/>
                </a:lnTo>
                <a:lnTo>
                  <a:pt x="635113" y="285098"/>
                </a:lnTo>
                <a:lnTo>
                  <a:pt x="622947" y="249683"/>
                </a:lnTo>
                <a:lnTo>
                  <a:pt x="607493" y="215574"/>
                </a:lnTo>
                <a:lnTo>
                  <a:pt x="588888" y="183077"/>
                </a:lnTo>
                <a:lnTo>
                  <a:pt x="567298" y="152481"/>
                </a:lnTo>
                <a:lnTo>
                  <a:pt x="542916" y="124060"/>
                </a:lnTo>
                <a:lnTo>
                  <a:pt x="515961" y="98067"/>
                </a:lnTo>
                <a:lnTo>
                  <a:pt x="486672" y="74735"/>
                </a:lnTo>
                <a:lnTo>
                  <a:pt x="455311" y="54272"/>
                </a:lnTo>
                <a:lnTo>
                  <a:pt x="422158" y="36861"/>
                </a:lnTo>
                <a:lnTo>
                  <a:pt x="387511" y="22657"/>
                </a:lnTo>
                <a:lnTo>
                  <a:pt x="351677" y="11787"/>
                </a:lnTo>
                <a:lnTo>
                  <a:pt x="314977" y="4349"/>
                </a:lnTo>
                <a:lnTo>
                  <a:pt x="277738" y="408"/>
                </a:lnTo>
                <a:lnTo>
                  <a:pt x="240294" y="0"/>
                </a:lnTo>
                <a:lnTo>
                  <a:pt x="202979" y="3128"/>
                </a:lnTo>
                <a:lnTo>
                  <a:pt x="166125" y="9765"/>
                </a:lnTo>
                <a:lnTo>
                  <a:pt x="130063" y="19852"/>
                </a:lnTo>
                <a:lnTo>
                  <a:pt x="95114" y="33297"/>
                </a:lnTo>
                <a:lnTo>
                  <a:pt x="61590" y="49982"/>
                </a:lnTo>
                <a:lnTo>
                  <a:pt x="29790" y="69757"/>
                </a:lnTo>
                <a:lnTo>
                  <a:pt x="0" y="9244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8" name="S02-figure24" descr="직각보다 큰 각"/>
          <p:cNvSpPr/>
          <p:nvPr/>
        </p:nvSpPr>
        <p:spPr>
          <a:xfrm>
            <a:off x="8988843" y="5029200"/>
            <a:ext cx="2059101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02-mark25"/>
          <p:cNvSpPr/>
          <p:nvPr/>
        </p:nvSpPr>
        <p:spPr>
          <a:xfrm flipH="1" flipV="1">
            <a:off x="7665252" y="3451860"/>
            <a:ext cx="1323590" cy="15773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각도기로 각 재기</a:t>
            </a:r>
            <a:endParaRPr lang="ko-KR" sz="4000" dirty="0"/>
          </a:p>
        </p:txBody>
      </p:sp>
      <p:sp>
        <p:nvSpPr>
          <p:cNvPr id="3" name="S03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직각을 똑같이 90으로 나눈 하나가 1도(1°)예요.</a:t>
            </a:r>
            <a:endParaRPr lang="ko-KR" sz="3000" dirty="0"/>
          </a:p>
        </p:txBody>
      </p:sp>
      <p:sp>
        <p:nvSpPr>
          <p:cNvPr id="4" name="S03-mark27"/>
          <p:cNvSpPr/>
          <p:nvPr/>
        </p:nvSpPr>
        <p:spPr>
          <a:xfrm>
            <a:off x="6800469" y="3089577"/>
            <a:ext cx="4316730" cy="2158365"/>
          </a:xfrm>
          <a:custGeom>
            <a:avLst/>
            <a:gdLst/>
            <a:ahLst/>
            <a:cxnLst/>
            <a:rect l="l" t="t" r="r" b="b"/>
            <a:pathLst>
              <a:path w="4316730" h="2158365">
                <a:moveTo>
                  <a:pt x="4316730" y="2158365"/>
                </a:moveTo>
                <a:lnTo>
                  <a:pt x="4314676" y="2064218"/>
                </a:lnTo>
                <a:lnTo>
                  <a:pt x="4308517" y="1970251"/>
                </a:lnTo>
                <a:lnTo>
                  <a:pt x="4298265" y="1876642"/>
                </a:lnTo>
                <a:lnTo>
                  <a:pt x="4283940" y="1783569"/>
                </a:lnTo>
                <a:lnTo>
                  <a:pt x="4265568" y="1691209"/>
                </a:lnTo>
                <a:lnTo>
                  <a:pt x="4243185" y="1599739"/>
                </a:lnTo>
                <a:lnTo>
                  <a:pt x="4216834" y="1509332"/>
                </a:lnTo>
                <a:lnTo>
                  <a:pt x="4186565" y="1420161"/>
                </a:lnTo>
                <a:lnTo>
                  <a:pt x="4152434" y="1332394"/>
                </a:lnTo>
                <a:lnTo>
                  <a:pt x="4114508" y="1246201"/>
                </a:lnTo>
                <a:lnTo>
                  <a:pt x="4072858" y="1161743"/>
                </a:lnTo>
                <a:lnTo>
                  <a:pt x="4027564" y="1079183"/>
                </a:lnTo>
                <a:lnTo>
                  <a:pt x="3978712" y="998676"/>
                </a:lnTo>
                <a:lnTo>
                  <a:pt x="3926394" y="920378"/>
                </a:lnTo>
                <a:lnTo>
                  <a:pt x="3870711" y="844436"/>
                </a:lnTo>
                <a:lnTo>
                  <a:pt x="3811769" y="770995"/>
                </a:lnTo>
                <a:lnTo>
                  <a:pt x="3749679" y="700195"/>
                </a:lnTo>
                <a:lnTo>
                  <a:pt x="3684560" y="632170"/>
                </a:lnTo>
                <a:lnTo>
                  <a:pt x="3616535" y="567051"/>
                </a:lnTo>
                <a:lnTo>
                  <a:pt x="3545735" y="504961"/>
                </a:lnTo>
                <a:lnTo>
                  <a:pt x="3472294" y="446019"/>
                </a:lnTo>
                <a:lnTo>
                  <a:pt x="3396352" y="390336"/>
                </a:lnTo>
                <a:lnTo>
                  <a:pt x="3318054" y="338018"/>
                </a:lnTo>
                <a:lnTo>
                  <a:pt x="3237547" y="289166"/>
                </a:lnTo>
                <a:lnTo>
                  <a:pt x="3154987" y="243872"/>
                </a:lnTo>
                <a:lnTo>
                  <a:pt x="3070529" y="202222"/>
                </a:lnTo>
                <a:lnTo>
                  <a:pt x="2984336" y="164296"/>
                </a:lnTo>
                <a:lnTo>
                  <a:pt x="2896569" y="130165"/>
                </a:lnTo>
                <a:lnTo>
                  <a:pt x="2807398" y="99896"/>
                </a:lnTo>
                <a:lnTo>
                  <a:pt x="2716991" y="73545"/>
                </a:lnTo>
                <a:lnTo>
                  <a:pt x="2625521" y="51162"/>
                </a:lnTo>
                <a:lnTo>
                  <a:pt x="2533161" y="32790"/>
                </a:lnTo>
                <a:lnTo>
                  <a:pt x="2440088" y="18465"/>
                </a:lnTo>
                <a:lnTo>
                  <a:pt x="2346479" y="8213"/>
                </a:lnTo>
                <a:lnTo>
                  <a:pt x="2252512" y="2054"/>
                </a:lnTo>
                <a:lnTo>
                  <a:pt x="2158365" y="0"/>
                </a:lnTo>
                <a:lnTo>
                  <a:pt x="2064218" y="2054"/>
                </a:lnTo>
                <a:lnTo>
                  <a:pt x="1970251" y="8213"/>
                </a:lnTo>
                <a:lnTo>
                  <a:pt x="1876642" y="18465"/>
                </a:lnTo>
                <a:lnTo>
                  <a:pt x="1783569" y="32790"/>
                </a:lnTo>
                <a:lnTo>
                  <a:pt x="1691209" y="51162"/>
                </a:lnTo>
                <a:lnTo>
                  <a:pt x="1599739" y="73545"/>
                </a:lnTo>
                <a:lnTo>
                  <a:pt x="1509332" y="99896"/>
                </a:lnTo>
                <a:lnTo>
                  <a:pt x="1420161" y="130165"/>
                </a:lnTo>
                <a:lnTo>
                  <a:pt x="1332394" y="164296"/>
                </a:lnTo>
                <a:lnTo>
                  <a:pt x="1246201" y="202222"/>
                </a:lnTo>
                <a:lnTo>
                  <a:pt x="1161743" y="243872"/>
                </a:lnTo>
                <a:lnTo>
                  <a:pt x="1079183" y="289166"/>
                </a:lnTo>
                <a:lnTo>
                  <a:pt x="998676" y="338018"/>
                </a:lnTo>
                <a:lnTo>
                  <a:pt x="920378" y="390336"/>
                </a:lnTo>
                <a:lnTo>
                  <a:pt x="844436" y="446019"/>
                </a:lnTo>
                <a:lnTo>
                  <a:pt x="770995" y="504961"/>
                </a:lnTo>
                <a:lnTo>
                  <a:pt x="700195" y="567051"/>
                </a:lnTo>
                <a:lnTo>
                  <a:pt x="632170" y="632170"/>
                </a:lnTo>
                <a:lnTo>
                  <a:pt x="567051" y="700195"/>
                </a:lnTo>
                <a:lnTo>
                  <a:pt x="504961" y="770995"/>
                </a:lnTo>
                <a:lnTo>
                  <a:pt x="446019" y="844436"/>
                </a:lnTo>
                <a:lnTo>
                  <a:pt x="390336" y="920378"/>
                </a:lnTo>
                <a:lnTo>
                  <a:pt x="338018" y="998676"/>
                </a:lnTo>
                <a:lnTo>
                  <a:pt x="289166" y="1079183"/>
                </a:lnTo>
                <a:lnTo>
                  <a:pt x="243872" y="1161743"/>
                </a:lnTo>
                <a:lnTo>
                  <a:pt x="202222" y="1246201"/>
                </a:lnTo>
                <a:lnTo>
                  <a:pt x="164296" y="1332394"/>
                </a:lnTo>
                <a:lnTo>
                  <a:pt x="130165" y="1420161"/>
                </a:lnTo>
                <a:lnTo>
                  <a:pt x="99896" y="1509332"/>
                </a:lnTo>
                <a:lnTo>
                  <a:pt x="73545" y="1599739"/>
                </a:lnTo>
                <a:lnTo>
                  <a:pt x="51162" y="1691209"/>
                </a:lnTo>
                <a:lnTo>
                  <a:pt x="32790" y="1783569"/>
                </a:lnTo>
                <a:lnTo>
                  <a:pt x="18465" y="1876642"/>
                </a:lnTo>
                <a:lnTo>
                  <a:pt x="8213" y="1970251"/>
                </a:lnTo>
                <a:lnTo>
                  <a:pt x="2054" y="2064218"/>
                </a:lnTo>
                <a:lnTo>
                  <a:pt x="0" y="2158365"/>
                </a:lnTo>
                <a:lnTo>
                  <a:pt x="0" y="215836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3-mark28"/>
          <p:cNvSpPr/>
          <p:nvPr/>
        </p:nvSpPr>
        <p:spPr>
          <a:xfrm flipH="1">
            <a:off x="10858195" y="5247942"/>
            <a:ext cx="25900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6" name="S03-mark29"/>
          <p:cNvSpPr/>
          <p:nvPr/>
        </p:nvSpPr>
        <p:spPr>
          <a:xfrm flipH="1">
            <a:off x="10958475" y="5059828"/>
            <a:ext cx="150511" cy="13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3-mark30"/>
          <p:cNvSpPr/>
          <p:nvPr/>
        </p:nvSpPr>
        <p:spPr>
          <a:xfrm flipH="1">
            <a:off x="10829340" y="4873145"/>
            <a:ext cx="255069" cy="4497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" name="S03-mark31"/>
          <p:cNvSpPr/>
          <p:nvPr/>
        </p:nvSpPr>
        <p:spPr>
          <a:xfrm flipH="1">
            <a:off x="10897717" y="4689316"/>
            <a:ext cx="145937" cy="391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mark32"/>
          <p:cNvSpPr/>
          <p:nvPr/>
        </p:nvSpPr>
        <p:spPr>
          <a:xfrm flipH="1">
            <a:off x="10743650" y="4509737"/>
            <a:ext cx="243384" cy="8858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" name="S03-mark33"/>
          <p:cNvSpPr/>
          <p:nvPr/>
        </p:nvSpPr>
        <p:spPr>
          <a:xfrm flipH="1">
            <a:off x="10778047" y="4335777"/>
            <a:ext cx="136930" cy="63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mark34"/>
          <p:cNvSpPr/>
          <p:nvPr/>
        </p:nvSpPr>
        <p:spPr>
          <a:xfrm flipH="1">
            <a:off x="10603729" y="4168759"/>
            <a:ext cx="224304" cy="12950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" name="S03-mark35"/>
          <p:cNvSpPr/>
          <p:nvPr/>
        </p:nvSpPr>
        <p:spPr>
          <a:xfrm flipH="1">
            <a:off x="10603101" y="4009954"/>
            <a:ext cx="123762" cy="866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mark36"/>
          <p:cNvSpPr/>
          <p:nvPr/>
        </p:nvSpPr>
        <p:spPr>
          <a:xfrm flipH="1">
            <a:off x="10413829" y="3860571"/>
            <a:ext cx="198408" cy="1664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" name="S03-mark37"/>
          <p:cNvSpPr/>
          <p:nvPr/>
        </p:nvSpPr>
        <p:spPr>
          <a:xfrm flipH="1">
            <a:off x="10378195" y="3721747"/>
            <a:ext cx="106834" cy="10683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mark38"/>
          <p:cNvSpPr/>
          <p:nvPr/>
        </p:nvSpPr>
        <p:spPr>
          <a:xfrm flipH="1">
            <a:off x="10179720" y="3594538"/>
            <a:ext cx="166484" cy="19840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03-mark39"/>
          <p:cNvSpPr/>
          <p:nvPr/>
        </p:nvSpPr>
        <p:spPr>
          <a:xfrm flipH="1">
            <a:off x="10110162" y="3479913"/>
            <a:ext cx="86659" cy="1237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mark40"/>
          <p:cNvSpPr/>
          <p:nvPr/>
        </p:nvSpPr>
        <p:spPr>
          <a:xfrm flipH="1">
            <a:off x="9908515" y="3378743"/>
            <a:ext cx="129502" cy="22430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8" name="S03-mark41"/>
          <p:cNvSpPr/>
          <p:nvPr/>
        </p:nvSpPr>
        <p:spPr>
          <a:xfrm flipH="1">
            <a:off x="9807147" y="3291799"/>
            <a:ext cx="63852" cy="1369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mark42"/>
          <p:cNvSpPr/>
          <p:nvPr/>
        </p:nvSpPr>
        <p:spPr>
          <a:xfrm flipH="1">
            <a:off x="9608454" y="3219742"/>
            <a:ext cx="88585" cy="2433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0" name="S03-mark43"/>
          <p:cNvSpPr/>
          <p:nvPr/>
        </p:nvSpPr>
        <p:spPr>
          <a:xfrm flipH="1">
            <a:off x="9478356" y="3163121"/>
            <a:ext cx="39104" cy="1459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mark44"/>
          <p:cNvSpPr/>
          <p:nvPr/>
        </p:nvSpPr>
        <p:spPr>
          <a:xfrm flipH="1">
            <a:off x="9288655" y="3122367"/>
            <a:ext cx="44976" cy="2550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2" name="S03-mark45"/>
          <p:cNvSpPr/>
          <p:nvPr/>
        </p:nvSpPr>
        <p:spPr>
          <a:xfrm flipH="1">
            <a:off x="9133780" y="3097790"/>
            <a:ext cx="13168" cy="1505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mark46"/>
          <p:cNvSpPr/>
          <p:nvPr/>
        </p:nvSpPr>
        <p:spPr>
          <a:xfrm>
            <a:off x="8958834" y="3089577"/>
            <a:ext cx="0" cy="25900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4" name="S03-mark47"/>
          <p:cNvSpPr/>
          <p:nvPr/>
        </p:nvSpPr>
        <p:spPr>
          <a:xfrm>
            <a:off x="8770720" y="3097790"/>
            <a:ext cx="13168" cy="1505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mark48"/>
          <p:cNvSpPr/>
          <p:nvPr/>
        </p:nvSpPr>
        <p:spPr>
          <a:xfrm>
            <a:off x="8584038" y="3122367"/>
            <a:ext cx="44976" cy="2550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6" name="S03-mark49"/>
          <p:cNvSpPr/>
          <p:nvPr/>
        </p:nvSpPr>
        <p:spPr>
          <a:xfrm>
            <a:off x="8400208" y="3163121"/>
            <a:ext cx="39104" cy="1459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mark50"/>
          <p:cNvSpPr/>
          <p:nvPr/>
        </p:nvSpPr>
        <p:spPr>
          <a:xfrm>
            <a:off x="8220630" y="3219742"/>
            <a:ext cx="88585" cy="2433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8" name="S03-mark51"/>
          <p:cNvSpPr/>
          <p:nvPr/>
        </p:nvSpPr>
        <p:spPr>
          <a:xfrm>
            <a:off x="8046670" y="3291799"/>
            <a:ext cx="63852" cy="1369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mark52"/>
          <p:cNvSpPr/>
          <p:nvPr/>
        </p:nvSpPr>
        <p:spPr>
          <a:xfrm>
            <a:off x="7879652" y="3378743"/>
            <a:ext cx="129502" cy="22430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0" name="S03-mark53"/>
          <p:cNvSpPr/>
          <p:nvPr/>
        </p:nvSpPr>
        <p:spPr>
          <a:xfrm>
            <a:off x="7720847" y="3479913"/>
            <a:ext cx="86659" cy="1237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mark54"/>
          <p:cNvSpPr/>
          <p:nvPr/>
        </p:nvSpPr>
        <p:spPr>
          <a:xfrm>
            <a:off x="7571464" y="3594538"/>
            <a:ext cx="166484" cy="19840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2" name="S03-mark55"/>
          <p:cNvSpPr/>
          <p:nvPr/>
        </p:nvSpPr>
        <p:spPr>
          <a:xfrm>
            <a:off x="7432639" y="3721747"/>
            <a:ext cx="106834" cy="10683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mark56"/>
          <p:cNvSpPr/>
          <p:nvPr/>
        </p:nvSpPr>
        <p:spPr>
          <a:xfrm>
            <a:off x="7305430" y="3860571"/>
            <a:ext cx="198408" cy="1664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4" name="S03-mark57"/>
          <p:cNvSpPr/>
          <p:nvPr/>
        </p:nvSpPr>
        <p:spPr>
          <a:xfrm>
            <a:off x="7190805" y="4009954"/>
            <a:ext cx="123762" cy="866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mark58"/>
          <p:cNvSpPr/>
          <p:nvPr/>
        </p:nvSpPr>
        <p:spPr>
          <a:xfrm>
            <a:off x="7089635" y="4168759"/>
            <a:ext cx="224304" cy="12950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6" name="S03-mark59"/>
          <p:cNvSpPr/>
          <p:nvPr/>
        </p:nvSpPr>
        <p:spPr>
          <a:xfrm>
            <a:off x="7002691" y="4335777"/>
            <a:ext cx="136930" cy="63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mark60"/>
          <p:cNvSpPr/>
          <p:nvPr/>
        </p:nvSpPr>
        <p:spPr>
          <a:xfrm>
            <a:off x="6930634" y="4509737"/>
            <a:ext cx="243384" cy="8858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8" name="S03-mark61"/>
          <p:cNvSpPr/>
          <p:nvPr/>
        </p:nvSpPr>
        <p:spPr>
          <a:xfrm>
            <a:off x="6874014" y="4689316"/>
            <a:ext cx="145937" cy="391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mark62"/>
          <p:cNvSpPr/>
          <p:nvPr/>
        </p:nvSpPr>
        <p:spPr>
          <a:xfrm>
            <a:off x="6833259" y="4873145"/>
            <a:ext cx="255069" cy="4497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0" name="S03-mark63"/>
          <p:cNvSpPr/>
          <p:nvPr/>
        </p:nvSpPr>
        <p:spPr>
          <a:xfrm>
            <a:off x="6808682" y="5059828"/>
            <a:ext cx="150511" cy="13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mark64"/>
          <p:cNvSpPr/>
          <p:nvPr/>
        </p:nvSpPr>
        <p:spPr>
          <a:xfrm>
            <a:off x="6800469" y="5247942"/>
            <a:ext cx="25900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2" name="S03-mark65"/>
          <p:cNvSpPr/>
          <p:nvPr/>
        </p:nvSpPr>
        <p:spPr>
          <a:xfrm>
            <a:off x="6800469" y="5247942"/>
            <a:ext cx="431673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3" name="S03-mark66"/>
          <p:cNvSpPr/>
          <p:nvPr/>
        </p:nvSpPr>
        <p:spPr>
          <a:xfrm flipV="1">
            <a:off x="8958834" y="4988938"/>
            <a:ext cx="0" cy="25900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4" name="S03-mark67"/>
          <p:cNvSpPr/>
          <p:nvPr/>
        </p:nvSpPr>
        <p:spPr>
          <a:xfrm>
            <a:off x="8958834" y="4717533"/>
            <a:ext cx="647510" cy="530409"/>
          </a:xfrm>
          <a:custGeom>
            <a:avLst/>
            <a:gdLst/>
            <a:ahLst/>
            <a:cxnLst/>
            <a:rect l="l" t="t" r="r" b="b"/>
            <a:pathLst>
              <a:path w="647510" h="530409">
                <a:moveTo>
                  <a:pt x="0" y="530409"/>
                </a:moveTo>
                <a:lnTo>
                  <a:pt x="647510" y="530409"/>
                </a:lnTo>
                <a:lnTo>
                  <a:pt x="646992" y="504517"/>
                </a:lnTo>
                <a:lnTo>
                  <a:pt x="645439" y="478667"/>
                </a:lnTo>
                <a:lnTo>
                  <a:pt x="642854" y="452899"/>
                </a:lnTo>
                <a:lnTo>
                  <a:pt x="639240" y="427256"/>
                </a:lnTo>
                <a:lnTo>
                  <a:pt x="634604" y="401778"/>
                </a:lnTo>
                <a:lnTo>
                  <a:pt x="628953" y="376505"/>
                </a:lnTo>
                <a:lnTo>
                  <a:pt x="622296" y="351478"/>
                </a:lnTo>
                <a:lnTo>
                  <a:pt x="614644" y="326738"/>
                </a:lnTo>
                <a:lnTo>
                  <a:pt x="606008" y="302323"/>
                </a:lnTo>
                <a:lnTo>
                  <a:pt x="596403" y="278274"/>
                </a:lnTo>
                <a:lnTo>
                  <a:pt x="585844" y="254627"/>
                </a:lnTo>
                <a:lnTo>
                  <a:pt x="574348" y="231422"/>
                </a:lnTo>
                <a:lnTo>
                  <a:pt x="561933" y="208695"/>
                </a:lnTo>
                <a:lnTo>
                  <a:pt x="548620" y="186483"/>
                </a:lnTo>
                <a:lnTo>
                  <a:pt x="534428" y="164820"/>
                </a:lnTo>
                <a:lnTo>
                  <a:pt x="519382" y="143743"/>
                </a:lnTo>
                <a:lnTo>
                  <a:pt x="503506" y="123284"/>
                </a:lnTo>
                <a:lnTo>
                  <a:pt x="486823" y="103476"/>
                </a:lnTo>
                <a:lnTo>
                  <a:pt x="469363" y="84351"/>
                </a:lnTo>
                <a:lnTo>
                  <a:pt x="451151" y="65940"/>
                </a:lnTo>
                <a:lnTo>
                  <a:pt x="432218" y="48271"/>
                </a:lnTo>
                <a:lnTo>
                  <a:pt x="412593" y="31374"/>
                </a:lnTo>
                <a:lnTo>
                  <a:pt x="392308" y="15275"/>
                </a:lnTo>
                <a:lnTo>
                  <a:pt x="371396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45" name="S03-figure68" descr="각도기의 중심을 꼭짓점에, 밑금을 오른쪽 변에 맞춘 55° 각. 안쪽 눈금 0에서 50을 지나 짧은 눈금 하나"/>
          <p:cNvSpPr/>
          <p:nvPr/>
        </p:nvSpPr>
        <p:spPr>
          <a:xfrm>
            <a:off x="8958834" y="5247942"/>
            <a:ext cx="2590038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6" name="S03-mark69"/>
          <p:cNvSpPr/>
          <p:nvPr/>
        </p:nvSpPr>
        <p:spPr>
          <a:xfrm flipV="1">
            <a:off x="8958834" y="3126307"/>
            <a:ext cx="1485585" cy="2121635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7" name="S03-label71"/>
          <p:cNvSpPr txBox="1"/>
          <p:nvPr/>
        </p:nvSpPr>
        <p:spPr>
          <a:xfrm>
            <a:off x="7131177" y="4992989"/>
            <a:ext cx="20193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100" dirty="0"/>
          </a:p>
        </p:txBody>
      </p:sp>
      <p:sp>
        <p:nvSpPr>
          <p:cNvPr id="48" name="S03-label73"/>
          <p:cNvSpPr txBox="1"/>
          <p:nvPr/>
        </p:nvSpPr>
        <p:spPr>
          <a:xfrm>
            <a:off x="10243414" y="5000927"/>
            <a:ext cx="19354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000" dirty="0"/>
          </a:p>
        </p:txBody>
      </p:sp>
      <p:sp>
        <p:nvSpPr>
          <p:cNvPr id="49" name="S03-labelbg75"/>
          <p:cNvSpPr/>
          <p:nvPr/>
        </p:nvSpPr>
        <p:spPr>
          <a:xfrm>
            <a:off x="7157028" y="4878255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03-label76"/>
          <p:cNvSpPr txBox="1"/>
          <p:nvPr/>
        </p:nvSpPr>
        <p:spPr>
          <a:xfrm>
            <a:off x="7111308" y="4860792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100" dirty="0"/>
          </a:p>
        </p:txBody>
      </p:sp>
      <p:sp>
        <p:nvSpPr>
          <p:cNvPr id="51" name="S03-labelbg78"/>
          <p:cNvSpPr/>
          <p:nvPr/>
        </p:nvSpPr>
        <p:spPr>
          <a:xfrm>
            <a:off x="10226238" y="4944572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03-label79"/>
          <p:cNvSpPr txBox="1"/>
          <p:nvPr/>
        </p:nvSpPr>
        <p:spPr>
          <a:xfrm>
            <a:off x="10180518" y="4928697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000" dirty="0"/>
          </a:p>
        </p:txBody>
      </p:sp>
      <p:sp>
        <p:nvSpPr>
          <p:cNvPr id="53" name="S03-labelbg81"/>
          <p:cNvSpPr/>
          <p:nvPr/>
        </p:nvSpPr>
        <p:spPr>
          <a:xfrm>
            <a:off x="7234928" y="4587528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03-label82"/>
          <p:cNvSpPr txBox="1"/>
          <p:nvPr/>
        </p:nvSpPr>
        <p:spPr>
          <a:xfrm>
            <a:off x="7189208" y="457006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100" dirty="0"/>
          </a:p>
        </p:txBody>
      </p:sp>
      <p:sp>
        <p:nvSpPr>
          <p:cNvPr id="55" name="S03-labelbg84"/>
          <p:cNvSpPr/>
          <p:nvPr/>
        </p:nvSpPr>
        <p:spPr>
          <a:xfrm>
            <a:off x="10163918" y="4711991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03-label85"/>
          <p:cNvSpPr txBox="1"/>
          <p:nvPr/>
        </p:nvSpPr>
        <p:spPr>
          <a:xfrm>
            <a:off x="10118198" y="4696116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000" dirty="0"/>
          </a:p>
        </p:txBody>
      </p:sp>
      <p:sp>
        <p:nvSpPr>
          <p:cNvPr id="57" name="S03-labelbg87"/>
          <p:cNvSpPr/>
          <p:nvPr/>
        </p:nvSpPr>
        <p:spPr>
          <a:xfrm>
            <a:off x="7362129" y="4314746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03-label88"/>
          <p:cNvSpPr txBox="1"/>
          <p:nvPr/>
        </p:nvSpPr>
        <p:spPr>
          <a:xfrm>
            <a:off x="7316409" y="4297283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100" dirty="0"/>
          </a:p>
        </p:txBody>
      </p:sp>
      <p:sp>
        <p:nvSpPr>
          <p:cNvPr id="59" name="S03-labelbg90"/>
          <p:cNvSpPr/>
          <p:nvPr/>
        </p:nvSpPr>
        <p:spPr>
          <a:xfrm>
            <a:off x="10062157" y="4493765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03-label91"/>
          <p:cNvSpPr txBox="1"/>
          <p:nvPr/>
        </p:nvSpPr>
        <p:spPr>
          <a:xfrm>
            <a:off x="10016437" y="4477890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000" dirty="0"/>
          </a:p>
        </p:txBody>
      </p:sp>
      <p:sp>
        <p:nvSpPr>
          <p:cNvPr id="61" name="S03-labelbg93"/>
          <p:cNvSpPr/>
          <p:nvPr/>
        </p:nvSpPr>
        <p:spPr>
          <a:xfrm>
            <a:off x="7534765" y="4068195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03-label94"/>
          <p:cNvSpPr txBox="1"/>
          <p:nvPr/>
        </p:nvSpPr>
        <p:spPr>
          <a:xfrm>
            <a:off x="7489045" y="4050733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100" dirty="0"/>
          </a:p>
        </p:txBody>
      </p:sp>
      <p:sp>
        <p:nvSpPr>
          <p:cNvPr id="63" name="S03-labelbg96"/>
          <p:cNvSpPr/>
          <p:nvPr/>
        </p:nvSpPr>
        <p:spPr>
          <a:xfrm>
            <a:off x="9924048" y="4296525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03-label97"/>
          <p:cNvSpPr txBox="1"/>
          <p:nvPr/>
        </p:nvSpPr>
        <p:spPr>
          <a:xfrm>
            <a:off x="9878328" y="4280650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000" dirty="0"/>
          </a:p>
        </p:txBody>
      </p:sp>
      <p:sp>
        <p:nvSpPr>
          <p:cNvPr id="65" name="S03-labelbg99"/>
          <p:cNvSpPr/>
          <p:nvPr/>
        </p:nvSpPr>
        <p:spPr>
          <a:xfrm>
            <a:off x="7747592" y="3855369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03-label100"/>
          <p:cNvSpPr txBox="1"/>
          <p:nvPr/>
        </p:nvSpPr>
        <p:spPr>
          <a:xfrm>
            <a:off x="7701872" y="383790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100" dirty="0"/>
          </a:p>
        </p:txBody>
      </p:sp>
      <p:sp>
        <p:nvSpPr>
          <p:cNvPr id="67" name="S03-labelbg102"/>
          <p:cNvSpPr/>
          <p:nvPr/>
        </p:nvSpPr>
        <p:spPr>
          <a:xfrm>
            <a:off x="9753787" y="4126263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03-label103"/>
          <p:cNvSpPr txBox="1"/>
          <p:nvPr/>
        </p:nvSpPr>
        <p:spPr>
          <a:xfrm>
            <a:off x="9708067" y="4110388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000" dirty="0"/>
          </a:p>
        </p:txBody>
      </p:sp>
      <p:sp>
        <p:nvSpPr>
          <p:cNvPr id="69" name="S03-labelbg105"/>
          <p:cNvSpPr/>
          <p:nvPr/>
        </p:nvSpPr>
        <p:spPr>
          <a:xfrm>
            <a:off x="7994142" y="3682732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03-label106"/>
          <p:cNvSpPr txBox="1"/>
          <p:nvPr/>
        </p:nvSpPr>
        <p:spPr>
          <a:xfrm>
            <a:off x="7948422" y="3665270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100" dirty="0"/>
          </a:p>
        </p:txBody>
      </p:sp>
      <p:sp>
        <p:nvSpPr>
          <p:cNvPr id="71" name="S03-labelbg108"/>
          <p:cNvSpPr/>
          <p:nvPr/>
        </p:nvSpPr>
        <p:spPr>
          <a:xfrm>
            <a:off x="9556547" y="3988154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03-label109"/>
          <p:cNvSpPr txBox="1"/>
          <p:nvPr/>
        </p:nvSpPr>
        <p:spPr>
          <a:xfrm>
            <a:off x="9510827" y="3972279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000" dirty="0"/>
          </a:p>
        </p:txBody>
      </p:sp>
      <p:sp>
        <p:nvSpPr>
          <p:cNvPr id="73" name="S03-labelbg111"/>
          <p:cNvSpPr/>
          <p:nvPr/>
        </p:nvSpPr>
        <p:spPr>
          <a:xfrm>
            <a:off x="8266925" y="3555532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03-label112"/>
          <p:cNvSpPr txBox="1"/>
          <p:nvPr/>
        </p:nvSpPr>
        <p:spPr>
          <a:xfrm>
            <a:off x="8221205" y="3538069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1100" dirty="0"/>
          </a:p>
        </p:txBody>
      </p:sp>
      <p:sp>
        <p:nvSpPr>
          <p:cNvPr id="75" name="S03-labelbg114"/>
          <p:cNvSpPr/>
          <p:nvPr/>
        </p:nvSpPr>
        <p:spPr>
          <a:xfrm>
            <a:off x="9338321" y="3886394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S03-label115"/>
          <p:cNvSpPr txBox="1"/>
          <p:nvPr/>
        </p:nvSpPr>
        <p:spPr>
          <a:xfrm>
            <a:off x="9292601" y="3870519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1000" dirty="0"/>
          </a:p>
        </p:txBody>
      </p:sp>
      <p:sp>
        <p:nvSpPr>
          <p:cNvPr id="77" name="S03-labelbg117"/>
          <p:cNvSpPr/>
          <p:nvPr/>
        </p:nvSpPr>
        <p:spPr>
          <a:xfrm>
            <a:off x="8557651" y="3477632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S03-label118"/>
          <p:cNvSpPr txBox="1"/>
          <p:nvPr/>
        </p:nvSpPr>
        <p:spPr>
          <a:xfrm>
            <a:off x="8511931" y="3460169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100" dirty="0"/>
          </a:p>
        </p:txBody>
      </p:sp>
      <p:sp>
        <p:nvSpPr>
          <p:cNvPr id="79" name="S03-labelbg120"/>
          <p:cNvSpPr/>
          <p:nvPr/>
        </p:nvSpPr>
        <p:spPr>
          <a:xfrm>
            <a:off x="9105740" y="3824074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S03-label121"/>
          <p:cNvSpPr txBox="1"/>
          <p:nvPr/>
        </p:nvSpPr>
        <p:spPr>
          <a:xfrm>
            <a:off x="9060020" y="3808199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000" dirty="0"/>
          </a:p>
        </p:txBody>
      </p:sp>
      <p:sp>
        <p:nvSpPr>
          <p:cNvPr id="81" name="S03-labelbg123"/>
          <p:cNvSpPr/>
          <p:nvPr/>
        </p:nvSpPr>
        <p:spPr>
          <a:xfrm>
            <a:off x="8857488" y="3451400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S03-label124"/>
          <p:cNvSpPr txBox="1"/>
          <p:nvPr/>
        </p:nvSpPr>
        <p:spPr>
          <a:xfrm>
            <a:off x="8811768" y="3433937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1100" dirty="0"/>
          </a:p>
        </p:txBody>
      </p:sp>
      <p:sp>
        <p:nvSpPr>
          <p:cNvPr id="83" name="S03-labelbg126"/>
          <p:cNvSpPr/>
          <p:nvPr/>
        </p:nvSpPr>
        <p:spPr>
          <a:xfrm>
            <a:off x="8865870" y="3803088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S03-label127"/>
          <p:cNvSpPr txBox="1"/>
          <p:nvPr/>
        </p:nvSpPr>
        <p:spPr>
          <a:xfrm>
            <a:off x="8820150" y="3787213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1000" dirty="0"/>
          </a:p>
        </p:txBody>
      </p:sp>
      <p:sp>
        <p:nvSpPr>
          <p:cNvPr id="85" name="S03-labelbg129"/>
          <p:cNvSpPr/>
          <p:nvPr/>
        </p:nvSpPr>
        <p:spPr>
          <a:xfrm>
            <a:off x="9111224" y="3477632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S03-label130"/>
          <p:cNvSpPr txBox="1"/>
          <p:nvPr/>
        </p:nvSpPr>
        <p:spPr>
          <a:xfrm>
            <a:off x="9065504" y="346016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100" dirty="0"/>
          </a:p>
        </p:txBody>
      </p:sp>
      <p:sp>
        <p:nvSpPr>
          <p:cNvPr id="87" name="S03-labelbg132"/>
          <p:cNvSpPr/>
          <p:nvPr/>
        </p:nvSpPr>
        <p:spPr>
          <a:xfrm>
            <a:off x="8584090" y="3824074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S03-label133"/>
          <p:cNvSpPr txBox="1"/>
          <p:nvPr/>
        </p:nvSpPr>
        <p:spPr>
          <a:xfrm>
            <a:off x="8538370" y="3808199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000" dirty="0"/>
          </a:p>
        </p:txBody>
      </p:sp>
      <p:sp>
        <p:nvSpPr>
          <p:cNvPr id="89" name="S03-labelbg135"/>
          <p:cNvSpPr/>
          <p:nvPr/>
        </p:nvSpPr>
        <p:spPr>
          <a:xfrm>
            <a:off x="9401950" y="3555532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S03-label136"/>
          <p:cNvSpPr txBox="1"/>
          <p:nvPr/>
        </p:nvSpPr>
        <p:spPr>
          <a:xfrm>
            <a:off x="9356230" y="353806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1100" dirty="0"/>
          </a:p>
        </p:txBody>
      </p:sp>
      <p:sp>
        <p:nvSpPr>
          <p:cNvPr id="91" name="S03-labelbg138"/>
          <p:cNvSpPr/>
          <p:nvPr/>
        </p:nvSpPr>
        <p:spPr>
          <a:xfrm>
            <a:off x="8351509" y="3886394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S03-label139"/>
          <p:cNvSpPr txBox="1"/>
          <p:nvPr/>
        </p:nvSpPr>
        <p:spPr>
          <a:xfrm>
            <a:off x="8305789" y="3870519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1000" dirty="0"/>
          </a:p>
        </p:txBody>
      </p:sp>
      <p:sp>
        <p:nvSpPr>
          <p:cNvPr id="93" name="S03-labelbg141"/>
          <p:cNvSpPr/>
          <p:nvPr/>
        </p:nvSpPr>
        <p:spPr>
          <a:xfrm>
            <a:off x="9674733" y="3682732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S03-label142"/>
          <p:cNvSpPr txBox="1"/>
          <p:nvPr/>
        </p:nvSpPr>
        <p:spPr>
          <a:xfrm>
            <a:off x="9629013" y="3665270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100" dirty="0"/>
          </a:p>
        </p:txBody>
      </p:sp>
      <p:sp>
        <p:nvSpPr>
          <p:cNvPr id="95" name="S03-labelbg144"/>
          <p:cNvSpPr/>
          <p:nvPr/>
        </p:nvSpPr>
        <p:spPr>
          <a:xfrm>
            <a:off x="8133283" y="3988154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S03-label145"/>
          <p:cNvSpPr txBox="1"/>
          <p:nvPr/>
        </p:nvSpPr>
        <p:spPr>
          <a:xfrm>
            <a:off x="8087563" y="3972279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000" dirty="0"/>
          </a:p>
        </p:txBody>
      </p:sp>
      <p:sp>
        <p:nvSpPr>
          <p:cNvPr id="97" name="S03-labelbg147"/>
          <p:cNvSpPr/>
          <p:nvPr/>
        </p:nvSpPr>
        <p:spPr>
          <a:xfrm>
            <a:off x="9921283" y="3855369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S03-label148"/>
          <p:cNvSpPr txBox="1"/>
          <p:nvPr/>
        </p:nvSpPr>
        <p:spPr>
          <a:xfrm>
            <a:off x="9875563" y="383790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1100" dirty="0"/>
          </a:p>
        </p:txBody>
      </p:sp>
      <p:sp>
        <p:nvSpPr>
          <p:cNvPr id="99" name="S03-labelbg150"/>
          <p:cNvSpPr/>
          <p:nvPr/>
        </p:nvSpPr>
        <p:spPr>
          <a:xfrm>
            <a:off x="7936043" y="4126263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0" name="S03-label151"/>
          <p:cNvSpPr txBox="1"/>
          <p:nvPr/>
        </p:nvSpPr>
        <p:spPr>
          <a:xfrm>
            <a:off x="7890323" y="4110388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1000" dirty="0"/>
          </a:p>
        </p:txBody>
      </p:sp>
      <p:sp>
        <p:nvSpPr>
          <p:cNvPr id="101" name="S03-labelbg153"/>
          <p:cNvSpPr/>
          <p:nvPr/>
        </p:nvSpPr>
        <p:spPr>
          <a:xfrm>
            <a:off x="10134110" y="4068195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S03-label154"/>
          <p:cNvSpPr txBox="1"/>
          <p:nvPr/>
        </p:nvSpPr>
        <p:spPr>
          <a:xfrm>
            <a:off x="10088390" y="4050733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100" dirty="0"/>
          </a:p>
        </p:txBody>
      </p:sp>
      <p:sp>
        <p:nvSpPr>
          <p:cNvPr id="103" name="S03-labelbg156"/>
          <p:cNvSpPr/>
          <p:nvPr/>
        </p:nvSpPr>
        <p:spPr>
          <a:xfrm>
            <a:off x="7765782" y="4296525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S03-label157"/>
          <p:cNvSpPr txBox="1"/>
          <p:nvPr/>
        </p:nvSpPr>
        <p:spPr>
          <a:xfrm>
            <a:off x="7720062" y="4280650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000" dirty="0"/>
          </a:p>
        </p:txBody>
      </p:sp>
      <p:sp>
        <p:nvSpPr>
          <p:cNvPr id="105" name="S03-labelbg159"/>
          <p:cNvSpPr/>
          <p:nvPr/>
        </p:nvSpPr>
        <p:spPr>
          <a:xfrm>
            <a:off x="10306746" y="4314746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S03-label160"/>
          <p:cNvSpPr txBox="1"/>
          <p:nvPr/>
        </p:nvSpPr>
        <p:spPr>
          <a:xfrm>
            <a:off x="10261026" y="4297283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100" dirty="0"/>
          </a:p>
        </p:txBody>
      </p:sp>
      <p:sp>
        <p:nvSpPr>
          <p:cNvPr id="107" name="S03-labelbg162"/>
          <p:cNvSpPr/>
          <p:nvPr/>
        </p:nvSpPr>
        <p:spPr>
          <a:xfrm>
            <a:off x="7627673" y="4493765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S03-label163"/>
          <p:cNvSpPr txBox="1"/>
          <p:nvPr/>
        </p:nvSpPr>
        <p:spPr>
          <a:xfrm>
            <a:off x="7581953" y="4477890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000" dirty="0"/>
          </a:p>
        </p:txBody>
      </p:sp>
      <p:sp>
        <p:nvSpPr>
          <p:cNvPr id="109" name="S03-labelbg165"/>
          <p:cNvSpPr/>
          <p:nvPr/>
        </p:nvSpPr>
        <p:spPr>
          <a:xfrm>
            <a:off x="10433947" y="4587528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S03-label166"/>
          <p:cNvSpPr txBox="1"/>
          <p:nvPr/>
        </p:nvSpPr>
        <p:spPr>
          <a:xfrm>
            <a:off x="10388227" y="457006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100" dirty="0"/>
          </a:p>
        </p:txBody>
      </p:sp>
      <p:sp>
        <p:nvSpPr>
          <p:cNvPr id="111" name="S03-labelbg168"/>
          <p:cNvSpPr/>
          <p:nvPr/>
        </p:nvSpPr>
        <p:spPr>
          <a:xfrm>
            <a:off x="7525912" y="4711991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2" name="S03-label169"/>
          <p:cNvSpPr txBox="1"/>
          <p:nvPr/>
        </p:nvSpPr>
        <p:spPr>
          <a:xfrm>
            <a:off x="7480192" y="4696116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000" dirty="0"/>
          </a:p>
        </p:txBody>
      </p:sp>
      <p:sp>
        <p:nvSpPr>
          <p:cNvPr id="113" name="S03-labelbg171"/>
          <p:cNvSpPr/>
          <p:nvPr/>
        </p:nvSpPr>
        <p:spPr>
          <a:xfrm>
            <a:off x="10511847" y="4878255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S03-label172"/>
          <p:cNvSpPr txBox="1"/>
          <p:nvPr/>
        </p:nvSpPr>
        <p:spPr>
          <a:xfrm>
            <a:off x="10466127" y="4860792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1100" dirty="0"/>
          </a:p>
        </p:txBody>
      </p:sp>
      <p:sp>
        <p:nvSpPr>
          <p:cNvPr id="115" name="S03-labelbg174"/>
          <p:cNvSpPr/>
          <p:nvPr/>
        </p:nvSpPr>
        <p:spPr>
          <a:xfrm>
            <a:off x="7463592" y="4944572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6" name="S03-label175"/>
          <p:cNvSpPr txBox="1"/>
          <p:nvPr/>
        </p:nvSpPr>
        <p:spPr>
          <a:xfrm>
            <a:off x="7417872" y="4928697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1000" dirty="0"/>
          </a:p>
        </p:txBody>
      </p:sp>
      <p:sp>
        <p:nvSpPr>
          <p:cNvPr id="117" name="S03-label177"/>
          <p:cNvSpPr txBox="1"/>
          <p:nvPr/>
        </p:nvSpPr>
        <p:spPr>
          <a:xfrm>
            <a:off x="10492359" y="499298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100" dirty="0"/>
          </a:p>
        </p:txBody>
      </p:sp>
      <p:sp>
        <p:nvSpPr>
          <p:cNvPr id="118" name="S03-label179"/>
          <p:cNvSpPr txBox="1"/>
          <p:nvPr/>
        </p:nvSpPr>
        <p:spPr>
          <a:xfrm>
            <a:off x="7396886" y="5000927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000" dirty="0"/>
          </a:p>
        </p:txBody>
      </p:sp>
      <p:sp>
        <p:nvSpPr>
          <p:cNvPr id="119" name="S03-mark180"/>
          <p:cNvSpPr/>
          <p:nvPr/>
        </p:nvSpPr>
        <p:spPr>
          <a:xfrm>
            <a:off x="8911285" y="5200393"/>
            <a:ext cx="95098" cy="9509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0" name="S03-stepno181"/>
          <p:cNvSpPr txBox="1"/>
          <p:nvPr/>
        </p:nvSpPr>
        <p:spPr>
          <a:xfrm>
            <a:off x="548640" y="26014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21" name="S03-text182"/>
          <p:cNvSpPr txBox="1"/>
          <p:nvPr/>
        </p:nvSpPr>
        <p:spPr>
          <a:xfrm>
            <a:off x="1325880" y="2555748"/>
            <a:ext cx="458571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각도기의 중심을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꼭짓점에 맞춰요.</a:t>
            </a:r>
            <a:endParaRPr lang="ko-KR" sz="3000" dirty="0"/>
          </a:p>
        </p:txBody>
      </p:sp>
      <p:sp>
        <p:nvSpPr>
          <p:cNvPr id="122" name="S03-stepno183"/>
          <p:cNvSpPr txBox="1"/>
          <p:nvPr/>
        </p:nvSpPr>
        <p:spPr>
          <a:xfrm>
            <a:off x="548640" y="36957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23" name="S03-text184"/>
          <p:cNvSpPr txBox="1"/>
          <p:nvPr/>
        </p:nvSpPr>
        <p:spPr>
          <a:xfrm>
            <a:off x="1325880" y="3649980"/>
            <a:ext cx="458571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밑금을 각의 한 변에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맞춰요.</a:t>
            </a:r>
            <a:endParaRPr lang="ko-KR" sz="3000" dirty="0"/>
          </a:p>
        </p:txBody>
      </p:sp>
      <p:sp>
        <p:nvSpPr>
          <p:cNvPr id="124" name="S03-stepno185"/>
          <p:cNvSpPr txBox="1"/>
          <p:nvPr/>
        </p:nvSpPr>
        <p:spPr>
          <a:xfrm>
            <a:off x="548640" y="47899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5" name="S03-text186"/>
          <p:cNvSpPr txBox="1"/>
          <p:nvPr/>
        </p:nvSpPr>
        <p:spPr>
          <a:xfrm>
            <a:off x="1325880" y="4744212"/>
            <a:ext cx="458571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변이 0에서 시작하는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눈금을 따라 읽어요.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0에서 시작하는 눈금</a:t>
            </a:r>
            <a:endParaRPr lang="ko-KR" sz="4000" dirty="0"/>
          </a:p>
        </p:txBody>
      </p:sp>
      <p:sp>
        <p:nvSpPr>
          <p:cNvPr id="3" name="S04-card187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88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왼쪽 0에 맞으니 바깥쪽 눈금을 읽어요. 135°가 아니에요.</a:t>
            </a:r>
            <a:endParaRPr lang="ko-KR" sz="3000" dirty="0"/>
          </a:p>
        </p:txBody>
      </p:sp>
      <p:sp>
        <p:nvSpPr>
          <p:cNvPr id="5" name="S04-mark189"/>
          <p:cNvSpPr/>
          <p:nvPr/>
        </p:nvSpPr>
        <p:spPr>
          <a:xfrm>
            <a:off x="3695587" y="1897098"/>
            <a:ext cx="4797778" cy="2398889"/>
          </a:xfrm>
          <a:custGeom>
            <a:avLst/>
            <a:gdLst/>
            <a:ahLst/>
            <a:cxnLst/>
            <a:rect l="l" t="t" r="r" b="b"/>
            <a:pathLst>
              <a:path w="4797778" h="2398889">
                <a:moveTo>
                  <a:pt x="4797778" y="2398889"/>
                </a:moveTo>
                <a:lnTo>
                  <a:pt x="4795495" y="2294251"/>
                </a:lnTo>
                <a:lnTo>
                  <a:pt x="4788649" y="2189812"/>
                </a:lnTo>
                <a:lnTo>
                  <a:pt x="4777255" y="2085771"/>
                </a:lnTo>
                <a:lnTo>
                  <a:pt x="4761333" y="1982326"/>
                </a:lnTo>
                <a:lnTo>
                  <a:pt x="4740915" y="1879674"/>
                </a:lnTo>
                <a:lnTo>
                  <a:pt x="4716038" y="1778011"/>
                </a:lnTo>
                <a:lnTo>
                  <a:pt x="4686750" y="1677529"/>
                </a:lnTo>
                <a:lnTo>
                  <a:pt x="4653107" y="1578421"/>
                </a:lnTo>
                <a:lnTo>
                  <a:pt x="4615173" y="1480874"/>
                </a:lnTo>
                <a:lnTo>
                  <a:pt x="4573021" y="1385075"/>
                </a:lnTo>
                <a:lnTo>
                  <a:pt x="4526729" y="1291205"/>
                </a:lnTo>
                <a:lnTo>
                  <a:pt x="4476388" y="1199444"/>
                </a:lnTo>
                <a:lnTo>
                  <a:pt x="4422091" y="1109967"/>
                </a:lnTo>
                <a:lnTo>
                  <a:pt x="4363944" y="1022943"/>
                </a:lnTo>
                <a:lnTo>
                  <a:pt x="4302055" y="938538"/>
                </a:lnTo>
                <a:lnTo>
                  <a:pt x="4236544" y="856913"/>
                </a:lnTo>
                <a:lnTo>
                  <a:pt x="4167535" y="778223"/>
                </a:lnTo>
                <a:lnTo>
                  <a:pt x="4095159" y="702618"/>
                </a:lnTo>
                <a:lnTo>
                  <a:pt x="4019555" y="630242"/>
                </a:lnTo>
                <a:lnTo>
                  <a:pt x="3940865" y="561233"/>
                </a:lnTo>
                <a:lnTo>
                  <a:pt x="3859240" y="495722"/>
                </a:lnTo>
                <a:lnTo>
                  <a:pt x="3774835" y="433834"/>
                </a:lnTo>
                <a:lnTo>
                  <a:pt x="3687811" y="375687"/>
                </a:lnTo>
                <a:lnTo>
                  <a:pt x="3598333" y="321390"/>
                </a:lnTo>
                <a:lnTo>
                  <a:pt x="3506573" y="271048"/>
                </a:lnTo>
                <a:lnTo>
                  <a:pt x="3412703" y="224757"/>
                </a:lnTo>
                <a:lnTo>
                  <a:pt x="3316904" y="182605"/>
                </a:lnTo>
                <a:lnTo>
                  <a:pt x="3219357" y="144671"/>
                </a:lnTo>
                <a:lnTo>
                  <a:pt x="3120249" y="111028"/>
                </a:lnTo>
                <a:lnTo>
                  <a:pt x="3019767" y="81740"/>
                </a:lnTo>
                <a:lnTo>
                  <a:pt x="2918103" y="56863"/>
                </a:lnTo>
                <a:lnTo>
                  <a:pt x="2815452" y="36445"/>
                </a:lnTo>
                <a:lnTo>
                  <a:pt x="2712007" y="20523"/>
                </a:lnTo>
                <a:lnTo>
                  <a:pt x="2607966" y="9128"/>
                </a:lnTo>
                <a:lnTo>
                  <a:pt x="2503527" y="2283"/>
                </a:lnTo>
                <a:lnTo>
                  <a:pt x="2398889" y="0"/>
                </a:lnTo>
                <a:lnTo>
                  <a:pt x="2294251" y="2283"/>
                </a:lnTo>
                <a:lnTo>
                  <a:pt x="2189812" y="9128"/>
                </a:lnTo>
                <a:lnTo>
                  <a:pt x="2085771" y="20523"/>
                </a:lnTo>
                <a:lnTo>
                  <a:pt x="1982326" y="36445"/>
                </a:lnTo>
                <a:lnTo>
                  <a:pt x="1879674" y="56863"/>
                </a:lnTo>
                <a:lnTo>
                  <a:pt x="1778011" y="81740"/>
                </a:lnTo>
                <a:lnTo>
                  <a:pt x="1677529" y="111028"/>
                </a:lnTo>
                <a:lnTo>
                  <a:pt x="1578421" y="144671"/>
                </a:lnTo>
                <a:lnTo>
                  <a:pt x="1480874" y="182605"/>
                </a:lnTo>
                <a:lnTo>
                  <a:pt x="1385075" y="224757"/>
                </a:lnTo>
                <a:lnTo>
                  <a:pt x="1291205" y="271048"/>
                </a:lnTo>
                <a:lnTo>
                  <a:pt x="1199444" y="321390"/>
                </a:lnTo>
                <a:lnTo>
                  <a:pt x="1109967" y="375687"/>
                </a:lnTo>
                <a:lnTo>
                  <a:pt x="1022943" y="433834"/>
                </a:lnTo>
                <a:lnTo>
                  <a:pt x="938538" y="495722"/>
                </a:lnTo>
                <a:lnTo>
                  <a:pt x="856913" y="561233"/>
                </a:lnTo>
                <a:lnTo>
                  <a:pt x="778223" y="630242"/>
                </a:lnTo>
                <a:lnTo>
                  <a:pt x="702618" y="702618"/>
                </a:lnTo>
                <a:lnTo>
                  <a:pt x="630242" y="778223"/>
                </a:lnTo>
                <a:lnTo>
                  <a:pt x="561233" y="856913"/>
                </a:lnTo>
                <a:lnTo>
                  <a:pt x="495722" y="938538"/>
                </a:lnTo>
                <a:lnTo>
                  <a:pt x="433834" y="1022943"/>
                </a:lnTo>
                <a:lnTo>
                  <a:pt x="375687" y="1109967"/>
                </a:lnTo>
                <a:lnTo>
                  <a:pt x="321390" y="1199444"/>
                </a:lnTo>
                <a:lnTo>
                  <a:pt x="271048" y="1291205"/>
                </a:lnTo>
                <a:lnTo>
                  <a:pt x="224757" y="1385075"/>
                </a:lnTo>
                <a:lnTo>
                  <a:pt x="182605" y="1480874"/>
                </a:lnTo>
                <a:lnTo>
                  <a:pt x="144671" y="1578421"/>
                </a:lnTo>
                <a:lnTo>
                  <a:pt x="111028" y="1677529"/>
                </a:lnTo>
                <a:lnTo>
                  <a:pt x="81740" y="1778011"/>
                </a:lnTo>
                <a:lnTo>
                  <a:pt x="56863" y="1879674"/>
                </a:lnTo>
                <a:lnTo>
                  <a:pt x="36445" y="1982326"/>
                </a:lnTo>
                <a:lnTo>
                  <a:pt x="20523" y="2085771"/>
                </a:lnTo>
                <a:lnTo>
                  <a:pt x="9128" y="2189812"/>
                </a:lnTo>
                <a:lnTo>
                  <a:pt x="2283" y="2294251"/>
                </a:lnTo>
                <a:lnTo>
                  <a:pt x="0" y="2398889"/>
                </a:lnTo>
                <a:lnTo>
                  <a:pt x="0" y="2398889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4-mark190"/>
          <p:cNvSpPr/>
          <p:nvPr/>
        </p:nvSpPr>
        <p:spPr>
          <a:xfrm flipH="1">
            <a:off x="8205498" y="4295987"/>
            <a:ext cx="287867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" name="S04-mark191"/>
          <p:cNvSpPr/>
          <p:nvPr/>
        </p:nvSpPr>
        <p:spPr>
          <a:xfrm flipH="1">
            <a:off x="8316953" y="4086910"/>
            <a:ext cx="167283" cy="146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4-mark192"/>
          <p:cNvSpPr/>
          <p:nvPr/>
        </p:nvSpPr>
        <p:spPr>
          <a:xfrm flipH="1">
            <a:off x="8173427" y="3879424"/>
            <a:ext cx="283493" cy="4998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" name="S04-mark193"/>
          <p:cNvSpPr/>
          <p:nvPr/>
        </p:nvSpPr>
        <p:spPr>
          <a:xfrm flipH="1">
            <a:off x="8249424" y="3675109"/>
            <a:ext cx="162200" cy="43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4-mark194"/>
          <p:cNvSpPr/>
          <p:nvPr/>
        </p:nvSpPr>
        <p:spPr>
          <a:xfrm flipH="1">
            <a:off x="8078188" y="3475518"/>
            <a:ext cx="270506" cy="9845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04-mark195"/>
          <p:cNvSpPr/>
          <p:nvPr/>
        </p:nvSpPr>
        <p:spPr>
          <a:xfrm flipH="1">
            <a:off x="8116418" y="3282172"/>
            <a:ext cx="152189" cy="709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4-mark196"/>
          <p:cNvSpPr/>
          <p:nvPr/>
        </p:nvSpPr>
        <p:spPr>
          <a:xfrm flipH="1">
            <a:off x="7922675" y="3096542"/>
            <a:ext cx="249300" cy="14393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" name="S04-mark197"/>
          <p:cNvSpPr/>
          <p:nvPr/>
        </p:nvSpPr>
        <p:spPr>
          <a:xfrm flipH="1">
            <a:off x="7921977" y="2920041"/>
            <a:ext cx="137554" cy="963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mark198"/>
          <p:cNvSpPr/>
          <p:nvPr/>
        </p:nvSpPr>
        <p:spPr>
          <a:xfrm flipH="1">
            <a:off x="7711613" y="2754011"/>
            <a:ext cx="220519" cy="18503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" name="S04-mark199"/>
          <p:cNvSpPr/>
          <p:nvPr/>
        </p:nvSpPr>
        <p:spPr>
          <a:xfrm flipH="1">
            <a:off x="7672008" y="2599716"/>
            <a:ext cx="118739" cy="1187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4-mark200"/>
          <p:cNvSpPr/>
          <p:nvPr/>
        </p:nvSpPr>
        <p:spPr>
          <a:xfrm flipH="1">
            <a:off x="7451415" y="2458331"/>
            <a:ext cx="185037" cy="22051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7" name="S04-mark201"/>
          <p:cNvSpPr/>
          <p:nvPr/>
        </p:nvSpPr>
        <p:spPr>
          <a:xfrm flipH="1">
            <a:off x="7374106" y="2330932"/>
            <a:ext cx="96316" cy="1375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mark202"/>
          <p:cNvSpPr/>
          <p:nvPr/>
        </p:nvSpPr>
        <p:spPr>
          <a:xfrm flipH="1">
            <a:off x="7149987" y="2218488"/>
            <a:ext cx="143933" cy="24930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9" name="S04-mark203"/>
          <p:cNvSpPr/>
          <p:nvPr/>
        </p:nvSpPr>
        <p:spPr>
          <a:xfrm flipH="1">
            <a:off x="7037323" y="2121855"/>
            <a:ext cx="70967" cy="1521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mark204"/>
          <p:cNvSpPr/>
          <p:nvPr/>
        </p:nvSpPr>
        <p:spPr>
          <a:xfrm flipH="1">
            <a:off x="6816488" y="2041768"/>
            <a:ext cx="98456" cy="27050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1" name="S04-mark205"/>
          <p:cNvSpPr/>
          <p:nvPr/>
        </p:nvSpPr>
        <p:spPr>
          <a:xfrm flipH="1">
            <a:off x="6671893" y="1978838"/>
            <a:ext cx="43461" cy="162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4-mark206"/>
          <p:cNvSpPr/>
          <p:nvPr/>
        </p:nvSpPr>
        <p:spPr>
          <a:xfrm flipH="1">
            <a:off x="6461051" y="1933542"/>
            <a:ext cx="49988" cy="28349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3" name="S04-mark207"/>
          <p:cNvSpPr/>
          <p:nvPr/>
        </p:nvSpPr>
        <p:spPr>
          <a:xfrm flipH="1">
            <a:off x="6288918" y="1906226"/>
            <a:ext cx="14635" cy="167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4-mark208"/>
          <p:cNvSpPr/>
          <p:nvPr/>
        </p:nvSpPr>
        <p:spPr>
          <a:xfrm>
            <a:off x="6094476" y="1897098"/>
            <a:ext cx="0" cy="28786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5" name="S04-mark209"/>
          <p:cNvSpPr/>
          <p:nvPr/>
        </p:nvSpPr>
        <p:spPr>
          <a:xfrm>
            <a:off x="5885399" y="1906226"/>
            <a:ext cx="14635" cy="167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4-mark210"/>
          <p:cNvSpPr/>
          <p:nvPr/>
        </p:nvSpPr>
        <p:spPr>
          <a:xfrm>
            <a:off x="5677913" y="1933542"/>
            <a:ext cx="49988" cy="28349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7" name="S04-mark211"/>
          <p:cNvSpPr/>
          <p:nvPr/>
        </p:nvSpPr>
        <p:spPr>
          <a:xfrm>
            <a:off x="5473598" y="1978838"/>
            <a:ext cx="43461" cy="162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4-mark212"/>
          <p:cNvSpPr/>
          <p:nvPr/>
        </p:nvSpPr>
        <p:spPr>
          <a:xfrm>
            <a:off x="5274008" y="2041768"/>
            <a:ext cx="98456" cy="27050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9" name="S04-mark213"/>
          <p:cNvSpPr/>
          <p:nvPr/>
        </p:nvSpPr>
        <p:spPr>
          <a:xfrm>
            <a:off x="5080662" y="2121855"/>
            <a:ext cx="70967" cy="1521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4-mark214"/>
          <p:cNvSpPr/>
          <p:nvPr/>
        </p:nvSpPr>
        <p:spPr>
          <a:xfrm>
            <a:off x="4895032" y="2218488"/>
            <a:ext cx="143933" cy="24930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1" name="S04-mark215"/>
          <p:cNvSpPr/>
          <p:nvPr/>
        </p:nvSpPr>
        <p:spPr>
          <a:xfrm>
            <a:off x="4718530" y="2330932"/>
            <a:ext cx="96316" cy="1375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4-mark216"/>
          <p:cNvSpPr/>
          <p:nvPr/>
        </p:nvSpPr>
        <p:spPr>
          <a:xfrm>
            <a:off x="4552500" y="2458331"/>
            <a:ext cx="185037" cy="22051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3" name="S04-mark217"/>
          <p:cNvSpPr/>
          <p:nvPr/>
        </p:nvSpPr>
        <p:spPr>
          <a:xfrm>
            <a:off x="4398205" y="2599716"/>
            <a:ext cx="118739" cy="1187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4-mark218"/>
          <p:cNvSpPr/>
          <p:nvPr/>
        </p:nvSpPr>
        <p:spPr>
          <a:xfrm>
            <a:off x="4256820" y="2754011"/>
            <a:ext cx="220519" cy="18503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5" name="S04-mark219"/>
          <p:cNvSpPr/>
          <p:nvPr/>
        </p:nvSpPr>
        <p:spPr>
          <a:xfrm>
            <a:off x="4129421" y="2920041"/>
            <a:ext cx="137554" cy="963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4-mark220"/>
          <p:cNvSpPr/>
          <p:nvPr/>
        </p:nvSpPr>
        <p:spPr>
          <a:xfrm>
            <a:off x="4016977" y="3096542"/>
            <a:ext cx="249300" cy="14393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7" name="S04-mark221"/>
          <p:cNvSpPr/>
          <p:nvPr/>
        </p:nvSpPr>
        <p:spPr>
          <a:xfrm>
            <a:off x="3920344" y="3282172"/>
            <a:ext cx="152189" cy="709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mark222"/>
          <p:cNvSpPr/>
          <p:nvPr/>
        </p:nvSpPr>
        <p:spPr>
          <a:xfrm>
            <a:off x="3840258" y="3475518"/>
            <a:ext cx="270506" cy="9845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9" name="S04-mark223"/>
          <p:cNvSpPr/>
          <p:nvPr/>
        </p:nvSpPr>
        <p:spPr>
          <a:xfrm>
            <a:off x="3777327" y="3675109"/>
            <a:ext cx="162200" cy="43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mark224"/>
          <p:cNvSpPr/>
          <p:nvPr/>
        </p:nvSpPr>
        <p:spPr>
          <a:xfrm>
            <a:off x="3732032" y="3879424"/>
            <a:ext cx="283493" cy="4998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1" name="S04-mark225"/>
          <p:cNvSpPr/>
          <p:nvPr/>
        </p:nvSpPr>
        <p:spPr>
          <a:xfrm>
            <a:off x="3704716" y="4086910"/>
            <a:ext cx="167283" cy="146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4-mark226"/>
          <p:cNvSpPr/>
          <p:nvPr/>
        </p:nvSpPr>
        <p:spPr>
          <a:xfrm>
            <a:off x="3695587" y="4295987"/>
            <a:ext cx="287867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3" name="S04-mark227"/>
          <p:cNvSpPr/>
          <p:nvPr/>
        </p:nvSpPr>
        <p:spPr>
          <a:xfrm>
            <a:off x="3695587" y="4295987"/>
            <a:ext cx="479777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4" name="S04-mark228"/>
          <p:cNvSpPr/>
          <p:nvPr/>
        </p:nvSpPr>
        <p:spPr>
          <a:xfrm flipV="1">
            <a:off x="6094476" y="4008120"/>
            <a:ext cx="0" cy="28786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5" name="S04-mark229"/>
          <p:cNvSpPr/>
          <p:nvPr/>
        </p:nvSpPr>
        <p:spPr>
          <a:xfrm>
            <a:off x="5374809" y="3787105"/>
            <a:ext cx="719667" cy="508881"/>
          </a:xfrm>
          <a:custGeom>
            <a:avLst/>
            <a:gdLst/>
            <a:ahLst/>
            <a:cxnLst/>
            <a:rect l="l" t="t" r="r" b="b"/>
            <a:pathLst>
              <a:path w="719667" h="508881">
                <a:moveTo>
                  <a:pt x="719667" y="508881"/>
                </a:moveTo>
                <a:lnTo>
                  <a:pt x="210785" y="0"/>
                </a:lnTo>
                <a:lnTo>
                  <a:pt x="194408" y="16923"/>
                </a:lnTo>
                <a:lnTo>
                  <a:pt x="178593" y="34372"/>
                </a:lnTo>
                <a:lnTo>
                  <a:pt x="163357" y="52329"/>
                </a:lnTo>
                <a:lnTo>
                  <a:pt x="148717" y="70776"/>
                </a:lnTo>
                <a:lnTo>
                  <a:pt x="134688" y="89691"/>
                </a:lnTo>
                <a:lnTo>
                  <a:pt x="121286" y="109056"/>
                </a:lnTo>
                <a:lnTo>
                  <a:pt x="108524" y="128848"/>
                </a:lnTo>
                <a:lnTo>
                  <a:pt x="96417" y="149048"/>
                </a:lnTo>
                <a:lnTo>
                  <a:pt x="84977" y="169633"/>
                </a:lnTo>
                <a:lnTo>
                  <a:pt x="74217" y="190581"/>
                </a:lnTo>
                <a:lnTo>
                  <a:pt x="64148" y="211870"/>
                </a:lnTo>
                <a:lnTo>
                  <a:pt x="54781" y="233477"/>
                </a:lnTo>
                <a:lnTo>
                  <a:pt x="46126" y="255379"/>
                </a:lnTo>
                <a:lnTo>
                  <a:pt x="38193" y="277552"/>
                </a:lnTo>
                <a:lnTo>
                  <a:pt x="30989" y="299973"/>
                </a:lnTo>
                <a:lnTo>
                  <a:pt x="24522" y="322618"/>
                </a:lnTo>
                <a:lnTo>
                  <a:pt x="18800" y="345462"/>
                </a:lnTo>
                <a:lnTo>
                  <a:pt x="13828" y="368481"/>
                </a:lnTo>
                <a:lnTo>
                  <a:pt x="9612" y="391651"/>
                </a:lnTo>
                <a:lnTo>
                  <a:pt x="6157" y="414946"/>
                </a:lnTo>
                <a:lnTo>
                  <a:pt x="3465" y="438342"/>
                </a:lnTo>
                <a:lnTo>
                  <a:pt x="1541" y="461813"/>
                </a:lnTo>
                <a:lnTo>
                  <a:pt x="385" y="485334"/>
                </a:lnTo>
                <a:lnTo>
                  <a:pt x="0" y="508881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46" name="S04-figure230" descr="왼쪽 변이 바깥쪽 눈금 0에 맞은 45° 각. 다른 변은 바깥쪽 45, 안쪽 135를 가리킴"/>
          <p:cNvSpPr/>
          <p:nvPr/>
        </p:nvSpPr>
        <p:spPr>
          <a:xfrm flipH="1" flipV="1">
            <a:off x="4058951" y="2260462"/>
            <a:ext cx="2035525" cy="2035525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7" name="S04-mark231"/>
          <p:cNvSpPr/>
          <p:nvPr/>
        </p:nvSpPr>
        <p:spPr>
          <a:xfrm flipH="1">
            <a:off x="3215809" y="4295987"/>
            <a:ext cx="2878667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8" name="S04-label233"/>
          <p:cNvSpPr txBox="1"/>
          <p:nvPr/>
        </p:nvSpPr>
        <p:spPr>
          <a:xfrm>
            <a:off x="4070209" y="4033097"/>
            <a:ext cx="2103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200" dirty="0"/>
          </a:p>
        </p:txBody>
      </p:sp>
      <p:sp>
        <p:nvSpPr>
          <p:cNvPr id="49" name="S04-label235"/>
          <p:cNvSpPr txBox="1"/>
          <p:nvPr/>
        </p:nvSpPr>
        <p:spPr>
          <a:xfrm>
            <a:off x="7528800" y="4041034"/>
            <a:ext cx="20193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100" dirty="0"/>
          </a:p>
        </p:txBody>
      </p:sp>
      <p:sp>
        <p:nvSpPr>
          <p:cNvPr id="50" name="S04-labelbg237"/>
          <p:cNvSpPr/>
          <p:nvPr/>
        </p:nvSpPr>
        <p:spPr>
          <a:xfrm>
            <a:off x="4094792" y="3886537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04-label238"/>
          <p:cNvSpPr txBox="1"/>
          <p:nvPr/>
        </p:nvSpPr>
        <p:spPr>
          <a:xfrm>
            <a:off x="4049072" y="3867487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200" dirty="0"/>
          </a:p>
        </p:txBody>
      </p:sp>
      <p:sp>
        <p:nvSpPr>
          <p:cNvPr id="52" name="S04-labelbg240"/>
          <p:cNvSpPr/>
          <p:nvPr/>
        </p:nvSpPr>
        <p:spPr>
          <a:xfrm>
            <a:off x="7505094" y="3959537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04-label241"/>
          <p:cNvSpPr txBox="1"/>
          <p:nvPr/>
        </p:nvSpPr>
        <p:spPr>
          <a:xfrm>
            <a:off x="7459374" y="3942074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100" dirty="0"/>
          </a:p>
        </p:txBody>
      </p:sp>
      <p:sp>
        <p:nvSpPr>
          <p:cNvPr id="54" name="S04-labelbg243"/>
          <p:cNvSpPr/>
          <p:nvPr/>
        </p:nvSpPr>
        <p:spPr>
          <a:xfrm>
            <a:off x="4181373" y="3563412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04-label244"/>
          <p:cNvSpPr txBox="1"/>
          <p:nvPr/>
        </p:nvSpPr>
        <p:spPr>
          <a:xfrm>
            <a:off x="4135653" y="3544362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200" dirty="0"/>
          </a:p>
        </p:txBody>
      </p:sp>
      <p:sp>
        <p:nvSpPr>
          <p:cNvPr id="56" name="S04-labelbg246"/>
          <p:cNvSpPr/>
          <p:nvPr/>
        </p:nvSpPr>
        <p:spPr>
          <a:xfrm>
            <a:off x="7435830" y="3701037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04-label247"/>
          <p:cNvSpPr txBox="1"/>
          <p:nvPr/>
        </p:nvSpPr>
        <p:spPr>
          <a:xfrm>
            <a:off x="7390110" y="3683574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100" dirty="0"/>
          </a:p>
        </p:txBody>
      </p:sp>
      <p:sp>
        <p:nvSpPr>
          <p:cNvPr id="58" name="S04-labelbg249"/>
          <p:cNvSpPr/>
          <p:nvPr/>
        </p:nvSpPr>
        <p:spPr>
          <a:xfrm>
            <a:off x="4322749" y="3260231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04-label250"/>
          <p:cNvSpPr txBox="1"/>
          <p:nvPr/>
        </p:nvSpPr>
        <p:spPr>
          <a:xfrm>
            <a:off x="4277029" y="3241181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200" dirty="0"/>
          </a:p>
        </p:txBody>
      </p:sp>
      <p:sp>
        <p:nvSpPr>
          <p:cNvPr id="60" name="S04-labelbg252"/>
          <p:cNvSpPr/>
          <p:nvPr/>
        </p:nvSpPr>
        <p:spPr>
          <a:xfrm>
            <a:off x="7322729" y="3458492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04-label253"/>
          <p:cNvSpPr txBox="1"/>
          <p:nvPr/>
        </p:nvSpPr>
        <p:spPr>
          <a:xfrm>
            <a:off x="7277009" y="3441030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100" dirty="0"/>
          </a:p>
        </p:txBody>
      </p:sp>
      <p:sp>
        <p:nvSpPr>
          <p:cNvPr id="62" name="S04-labelbg255"/>
          <p:cNvSpPr/>
          <p:nvPr/>
        </p:nvSpPr>
        <p:spPr>
          <a:xfrm>
            <a:off x="4514624" y="2986206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04-label256"/>
          <p:cNvSpPr txBox="1"/>
          <p:nvPr/>
        </p:nvSpPr>
        <p:spPr>
          <a:xfrm>
            <a:off x="4468904" y="2967156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200" dirty="0"/>
          </a:p>
        </p:txBody>
      </p:sp>
      <p:sp>
        <p:nvSpPr>
          <p:cNvPr id="64" name="S04-labelbg258"/>
          <p:cNvSpPr/>
          <p:nvPr/>
        </p:nvSpPr>
        <p:spPr>
          <a:xfrm>
            <a:off x="7169230" y="3239272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04-label259"/>
          <p:cNvSpPr txBox="1"/>
          <p:nvPr/>
        </p:nvSpPr>
        <p:spPr>
          <a:xfrm>
            <a:off x="7123510" y="3221809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100" dirty="0"/>
          </a:p>
        </p:txBody>
      </p:sp>
      <p:sp>
        <p:nvSpPr>
          <p:cNvPr id="66" name="S04-labelbg261"/>
          <p:cNvSpPr/>
          <p:nvPr/>
        </p:nvSpPr>
        <p:spPr>
          <a:xfrm>
            <a:off x="4751167" y="2749662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S04-label262"/>
          <p:cNvSpPr txBox="1"/>
          <p:nvPr/>
        </p:nvSpPr>
        <p:spPr>
          <a:xfrm>
            <a:off x="4705447" y="2730612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200" dirty="0"/>
          </a:p>
        </p:txBody>
      </p:sp>
      <p:sp>
        <p:nvSpPr>
          <p:cNvPr id="68" name="S04-labelbg264"/>
          <p:cNvSpPr/>
          <p:nvPr/>
        </p:nvSpPr>
        <p:spPr>
          <a:xfrm>
            <a:off x="6979995" y="3050037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04-label265"/>
          <p:cNvSpPr txBox="1"/>
          <p:nvPr/>
        </p:nvSpPr>
        <p:spPr>
          <a:xfrm>
            <a:off x="6934275" y="3032575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100" dirty="0"/>
          </a:p>
        </p:txBody>
      </p:sp>
      <p:sp>
        <p:nvSpPr>
          <p:cNvPr id="70" name="S04-labelbg267"/>
          <p:cNvSpPr/>
          <p:nvPr/>
        </p:nvSpPr>
        <p:spPr>
          <a:xfrm>
            <a:off x="5025192" y="2557788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S04-label268"/>
          <p:cNvSpPr txBox="1"/>
          <p:nvPr/>
        </p:nvSpPr>
        <p:spPr>
          <a:xfrm>
            <a:off x="4979472" y="2538738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200" dirty="0"/>
          </a:p>
        </p:txBody>
      </p:sp>
      <p:sp>
        <p:nvSpPr>
          <p:cNvPr id="72" name="S04-labelbg270"/>
          <p:cNvSpPr/>
          <p:nvPr/>
        </p:nvSpPr>
        <p:spPr>
          <a:xfrm>
            <a:off x="6760774" y="2896537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04-label271"/>
          <p:cNvSpPr txBox="1"/>
          <p:nvPr/>
        </p:nvSpPr>
        <p:spPr>
          <a:xfrm>
            <a:off x="6715054" y="2879075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100" dirty="0"/>
          </a:p>
        </p:txBody>
      </p:sp>
      <p:sp>
        <p:nvSpPr>
          <p:cNvPr id="74" name="S04-labelbg273"/>
          <p:cNvSpPr/>
          <p:nvPr/>
        </p:nvSpPr>
        <p:spPr>
          <a:xfrm>
            <a:off x="5328373" y="2416412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S04-label274"/>
          <p:cNvSpPr txBox="1"/>
          <p:nvPr/>
        </p:nvSpPr>
        <p:spPr>
          <a:xfrm>
            <a:off x="5282653" y="2397362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1200" dirty="0"/>
          </a:p>
        </p:txBody>
      </p:sp>
      <p:sp>
        <p:nvSpPr>
          <p:cNvPr id="76" name="S04-labelbg276"/>
          <p:cNvSpPr/>
          <p:nvPr/>
        </p:nvSpPr>
        <p:spPr>
          <a:xfrm>
            <a:off x="6518230" y="2783437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S04-label277"/>
          <p:cNvSpPr txBox="1"/>
          <p:nvPr/>
        </p:nvSpPr>
        <p:spPr>
          <a:xfrm>
            <a:off x="6472510" y="2765975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1100" dirty="0"/>
          </a:p>
        </p:txBody>
      </p:sp>
      <p:sp>
        <p:nvSpPr>
          <p:cNvPr id="78" name="S04-labelbg279"/>
          <p:cNvSpPr/>
          <p:nvPr/>
        </p:nvSpPr>
        <p:spPr>
          <a:xfrm>
            <a:off x="5651498" y="2329831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S04-label280"/>
          <p:cNvSpPr txBox="1"/>
          <p:nvPr/>
        </p:nvSpPr>
        <p:spPr>
          <a:xfrm>
            <a:off x="5605778" y="2310781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200" dirty="0"/>
          </a:p>
        </p:txBody>
      </p:sp>
      <p:sp>
        <p:nvSpPr>
          <p:cNvPr id="80" name="S04-labelbg282"/>
          <p:cNvSpPr/>
          <p:nvPr/>
        </p:nvSpPr>
        <p:spPr>
          <a:xfrm>
            <a:off x="6259730" y="2714172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S04-label283"/>
          <p:cNvSpPr txBox="1"/>
          <p:nvPr/>
        </p:nvSpPr>
        <p:spPr>
          <a:xfrm>
            <a:off x="6214010" y="2696710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100" dirty="0"/>
          </a:p>
        </p:txBody>
      </p:sp>
      <p:sp>
        <p:nvSpPr>
          <p:cNvPr id="82" name="S04-labelbg285"/>
          <p:cNvSpPr/>
          <p:nvPr/>
        </p:nvSpPr>
        <p:spPr>
          <a:xfrm>
            <a:off x="5984748" y="2300676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S04-label286"/>
          <p:cNvSpPr txBox="1"/>
          <p:nvPr/>
        </p:nvSpPr>
        <p:spPr>
          <a:xfrm>
            <a:off x="5939028" y="2281626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1200" dirty="0"/>
          </a:p>
        </p:txBody>
      </p:sp>
      <p:sp>
        <p:nvSpPr>
          <p:cNvPr id="84" name="S04-labelbg288"/>
          <p:cNvSpPr/>
          <p:nvPr/>
        </p:nvSpPr>
        <p:spPr>
          <a:xfrm>
            <a:off x="5993130" y="2690848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S04-label289"/>
          <p:cNvSpPr txBox="1"/>
          <p:nvPr/>
        </p:nvSpPr>
        <p:spPr>
          <a:xfrm>
            <a:off x="5947410" y="2673385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1100" dirty="0"/>
          </a:p>
        </p:txBody>
      </p:sp>
      <p:sp>
        <p:nvSpPr>
          <p:cNvPr id="86" name="S04-labelbg291"/>
          <p:cNvSpPr/>
          <p:nvPr/>
        </p:nvSpPr>
        <p:spPr>
          <a:xfrm>
            <a:off x="6267706" y="2329831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S04-label292"/>
          <p:cNvSpPr txBox="1"/>
          <p:nvPr/>
        </p:nvSpPr>
        <p:spPr>
          <a:xfrm>
            <a:off x="6221986" y="2310781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200" dirty="0"/>
          </a:p>
        </p:txBody>
      </p:sp>
      <p:sp>
        <p:nvSpPr>
          <p:cNvPr id="88" name="S04-labelbg294"/>
          <p:cNvSpPr/>
          <p:nvPr/>
        </p:nvSpPr>
        <p:spPr>
          <a:xfrm>
            <a:off x="5680429" y="2714172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S04-label295"/>
          <p:cNvSpPr txBox="1"/>
          <p:nvPr/>
        </p:nvSpPr>
        <p:spPr>
          <a:xfrm>
            <a:off x="5634709" y="2696710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100" dirty="0"/>
          </a:p>
        </p:txBody>
      </p:sp>
      <p:sp>
        <p:nvSpPr>
          <p:cNvPr id="90" name="S04-labelbg297"/>
          <p:cNvSpPr/>
          <p:nvPr/>
        </p:nvSpPr>
        <p:spPr>
          <a:xfrm>
            <a:off x="6590831" y="2416412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S04-label298"/>
          <p:cNvSpPr txBox="1"/>
          <p:nvPr/>
        </p:nvSpPr>
        <p:spPr>
          <a:xfrm>
            <a:off x="6545111" y="2397362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1200" dirty="0"/>
          </a:p>
        </p:txBody>
      </p:sp>
      <p:sp>
        <p:nvSpPr>
          <p:cNvPr id="92" name="S04-labelbg300"/>
          <p:cNvSpPr/>
          <p:nvPr/>
        </p:nvSpPr>
        <p:spPr>
          <a:xfrm>
            <a:off x="5421929" y="2783437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S04-label301"/>
          <p:cNvSpPr txBox="1"/>
          <p:nvPr/>
        </p:nvSpPr>
        <p:spPr>
          <a:xfrm>
            <a:off x="5376209" y="2765975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1100" dirty="0"/>
          </a:p>
        </p:txBody>
      </p:sp>
      <p:sp>
        <p:nvSpPr>
          <p:cNvPr id="94" name="S04-labelbg303"/>
          <p:cNvSpPr/>
          <p:nvPr/>
        </p:nvSpPr>
        <p:spPr>
          <a:xfrm>
            <a:off x="6894012" y="2557788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S04-label304"/>
          <p:cNvSpPr txBox="1"/>
          <p:nvPr/>
        </p:nvSpPr>
        <p:spPr>
          <a:xfrm>
            <a:off x="6848292" y="2538738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200" dirty="0"/>
          </a:p>
        </p:txBody>
      </p:sp>
      <p:sp>
        <p:nvSpPr>
          <p:cNvPr id="96" name="S04-labelbg306"/>
          <p:cNvSpPr/>
          <p:nvPr/>
        </p:nvSpPr>
        <p:spPr>
          <a:xfrm>
            <a:off x="5179385" y="2896537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S04-label307"/>
          <p:cNvSpPr txBox="1"/>
          <p:nvPr/>
        </p:nvSpPr>
        <p:spPr>
          <a:xfrm>
            <a:off x="5133665" y="2879075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100" dirty="0"/>
          </a:p>
        </p:txBody>
      </p:sp>
      <p:sp>
        <p:nvSpPr>
          <p:cNvPr id="98" name="S04-labelbg309"/>
          <p:cNvSpPr/>
          <p:nvPr/>
        </p:nvSpPr>
        <p:spPr>
          <a:xfrm>
            <a:off x="7168037" y="2749662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S04-label310"/>
          <p:cNvSpPr txBox="1"/>
          <p:nvPr/>
        </p:nvSpPr>
        <p:spPr>
          <a:xfrm>
            <a:off x="7122317" y="2730612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1200" dirty="0"/>
          </a:p>
        </p:txBody>
      </p:sp>
      <p:sp>
        <p:nvSpPr>
          <p:cNvPr id="100" name="S04-labelbg312"/>
          <p:cNvSpPr/>
          <p:nvPr/>
        </p:nvSpPr>
        <p:spPr>
          <a:xfrm>
            <a:off x="4960164" y="3050037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S04-label313"/>
          <p:cNvSpPr txBox="1"/>
          <p:nvPr/>
        </p:nvSpPr>
        <p:spPr>
          <a:xfrm>
            <a:off x="4914444" y="3032575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1100" dirty="0"/>
          </a:p>
        </p:txBody>
      </p:sp>
      <p:sp>
        <p:nvSpPr>
          <p:cNvPr id="102" name="S04-labelbg315"/>
          <p:cNvSpPr/>
          <p:nvPr/>
        </p:nvSpPr>
        <p:spPr>
          <a:xfrm>
            <a:off x="7404580" y="2986206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S04-label316"/>
          <p:cNvSpPr txBox="1"/>
          <p:nvPr/>
        </p:nvSpPr>
        <p:spPr>
          <a:xfrm>
            <a:off x="7358860" y="2967156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200" dirty="0"/>
          </a:p>
        </p:txBody>
      </p:sp>
      <p:sp>
        <p:nvSpPr>
          <p:cNvPr id="104" name="S04-labelbg318"/>
          <p:cNvSpPr/>
          <p:nvPr/>
        </p:nvSpPr>
        <p:spPr>
          <a:xfrm>
            <a:off x="4770929" y="3239272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S04-label319"/>
          <p:cNvSpPr txBox="1"/>
          <p:nvPr/>
        </p:nvSpPr>
        <p:spPr>
          <a:xfrm>
            <a:off x="4725209" y="322180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100" dirty="0"/>
          </a:p>
        </p:txBody>
      </p:sp>
      <p:sp>
        <p:nvSpPr>
          <p:cNvPr id="106" name="S04-labelbg321"/>
          <p:cNvSpPr/>
          <p:nvPr/>
        </p:nvSpPr>
        <p:spPr>
          <a:xfrm>
            <a:off x="7596455" y="3260231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7" name="S04-label322"/>
          <p:cNvSpPr txBox="1"/>
          <p:nvPr/>
        </p:nvSpPr>
        <p:spPr>
          <a:xfrm>
            <a:off x="7550735" y="3241181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200" dirty="0"/>
          </a:p>
        </p:txBody>
      </p:sp>
      <p:sp>
        <p:nvSpPr>
          <p:cNvPr id="108" name="S04-labelbg324"/>
          <p:cNvSpPr/>
          <p:nvPr/>
        </p:nvSpPr>
        <p:spPr>
          <a:xfrm>
            <a:off x="4617430" y="3458492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" name="S04-label325"/>
          <p:cNvSpPr txBox="1"/>
          <p:nvPr/>
        </p:nvSpPr>
        <p:spPr>
          <a:xfrm>
            <a:off x="4571710" y="3441030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100" dirty="0"/>
          </a:p>
        </p:txBody>
      </p:sp>
      <p:sp>
        <p:nvSpPr>
          <p:cNvPr id="110" name="S04-labelbg327"/>
          <p:cNvSpPr/>
          <p:nvPr/>
        </p:nvSpPr>
        <p:spPr>
          <a:xfrm>
            <a:off x="7737831" y="3563412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S04-label328"/>
          <p:cNvSpPr txBox="1"/>
          <p:nvPr/>
        </p:nvSpPr>
        <p:spPr>
          <a:xfrm>
            <a:off x="7692111" y="3544362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200" dirty="0"/>
          </a:p>
        </p:txBody>
      </p:sp>
      <p:sp>
        <p:nvSpPr>
          <p:cNvPr id="112" name="S04-labelbg330"/>
          <p:cNvSpPr/>
          <p:nvPr/>
        </p:nvSpPr>
        <p:spPr>
          <a:xfrm>
            <a:off x="4504329" y="3701037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S04-label331"/>
          <p:cNvSpPr txBox="1"/>
          <p:nvPr/>
        </p:nvSpPr>
        <p:spPr>
          <a:xfrm>
            <a:off x="4458609" y="3683574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100" dirty="0"/>
          </a:p>
        </p:txBody>
      </p:sp>
      <p:sp>
        <p:nvSpPr>
          <p:cNvPr id="114" name="S04-labelbg333"/>
          <p:cNvSpPr/>
          <p:nvPr/>
        </p:nvSpPr>
        <p:spPr>
          <a:xfrm>
            <a:off x="7824412" y="3886537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S04-label334"/>
          <p:cNvSpPr txBox="1"/>
          <p:nvPr/>
        </p:nvSpPr>
        <p:spPr>
          <a:xfrm>
            <a:off x="7778692" y="3867487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1200" dirty="0"/>
          </a:p>
        </p:txBody>
      </p:sp>
      <p:sp>
        <p:nvSpPr>
          <p:cNvPr id="116" name="S04-labelbg336"/>
          <p:cNvSpPr/>
          <p:nvPr/>
        </p:nvSpPr>
        <p:spPr>
          <a:xfrm>
            <a:off x="4435065" y="3959537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S04-label337"/>
          <p:cNvSpPr txBox="1"/>
          <p:nvPr/>
        </p:nvSpPr>
        <p:spPr>
          <a:xfrm>
            <a:off x="4389345" y="3942074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1100" dirty="0"/>
          </a:p>
        </p:txBody>
      </p:sp>
      <p:sp>
        <p:nvSpPr>
          <p:cNvPr id="118" name="S04-label339"/>
          <p:cNvSpPr txBox="1"/>
          <p:nvPr/>
        </p:nvSpPr>
        <p:spPr>
          <a:xfrm>
            <a:off x="7807847" y="4033097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200" dirty="0"/>
          </a:p>
        </p:txBody>
      </p:sp>
      <p:sp>
        <p:nvSpPr>
          <p:cNvPr id="119" name="S04-label341"/>
          <p:cNvSpPr txBox="1"/>
          <p:nvPr/>
        </p:nvSpPr>
        <p:spPr>
          <a:xfrm>
            <a:off x="4366020" y="4041034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100" dirty="0"/>
          </a:p>
        </p:txBody>
      </p:sp>
      <p:sp>
        <p:nvSpPr>
          <p:cNvPr id="120" name="S04-mark342"/>
          <p:cNvSpPr/>
          <p:nvPr/>
        </p:nvSpPr>
        <p:spPr>
          <a:xfrm>
            <a:off x="6046927" y="4248438"/>
            <a:ext cx="95098" cy="9509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읽기 연습</a:t>
            </a:r>
            <a:endParaRPr lang="ko-KR" sz="4000" dirty="0"/>
          </a:p>
        </p:txBody>
      </p:sp>
      <p:sp>
        <p:nvSpPr>
          <p:cNvPr id="3" name="S05-card3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3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가와 나의 각도를 읽어요. 한 변이 맞은 0부터 따라가요.</a:t>
            </a:r>
            <a:endParaRPr lang="ko-KR" sz="3000" dirty="0"/>
          </a:p>
        </p:txBody>
      </p:sp>
      <p:sp>
        <p:nvSpPr>
          <p:cNvPr id="5" name="S05-chip345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05-mark346"/>
          <p:cNvSpPr/>
          <p:nvPr/>
        </p:nvSpPr>
        <p:spPr>
          <a:xfrm>
            <a:off x="1836039" y="2029920"/>
            <a:ext cx="4004310" cy="2002155"/>
          </a:xfrm>
          <a:custGeom>
            <a:avLst/>
            <a:gdLst/>
            <a:ahLst/>
            <a:cxnLst/>
            <a:rect l="l" t="t" r="r" b="b"/>
            <a:pathLst>
              <a:path w="4004310" h="2002155">
                <a:moveTo>
                  <a:pt x="4004310" y="2002155"/>
                </a:moveTo>
                <a:lnTo>
                  <a:pt x="4002404" y="1914822"/>
                </a:lnTo>
                <a:lnTo>
                  <a:pt x="3996691" y="1827656"/>
                </a:lnTo>
                <a:lnTo>
                  <a:pt x="3987181" y="1740821"/>
                </a:lnTo>
                <a:lnTo>
                  <a:pt x="3973893" y="1654484"/>
                </a:lnTo>
                <a:lnTo>
                  <a:pt x="3956851" y="1568809"/>
                </a:lnTo>
                <a:lnTo>
                  <a:pt x="3936088" y="1483959"/>
                </a:lnTo>
                <a:lnTo>
                  <a:pt x="3911644" y="1400095"/>
                </a:lnTo>
                <a:lnTo>
                  <a:pt x="3883565" y="1317378"/>
                </a:lnTo>
                <a:lnTo>
                  <a:pt x="3851905" y="1235963"/>
                </a:lnTo>
                <a:lnTo>
                  <a:pt x="3816724" y="1156008"/>
                </a:lnTo>
                <a:lnTo>
                  <a:pt x="3778088" y="1077663"/>
                </a:lnTo>
                <a:lnTo>
                  <a:pt x="3736072" y="1001078"/>
                </a:lnTo>
                <a:lnTo>
                  <a:pt x="3690755" y="926398"/>
                </a:lnTo>
                <a:lnTo>
                  <a:pt x="3642224" y="853766"/>
                </a:lnTo>
                <a:lnTo>
                  <a:pt x="3590571" y="783320"/>
                </a:lnTo>
                <a:lnTo>
                  <a:pt x="3535895" y="715195"/>
                </a:lnTo>
                <a:lnTo>
                  <a:pt x="3478299" y="649519"/>
                </a:lnTo>
                <a:lnTo>
                  <a:pt x="3417892" y="586418"/>
                </a:lnTo>
                <a:lnTo>
                  <a:pt x="3354791" y="526011"/>
                </a:lnTo>
                <a:lnTo>
                  <a:pt x="3289115" y="468415"/>
                </a:lnTo>
                <a:lnTo>
                  <a:pt x="3220990" y="413739"/>
                </a:lnTo>
                <a:lnTo>
                  <a:pt x="3150544" y="362086"/>
                </a:lnTo>
                <a:lnTo>
                  <a:pt x="3077912" y="313555"/>
                </a:lnTo>
                <a:lnTo>
                  <a:pt x="3003233" y="268238"/>
                </a:lnTo>
                <a:lnTo>
                  <a:pt x="2926647" y="226222"/>
                </a:lnTo>
                <a:lnTo>
                  <a:pt x="2848302" y="187586"/>
                </a:lnTo>
                <a:lnTo>
                  <a:pt x="2768347" y="152405"/>
                </a:lnTo>
                <a:lnTo>
                  <a:pt x="2686932" y="120745"/>
                </a:lnTo>
                <a:lnTo>
                  <a:pt x="2604215" y="92666"/>
                </a:lnTo>
                <a:lnTo>
                  <a:pt x="2520351" y="68222"/>
                </a:lnTo>
                <a:lnTo>
                  <a:pt x="2435501" y="47459"/>
                </a:lnTo>
                <a:lnTo>
                  <a:pt x="2349826" y="30417"/>
                </a:lnTo>
                <a:lnTo>
                  <a:pt x="2263489" y="17129"/>
                </a:lnTo>
                <a:lnTo>
                  <a:pt x="2176654" y="7619"/>
                </a:lnTo>
                <a:lnTo>
                  <a:pt x="2089488" y="1906"/>
                </a:lnTo>
                <a:lnTo>
                  <a:pt x="2002155" y="0"/>
                </a:lnTo>
                <a:lnTo>
                  <a:pt x="1914822" y="1906"/>
                </a:lnTo>
                <a:lnTo>
                  <a:pt x="1827656" y="7619"/>
                </a:lnTo>
                <a:lnTo>
                  <a:pt x="1740821" y="17129"/>
                </a:lnTo>
                <a:lnTo>
                  <a:pt x="1654484" y="30417"/>
                </a:lnTo>
                <a:lnTo>
                  <a:pt x="1568809" y="47459"/>
                </a:lnTo>
                <a:lnTo>
                  <a:pt x="1483959" y="68222"/>
                </a:lnTo>
                <a:lnTo>
                  <a:pt x="1400095" y="92666"/>
                </a:lnTo>
                <a:lnTo>
                  <a:pt x="1317378" y="120745"/>
                </a:lnTo>
                <a:lnTo>
                  <a:pt x="1235963" y="152405"/>
                </a:lnTo>
                <a:lnTo>
                  <a:pt x="1156008" y="187586"/>
                </a:lnTo>
                <a:lnTo>
                  <a:pt x="1077663" y="226222"/>
                </a:lnTo>
                <a:lnTo>
                  <a:pt x="1001078" y="268238"/>
                </a:lnTo>
                <a:lnTo>
                  <a:pt x="926398" y="313555"/>
                </a:lnTo>
                <a:lnTo>
                  <a:pt x="853766" y="362086"/>
                </a:lnTo>
                <a:lnTo>
                  <a:pt x="783320" y="413739"/>
                </a:lnTo>
                <a:lnTo>
                  <a:pt x="715195" y="468415"/>
                </a:lnTo>
                <a:lnTo>
                  <a:pt x="649519" y="526011"/>
                </a:lnTo>
                <a:lnTo>
                  <a:pt x="586418" y="586418"/>
                </a:lnTo>
                <a:lnTo>
                  <a:pt x="526011" y="649519"/>
                </a:lnTo>
                <a:lnTo>
                  <a:pt x="468415" y="715195"/>
                </a:lnTo>
                <a:lnTo>
                  <a:pt x="413739" y="783320"/>
                </a:lnTo>
                <a:lnTo>
                  <a:pt x="362086" y="853766"/>
                </a:lnTo>
                <a:lnTo>
                  <a:pt x="313555" y="926398"/>
                </a:lnTo>
                <a:lnTo>
                  <a:pt x="268238" y="1001078"/>
                </a:lnTo>
                <a:lnTo>
                  <a:pt x="226222" y="1077663"/>
                </a:lnTo>
                <a:lnTo>
                  <a:pt x="187586" y="1156008"/>
                </a:lnTo>
                <a:lnTo>
                  <a:pt x="152405" y="1235963"/>
                </a:lnTo>
                <a:lnTo>
                  <a:pt x="120745" y="1317378"/>
                </a:lnTo>
                <a:lnTo>
                  <a:pt x="92666" y="1400095"/>
                </a:lnTo>
                <a:lnTo>
                  <a:pt x="68222" y="1483959"/>
                </a:lnTo>
                <a:lnTo>
                  <a:pt x="47459" y="1568809"/>
                </a:lnTo>
                <a:lnTo>
                  <a:pt x="30417" y="1654484"/>
                </a:lnTo>
                <a:lnTo>
                  <a:pt x="17129" y="1740821"/>
                </a:lnTo>
                <a:lnTo>
                  <a:pt x="7619" y="1827656"/>
                </a:lnTo>
                <a:lnTo>
                  <a:pt x="1906" y="1914822"/>
                </a:lnTo>
                <a:lnTo>
                  <a:pt x="0" y="2002155"/>
                </a:lnTo>
                <a:lnTo>
                  <a:pt x="0" y="200215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5-mark347"/>
          <p:cNvSpPr/>
          <p:nvPr/>
        </p:nvSpPr>
        <p:spPr>
          <a:xfrm flipH="1">
            <a:off x="5600090" y="4032075"/>
            <a:ext cx="24025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" name="S05-mark348"/>
          <p:cNvSpPr/>
          <p:nvPr/>
        </p:nvSpPr>
        <p:spPr>
          <a:xfrm flipH="1">
            <a:off x="5693113" y="3857576"/>
            <a:ext cx="139618" cy="1221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5-mark349"/>
          <p:cNvSpPr/>
          <p:nvPr/>
        </p:nvSpPr>
        <p:spPr>
          <a:xfrm flipH="1">
            <a:off x="5573323" y="3684405"/>
            <a:ext cx="236609" cy="4172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" name="S05-mark350"/>
          <p:cNvSpPr/>
          <p:nvPr/>
        </p:nvSpPr>
        <p:spPr>
          <a:xfrm flipH="1">
            <a:off x="5636752" y="3513880"/>
            <a:ext cx="135375" cy="36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5-mark351"/>
          <p:cNvSpPr/>
          <p:nvPr/>
        </p:nvSpPr>
        <p:spPr>
          <a:xfrm flipH="1">
            <a:off x="5493835" y="3347298"/>
            <a:ext cx="225769" cy="8217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" name="S05-mark352"/>
          <p:cNvSpPr/>
          <p:nvPr/>
        </p:nvSpPr>
        <p:spPr>
          <a:xfrm flipH="1">
            <a:off x="5525743" y="3185928"/>
            <a:ext cx="127020" cy="59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5-mark353"/>
          <p:cNvSpPr/>
          <p:nvPr/>
        </p:nvSpPr>
        <p:spPr>
          <a:xfrm flipH="1">
            <a:off x="5364041" y="3030998"/>
            <a:ext cx="208070" cy="12012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" name="S05-mark354"/>
          <p:cNvSpPr/>
          <p:nvPr/>
        </p:nvSpPr>
        <p:spPr>
          <a:xfrm flipH="1">
            <a:off x="5363459" y="2883686"/>
            <a:ext cx="114805" cy="803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5-mark355"/>
          <p:cNvSpPr/>
          <p:nvPr/>
        </p:nvSpPr>
        <p:spPr>
          <a:xfrm flipH="1">
            <a:off x="5187885" y="2745115"/>
            <a:ext cx="184049" cy="15443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05-mark356"/>
          <p:cNvSpPr/>
          <p:nvPr/>
        </p:nvSpPr>
        <p:spPr>
          <a:xfrm flipH="1">
            <a:off x="5154830" y="2616338"/>
            <a:ext cx="99102" cy="991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5-mark357"/>
          <p:cNvSpPr/>
          <p:nvPr/>
        </p:nvSpPr>
        <p:spPr>
          <a:xfrm flipH="1">
            <a:off x="4970719" y="2498336"/>
            <a:ext cx="154435" cy="18404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8" name="S05-mark358"/>
          <p:cNvSpPr/>
          <p:nvPr/>
        </p:nvSpPr>
        <p:spPr>
          <a:xfrm flipH="1">
            <a:off x="4906196" y="2392006"/>
            <a:ext cx="80387" cy="1148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5-mark359"/>
          <p:cNvSpPr/>
          <p:nvPr/>
        </p:nvSpPr>
        <p:spPr>
          <a:xfrm flipH="1">
            <a:off x="4719142" y="2298158"/>
            <a:ext cx="120129" cy="20807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0" name="S05-mark360"/>
          <p:cNvSpPr/>
          <p:nvPr/>
        </p:nvSpPr>
        <p:spPr>
          <a:xfrm flipH="1">
            <a:off x="4625111" y="2217507"/>
            <a:ext cx="59230" cy="1270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5-mark361"/>
          <p:cNvSpPr/>
          <p:nvPr/>
        </p:nvSpPr>
        <p:spPr>
          <a:xfrm flipH="1">
            <a:off x="4440798" y="2150665"/>
            <a:ext cx="82173" cy="2257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2" name="S05-mark362"/>
          <p:cNvSpPr/>
          <p:nvPr/>
        </p:nvSpPr>
        <p:spPr>
          <a:xfrm flipH="1">
            <a:off x="4320116" y="2098142"/>
            <a:ext cx="36274" cy="1353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5-mark363"/>
          <p:cNvSpPr/>
          <p:nvPr/>
        </p:nvSpPr>
        <p:spPr>
          <a:xfrm flipH="1">
            <a:off x="4144144" y="2060338"/>
            <a:ext cx="41720" cy="23660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4" name="S05-mark364"/>
          <p:cNvSpPr/>
          <p:nvPr/>
        </p:nvSpPr>
        <p:spPr>
          <a:xfrm flipH="1">
            <a:off x="4000478" y="2037539"/>
            <a:ext cx="12215" cy="1396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5-mark365"/>
          <p:cNvSpPr/>
          <p:nvPr/>
        </p:nvSpPr>
        <p:spPr>
          <a:xfrm>
            <a:off x="3838194" y="2029920"/>
            <a:ext cx="0" cy="24025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6" name="S05-mark366"/>
          <p:cNvSpPr/>
          <p:nvPr/>
        </p:nvSpPr>
        <p:spPr>
          <a:xfrm>
            <a:off x="3663695" y="2037539"/>
            <a:ext cx="12215" cy="1396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5-mark367"/>
          <p:cNvSpPr/>
          <p:nvPr/>
        </p:nvSpPr>
        <p:spPr>
          <a:xfrm>
            <a:off x="3490523" y="2060338"/>
            <a:ext cx="41720" cy="23660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8" name="S05-mark368"/>
          <p:cNvSpPr/>
          <p:nvPr/>
        </p:nvSpPr>
        <p:spPr>
          <a:xfrm>
            <a:off x="3319998" y="2098142"/>
            <a:ext cx="36274" cy="1353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5-mark369"/>
          <p:cNvSpPr/>
          <p:nvPr/>
        </p:nvSpPr>
        <p:spPr>
          <a:xfrm>
            <a:off x="3153417" y="2150665"/>
            <a:ext cx="82173" cy="2257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0" name="S05-mark370"/>
          <p:cNvSpPr/>
          <p:nvPr/>
        </p:nvSpPr>
        <p:spPr>
          <a:xfrm>
            <a:off x="2992047" y="2217507"/>
            <a:ext cx="59230" cy="1270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5-mark371"/>
          <p:cNvSpPr/>
          <p:nvPr/>
        </p:nvSpPr>
        <p:spPr>
          <a:xfrm>
            <a:off x="2837117" y="2298158"/>
            <a:ext cx="120129" cy="20807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2" name="S05-mark372"/>
          <p:cNvSpPr/>
          <p:nvPr/>
        </p:nvSpPr>
        <p:spPr>
          <a:xfrm>
            <a:off x="2689805" y="2392006"/>
            <a:ext cx="80387" cy="1148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5-mark373"/>
          <p:cNvSpPr/>
          <p:nvPr/>
        </p:nvSpPr>
        <p:spPr>
          <a:xfrm>
            <a:off x="2551234" y="2498336"/>
            <a:ext cx="154435" cy="18404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4" name="S05-mark374"/>
          <p:cNvSpPr/>
          <p:nvPr/>
        </p:nvSpPr>
        <p:spPr>
          <a:xfrm>
            <a:off x="2422457" y="2616338"/>
            <a:ext cx="99102" cy="991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5-mark375"/>
          <p:cNvSpPr/>
          <p:nvPr/>
        </p:nvSpPr>
        <p:spPr>
          <a:xfrm>
            <a:off x="2304454" y="2745115"/>
            <a:ext cx="184049" cy="15443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6" name="S05-mark376"/>
          <p:cNvSpPr/>
          <p:nvPr/>
        </p:nvSpPr>
        <p:spPr>
          <a:xfrm>
            <a:off x="2198125" y="2883686"/>
            <a:ext cx="114805" cy="803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5-mark377"/>
          <p:cNvSpPr/>
          <p:nvPr/>
        </p:nvSpPr>
        <p:spPr>
          <a:xfrm>
            <a:off x="2104277" y="3030998"/>
            <a:ext cx="208070" cy="12012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8" name="S05-mark378"/>
          <p:cNvSpPr/>
          <p:nvPr/>
        </p:nvSpPr>
        <p:spPr>
          <a:xfrm>
            <a:off x="2023625" y="3185928"/>
            <a:ext cx="127020" cy="59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5-mark379"/>
          <p:cNvSpPr/>
          <p:nvPr/>
        </p:nvSpPr>
        <p:spPr>
          <a:xfrm>
            <a:off x="1956784" y="3347298"/>
            <a:ext cx="225769" cy="8217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0" name="S05-mark380"/>
          <p:cNvSpPr/>
          <p:nvPr/>
        </p:nvSpPr>
        <p:spPr>
          <a:xfrm>
            <a:off x="1904261" y="3513880"/>
            <a:ext cx="135375" cy="36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5-mark381"/>
          <p:cNvSpPr/>
          <p:nvPr/>
        </p:nvSpPr>
        <p:spPr>
          <a:xfrm>
            <a:off x="1866456" y="3684405"/>
            <a:ext cx="236609" cy="4172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2" name="S05-mark382"/>
          <p:cNvSpPr/>
          <p:nvPr/>
        </p:nvSpPr>
        <p:spPr>
          <a:xfrm>
            <a:off x="1843658" y="3857576"/>
            <a:ext cx="139618" cy="1221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5-mark383"/>
          <p:cNvSpPr/>
          <p:nvPr/>
        </p:nvSpPr>
        <p:spPr>
          <a:xfrm>
            <a:off x="1836039" y="4032075"/>
            <a:ext cx="24025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4" name="S05-mark384"/>
          <p:cNvSpPr/>
          <p:nvPr/>
        </p:nvSpPr>
        <p:spPr>
          <a:xfrm>
            <a:off x="1836039" y="4032075"/>
            <a:ext cx="400431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5" name="S05-mark385"/>
          <p:cNvSpPr/>
          <p:nvPr/>
        </p:nvSpPr>
        <p:spPr>
          <a:xfrm flipV="1">
            <a:off x="3838194" y="3791817"/>
            <a:ext cx="0" cy="24025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6" name="S05-mark386"/>
          <p:cNvSpPr/>
          <p:nvPr/>
        </p:nvSpPr>
        <p:spPr>
          <a:xfrm>
            <a:off x="3493677" y="3431623"/>
            <a:ext cx="945163" cy="600452"/>
          </a:xfrm>
          <a:custGeom>
            <a:avLst/>
            <a:gdLst/>
            <a:ahLst/>
            <a:cxnLst/>
            <a:rect l="l" t="t" r="r" b="b"/>
            <a:pathLst>
              <a:path w="945163" h="600452">
                <a:moveTo>
                  <a:pt x="344517" y="600452"/>
                </a:moveTo>
                <a:lnTo>
                  <a:pt x="945163" y="600452"/>
                </a:lnTo>
                <a:lnTo>
                  <a:pt x="942683" y="545927"/>
                </a:lnTo>
                <a:lnTo>
                  <a:pt x="935264" y="491852"/>
                </a:lnTo>
                <a:lnTo>
                  <a:pt x="922966" y="438674"/>
                </a:lnTo>
                <a:lnTo>
                  <a:pt x="905892" y="386832"/>
                </a:lnTo>
                <a:lnTo>
                  <a:pt x="884183" y="336753"/>
                </a:lnTo>
                <a:lnTo>
                  <a:pt x="858017" y="288853"/>
                </a:lnTo>
                <a:lnTo>
                  <a:pt x="827610" y="243525"/>
                </a:lnTo>
                <a:lnTo>
                  <a:pt x="793215" y="201145"/>
                </a:lnTo>
                <a:lnTo>
                  <a:pt x="755114" y="162062"/>
                </a:lnTo>
                <a:lnTo>
                  <a:pt x="713623" y="126599"/>
                </a:lnTo>
                <a:lnTo>
                  <a:pt x="669084" y="95049"/>
                </a:lnTo>
                <a:lnTo>
                  <a:pt x="621864" y="67672"/>
                </a:lnTo>
                <a:lnTo>
                  <a:pt x="572355" y="44695"/>
                </a:lnTo>
                <a:lnTo>
                  <a:pt x="520964" y="26307"/>
                </a:lnTo>
                <a:lnTo>
                  <a:pt x="468116" y="12660"/>
                </a:lnTo>
                <a:lnTo>
                  <a:pt x="414247" y="3867"/>
                </a:lnTo>
                <a:lnTo>
                  <a:pt x="359803" y="0"/>
                </a:lnTo>
                <a:lnTo>
                  <a:pt x="305233" y="1091"/>
                </a:lnTo>
                <a:lnTo>
                  <a:pt x="250986" y="7132"/>
                </a:lnTo>
                <a:lnTo>
                  <a:pt x="197512" y="18072"/>
                </a:lnTo>
                <a:lnTo>
                  <a:pt x="145252" y="33822"/>
                </a:lnTo>
                <a:lnTo>
                  <a:pt x="94638" y="54250"/>
                </a:lnTo>
                <a:lnTo>
                  <a:pt x="46087" y="79188"/>
                </a:lnTo>
                <a:lnTo>
                  <a:pt x="0" y="108431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47" name="S05-figure387" descr="오른쪽 변이 안쪽 눈금 0에 맞은 125° 각"/>
          <p:cNvSpPr/>
          <p:nvPr/>
        </p:nvSpPr>
        <p:spPr>
          <a:xfrm>
            <a:off x="3838194" y="4032075"/>
            <a:ext cx="240258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8" name="S05-mark388"/>
          <p:cNvSpPr/>
          <p:nvPr/>
        </p:nvSpPr>
        <p:spPr>
          <a:xfrm flipH="1" flipV="1">
            <a:off x="2460127" y="2063992"/>
            <a:ext cx="1378067" cy="1968083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9" name="S05-label390"/>
          <p:cNvSpPr txBox="1"/>
          <p:nvPr/>
        </p:nvSpPr>
        <p:spPr>
          <a:xfrm>
            <a:off x="2139696" y="3785060"/>
            <a:ext cx="19354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000" dirty="0"/>
          </a:p>
        </p:txBody>
      </p:sp>
      <p:sp>
        <p:nvSpPr>
          <p:cNvPr id="50" name="S05-label392"/>
          <p:cNvSpPr txBox="1"/>
          <p:nvPr/>
        </p:nvSpPr>
        <p:spPr>
          <a:xfrm>
            <a:off x="5026990" y="3792998"/>
            <a:ext cx="1851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900" dirty="0"/>
          </a:p>
        </p:txBody>
      </p:sp>
      <p:sp>
        <p:nvSpPr>
          <p:cNvPr id="51" name="S05-labelbg394"/>
          <p:cNvSpPr/>
          <p:nvPr/>
        </p:nvSpPr>
        <p:spPr>
          <a:xfrm>
            <a:off x="2167840" y="3690439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05-label395"/>
          <p:cNvSpPr txBox="1"/>
          <p:nvPr/>
        </p:nvSpPr>
        <p:spPr>
          <a:xfrm>
            <a:off x="2122120" y="3674564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000" dirty="0"/>
          </a:p>
        </p:txBody>
      </p:sp>
      <p:sp>
        <p:nvSpPr>
          <p:cNvPr id="53" name="S05-labelbg397"/>
          <p:cNvSpPr/>
          <p:nvPr/>
        </p:nvSpPr>
        <p:spPr>
          <a:xfrm>
            <a:off x="5015524" y="3752416"/>
            <a:ext cx="169164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05-label398"/>
          <p:cNvSpPr txBox="1"/>
          <p:nvPr/>
        </p:nvSpPr>
        <p:spPr>
          <a:xfrm>
            <a:off x="4969804" y="3738129"/>
            <a:ext cx="2606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900" dirty="0"/>
          </a:p>
        </p:txBody>
      </p:sp>
      <p:sp>
        <p:nvSpPr>
          <p:cNvPr id="55" name="S05-labelbg400"/>
          <p:cNvSpPr/>
          <p:nvPr/>
        </p:nvSpPr>
        <p:spPr>
          <a:xfrm>
            <a:off x="2240102" y="3420754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05-label401"/>
          <p:cNvSpPr txBox="1"/>
          <p:nvPr/>
        </p:nvSpPr>
        <p:spPr>
          <a:xfrm>
            <a:off x="2194382" y="3404879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000" dirty="0"/>
          </a:p>
        </p:txBody>
      </p:sp>
      <p:sp>
        <p:nvSpPr>
          <p:cNvPr id="57" name="S05-labelbg403"/>
          <p:cNvSpPr/>
          <p:nvPr/>
        </p:nvSpPr>
        <p:spPr>
          <a:xfrm>
            <a:off x="4957715" y="3536668"/>
            <a:ext cx="169164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05-label404"/>
          <p:cNvSpPr txBox="1"/>
          <p:nvPr/>
        </p:nvSpPr>
        <p:spPr>
          <a:xfrm>
            <a:off x="4911995" y="3522380"/>
            <a:ext cx="2606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900" dirty="0"/>
          </a:p>
        </p:txBody>
      </p:sp>
      <p:sp>
        <p:nvSpPr>
          <p:cNvPr id="59" name="S05-labelbg406"/>
          <p:cNvSpPr/>
          <p:nvPr/>
        </p:nvSpPr>
        <p:spPr>
          <a:xfrm>
            <a:off x="2358096" y="3167713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05-label407"/>
          <p:cNvSpPr txBox="1"/>
          <p:nvPr/>
        </p:nvSpPr>
        <p:spPr>
          <a:xfrm>
            <a:off x="2312376" y="3151838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000" dirty="0"/>
          </a:p>
        </p:txBody>
      </p:sp>
      <p:sp>
        <p:nvSpPr>
          <p:cNvPr id="61" name="S05-labelbg409"/>
          <p:cNvSpPr/>
          <p:nvPr/>
        </p:nvSpPr>
        <p:spPr>
          <a:xfrm>
            <a:off x="4863319" y="3334236"/>
            <a:ext cx="169164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05-label410"/>
          <p:cNvSpPr txBox="1"/>
          <p:nvPr/>
        </p:nvSpPr>
        <p:spPr>
          <a:xfrm>
            <a:off x="4817599" y="3319948"/>
            <a:ext cx="2606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900" dirty="0"/>
          </a:p>
        </p:txBody>
      </p:sp>
      <p:sp>
        <p:nvSpPr>
          <p:cNvPr id="63" name="S05-labelbg412"/>
          <p:cNvSpPr/>
          <p:nvPr/>
        </p:nvSpPr>
        <p:spPr>
          <a:xfrm>
            <a:off x="2518238" y="2939007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05-label413"/>
          <p:cNvSpPr txBox="1"/>
          <p:nvPr/>
        </p:nvSpPr>
        <p:spPr>
          <a:xfrm>
            <a:off x="2472518" y="2923132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000" dirty="0"/>
          </a:p>
        </p:txBody>
      </p:sp>
      <p:sp>
        <p:nvSpPr>
          <p:cNvPr id="65" name="S05-labelbg415"/>
          <p:cNvSpPr/>
          <p:nvPr/>
        </p:nvSpPr>
        <p:spPr>
          <a:xfrm>
            <a:off x="4735205" y="3151271"/>
            <a:ext cx="169164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05-label416"/>
          <p:cNvSpPr txBox="1"/>
          <p:nvPr/>
        </p:nvSpPr>
        <p:spPr>
          <a:xfrm>
            <a:off x="4689485" y="3136983"/>
            <a:ext cx="2606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900" dirty="0"/>
          </a:p>
        </p:txBody>
      </p:sp>
      <p:sp>
        <p:nvSpPr>
          <p:cNvPr id="67" name="S05-labelbg418"/>
          <p:cNvSpPr/>
          <p:nvPr/>
        </p:nvSpPr>
        <p:spPr>
          <a:xfrm>
            <a:off x="2715662" y="2741584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05-label419"/>
          <p:cNvSpPr txBox="1"/>
          <p:nvPr/>
        </p:nvSpPr>
        <p:spPr>
          <a:xfrm>
            <a:off x="2669942" y="2725709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000" dirty="0"/>
          </a:p>
        </p:txBody>
      </p:sp>
      <p:sp>
        <p:nvSpPr>
          <p:cNvPr id="69" name="S05-labelbg421"/>
          <p:cNvSpPr/>
          <p:nvPr/>
        </p:nvSpPr>
        <p:spPr>
          <a:xfrm>
            <a:off x="4577267" y="2993332"/>
            <a:ext cx="169164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05-label422"/>
          <p:cNvSpPr txBox="1"/>
          <p:nvPr/>
        </p:nvSpPr>
        <p:spPr>
          <a:xfrm>
            <a:off x="4531547" y="2979044"/>
            <a:ext cx="2606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900" dirty="0"/>
          </a:p>
        </p:txBody>
      </p:sp>
      <p:sp>
        <p:nvSpPr>
          <p:cNvPr id="71" name="S05-labelbg424"/>
          <p:cNvSpPr/>
          <p:nvPr/>
        </p:nvSpPr>
        <p:spPr>
          <a:xfrm>
            <a:off x="2944368" y="2581442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05-label425"/>
          <p:cNvSpPr txBox="1"/>
          <p:nvPr/>
        </p:nvSpPr>
        <p:spPr>
          <a:xfrm>
            <a:off x="2898648" y="2565567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000" dirty="0"/>
          </a:p>
        </p:txBody>
      </p:sp>
      <p:sp>
        <p:nvSpPr>
          <p:cNvPr id="73" name="S05-labelbg427"/>
          <p:cNvSpPr/>
          <p:nvPr/>
        </p:nvSpPr>
        <p:spPr>
          <a:xfrm>
            <a:off x="4394302" y="2865218"/>
            <a:ext cx="169164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05-label428"/>
          <p:cNvSpPr txBox="1"/>
          <p:nvPr/>
        </p:nvSpPr>
        <p:spPr>
          <a:xfrm>
            <a:off x="4348582" y="2850931"/>
            <a:ext cx="2606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900" dirty="0"/>
          </a:p>
        </p:txBody>
      </p:sp>
      <p:sp>
        <p:nvSpPr>
          <p:cNvPr id="75" name="S05-labelbg430"/>
          <p:cNvSpPr/>
          <p:nvPr/>
        </p:nvSpPr>
        <p:spPr>
          <a:xfrm>
            <a:off x="3197408" y="2463447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S05-label431"/>
          <p:cNvSpPr txBox="1"/>
          <p:nvPr/>
        </p:nvSpPr>
        <p:spPr>
          <a:xfrm>
            <a:off x="3151688" y="2447572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1000" dirty="0"/>
          </a:p>
        </p:txBody>
      </p:sp>
      <p:sp>
        <p:nvSpPr>
          <p:cNvPr id="77" name="S05-labelbg433"/>
          <p:cNvSpPr/>
          <p:nvPr/>
        </p:nvSpPr>
        <p:spPr>
          <a:xfrm>
            <a:off x="4191869" y="2770823"/>
            <a:ext cx="169164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S05-label434"/>
          <p:cNvSpPr txBox="1"/>
          <p:nvPr/>
        </p:nvSpPr>
        <p:spPr>
          <a:xfrm>
            <a:off x="4146149" y="2756535"/>
            <a:ext cx="2606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900" dirty="0"/>
          </a:p>
        </p:txBody>
      </p:sp>
      <p:sp>
        <p:nvSpPr>
          <p:cNvPr id="79" name="S05-labelbg436"/>
          <p:cNvSpPr/>
          <p:nvPr/>
        </p:nvSpPr>
        <p:spPr>
          <a:xfrm>
            <a:off x="3467094" y="2391185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S05-label437"/>
          <p:cNvSpPr txBox="1"/>
          <p:nvPr/>
        </p:nvSpPr>
        <p:spPr>
          <a:xfrm>
            <a:off x="3421374" y="2375310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000" dirty="0"/>
          </a:p>
        </p:txBody>
      </p:sp>
      <p:sp>
        <p:nvSpPr>
          <p:cNvPr id="81" name="S05-labelbg439"/>
          <p:cNvSpPr/>
          <p:nvPr/>
        </p:nvSpPr>
        <p:spPr>
          <a:xfrm>
            <a:off x="3976121" y="2713013"/>
            <a:ext cx="169164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S05-label440"/>
          <p:cNvSpPr txBox="1"/>
          <p:nvPr/>
        </p:nvSpPr>
        <p:spPr>
          <a:xfrm>
            <a:off x="3930401" y="2698726"/>
            <a:ext cx="2606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900" dirty="0"/>
          </a:p>
        </p:txBody>
      </p:sp>
      <p:sp>
        <p:nvSpPr>
          <p:cNvPr id="83" name="S05-labelbg442"/>
          <p:cNvSpPr/>
          <p:nvPr/>
        </p:nvSpPr>
        <p:spPr>
          <a:xfrm>
            <a:off x="3745230" y="2366851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S05-label443"/>
          <p:cNvSpPr txBox="1"/>
          <p:nvPr/>
        </p:nvSpPr>
        <p:spPr>
          <a:xfrm>
            <a:off x="3699510" y="2350976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1000" dirty="0"/>
          </a:p>
        </p:txBody>
      </p:sp>
      <p:sp>
        <p:nvSpPr>
          <p:cNvPr id="85" name="S05-labelbg445"/>
          <p:cNvSpPr/>
          <p:nvPr/>
        </p:nvSpPr>
        <p:spPr>
          <a:xfrm>
            <a:off x="3753612" y="2693546"/>
            <a:ext cx="169164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S05-label446"/>
          <p:cNvSpPr txBox="1"/>
          <p:nvPr/>
        </p:nvSpPr>
        <p:spPr>
          <a:xfrm>
            <a:off x="3707892" y="2679259"/>
            <a:ext cx="2606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900" dirty="0"/>
          </a:p>
        </p:txBody>
      </p:sp>
      <p:sp>
        <p:nvSpPr>
          <p:cNvPr id="87" name="S05-labelbg448"/>
          <p:cNvSpPr/>
          <p:nvPr/>
        </p:nvSpPr>
        <p:spPr>
          <a:xfrm>
            <a:off x="3981456" y="2391185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S05-label449"/>
          <p:cNvSpPr txBox="1"/>
          <p:nvPr/>
        </p:nvSpPr>
        <p:spPr>
          <a:xfrm>
            <a:off x="3935736" y="2375310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000" dirty="0"/>
          </a:p>
        </p:txBody>
      </p:sp>
      <p:sp>
        <p:nvSpPr>
          <p:cNvPr id="89" name="S05-labelbg451"/>
          <p:cNvSpPr/>
          <p:nvPr/>
        </p:nvSpPr>
        <p:spPr>
          <a:xfrm>
            <a:off x="3493384" y="2713013"/>
            <a:ext cx="244602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S05-label452"/>
          <p:cNvSpPr txBox="1"/>
          <p:nvPr/>
        </p:nvSpPr>
        <p:spPr>
          <a:xfrm>
            <a:off x="3447664" y="2698726"/>
            <a:ext cx="336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900" dirty="0"/>
          </a:p>
        </p:txBody>
      </p:sp>
      <p:sp>
        <p:nvSpPr>
          <p:cNvPr id="91" name="S05-labelbg454"/>
          <p:cNvSpPr/>
          <p:nvPr/>
        </p:nvSpPr>
        <p:spPr>
          <a:xfrm>
            <a:off x="4251142" y="2463447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S05-label455"/>
          <p:cNvSpPr txBox="1"/>
          <p:nvPr/>
        </p:nvSpPr>
        <p:spPr>
          <a:xfrm>
            <a:off x="4205422" y="2447572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1000" dirty="0"/>
          </a:p>
        </p:txBody>
      </p:sp>
      <p:sp>
        <p:nvSpPr>
          <p:cNvPr id="93" name="S05-labelbg457"/>
          <p:cNvSpPr/>
          <p:nvPr/>
        </p:nvSpPr>
        <p:spPr>
          <a:xfrm>
            <a:off x="3277636" y="2770823"/>
            <a:ext cx="244602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S05-label458"/>
          <p:cNvSpPr txBox="1"/>
          <p:nvPr/>
        </p:nvSpPr>
        <p:spPr>
          <a:xfrm>
            <a:off x="3231916" y="2756535"/>
            <a:ext cx="336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900" dirty="0"/>
          </a:p>
        </p:txBody>
      </p:sp>
      <p:sp>
        <p:nvSpPr>
          <p:cNvPr id="95" name="S05-labelbg460"/>
          <p:cNvSpPr/>
          <p:nvPr/>
        </p:nvSpPr>
        <p:spPr>
          <a:xfrm>
            <a:off x="4504182" y="2581442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S05-label461"/>
          <p:cNvSpPr txBox="1"/>
          <p:nvPr/>
        </p:nvSpPr>
        <p:spPr>
          <a:xfrm>
            <a:off x="4458462" y="2565567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000" dirty="0"/>
          </a:p>
        </p:txBody>
      </p:sp>
      <p:sp>
        <p:nvSpPr>
          <p:cNvPr id="97" name="S05-labelbg463"/>
          <p:cNvSpPr/>
          <p:nvPr/>
        </p:nvSpPr>
        <p:spPr>
          <a:xfrm>
            <a:off x="3075203" y="2865218"/>
            <a:ext cx="244602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S05-label464"/>
          <p:cNvSpPr txBox="1"/>
          <p:nvPr/>
        </p:nvSpPr>
        <p:spPr>
          <a:xfrm>
            <a:off x="3029483" y="2850931"/>
            <a:ext cx="336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900" dirty="0"/>
          </a:p>
        </p:txBody>
      </p:sp>
      <p:sp>
        <p:nvSpPr>
          <p:cNvPr id="99" name="S05-labelbg466"/>
          <p:cNvSpPr/>
          <p:nvPr/>
        </p:nvSpPr>
        <p:spPr>
          <a:xfrm>
            <a:off x="4732888" y="2741584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0" name="S05-label467"/>
          <p:cNvSpPr txBox="1"/>
          <p:nvPr/>
        </p:nvSpPr>
        <p:spPr>
          <a:xfrm>
            <a:off x="4687168" y="2725709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1000" dirty="0"/>
          </a:p>
        </p:txBody>
      </p:sp>
      <p:sp>
        <p:nvSpPr>
          <p:cNvPr id="101" name="S05-labelbg469"/>
          <p:cNvSpPr/>
          <p:nvPr/>
        </p:nvSpPr>
        <p:spPr>
          <a:xfrm>
            <a:off x="2892238" y="2993332"/>
            <a:ext cx="244602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S05-label470"/>
          <p:cNvSpPr txBox="1"/>
          <p:nvPr/>
        </p:nvSpPr>
        <p:spPr>
          <a:xfrm>
            <a:off x="2846518" y="2979044"/>
            <a:ext cx="336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900" dirty="0"/>
          </a:p>
        </p:txBody>
      </p:sp>
      <p:sp>
        <p:nvSpPr>
          <p:cNvPr id="103" name="S05-labelbg472"/>
          <p:cNvSpPr/>
          <p:nvPr/>
        </p:nvSpPr>
        <p:spPr>
          <a:xfrm>
            <a:off x="4930312" y="2939007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S05-label473"/>
          <p:cNvSpPr txBox="1"/>
          <p:nvPr/>
        </p:nvSpPr>
        <p:spPr>
          <a:xfrm>
            <a:off x="4884592" y="2923132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000" dirty="0"/>
          </a:p>
        </p:txBody>
      </p:sp>
      <p:sp>
        <p:nvSpPr>
          <p:cNvPr id="105" name="S05-labelbg475"/>
          <p:cNvSpPr/>
          <p:nvPr/>
        </p:nvSpPr>
        <p:spPr>
          <a:xfrm>
            <a:off x="2734300" y="3151271"/>
            <a:ext cx="244602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S05-label476"/>
          <p:cNvSpPr txBox="1"/>
          <p:nvPr/>
        </p:nvSpPr>
        <p:spPr>
          <a:xfrm>
            <a:off x="2688580" y="3136983"/>
            <a:ext cx="336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900" dirty="0"/>
          </a:p>
        </p:txBody>
      </p:sp>
      <p:sp>
        <p:nvSpPr>
          <p:cNvPr id="107" name="S05-labelbg478"/>
          <p:cNvSpPr/>
          <p:nvPr/>
        </p:nvSpPr>
        <p:spPr>
          <a:xfrm>
            <a:off x="5090454" y="3167713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S05-label479"/>
          <p:cNvSpPr txBox="1"/>
          <p:nvPr/>
        </p:nvSpPr>
        <p:spPr>
          <a:xfrm>
            <a:off x="5044734" y="3151838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000" dirty="0"/>
          </a:p>
        </p:txBody>
      </p:sp>
      <p:sp>
        <p:nvSpPr>
          <p:cNvPr id="109" name="S05-labelbg481"/>
          <p:cNvSpPr/>
          <p:nvPr/>
        </p:nvSpPr>
        <p:spPr>
          <a:xfrm>
            <a:off x="2606186" y="3334236"/>
            <a:ext cx="244602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S05-label482"/>
          <p:cNvSpPr txBox="1"/>
          <p:nvPr/>
        </p:nvSpPr>
        <p:spPr>
          <a:xfrm>
            <a:off x="2560466" y="3319948"/>
            <a:ext cx="336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900" dirty="0"/>
          </a:p>
        </p:txBody>
      </p:sp>
      <p:sp>
        <p:nvSpPr>
          <p:cNvPr id="111" name="S05-labelbg484"/>
          <p:cNvSpPr/>
          <p:nvPr/>
        </p:nvSpPr>
        <p:spPr>
          <a:xfrm>
            <a:off x="5208448" y="3420754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2" name="S05-label485"/>
          <p:cNvSpPr txBox="1"/>
          <p:nvPr/>
        </p:nvSpPr>
        <p:spPr>
          <a:xfrm>
            <a:off x="5162728" y="3404879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000" dirty="0"/>
          </a:p>
        </p:txBody>
      </p:sp>
      <p:sp>
        <p:nvSpPr>
          <p:cNvPr id="113" name="S05-labelbg487"/>
          <p:cNvSpPr/>
          <p:nvPr/>
        </p:nvSpPr>
        <p:spPr>
          <a:xfrm>
            <a:off x="2511790" y="3536668"/>
            <a:ext cx="244602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S05-label488"/>
          <p:cNvSpPr txBox="1"/>
          <p:nvPr/>
        </p:nvSpPr>
        <p:spPr>
          <a:xfrm>
            <a:off x="2466070" y="3522380"/>
            <a:ext cx="336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900" dirty="0"/>
          </a:p>
        </p:txBody>
      </p:sp>
      <p:sp>
        <p:nvSpPr>
          <p:cNvPr id="115" name="S05-labelbg490"/>
          <p:cNvSpPr/>
          <p:nvPr/>
        </p:nvSpPr>
        <p:spPr>
          <a:xfrm>
            <a:off x="5280710" y="3690439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6" name="S05-label491"/>
          <p:cNvSpPr txBox="1"/>
          <p:nvPr/>
        </p:nvSpPr>
        <p:spPr>
          <a:xfrm>
            <a:off x="5234990" y="3674564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1000" dirty="0"/>
          </a:p>
        </p:txBody>
      </p:sp>
      <p:sp>
        <p:nvSpPr>
          <p:cNvPr id="117" name="S05-labelbg493"/>
          <p:cNvSpPr/>
          <p:nvPr/>
        </p:nvSpPr>
        <p:spPr>
          <a:xfrm>
            <a:off x="2453981" y="3752416"/>
            <a:ext cx="244602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8" name="S05-label494"/>
          <p:cNvSpPr txBox="1"/>
          <p:nvPr/>
        </p:nvSpPr>
        <p:spPr>
          <a:xfrm>
            <a:off x="2408261" y="3738129"/>
            <a:ext cx="336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900" dirty="0"/>
          </a:p>
        </p:txBody>
      </p:sp>
      <p:sp>
        <p:nvSpPr>
          <p:cNvPr id="119" name="S05-label496"/>
          <p:cNvSpPr txBox="1"/>
          <p:nvPr/>
        </p:nvSpPr>
        <p:spPr>
          <a:xfrm>
            <a:off x="5259324" y="3785060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000" dirty="0"/>
          </a:p>
        </p:txBody>
      </p:sp>
      <p:sp>
        <p:nvSpPr>
          <p:cNvPr id="120" name="S05-label498"/>
          <p:cNvSpPr txBox="1"/>
          <p:nvPr/>
        </p:nvSpPr>
        <p:spPr>
          <a:xfrm>
            <a:off x="2388794" y="3792998"/>
            <a:ext cx="336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900" dirty="0"/>
          </a:p>
        </p:txBody>
      </p:sp>
      <p:sp>
        <p:nvSpPr>
          <p:cNvPr id="121" name="S05-mark499"/>
          <p:cNvSpPr/>
          <p:nvPr/>
        </p:nvSpPr>
        <p:spPr>
          <a:xfrm>
            <a:off x="3790645" y="3984527"/>
            <a:ext cx="95098" cy="9509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2" name="S05-label500"/>
          <p:cNvSpPr txBox="1"/>
          <p:nvPr/>
        </p:nvSpPr>
        <p:spPr>
          <a:xfrm>
            <a:off x="1344168" y="4709160"/>
            <a:ext cx="49880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123" name="S05-mark501"/>
          <p:cNvSpPr/>
          <p:nvPr/>
        </p:nvSpPr>
        <p:spPr>
          <a:xfrm>
            <a:off x="7144131" y="2029920"/>
            <a:ext cx="4004310" cy="2002155"/>
          </a:xfrm>
          <a:custGeom>
            <a:avLst/>
            <a:gdLst/>
            <a:ahLst/>
            <a:cxnLst/>
            <a:rect l="l" t="t" r="r" b="b"/>
            <a:pathLst>
              <a:path w="4004310" h="2002155">
                <a:moveTo>
                  <a:pt x="4004310" y="2002155"/>
                </a:moveTo>
                <a:lnTo>
                  <a:pt x="4002404" y="1914822"/>
                </a:lnTo>
                <a:lnTo>
                  <a:pt x="3996691" y="1827656"/>
                </a:lnTo>
                <a:lnTo>
                  <a:pt x="3987181" y="1740821"/>
                </a:lnTo>
                <a:lnTo>
                  <a:pt x="3973893" y="1654484"/>
                </a:lnTo>
                <a:lnTo>
                  <a:pt x="3956851" y="1568809"/>
                </a:lnTo>
                <a:lnTo>
                  <a:pt x="3936088" y="1483959"/>
                </a:lnTo>
                <a:lnTo>
                  <a:pt x="3911644" y="1400095"/>
                </a:lnTo>
                <a:lnTo>
                  <a:pt x="3883565" y="1317378"/>
                </a:lnTo>
                <a:lnTo>
                  <a:pt x="3851905" y="1235963"/>
                </a:lnTo>
                <a:lnTo>
                  <a:pt x="3816724" y="1156008"/>
                </a:lnTo>
                <a:lnTo>
                  <a:pt x="3778088" y="1077663"/>
                </a:lnTo>
                <a:lnTo>
                  <a:pt x="3736072" y="1001078"/>
                </a:lnTo>
                <a:lnTo>
                  <a:pt x="3690755" y="926398"/>
                </a:lnTo>
                <a:lnTo>
                  <a:pt x="3642224" y="853766"/>
                </a:lnTo>
                <a:lnTo>
                  <a:pt x="3590571" y="783320"/>
                </a:lnTo>
                <a:lnTo>
                  <a:pt x="3535895" y="715195"/>
                </a:lnTo>
                <a:lnTo>
                  <a:pt x="3478299" y="649519"/>
                </a:lnTo>
                <a:lnTo>
                  <a:pt x="3417892" y="586418"/>
                </a:lnTo>
                <a:lnTo>
                  <a:pt x="3354791" y="526011"/>
                </a:lnTo>
                <a:lnTo>
                  <a:pt x="3289115" y="468415"/>
                </a:lnTo>
                <a:lnTo>
                  <a:pt x="3220990" y="413739"/>
                </a:lnTo>
                <a:lnTo>
                  <a:pt x="3150544" y="362086"/>
                </a:lnTo>
                <a:lnTo>
                  <a:pt x="3077912" y="313555"/>
                </a:lnTo>
                <a:lnTo>
                  <a:pt x="3003233" y="268238"/>
                </a:lnTo>
                <a:lnTo>
                  <a:pt x="2926647" y="226222"/>
                </a:lnTo>
                <a:lnTo>
                  <a:pt x="2848302" y="187586"/>
                </a:lnTo>
                <a:lnTo>
                  <a:pt x="2768347" y="152405"/>
                </a:lnTo>
                <a:lnTo>
                  <a:pt x="2686932" y="120745"/>
                </a:lnTo>
                <a:lnTo>
                  <a:pt x="2604215" y="92666"/>
                </a:lnTo>
                <a:lnTo>
                  <a:pt x="2520351" y="68222"/>
                </a:lnTo>
                <a:lnTo>
                  <a:pt x="2435501" y="47459"/>
                </a:lnTo>
                <a:lnTo>
                  <a:pt x="2349826" y="30417"/>
                </a:lnTo>
                <a:lnTo>
                  <a:pt x="2263489" y="17129"/>
                </a:lnTo>
                <a:lnTo>
                  <a:pt x="2176654" y="7619"/>
                </a:lnTo>
                <a:lnTo>
                  <a:pt x="2089488" y="1906"/>
                </a:lnTo>
                <a:lnTo>
                  <a:pt x="2002155" y="0"/>
                </a:lnTo>
                <a:lnTo>
                  <a:pt x="1914822" y="1906"/>
                </a:lnTo>
                <a:lnTo>
                  <a:pt x="1827656" y="7619"/>
                </a:lnTo>
                <a:lnTo>
                  <a:pt x="1740821" y="17129"/>
                </a:lnTo>
                <a:lnTo>
                  <a:pt x="1654484" y="30417"/>
                </a:lnTo>
                <a:lnTo>
                  <a:pt x="1568809" y="47459"/>
                </a:lnTo>
                <a:lnTo>
                  <a:pt x="1483959" y="68222"/>
                </a:lnTo>
                <a:lnTo>
                  <a:pt x="1400095" y="92666"/>
                </a:lnTo>
                <a:lnTo>
                  <a:pt x="1317378" y="120745"/>
                </a:lnTo>
                <a:lnTo>
                  <a:pt x="1235963" y="152405"/>
                </a:lnTo>
                <a:lnTo>
                  <a:pt x="1156008" y="187586"/>
                </a:lnTo>
                <a:lnTo>
                  <a:pt x="1077663" y="226222"/>
                </a:lnTo>
                <a:lnTo>
                  <a:pt x="1001078" y="268238"/>
                </a:lnTo>
                <a:lnTo>
                  <a:pt x="926398" y="313555"/>
                </a:lnTo>
                <a:lnTo>
                  <a:pt x="853766" y="362086"/>
                </a:lnTo>
                <a:lnTo>
                  <a:pt x="783320" y="413739"/>
                </a:lnTo>
                <a:lnTo>
                  <a:pt x="715195" y="468415"/>
                </a:lnTo>
                <a:lnTo>
                  <a:pt x="649519" y="526011"/>
                </a:lnTo>
                <a:lnTo>
                  <a:pt x="586418" y="586418"/>
                </a:lnTo>
                <a:lnTo>
                  <a:pt x="526011" y="649519"/>
                </a:lnTo>
                <a:lnTo>
                  <a:pt x="468415" y="715195"/>
                </a:lnTo>
                <a:lnTo>
                  <a:pt x="413739" y="783320"/>
                </a:lnTo>
                <a:lnTo>
                  <a:pt x="362086" y="853766"/>
                </a:lnTo>
                <a:lnTo>
                  <a:pt x="313555" y="926398"/>
                </a:lnTo>
                <a:lnTo>
                  <a:pt x="268238" y="1001078"/>
                </a:lnTo>
                <a:lnTo>
                  <a:pt x="226222" y="1077663"/>
                </a:lnTo>
                <a:lnTo>
                  <a:pt x="187586" y="1156008"/>
                </a:lnTo>
                <a:lnTo>
                  <a:pt x="152405" y="1235963"/>
                </a:lnTo>
                <a:lnTo>
                  <a:pt x="120745" y="1317378"/>
                </a:lnTo>
                <a:lnTo>
                  <a:pt x="92666" y="1400095"/>
                </a:lnTo>
                <a:lnTo>
                  <a:pt x="68222" y="1483959"/>
                </a:lnTo>
                <a:lnTo>
                  <a:pt x="47459" y="1568809"/>
                </a:lnTo>
                <a:lnTo>
                  <a:pt x="30417" y="1654484"/>
                </a:lnTo>
                <a:lnTo>
                  <a:pt x="17129" y="1740821"/>
                </a:lnTo>
                <a:lnTo>
                  <a:pt x="7619" y="1827656"/>
                </a:lnTo>
                <a:lnTo>
                  <a:pt x="1906" y="1914822"/>
                </a:lnTo>
                <a:lnTo>
                  <a:pt x="0" y="2002155"/>
                </a:lnTo>
                <a:lnTo>
                  <a:pt x="0" y="200215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4" name="S05-mark502"/>
          <p:cNvSpPr/>
          <p:nvPr/>
        </p:nvSpPr>
        <p:spPr>
          <a:xfrm flipH="1">
            <a:off x="10908182" y="4032075"/>
            <a:ext cx="24025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5" name="S05-mark503"/>
          <p:cNvSpPr/>
          <p:nvPr/>
        </p:nvSpPr>
        <p:spPr>
          <a:xfrm flipH="1">
            <a:off x="11001205" y="3857576"/>
            <a:ext cx="139618" cy="1221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5-mark504"/>
          <p:cNvSpPr/>
          <p:nvPr/>
        </p:nvSpPr>
        <p:spPr>
          <a:xfrm flipH="1">
            <a:off x="10881415" y="3684405"/>
            <a:ext cx="236609" cy="4172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7" name="S05-mark505"/>
          <p:cNvSpPr/>
          <p:nvPr/>
        </p:nvSpPr>
        <p:spPr>
          <a:xfrm flipH="1">
            <a:off x="10944844" y="3513880"/>
            <a:ext cx="135375" cy="36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5-mark506"/>
          <p:cNvSpPr/>
          <p:nvPr/>
        </p:nvSpPr>
        <p:spPr>
          <a:xfrm flipH="1">
            <a:off x="10801927" y="3347298"/>
            <a:ext cx="225769" cy="8217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9" name="S05-mark507"/>
          <p:cNvSpPr/>
          <p:nvPr/>
        </p:nvSpPr>
        <p:spPr>
          <a:xfrm flipH="1">
            <a:off x="10833835" y="3185928"/>
            <a:ext cx="127020" cy="59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5-mark508"/>
          <p:cNvSpPr/>
          <p:nvPr/>
        </p:nvSpPr>
        <p:spPr>
          <a:xfrm flipH="1">
            <a:off x="10672133" y="3030998"/>
            <a:ext cx="208070" cy="12012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1" name="S05-mark509"/>
          <p:cNvSpPr/>
          <p:nvPr/>
        </p:nvSpPr>
        <p:spPr>
          <a:xfrm flipH="1">
            <a:off x="10671551" y="2883686"/>
            <a:ext cx="114805" cy="803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5-mark510"/>
          <p:cNvSpPr/>
          <p:nvPr/>
        </p:nvSpPr>
        <p:spPr>
          <a:xfrm flipH="1">
            <a:off x="10495977" y="2745115"/>
            <a:ext cx="184049" cy="15443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3" name="S05-mark511"/>
          <p:cNvSpPr/>
          <p:nvPr/>
        </p:nvSpPr>
        <p:spPr>
          <a:xfrm flipH="1">
            <a:off x="10462922" y="2616338"/>
            <a:ext cx="99102" cy="991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5-mark512"/>
          <p:cNvSpPr/>
          <p:nvPr/>
        </p:nvSpPr>
        <p:spPr>
          <a:xfrm flipH="1">
            <a:off x="10278811" y="2498336"/>
            <a:ext cx="154435" cy="18404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5" name="S05-mark513"/>
          <p:cNvSpPr/>
          <p:nvPr/>
        </p:nvSpPr>
        <p:spPr>
          <a:xfrm flipH="1">
            <a:off x="10214288" y="2392006"/>
            <a:ext cx="80387" cy="1148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5-mark514"/>
          <p:cNvSpPr/>
          <p:nvPr/>
        </p:nvSpPr>
        <p:spPr>
          <a:xfrm flipH="1">
            <a:off x="10027234" y="2298158"/>
            <a:ext cx="120129" cy="20807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7" name="S05-mark515"/>
          <p:cNvSpPr/>
          <p:nvPr/>
        </p:nvSpPr>
        <p:spPr>
          <a:xfrm flipH="1">
            <a:off x="9933203" y="2217507"/>
            <a:ext cx="59230" cy="1270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5-mark516"/>
          <p:cNvSpPr/>
          <p:nvPr/>
        </p:nvSpPr>
        <p:spPr>
          <a:xfrm flipH="1">
            <a:off x="9748890" y="2150665"/>
            <a:ext cx="82173" cy="2257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9" name="S05-mark517"/>
          <p:cNvSpPr/>
          <p:nvPr/>
        </p:nvSpPr>
        <p:spPr>
          <a:xfrm flipH="1">
            <a:off x="9628208" y="2098142"/>
            <a:ext cx="36274" cy="1353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5-mark518"/>
          <p:cNvSpPr/>
          <p:nvPr/>
        </p:nvSpPr>
        <p:spPr>
          <a:xfrm flipH="1">
            <a:off x="9452236" y="2060338"/>
            <a:ext cx="41720" cy="23660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1" name="S05-mark519"/>
          <p:cNvSpPr/>
          <p:nvPr/>
        </p:nvSpPr>
        <p:spPr>
          <a:xfrm flipH="1">
            <a:off x="9308570" y="2037539"/>
            <a:ext cx="12215" cy="1396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5-mark520"/>
          <p:cNvSpPr/>
          <p:nvPr/>
        </p:nvSpPr>
        <p:spPr>
          <a:xfrm>
            <a:off x="9146286" y="2029920"/>
            <a:ext cx="0" cy="24025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3" name="S05-mark521"/>
          <p:cNvSpPr/>
          <p:nvPr/>
        </p:nvSpPr>
        <p:spPr>
          <a:xfrm>
            <a:off x="8971787" y="2037539"/>
            <a:ext cx="12215" cy="1396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5-mark522"/>
          <p:cNvSpPr/>
          <p:nvPr/>
        </p:nvSpPr>
        <p:spPr>
          <a:xfrm>
            <a:off x="8798615" y="2060338"/>
            <a:ext cx="41720" cy="23660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5" name="S05-mark523"/>
          <p:cNvSpPr/>
          <p:nvPr/>
        </p:nvSpPr>
        <p:spPr>
          <a:xfrm>
            <a:off x="8628090" y="2098142"/>
            <a:ext cx="36274" cy="1353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05-mark524"/>
          <p:cNvSpPr/>
          <p:nvPr/>
        </p:nvSpPr>
        <p:spPr>
          <a:xfrm>
            <a:off x="8461509" y="2150665"/>
            <a:ext cx="82173" cy="2257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7" name="S05-mark525"/>
          <p:cNvSpPr/>
          <p:nvPr/>
        </p:nvSpPr>
        <p:spPr>
          <a:xfrm>
            <a:off x="8300139" y="2217507"/>
            <a:ext cx="59230" cy="1270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8" name="S05-mark526"/>
          <p:cNvSpPr/>
          <p:nvPr/>
        </p:nvSpPr>
        <p:spPr>
          <a:xfrm>
            <a:off x="8145209" y="2298158"/>
            <a:ext cx="120129" cy="20807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9" name="S05-mark527"/>
          <p:cNvSpPr/>
          <p:nvPr/>
        </p:nvSpPr>
        <p:spPr>
          <a:xfrm>
            <a:off x="7997897" y="2392006"/>
            <a:ext cx="80387" cy="1148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0" name="S05-mark528"/>
          <p:cNvSpPr/>
          <p:nvPr/>
        </p:nvSpPr>
        <p:spPr>
          <a:xfrm>
            <a:off x="7859326" y="2498336"/>
            <a:ext cx="154435" cy="18404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1" name="S05-mark529"/>
          <p:cNvSpPr/>
          <p:nvPr/>
        </p:nvSpPr>
        <p:spPr>
          <a:xfrm>
            <a:off x="7730549" y="2616338"/>
            <a:ext cx="99102" cy="991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2" name="S05-mark530"/>
          <p:cNvSpPr/>
          <p:nvPr/>
        </p:nvSpPr>
        <p:spPr>
          <a:xfrm>
            <a:off x="7612546" y="2745115"/>
            <a:ext cx="184049" cy="15443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3" name="S05-mark531"/>
          <p:cNvSpPr/>
          <p:nvPr/>
        </p:nvSpPr>
        <p:spPr>
          <a:xfrm>
            <a:off x="7506217" y="2883686"/>
            <a:ext cx="114805" cy="803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4" name="S05-mark532"/>
          <p:cNvSpPr/>
          <p:nvPr/>
        </p:nvSpPr>
        <p:spPr>
          <a:xfrm>
            <a:off x="7412369" y="3030998"/>
            <a:ext cx="208070" cy="12012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5" name="S05-mark533"/>
          <p:cNvSpPr/>
          <p:nvPr/>
        </p:nvSpPr>
        <p:spPr>
          <a:xfrm>
            <a:off x="7331717" y="3185928"/>
            <a:ext cx="127020" cy="59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6" name="S05-mark534"/>
          <p:cNvSpPr/>
          <p:nvPr/>
        </p:nvSpPr>
        <p:spPr>
          <a:xfrm>
            <a:off x="7264876" y="3347298"/>
            <a:ext cx="225769" cy="8217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7" name="S05-mark535"/>
          <p:cNvSpPr/>
          <p:nvPr/>
        </p:nvSpPr>
        <p:spPr>
          <a:xfrm>
            <a:off x="7212353" y="3513880"/>
            <a:ext cx="135375" cy="36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8" name="S05-mark536"/>
          <p:cNvSpPr/>
          <p:nvPr/>
        </p:nvSpPr>
        <p:spPr>
          <a:xfrm>
            <a:off x="7174548" y="3684405"/>
            <a:ext cx="236609" cy="4172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9" name="S05-mark537"/>
          <p:cNvSpPr/>
          <p:nvPr/>
        </p:nvSpPr>
        <p:spPr>
          <a:xfrm>
            <a:off x="7151750" y="3857576"/>
            <a:ext cx="139618" cy="1221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0" name="S05-mark538"/>
          <p:cNvSpPr/>
          <p:nvPr/>
        </p:nvSpPr>
        <p:spPr>
          <a:xfrm>
            <a:off x="7144131" y="4032075"/>
            <a:ext cx="24025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1" name="S05-mark539"/>
          <p:cNvSpPr/>
          <p:nvPr/>
        </p:nvSpPr>
        <p:spPr>
          <a:xfrm>
            <a:off x="7144131" y="4032075"/>
            <a:ext cx="400431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2" name="S05-mark540"/>
          <p:cNvSpPr/>
          <p:nvPr/>
        </p:nvSpPr>
        <p:spPr>
          <a:xfrm flipV="1">
            <a:off x="9146286" y="3791817"/>
            <a:ext cx="0" cy="24025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3" name="S05-mark541"/>
          <p:cNvSpPr/>
          <p:nvPr/>
        </p:nvSpPr>
        <p:spPr>
          <a:xfrm>
            <a:off x="8545640" y="3687559"/>
            <a:ext cx="600646" cy="344517"/>
          </a:xfrm>
          <a:custGeom>
            <a:avLst/>
            <a:gdLst/>
            <a:ahLst/>
            <a:cxnLst/>
            <a:rect l="l" t="t" r="r" b="b"/>
            <a:pathLst>
              <a:path w="600646" h="344517">
                <a:moveTo>
                  <a:pt x="600646" y="344517"/>
                </a:moveTo>
                <a:lnTo>
                  <a:pt x="108626" y="0"/>
                </a:lnTo>
                <a:lnTo>
                  <a:pt x="100017" y="12634"/>
                </a:lnTo>
                <a:lnTo>
                  <a:pt x="91733" y="25482"/>
                </a:lnTo>
                <a:lnTo>
                  <a:pt x="83778" y="38537"/>
                </a:lnTo>
                <a:lnTo>
                  <a:pt x="76159" y="51791"/>
                </a:lnTo>
                <a:lnTo>
                  <a:pt x="68879" y="65234"/>
                </a:lnTo>
                <a:lnTo>
                  <a:pt x="61943" y="78858"/>
                </a:lnTo>
                <a:lnTo>
                  <a:pt x="55356" y="92654"/>
                </a:lnTo>
                <a:lnTo>
                  <a:pt x="49123" y="106613"/>
                </a:lnTo>
                <a:lnTo>
                  <a:pt x="43247" y="120726"/>
                </a:lnTo>
                <a:lnTo>
                  <a:pt x="37732" y="134984"/>
                </a:lnTo>
                <a:lnTo>
                  <a:pt x="32582" y="149378"/>
                </a:lnTo>
                <a:lnTo>
                  <a:pt x="27800" y="163899"/>
                </a:lnTo>
                <a:lnTo>
                  <a:pt x="23389" y="178536"/>
                </a:lnTo>
                <a:lnTo>
                  <a:pt x="19351" y="193281"/>
                </a:lnTo>
                <a:lnTo>
                  <a:pt x="15691" y="208124"/>
                </a:lnTo>
                <a:lnTo>
                  <a:pt x="12409" y="223055"/>
                </a:lnTo>
                <a:lnTo>
                  <a:pt x="9508" y="238065"/>
                </a:lnTo>
                <a:lnTo>
                  <a:pt x="6991" y="253144"/>
                </a:lnTo>
                <a:lnTo>
                  <a:pt x="4857" y="268282"/>
                </a:lnTo>
                <a:lnTo>
                  <a:pt x="3110" y="283470"/>
                </a:lnTo>
                <a:lnTo>
                  <a:pt x="1750" y="298697"/>
                </a:lnTo>
                <a:lnTo>
                  <a:pt x="778" y="313954"/>
                </a:lnTo>
                <a:lnTo>
                  <a:pt x="195" y="329230"/>
                </a:lnTo>
                <a:lnTo>
                  <a:pt x="0" y="344517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64" name="S05-figure542" descr="왼쪽 변이 바깥쪽 눈금 0에 맞은 35° 각"/>
          <p:cNvSpPr/>
          <p:nvPr/>
        </p:nvSpPr>
        <p:spPr>
          <a:xfrm flipH="1" flipV="1">
            <a:off x="7178203" y="2654009"/>
            <a:ext cx="1968083" cy="1378067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65" name="S05-mark543"/>
          <p:cNvSpPr/>
          <p:nvPr/>
        </p:nvSpPr>
        <p:spPr>
          <a:xfrm flipH="1">
            <a:off x="6743700" y="4032075"/>
            <a:ext cx="240258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66" name="S05-label545"/>
          <p:cNvSpPr txBox="1"/>
          <p:nvPr/>
        </p:nvSpPr>
        <p:spPr>
          <a:xfrm>
            <a:off x="7447788" y="3785060"/>
            <a:ext cx="19354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000" dirty="0"/>
          </a:p>
        </p:txBody>
      </p:sp>
      <p:sp>
        <p:nvSpPr>
          <p:cNvPr id="167" name="S05-label547"/>
          <p:cNvSpPr txBox="1"/>
          <p:nvPr/>
        </p:nvSpPr>
        <p:spPr>
          <a:xfrm>
            <a:off x="10335082" y="3792998"/>
            <a:ext cx="1851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900" dirty="0"/>
          </a:p>
        </p:txBody>
      </p:sp>
      <p:sp>
        <p:nvSpPr>
          <p:cNvPr id="168" name="S05-labelbg549"/>
          <p:cNvSpPr/>
          <p:nvPr/>
        </p:nvSpPr>
        <p:spPr>
          <a:xfrm>
            <a:off x="7475932" y="3690439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9" name="S05-label550"/>
          <p:cNvSpPr txBox="1"/>
          <p:nvPr/>
        </p:nvSpPr>
        <p:spPr>
          <a:xfrm>
            <a:off x="7430212" y="3674564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000" dirty="0"/>
          </a:p>
        </p:txBody>
      </p:sp>
      <p:sp>
        <p:nvSpPr>
          <p:cNvPr id="170" name="S05-labelbg552"/>
          <p:cNvSpPr/>
          <p:nvPr/>
        </p:nvSpPr>
        <p:spPr>
          <a:xfrm>
            <a:off x="10323616" y="3752416"/>
            <a:ext cx="169164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1" name="S05-label553"/>
          <p:cNvSpPr txBox="1"/>
          <p:nvPr/>
        </p:nvSpPr>
        <p:spPr>
          <a:xfrm>
            <a:off x="10277896" y="3738129"/>
            <a:ext cx="2606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900" dirty="0"/>
          </a:p>
        </p:txBody>
      </p:sp>
      <p:sp>
        <p:nvSpPr>
          <p:cNvPr id="172" name="S05-labelbg555"/>
          <p:cNvSpPr/>
          <p:nvPr/>
        </p:nvSpPr>
        <p:spPr>
          <a:xfrm>
            <a:off x="7548194" y="3420754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3" name="S05-label556"/>
          <p:cNvSpPr txBox="1"/>
          <p:nvPr/>
        </p:nvSpPr>
        <p:spPr>
          <a:xfrm>
            <a:off x="7502474" y="3404879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000" dirty="0"/>
          </a:p>
        </p:txBody>
      </p:sp>
      <p:sp>
        <p:nvSpPr>
          <p:cNvPr id="174" name="S05-labelbg558"/>
          <p:cNvSpPr/>
          <p:nvPr/>
        </p:nvSpPr>
        <p:spPr>
          <a:xfrm>
            <a:off x="10265807" y="3536668"/>
            <a:ext cx="169164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5" name="S05-label559"/>
          <p:cNvSpPr txBox="1"/>
          <p:nvPr/>
        </p:nvSpPr>
        <p:spPr>
          <a:xfrm>
            <a:off x="10220087" y="3522380"/>
            <a:ext cx="2606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900" dirty="0"/>
          </a:p>
        </p:txBody>
      </p:sp>
      <p:sp>
        <p:nvSpPr>
          <p:cNvPr id="176" name="S05-labelbg561"/>
          <p:cNvSpPr/>
          <p:nvPr/>
        </p:nvSpPr>
        <p:spPr>
          <a:xfrm>
            <a:off x="7666188" y="3167713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7" name="S05-label562"/>
          <p:cNvSpPr txBox="1"/>
          <p:nvPr/>
        </p:nvSpPr>
        <p:spPr>
          <a:xfrm>
            <a:off x="7620468" y="3151838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000" dirty="0"/>
          </a:p>
        </p:txBody>
      </p:sp>
      <p:sp>
        <p:nvSpPr>
          <p:cNvPr id="178" name="S05-labelbg564"/>
          <p:cNvSpPr/>
          <p:nvPr/>
        </p:nvSpPr>
        <p:spPr>
          <a:xfrm>
            <a:off x="10171411" y="3334236"/>
            <a:ext cx="169164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9" name="S05-label565"/>
          <p:cNvSpPr txBox="1"/>
          <p:nvPr/>
        </p:nvSpPr>
        <p:spPr>
          <a:xfrm>
            <a:off x="10125691" y="3319948"/>
            <a:ext cx="2606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900" dirty="0"/>
          </a:p>
        </p:txBody>
      </p:sp>
      <p:sp>
        <p:nvSpPr>
          <p:cNvPr id="180" name="S05-labelbg567"/>
          <p:cNvSpPr/>
          <p:nvPr/>
        </p:nvSpPr>
        <p:spPr>
          <a:xfrm>
            <a:off x="7826330" y="2939007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1" name="S05-label568"/>
          <p:cNvSpPr txBox="1"/>
          <p:nvPr/>
        </p:nvSpPr>
        <p:spPr>
          <a:xfrm>
            <a:off x="7780610" y="2923132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000" dirty="0"/>
          </a:p>
        </p:txBody>
      </p:sp>
      <p:sp>
        <p:nvSpPr>
          <p:cNvPr id="182" name="S05-labelbg570"/>
          <p:cNvSpPr/>
          <p:nvPr/>
        </p:nvSpPr>
        <p:spPr>
          <a:xfrm>
            <a:off x="10043297" y="3151271"/>
            <a:ext cx="169164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3" name="S05-label571"/>
          <p:cNvSpPr txBox="1"/>
          <p:nvPr/>
        </p:nvSpPr>
        <p:spPr>
          <a:xfrm>
            <a:off x="9997577" y="3136983"/>
            <a:ext cx="2606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900" dirty="0"/>
          </a:p>
        </p:txBody>
      </p:sp>
      <p:sp>
        <p:nvSpPr>
          <p:cNvPr id="184" name="S05-labelbg573"/>
          <p:cNvSpPr/>
          <p:nvPr/>
        </p:nvSpPr>
        <p:spPr>
          <a:xfrm>
            <a:off x="8023754" y="2741584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5" name="S05-label574"/>
          <p:cNvSpPr txBox="1"/>
          <p:nvPr/>
        </p:nvSpPr>
        <p:spPr>
          <a:xfrm>
            <a:off x="7978034" y="2725709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000" dirty="0"/>
          </a:p>
        </p:txBody>
      </p:sp>
      <p:sp>
        <p:nvSpPr>
          <p:cNvPr id="186" name="S05-labelbg576"/>
          <p:cNvSpPr/>
          <p:nvPr/>
        </p:nvSpPr>
        <p:spPr>
          <a:xfrm>
            <a:off x="9885359" y="2993332"/>
            <a:ext cx="169164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7" name="S05-label577"/>
          <p:cNvSpPr txBox="1"/>
          <p:nvPr/>
        </p:nvSpPr>
        <p:spPr>
          <a:xfrm>
            <a:off x="9839639" y="2979044"/>
            <a:ext cx="2606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900" dirty="0"/>
          </a:p>
        </p:txBody>
      </p:sp>
      <p:sp>
        <p:nvSpPr>
          <p:cNvPr id="188" name="S05-labelbg579"/>
          <p:cNvSpPr/>
          <p:nvPr/>
        </p:nvSpPr>
        <p:spPr>
          <a:xfrm>
            <a:off x="8252460" y="2581442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9" name="S05-label580"/>
          <p:cNvSpPr txBox="1"/>
          <p:nvPr/>
        </p:nvSpPr>
        <p:spPr>
          <a:xfrm>
            <a:off x="8206740" y="2565567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000" dirty="0"/>
          </a:p>
        </p:txBody>
      </p:sp>
      <p:sp>
        <p:nvSpPr>
          <p:cNvPr id="190" name="S05-labelbg582"/>
          <p:cNvSpPr/>
          <p:nvPr/>
        </p:nvSpPr>
        <p:spPr>
          <a:xfrm>
            <a:off x="9702394" y="2865218"/>
            <a:ext cx="169164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1" name="S05-label583"/>
          <p:cNvSpPr txBox="1"/>
          <p:nvPr/>
        </p:nvSpPr>
        <p:spPr>
          <a:xfrm>
            <a:off x="9656674" y="2850931"/>
            <a:ext cx="2606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900" dirty="0"/>
          </a:p>
        </p:txBody>
      </p:sp>
      <p:sp>
        <p:nvSpPr>
          <p:cNvPr id="192" name="S05-labelbg585"/>
          <p:cNvSpPr/>
          <p:nvPr/>
        </p:nvSpPr>
        <p:spPr>
          <a:xfrm>
            <a:off x="8505500" y="2463447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3" name="S05-label586"/>
          <p:cNvSpPr txBox="1"/>
          <p:nvPr/>
        </p:nvSpPr>
        <p:spPr>
          <a:xfrm>
            <a:off x="8459780" y="2447572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1000" dirty="0"/>
          </a:p>
        </p:txBody>
      </p:sp>
      <p:sp>
        <p:nvSpPr>
          <p:cNvPr id="194" name="S05-labelbg588"/>
          <p:cNvSpPr/>
          <p:nvPr/>
        </p:nvSpPr>
        <p:spPr>
          <a:xfrm>
            <a:off x="9499961" y="2770823"/>
            <a:ext cx="169164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5" name="S05-label589"/>
          <p:cNvSpPr txBox="1"/>
          <p:nvPr/>
        </p:nvSpPr>
        <p:spPr>
          <a:xfrm>
            <a:off x="9454241" y="2756535"/>
            <a:ext cx="2606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900" dirty="0"/>
          </a:p>
        </p:txBody>
      </p:sp>
      <p:sp>
        <p:nvSpPr>
          <p:cNvPr id="196" name="S05-labelbg591"/>
          <p:cNvSpPr/>
          <p:nvPr/>
        </p:nvSpPr>
        <p:spPr>
          <a:xfrm>
            <a:off x="8775186" y="2391185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7" name="S05-label592"/>
          <p:cNvSpPr txBox="1"/>
          <p:nvPr/>
        </p:nvSpPr>
        <p:spPr>
          <a:xfrm>
            <a:off x="8729466" y="2375310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000" dirty="0"/>
          </a:p>
        </p:txBody>
      </p:sp>
      <p:sp>
        <p:nvSpPr>
          <p:cNvPr id="198" name="S05-labelbg594"/>
          <p:cNvSpPr/>
          <p:nvPr/>
        </p:nvSpPr>
        <p:spPr>
          <a:xfrm>
            <a:off x="9284213" y="2713013"/>
            <a:ext cx="169164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9" name="S05-label595"/>
          <p:cNvSpPr txBox="1"/>
          <p:nvPr/>
        </p:nvSpPr>
        <p:spPr>
          <a:xfrm>
            <a:off x="9238493" y="2698726"/>
            <a:ext cx="2606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900" dirty="0"/>
          </a:p>
        </p:txBody>
      </p:sp>
      <p:sp>
        <p:nvSpPr>
          <p:cNvPr id="200" name="S05-labelbg597"/>
          <p:cNvSpPr/>
          <p:nvPr/>
        </p:nvSpPr>
        <p:spPr>
          <a:xfrm>
            <a:off x="9053322" y="2366851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1" name="S05-label598"/>
          <p:cNvSpPr txBox="1"/>
          <p:nvPr/>
        </p:nvSpPr>
        <p:spPr>
          <a:xfrm>
            <a:off x="9007602" y="2350976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1000" dirty="0"/>
          </a:p>
        </p:txBody>
      </p:sp>
      <p:sp>
        <p:nvSpPr>
          <p:cNvPr id="202" name="S05-labelbg600"/>
          <p:cNvSpPr/>
          <p:nvPr/>
        </p:nvSpPr>
        <p:spPr>
          <a:xfrm>
            <a:off x="9061704" y="2693546"/>
            <a:ext cx="169164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3" name="S05-label601"/>
          <p:cNvSpPr txBox="1"/>
          <p:nvPr/>
        </p:nvSpPr>
        <p:spPr>
          <a:xfrm>
            <a:off x="9015984" y="2679259"/>
            <a:ext cx="2606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900" dirty="0"/>
          </a:p>
        </p:txBody>
      </p:sp>
      <p:sp>
        <p:nvSpPr>
          <p:cNvPr id="204" name="S05-labelbg603"/>
          <p:cNvSpPr/>
          <p:nvPr/>
        </p:nvSpPr>
        <p:spPr>
          <a:xfrm>
            <a:off x="9289548" y="2391185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5" name="S05-label604"/>
          <p:cNvSpPr txBox="1"/>
          <p:nvPr/>
        </p:nvSpPr>
        <p:spPr>
          <a:xfrm>
            <a:off x="9243828" y="2375310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000" dirty="0"/>
          </a:p>
        </p:txBody>
      </p:sp>
      <p:sp>
        <p:nvSpPr>
          <p:cNvPr id="206" name="S05-labelbg606"/>
          <p:cNvSpPr/>
          <p:nvPr/>
        </p:nvSpPr>
        <p:spPr>
          <a:xfrm>
            <a:off x="8801476" y="2713013"/>
            <a:ext cx="244602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7" name="S05-label607"/>
          <p:cNvSpPr txBox="1"/>
          <p:nvPr/>
        </p:nvSpPr>
        <p:spPr>
          <a:xfrm>
            <a:off x="8755756" y="2698726"/>
            <a:ext cx="336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900" dirty="0"/>
          </a:p>
        </p:txBody>
      </p:sp>
      <p:sp>
        <p:nvSpPr>
          <p:cNvPr id="208" name="S05-labelbg609"/>
          <p:cNvSpPr/>
          <p:nvPr/>
        </p:nvSpPr>
        <p:spPr>
          <a:xfrm>
            <a:off x="9559234" y="2463447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9" name="S05-label610"/>
          <p:cNvSpPr txBox="1"/>
          <p:nvPr/>
        </p:nvSpPr>
        <p:spPr>
          <a:xfrm>
            <a:off x="9513514" y="2447572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1000" dirty="0"/>
          </a:p>
        </p:txBody>
      </p:sp>
      <p:sp>
        <p:nvSpPr>
          <p:cNvPr id="210" name="S05-labelbg612"/>
          <p:cNvSpPr/>
          <p:nvPr/>
        </p:nvSpPr>
        <p:spPr>
          <a:xfrm>
            <a:off x="8585728" y="2770823"/>
            <a:ext cx="244602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1" name="S05-label613"/>
          <p:cNvSpPr txBox="1"/>
          <p:nvPr/>
        </p:nvSpPr>
        <p:spPr>
          <a:xfrm>
            <a:off x="8540008" y="2756535"/>
            <a:ext cx="336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900" dirty="0"/>
          </a:p>
        </p:txBody>
      </p:sp>
      <p:sp>
        <p:nvSpPr>
          <p:cNvPr id="212" name="S05-labelbg615"/>
          <p:cNvSpPr/>
          <p:nvPr/>
        </p:nvSpPr>
        <p:spPr>
          <a:xfrm>
            <a:off x="9812274" y="2581442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3" name="S05-label616"/>
          <p:cNvSpPr txBox="1"/>
          <p:nvPr/>
        </p:nvSpPr>
        <p:spPr>
          <a:xfrm>
            <a:off x="9766554" y="2565567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000" dirty="0"/>
          </a:p>
        </p:txBody>
      </p:sp>
      <p:sp>
        <p:nvSpPr>
          <p:cNvPr id="214" name="S05-labelbg618"/>
          <p:cNvSpPr/>
          <p:nvPr/>
        </p:nvSpPr>
        <p:spPr>
          <a:xfrm>
            <a:off x="8383295" y="2865218"/>
            <a:ext cx="244602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5" name="S05-label619"/>
          <p:cNvSpPr txBox="1"/>
          <p:nvPr/>
        </p:nvSpPr>
        <p:spPr>
          <a:xfrm>
            <a:off x="8337575" y="2850931"/>
            <a:ext cx="336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900" dirty="0"/>
          </a:p>
        </p:txBody>
      </p:sp>
      <p:sp>
        <p:nvSpPr>
          <p:cNvPr id="216" name="S05-labelbg621"/>
          <p:cNvSpPr/>
          <p:nvPr/>
        </p:nvSpPr>
        <p:spPr>
          <a:xfrm>
            <a:off x="10040980" y="2741584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7" name="S05-label622"/>
          <p:cNvSpPr txBox="1"/>
          <p:nvPr/>
        </p:nvSpPr>
        <p:spPr>
          <a:xfrm>
            <a:off x="9995260" y="2725709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1000" dirty="0"/>
          </a:p>
        </p:txBody>
      </p:sp>
      <p:sp>
        <p:nvSpPr>
          <p:cNvPr id="218" name="S05-labelbg624"/>
          <p:cNvSpPr/>
          <p:nvPr/>
        </p:nvSpPr>
        <p:spPr>
          <a:xfrm>
            <a:off x="8200330" y="2993332"/>
            <a:ext cx="244602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9" name="S05-label625"/>
          <p:cNvSpPr txBox="1"/>
          <p:nvPr/>
        </p:nvSpPr>
        <p:spPr>
          <a:xfrm>
            <a:off x="8154610" y="2979044"/>
            <a:ext cx="336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900" dirty="0"/>
          </a:p>
        </p:txBody>
      </p:sp>
      <p:sp>
        <p:nvSpPr>
          <p:cNvPr id="220" name="S05-labelbg627"/>
          <p:cNvSpPr/>
          <p:nvPr/>
        </p:nvSpPr>
        <p:spPr>
          <a:xfrm>
            <a:off x="10238404" y="2939007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1" name="S05-label628"/>
          <p:cNvSpPr txBox="1"/>
          <p:nvPr/>
        </p:nvSpPr>
        <p:spPr>
          <a:xfrm>
            <a:off x="10192684" y="2923132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000" dirty="0"/>
          </a:p>
        </p:txBody>
      </p:sp>
      <p:sp>
        <p:nvSpPr>
          <p:cNvPr id="222" name="S05-labelbg630"/>
          <p:cNvSpPr/>
          <p:nvPr/>
        </p:nvSpPr>
        <p:spPr>
          <a:xfrm>
            <a:off x="8042392" y="3151271"/>
            <a:ext cx="244602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3" name="S05-label631"/>
          <p:cNvSpPr txBox="1"/>
          <p:nvPr/>
        </p:nvSpPr>
        <p:spPr>
          <a:xfrm>
            <a:off x="7996672" y="3136983"/>
            <a:ext cx="336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900" dirty="0"/>
          </a:p>
        </p:txBody>
      </p:sp>
      <p:sp>
        <p:nvSpPr>
          <p:cNvPr id="224" name="S05-labelbg633"/>
          <p:cNvSpPr/>
          <p:nvPr/>
        </p:nvSpPr>
        <p:spPr>
          <a:xfrm>
            <a:off x="10398546" y="3167713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5" name="S05-label634"/>
          <p:cNvSpPr txBox="1"/>
          <p:nvPr/>
        </p:nvSpPr>
        <p:spPr>
          <a:xfrm>
            <a:off x="10352826" y="3151838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000" dirty="0"/>
          </a:p>
        </p:txBody>
      </p:sp>
      <p:sp>
        <p:nvSpPr>
          <p:cNvPr id="226" name="S05-labelbg636"/>
          <p:cNvSpPr/>
          <p:nvPr/>
        </p:nvSpPr>
        <p:spPr>
          <a:xfrm>
            <a:off x="7914278" y="3334236"/>
            <a:ext cx="244602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7" name="S05-label637"/>
          <p:cNvSpPr txBox="1"/>
          <p:nvPr/>
        </p:nvSpPr>
        <p:spPr>
          <a:xfrm>
            <a:off x="7868558" y="3319948"/>
            <a:ext cx="336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900" dirty="0"/>
          </a:p>
        </p:txBody>
      </p:sp>
      <p:sp>
        <p:nvSpPr>
          <p:cNvPr id="228" name="S05-labelbg639"/>
          <p:cNvSpPr/>
          <p:nvPr/>
        </p:nvSpPr>
        <p:spPr>
          <a:xfrm>
            <a:off x="10516540" y="3420754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9" name="S05-label640"/>
          <p:cNvSpPr txBox="1"/>
          <p:nvPr/>
        </p:nvSpPr>
        <p:spPr>
          <a:xfrm>
            <a:off x="10470820" y="3404879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000" dirty="0"/>
          </a:p>
        </p:txBody>
      </p:sp>
      <p:sp>
        <p:nvSpPr>
          <p:cNvPr id="230" name="S05-labelbg642"/>
          <p:cNvSpPr/>
          <p:nvPr/>
        </p:nvSpPr>
        <p:spPr>
          <a:xfrm>
            <a:off x="7819882" y="3536668"/>
            <a:ext cx="244602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1" name="S05-label643"/>
          <p:cNvSpPr txBox="1"/>
          <p:nvPr/>
        </p:nvSpPr>
        <p:spPr>
          <a:xfrm>
            <a:off x="7774162" y="3522380"/>
            <a:ext cx="336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900" dirty="0"/>
          </a:p>
        </p:txBody>
      </p:sp>
      <p:sp>
        <p:nvSpPr>
          <p:cNvPr id="232" name="S05-labelbg645"/>
          <p:cNvSpPr/>
          <p:nvPr/>
        </p:nvSpPr>
        <p:spPr>
          <a:xfrm>
            <a:off x="10588802" y="3690439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3" name="S05-label646"/>
          <p:cNvSpPr txBox="1"/>
          <p:nvPr/>
        </p:nvSpPr>
        <p:spPr>
          <a:xfrm>
            <a:off x="10543082" y="3674564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1000" dirty="0"/>
          </a:p>
        </p:txBody>
      </p:sp>
      <p:sp>
        <p:nvSpPr>
          <p:cNvPr id="234" name="S05-labelbg648"/>
          <p:cNvSpPr/>
          <p:nvPr/>
        </p:nvSpPr>
        <p:spPr>
          <a:xfrm>
            <a:off x="7762073" y="3752416"/>
            <a:ext cx="244602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5" name="S05-label649"/>
          <p:cNvSpPr txBox="1"/>
          <p:nvPr/>
        </p:nvSpPr>
        <p:spPr>
          <a:xfrm>
            <a:off x="7716353" y="3738129"/>
            <a:ext cx="336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900" dirty="0"/>
          </a:p>
        </p:txBody>
      </p:sp>
      <p:sp>
        <p:nvSpPr>
          <p:cNvPr id="236" name="S05-label651"/>
          <p:cNvSpPr txBox="1"/>
          <p:nvPr/>
        </p:nvSpPr>
        <p:spPr>
          <a:xfrm>
            <a:off x="10567416" y="3785060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000" dirty="0"/>
          </a:p>
        </p:txBody>
      </p:sp>
      <p:sp>
        <p:nvSpPr>
          <p:cNvPr id="237" name="S05-label653"/>
          <p:cNvSpPr txBox="1"/>
          <p:nvPr/>
        </p:nvSpPr>
        <p:spPr>
          <a:xfrm>
            <a:off x="7696886" y="3792998"/>
            <a:ext cx="336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900" dirty="0"/>
          </a:p>
        </p:txBody>
      </p:sp>
      <p:sp>
        <p:nvSpPr>
          <p:cNvPr id="238" name="S05-mark654"/>
          <p:cNvSpPr/>
          <p:nvPr/>
        </p:nvSpPr>
        <p:spPr>
          <a:xfrm>
            <a:off x="9098737" y="3984527"/>
            <a:ext cx="95098" cy="9509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9" name="S05-label655"/>
          <p:cNvSpPr txBox="1"/>
          <p:nvPr/>
        </p:nvSpPr>
        <p:spPr>
          <a:xfrm>
            <a:off x="6652260" y="4709160"/>
            <a:ext cx="49880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각이 더 클까요?</a:t>
            </a:r>
            <a:endParaRPr lang="ko-KR" sz="4000" dirty="0"/>
          </a:p>
        </p:txBody>
      </p:sp>
      <p:sp>
        <p:nvSpPr>
          <p:cNvPr id="3" name="S06-card6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6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큰 각은 어느 것일까요? 왜 그럴까요?</a:t>
            </a:r>
            <a:endParaRPr lang="ko-KR" sz="3000" dirty="0"/>
          </a:p>
        </p:txBody>
      </p:sp>
      <p:sp>
        <p:nvSpPr>
          <p:cNvPr id="5" name="S06-chip658"/>
          <p:cNvSpPr txBox="1"/>
          <p:nvPr/>
        </p:nvSpPr>
        <p:spPr>
          <a:xfrm>
            <a:off x="548640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6" name="S06-mark659"/>
          <p:cNvSpPr/>
          <p:nvPr/>
        </p:nvSpPr>
        <p:spPr>
          <a:xfrm>
            <a:off x="2096262" y="3831515"/>
            <a:ext cx="396240" cy="254700"/>
          </a:xfrm>
          <a:custGeom>
            <a:avLst/>
            <a:gdLst/>
            <a:ahLst/>
            <a:cxnLst/>
            <a:rect l="l" t="t" r="r" b="b"/>
            <a:pathLst>
              <a:path w="396240" h="254700">
                <a:moveTo>
                  <a:pt x="0" y="254700"/>
                </a:moveTo>
                <a:lnTo>
                  <a:pt x="396240" y="254700"/>
                </a:lnTo>
                <a:lnTo>
                  <a:pt x="396072" y="243175"/>
                </a:lnTo>
                <a:lnTo>
                  <a:pt x="395570" y="231660"/>
                </a:lnTo>
                <a:lnTo>
                  <a:pt x="394732" y="220165"/>
                </a:lnTo>
                <a:lnTo>
                  <a:pt x="393561" y="208699"/>
                </a:lnTo>
                <a:lnTo>
                  <a:pt x="392056" y="197272"/>
                </a:lnTo>
                <a:lnTo>
                  <a:pt x="390220" y="185893"/>
                </a:lnTo>
                <a:lnTo>
                  <a:pt x="388054" y="174573"/>
                </a:lnTo>
                <a:lnTo>
                  <a:pt x="385559" y="163320"/>
                </a:lnTo>
                <a:lnTo>
                  <a:pt x="382738" y="152145"/>
                </a:lnTo>
                <a:lnTo>
                  <a:pt x="379593" y="141056"/>
                </a:lnTo>
                <a:lnTo>
                  <a:pt x="376128" y="130064"/>
                </a:lnTo>
                <a:lnTo>
                  <a:pt x="372343" y="119177"/>
                </a:lnTo>
                <a:lnTo>
                  <a:pt x="368244" y="108405"/>
                </a:lnTo>
                <a:lnTo>
                  <a:pt x="363833" y="97756"/>
                </a:lnTo>
                <a:lnTo>
                  <a:pt x="359115" y="87240"/>
                </a:lnTo>
                <a:lnTo>
                  <a:pt x="354092" y="76866"/>
                </a:lnTo>
                <a:lnTo>
                  <a:pt x="348770" y="66643"/>
                </a:lnTo>
                <a:lnTo>
                  <a:pt x="343153" y="56578"/>
                </a:lnTo>
                <a:lnTo>
                  <a:pt x="337245" y="46682"/>
                </a:lnTo>
                <a:lnTo>
                  <a:pt x="331053" y="36961"/>
                </a:lnTo>
                <a:lnTo>
                  <a:pt x="324580" y="27424"/>
                </a:lnTo>
                <a:lnTo>
                  <a:pt x="317832" y="18080"/>
                </a:lnTo>
                <a:lnTo>
                  <a:pt x="310815" y="8936"/>
                </a:lnTo>
                <a:lnTo>
                  <a:pt x="303536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7" name="S06-figure660" descr="두 변이 긴 40° 각"/>
          <p:cNvSpPr/>
          <p:nvPr/>
        </p:nvSpPr>
        <p:spPr>
          <a:xfrm>
            <a:off x="2096262" y="4086215"/>
            <a:ext cx="226771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6-mark661"/>
          <p:cNvSpPr/>
          <p:nvPr/>
        </p:nvSpPr>
        <p:spPr>
          <a:xfrm flipV="1">
            <a:off x="2096262" y="2628529"/>
            <a:ext cx="1737181" cy="145768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6-text662"/>
          <p:cNvSpPr txBox="1"/>
          <p:nvPr/>
        </p:nvSpPr>
        <p:spPr>
          <a:xfrm>
            <a:off x="548640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변이 길어요.</a:t>
            </a:r>
            <a:endParaRPr lang="ko-KR" sz="2400" dirty="0"/>
          </a:p>
        </p:txBody>
      </p:sp>
      <p:sp>
        <p:nvSpPr>
          <p:cNvPr id="10" name="S06-chip663"/>
          <p:cNvSpPr txBox="1"/>
          <p:nvPr/>
        </p:nvSpPr>
        <p:spPr>
          <a:xfrm>
            <a:off x="6277356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1" name="S06-mark664"/>
          <p:cNvSpPr/>
          <p:nvPr/>
        </p:nvSpPr>
        <p:spPr>
          <a:xfrm>
            <a:off x="8448599" y="3501207"/>
            <a:ext cx="357153" cy="335616"/>
          </a:xfrm>
          <a:custGeom>
            <a:avLst/>
            <a:gdLst/>
            <a:ahLst/>
            <a:cxnLst/>
            <a:rect l="l" t="t" r="r" b="b"/>
            <a:pathLst>
              <a:path w="357153" h="335616">
                <a:moveTo>
                  <a:pt x="0" y="335616"/>
                </a:moveTo>
                <a:lnTo>
                  <a:pt x="357153" y="335616"/>
                </a:lnTo>
                <a:lnTo>
                  <a:pt x="356691" y="317442"/>
                </a:lnTo>
                <a:lnTo>
                  <a:pt x="355304" y="299316"/>
                </a:lnTo>
                <a:lnTo>
                  <a:pt x="352997" y="281284"/>
                </a:lnTo>
                <a:lnTo>
                  <a:pt x="349775" y="263392"/>
                </a:lnTo>
                <a:lnTo>
                  <a:pt x="345647" y="245688"/>
                </a:lnTo>
                <a:lnTo>
                  <a:pt x="340623" y="228217"/>
                </a:lnTo>
                <a:lnTo>
                  <a:pt x="334717" y="211024"/>
                </a:lnTo>
                <a:lnTo>
                  <a:pt x="327944" y="194153"/>
                </a:lnTo>
                <a:lnTo>
                  <a:pt x="320321" y="177650"/>
                </a:lnTo>
                <a:lnTo>
                  <a:pt x="311868" y="161555"/>
                </a:lnTo>
                <a:lnTo>
                  <a:pt x="302607" y="145911"/>
                </a:lnTo>
                <a:lnTo>
                  <a:pt x="292562" y="130759"/>
                </a:lnTo>
                <a:lnTo>
                  <a:pt x="281759" y="116138"/>
                </a:lnTo>
                <a:lnTo>
                  <a:pt x="270226" y="102085"/>
                </a:lnTo>
                <a:lnTo>
                  <a:pt x="257993" y="88638"/>
                </a:lnTo>
                <a:lnTo>
                  <a:pt x="245092" y="75830"/>
                </a:lnTo>
                <a:lnTo>
                  <a:pt x="231555" y="63695"/>
                </a:lnTo>
                <a:lnTo>
                  <a:pt x="217419" y="52265"/>
                </a:lnTo>
                <a:lnTo>
                  <a:pt x="202719" y="41569"/>
                </a:lnTo>
                <a:lnTo>
                  <a:pt x="187495" y="31635"/>
                </a:lnTo>
                <a:lnTo>
                  <a:pt x="171784" y="22488"/>
                </a:lnTo>
                <a:lnTo>
                  <a:pt x="155628" y="14153"/>
                </a:lnTo>
                <a:lnTo>
                  <a:pt x="139069" y="6650"/>
                </a:lnTo>
                <a:lnTo>
                  <a:pt x="12215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2" name="S06-figure665" descr="두 변이 짧은 70° 각"/>
          <p:cNvSpPr/>
          <p:nvPr/>
        </p:nvSpPr>
        <p:spPr>
          <a:xfrm>
            <a:off x="8448599" y="3836823"/>
            <a:ext cx="102047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6-mark666"/>
          <p:cNvSpPr/>
          <p:nvPr/>
        </p:nvSpPr>
        <p:spPr>
          <a:xfrm flipV="1">
            <a:off x="8448599" y="2877921"/>
            <a:ext cx="349001" cy="95890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6-text667"/>
          <p:cNvSpPr txBox="1"/>
          <p:nvPr/>
        </p:nvSpPr>
        <p:spPr>
          <a:xfrm>
            <a:off x="6277356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변이 짧아요.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70°인 각 그리기</a:t>
            </a:r>
            <a:endParaRPr lang="ko-KR" sz="4000" dirty="0"/>
          </a:p>
        </p:txBody>
      </p:sp>
      <p:sp>
        <p:nvSpPr>
          <p:cNvPr id="3" name="S07-text6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각도기와 자로 70°인 각을 그려요.</a:t>
            </a:r>
            <a:endParaRPr lang="ko-KR" sz="3000" dirty="0"/>
          </a:p>
        </p:txBody>
      </p:sp>
      <p:sp>
        <p:nvSpPr>
          <p:cNvPr id="4" name="S07-mark669"/>
          <p:cNvSpPr/>
          <p:nvPr/>
        </p:nvSpPr>
        <p:spPr>
          <a:xfrm>
            <a:off x="7559070" y="5117258"/>
            <a:ext cx="396240" cy="372342"/>
          </a:xfrm>
          <a:custGeom>
            <a:avLst/>
            <a:gdLst/>
            <a:ahLst/>
            <a:cxnLst/>
            <a:rect l="l" t="t" r="r" b="b"/>
            <a:pathLst>
              <a:path w="396240" h="372342">
                <a:moveTo>
                  <a:pt x="0" y="372342"/>
                </a:moveTo>
                <a:lnTo>
                  <a:pt x="396240" y="372342"/>
                </a:lnTo>
                <a:lnTo>
                  <a:pt x="395727" y="352180"/>
                </a:lnTo>
                <a:lnTo>
                  <a:pt x="394188" y="332071"/>
                </a:lnTo>
                <a:lnTo>
                  <a:pt x="391628" y="312065"/>
                </a:lnTo>
                <a:lnTo>
                  <a:pt x="388054" y="292216"/>
                </a:lnTo>
                <a:lnTo>
                  <a:pt x="383474" y="272575"/>
                </a:lnTo>
                <a:lnTo>
                  <a:pt x="377901" y="253192"/>
                </a:lnTo>
                <a:lnTo>
                  <a:pt x="371349" y="234117"/>
                </a:lnTo>
                <a:lnTo>
                  <a:pt x="363835" y="215401"/>
                </a:lnTo>
                <a:lnTo>
                  <a:pt x="355378" y="197091"/>
                </a:lnTo>
                <a:lnTo>
                  <a:pt x="346000" y="179236"/>
                </a:lnTo>
                <a:lnTo>
                  <a:pt x="335726" y="161880"/>
                </a:lnTo>
                <a:lnTo>
                  <a:pt x="324582" y="145070"/>
                </a:lnTo>
                <a:lnTo>
                  <a:pt x="312597" y="128849"/>
                </a:lnTo>
                <a:lnTo>
                  <a:pt x="299803" y="113258"/>
                </a:lnTo>
                <a:lnTo>
                  <a:pt x="286232" y="98339"/>
                </a:lnTo>
                <a:lnTo>
                  <a:pt x="271919" y="84130"/>
                </a:lnTo>
                <a:lnTo>
                  <a:pt x="256901" y="70667"/>
                </a:lnTo>
                <a:lnTo>
                  <a:pt x="241219" y="57986"/>
                </a:lnTo>
                <a:lnTo>
                  <a:pt x="224911" y="46119"/>
                </a:lnTo>
                <a:lnTo>
                  <a:pt x="208020" y="35098"/>
                </a:lnTo>
                <a:lnTo>
                  <a:pt x="190591" y="24950"/>
                </a:lnTo>
                <a:lnTo>
                  <a:pt x="172667" y="15702"/>
                </a:lnTo>
                <a:lnTo>
                  <a:pt x="154297" y="7378"/>
                </a:lnTo>
                <a:lnTo>
                  <a:pt x="135527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5" name="S07-label671"/>
          <p:cNvSpPr txBox="1"/>
          <p:nvPr/>
        </p:nvSpPr>
        <p:spPr>
          <a:xfrm>
            <a:off x="7800807" y="4905745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</a:t>
            </a:r>
            <a:endParaRPr lang="ko-KR" sz="2400" dirty="0"/>
          </a:p>
        </p:txBody>
      </p:sp>
      <p:sp>
        <p:nvSpPr>
          <p:cNvPr id="6" name="S07-figure672" descr="각도기로 그린 70° 각 ㄱㄴㄷ, 꼭짓점 ㄴ"/>
          <p:cNvSpPr/>
          <p:nvPr/>
        </p:nvSpPr>
        <p:spPr>
          <a:xfrm>
            <a:off x="7559070" y="5489600"/>
            <a:ext cx="36576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7-mark673"/>
          <p:cNvSpPr/>
          <p:nvPr/>
        </p:nvSpPr>
        <p:spPr>
          <a:xfrm flipV="1">
            <a:off x="7559070" y="2740000"/>
            <a:ext cx="1000811" cy="2749601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7-mark674"/>
          <p:cNvSpPr/>
          <p:nvPr/>
        </p:nvSpPr>
        <p:spPr>
          <a:xfrm>
            <a:off x="8500445" y="26805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7-label676"/>
          <p:cNvSpPr txBox="1"/>
          <p:nvPr/>
        </p:nvSpPr>
        <p:spPr>
          <a:xfrm>
            <a:off x="11206510" y="52356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0" name="S07-label678"/>
          <p:cNvSpPr txBox="1"/>
          <p:nvPr/>
        </p:nvSpPr>
        <p:spPr>
          <a:xfrm>
            <a:off x="7105328" y="537546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1" name="S07-label680"/>
          <p:cNvSpPr txBox="1"/>
          <p:nvPr/>
        </p:nvSpPr>
        <p:spPr>
          <a:xfrm>
            <a:off x="8389282" y="225686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12" name="S07-stepno681"/>
          <p:cNvSpPr txBox="1"/>
          <p:nvPr/>
        </p:nvSpPr>
        <p:spPr>
          <a:xfrm>
            <a:off x="548640" y="2389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3" name="S07-text682"/>
          <p:cNvSpPr txBox="1"/>
          <p:nvPr/>
        </p:nvSpPr>
        <p:spPr>
          <a:xfrm>
            <a:off x="1325880" y="2389632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자로 변 ㄴㄱ을 그어요.</a:t>
            </a:r>
            <a:endParaRPr lang="ko-KR" sz="3000" dirty="0"/>
          </a:p>
        </p:txBody>
      </p:sp>
      <p:sp>
        <p:nvSpPr>
          <p:cNvPr id="14" name="S07-stepno683"/>
          <p:cNvSpPr txBox="1"/>
          <p:nvPr/>
        </p:nvSpPr>
        <p:spPr>
          <a:xfrm>
            <a:off x="548640" y="31485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5" name="S07-text684"/>
          <p:cNvSpPr txBox="1"/>
          <p:nvPr/>
        </p:nvSpPr>
        <p:spPr>
          <a:xfrm>
            <a:off x="1325880" y="3102864"/>
            <a:ext cx="5443789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각도기의 중심을 점 ㄴ에,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밑금을 변 ㄴㄱ에 맞춰요.</a:t>
            </a:r>
            <a:endParaRPr lang="ko-KR" sz="3000" dirty="0"/>
          </a:p>
        </p:txBody>
      </p:sp>
      <p:sp>
        <p:nvSpPr>
          <p:cNvPr id="16" name="S07-stepno685"/>
          <p:cNvSpPr txBox="1"/>
          <p:nvPr/>
        </p:nvSpPr>
        <p:spPr>
          <a:xfrm>
            <a:off x="548640" y="4242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7" name="S07-text686"/>
          <p:cNvSpPr txBox="1"/>
          <p:nvPr/>
        </p:nvSpPr>
        <p:spPr>
          <a:xfrm>
            <a:off x="1325880" y="4197096"/>
            <a:ext cx="5443789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0에서 시작하는 눈금 70에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ㄷ을 찍어요.</a:t>
            </a:r>
            <a:endParaRPr lang="ko-KR" sz="3000" dirty="0"/>
          </a:p>
        </p:txBody>
      </p:sp>
      <p:sp>
        <p:nvSpPr>
          <p:cNvPr id="18" name="S07-stepno687"/>
          <p:cNvSpPr txBox="1"/>
          <p:nvPr/>
        </p:nvSpPr>
        <p:spPr>
          <a:xfrm>
            <a:off x="548640" y="5291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9" name="S07-text688"/>
          <p:cNvSpPr txBox="1"/>
          <p:nvPr/>
        </p:nvSpPr>
        <p:spPr>
          <a:xfrm>
            <a:off x="1325880" y="5291328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자로 점 ㄴ과 점 ㄷ을 이어요.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예각과 둔각</a:t>
            </a:r>
            <a:endParaRPr lang="ko-KR" sz="4000" dirty="0"/>
          </a:p>
        </p:txBody>
      </p:sp>
      <p:sp>
        <p:nvSpPr>
          <p:cNvPr id="3" name="S08-text6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직각(90°)과 비교해요.</a:t>
            </a:r>
            <a:endParaRPr lang="ko-KR" sz="3000" dirty="0"/>
          </a:p>
        </p:txBody>
      </p:sp>
      <p:sp>
        <p:nvSpPr>
          <p:cNvPr id="4" name="S08-card690"/>
          <p:cNvSpPr/>
          <p:nvPr/>
        </p:nvSpPr>
        <p:spPr>
          <a:xfrm>
            <a:off x="548640" y="460400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691"/>
          <p:cNvSpPr txBox="1"/>
          <p:nvPr/>
        </p:nvSpPr>
        <p:spPr>
          <a:xfrm>
            <a:off x="822960" y="474116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0°보다 크고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직각보다 작은 각</a:t>
            </a:r>
            <a:endParaRPr lang="ko-KR" sz="3000" dirty="0"/>
          </a:p>
        </p:txBody>
      </p:sp>
      <p:sp>
        <p:nvSpPr>
          <p:cNvPr id="6" name="S08-card692"/>
          <p:cNvSpPr/>
          <p:nvPr/>
        </p:nvSpPr>
        <p:spPr>
          <a:xfrm>
            <a:off x="4322064" y="460400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693"/>
          <p:cNvSpPr txBox="1"/>
          <p:nvPr/>
        </p:nvSpPr>
        <p:spPr>
          <a:xfrm>
            <a:off x="4596384" y="474116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90°인 각</a:t>
            </a:r>
            <a:endParaRPr lang="ko-KR" sz="3000" dirty="0"/>
          </a:p>
        </p:txBody>
      </p:sp>
      <p:sp>
        <p:nvSpPr>
          <p:cNvPr id="8" name="S08-card694"/>
          <p:cNvSpPr/>
          <p:nvPr/>
        </p:nvSpPr>
        <p:spPr>
          <a:xfrm>
            <a:off x="8095488" y="460400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8-cardtext695"/>
          <p:cNvSpPr txBox="1"/>
          <p:nvPr/>
        </p:nvSpPr>
        <p:spPr>
          <a:xfrm>
            <a:off x="8369808" y="474116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직각보다 크고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180°보다 작은 각</a:t>
            </a:r>
            <a:endParaRPr lang="ko-KR" sz="3000" dirty="0"/>
          </a:p>
        </p:txBody>
      </p:sp>
      <p:sp>
        <p:nvSpPr>
          <p:cNvPr id="10" name="S08-mark696"/>
          <p:cNvSpPr/>
          <p:nvPr/>
        </p:nvSpPr>
        <p:spPr>
          <a:xfrm>
            <a:off x="1541537" y="3221479"/>
            <a:ext cx="396240" cy="303533"/>
          </a:xfrm>
          <a:custGeom>
            <a:avLst/>
            <a:gdLst/>
            <a:ahLst/>
            <a:cxnLst/>
            <a:rect l="l" t="t" r="r" b="b"/>
            <a:pathLst>
              <a:path w="396240" h="303533">
                <a:moveTo>
                  <a:pt x="0" y="303533"/>
                </a:moveTo>
                <a:lnTo>
                  <a:pt x="396240" y="303533"/>
                </a:lnTo>
                <a:lnTo>
                  <a:pt x="395978" y="289129"/>
                </a:lnTo>
                <a:lnTo>
                  <a:pt x="395193" y="274744"/>
                </a:lnTo>
                <a:lnTo>
                  <a:pt x="393885" y="260397"/>
                </a:lnTo>
                <a:lnTo>
                  <a:pt x="392057" y="246107"/>
                </a:lnTo>
                <a:lnTo>
                  <a:pt x="389710" y="231892"/>
                </a:lnTo>
                <a:lnTo>
                  <a:pt x="386848" y="217773"/>
                </a:lnTo>
                <a:lnTo>
                  <a:pt x="383475" y="203767"/>
                </a:lnTo>
                <a:lnTo>
                  <a:pt x="379594" y="189892"/>
                </a:lnTo>
                <a:lnTo>
                  <a:pt x="375212" y="176168"/>
                </a:lnTo>
                <a:lnTo>
                  <a:pt x="370334" y="162613"/>
                </a:lnTo>
                <a:lnTo>
                  <a:pt x="364967" y="149243"/>
                </a:lnTo>
                <a:lnTo>
                  <a:pt x="359117" y="136078"/>
                </a:lnTo>
                <a:lnTo>
                  <a:pt x="352792" y="123134"/>
                </a:lnTo>
                <a:lnTo>
                  <a:pt x="346001" y="110428"/>
                </a:lnTo>
                <a:lnTo>
                  <a:pt x="338752" y="97978"/>
                </a:lnTo>
                <a:lnTo>
                  <a:pt x="331056" y="85799"/>
                </a:lnTo>
                <a:lnTo>
                  <a:pt x="322922" y="73909"/>
                </a:lnTo>
                <a:lnTo>
                  <a:pt x="314361" y="62322"/>
                </a:lnTo>
                <a:lnTo>
                  <a:pt x="305385" y="51053"/>
                </a:lnTo>
                <a:lnTo>
                  <a:pt x="296005" y="40119"/>
                </a:lnTo>
                <a:lnTo>
                  <a:pt x="286233" y="29532"/>
                </a:lnTo>
                <a:lnTo>
                  <a:pt x="276084" y="19308"/>
                </a:lnTo>
                <a:lnTo>
                  <a:pt x="265569" y="9460"/>
                </a:lnTo>
                <a:lnTo>
                  <a:pt x="254703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1" name="S08-label698"/>
          <p:cNvSpPr txBox="1"/>
          <p:nvPr/>
        </p:nvSpPr>
        <p:spPr>
          <a:xfrm>
            <a:off x="1843045" y="3044686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50°</a:t>
            </a:r>
            <a:endParaRPr lang="ko-KR" sz="2400" dirty="0"/>
          </a:p>
        </p:txBody>
      </p:sp>
      <p:sp>
        <p:nvSpPr>
          <p:cNvPr id="12" name="S08-figure699" descr="50° 각"/>
          <p:cNvSpPr/>
          <p:nvPr/>
        </p:nvSpPr>
        <p:spPr>
          <a:xfrm>
            <a:off x="1541537" y="3525012"/>
            <a:ext cx="1498071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8-mark700"/>
          <p:cNvSpPr/>
          <p:nvPr/>
        </p:nvSpPr>
        <p:spPr>
          <a:xfrm flipV="1">
            <a:off x="1541537" y="2377440"/>
            <a:ext cx="962960" cy="114757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8-label701"/>
          <p:cNvSpPr txBox="1"/>
          <p:nvPr/>
        </p:nvSpPr>
        <p:spPr>
          <a:xfrm>
            <a:off x="548640" y="3963924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예각</a:t>
            </a:r>
            <a:endParaRPr lang="ko-KR" sz="2400" dirty="0"/>
          </a:p>
        </p:txBody>
      </p:sp>
      <p:sp>
        <p:nvSpPr>
          <p:cNvPr id="15" name="S08-mark702"/>
          <p:cNvSpPr/>
          <p:nvPr/>
        </p:nvSpPr>
        <p:spPr>
          <a:xfrm>
            <a:off x="5246370" y="35707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22860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8-figure703" descr="직각, 직각 표시"/>
          <p:cNvSpPr/>
          <p:nvPr/>
        </p:nvSpPr>
        <p:spPr>
          <a:xfrm>
            <a:off x="5246370" y="3799332"/>
            <a:ext cx="169621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7" name="S08-mark704"/>
          <p:cNvSpPr/>
          <p:nvPr/>
        </p:nvSpPr>
        <p:spPr>
          <a:xfrm flipV="1">
            <a:off x="5246370" y="2103120"/>
            <a:ext cx="0" cy="169621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8" name="S08-label705"/>
          <p:cNvSpPr txBox="1"/>
          <p:nvPr/>
        </p:nvSpPr>
        <p:spPr>
          <a:xfrm>
            <a:off x="4352544" y="3963924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</a:t>
            </a:r>
            <a:endParaRPr lang="ko-KR" sz="2400" dirty="0"/>
          </a:p>
        </p:txBody>
      </p:sp>
      <p:sp>
        <p:nvSpPr>
          <p:cNvPr id="19" name="S08-mark706"/>
          <p:cNvSpPr/>
          <p:nvPr/>
        </p:nvSpPr>
        <p:spPr>
          <a:xfrm>
            <a:off x="9376121" y="3129034"/>
            <a:ext cx="650943" cy="395978"/>
          </a:xfrm>
          <a:custGeom>
            <a:avLst/>
            <a:gdLst/>
            <a:ahLst/>
            <a:cxnLst/>
            <a:rect l="l" t="t" r="r" b="b"/>
            <a:pathLst>
              <a:path w="650943" h="395978">
                <a:moveTo>
                  <a:pt x="254703" y="395978"/>
                </a:moveTo>
                <a:lnTo>
                  <a:pt x="650943" y="395978"/>
                </a:lnTo>
                <a:lnTo>
                  <a:pt x="649174" y="358573"/>
                </a:lnTo>
                <a:lnTo>
                  <a:pt x="643881" y="321503"/>
                </a:lnTo>
                <a:lnTo>
                  <a:pt x="635113" y="285098"/>
                </a:lnTo>
                <a:lnTo>
                  <a:pt x="622947" y="249683"/>
                </a:lnTo>
                <a:lnTo>
                  <a:pt x="607493" y="215574"/>
                </a:lnTo>
                <a:lnTo>
                  <a:pt x="588888" y="183077"/>
                </a:lnTo>
                <a:lnTo>
                  <a:pt x="567298" y="152481"/>
                </a:lnTo>
                <a:lnTo>
                  <a:pt x="542916" y="124060"/>
                </a:lnTo>
                <a:lnTo>
                  <a:pt x="515961" y="98067"/>
                </a:lnTo>
                <a:lnTo>
                  <a:pt x="486672" y="74735"/>
                </a:lnTo>
                <a:lnTo>
                  <a:pt x="455311" y="54272"/>
                </a:lnTo>
                <a:lnTo>
                  <a:pt x="422158" y="36861"/>
                </a:lnTo>
                <a:lnTo>
                  <a:pt x="387511" y="22657"/>
                </a:lnTo>
                <a:lnTo>
                  <a:pt x="351677" y="11787"/>
                </a:lnTo>
                <a:lnTo>
                  <a:pt x="314977" y="4349"/>
                </a:lnTo>
                <a:lnTo>
                  <a:pt x="277738" y="408"/>
                </a:lnTo>
                <a:lnTo>
                  <a:pt x="240294" y="0"/>
                </a:lnTo>
                <a:lnTo>
                  <a:pt x="202979" y="3128"/>
                </a:lnTo>
                <a:lnTo>
                  <a:pt x="166125" y="9765"/>
                </a:lnTo>
                <a:lnTo>
                  <a:pt x="130063" y="19852"/>
                </a:lnTo>
                <a:lnTo>
                  <a:pt x="95114" y="33297"/>
                </a:lnTo>
                <a:lnTo>
                  <a:pt x="61590" y="49982"/>
                </a:lnTo>
                <a:lnTo>
                  <a:pt x="29790" y="69757"/>
                </a:lnTo>
                <a:lnTo>
                  <a:pt x="0" y="9244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0" name="S08-label708"/>
          <p:cNvSpPr txBox="1"/>
          <p:nvPr/>
        </p:nvSpPr>
        <p:spPr>
          <a:xfrm>
            <a:off x="9500027" y="2712964"/>
            <a:ext cx="8412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130°</a:t>
            </a:r>
            <a:endParaRPr lang="ko-KR" sz="2400" dirty="0"/>
          </a:p>
        </p:txBody>
      </p:sp>
      <p:sp>
        <p:nvSpPr>
          <p:cNvPr id="21" name="S08-figure709" descr="130° 각"/>
          <p:cNvSpPr/>
          <p:nvPr/>
        </p:nvSpPr>
        <p:spPr>
          <a:xfrm>
            <a:off x="9630825" y="3525012"/>
            <a:ext cx="1498071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2" name="S08-mark710"/>
          <p:cNvSpPr/>
          <p:nvPr/>
        </p:nvSpPr>
        <p:spPr>
          <a:xfrm flipH="1" flipV="1">
            <a:off x="8667865" y="2377440"/>
            <a:ext cx="962960" cy="114757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8-label711"/>
          <p:cNvSpPr txBox="1"/>
          <p:nvPr/>
        </p:nvSpPr>
        <p:spPr>
          <a:xfrm>
            <a:off x="8156448" y="3963924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둔각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각일까요?</a:t>
            </a:r>
            <a:endParaRPr lang="ko-KR" sz="4000" dirty="0"/>
          </a:p>
        </p:txBody>
      </p:sp>
      <p:sp>
        <p:nvSpPr>
          <p:cNvPr id="3" name="S09-text7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예각, 직각, 둔각 중 무엇인지 말해요.</a:t>
            </a:r>
            <a:endParaRPr lang="ko-KR" sz="3000" dirty="0"/>
          </a:p>
        </p:txBody>
      </p:sp>
      <p:sp>
        <p:nvSpPr>
          <p:cNvPr id="4" name="S09-card7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7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직각(접은 종이)을 대어 비교해 봐요.</a:t>
            </a:r>
            <a:endParaRPr lang="ko-KR" sz="3000" dirty="0"/>
          </a:p>
        </p:txBody>
      </p:sp>
      <p:sp>
        <p:nvSpPr>
          <p:cNvPr id="6" name="S09-chip71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mark716"/>
          <p:cNvSpPr/>
          <p:nvPr/>
        </p:nvSpPr>
        <p:spPr>
          <a:xfrm>
            <a:off x="3125096" y="2987134"/>
            <a:ext cx="627046" cy="396146"/>
          </a:xfrm>
          <a:custGeom>
            <a:avLst/>
            <a:gdLst/>
            <a:ahLst/>
            <a:cxnLst/>
            <a:rect l="l" t="t" r="r" b="b"/>
            <a:pathLst>
              <a:path w="627046" h="396146">
                <a:moveTo>
                  <a:pt x="254703" y="396146"/>
                </a:moveTo>
                <a:lnTo>
                  <a:pt x="627046" y="260620"/>
                </a:lnTo>
                <a:lnTo>
                  <a:pt x="615025" y="231300"/>
                </a:lnTo>
                <a:lnTo>
                  <a:pt x="600700" y="203034"/>
                </a:lnTo>
                <a:lnTo>
                  <a:pt x="584162" y="176003"/>
                </a:lnTo>
                <a:lnTo>
                  <a:pt x="565517" y="150380"/>
                </a:lnTo>
                <a:lnTo>
                  <a:pt x="544884" y="126329"/>
                </a:lnTo>
                <a:lnTo>
                  <a:pt x="522396" y="104004"/>
                </a:lnTo>
                <a:lnTo>
                  <a:pt x="498195" y="83547"/>
                </a:lnTo>
                <a:lnTo>
                  <a:pt x="472437" y="65089"/>
                </a:lnTo>
                <a:lnTo>
                  <a:pt x="445286" y="48749"/>
                </a:lnTo>
                <a:lnTo>
                  <a:pt x="416916" y="34631"/>
                </a:lnTo>
                <a:lnTo>
                  <a:pt x="387509" y="22825"/>
                </a:lnTo>
                <a:lnTo>
                  <a:pt x="357253" y="13406"/>
                </a:lnTo>
                <a:lnTo>
                  <a:pt x="326340" y="6435"/>
                </a:lnTo>
                <a:lnTo>
                  <a:pt x="294970" y="1957"/>
                </a:lnTo>
                <a:lnTo>
                  <a:pt x="263342" y="0"/>
                </a:lnTo>
                <a:lnTo>
                  <a:pt x="231658" y="577"/>
                </a:lnTo>
                <a:lnTo>
                  <a:pt x="200122" y="3683"/>
                </a:lnTo>
                <a:lnTo>
                  <a:pt x="168935" y="9300"/>
                </a:lnTo>
                <a:lnTo>
                  <a:pt x="138297" y="17390"/>
                </a:lnTo>
                <a:lnTo>
                  <a:pt x="108403" y="27903"/>
                </a:lnTo>
                <a:lnTo>
                  <a:pt x="79445" y="40772"/>
                </a:lnTo>
                <a:lnTo>
                  <a:pt x="51608" y="55913"/>
                </a:lnTo>
                <a:lnTo>
                  <a:pt x="25070" y="73230"/>
                </a:lnTo>
                <a:lnTo>
                  <a:pt x="0" y="9261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8" name="S09-figure717" descr="비스듬히 놓인 110° 각"/>
          <p:cNvSpPr/>
          <p:nvPr/>
        </p:nvSpPr>
        <p:spPr>
          <a:xfrm flipV="1">
            <a:off x="3379799" y="2811689"/>
            <a:ext cx="1570384" cy="571591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9-mark718"/>
          <p:cNvSpPr/>
          <p:nvPr/>
        </p:nvSpPr>
        <p:spPr>
          <a:xfrm flipH="1" flipV="1">
            <a:off x="2305581" y="2103120"/>
            <a:ext cx="1074218" cy="128016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9-chip71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9-mark720"/>
          <p:cNvSpPr/>
          <p:nvPr/>
        </p:nvSpPr>
        <p:spPr>
          <a:xfrm>
            <a:off x="9647924" y="2103120"/>
            <a:ext cx="372342" cy="359113"/>
          </a:xfrm>
          <a:custGeom>
            <a:avLst/>
            <a:gdLst/>
            <a:ahLst/>
            <a:cxnLst/>
            <a:rect l="l" t="t" r="r" b="b"/>
            <a:pathLst>
              <a:path w="372342" h="359113">
                <a:moveTo>
                  <a:pt x="372342" y="0"/>
                </a:moveTo>
                <a:lnTo>
                  <a:pt x="0" y="135526"/>
                </a:lnTo>
                <a:lnTo>
                  <a:pt x="4633" y="147635"/>
                </a:lnTo>
                <a:lnTo>
                  <a:pt x="9661" y="159587"/>
                </a:lnTo>
                <a:lnTo>
                  <a:pt x="15076" y="171368"/>
                </a:lnTo>
                <a:lnTo>
                  <a:pt x="20874" y="182965"/>
                </a:lnTo>
                <a:lnTo>
                  <a:pt x="27049" y="194367"/>
                </a:lnTo>
                <a:lnTo>
                  <a:pt x="33593" y="205560"/>
                </a:lnTo>
                <a:lnTo>
                  <a:pt x="40500" y="216533"/>
                </a:lnTo>
                <a:lnTo>
                  <a:pt x="47762" y="227274"/>
                </a:lnTo>
                <a:lnTo>
                  <a:pt x="55372" y="237772"/>
                </a:lnTo>
                <a:lnTo>
                  <a:pt x="63321" y="248016"/>
                </a:lnTo>
                <a:lnTo>
                  <a:pt x="71601" y="257993"/>
                </a:lnTo>
                <a:lnTo>
                  <a:pt x="80203" y="267695"/>
                </a:lnTo>
                <a:lnTo>
                  <a:pt x="89118" y="277110"/>
                </a:lnTo>
                <a:lnTo>
                  <a:pt x="98336" y="286228"/>
                </a:lnTo>
                <a:lnTo>
                  <a:pt x="107847" y="295040"/>
                </a:lnTo>
                <a:lnTo>
                  <a:pt x="117642" y="303535"/>
                </a:lnTo>
                <a:lnTo>
                  <a:pt x="127709" y="311706"/>
                </a:lnTo>
                <a:lnTo>
                  <a:pt x="138039" y="319543"/>
                </a:lnTo>
                <a:lnTo>
                  <a:pt x="148619" y="327038"/>
                </a:lnTo>
                <a:lnTo>
                  <a:pt x="159439" y="334183"/>
                </a:lnTo>
                <a:lnTo>
                  <a:pt x="170486" y="340970"/>
                </a:lnTo>
                <a:lnTo>
                  <a:pt x="181750" y="347391"/>
                </a:lnTo>
                <a:lnTo>
                  <a:pt x="193218" y="353441"/>
                </a:lnTo>
                <a:lnTo>
                  <a:pt x="204878" y="35911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2" name="S09-figure721" descr="아래쪽으로 놓인 45° 각"/>
          <p:cNvSpPr/>
          <p:nvPr/>
        </p:nvSpPr>
        <p:spPr>
          <a:xfrm flipH="1">
            <a:off x="8692929" y="2103120"/>
            <a:ext cx="1327338" cy="483126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9-mark722"/>
          <p:cNvSpPr/>
          <p:nvPr/>
        </p:nvSpPr>
        <p:spPr>
          <a:xfrm flipH="1">
            <a:off x="9423292" y="2103120"/>
            <a:ext cx="596975" cy="128016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9-chip72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5" name="S09-text724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89°인 각</a:t>
            </a:r>
            <a:endParaRPr lang="ko-KR" sz="3000" dirty="0"/>
          </a:p>
        </p:txBody>
      </p:sp>
      <p:sp>
        <p:nvSpPr>
          <p:cNvPr id="16" name="S09-chip725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7" name="S09-text726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91°인 각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7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알았는지 말해요.</a:t>
            </a:r>
            <a:endParaRPr lang="ko-KR" sz="3000" dirty="0"/>
          </a:p>
        </p:txBody>
      </p:sp>
      <p:sp>
        <p:nvSpPr>
          <p:cNvPr id="4" name="S10-mark728"/>
          <p:cNvSpPr/>
          <p:nvPr/>
        </p:nvSpPr>
        <p:spPr>
          <a:xfrm>
            <a:off x="6800469" y="3089577"/>
            <a:ext cx="4316730" cy="2158365"/>
          </a:xfrm>
          <a:custGeom>
            <a:avLst/>
            <a:gdLst/>
            <a:ahLst/>
            <a:cxnLst/>
            <a:rect l="l" t="t" r="r" b="b"/>
            <a:pathLst>
              <a:path w="4316730" h="2158365">
                <a:moveTo>
                  <a:pt x="4316730" y="2158365"/>
                </a:moveTo>
                <a:lnTo>
                  <a:pt x="4314676" y="2064218"/>
                </a:lnTo>
                <a:lnTo>
                  <a:pt x="4308517" y="1970251"/>
                </a:lnTo>
                <a:lnTo>
                  <a:pt x="4298265" y="1876642"/>
                </a:lnTo>
                <a:lnTo>
                  <a:pt x="4283940" y="1783569"/>
                </a:lnTo>
                <a:lnTo>
                  <a:pt x="4265568" y="1691209"/>
                </a:lnTo>
                <a:lnTo>
                  <a:pt x="4243185" y="1599739"/>
                </a:lnTo>
                <a:lnTo>
                  <a:pt x="4216834" y="1509332"/>
                </a:lnTo>
                <a:lnTo>
                  <a:pt x="4186565" y="1420161"/>
                </a:lnTo>
                <a:lnTo>
                  <a:pt x="4152434" y="1332394"/>
                </a:lnTo>
                <a:lnTo>
                  <a:pt x="4114508" y="1246201"/>
                </a:lnTo>
                <a:lnTo>
                  <a:pt x="4072858" y="1161743"/>
                </a:lnTo>
                <a:lnTo>
                  <a:pt x="4027564" y="1079183"/>
                </a:lnTo>
                <a:lnTo>
                  <a:pt x="3978712" y="998676"/>
                </a:lnTo>
                <a:lnTo>
                  <a:pt x="3926394" y="920378"/>
                </a:lnTo>
                <a:lnTo>
                  <a:pt x="3870711" y="844436"/>
                </a:lnTo>
                <a:lnTo>
                  <a:pt x="3811769" y="770995"/>
                </a:lnTo>
                <a:lnTo>
                  <a:pt x="3749679" y="700195"/>
                </a:lnTo>
                <a:lnTo>
                  <a:pt x="3684560" y="632170"/>
                </a:lnTo>
                <a:lnTo>
                  <a:pt x="3616535" y="567051"/>
                </a:lnTo>
                <a:lnTo>
                  <a:pt x="3545735" y="504961"/>
                </a:lnTo>
                <a:lnTo>
                  <a:pt x="3472294" y="446019"/>
                </a:lnTo>
                <a:lnTo>
                  <a:pt x="3396352" y="390336"/>
                </a:lnTo>
                <a:lnTo>
                  <a:pt x="3318054" y="338018"/>
                </a:lnTo>
                <a:lnTo>
                  <a:pt x="3237547" y="289166"/>
                </a:lnTo>
                <a:lnTo>
                  <a:pt x="3154987" y="243872"/>
                </a:lnTo>
                <a:lnTo>
                  <a:pt x="3070529" y="202222"/>
                </a:lnTo>
                <a:lnTo>
                  <a:pt x="2984336" y="164296"/>
                </a:lnTo>
                <a:lnTo>
                  <a:pt x="2896569" y="130165"/>
                </a:lnTo>
                <a:lnTo>
                  <a:pt x="2807398" y="99896"/>
                </a:lnTo>
                <a:lnTo>
                  <a:pt x="2716991" y="73545"/>
                </a:lnTo>
                <a:lnTo>
                  <a:pt x="2625521" y="51162"/>
                </a:lnTo>
                <a:lnTo>
                  <a:pt x="2533161" y="32790"/>
                </a:lnTo>
                <a:lnTo>
                  <a:pt x="2440088" y="18465"/>
                </a:lnTo>
                <a:lnTo>
                  <a:pt x="2346479" y="8213"/>
                </a:lnTo>
                <a:lnTo>
                  <a:pt x="2252512" y="2054"/>
                </a:lnTo>
                <a:lnTo>
                  <a:pt x="2158365" y="0"/>
                </a:lnTo>
                <a:lnTo>
                  <a:pt x="2064218" y="2054"/>
                </a:lnTo>
                <a:lnTo>
                  <a:pt x="1970251" y="8213"/>
                </a:lnTo>
                <a:lnTo>
                  <a:pt x="1876642" y="18465"/>
                </a:lnTo>
                <a:lnTo>
                  <a:pt x="1783569" y="32790"/>
                </a:lnTo>
                <a:lnTo>
                  <a:pt x="1691209" y="51162"/>
                </a:lnTo>
                <a:lnTo>
                  <a:pt x="1599739" y="73545"/>
                </a:lnTo>
                <a:lnTo>
                  <a:pt x="1509332" y="99896"/>
                </a:lnTo>
                <a:lnTo>
                  <a:pt x="1420161" y="130165"/>
                </a:lnTo>
                <a:lnTo>
                  <a:pt x="1332394" y="164296"/>
                </a:lnTo>
                <a:lnTo>
                  <a:pt x="1246201" y="202222"/>
                </a:lnTo>
                <a:lnTo>
                  <a:pt x="1161743" y="243872"/>
                </a:lnTo>
                <a:lnTo>
                  <a:pt x="1079183" y="289166"/>
                </a:lnTo>
                <a:lnTo>
                  <a:pt x="998676" y="338018"/>
                </a:lnTo>
                <a:lnTo>
                  <a:pt x="920378" y="390336"/>
                </a:lnTo>
                <a:lnTo>
                  <a:pt x="844436" y="446019"/>
                </a:lnTo>
                <a:lnTo>
                  <a:pt x="770995" y="504961"/>
                </a:lnTo>
                <a:lnTo>
                  <a:pt x="700195" y="567051"/>
                </a:lnTo>
                <a:lnTo>
                  <a:pt x="632170" y="632170"/>
                </a:lnTo>
                <a:lnTo>
                  <a:pt x="567051" y="700195"/>
                </a:lnTo>
                <a:lnTo>
                  <a:pt x="504961" y="770995"/>
                </a:lnTo>
                <a:lnTo>
                  <a:pt x="446019" y="844436"/>
                </a:lnTo>
                <a:lnTo>
                  <a:pt x="390336" y="920378"/>
                </a:lnTo>
                <a:lnTo>
                  <a:pt x="338018" y="998676"/>
                </a:lnTo>
                <a:lnTo>
                  <a:pt x="289166" y="1079183"/>
                </a:lnTo>
                <a:lnTo>
                  <a:pt x="243872" y="1161743"/>
                </a:lnTo>
                <a:lnTo>
                  <a:pt x="202222" y="1246201"/>
                </a:lnTo>
                <a:lnTo>
                  <a:pt x="164296" y="1332394"/>
                </a:lnTo>
                <a:lnTo>
                  <a:pt x="130165" y="1420161"/>
                </a:lnTo>
                <a:lnTo>
                  <a:pt x="99896" y="1509332"/>
                </a:lnTo>
                <a:lnTo>
                  <a:pt x="73545" y="1599739"/>
                </a:lnTo>
                <a:lnTo>
                  <a:pt x="51162" y="1691209"/>
                </a:lnTo>
                <a:lnTo>
                  <a:pt x="32790" y="1783569"/>
                </a:lnTo>
                <a:lnTo>
                  <a:pt x="18465" y="1876642"/>
                </a:lnTo>
                <a:lnTo>
                  <a:pt x="8213" y="1970251"/>
                </a:lnTo>
                <a:lnTo>
                  <a:pt x="2054" y="2064218"/>
                </a:lnTo>
                <a:lnTo>
                  <a:pt x="0" y="2158365"/>
                </a:lnTo>
                <a:lnTo>
                  <a:pt x="0" y="215836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10-mark729"/>
          <p:cNvSpPr/>
          <p:nvPr/>
        </p:nvSpPr>
        <p:spPr>
          <a:xfrm flipH="1">
            <a:off x="10858195" y="5247942"/>
            <a:ext cx="25900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6" name="S10-mark730"/>
          <p:cNvSpPr/>
          <p:nvPr/>
        </p:nvSpPr>
        <p:spPr>
          <a:xfrm flipH="1">
            <a:off x="10958475" y="5059828"/>
            <a:ext cx="150511" cy="13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10-mark731"/>
          <p:cNvSpPr/>
          <p:nvPr/>
        </p:nvSpPr>
        <p:spPr>
          <a:xfrm flipH="1">
            <a:off x="10829340" y="4873145"/>
            <a:ext cx="255069" cy="4497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" name="S10-mark732"/>
          <p:cNvSpPr/>
          <p:nvPr/>
        </p:nvSpPr>
        <p:spPr>
          <a:xfrm flipH="1">
            <a:off x="10897717" y="4689316"/>
            <a:ext cx="145937" cy="391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0-mark733"/>
          <p:cNvSpPr/>
          <p:nvPr/>
        </p:nvSpPr>
        <p:spPr>
          <a:xfrm flipH="1">
            <a:off x="10743650" y="4509737"/>
            <a:ext cx="243384" cy="8858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" name="S10-mark734"/>
          <p:cNvSpPr/>
          <p:nvPr/>
        </p:nvSpPr>
        <p:spPr>
          <a:xfrm flipH="1">
            <a:off x="10778047" y="4335777"/>
            <a:ext cx="136930" cy="63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0-mark735"/>
          <p:cNvSpPr/>
          <p:nvPr/>
        </p:nvSpPr>
        <p:spPr>
          <a:xfrm flipH="1">
            <a:off x="10603729" y="4168759"/>
            <a:ext cx="224304" cy="12950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" name="S10-mark736"/>
          <p:cNvSpPr/>
          <p:nvPr/>
        </p:nvSpPr>
        <p:spPr>
          <a:xfrm flipH="1">
            <a:off x="10603101" y="4009954"/>
            <a:ext cx="123762" cy="866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0-mark737"/>
          <p:cNvSpPr/>
          <p:nvPr/>
        </p:nvSpPr>
        <p:spPr>
          <a:xfrm flipH="1">
            <a:off x="10413829" y="3860571"/>
            <a:ext cx="198408" cy="1664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" name="S10-mark738"/>
          <p:cNvSpPr/>
          <p:nvPr/>
        </p:nvSpPr>
        <p:spPr>
          <a:xfrm flipH="1">
            <a:off x="10378195" y="3721747"/>
            <a:ext cx="106834" cy="10683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0-mark739"/>
          <p:cNvSpPr/>
          <p:nvPr/>
        </p:nvSpPr>
        <p:spPr>
          <a:xfrm flipH="1">
            <a:off x="10179720" y="3594538"/>
            <a:ext cx="166484" cy="19840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10-mark740"/>
          <p:cNvSpPr/>
          <p:nvPr/>
        </p:nvSpPr>
        <p:spPr>
          <a:xfrm flipH="1">
            <a:off x="10110162" y="3479913"/>
            <a:ext cx="86659" cy="1237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0-mark741"/>
          <p:cNvSpPr/>
          <p:nvPr/>
        </p:nvSpPr>
        <p:spPr>
          <a:xfrm flipH="1">
            <a:off x="9908515" y="3378743"/>
            <a:ext cx="129502" cy="22430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8" name="S10-mark742"/>
          <p:cNvSpPr/>
          <p:nvPr/>
        </p:nvSpPr>
        <p:spPr>
          <a:xfrm flipH="1">
            <a:off x="9807147" y="3291799"/>
            <a:ext cx="63852" cy="1369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0-mark743"/>
          <p:cNvSpPr/>
          <p:nvPr/>
        </p:nvSpPr>
        <p:spPr>
          <a:xfrm flipH="1">
            <a:off x="9608454" y="3219742"/>
            <a:ext cx="88585" cy="2433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0" name="S10-mark744"/>
          <p:cNvSpPr/>
          <p:nvPr/>
        </p:nvSpPr>
        <p:spPr>
          <a:xfrm flipH="1">
            <a:off x="9478356" y="3163121"/>
            <a:ext cx="39104" cy="1459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0-mark745"/>
          <p:cNvSpPr/>
          <p:nvPr/>
        </p:nvSpPr>
        <p:spPr>
          <a:xfrm flipH="1">
            <a:off x="9288655" y="3122367"/>
            <a:ext cx="44976" cy="2550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2" name="S10-mark746"/>
          <p:cNvSpPr/>
          <p:nvPr/>
        </p:nvSpPr>
        <p:spPr>
          <a:xfrm flipH="1">
            <a:off x="9133780" y="3097790"/>
            <a:ext cx="13168" cy="1505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0-mark747"/>
          <p:cNvSpPr/>
          <p:nvPr/>
        </p:nvSpPr>
        <p:spPr>
          <a:xfrm>
            <a:off x="8958834" y="3089577"/>
            <a:ext cx="0" cy="25900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4" name="S10-mark748"/>
          <p:cNvSpPr/>
          <p:nvPr/>
        </p:nvSpPr>
        <p:spPr>
          <a:xfrm>
            <a:off x="8770720" y="3097790"/>
            <a:ext cx="13168" cy="1505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0-mark749"/>
          <p:cNvSpPr/>
          <p:nvPr/>
        </p:nvSpPr>
        <p:spPr>
          <a:xfrm>
            <a:off x="8584038" y="3122367"/>
            <a:ext cx="44976" cy="2550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6" name="S10-mark750"/>
          <p:cNvSpPr/>
          <p:nvPr/>
        </p:nvSpPr>
        <p:spPr>
          <a:xfrm>
            <a:off x="8400208" y="3163121"/>
            <a:ext cx="39104" cy="1459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0-mark751"/>
          <p:cNvSpPr/>
          <p:nvPr/>
        </p:nvSpPr>
        <p:spPr>
          <a:xfrm>
            <a:off x="8220630" y="3219742"/>
            <a:ext cx="88585" cy="2433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8" name="S10-mark752"/>
          <p:cNvSpPr/>
          <p:nvPr/>
        </p:nvSpPr>
        <p:spPr>
          <a:xfrm>
            <a:off x="8046670" y="3291799"/>
            <a:ext cx="63852" cy="1369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0-mark753"/>
          <p:cNvSpPr/>
          <p:nvPr/>
        </p:nvSpPr>
        <p:spPr>
          <a:xfrm>
            <a:off x="7879652" y="3378743"/>
            <a:ext cx="129502" cy="22430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0" name="S10-mark754"/>
          <p:cNvSpPr/>
          <p:nvPr/>
        </p:nvSpPr>
        <p:spPr>
          <a:xfrm>
            <a:off x="7720847" y="3479913"/>
            <a:ext cx="86659" cy="1237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0-mark755"/>
          <p:cNvSpPr/>
          <p:nvPr/>
        </p:nvSpPr>
        <p:spPr>
          <a:xfrm>
            <a:off x="7571464" y="3594538"/>
            <a:ext cx="166484" cy="19840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2" name="S10-mark756"/>
          <p:cNvSpPr/>
          <p:nvPr/>
        </p:nvSpPr>
        <p:spPr>
          <a:xfrm>
            <a:off x="7432639" y="3721747"/>
            <a:ext cx="106834" cy="10683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0-mark757"/>
          <p:cNvSpPr/>
          <p:nvPr/>
        </p:nvSpPr>
        <p:spPr>
          <a:xfrm>
            <a:off x="7305430" y="3860571"/>
            <a:ext cx="198408" cy="1664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4" name="S10-mark758"/>
          <p:cNvSpPr/>
          <p:nvPr/>
        </p:nvSpPr>
        <p:spPr>
          <a:xfrm>
            <a:off x="7190805" y="4009954"/>
            <a:ext cx="123762" cy="866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0-mark759"/>
          <p:cNvSpPr/>
          <p:nvPr/>
        </p:nvSpPr>
        <p:spPr>
          <a:xfrm>
            <a:off x="7089635" y="4168759"/>
            <a:ext cx="224304" cy="12950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6" name="S10-mark760"/>
          <p:cNvSpPr/>
          <p:nvPr/>
        </p:nvSpPr>
        <p:spPr>
          <a:xfrm>
            <a:off x="7002691" y="4335777"/>
            <a:ext cx="136930" cy="63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0-mark761"/>
          <p:cNvSpPr/>
          <p:nvPr/>
        </p:nvSpPr>
        <p:spPr>
          <a:xfrm>
            <a:off x="6930634" y="4509737"/>
            <a:ext cx="243384" cy="8858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8" name="S10-mark762"/>
          <p:cNvSpPr/>
          <p:nvPr/>
        </p:nvSpPr>
        <p:spPr>
          <a:xfrm>
            <a:off x="6874014" y="4689316"/>
            <a:ext cx="145937" cy="391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0-mark763"/>
          <p:cNvSpPr/>
          <p:nvPr/>
        </p:nvSpPr>
        <p:spPr>
          <a:xfrm>
            <a:off x="6833259" y="4873145"/>
            <a:ext cx="255069" cy="4497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0" name="S10-mark764"/>
          <p:cNvSpPr/>
          <p:nvPr/>
        </p:nvSpPr>
        <p:spPr>
          <a:xfrm>
            <a:off x="6808682" y="5059828"/>
            <a:ext cx="150511" cy="13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0-mark765"/>
          <p:cNvSpPr/>
          <p:nvPr/>
        </p:nvSpPr>
        <p:spPr>
          <a:xfrm>
            <a:off x="6800469" y="5247942"/>
            <a:ext cx="25900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2" name="S10-mark766"/>
          <p:cNvSpPr/>
          <p:nvPr/>
        </p:nvSpPr>
        <p:spPr>
          <a:xfrm>
            <a:off x="6800469" y="5247942"/>
            <a:ext cx="431673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3" name="S10-mark767"/>
          <p:cNvSpPr/>
          <p:nvPr/>
        </p:nvSpPr>
        <p:spPr>
          <a:xfrm flipV="1">
            <a:off x="8958834" y="4988938"/>
            <a:ext cx="0" cy="25900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4" name="S10-mark768"/>
          <p:cNvSpPr/>
          <p:nvPr/>
        </p:nvSpPr>
        <p:spPr>
          <a:xfrm>
            <a:off x="8311324" y="4600471"/>
            <a:ext cx="1177918" cy="647471"/>
          </a:xfrm>
          <a:custGeom>
            <a:avLst/>
            <a:gdLst/>
            <a:ahLst/>
            <a:cxnLst/>
            <a:rect l="l" t="t" r="r" b="b"/>
            <a:pathLst>
              <a:path w="1177918" h="647471">
                <a:moveTo>
                  <a:pt x="647510" y="647471"/>
                </a:moveTo>
                <a:lnTo>
                  <a:pt x="1177918" y="276075"/>
                </a:lnTo>
                <a:lnTo>
                  <a:pt x="1135882" y="222311"/>
                </a:lnTo>
                <a:lnTo>
                  <a:pt x="1088421" y="173271"/>
                </a:lnTo>
                <a:lnTo>
                  <a:pt x="1036061" y="129498"/>
                </a:lnTo>
                <a:lnTo>
                  <a:pt x="979386" y="91479"/>
                </a:lnTo>
                <a:lnTo>
                  <a:pt x="919023" y="59637"/>
                </a:lnTo>
                <a:lnTo>
                  <a:pt x="855645" y="34325"/>
                </a:lnTo>
                <a:lnTo>
                  <a:pt x="789954" y="15824"/>
                </a:lnTo>
                <a:lnTo>
                  <a:pt x="722681" y="4340"/>
                </a:lnTo>
                <a:lnTo>
                  <a:pt x="654573" y="0"/>
                </a:lnTo>
                <a:lnTo>
                  <a:pt x="586386" y="2853"/>
                </a:lnTo>
                <a:lnTo>
                  <a:pt x="518878" y="12867"/>
                </a:lnTo>
                <a:lnTo>
                  <a:pt x="452800" y="29930"/>
                </a:lnTo>
                <a:lnTo>
                  <a:pt x="388884" y="53854"/>
                </a:lnTo>
                <a:lnTo>
                  <a:pt x="327841" y="84372"/>
                </a:lnTo>
                <a:lnTo>
                  <a:pt x="270350" y="121145"/>
                </a:lnTo>
                <a:lnTo>
                  <a:pt x="217048" y="163765"/>
                </a:lnTo>
                <a:lnTo>
                  <a:pt x="168528" y="211759"/>
                </a:lnTo>
                <a:lnTo>
                  <a:pt x="125329" y="264592"/>
                </a:lnTo>
                <a:lnTo>
                  <a:pt x="87931" y="321679"/>
                </a:lnTo>
                <a:lnTo>
                  <a:pt x="56749" y="382386"/>
                </a:lnTo>
                <a:lnTo>
                  <a:pt x="32129" y="446037"/>
                </a:lnTo>
                <a:lnTo>
                  <a:pt x="14346" y="511925"/>
                </a:lnTo>
                <a:lnTo>
                  <a:pt x="3597" y="579320"/>
                </a:lnTo>
                <a:lnTo>
                  <a:pt x="0" y="647471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45" name="S10-figure769" descr="왼쪽 변이 바깥쪽 눈금 0에 맞은 145° 각. 안쪽 눈금으로 읽으면 35"/>
          <p:cNvSpPr/>
          <p:nvPr/>
        </p:nvSpPr>
        <p:spPr>
          <a:xfrm flipV="1">
            <a:off x="8958834" y="3762357"/>
            <a:ext cx="2121635" cy="1485585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6" name="S10-mark770"/>
          <p:cNvSpPr/>
          <p:nvPr/>
        </p:nvSpPr>
        <p:spPr>
          <a:xfrm flipH="1">
            <a:off x="6368796" y="5247942"/>
            <a:ext cx="2590038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7" name="S10-label772"/>
          <p:cNvSpPr txBox="1"/>
          <p:nvPr/>
        </p:nvSpPr>
        <p:spPr>
          <a:xfrm>
            <a:off x="7131177" y="4992989"/>
            <a:ext cx="20193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100" dirty="0"/>
          </a:p>
        </p:txBody>
      </p:sp>
      <p:sp>
        <p:nvSpPr>
          <p:cNvPr id="48" name="S10-label774"/>
          <p:cNvSpPr txBox="1"/>
          <p:nvPr/>
        </p:nvSpPr>
        <p:spPr>
          <a:xfrm>
            <a:off x="10243414" y="5000927"/>
            <a:ext cx="19354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000" dirty="0"/>
          </a:p>
        </p:txBody>
      </p:sp>
      <p:sp>
        <p:nvSpPr>
          <p:cNvPr id="49" name="S10-labelbg776"/>
          <p:cNvSpPr/>
          <p:nvPr/>
        </p:nvSpPr>
        <p:spPr>
          <a:xfrm>
            <a:off x="7157028" y="4878255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10-label777"/>
          <p:cNvSpPr txBox="1"/>
          <p:nvPr/>
        </p:nvSpPr>
        <p:spPr>
          <a:xfrm>
            <a:off x="7111308" y="4860792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100" dirty="0"/>
          </a:p>
        </p:txBody>
      </p:sp>
      <p:sp>
        <p:nvSpPr>
          <p:cNvPr id="51" name="S10-labelbg779"/>
          <p:cNvSpPr/>
          <p:nvPr/>
        </p:nvSpPr>
        <p:spPr>
          <a:xfrm>
            <a:off x="10226238" y="4944572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10-label780"/>
          <p:cNvSpPr txBox="1"/>
          <p:nvPr/>
        </p:nvSpPr>
        <p:spPr>
          <a:xfrm>
            <a:off x="10180518" y="4928697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000" dirty="0"/>
          </a:p>
        </p:txBody>
      </p:sp>
      <p:sp>
        <p:nvSpPr>
          <p:cNvPr id="53" name="S10-labelbg782"/>
          <p:cNvSpPr/>
          <p:nvPr/>
        </p:nvSpPr>
        <p:spPr>
          <a:xfrm>
            <a:off x="7234928" y="4587528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10-label783"/>
          <p:cNvSpPr txBox="1"/>
          <p:nvPr/>
        </p:nvSpPr>
        <p:spPr>
          <a:xfrm>
            <a:off x="7189208" y="457006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100" dirty="0"/>
          </a:p>
        </p:txBody>
      </p:sp>
      <p:sp>
        <p:nvSpPr>
          <p:cNvPr id="55" name="S10-labelbg785"/>
          <p:cNvSpPr/>
          <p:nvPr/>
        </p:nvSpPr>
        <p:spPr>
          <a:xfrm>
            <a:off x="10163918" y="4711991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10-label786"/>
          <p:cNvSpPr txBox="1"/>
          <p:nvPr/>
        </p:nvSpPr>
        <p:spPr>
          <a:xfrm>
            <a:off x="10118198" y="4696116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000" dirty="0"/>
          </a:p>
        </p:txBody>
      </p:sp>
      <p:sp>
        <p:nvSpPr>
          <p:cNvPr id="57" name="S10-labelbg788"/>
          <p:cNvSpPr/>
          <p:nvPr/>
        </p:nvSpPr>
        <p:spPr>
          <a:xfrm>
            <a:off x="7362129" y="4314746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10-label789"/>
          <p:cNvSpPr txBox="1"/>
          <p:nvPr/>
        </p:nvSpPr>
        <p:spPr>
          <a:xfrm>
            <a:off x="7316409" y="4297283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100" dirty="0"/>
          </a:p>
        </p:txBody>
      </p:sp>
      <p:sp>
        <p:nvSpPr>
          <p:cNvPr id="59" name="S10-labelbg791"/>
          <p:cNvSpPr/>
          <p:nvPr/>
        </p:nvSpPr>
        <p:spPr>
          <a:xfrm>
            <a:off x="10062157" y="4493765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10-label792"/>
          <p:cNvSpPr txBox="1"/>
          <p:nvPr/>
        </p:nvSpPr>
        <p:spPr>
          <a:xfrm>
            <a:off x="10016437" y="4477890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000" dirty="0"/>
          </a:p>
        </p:txBody>
      </p:sp>
      <p:sp>
        <p:nvSpPr>
          <p:cNvPr id="61" name="S10-labelbg794"/>
          <p:cNvSpPr/>
          <p:nvPr/>
        </p:nvSpPr>
        <p:spPr>
          <a:xfrm>
            <a:off x="7534765" y="4068195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10-label795"/>
          <p:cNvSpPr txBox="1"/>
          <p:nvPr/>
        </p:nvSpPr>
        <p:spPr>
          <a:xfrm>
            <a:off x="7489045" y="4050733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100" dirty="0"/>
          </a:p>
        </p:txBody>
      </p:sp>
      <p:sp>
        <p:nvSpPr>
          <p:cNvPr id="63" name="S10-labelbg797"/>
          <p:cNvSpPr/>
          <p:nvPr/>
        </p:nvSpPr>
        <p:spPr>
          <a:xfrm>
            <a:off x="9924048" y="4296525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10-label798"/>
          <p:cNvSpPr txBox="1"/>
          <p:nvPr/>
        </p:nvSpPr>
        <p:spPr>
          <a:xfrm>
            <a:off x="9878328" y="4280650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000" dirty="0"/>
          </a:p>
        </p:txBody>
      </p:sp>
      <p:sp>
        <p:nvSpPr>
          <p:cNvPr id="65" name="S10-labelbg800"/>
          <p:cNvSpPr/>
          <p:nvPr/>
        </p:nvSpPr>
        <p:spPr>
          <a:xfrm>
            <a:off x="7747592" y="3855369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10-label801"/>
          <p:cNvSpPr txBox="1"/>
          <p:nvPr/>
        </p:nvSpPr>
        <p:spPr>
          <a:xfrm>
            <a:off x="7701872" y="383790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100" dirty="0"/>
          </a:p>
        </p:txBody>
      </p:sp>
      <p:sp>
        <p:nvSpPr>
          <p:cNvPr id="67" name="S10-labelbg803"/>
          <p:cNvSpPr/>
          <p:nvPr/>
        </p:nvSpPr>
        <p:spPr>
          <a:xfrm>
            <a:off x="9753787" y="4126263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10-label804"/>
          <p:cNvSpPr txBox="1"/>
          <p:nvPr/>
        </p:nvSpPr>
        <p:spPr>
          <a:xfrm>
            <a:off x="9708067" y="4110388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000" dirty="0"/>
          </a:p>
        </p:txBody>
      </p:sp>
      <p:sp>
        <p:nvSpPr>
          <p:cNvPr id="69" name="S10-labelbg806"/>
          <p:cNvSpPr/>
          <p:nvPr/>
        </p:nvSpPr>
        <p:spPr>
          <a:xfrm>
            <a:off x="7994142" y="3682732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10-label807"/>
          <p:cNvSpPr txBox="1"/>
          <p:nvPr/>
        </p:nvSpPr>
        <p:spPr>
          <a:xfrm>
            <a:off x="7948422" y="3665270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100" dirty="0"/>
          </a:p>
        </p:txBody>
      </p:sp>
      <p:sp>
        <p:nvSpPr>
          <p:cNvPr id="71" name="S10-labelbg809"/>
          <p:cNvSpPr/>
          <p:nvPr/>
        </p:nvSpPr>
        <p:spPr>
          <a:xfrm>
            <a:off x="9556547" y="3988154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10-label810"/>
          <p:cNvSpPr txBox="1"/>
          <p:nvPr/>
        </p:nvSpPr>
        <p:spPr>
          <a:xfrm>
            <a:off x="9510827" y="3972279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000" dirty="0"/>
          </a:p>
        </p:txBody>
      </p:sp>
      <p:sp>
        <p:nvSpPr>
          <p:cNvPr id="73" name="S10-labelbg812"/>
          <p:cNvSpPr/>
          <p:nvPr/>
        </p:nvSpPr>
        <p:spPr>
          <a:xfrm>
            <a:off x="8266925" y="3555532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10-label813"/>
          <p:cNvSpPr txBox="1"/>
          <p:nvPr/>
        </p:nvSpPr>
        <p:spPr>
          <a:xfrm>
            <a:off x="8221205" y="3538069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1100" dirty="0"/>
          </a:p>
        </p:txBody>
      </p:sp>
      <p:sp>
        <p:nvSpPr>
          <p:cNvPr id="75" name="S10-labelbg815"/>
          <p:cNvSpPr/>
          <p:nvPr/>
        </p:nvSpPr>
        <p:spPr>
          <a:xfrm>
            <a:off x="9338321" y="3886394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S10-label816"/>
          <p:cNvSpPr txBox="1"/>
          <p:nvPr/>
        </p:nvSpPr>
        <p:spPr>
          <a:xfrm>
            <a:off x="9292601" y="3870519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1000" dirty="0"/>
          </a:p>
        </p:txBody>
      </p:sp>
      <p:sp>
        <p:nvSpPr>
          <p:cNvPr id="77" name="S10-labelbg818"/>
          <p:cNvSpPr/>
          <p:nvPr/>
        </p:nvSpPr>
        <p:spPr>
          <a:xfrm>
            <a:off x="8557651" y="3477632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S10-label819"/>
          <p:cNvSpPr txBox="1"/>
          <p:nvPr/>
        </p:nvSpPr>
        <p:spPr>
          <a:xfrm>
            <a:off x="8511931" y="3460169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100" dirty="0"/>
          </a:p>
        </p:txBody>
      </p:sp>
      <p:sp>
        <p:nvSpPr>
          <p:cNvPr id="79" name="S10-labelbg821"/>
          <p:cNvSpPr/>
          <p:nvPr/>
        </p:nvSpPr>
        <p:spPr>
          <a:xfrm>
            <a:off x="9105740" y="3824074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S10-label822"/>
          <p:cNvSpPr txBox="1"/>
          <p:nvPr/>
        </p:nvSpPr>
        <p:spPr>
          <a:xfrm>
            <a:off x="9060020" y="3808199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000" dirty="0"/>
          </a:p>
        </p:txBody>
      </p:sp>
      <p:sp>
        <p:nvSpPr>
          <p:cNvPr id="81" name="S10-labelbg824"/>
          <p:cNvSpPr/>
          <p:nvPr/>
        </p:nvSpPr>
        <p:spPr>
          <a:xfrm>
            <a:off x="8857488" y="3451400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S10-label825"/>
          <p:cNvSpPr txBox="1"/>
          <p:nvPr/>
        </p:nvSpPr>
        <p:spPr>
          <a:xfrm>
            <a:off x="8811768" y="3433937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1100" dirty="0"/>
          </a:p>
        </p:txBody>
      </p:sp>
      <p:sp>
        <p:nvSpPr>
          <p:cNvPr id="83" name="S10-labelbg827"/>
          <p:cNvSpPr/>
          <p:nvPr/>
        </p:nvSpPr>
        <p:spPr>
          <a:xfrm>
            <a:off x="8865870" y="3803088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S10-label828"/>
          <p:cNvSpPr txBox="1"/>
          <p:nvPr/>
        </p:nvSpPr>
        <p:spPr>
          <a:xfrm>
            <a:off x="8820150" y="3787213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1000" dirty="0"/>
          </a:p>
        </p:txBody>
      </p:sp>
      <p:sp>
        <p:nvSpPr>
          <p:cNvPr id="85" name="S10-labelbg830"/>
          <p:cNvSpPr/>
          <p:nvPr/>
        </p:nvSpPr>
        <p:spPr>
          <a:xfrm>
            <a:off x="9111224" y="3477632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S10-label831"/>
          <p:cNvSpPr txBox="1"/>
          <p:nvPr/>
        </p:nvSpPr>
        <p:spPr>
          <a:xfrm>
            <a:off x="9065504" y="346016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100" dirty="0"/>
          </a:p>
        </p:txBody>
      </p:sp>
      <p:sp>
        <p:nvSpPr>
          <p:cNvPr id="87" name="S10-labelbg833"/>
          <p:cNvSpPr/>
          <p:nvPr/>
        </p:nvSpPr>
        <p:spPr>
          <a:xfrm>
            <a:off x="8584090" y="3824074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S10-label834"/>
          <p:cNvSpPr txBox="1"/>
          <p:nvPr/>
        </p:nvSpPr>
        <p:spPr>
          <a:xfrm>
            <a:off x="8538370" y="3808199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000" dirty="0"/>
          </a:p>
        </p:txBody>
      </p:sp>
      <p:sp>
        <p:nvSpPr>
          <p:cNvPr id="89" name="S10-labelbg836"/>
          <p:cNvSpPr/>
          <p:nvPr/>
        </p:nvSpPr>
        <p:spPr>
          <a:xfrm>
            <a:off x="9401950" y="3555532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S10-label837"/>
          <p:cNvSpPr txBox="1"/>
          <p:nvPr/>
        </p:nvSpPr>
        <p:spPr>
          <a:xfrm>
            <a:off x="9356230" y="353806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1100" dirty="0"/>
          </a:p>
        </p:txBody>
      </p:sp>
      <p:sp>
        <p:nvSpPr>
          <p:cNvPr id="91" name="S10-labelbg839"/>
          <p:cNvSpPr/>
          <p:nvPr/>
        </p:nvSpPr>
        <p:spPr>
          <a:xfrm>
            <a:off x="8351509" y="3886394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S10-label840"/>
          <p:cNvSpPr txBox="1"/>
          <p:nvPr/>
        </p:nvSpPr>
        <p:spPr>
          <a:xfrm>
            <a:off x="8305789" y="3870519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1000" dirty="0"/>
          </a:p>
        </p:txBody>
      </p:sp>
      <p:sp>
        <p:nvSpPr>
          <p:cNvPr id="93" name="S10-labelbg842"/>
          <p:cNvSpPr/>
          <p:nvPr/>
        </p:nvSpPr>
        <p:spPr>
          <a:xfrm>
            <a:off x="9674733" y="3682732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S10-label843"/>
          <p:cNvSpPr txBox="1"/>
          <p:nvPr/>
        </p:nvSpPr>
        <p:spPr>
          <a:xfrm>
            <a:off x="9629013" y="3665270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100" dirty="0"/>
          </a:p>
        </p:txBody>
      </p:sp>
      <p:sp>
        <p:nvSpPr>
          <p:cNvPr id="95" name="S10-labelbg845"/>
          <p:cNvSpPr/>
          <p:nvPr/>
        </p:nvSpPr>
        <p:spPr>
          <a:xfrm>
            <a:off x="8133283" y="3988154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S10-label846"/>
          <p:cNvSpPr txBox="1"/>
          <p:nvPr/>
        </p:nvSpPr>
        <p:spPr>
          <a:xfrm>
            <a:off x="8087563" y="3972279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000" dirty="0"/>
          </a:p>
        </p:txBody>
      </p:sp>
      <p:sp>
        <p:nvSpPr>
          <p:cNvPr id="97" name="S10-labelbg848"/>
          <p:cNvSpPr/>
          <p:nvPr/>
        </p:nvSpPr>
        <p:spPr>
          <a:xfrm>
            <a:off x="9921283" y="3855369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S10-label849"/>
          <p:cNvSpPr txBox="1"/>
          <p:nvPr/>
        </p:nvSpPr>
        <p:spPr>
          <a:xfrm>
            <a:off x="9875563" y="383790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1100" dirty="0"/>
          </a:p>
        </p:txBody>
      </p:sp>
      <p:sp>
        <p:nvSpPr>
          <p:cNvPr id="99" name="S10-labelbg851"/>
          <p:cNvSpPr/>
          <p:nvPr/>
        </p:nvSpPr>
        <p:spPr>
          <a:xfrm>
            <a:off x="7936043" y="4126263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0" name="S10-label852"/>
          <p:cNvSpPr txBox="1"/>
          <p:nvPr/>
        </p:nvSpPr>
        <p:spPr>
          <a:xfrm>
            <a:off x="7890323" y="4110388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1000" dirty="0"/>
          </a:p>
        </p:txBody>
      </p:sp>
      <p:sp>
        <p:nvSpPr>
          <p:cNvPr id="101" name="S10-labelbg854"/>
          <p:cNvSpPr/>
          <p:nvPr/>
        </p:nvSpPr>
        <p:spPr>
          <a:xfrm>
            <a:off x="10134110" y="4068195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S10-label855"/>
          <p:cNvSpPr txBox="1"/>
          <p:nvPr/>
        </p:nvSpPr>
        <p:spPr>
          <a:xfrm>
            <a:off x="10088390" y="4050733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100" dirty="0"/>
          </a:p>
        </p:txBody>
      </p:sp>
      <p:sp>
        <p:nvSpPr>
          <p:cNvPr id="103" name="S10-labelbg857"/>
          <p:cNvSpPr/>
          <p:nvPr/>
        </p:nvSpPr>
        <p:spPr>
          <a:xfrm>
            <a:off x="7765782" y="4296525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S10-label858"/>
          <p:cNvSpPr txBox="1"/>
          <p:nvPr/>
        </p:nvSpPr>
        <p:spPr>
          <a:xfrm>
            <a:off x="7720062" y="4280650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000" dirty="0"/>
          </a:p>
        </p:txBody>
      </p:sp>
      <p:sp>
        <p:nvSpPr>
          <p:cNvPr id="105" name="S10-labelbg860"/>
          <p:cNvSpPr/>
          <p:nvPr/>
        </p:nvSpPr>
        <p:spPr>
          <a:xfrm>
            <a:off x="10306746" y="4314746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S10-label861"/>
          <p:cNvSpPr txBox="1"/>
          <p:nvPr/>
        </p:nvSpPr>
        <p:spPr>
          <a:xfrm>
            <a:off x="10261026" y="4297283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100" dirty="0"/>
          </a:p>
        </p:txBody>
      </p:sp>
      <p:sp>
        <p:nvSpPr>
          <p:cNvPr id="107" name="S10-labelbg863"/>
          <p:cNvSpPr/>
          <p:nvPr/>
        </p:nvSpPr>
        <p:spPr>
          <a:xfrm>
            <a:off x="7627673" y="4493765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S10-label864"/>
          <p:cNvSpPr txBox="1"/>
          <p:nvPr/>
        </p:nvSpPr>
        <p:spPr>
          <a:xfrm>
            <a:off x="7581953" y="4477890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000" dirty="0"/>
          </a:p>
        </p:txBody>
      </p:sp>
      <p:sp>
        <p:nvSpPr>
          <p:cNvPr id="109" name="S10-labelbg866"/>
          <p:cNvSpPr/>
          <p:nvPr/>
        </p:nvSpPr>
        <p:spPr>
          <a:xfrm>
            <a:off x="10433947" y="4587528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S10-label867"/>
          <p:cNvSpPr txBox="1"/>
          <p:nvPr/>
        </p:nvSpPr>
        <p:spPr>
          <a:xfrm>
            <a:off x="10388227" y="457006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100" dirty="0"/>
          </a:p>
        </p:txBody>
      </p:sp>
      <p:sp>
        <p:nvSpPr>
          <p:cNvPr id="111" name="S10-labelbg869"/>
          <p:cNvSpPr/>
          <p:nvPr/>
        </p:nvSpPr>
        <p:spPr>
          <a:xfrm>
            <a:off x="7525912" y="4711991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2" name="S10-label870"/>
          <p:cNvSpPr txBox="1"/>
          <p:nvPr/>
        </p:nvSpPr>
        <p:spPr>
          <a:xfrm>
            <a:off x="7480192" y="4696116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000" dirty="0"/>
          </a:p>
        </p:txBody>
      </p:sp>
      <p:sp>
        <p:nvSpPr>
          <p:cNvPr id="113" name="S10-labelbg872"/>
          <p:cNvSpPr/>
          <p:nvPr/>
        </p:nvSpPr>
        <p:spPr>
          <a:xfrm>
            <a:off x="10511847" y="4878255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S10-label873"/>
          <p:cNvSpPr txBox="1"/>
          <p:nvPr/>
        </p:nvSpPr>
        <p:spPr>
          <a:xfrm>
            <a:off x="10466127" y="4860792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1100" dirty="0"/>
          </a:p>
        </p:txBody>
      </p:sp>
      <p:sp>
        <p:nvSpPr>
          <p:cNvPr id="115" name="S10-labelbg875"/>
          <p:cNvSpPr/>
          <p:nvPr/>
        </p:nvSpPr>
        <p:spPr>
          <a:xfrm>
            <a:off x="7463592" y="4944572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6" name="S10-label876"/>
          <p:cNvSpPr txBox="1"/>
          <p:nvPr/>
        </p:nvSpPr>
        <p:spPr>
          <a:xfrm>
            <a:off x="7417872" y="4928697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1000" dirty="0"/>
          </a:p>
        </p:txBody>
      </p:sp>
      <p:sp>
        <p:nvSpPr>
          <p:cNvPr id="117" name="S10-label878"/>
          <p:cNvSpPr txBox="1"/>
          <p:nvPr/>
        </p:nvSpPr>
        <p:spPr>
          <a:xfrm>
            <a:off x="10492359" y="499298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100" dirty="0"/>
          </a:p>
        </p:txBody>
      </p:sp>
      <p:sp>
        <p:nvSpPr>
          <p:cNvPr id="118" name="S10-label880"/>
          <p:cNvSpPr txBox="1"/>
          <p:nvPr/>
        </p:nvSpPr>
        <p:spPr>
          <a:xfrm>
            <a:off x="7396886" y="5000927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000" dirty="0"/>
          </a:p>
        </p:txBody>
      </p:sp>
      <p:sp>
        <p:nvSpPr>
          <p:cNvPr id="119" name="S10-mark881"/>
          <p:cNvSpPr/>
          <p:nvPr/>
        </p:nvSpPr>
        <p:spPr>
          <a:xfrm>
            <a:off x="8911285" y="5200393"/>
            <a:ext cx="95098" cy="9509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0" name="S10-chip88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21" name="S10-text883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각은 몇 도?</a:t>
            </a:r>
            <a:endParaRPr lang="ko-KR" sz="3000" dirty="0"/>
          </a:p>
        </p:txBody>
      </p:sp>
      <p:sp>
        <p:nvSpPr>
          <p:cNvPr id="122" name="S10-chip88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23" name="S10-text885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각은 예각?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둔각?</a:t>
            </a:r>
            <a:endParaRPr lang="ko-KR" sz="3000" dirty="0"/>
          </a:p>
        </p:txBody>
      </p:sp>
      <p:sp>
        <p:nvSpPr>
          <p:cNvPr id="124" name="S10-chip88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25" name="S10-text887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공책에 각도기로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50°인 각을 그려요.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둔각을 찾아요</a:t>
            </a:r>
            <a:endParaRPr lang="ko-KR" sz="4000" dirty="0"/>
          </a:p>
        </p:txBody>
      </p:sp>
      <p:sp>
        <p:nvSpPr>
          <p:cNvPr id="3" name="S12-card8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둔각을 모두 고르고, 어떻게 알았는지 말해요.</a:t>
            </a:r>
            <a:endParaRPr lang="ko-KR" sz="3000" dirty="0"/>
          </a:p>
        </p:txBody>
      </p:sp>
      <p:sp>
        <p:nvSpPr>
          <p:cNvPr id="5" name="S12-chip890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2-mark891"/>
          <p:cNvSpPr/>
          <p:nvPr/>
        </p:nvSpPr>
        <p:spPr>
          <a:xfrm>
            <a:off x="1468048" y="4246372"/>
            <a:ext cx="550202" cy="396240"/>
          </a:xfrm>
          <a:custGeom>
            <a:avLst/>
            <a:gdLst/>
            <a:ahLst/>
            <a:cxnLst/>
            <a:rect l="l" t="t" r="r" b="b"/>
            <a:pathLst>
              <a:path w="550202" h="396240">
                <a:moveTo>
                  <a:pt x="167464" y="396240"/>
                </a:moveTo>
                <a:lnTo>
                  <a:pt x="550202" y="293681"/>
                </a:lnTo>
                <a:lnTo>
                  <a:pt x="541738" y="266143"/>
                </a:lnTo>
                <a:lnTo>
                  <a:pt x="531296" y="239293"/>
                </a:lnTo>
                <a:lnTo>
                  <a:pt x="518931" y="213272"/>
                </a:lnTo>
                <a:lnTo>
                  <a:pt x="504708" y="188219"/>
                </a:lnTo>
                <a:lnTo>
                  <a:pt x="488702" y="164265"/>
                </a:lnTo>
                <a:lnTo>
                  <a:pt x="470998" y="141538"/>
                </a:lnTo>
                <a:lnTo>
                  <a:pt x="451690" y="120157"/>
                </a:lnTo>
                <a:lnTo>
                  <a:pt x="430879" y="100235"/>
                </a:lnTo>
                <a:lnTo>
                  <a:pt x="408676" y="81878"/>
                </a:lnTo>
                <a:lnTo>
                  <a:pt x="385197" y="65183"/>
                </a:lnTo>
                <a:lnTo>
                  <a:pt x="360568" y="50238"/>
                </a:lnTo>
                <a:lnTo>
                  <a:pt x="334917" y="37122"/>
                </a:lnTo>
                <a:lnTo>
                  <a:pt x="308382" y="25905"/>
                </a:lnTo>
                <a:lnTo>
                  <a:pt x="281102" y="16645"/>
                </a:lnTo>
                <a:lnTo>
                  <a:pt x="253221" y="9391"/>
                </a:lnTo>
                <a:lnTo>
                  <a:pt x="224886" y="4183"/>
                </a:lnTo>
                <a:lnTo>
                  <a:pt x="196248" y="1047"/>
                </a:lnTo>
                <a:lnTo>
                  <a:pt x="167458" y="0"/>
                </a:lnTo>
                <a:lnTo>
                  <a:pt x="138668" y="1048"/>
                </a:lnTo>
                <a:lnTo>
                  <a:pt x="110030" y="4185"/>
                </a:lnTo>
                <a:lnTo>
                  <a:pt x="81696" y="9394"/>
                </a:lnTo>
                <a:lnTo>
                  <a:pt x="53815" y="16648"/>
                </a:lnTo>
                <a:lnTo>
                  <a:pt x="26535" y="25909"/>
                </a:lnTo>
                <a:lnTo>
                  <a:pt x="0" y="37127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7" name="S12-figure892" descr="비스듬히 놓인 100° 각"/>
          <p:cNvSpPr/>
          <p:nvPr/>
        </p:nvSpPr>
        <p:spPr>
          <a:xfrm flipV="1">
            <a:off x="1635512" y="4032980"/>
            <a:ext cx="2275072" cy="60963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12-mark893"/>
          <p:cNvSpPr/>
          <p:nvPr/>
        </p:nvSpPr>
        <p:spPr>
          <a:xfrm flipH="1" flipV="1">
            <a:off x="640080" y="2507996"/>
            <a:ext cx="995432" cy="2134617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12-chip894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mark895"/>
          <p:cNvSpPr/>
          <p:nvPr/>
        </p:nvSpPr>
        <p:spPr>
          <a:xfrm>
            <a:off x="4722876" y="4420001"/>
            <a:ext cx="396240" cy="343155"/>
          </a:xfrm>
          <a:custGeom>
            <a:avLst/>
            <a:gdLst/>
            <a:ahLst/>
            <a:cxnLst/>
            <a:rect l="l" t="t" r="r" b="b"/>
            <a:pathLst>
              <a:path w="396240" h="343155">
                <a:moveTo>
                  <a:pt x="0" y="343155"/>
                </a:moveTo>
                <a:lnTo>
                  <a:pt x="396240" y="343155"/>
                </a:lnTo>
                <a:lnTo>
                  <a:pt x="395863" y="325871"/>
                </a:lnTo>
                <a:lnTo>
                  <a:pt x="394732" y="308620"/>
                </a:lnTo>
                <a:lnTo>
                  <a:pt x="392850" y="291435"/>
                </a:lnTo>
                <a:lnTo>
                  <a:pt x="390220" y="274348"/>
                </a:lnTo>
                <a:lnTo>
                  <a:pt x="386847" y="257392"/>
                </a:lnTo>
                <a:lnTo>
                  <a:pt x="382738" y="240600"/>
                </a:lnTo>
                <a:lnTo>
                  <a:pt x="377901" y="224003"/>
                </a:lnTo>
                <a:lnTo>
                  <a:pt x="372344" y="207632"/>
                </a:lnTo>
                <a:lnTo>
                  <a:pt x="366078" y="191520"/>
                </a:lnTo>
                <a:lnTo>
                  <a:pt x="359115" y="175696"/>
                </a:lnTo>
                <a:lnTo>
                  <a:pt x="351469" y="160191"/>
                </a:lnTo>
                <a:lnTo>
                  <a:pt x="343154" y="145034"/>
                </a:lnTo>
                <a:lnTo>
                  <a:pt x="334185" y="130254"/>
                </a:lnTo>
                <a:lnTo>
                  <a:pt x="324580" y="115880"/>
                </a:lnTo>
                <a:lnTo>
                  <a:pt x="314358" y="101938"/>
                </a:lnTo>
                <a:lnTo>
                  <a:pt x="303537" y="88456"/>
                </a:lnTo>
                <a:lnTo>
                  <a:pt x="292138" y="75458"/>
                </a:lnTo>
                <a:lnTo>
                  <a:pt x="280183" y="62970"/>
                </a:lnTo>
                <a:lnTo>
                  <a:pt x="267695" y="51015"/>
                </a:lnTo>
                <a:lnTo>
                  <a:pt x="254697" y="39616"/>
                </a:lnTo>
                <a:lnTo>
                  <a:pt x="241215" y="28796"/>
                </a:lnTo>
                <a:lnTo>
                  <a:pt x="227273" y="18573"/>
                </a:lnTo>
                <a:lnTo>
                  <a:pt x="212898" y="8968"/>
                </a:lnTo>
                <a:lnTo>
                  <a:pt x="198119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1" name="S12-figure896" descr="60° 각"/>
          <p:cNvSpPr/>
          <p:nvPr/>
        </p:nvSpPr>
        <p:spPr>
          <a:xfrm>
            <a:off x="4722876" y="4763155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12-mark897"/>
          <p:cNvSpPr/>
          <p:nvPr/>
        </p:nvSpPr>
        <p:spPr>
          <a:xfrm flipV="1">
            <a:off x="4722876" y="2387453"/>
            <a:ext cx="1371600" cy="237570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12-chip898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4" name="S12-mark899"/>
          <p:cNvSpPr/>
          <p:nvPr/>
        </p:nvSpPr>
        <p:spPr>
          <a:xfrm>
            <a:off x="9722082" y="3068308"/>
            <a:ext cx="699396" cy="465041"/>
          </a:xfrm>
          <a:custGeom>
            <a:avLst/>
            <a:gdLst/>
            <a:ahLst/>
            <a:cxnLst/>
            <a:rect l="l" t="t" r="r" b="b"/>
            <a:pathLst>
              <a:path w="699396" h="465041">
                <a:moveTo>
                  <a:pt x="395863" y="68801"/>
                </a:moveTo>
                <a:lnTo>
                  <a:pt x="5642" y="0"/>
                </a:lnTo>
                <a:lnTo>
                  <a:pt x="471" y="42891"/>
                </a:lnTo>
                <a:lnTo>
                  <a:pt x="0" y="86089"/>
                </a:lnTo>
                <a:lnTo>
                  <a:pt x="4235" y="129082"/>
                </a:lnTo>
                <a:lnTo>
                  <a:pt x="13125" y="171359"/>
                </a:lnTo>
                <a:lnTo>
                  <a:pt x="26565" y="212416"/>
                </a:lnTo>
                <a:lnTo>
                  <a:pt x="44395" y="251766"/>
                </a:lnTo>
                <a:lnTo>
                  <a:pt x="66402" y="288942"/>
                </a:lnTo>
                <a:lnTo>
                  <a:pt x="92326" y="323500"/>
                </a:lnTo>
                <a:lnTo>
                  <a:pt x="121858" y="355031"/>
                </a:lnTo>
                <a:lnTo>
                  <a:pt x="154647" y="383160"/>
                </a:lnTo>
                <a:lnTo>
                  <a:pt x="190304" y="407551"/>
                </a:lnTo>
                <a:lnTo>
                  <a:pt x="228404" y="427916"/>
                </a:lnTo>
                <a:lnTo>
                  <a:pt x="268494" y="444012"/>
                </a:lnTo>
                <a:lnTo>
                  <a:pt x="310099" y="455648"/>
                </a:lnTo>
                <a:lnTo>
                  <a:pt x="352723" y="462686"/>
                </a:lnTo>
                <a:lnTo>
                  <a:pt x="395860" y="465041"/>
                </a:lnTo>
                <a:lnTo>
                  <a:pt x="438997" y="462686"/>
                </a:lnTo>
                <a:lnTo>
                  <a:pt x="481621" y="455649"/>
                </a:lnTo>
                <a:lnTo>
                  <a:pt x="523226" y="444014"/>
                </a:lnTo>
                <a:lnTo>
                  <a:pt x="563317" y="427919"/>
                </a:lnTo>
                <a:lnTo>
                  <a:pt x="601417" y="407554"/>
                </a:lnTo>
                <a:lnTo>
                  <a:pt x="637074" y="383163"/>
                </a:lnTo>
                <a:lnTo>
                  <a:pt x="669863" y="355035"/>
                </a:lnTo>
                <a:lnTo>
                  <a:pt x="699396" y="323504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5" name="S12-figure900" descr="아래쪽으로 놓인 150° 각"/>
          <p:cNvSpPr/>
          <p:nvPr/>
        </p:nvSpPr>
        <p:spPr>
          <a:xfrm flipH="1" flipV="1">
            <a:off x="8278368" y="2812768"/>
            <a:ext cx="1839577" cy="32434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12-mark901"/>
          <p:cNvSpPr/>
          <p:nvPr/>
        </p:nvSpPr>
        <p:spPr>
          <a:xfrm>
            <a:off x="10117945" y="3137109"/>
            <a:ext cx="1430927" cy="1200731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90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0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중심과 밑금을 맞추고, 0에서 시작하는 눈금을 읽어요.</a:t>
            </a:r>
            <a:endParaRPr lang="ko-KR" sz="3000" dirty="0"/>
          </a:p>
        </p:txBody>
      </p:sp>
      <p:sp>
        <p:nvSpPr>
          <p:cNvPr id="5" name="S13-chip904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읽기 전에 예각·둔각 어림하기</a:t>
            </a:r>
            <a:endParaRPr lang="ko-KR" sz="2400" dirty="0"/>
          </a:p>
        </p:txBody>
      </p:sp>
      <p:sp>
        <p:nvSpPr>
          <p:cNvPr id="6" name="S13-chip905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아무 눈금이나 읽기</a:t>
            </a:r>
            <a:endParaRPr lang="ko-KR" sz="2400" dirty="0"/>
          </a:p>
        </p:txBody>
      </p:sp>
      <p:sp>
        <p:nvSpPr>
          <p:cNvPr id="7" name="S13-text906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907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직각은 몇 도?</a:t>
            </a:r>
            <a:endParaRPr lang="ko-KR" sz="2400" dirty="0"/>
          </a:p>
        </p:txBody>
      </p:sp>
      <p:sp>
        <p:nvSpPr>
          <p:cNvPr id="9" name="S13-text908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120°는 예각?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둔각?</a:t>
            </a:r>
            <a:endParaRPr lang="ko-KR" sz="2400" dirty="0"/>
          </a:p>
        </p:txBody>
      </p:sp>
      <p:sp>
        <p:nvSpPr>
          <p:cNvPr id="10" name="S13-text909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예각을 하나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그려요.</a:t>
            </a:r>
            <a:endParaRPr lang="ko-KR" sz="2400" dirty="0"/>
          </a:p>
        </p:txBody>
      </p:sp>
      <p:sp>
        <p:nvSpPr>
          <p:cNvPr id="11" name="S13-text91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각도의 합과 차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각과 직각</a:t>
            </a:r>
            <a:endParaRPr lang="ko-KR" sz="4000" dirty="0"/>
          </a:p>
        </p:txBody>
      </p:sp>
      <p:sp>
        <p:nvSpPr>
          <p:cNvPr id="3" name="S14-text9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점에서 그은 두 반직선으로 각을 만들어요.</a:t>
            </a:r>
            <a:endParaRPr lang="ko-KR" sz="3000" dirty="0"/>
          </a:p>
        </p:txBody>
      </p:sp>
      <p:sp>
        <p:nvSpPr>
          <p:cNvPr id="4" name="S14-card912"/>
          <p:cNvSpPr/>
          <p:nvPr/>
        </p:nvSpPr>
        <p:spPr>
          <a:xfrm>
            <a:off x="548640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913"/>
          <p:cNvSpPr txBox="1"/>
          <p:nvPr/>
        </p:nvSpPr>
        <p:spPr>
          <a:xfrm>
            <a:off x="822960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꼭짓점과 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ㄴ이 꼭짓점, 반직선 ㄴㄱ과 ㄴㄷ이 변이에요.</a:t>
            </a:r>
            <a:endParaRPr lang="ko-KR" sz="3000" dirty="0"/>
          </a:p>
        </p:txBody>
      </p:sp>
      <p:sp>
        <p:nvSpPr>
          <p:cNvPr id="6" name="S14-card914"/>
          <p:cNvSpPr/>
          <p:nvPr/>
        </p:nvSpPr>
        <p:spPr>
          <a:xfrm>
            <a:off x="6208776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915"/>
          <p:cNvSpPr txBox="1"/>
          <p:nvPr/>
        </p:nvSpPr>
        <p:spPr>
          <a:xfrm>
            <a:off x="6483096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종이를 반듯하게 두 번 접으면 생기는 각이에요.</a:t>
            </a:r>
            <a:endParaRPr lang="ko-KR" sz="3000" dirty="0"/>
          </a:p>
        </p:txBody>
      </p:sp>
      <p:sp>
        <p:nvSpPr>
          <p:cNvPr id="8" name="S14-mark916"/>
          <p:cNvSpPr/>
          <p:nvPr/>
        </p:nvSpPr>
        <p:spPr>
          <a:xfrm>
            <a:off x="2482702" y="3223775"/>
            <a:ext cx="367746" cy="301237"/>
          </a:xfrm>
          <a:custGeom>
            <a:avLst/>
            <a:gdLst/>
            <a:ahLst/>
            <a:cxnLst/>
            <a:rect l="l" t="t" r="r" b="b"/>
            <a:pathLst>
              <a:path w="367746" h="301237">
                <a:moveTo>
                  <a:pt x="0" y="301237"/>
                </a:moveTo>
                <a:lnTo>
                  <a:pt x="367746" y="301237"/>
                </a:lnTo>
                <a:lnTo>
                  <a:pt x="367452" y="286532"/>
                </a:lnTo>
                <a:lnTo>
                  <a:pt x="366570" y="271851"/>
                </a:lnTo>
                <a:lnTo>
                  <a:pt x="365102" y="257217"/>
                </a:lnTo>
                <a:lnTo>
                  <a:pt x="363050" y="242653"/>
                </a:lnTo>
                <a:lnTo>
                  <a:pt x="360417" y="228183"/>
                </a:lnTo>
                <a:lnTo>
                  <a:pt x="357207" y="213830"/>
                </a:lnTo>
                <a:lnTo>
                  <a:pt x="353427" y="199617"/>
                </a:lnTo>
                <a:lnTo>
                  <a:pt x="349081" y="185566"/>
                </a:lnTo>
                <a:lnTo>
                  <a:pt x="344176" y="171700"/>
                </a:lnTo>
                <a:lnTo>
                  <a:pt x="338721" y="158042"/>
                </a:lnTo>
                <a:lnTo>
                  <a:pt x="332725" y="144612"/>
                </a:lnTo>
                <a:lnTo>
                  <a:pt x="326196" y="131433"/>
                </a:lnTo>
                <a:lnTo>
                  <a:pt x="319145" y="118526"/>
                </a:lnTo>
                <a:lnTo>
                  <a:pt x="311584" y="105910"/>
                </a:lnTo>
                <a:lnTo>
                  <a:pt x="303525" y="93608"/>
                </a:lnTo>
                <a:lnTo>
                  <a:pt x="294980" y="81637"/>
                </a:lnTo>
                <a:lnTo>
                  <a:pt x="285963" y="70018"/>
                </a:lnTo>
                <a:lnTo>
                  <a:pt x="276489" y="58768"/>
                </a:lnTo>
                <a:lnTo>
                  <a:pt x="266572" y="47906"/>
                </a:lnTo>
                <a:lnTo>
                  <a:pt x="256229" y="37450"/>
                </a:lnTo>
                <a:lnTo>
                  <a:pt x="245476" y="27415"/>
                </a:lnTo>
                <a:lnTo>
                  <a:pt x="234331" y="17819"/>
                </a:lnTo>
                <a:lnTo>
                  <a:pt x="222811" y="8675"/>
                </a:lnTo>
                <a:lnTo>
                  <a:pt x="210934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9" name="S14-figure917" descr="점 ㄴ에서 그은 두 반직선 ㄴㄱ, ㄴㄷ으로 된 각 ㄱㄴㄷ"/>
          <p:cNvSpPr/>
          <p:nvPr/>
        </p:nvSpPr>
        <p:spPr>
          <a:xfrm>
            <a:off x="2482702" y="3525012"/>
            <a:ext cx="151769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14-mark918"/>
          <p:cNvSpPr/>
          <p:nvPr/>
        </p:nvSpPr>
        <p:spPr>
          <a:xfrm flipV="1">
            <a:off x="2482702" y="2377440"/>
            <a:ext cx="803561" cy="114757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14-mark919"/>
          <p:cNvSpPr/>
          <p:nvPr/>
        </p:nvSpPr>
        <p:spPr>
          <a:xfrm>
            <a:off x="3590721" y="346557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4-mark920"/>
          <p:cNvSpPr/>
          <p:nvPr/>
        </p:nvSpPr>
        <p:spPr>
          <a:xfrm>
            <a:off x="2423266" y="346557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4-mark921"/>
          <p:cNvSpPr/>
          <p:nvPr/>
        </p:nvSpPr>
        <p:spPr>
          <a:xfrm>
            <a:off x="3025936" y="260489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4-label923"/>
          <p:cNvSpPr txBox="1"/>
          <p:nvPr/>
        </p:nvSpPr>
        <p:spPr>
          <a:xfrm>
            <a:off x="3396157" y="3027172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5" name="S14-label925"/>
          <p:cNvSpPr txBox="1"/>
          <p:nvPr/>
        </p:nvSpPr>
        <p:spPr>
          <a:xfrm>
            <a:off x="2012412" y="3383603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6" name="S14-label927"/>
          <p:cNvSpPr txBox="1"/>
          <p:nvPr/>
        </p:nvSpPr>
        <p:spPr>
          <a:xfrm>
            <a:off x="2631631" y="2270471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17" name="S14-label928"/>
          <p:cNvSpPr txBox="1"/>
          <p:nvPr/>
        </p:nvSpPr>
        <p:spPr>
          <a:xfrm>
            <a:off x="548640" y="3963924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ㄱㄴㄷ</a:t>
            </a:r>
            <a:endParaRPr lang="ko-KR" sz="2400" dirty="0"/>
          </a:p>
        </p:txBody>
      </p:sp>
      <p:sp>
        <p:nvSpPr>
          <p:cNvPr id="18" name="S14-mark929"/>
          <p:cNvSpPr/>
          <p:nvPr/>
        </p:nvSpPr>
        <p:spPr>
          <a:xfrm>
            <a:off x="8099298" y="35707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22860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14-figure930" descr="직각과 직각 표시"/>
          <p:cNvSpPr/>
          <p:nvPr/>
        </p:nvSpPr>
        <p:spPr>
          <a:xfrm>
            <a:off x="8099298" y="3799332"/>
            <a:ext cx="169621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14-mark931"/>
          <p:cNvSpPr/>
          <p:nvPr/>
        </p:nvSpPr>
        <p:spPr>
          <a:xfrm flipV="1">
            <a:off x="8099298" y="2103120"/>
            <a:ext cx="0" cy="169621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14-label932"/>
          <p:cNvSpPr txBox="1"/>
          <p:nvPr/>
        </p:nvSpPr>
        <p:spPr>
          <a:xfrm>
            <a:off x="6254496" y="3963924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각도 재기</dc:title>
  <dc:subject>KR22-G04-MAT-ANGLE-L01</dc:subject>
  <dc:creator>education-ppt</dc:creator>
  <cp:lastModifiedBy>education-ppt</cp:lastModifiedBy>
  <cp:revision>1</cp:revision>
  <dcterms:created xsi:type="dcterms:W3CDTF">2026-10-26T08:19:39Z</dcterms:created>
  <dcterms:modified xsi:type="dcterms:W3CDTF">2026-10-26T08:19:39Z</dcterms:modified>
</cp:coreProperties>
</file>