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2b9d7b1-9308-d683-49b6-172cf41f551e}">
          <p14:sldIdLst>
            <p14:sldId id="256"/>
            <p14:sldId id="257"/>
          </p14:sldIdLst>
        </p14:section>
        <p14:section name="개념" id="{4d5700ea-b4cc-9a8b-3640-a8d64163a231}">
          <p14:sldIdLst>
            <p14:sldId id="258"/>
            <p14:sldId id="259"/>
            <p14:sldId id="262"/>
            <p14:sldId id="263"/>
          </p14:sldIdLst>
        </p14:section>
        <p14:section name="연습" id="{291f8291-3cce-507a-9870-f8dff3872b0d}">
          <p14:sldIdLst>
            <p14:sldId id="260"/>
            <p14:sldId id="261"/>
            <p14:sldId id="264"/>
          </p14:sldIdLst>
        </p14:section>
        <p14:section name="개념" id="{f8e9d0b3-a7ce-c414-49bd-04c2b8cc307e}">
          <p14:sldIdLst/>
        </p14:section>
        <p14:section name="연습" id="{c39f325e-0acb-e623-e3ff-1f348b16afa2}">
          <p14:sldIdLst/>
        </p14:section>
        <p14:section name="확인" id="{4077ab75-1f1a-71c2-e014-65954f28a43a}">
          <p14:sldIdLst>
            <p14:sldId id="265"/>
            <p14:sldId id="266"/>
          </p14:sldIdLst>
        </p14:section>
        <p14:section name="정리" id="{a7b6d7fe-fa01-6734-ab1e-bcc0c595fc2a}">
          <p14:sldIdLst>
            <p14:sldId id="267"/>
          </p14:sldIdLst>
        </p14:section>
        <p14:section name="보충" id="{a286f51a-5449-4c2f-a167-36a4c9a03d3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도형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각도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각도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각도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각도 재기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각의 크기는 어떻게 잴까요?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7983659" y="2804160"/>
            <a:ext cx="792480" cy="792480"/>
          </a:xfrm>
          <a:prstGeom prst="pie">
            <a:avLst>
              <a:gd name="adj1" fmla="val 17999990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6" name="S01-label4"/>
          <p:cNvSpPr txBox="1"/>
          <p:nvPr/>
        </p:nvSpPr>
        <p:spPr>
          <a:xfrm>
            <a:off x="8827514" y="2666999"/>
            <a:ext cx="29260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400" dirty="0"/>
          </a:p>
        </p:txBody>
      </p:sp>
      <p:sp>
        <p:nvSpPr>
          <p:cNvPr id="7" name="S01-figure5" descr="두 변이 벌어진 각, 크기는 물음표"/>
          <p:cNvSpPr/>
          <p:nvPr/>
        </p:nvSpPr>
        <p:spPr>
          <a:xfrm>
            <a:off x="8379899" y="3200400"/>
            <a:ext cx="253404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6"/>
          <p:cNvSpPr/>
          <p:nvPr/>
        </p:nvSpPr>
        <p:spPr>
          <a:xfrm flipV="1">
            <a:off x="8379899" y="1005840"/>
            <a:ext cx="1267021" cy="21945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1-card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각도기로 각을 재고 그려요.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예각과 둔각을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각을 모두 찾아요. 직각은 어느 것일까요?</a:t>
            </a:r>
            <a:endParaRPr lang="ko-KR" sz="3000" dirty="0"/>
          </a:p>
        </p:txBody>
      </p:sp>
      <p:sp>
        <p:nvSpPr>
          <p:cNvPr id="5" name="S02-chip11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02-mark12"/>
          <p:cNvSpPr/>
          <p:nvPr/>
        </p:nvSpPr>
        <p:spPr>
          <a:xfrm>
            <a:off x="2202092" y="2598420"/>
            <a:ext cx="792480" cy="792480"/>
          </a:xfrm>
          <a:prstGeom prst="pie">
            <a:avLst>
              <a:gd name="adj1" fmla="val 18600057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S02-figure13" descr="한 점에서 그은 두 선으로 된 각(직각보다 작음)"/>
          <p:cNvSpPr/>
          <p:nvPr/>
        </p:nvSpPr>
        <p:spPr>
          <a:xfrm>
            <a:off x="2598332" y="2994660"/>
            <a:ext cx="205910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2-mark14"/>
          <p:cNvSpPr/>
          <p:nvPr/>
        </p:nvSpPr>
        <p:spPr>
          <a:xfrm flipV="1">
            <a:off x="2598332" y="1417320"/>
            <a:ext cx="1323590" cy="15773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2-chip15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2-figure16" descr="서로 만나지 않는 두 선"/>
          <p:cNvSpPr/>
          <p:nvPr/>
        </p:nvSpPr>
        <p:spPr>
          <a:xfrm>
            <a:off x="8446594" y="2994660"/>
            <a:ext cx="18200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2-mark17"/>
          <p:cNvSpPr/>
          <p:nvPr/>
        </p:nvSpPr>
        <p:spPr>
          <a:xfrm flipV="1">
            <a:off x="8810596" y="1417320"/>
            <a:ext cx="970671" cy="121333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2-chip1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02-mark19"/>
          <p:cNvSpPr/>
          <p:nvPr/>
        </p:nvSpPr>
        <p:spPr>
          <a:xfrm>
            <a:off x="2442972" y="4632960"/>
            <a:ext cx="792480" cy="7924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4" name="S02-figure20" descr="직각인 각(표시 없음)"/>
          <p:cNvSpPr/>
          <p:nvPr/>
        </p:nvSpPr>
        <p:spPr>
          <a:xfrm>
            <a:off x="2839212" y="5029200"/>
            <a:ext cx="15773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2-mark21"/>
          <p:cNvSpPr/>
          <p:nvPr/>
        </p:nvSpPr>
        <p:spPr>
          <a:xfrm flipV="1">
            <a:off x="2839212" y="3451860"/>
            <a:ext cx="0" cy="15773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2-chip22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7" name="S02-mark23"/>
          <p:cNvSpPr/>
          <p:nvPr/>
        </p:nvSpPr>
        <p:spPr>
          <a:xfrm>
            <a:off x="8592603" y="4632960"/>
            <a:ext cx="792480" cy="792480"/>
          </a:xfrm>
          <a:prstGeom prst="pie">
            <a:avLst>
              <a:gd name="adj1" fmla="val 13799943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8" name="S02-figure24" descr="직각보다 큰 각"/>
          <p:cNvSpPr/>
          <p:nvPr/>
        </p:nvSpPr>
        <p:spPr>
          <a:xfrm>
            <a:off x="8988843" y="5029200"/>
            <a:ext cx="205910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2-mark25"/>
          <p:cNvSpPr/>
          <p:nvPr/>
        </p:nvSpPr>
        <p:spPr>
          <a:xfrm flipH="1" flipV="1">
            <a:off x="7665252" y="3451860"/>
            <a:ext cx="1323590" cy="15773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각도기로 각 재기</a:t>
            </a:r>
            <a:endParaRPr lang="ko-KR" sz="4000" dirty="0"/>
          </a:p>
        </p:txBody>
      </p:sp>
      <p:sp>
        <p:nvSpPr>
          <p:cNvPr id="3" name="S03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직각을 똑같이 90으로 나눈 하나가 1도(1°)예요.</a:t>
            </a:r>
            <a:endParaRPr lang="ko-KR" sz="3000" dirty="0"/>
          </a:p>
        </p:txBody>
      </p:sp>
      <p:sp>
        <p:nvSpPr>
          <p:cNvPr id="4" name="S03-mark27"/>
          <p:cNvSpPr/>
          <p:nvPr/>
        </p:nvSpPr>
        <p:spPr>
          <a:xfrm>
            <a:off x="6800469" y="3089577"/>
            <a:ext cx="4316730" cy="2158365"/>
          </a:xfrm>
          <a:custGeom>
            <a:avLst/>
            <a:gdLst/>
            <a:ahLst/>
            <a:cxnLst/>
            <a:rect l="l" t="t" r="r" b="b"/>
            <a:pathLst>
              <a:path w="4316730" h="2158365">
                <a:moveTo>
                  <a:pt x="4316730" y="2158365"/>
                </a:moveTo>
                <a:lnTo>
                  <a:pt x="4314676" y="2064218"/>
                </a:lnTo>
                <a:lnTo>
                  <a:pt x="4308517" y="1970251"/>
                </a:lnTo>
                <a:lnTo>
                  <a:pt x="4298265" y="1876642"/>
                </a:lnTo>
                <a:lnTo>
                  <a:pt x="4283940" y="1783569"/>
                </a:lnTo>
                <a:lnTo>
                  <a:pt x="4265568" y="1691209"/>
                </a:lnTo>
                <a:lnTo>
                  <a:pt x="4243185" y="1599739"/>
                </a:lnTo>
                <a:lnTo>
                  <a:pt x="4216834" y="1509332"/>
                </a:lnTo>
                <a:lnTo>
                  <a:pt x="4186565" y="1420161"/>
                </a:lnTo>
                <a:lnTo>
                  <a:pt x="4152434" y="1332394"/>
                </a:lnTo>
                <a:lnTo>
                  <a:pt x="4114508" y="1246201"/>
                </a:lnTo>
                <a:lnTo>
                  <a:pt x="4072858" y="1161743"/>
                </a:lnTo>
                <a:lnTo>
                  <a:pt x="4027564" y="1079183"/>
                </a:lnTo>
                <a:lnTo>
                  <a:pt x="3978712" y="998676"/>
                </a:lnTo>
                <a:lnTo>
                  <a:pt x="3926394" y="920378"/>
                </a:lnTo>
                <a:lnTo>
                  <a:pt x="3870711" y="844436"/>
                </a:lnTo>
                <a:lnTo>
                  <a:pt x="3811769" y="770995"/>
                </a:lnTo>
                <a:lnTo>
                  <a:pt x="3749679" y="700195"/>
                </a:lnTo>
                <a:lnTo>
                  <a:pt x="3684560" y="632170"/>
                </a:lnTo>
                <a:lnTo>
                  <a:pt x="3616535" y="567051"/>
                </a:lnTo>
                <a:lnTo>
                  <a:pt x="3545735" y="504961"/>
                </a:lnTo>
                <a:lnTo>
                  <a:pt x="3472294" y="446019"/>
                </a:lnTo>
                <a:lnTo>
                  <a:pt x="3396352" y="390336"/>
                </a:lnTo>
                <a:lnTo>
                  <a:pt x="3318054" y="338018"/>
                </a:lnTo>
                <a:lnTo>
                  <a:pt x="3237547" y="289166"/>
                </a:lnTo>
                <a:lnTo>
                  <a:pt x="3154987" y="243872"/>
                </a:lnTo>
                <a:lnTo>
                  <a:pt x="3070529" y="202222"/>
                </a:lnTo>
                <a:lnTo>
                  <a:pt x="2984336" y="164296"/>
                </a:lnTo>
                <a:lnTo>
                  <a:pt x="2896569" y="130165"/>
                </a:lnTo>
                <a:lnTo>
                  <a:pt x="2807398" y="99896"/>
                </a:lnTo>
                <a:lnTo>
                  <a:pt x="2716991" y="73545"/>
                </a:lnTo>
                <a:lnTo>
                  <a:pt x="2625521" y="51162"/>
                </a:lnTo>
                <a:lnTo>
                  <a:pt x="2533161" y="32790"/>
                </a:lnTo>
                <a:lnTo>
                  <a:pt x="2440088" y="18465"/>
                </a:lnTo>
                <a:lnTo>
                  <a:pt x="2346479" y="8213"/>
                </a:lnTo>
                <a:lnTo>
                  <a:pt x="2252512" y="2054"/>
                </a:lnTo>
                <a:lnTo>
                  <a:pt x="2158365" y="0"/>
                </a:lnTo>
                <a:lnTo>
                  <a:pt x="2064218" y="2054"/>
                </a:lnTo>
                <a:lnTo>
                  <a:pt x="1970251" y="8213"/>
                </a:lnTo>
                <a:lnTo>
                  <a:pt x="1876642" y="18465"/>
                </a:lnTo>
                <a:lnTo>
                  <a:pt x="1783569" y="32790"/>
                </a:lnTo>
                <a:lnTo>
                  <a:pt x="1691209" y="51162"/>
                </a:lnTo>
                <a:lnTo>
                  <a:pt x="1599739" y="73545"/>
                </a:lnTo>
                <a:lnTo>
                  <a:pt x="1509332" y="99896"/>
                </a:lnTo>
                <a:lnTo>
                  <a:pt x="1420161" y="130165"/>
                </a:lnTo>
                <a:lnTo>
                  <a:pt x="1332394" y="164296"/>
                </a:lnTo>
                <a:lnTo>
                  <a:pt x="1246201" y="202222"/>
                </a:lnTo>
                <a:lnTo>
                  <a:pt x="1161743" y="243872"/>
                </a:lnTo>
                <a:lnTo>
                  <a:pt x="1079183" y="289166"/>
                </a:lnTo>
                <a:lnTo>
                  <a:pt x="998676" y="338018"/>
                </a:lnTo>
                <a:lnTo>
                  <a:pt x="920378" y="390336"/>
                </a:lnTo>
                <a:lnTo>
                  <a:pt x="844436" y="446019"/>
                </a:lnTo>
                <a:lnTo>
                  <a:pt x="770995" y="504961"/>
                </a:lnTo>
                <a:lnTo>
                  <a:pt x="700195" y="567051"/>
                </a:lnTo>
                <a:lnTo>
                  <a:pt x="632170" y="632170"/>
                </a:lnTo>
                <a:lnTo>
                  <a:pt x="567051" y="700195"/>
                </a:lnTo>
                <a:lnTo>
                  <a:pt x="504961" y="770995"/>
                </a:lnTo>
                <a:lnTo>
                  <a:pt x="446019" y="844436"/>
                </a:lnTo>
                <a:lnTo>
                  <a:pt x="390336" y="920378"/>
                </a:lnTo>
                <a:lnTo>
                  <a:pt x="338018" y="998676"/>
                </a:lnTo>
                <a:lnTo>
                  <a:pt x="289166" y="1079183"/>
                </a:lnTo>
                <a:lnTo>
                  <a:pt x="243872" y="1161743"/>
                </a:lnTo>
                <a:lnTo>
                  <a:pt x="202222" y="1246201"/>
                </a:lnTo>
                <a:lnTo>
                  <a:pt x="164296" y="1332394"/>
                </a:lnTo>
                <a:lnTo>
                  <a:pt x="130165" y="1420161"/>
                </a:lnTo>
                <a:lnTo>
                  <a:pt x="99896" y="1509332"/>
                </a:lnTo>
                <a:lnTo>
                  <a:pt x="73545" y="1599739"/>
                </a:lnTo>
                <a:lnTo>
                  <a:pt x="51162" y="1691209"/>
                </a:lnTo>
                <a:lnTo>
                  <a:pt x="32790" y="1783569"/>
                </a:lnTo>
                <a:lnTo>
                  <a:pt x="18465" y="1876642"/>
                </a:lnTo>
                <a:lnTo>
                  <a:pt x="8213" y="1970251"/>
                </a:lnTo>
                <a:lnTo>
                  <a:pt x="2054" y="2064218"/>
                </a:lnTo>
                <a:lnTo>
                  <a:pt x="0" y="2158365"/>
                </a:lnTo>
                <a:lnTo>
                  <a:pt x="0" y="2158365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3-mark28"/>
          <p:cNvSpPr/>
          <p:nvPr/>
        </p:nvSpPr>
        <p:spPr>
          <a:xfrm flipH="1">
            <a:off x="10858195" y="5247942"/>
            <a:ext cx="259004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" name="S03-mark29"/>
          <p:cNvSpPr/>
          <p:nvPr/>
        </p:nvSpPr>
        <p:spPr>
          <a:xfrm flipH="1">
            <a:off x="10958475" y="5059828"/>
            <a:ext cx="150511" cy="13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mark30"/>
          <p:cNvSpPr/>
          <p:nvPr/>
        </p:nvSpPr>
        <p:spPr>
          <a:xfrm flipH="1">
            <a:off x="10829340" y="4873145"/>
            <a:ext cx="255069" cy="4497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" name="S03-mark31"/>
          <p:cNvSpPr/>
          <p:nvPr/>
        </p:nvSpPr>
        <p:spPr>
          <a:xfrm flipH="1">
            <a:off x="10897717" y="4689316"/>
            <a:ext cx="145937" cy="391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mark32"/>
          <p:cNvSpPr/>
          <p:nvPr/>
        </p:nvSpPr>
        <p:spPr>
          <a:xfrm flipH="1">
            <a:off x="10743650" y="4509737"/>
            <a:ext cx="243384" cy="8858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3-mark33"/>
          <p:cNvSpPr/>
          <p:nvPr/>
        </p:nvSpPr>
        <p:spPr>
          <a:xfrm flipH="1">
            <a:off x="10778047" y="4335777"/>
            <a:ext cx="136930" cy="63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mark34"/>
          <p:cNvSpPr/>
          <p:nvPr/>
        </p:nvSpPr>
        <p:spPr>
          <a:xfrm flipH="1">
            <a:off x="10603729" y="4168759"/>
            <a:ext cx="224304" cy="12950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3-mark35"/>
          <p:cNvSpPr/>
          <p:nvPr/>
        </p:nvSpPr>
        <p:spPr>
          <a:xfrm flipH="1">
            <a:off x="10603101" y="4009954"/>
            <a:ext cx="123762" cy="866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mark36"/>
          <p:cNvSpPr/>
          <p:nvPr/>
        </p:nvSpPr>
        <p:spPr>
          <a:xfrm flipH="1">
            <a:off x="10413829" y="3860571"/>
            <a:ext cx="198408" cy="1664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3-mark37"/>
          <p:cNvSpPr/>
          <p:nvPr/>
        </p:nvSpPr>
        <p:spPr>
          <a:xfrm flipH="1">
            <a:off x="10378195" y="3721747"/>
            <a:ext cx="106834" cy="10683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mark38"/>
          <p:cNvSpPr/>
          <p:nvPr/>
        </p:nvSpPr>
        <p:spPr>
          <a:xfrm flipH="1">
            <a:off x="10179720" y="3594538"/>
            <a:ext cx="166484" cy="19840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3-mark39"/>
          <p:cNvSpPr/>
          <p:nvPr/>
        </p:nvSpPr>
        <p:spPr>
          <a:xfrm flipH="1">
            <a:off x="10110162" y="3479913"/>
            <a:ext cx="86659" cy="1237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mark40"/>
          <p:cNvSpPr/>
          <p:nvPr/>
        </p:nvSpPr>
        <p:spPr>
          <a:xfrm flipH="1">
            <a:off x="9908515" y="3378743"/>
            <a:ext cx="129502" cy="22430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8" name="S03-mark41"/>
          <p:cNvSpPr/>
          <p:nvPr/>
        </p:nvSpPr>
        <p:spPr>
          <a:xfrm flipH="1">
            <a:off x="9807147" y="3291799"/>
            <a:ext cx="63852" cy="1369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mark42"/>
          <p:cNvSpPr/>
          <p:nvPr/>
        </p:nvSpPr>
        <p:spPr>
          <a:xfrm flipH="1">
            <a:off x="9608454" y="3219742"/>
            <a:ext cx="88585" cy="2433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0" name="S03-mark43"/>
          <p:cNvSpPr/>
          <p:nvPr/>
        </p:nvSpPr>
        <p:spPr>
          <a:xfrm flipH="1">
            <a:off x="9478356" y="3163121"/>
            <a:ext cx="39104" cy="1459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mark44"/>
          <p:cNvSpPr/>
          <p:nvPr/>
        </p:nvSpPr>
        <p:spPr>
          <a:xfrm flipH="1">
            <a:off x="9288655" y="3122367"/>
            <a:ext cx="44976" cy="2550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2" name="S03-mark45"/>
          <p:cNvSpPr/>
          <p:nvPr/>
        </p:nvSpPr>
        <p:spPr>
          <a:xfrm flipH="1">
            <a:off x="9133780" y="3097790"/>
            <a:ext cx="13168" cy="1505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mark46"/>
          <p:cNvSpPr/>
          <p:nvPr/>
        </p:nvSpPr>
        <p:spPr>
          <a:xfrm>
            <a:off x="8958834" y="3089577"/>
            <a:ext cx="0" cy="25900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4" name="S03-mark47"/>
          <p:cNvSpPr/>
          <p:nvPr/>
        </p:nvSpPr>
        <p:spPr>
          <a:xfrm>
            <a:off x="8770720" y="3097790"/>
            <a:ext cx="13168" cy="1505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mark48"/>
          <p:cNvSpPr/>
          <p:nvPr/>
        </p:nvSpPr>
        <p:spPr>
          <a:xfrm>
            <a:off x="8584038" y="3122367"/>
            <a:ext cx="44976" cy="2550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6" name="S03-mark49"/>
          <p:cNvSpPr/>
          <p:nvPr/>
        </p:nvSpPr>
        <p:spPr>
          <a:xfrm>
            <a:off x="8400208" y="3163121"/>
            <a:ext cx="39104" cy="1459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mark50"/>
          <p:cNvSpPr/>
          <p:nvPr/>
        </p:nvSpPr>
        <p:spPr>
          <a:xfrm>
            <a:off x="8220630" y="3219742"/>
            <a:ext cx="88585" cy="2433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8" name="S03-mark51"/>
          <p:cNvSpPr/>
          <p:nvPr/>
        </p:nvSpPr>
        <p:spPr>
          <a:xfrm>
            <a:off x="8046670" y="3291799"/>
            <a:ext cx="63852" cy="1369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mark52"/>
          <p:cNvSpPr/>
          <p:nvPr/>
        </p:nvSpPr>
        <p:spPr>
          <a:xfrm>
            <a:off x="7879652" y="3378743"/>
            <a:ext cx="129502" cy="22430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0" name="S03-mark53"/>
          <p:cNvSpPr/>
          <p:nvPr/>
        </p:nvSpPr>
        <p:spPr>
          <a:xfrm>
            <a:off x="7720847" y="3479913"/>
            <a:ext cx="86659" cy="1237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mark54"/>
          <p:cNvSpPr/>
          <p:nvPr/>
        </p:nvSpPr>
        <p:spPr>
          <a:xfrm>
            <a:off x="7571464" y="3594538"/>
            <a:ext cx="166484" cy="19840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2" name="S03-mark55"/>
          <p:cNvSpPr/>
          <p:nvPr/>
        </p:nvSpPr>
        <p:spPr>
          <a:xfrm>
            <a:off x="7432639" y="3721747"/>
            <a:ext cx="106834" cy="10683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mark56"/>
          <p:cNvSpPr/>
          <p:nvPr/>
        </p:nvSpPr>
        <p:spPr>
          <a:xfrm>
            <a:off x="7305430" y="3860571"/>
            <a:ext cx="198408" cy="1664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4" name="S03-mark57"/>
          <p:cNvSpPr/>
          <p:nvPr/>
        </p:nvSpPr>
        <p:spPr>
          <a:xfrm>
            <a:off x="7190805" y="4009954"/>
            <a:ext cx="123762" cy="866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mark58"/>
          <p:cNvSpPr/>
          <p:nvPr/>
        </p:nvSpPr>
        <p:spPr>
          <a:xfrm>
            <a:off x="7089635" y="4168759"/>
            <a:ext cx="224304" cy="12950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6" name="S03-mark59"/>
          <p:cNvSpPr/>
          <p:nvPr/>
        </p:nvSpPr>
        <p:spPr>
          <a:xfrm>
            <a:off x="7002691" y="4335777"/>
            <a:ext cx="136930" cy="63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mark60"/>
          <p:cNvSpPr/>
          <p:nvPr/>
        </p:nvSpPr>
        <p:spPr>
          <a:xfrm>
            <a:off x="6930634" y="4509737"/>
            <a:ext cx="243384" cy="8858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8" name="S03-mark61"/>
          <p:cNvSpPr/>
          <p:nvPr/>
        </p:nvSpPr>
        <p:spPr>
          <a:xfrm>
            <a:off x="6874014" y="4689316"/>
            <a:ext cx="145937" cy="391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mark62"/>
          <p:cNvSpPr/>
          <p:nvPr/>
        </p:nvSpPr>
        <p:spPr>
          <a:xfrm>
            <a:off x="6833259" y="4873145"/>
            <a:ext cx="255069" cy="4497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0" name="S03-mark63"/>
          <p:cNvSpPr/>
          <p:nvPr/>
        </p:nvSpPr>
        <p:spPr>
          <a:xfrm>
            <a:off x="6808682" y="5059828"/>
            <a:ext cx="150511" cy="13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mark64"/>
          <p:cNvSpPr/>
          <p:nvPr/>
        </p:nvSpPr>
        <p:spPr>
          <a:xfrm>
            <a:off x="6800469" y="5247942"/>
            <a:ext cx="259004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2" name="S03-label66"/>
          <p:cNvSpPr txBox="1"/>
          <p:nvPr/>
        </p:nvSpPr>
        <p:spPr>
          <a:xfrm>
            <a:off x="7131177" y="5160629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43" name="S03-label68"/>
          <p:cNvSpPr txBox="1"/>
          <p:nvPr/>
        </p:nvSpPr>
        <p:spPr>
          <a:xfrm>
            <a:off x="10196055" y="5160629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44" name="S03-label70"/>
          <p:cNvSpPr txBox="1"/>
          <p:nvPr/>
        </p:nvSpPr>
        <p:spPr>
          <a:xfrm>
            <a:off x="7111308" y="4860792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100" dirty="0"/>
          </a:p>
        </p:txBody>
      </p:sp>
      <p:sp>
        <p:nvSpPr>
          <p:cNvPr id="45" name="S03-label72"/>
          <p:cNvSpPr txBox="1"/>
          <p:nvPr/>
        </p:nvSpPr>
        <p:spPr>
          <a:xfrm>
            <a:off x="10129624" y="492825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100" dirty="0"/>
          </a:p>
        </p:txBody>
      </p:sp>
      <p:sp>
        <p:nvSpPr>
          <p:cNvPr id="46" name="S03-label74"/>
          <p:cNvSpPr txBox="1"/>
          <p:nvPr/>
        </p:nvSpPr>
        <p:spPr>
          <a:xfrm>
            <a:off x="7189208" y="457006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100" dirty="0"/>
          </a:p>
        </p:txBody>
      </p:sp>
      <p:sp>
        <p:nvSpPr>
          <p:cNvPr id="47" name="S03-label76"/>
          <p:cNvSpPr txBox="1"/>
          <p:nvPr/>
        </p:nvSpPr>
        <p:spPr>
          <a:xfrm>
            <a:off x="10069252" y="4702942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100" dirty="0"/>
          </a:p>
        </p:txBody>
      </p:sp>
      <p:sp>
        <p:nvSpPr>
          <p:cNvPr id="48" name="S03-label78"/>
          <p:cNvSpPr txBox="1"/>
          <p:nvPr/>
        </p:nvSpPr>
        <p:spPr>
          <a:xfrm>
            <a:off x="7316409" y="429728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100" dirty="0"/>
          </a:p>
        </p:txBody>
      </p:sp>
      <p:sp>
        <p:nvSpPr>
          <p:cNvPr id="49" name="S03-label80"/>
          <p:cNvSpPr txBox="1"/>
          <p:nvPr/>
        </p:nvSpPr>
        <p:spPr>
          <a:xfrm>
            <a:off x="9970671" y="449153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100" dirty="0"/>
          </a:p>
        </p:txBody>
      </p:sp>
      <p:sp>
        <p:nvSpPr>
          <p:cNvPr id="50" name="S03-label82"/>
          <p:cNvSpPr txBox="1"/>
          <p:nvPr/>
        </p:nvSpPr>
        <p:spPr>
          <a:xfrm>
            <a:off x="7489045" y="405073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100" dirty="0"/>
          </a:p>
        </p:txBody>
      </p:sp>
      <p:sp>
        <p:nvSpPr>
          <p:cNvPr id="51" name="S03-label84"/>
          <p:cNvSpPr txBox="1"/>
          <p:nvPr/>
        </p:nvSpPr>
        <p:spPr>
          <a:xfrm>
            <a:off x="9836878" y="4300460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100" dirty="0"/>
          </a:p>
        </p:txBody>
      </p:sp>
      <p:sp>
        <p:nvSpPr>
          <p:cNvPr id="52" name="S03-label86"/>
          <p:cNvSpPr txBox="1"/>
          <p:nvPr/>
        </p:nvSpPr>
        <p:spPr>
          <a:xfrm>
            <a:off x="7701872" y="383790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100" dirty="0"/>
          </a:p>
        </p:txBody>
      </p:sp>
      <p:sp>
        <p:nvSpPr>
          <p:cNvPr id="53" name="S03-label88"/>
          <p:cNvSpPr txBox="1"/>
          <p:nvPr/>
        </p:nvSpPr>
        <p:spPr>
          <a:xfrm>
            <a:off x="9671938" y="413551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100" dirty="0"/>
          </a:p>
        </p:txBody>
      </p:sp>
      <p:sp>
        <p:nvSpPr>
          <p:cNvPr id="54" name="S03-label90"/>
          <p:cNvSpPr txBox="1"/>
          <p:nvPr/>
        </p:nvSpPr>
        <p:spPr>
          <a:xfrm>
            <a:off x="7948422" y="3665270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100" dirty="0"/>
          </a:p>
        </p:txBody>
      </p:sp>
      <p:sp>
        <p:nvSpPr>
          <p:cNvPr id="55" name="S03-label92"/>
          <p:cNvSpPr txBox="1"/>
          <p:nvPr/>
        </p:nvSpPr>
        <p:spPr>
          <a:xfrm>
            <a:off x="9480861" y="400172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100" dirty="0"/>
          </a:p>
        </p:txBody>
      </p:sp>
      <p:sp>
        <p:nvSpPr>
          <p:cNvPr id="56" name="S03-label94"/>
          <p:cNvSpPr txBox="1"/>
          <p:nvPr/>
        </p:nvSpPr>
        <p:spPr>
          <a:xfrm>
            <a:off x="8221205" y="353806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1100" dirty="0"/>
          </a:p>
        </p:txBody>
      </p:sp>
      <p:sp>
        <p:nvSpPr>
          <p:cNvPr id="57" name="S03-label96"/>
          <p:cNvSpPr txBox="1"/>
          <p:nvPr/>
        </p:nvSpPr>
        <p:spPr>
          <a:xfrm>
            <a:off x="9269455" y="3903145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1100" dirty="0"/>
          </a:p>
        </p:txBody>
      </p:sp>
      <p:sp>
        <p:nvSpPr>
          <p:cNvPr id="58" name="S03-label98"/>
          <p:cNvSpPr txBox="1"/>
          <p:nvPr/>
        </p:nvSpPr>
        <p:spPr>
          <a:xfrm>
            <a:off x="8511931" y="346016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100" dirty="0"/>
          </a:p>
        </p:txBody>
      </p:sp>
      <p:sp>
        <p:nvSpPr>
          <p:cNvPr id="59" name="S03-label100"/>
          <p:cNvSpPr txBox="1"/>
          <p:nvPr/>
        </p:nvSpPr>
        <p:spPr>
          <a:xfrm>
            <a:off x="9044142" y="384277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100" dirty="0"/>
          </a:p>
        </p:txBody>
      </p:sp>
      <p:sp>
        <p:nvSpPr>
          <p:cNvPr id="60" name="S03-label102"/>
          <p:cNvSpPr txBox="1"/>
          <p:nvPr/>
        </p:nvSpPr>
        <p:spPr>
          <a:xfrm>
            <a:off x="8811768" y="3433937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1100" dirty="0"/>
          </a:p>
        </p:txBody>
      </p:sp>
      <p:sp>
        <p:nvSpPr>
          <p:cNvPr id="61" name="S03-label104"/>
          <p:cNvSpPr txBox="1"/>
          <p:nvPr/>
        </p:nvSpPr>
        <p:spPr>
          <a:xfrm>
            <a:off x="8811768" y="382244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1100" dirty="0"/>
          </a:p>
        </p:txBody>
      </p:sp>
      <p:sp>
        <p:nvSpPr>
          <p:cNvPr id="62" name="S03-label106"/>
          <p:cNvSpPr txBox="1"/>
          <p:nvPr/>
        </p:nvSpPr>
        <p:spPr>
          <a:xfrm>
            <a:off x="9065504" y="346016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100" dirty="0"/>
          </a:p>
        </p:txBody>
      </p:sp>
      <p:sp>
        <p:nvSpPr>
          <p:cNvPr id="63" name="S03-label108"/>
          <p:cNvSpPr txBox="1"/>
          <p:nvPr/>
        </p:nvSpPr>
        <p:spPr>
          <a:xfrm>
            <a:off x="8533293" y="3842773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100" dirty="0"/>
          </a:p>
        </p:txBody>
      </p:sp>
      <p:sp>
        <p:nvSpPr>
          <p:cNvPr id="64" name="S03-label110"/>
          <p:cNvSpPr txBox="1"/>
          <p:nvPr/>
        </p:nvSpPr>
        <p:spPr>
          <a:xfrm>
            <a:off x="9356230" y="353806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1100" dirty="0"/>
          </a:p>
        </p:txBody>
      </p:sp>
      <p:sp>
        <p:nvSpPr>
          <p:cNvPr id="65" name="S03-label112"/>
          <p:cNvSpPr txBox="1"/>
          <p:nvPr/>
        </p:nvSpPr>
        <p:spPr>
          <a:xfrm>
            <a:off x="8307980" y="3903145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1100" dirty="0"/>
          </a:p>
        </p:txBody>
      </p:sp>
      <p:sp>
        <p:nvSpPr>
          <p:cNvPr id="66" name="S03-label114"/>
          <p:cNvSpPr txBox="1"/>
          <p:nvPr/>
        </p:nvSpPr>
        <p:spPr>
          <a:xfrm>
            <a:off x="9629013" y="3665270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100" dirty="0"/>
          </a:p>
        </p:txBody>
      </p:sp>
      <p:sp>
        <p:nvSpPr>
          <p:cNvPr id="67" name="S03-label116"/>
          <p:cNvSpPr txBox="1"/>
          <p:nvPr/>
        </p:nvSpPr>
        <p:spPr>
          <a:xfrm>
            <a:off x="8096574" y="400172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100" dirty="0"/>
          </a:p>
        </p:txBody>
      </p:sp>
      <p:sp>
        <p:nvSpPr>
          <p:cNvPr id="68" name="S03-label118"/>
          <p:cNvSpPr txBox="1"/>
          <p:nvPr/>
        </p:nvSpPr>
        <p:spPr>
          <a:xfrm>
            <a:off x="9875563" y="383790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1100" dirty="0"/>
          </a:p>
        </p:txBody>
      </p:sp>
      <p:sp>
        <p:nvSpPr>
          <p:cNvPr id="69" name="S03-label120"/>
          <p:cNvSpPr txBox="1"/>
          <p:nvPr/>
        </p:nvSpPr>
        <p:spPr>
          <a:xfrm>
            <a:off x="7905497" y="413551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1100" dirty="0"/>
          </a:p>
        </p:txBody>
      </p:sp>
      <p:sp>
        <p:nvSpPr>
          <p:cNvPr id="70" name="S03-label122"/>
          <p:cNvSpPr txBox="1"/>
          <p:nvPr/>
        </p:nvSpPr>
        <p:spPr>
          <a:xfrm>
            <a:off x="10088390" y="4050733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100" dirty="0"/>
          </a:p>
        </p:txBody>
      </p:sp>
      <p:sp>
        <p:nvSpPr>
          <p:cNvPr id="71" name="S03-label124"/>
          <p:cNvSpPr txBox="1"/>
          <p:nvPr/>
        </p:nvSpPr>
        <p:spPr>
          <a:xfrm>
            <a:off x="7740557" y="4300460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100" dirty="0"/>
          </a:p>
        </p:txBody>
      </p:sp>
      <p:sp>
        <p:nvSpPr>
          <p:cNvPr id="72" name="S03-label126"/>
          <p:cNvSpPr txBox="1"/>
          <p:nvPr/>
        </p:nvSpPr>
        <p:spPr>
          <a:xfrm>
            <a:off x="10261026" y="4297283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100" dirty="0"/>
          </a:p>
        </p:txBody>
      </p:sp>
      <p:sp>
        <p:nvSpPr>
          <p:cNvPr id="73" name="S03-label128"/>
          <p:cNvSpPr txBox="1"/>
          <p:nvPr/>
        </p:nvSpPr>
        <p:spPr>
          <a:xfrm>
            <a:off x="7606764" y="449153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100" dirty="0"/>
          </a:p>
        </p:txBody>
      </p:sp>
      <p:sp>
        <p:nvSpPr>
          <p:cNvPr id="74" name="S03-label130"/>
          <p:cNvSpPr txBox="1"/>
          <p:nvPr/>
        </p:nvSpPr>
        <p:spPr>
          <a:xfrm>
            <a:off x="10388227" y="457006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100" dirty="0"/>
          </a:p>
        </p:txBody>
      </p:sp>
      <p:sp>
        <p:nvSpPr>
          <p:cNvPr id="75" name="S03-label132"/>
          <p:cNvSpPr txBox="1"/>
          <p:nvPr/>
        </p:nvSpPr>
        <p:spPr>
          <a:xfrm>
            <a:off x="7508183" y="4702942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100" dirty="0"/>
          </a:p>
        </p:txBody>
      </p:sp>
      <p:sp>
        <p:nvSpPr>
          <p:cNvPr id="76" name="S03-label134"/>
          <p:cNvSpPr txBox="1"/>
          <p:nvPr/>
        </p:nvSpPr>
        <p:spPr>
          <a:xfrm>
            <a:off x="10466127" y="4860792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1100" dirty="0"/>
          </a:p>
        </p:txBody>
      </p:sp>
      <p:sp>
        <p:nvSpPr>
          <p:cNvPr id="77" name="S03-label136"/>
          <p:cNvSpPr txBox="1"/>
          <p:nvPr/>
        </p:nvSpPr>
        <p:spPr>
          <a:xfrm>
            <a:off x="7447811" y="492825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1100" dirty="0"/>
          </a:p>
        </p:txBody>
      </p:sp>
      <p:sp>
        <p:nvSpPr>
          <p:cNvPr id="78" name="S03-label138"/>
          <p:cNvSpPr txBox="1"/>
          <p:nvPr/>
        </p:nvSpPr>
        <p:spPr>
          <a:xfrm>
            <a:off x="10492359" y="516062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100" dirty="0"/>
          </a:p>
        </p:txBody>
      </p:sp>
      <p:sp>
        <p:nvSpPr>
          <p:cNvPr id="79" name="S03-label140"/>
          <p:cNvSpPr txBox="1"/>
          <p:nvPr/>
        </p:nvSpPr>
        <p:spPr>
          <a:xfrm>
            <a:off x="7427481" y="516062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100" dirty="0"/>
          </a:p>
        </p:txBody>
      </p:sp>
      <p:sp>
        <p:nvSpPr>
          <p:cNvPr id="80" name="S03-mark141"/>
          <p:cNvSpPr/>
          <p:nvPr/>
        </p:nvSpPr>
        <p:spPr>
          <a:xfrm>
            <a:off x="6800469" y="5247942"/>
            <a:ext cx="431673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1" name="S03-mark142"/>
          <p:cNvSpPr/>
          <p:nvPr/>
        </p:nvSpPr>
        <p:spPr>
          <a:xfrm flipV="1">
            <a:off x="8958834" y="4988938"/>
            <a:ext cx="0" cy="25900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2" name="S03-mark143"/>
          <p:cNvSpPr/>
          <p:nvPr/>
        </p:nvSpPr>
        <p:spPr>
          <a:xfrm>
            <a:off x="8311324" y="4600432"/>
            <a:ext cx="1295019" cy="1295019"/>
          </a:xfrm>
          <a:prstGeom prst="pie">
            <a:avLst>
              <a:gd name="adj1" fmla="val 18000000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3" name="S03-figure144" descr="각도기의 중심을 꼭짓점에, 밑금을 오른쪽 변에 맞춘 60° 각. 안쪽 눈금 0에서 60까지"/>
          <p:cNvSpPr/>
          <p:nvPr/>
        </p:nvSpPr>
        <p:spPr>
          <a:xfrm>
            <a:off x="8958834" y="5247942"/>
            <a:ext cx="2590038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4" name="S03-mark145"/>
          <p:cNvSpPr/>
          <p:nvPr/>
        </p:nvSpPr>
        <p:spPr>
          <a:xfrm flipV="1">
            <a:off x="8958834" y="3004903"/>
            <a:ext cx="1295019" cy="2243039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5" name="S03-mark146"/>
          <p:cNvSpPr/>
          <p:nvPr/>
        </p:nvSpPr>
        <p:spPr>
          <a:xfrm>
            <a:off x="8911285" y="5200393"/>
            <a:ext cx="95098" cy="9509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6" name="S03-stepno147"/>
          <p:cNvSpPr txBox="1"/>
          <p:nvPr/>
        </p:nvSpPr>
        <p:spPr>
          <a:xfrm>
            <a:off x="548640" y="26014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7" name="S03-text148"/>
          <p:cNvSpPr txBox="1"/>
          <p:nvPr/>
        </p:nvSpPr>
        <p:spPr>
          <a:xfrm>
            <a:off x="1325880" y="2555748"/>
            <a:ext cx="458571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각도기의 중심을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꼭짓점에 맞춰요.</a:t>
            </a:r>
            <a:endParaRPr lang="ko-KR" sz="3000" dirty="0"/>
          </a:p>
        </p:txBody>
      </p:sp>
      <p:sp>
        <p:nvSpPr>
          <p:cNvPr id="88" name="S03-stepno149"/>
          <p:cNvSpPr txBox="1"/>
          <p:nvPr/>
        </p:nvSpPr>
        <p:spPr>
          <a:xfrm>
            <a:off x="548640" y="36957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9" name="S03-text150"/>
          <p:cNvSpPr txBox="1"/>
          <p:nvPr/>
        </p:nvSpPr>
        <p:spPr>
          <a:xfrm>
            <a:off x="1325880" y="3649980"/>
            <a:ext cx="458571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밑금을 각의 한 변에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맞춰요.</a:t>
            </a:r>
            <a:endParaRPr lang="ko-KR" sz="3000" dirty="0"/>
          </a:p>
        </p:txBody>
      </p:sp>
      <p:sp>
        <p:nvSpPr>
          <p:cNvPr id="90" name="S03-stepno151"/>
          <p:cNvSpPr txBox="1"/>
          <p:nvPr/>
        </p:nvSpPr>
        <p:spPr>
          <a:xfrm>
            <a:off x="548640" y="47899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1" name="S03-text152"/>
          <p:cNvSpPr txBox="1"/>
          <p:nvPr/>
        </p:nvSpPr>
        <p:spPr>
          <a:xfrm>
            <a:off x="1325880" y="4744212"/>
            <a:ext cx="458571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변이 0에서 시작하는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눈금을 따라 읽어요.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시작하는 눈금</a:t>
            </a:r>
            <a:endParaRPr lang="ko-KR" sz="4000" dirty="0"/>
          </a:p>
        </p:txBody>
      </p:sp>
      <p:sp>
        <p:nvSpPr>
          <p:cNvPr id="3" name="S04-text1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왼쪽 0에 맞으면 바깥쪽 눈금을 읽어요.</a:t>
            </a:r>
            <a:endParaRPr lang="ko-KR" sz="3000" dirty="0"/>
          </a:p>
        </p:txBody>
      </p:sp>
      <p:sp>
        <p:nvSpPr>
          <p:cNvPr id="4" name="S04-card15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5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안쪽 눈금 130을 읽으면 틀려요.</a:t>
            </a:r>
            <a:endParaRPr lang="ko-KR" sz="3000" dirty="0"/>
          </a:p>
        </p:txBody>
      </p:sp>
      <p:sp>
        <p:nvSpPr>
          <p:cNvPr id="6" name="S04-mark156"/>
          <p:cNvSpPr/>
          <p:nvPr/>
        </p:nvSpPr>
        <p:spPr>
          <a:xfrm>
            <a:off x="4203587" y="2481298"/>
            <a:ext cx="3781778" cy="1890889"/>
          </a:xfrm>
          <a:custGeom>
            <a:avLst/>
            <a:gdLst/>
            <a:ahLst/>
            <a:cxnLst/>
            <a:rect l="l" t="t" r="r" b="b"/>
            <a:pathLst>
              <a:path w="3781778" h="1890889">
                <a:moveTo>
                  <a:pt x="3781778" y="1890889"/>
                </a:moveTo>
                <a:lnTo>
                  <a:pt x="3779978" y="1808409"/>
                </a:lnTo>
                <a:lnTo>
                  <a:pt x="3774582" y="1726087"/>
                </a:lnTo>
                <a:lnTo>
                  <a:pt x="3765601" y="1644078"/>
                </a:lnTo>
                <a:lnTo>
                  <a:pt x="3753051" y="1562539"/>
                </a:lnTo>
                <a:lnTo>
                  <a:pt x="3736956" y="1481626"/>
                </a:lnTo>
                <a:lnTo>
                  <a:pt x="3717347" y="1401491"/>
                </a:lnTo>
                <a:lnTo>
                  <a:pt x="3694262" y="1322288"/>
                </a:lnTo>
                <a:lnTo>
                  <a:pt x="3667743" y="1244167"/>
                </a:lnTo>
                <a:lnTo>
                  <a:pt x="3637842" y="1167277"/>
                </a:lnTo>
                <a:lnTo>
                  <a:pt x="3604616" y="1091765"/>
                </a:lnTo>
                <a:lnTo>
                  <a:pt x="3568128" y="1017774"/>
                </a:lnTo>
                <a:lnTo>
                  <a:pt x="3528447" y="945444"/>
                </a:lnTo>
                <a:lnTo>
                  <a:pt x="3485648" y="874915"/>
                </a:lnTo>
                <a:lnTo>
                  <a:pt x="3439814" y="806320"/>
                </a:lnTo>
                <a:lnTo>
                  <a:pt x="3391032" y="739789"/>
                </a:lnTo>
                <a:lnTo>
                  <a:pt x="3339394" y="675449"/>
                </a:lnTo>
                <a:lnTo>
                  <a:pt x="3284998" y="613423"/>
                </a:lnTo>
                <a:lnTo>
                  <a:pt x="3227949" y="553829"/>
                </a:lnTo>
                <a:lnTo>
                  <a:pt x="3168355" y="496779"/>
                </a:lnTo>
                <a:lnTo>
                  <a:pt x="3106329" y="442384"/>
                </a:lnTo>
                <a:lnTo>
                  <a:pt x="3041989" y="390746"/>
                </a:lnTo>
                <a:lnTo>
                  <a:pt x="2975458" y="341963"/>
                </a:lnTo>
                <a:lnTo>
                  <a:pt x="2906863" y="296129"/>
                </a:lnTo>
                <a:lnTo>
                  <a:pt x="2836333" y="253331"/>
                </a:lnTo>
                <a:lnTo>
                  <a:pt x="2764004" y="213650"/>
                </a:lnTo>
                <a:lnTo>
                  <a:pt x="2690013" y="177162"/>
                </a:lnTo>
                <a:lnTo>
                  <a:pt x="2614501" y="143935"/>
                </a:lnTo>
                <a:lnTo>
                  <a:pt x="2537611" y="114035"/>
                </a:lnTo>
                <a:lnTo>
                  <a:pt x="2459490" y="87516"/>
                </a:lnTo>
                <a:lnTo>
                  <a:pt x="2380287" y="64430"/>
                </a:lnTo>
                <a:lnTo>
                  <a:pt x="2300152" y="44822"/>
                </a:lnTo>
                <a:lnTo>
                  <a:pt x="2219238" y="28727"/>
                </a:lnTo>
                <a:lnTo>
                  <a:pt x="2137699" y="16177"/>
                </a:lnTo>
                <a:lnTo>
                  <a:pt x="2055691" y="7195"/>
                </a:lnTo>
                <a:lnTo>
                  <a:pt x="1973368" y="1800"/>
                </a:lnTo>
                <a:lnTo>
                  <a:pt x="1890889" y="0"/>
                </a:lnTo>
                <a:lnTo>
                  <a:pt x="1808409" y="1800"/>
                </a:lnTo>
                <a:lnTo>
                  <a:pt x="1726087" y="7195"/>
                </a:lnTo>
                <a:lnTo>
                  <a:pt x="1644078" y="16177"/>
                </a:lnTo>
                <a:lnTo>
                  <a:pt x="1562539" y="28727"/>
                </a:lnTo>
                <a:lnTo>
                  <a:pt x="1481626" y="44822"/>
                </a:lnTo>
                <a:lnTo>
                  <a:pt x="1401491" y="64430"/>
                </a:lnTo>
                <a:lnTo>
                  <a:pt x="1322288" y="87516"/>
                </a:lnTo>
                <a:lnTo>
                  <a:pt x="1244167" y="114035"/>
                </a:lnTo>
                <a:lnTo>
                  <a:pt x="1167277" y="143935"/>
                </a:lnTo>
                <a:lnTo>
                  <a:pt x="1091765" y="177162"/>
                </a:lnTo>
                <a:lnTo>
                  <a:pt x="1017774" y="213650"/>
                </a:lnTo>
                <a:lnTo>
                  <a:pt x="945444" y="253331"/>
                </a:lnTo>
                <a:lnTo>
                  <a:pt x="874915" y="296129"/>
                </a:lnTo>
                <a:lnTo>
                  <a:pt x="806320" y="341963"/>
                </a:lnTo>
                <a:lnTo>
                  <a:pt x="739789" y="390746"/>
                </a:lnTo>
                <a:lnTo>
                  <a:pt x="675449" y="442384"/>
                </a:lnTo>
                <a:lnTo>
                  <a:pt x="613423" y="496779"/>
                </a:lnTo>
                <a:lnTo>
                  <a:pt x="553829" y="553829"/>
                </a:lnTo>
                <a:lnTo>
                  <a:pt x="496779" y="613423"/>
                </a:lnTo>
                <a:lnTo>
                  <a:pt x="442384" y="675449"/>
                </a:lnTo>
                <a:lnTo>
                  <a:pt x="390746" y="739789"/>
                </a:lnTo>
                <a:lnTo>
                  <a:pt x="341963" y="806320"/>
                </a:lnTo>
                <a:lnTo>
                  <a:pt x="296129" y="874915"/>
                </a:lnTo>
                <a:lnTo>
                  <a:pt x="253331" y="945444"/>
                </a:lnTo>
                <a:lnTo>
                  <a:pt x="213650" y="1017774"/>
                </a:lnTo>
                <a:lnTo>
                  <a:pt x="177162" y="1091765"/>
                </a:lnTo>
                <a:lnTo>
                  <a:pt x="143935" y="1167277"/>
                </a:lnTo>
                <a:lnTo>
                  <a:pt x="114035" y="1244167"/>
                </a:lnTo>
                <a:lnTo>
                  <a:pt x="87516" y="1322288"/>
                </a:lnTo>
                <a:lnTo>
                  <a:pt x="64430" y="1401491"/>
                </a:lnTo>
                <a:lnTo>
                  <a:pt x="44822" y="1481626"/>
                </a:lnTo>
                <a:lnTo>
                  <a:pt x="28727" y="1562539"/>
                </a:lnTo>
                <a:lnTo>
                  <a:pt x="16177" y="1644078"/>
                </a:lnTo>
                <a:lnTo>
                  <a:pt x="7195" y="1726087"/>
                </a:lnTo>
                <a:lnTo>
                  <a:pt x="1800" y="1808409"/>
                </a:lnTo>
                <a:lnTo>
                  <a:pt x="0" y="1890889"/>
                </a:lnTo>
                <a:lnTo>
                  <a:pt x="0" y="1890889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157"/>
          <p:cNvSpPr/>
          <p:nvPr/>
        </p:nvSpPr>
        <p:spPr>
          <a:xfrm flipH="1">
            <a:off x="7758458" y="4372187"/>
            <a:ext cx="226907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" name="S04-mark158"/>
          <p:cNvSpPr/>
          <p:nvPr/>
        </p:nvSpPr>
        <p:spPr>
          <a:xfrm flipH="1">
            <a:off x="7846311" y="4207385"/>
            <a:ext cx="131859" cy="11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mark159"/>
          <p:cNvSpPr/>
          <p:nvPr/>
        </p:nvSpPr>
        <p:spPr>
          <a:xfrm flipH="1">
            <a:off x="7733179" y="4043837"/>
            <a:ext cx="223459" cy="3940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4-mark160"/>
          <p:cNvSpPr/>
          <p:nvPr/>
        </p:nvSpPr>
        <p:spPr>
          <a:xfrm flipH="1">
            <a:off x="7793082" y="3882789"/>
            <a:ext cx="127852" cy="342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mark161"/>
          <p:cNvSpPr/>
          <p:nvPr/>
        </p:nvSpPr>
        <p:spPr>
          <a:xfrm flipH="1">
            <a:off x="7658108" y="3725465"/>
            <a:ext cx="213223" cy="77607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4-mark162"/>
          <p:cNvSpPr/>
          <p:nvPr/>
        </p:nvSpPr>
        <p:spPr>
          <a:xfrm flipH="1">
            <a:off x="7688242" y="3573062"/>
            <a:ext cx="119961" cy="559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mark163"/>
          <p:cNvSpPr/>
          <p:nvPr/>
        </p:nvSpPr>
        <p:spPr>
          <a:xfrm flipH="1">
            <a:off x="7535527" y="3426742"/>
            <a:ext cx="196507" cy="11345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4-mark164"/>
          <p:cNvSpPr/>
          <p:nvPr/>
        </p:nvSpPr>
        <p:spPr>
          <a:xfrm flipH="1">
            <a:off x="7534977" y="3287617"/>
            <a:ext cx="108425" cy="75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mark165"/>
          <p:cNvSpPr/>
          <p:nvPr/>
        </p:nvSpPr>
        <p:spPr>
          <a:xfrm flipH="1">
            <a:off x="7369160" y="3156747"/>
            <a:ext cx="173821" cy="14585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4-mark166"/>
          <p:cNvSpPr/>
          <p:nvPr/>
        </p:nvSpPr>
        <p:spPr>
          <a:xfrm flipH="1">
            <a:off x="7337942" y="3035126"/>
            <a:ext cx="93594" cy="935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mark167"/>
          <p:cNvSpPr/>
          <p:nvPr/>
        </p:nvSpPr>
        <p:spPr>
          <a:xfrm flipH="1">
            <a:off x="7164063" y="2923682"/>
            <a:ext cx="145853" cy="173821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8" name="S04-mark168"/>
          <p:cNvSpPr/>
          <p:nvPr/>
        </p:nvSpPr>
        <p:spPr>
          <a:xfrm flipH="1">
            <a:off x="7103125" y="2823261"/>
            <a:ext cx="75920" cy="1084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mark169"/>
          <p:cNvSpPr/>
          <p:nvPr/>
        </p:nvSpPr>
        <p:spPr>
          <a:xfrm flipH="1">
            <a:off x="6926467" y="2734629"/>
            <a:ext cx="113453" cy="196507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0" name="S04-mark170"/>
          <p:cNvSpPr/>
          <p:nvPr/>
        </p:nvSpPr>
        <p:spPr>
          <a:xfrm flipH="1">
            <a:off x="6837661" y="2658459"/>
            <a:ext cx="55939" cy="1199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mark171"/>
          <p:cNvSpPr/>
          <p:nvPr/>
        </p:nvSpPr>
        <p:spPr>
          <a:xfrm flipH="1">
            <a:off x="6663591" y="2595332"/>
            <a:ext cx="77607" cy="21322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2" name="S04-mark172"/>
          <p:cNvSpPr/>
          <p:nvPr/>
        </p:nvSpPr>
        <p:spPr>
          <a:xfrm flipH="1">
            <a:off x="6549616" y="2545728"/>
            <a:ext cx="34258" cy="127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mark173"/>
          <p:cNvSpPr/>
          <p:nvPr/>
        </p:nvSpPr>
        <p:spPr>
          <a:xfrm flipH="1">
            <a:off x="6383423" y="2510025"/>
            <a:ext cx="39402" cy="22345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4" name="S04-mark174"/>
          <p:cNvSpPr/>
          <p:nvPr/>
        </p:nvSpPr>
        <p:spPr>
          <a:xfrm flipH="1">
            <a:off x="6247742" y="2488493"/>
            <a:ext cx="11536" cy="1318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mark175"/>
          <p:cNvSpPr/>
          <p:nvPr/>
        </p:nvSpPr>
        <p:spPr>
          <a:xfrm>
            <a:off x="6094476" y="2481298"/>
            <a:ext cx="0" cy="226907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6" name="S04-mark176"/>
          <p:cNvSpPr/>
          <p:nvPr/>
        </p:nvSpPr>
        <p:spPr>
          <a:xfrm>
            <a:off x="5929674" y="2488493"/>
            <a:ext cx="11536" cy="1318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mark177"/>
          <p:cNvSpPr/>
          <p:nvPr/>
        </p:nvSpPr>
        <p:spPr>
          <a:xfrm>
            <a:off x="5766127" y="2510025"/>
            <a:ext cx="39402" cy="22345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8" name="S04-mark178"/>
          <p:cNvSpPr/>
          <p:nvPr/>
        </p:nvSpPr>
        <p:spPr>
          <a:xfrm>
            <a:off x="5605078" y="2545728"/>
            <a:ext cx="34258" cy="127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mark179"/>
          <p:cNvSpPr/>
          <p:nvPr/>
        </p:nvSpPr>
        <p:spPr>
          <a:xfrm>
            <a:off x="5447754" y="2595332"/>
            <a:ext cx="77607" cy="21322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0" name="S04-mark180"/>
          <p:cNvSpPr/>
          <p:nvPr/>
        </p:nvSpPr>
        <p:spPr>
          <a:xfrm>
            <a:off x="5295352" y="2658459"/>
            <a:ext cx="55939" cy="1199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mark181"/>
          <p:cNvSpPr/>
          <p:nvPr/>
        </p:nvSpPr>
        <p:spPr>
          <a:xfrm>
            <a:off x="5149032" y="2734629"/>
            <a:ext cx="113453" cy="196507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2" name="S04-mark182"/>
          <p:cNvSpPr/>
          <p:nvPr/>
        </p:nvSpPr>
        <p:spPr>
          <a:xfrm>
            <a:off x="5009907" y="2823261"/>
            <a:ext cx="75920" cy="1084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mark183"/>
          <p:cNvSpPr/>
          <p:nvPr/>
        </p:nvSpPr>
        <p:spPr>
          <a:xfrm>
            <a:off x="4879036" y="2923682"/>
            <a:ext cx="145853" cy="173821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4" name="S04-mark184"/>
          <p:cNvSpPr/>
          <p:nvPr/>
        </p:nvSpPr>
        <p:spPr>
          <a:xfrm>
            <a:off x="4757416" y="3035126"/>
            <a:ext cx="93594" cy="935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mark185"/>
          <p:cNvSpPr/>
          <p:nvPr/>
        </p:nvSpPr>
        <p:spPr>
          <a:xfrm>
            <a:off x="4645971" y="3156747"/>
            <a:ext cx="173821" cy="14585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6" name="S04-mark186"/>
          <p:cNvSpPr/>
          <p:nvPr/>
        </p:nvSpPr>
        <p:spPr>
          <a:xfrm>
            <a:off x="4545551" y="3287617"/>
            <a:ext cx="108425" cy="75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mark187"/>
          <p:cNvSpPr/>
          <p:nvPr/>
        </p:nvSpPr>
        <p:spPr>
          <a:xfrm>
            <a:off x="4456918" y="3426742"/>
            <a:ext cx="196507" cy="11345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8" name="S04-mark188"/>
          <p:cNvSpPr/>
          <p:nvPr/>
        </p:nvSpPr>
        <p:spPr>
          <a:xfrm>
            <a:off x="4380749" y="3573062"/>
            <a:ext cx="119961" cy="559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mark189"/>
          <p:cNvSpPr/>
          <p:nvPr/>
        </p:nvSpPr>
        <p:spPr>
          <a:xfrm>
            <a:off x="4317622" y="3725465"/>
            <a:ext cx="213223" cy="77607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0" name="S04-mark190"/>
          <p:cNvSpPr/>
          <p:nvPr/>
        </p:nvSpPr>
        <p:spPr>
          <a:xfrm>
            <a:off x="4268018" y="3882789"/>
            <a:ext cx="127852" cy="342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mark191"/>
          <p:cNvSpPr/>
          <p:nvPr/>
        </p:nvSpPr>
        <p:spPr>
          <a:xfrm>
            <a:off x="4232314" y="4043837"/>
            <a:ext cx="223459" cy="3940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2" name="S04-mark192"/>
          <p:cNvSpPr/>
          <p:nvPr/>
        </p:nvSpPr>
        <p:spPr>
          <a:xfrm>
            <a:off x="4210783" y="4207385"/>
            <a:ext cx="131859" cy="11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mark193"/>
          <p:cNvSpPr/>
          <p:nvPr/>
        </p:nvSpPr>
        <p:spPr>
          <a:xfrm>
            <a:off x="4203587" y="4372187"/>
            <a:ext cx="226907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4" name="S04-label195"/>
          <p:cNvSpPr txBox="1"/>
          <p:nvPr/>
        </p:nvSpPr>
        <p:spPr>
          <a:xfrm>
            <a:off x="4480800" y="4284874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45" name="S04-label197"/>
          <p:cNvSpPr txBox="1"/>
          <p:nvPr/>
        </p:nvSpPr>
        <p:spPr>
          <a:xfrm>
            <a:off x="7165862" y="4284874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46" name="S04-label199"/>
          <p:cNvSpPr txBox="1"/>
          <p:nvPr/>
        </p:nvSpPr>
        <p:spPr>
          <a:xfrm>
            <a:off x="4525927" y="376749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100" dirty="0"/>
          </a:p>
        </p:txBody>
      </p:sp>
      <p:sp>
        <p:nvSpPr>
          <p:cNvPr id="47" name="S04-label201"/>
          <p:cNvSpPr txBox="1"/>
          <p:nvPr/>
        </p:nvSpPr>
        <p:spPr>
          <a:xfrm>
            <a:off x="7049060" y="388390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100" dirty="0"/>
          </a:p>
        </p:txBody>
      </p:sp>
      <p:sp>
        <p:nvSpPr>
          <p:cNvPr id="48" name="S04-label203"/>
          <p:cNvSpPr txBox="1"/>
          <p:nvPr/>
        </p:nvSpPr>
        <p:spPr>
          <a:xfrm>
            <a:off x="4788606" y="3312522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100" dirty="0"/>
          </a:p>
        </p:txBody>
      </p:sp>
      <p:sp>
        <p:nvSpPr>
          <p:cNvPr id="49" name="S04-label205"/>
          <p:cNvSpPr txBox="1"/>
          <p:nvPr/>
        </p:nvSpPr>
        <p:spPr>
          <a:xfrm>
            <a:off x="6845483" y="3531301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100" dirty="0"/>
          </a:p>
        </p:txBody>
      </p:sp>
      <p:sp>
        <p:nvSpPr>
          <p:cNvPr id="50" name="S04-label207"/>
          <p:cNvSpPr txBox="1"/>
          <p:nvPr/>
        </p:nvSpPr>
        <p:spPr>
          <a:xfrm>
            <a:off x="5191054" y="2974828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100" dirty="0"/>
          </a:p>
        </p:txBody>
      </p:sp>
      <p:sp>
        <p:nvSpPr>
          <p:cNvPr id="51" name="S04-label209"/>
          <p:cNvSpPr txBox="1"/>
          <p:nvPr/>
        </p:nvSpPr>
        <p:spPr>
          <a:xfrm>
            <a:off x="6533586" y="3269588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100" dirty="0"/>
          </a:p>
        </p:txBody>
      </p:sp>
      <p:sp>
        <p:nvSpPr>
          <p:cNvPr id="52" name="S04-label211"/>
          <p:cNvSpPr txBox="1"/>
          <p:nvPr/>
        </p:nvSpPr>
        <p:spPr>
          <a:xfrm>
            <a:off x="5684730" y="2795145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100" dirty="0"/>
          </a:p>
        </p:txBody>
      </p:sp>
      <p:sp>
        <p:nvSpPr>
          <p:cNvPr id="53" name="S04-label213"/>
          <p:cNvSpPr txBox="1"/>
          <p:nvPr/>
        </p:nvSpPr>
        <p:spPr>
          <a:xfrm>
            <a:off x="6150987" y="3130334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100" dirty="0"/>
          </a:p>
        </p:txBody>
      </p:sp>
      <p:sp>
        <p:nvSpPr>
          <p:cNvPr id="54" name="S04-label215"/>
          <p:cNvSpPr txBox="1"/>
          <p:nvPr/>
        </p:nvSpPr>
        <p:spPr>
          <a:xfrm>
            <a:off x="6163989" y="2795145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100" dirty="0"/>
          </a:p>
        </p:txBody>
      </p:sp>
      <p:sp>
        <p:nvSpPr>
          <p:cNvPr id="55" name="S04-label217"/>
          <p:cNvSpPr txBox="1"/>
          <p:nvPr/>
        </p:nvSpPr>
        <p:spPr>
          <a:xfrm>
            <a:off x="5697732" y="3130334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100" dirty="0"/>
          </a:p>
        </p:txBody>
      </p:sp>
      <p:sp>
        <p:nvSpPr>
          <p:cNvPr id="56" name="S04-label219"/>
          <p:cNvSpPr txBox="1"/>
          <p:nvPr/>
        </p:nvSpPr>
        <p:spPr>
          <a:xfrm>
            <a:off x="6657665" y="2974828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100" dirty="0"/>
          </a:p>
        </p:txBody>
      </p:sp>
      <p:sp>
        <p:nvSpPr>
          <p:cNvPr id="57" name="S04-label221"/>
          <p:cNvSpPr txBox="1"/>
          <p:nvPr/>
        </p:nvSpPr>
        <p:spPr>
          <a:xfrm>
            <a:off x="5315133" y="3269588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100" dirty="0"/>
          </a:p>
        </p:txBody>
      </p:sp>
      <p:sp>
        <p:nvSpPr>
          <p:cNvPr id="58" name="S04-label223"/>
          <p:cNvSpPr txBox="1"/>
          <p:nvPr/>
        </p:nvSpPr>
        <p:spPr>
          <a:xfrm>
            <a:off x="7060113" y="3312522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100" dirty="0"/>
          </a:p>
        </p:txBody>
      </p:sp>
      <p:sp>
        <p:nvSpPr>
          <p:cNvPr id="59" name="S04-label225"/>
          <p:cNvSpPr txBox="1"/>
          <p:nvPr/>
        </p:nvSpPr>
        <p:spPr>
          <a:xfrm>
            <a:off x="5003236" y="3531301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100" dirty="0"/>
          </a:p>
        </p:txBody>
      </p:sp>
      <p:sp>
        <p:nvSpPr>
          <p:cNvPr id="60" name="S04-label227"/>
          <p:cNvSpPr txBox="1"/>
          <p:nvPr/>
        </p:nvSpPr>
        <p:spPr>
          <a:xfrm>
            <a:off x="7322792" y="376749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100" dirty="0"/>
          </a:p>
        </p:txBody>
      </p:sp>
      <p:sp>
        <p:nvSpPr>
          <p:cNvPr id="61" name="S04-label229"/>
          <p:cNvSpPr txBox="1"/>
          <p:nvPr/>
        </p:nvSpPr>
        <p:spPr>
          <a:xfrm>
            <a:off x="4799659" y="388390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100" dirty="0"/>
          </a:p>
        </p:txBody>
      </p:sp>
      <p:sp>
        <p:nvSpPr>
          <p:cNvPr id="62" name="S04-label231"/>
          <p:cNvSpPr txBox="1"/>
          <p:nvPr/>
        </p:nvSpPr>
        <p:spPr>
          <a:xfrm>
            <a:off x="7414020" y="4284874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100" dirty="0"/>
          </a:p>
        </p:txBody>
      </p:sp>
      <p:sp>
        <p:nvSpPr>
          <p:cNvPr id="63" name="S04-label233"/>
          <p:cNvSpPr txBox="1"/>
          <p:nvPr/>
        </p:nvSpPr>
        <p:spPr>
          <a:xfrm>
            <a:off x="4728958" y="4284874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100" dirty="0"/>
          </a:p>
        </p:txBody>
      </p:sp>
      <p:sp>
        <p:nvSpPr>
          <p:cNvPr id="64" name="S04-mark234"/>
          <p:cNvSpPr/>
          <p:nvPr/>
        </p:nvSpPr>
        <p:spPr>
          <a:xfrm>
            <a:off x="4203587" y="4372187"/>
            <a:ext cx="378177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5" name="S04-mark235"/>
          <p:cNvSpPr/>
          <p:nvPr/>
        </p:nvSpPr>
        <p:spPr>
          <a:xfrm flipV="1">
            <a:off x="6094476" y="4145280"/>
            <a:ext cx="0" cy="22690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6" name="S04-mark236"/>
          <p:cNvSpPr/>
          <p:nvPr/>
        </p:nvSpPr>
        <p:spPr>
          <a:xfrm>
            <a:off x="5527209" y="3804920"/>
            <a:ext cx="1134533" cy="1134533"/>
          </a:xfrm>
          <a:prstGeom prst="pie">
            <a:avLst>
              <a:gd name="adj1" fmla="val 10800000"/>
              <a:gd name="adj2" fmla="val 1380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67" name="S04-figure237" descr="왼쪽 변이 바깥쪽 눈금 0에 맞은 50° 각. 다른 변은 바깥쪽 50, 안쪽 130을 가리킴"/>
          <p:cNvSpPr/>
          <p:nvPr/>
        </p:nvSpPr>
        <p:spPr>
          <a:xfrm flipH="1" flipV="1">
            <a:off x="4635948" y="2633981"/>
            <a:ext cx="1458528" cy="173820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8" name="S04-mark238"/>
          <p:cNvSpPr/>
          <p:nvPr/>
        </p:nvSpPr>
        <p:spPr>
          <a:xfrm flipH="1">
            <a:off x="3825409" y="4372187"/>
            <a:ext cx="2269067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9" name="S04-mark239"/>
          <p:cNvSpPr/>
          <p:nvPr/>
        </p:nvSpPr>
        <p:spPr>
          <a:xfrm>
            <a:off x="6046927" y="4324638"/>
            <a:ext cx="95098" cy="9509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읽기 연습</a:t>
            </a:r>
            <a:endParaRPr lang="ko-KR" sz="4000" dirty="0"/>
          </a:p>
        </p:txBody>
      </p:sp>
      <p:sp>
        <p:nvSpPr>
          <p:cNvPr id="3" name="S05-text2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나의 각도를 읽어요.</a:t>
            </a:r>
            <a:endParaRPr lang="ko-KR" sz="3000" dirty="0"/>
          </a:p>
        </p:txBody>
      </p:sp>
      <p:sp>
        <p:nvSpPr>
          <p:cNvPr id="4" name="S05-card2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맞은 0부터 눈금을 따라가요.</a:t>
            </a:r>
            <a:endParaRPr lang="ko-KR" sz="3000" dirty="0"/>
          </a:p>
        </p:txBody>
      </p:sp>
      <p:sp>
        <p:nvSpPr>
          <p:cNvPr id="6" name="S05-chip24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mark244"/>
          <p:cNvSpPr/>
          <p:nvPr/>
        </p:nvSpPr>
        <p:spPr>
          <a:xfrm>
            <a:off x="2029714" y="2464816"/>
            <a:ext cx="3616960" cy="1808480"/>
          </a:xfrm>
          <a:custGeom>
            <a:avLst/>
            <a:gdLst/>
            <a:ahLst/>
            <a:cxnLst/>
            <a:rect l="l" t="t" r="r" b="b"/>
            <a:pathLst>
              <a:path w="3616960" h="1808480">
                <a:moveTo>
                  <a:pt x="3616960" y="1808480"/>
                </a:moveTo>
                <a:lnTo>
                  <a:pt x="3615239" y="1729595"/>
                </a:lnTo>
                <a:lnTo>
                  <a:pt x="3610078" y="1650861"/>
                </a:lnTo>
                <a:lnTo>
                  <a:pt x="3601488" y="1572426"/>
                </a:lnTo>
                <a:lnTo>
                  <a:pt x="3589485" y="1494441"/>
                </a:lnTo>
                <a:lnTo>
                  <a:pt x="3574092" y="1417053"/>
                </a:lnTo>
                <a:lnTo>
                  <a:pt x="3555338" y="1340411"/>
                </a:lnTo>
                <a:lnTo>
                  <a:pt x="3533258" y="1264660"/>
                </a:lnTo>
                <a:lnTo>
                  <a:pt x="3507895" y="1189943"/>
                </a:lnTo>
                <a:lnTo>
                  <a:pt x="3479298" y="1116405"/>
                </a:lnTo>
                <a:lnTo>
                  <a:pt x="3447520" y="1044183"/>
                </a:lnTo>
                <a:lnTo>
                  <a:pt x="3412621" y="973417"/>
                </a:lnTo>
                <a:lnTo>
                  <a:pt x="3374670" y="904240"/>
                </a:lnTo>
                <a:lnTo>
                  <a:pt x="3333737" y="836784"/>
                </a:lnTo>
                <a:lnTo>
                  <a:pt x="3289900" y="771178"/>
                </a:lnTo>
                <a:lnTo>
                  <a:pt x="3243244" y="707547"/>
                </a:lnTo>
                <a:lnTo>
                  <a:pt x="3193856" y="646011"/>
                </a:lnTo>
                <a:lnTo>
                  <a:pt x="3141831" y="586689"/>
                </a:lnTo>
                <a:lnTo>
                  <a:pt x="3087268" y="529692"/>
                </a:lnTo>
                <a:lnTo>
                  <a:pt x="3030271" y="475129"/>
                </a:lnTo>
                <a:lnTo>
                  <a:pt x="2970949" y="423104"/>
                </a:lnTo>
                <a:lnTo>
                  <a:pt x="2909413" y="373716"/>
                </a:lnTo>
                <a:lnTo>
                  <a:pt x="2845782" y="327060"/>
                </a:lnTo>
                <a:lnTo>
                  <a:pt x="2780176" y="283223"/>
                </a:lnTo>
                <a:lnTo>
                  <a:pt x="2712720" y="242290"/>
                </a:lnTo>
                <a:lnTo>
                  <a:pt x="2643543" y="204339"/>
                </a:lnTo>
                <a:lnTo>
                  <a:pt x="2572777" y="169440"/>
                </a:lnTo>
                <a:lnTo>
                  <a:pt x="2500555" y="137662"/>
                </a:lnTo>
                <a:lnTo>
                  <a:pt x="2427017" y="109065"/>
                </a:lnTo>
                <a:lnTo>
                  <a:pt x="2352300" y="83702"/>
                </a:lnTo>
                <a:lnTo>
                  <a:pt x="2276549" y="61622"/>
                </a:lnTo>
                <a:lnTo>
                  <a:pt x="2199907" y="42868"/>
                </a:lnTo>
                <a:lnTo>
                  <a:pt x="2122519" y="27475"/>
                </a:lnTo>
                <a:lnTo>
                  <a:pt x="2044534" y="15472"/>
                </a:lnTo>
                <a:lnTo>
                  <a:pt x="1966099" y="6882"/>
                </a:lnTo>
                <a:lnTo>
                  <a:pt x="1887365" y="1721"/>
                </a:lnTo>
                <a:lnTo>
                  <a:pt x="1808480" y="0"/>
                </a:lnTo>
                <a:lnTo>
                  <a:pt x="1729595" y="1721"/>
                </a:lnTo>
                <a:lnTo>
                  <a:pt x="1650861" y="6882"/>
                </a:lnTo>
                <a:lnTo>
                  <a:pt x="1572426" y="15472"/>
                </a:lnTo>
                <a:lnTo>
                  <a:pt x="1494441" y="27475"/>
                </a:lnTo>
                <a:lnTo>
                  <a:pt x="1417053" y="42868"/>
                </a:lnTo>
                <a:lnTo>
                  <a:pt x="1340411" y="61622"/>
                </a:lnTo>
                <a:lnTo>
                  <a:pt x="1264660" y="83702"/>
                </a:lnTo>
                <a:lnTo>
                  <a:pt x="1189943" y="109065"/>
                </a:lnTo>
                <a:lnTo>
                  <a:pt x="1116405" y="137662"/>
                </a:lnTo>
                <a:lnTo>
                  <a:pt x="1044183" y="169440"/>
                </a:lnTo>
                <a:lnTo>
                  <a:pt x="973417" y="204339"/>
                </a:lnTo>
                <a:lnTo>
                  <a:pt x="904240" y="242290"/>
                </a:lnTo>
                <a:lnTo>
                  <a:pt x="836784" y="283223"/>
                </a:lnTo>
                <a:lnTo>
                  <a:pt x="771178" y="327060"/>
                </a:lnTo>
                <a:lnTo>
                  <a:pt x="707547" y="373716"/>
                </a:lnTo>
                <a:lnTo>
                  <a:pt x="646011" y="423104"/>
                </a:lnTo>
                <a:lnTo>
                  <a:pt x="586689" y="475129"/>
                </a:lnTo>
                <a:lnTo>
                  <a:pt x="529692" y="529692"/>
                </a:lnTo>
                <a:lnTo>
                  <a:pt x="475129" y="586689"/>
                </a:lnTo>
                <a:lnTo>
                  <a:pt x="423104" y="646011"/>
                </a:lnTo>
                <a:lnTo>
                  <a:pt x="373716" y="707547"/>
                </a:lnTo>
                <a:lnTo>
                  <a:pt x="327060" y="771178"/>
                </a:lnTo>
                <a:lnTo>
                  <a:pt x="283223" y="836784"/>
                </a:lnTo>
                <a:lnTo>
                  <a:pt x="242290" y="904240"/>
                </a:lnTo>
                <a:lnTo>
                  <a:pt x="204339" y="973417"/>
                </a:lnTo>
                <a:lnTo>
                  <a:pt x="169440" y="1044183"/>
                </a:lnTo>
                <a:lnTo>
                  <a:pt x="137662" y="1116405"/>
                </a:lnTo>
                <a:lnTo>
                  <a:pt x="109065" y="1189943"/>
                </a:lnTo>
                <a:lnTo>
                  <a:pt x="83702" y="1264660"/>
                </a:lnTo>
                <a:lnTo>
                  <a:pt x="61622" y="1340411"/>
                </a:lnTo>
                <a:lnTo>
                  <a:pt x="42868" y="1417053"/>
                </a:lnTo>
                <a:lnTo>
                  <a:pt x="27475" y="1494441"/>
                </a:lnTo>
                <a:lnTo>
                  <a:pt x="15472" y="1572426"/>
                </a:lnTo>
                <a:lnTo>
                  <a:pt x="6882" y="1650861"/>
                </a:lnTo>
                <a:lnTo>
                  <a:pt x="1721" y="1729595"/>
                </a:lnTo>
                <a:lnTo>
                  <a:pt x="0" y="1808480"/>
                </a:lnTo>
                <a:lnTo>
                  <a:pt x="0" y="180848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mark245"/>
          <p:cNvSpPr/>
          <p:nvPr/>
        </p:nvSpPr>
        <p:spPr>
          <a:xfrm flipH="1">
            <a:off x="5429656" y="4273296"/>
            <a:ext cx="217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" name="S05-mark246"/>
          <p:cNvSpPr/>
          <p:nvPr/>
        </p:nvSpPr>
        <p:spPr>
          <a:xfrm flipH="1">
            <a:off x="5513680" y="4115677"/>
            <a:ext cx="126112" cy="110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mark247"/>
          <p:cNvSpPr/>
          <p:nvPr/>
        </p:nvSpPr>
        <p:spPr>
          <a:xfrm flipH="1">
            <a:off x="5405479" y="3959257"/>
            <a:ext cx="213721" cy="3768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5-mark248"/>
          <p:cNvSpPr/>
          <p:nvPr/>
        </p:nvSpPr>
        <p:spPr>
          <a:xfrm flipH="1">
            <a:off x="5462772" y="3805227"/>
            <a:ext cx="122280" cy="327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mark249"/>
          <p:cNvSpPr/>
          <p:nvPr/>
        </p:nvSpPr>
        <p:spPr>
          <a:xfrm flipH="1">
            <a:off x="5333679" y="3654759"/>
            <a:ext cx="203930" cy="742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5-mark250"/>
          <p:cNvSpPr/>
          <p:nvPr/>
        </p:nvSpPr>
        <p:spPr>
          <a:xfrm flipH="1">
            <a:off x="5362501" y="3508999"/>
            <a:ext cx="114733" cy="535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mark251"/>
          <p:cNvSpPr/>
          <p:nvPr/>
        </p:nvSpPr>
        <p:spPr>
          <a:xfrm flipH="1">
            <a:off x="5216441" y="3369056"/>
            <a:ext cx="187943" cy="10850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" name="S05-mark252"/>
          <p:cNvSpPr/>
          <p:nvPr/>
        </p:nvSpPr>
        <p:spPr>
          <a:xfrm flipH="1">
            <a:off x="5215915" y="3235994"/>
            <a:ext cx="103699" cy="7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mark253"/>
          <p:cNvSpPr/>
          <p:nvPr/>
        </p:nvSpPr>
        <p:spPr>
          <a:xfrm flipH="1">
            <a:off x="5057325" y="3110827"/>
            <a:ext cx="166245" cy="13949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7" name="S05-mark254"/>
          <p:cNvSpPr/>
          <p:nvPr/>
        </p:nvSpPr>
        <p:spPr>
          <a:xfrm flipH="1">
            <a:off x="5027467" y="2994508"/>
            <a:ext cx="89515" cy="8951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mark255"/>
          <p:cNvSpPr/>
          <p:nvPr/>
        </p:nvSpPr>
        <p:spPr>
          <a:xfrm flipH="1">
            <a:off x="4861166" y="2887920"/>
            <a:ext cx="139496" cy="16624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9" name="S05-mark256"/>
          <p:cNvSpPr/>
          <p:nvPr/>
        </p:nvSpPr>
        <p:spPr>
          <a:xfrm flipH="1">
            <a:off x="4802884" y="2791876"/>
            <a:ext cx="72611" cy="1036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mark257"/>
          <p:cNvSpPr/>
          <p:nvPr/>
        </p:nvSpPr>
        <p:spPr>
          <a:xfrm flipH="1">
            <a:off x="4633925" y="2707106"/>
            <a:ext cx="108509" cy="18794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1" name="S05-mark258"/>
          <p:cNvSpPr/>
          <p:nvPr/>
        </p:nvSpPr>
        <p:spPr>
          <a:xfrm flipH="1">
            <a:off x="4548990" y="2634256"/>
            <a:ext cx="53501" cy="1147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mark259"/>
          <p:cNvSpPr/>
          <p:nvPr/>
        </p:nvSpPr>
        <p:spPr>
          <a:xfrm flipH="1">
            <a:off x="4382506" y="2573881"/>
            <a:ext cx="74224" cy="20393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3" name="S05-mark260"/>
          <p:cNvSpPr/>
          <p:nvPr/>
        </p:nvSpPr>
        <p:spPr>
          <a:xfrm flipH="1">
            <a:off x="4273498" y="2526438"/>
            <a:ext cx="32765" cy="1222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mark261"/>
          <p:cNvSpPr/>
          <p:nvPr/>
        </p:nvSpPr>
        <p:spPr>
          <a:xfrm flipH="1">
            <a:off x="4114549" y="2492291"/>
            <a:ext cx="37685" cy="213721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5" name="S05-mark262"/>
          <p:cNvSpPr/>
          <p:nvPr/>
        </p:nvSpPr>
        <p:spPr>
          <a:xfrm flipH="1">
            <a:off x="3984780" y="2471698"/>
            <a:ext cx="11033" cy="12611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mark263"/>
          <p:cNvSpPr/>
          <p:nvPr/>
        </p:nvSpPr>
        <p:spPr>
          <a:xfrm>
            <a:off x="3838194" y="2464816"/>
            <a:ext cx="0" cy="21701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7" name="S05-mark264"/>
          <p:cNvSpPr/>
          <p:nvPr/>
        </p:nvSpPr>
        <p:spPr>
          <a:xfrm>
            <a:off x="3680575" y="2471698"/>
            <a:ext cx="11033" cy="12611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mark265"/>
          <p:cNvSpPr/>
          <p:nvPr/>
        </p:nvSpPr>
        <p:spPr>
          <a:xfrm>
            <a:off x="3524155" y="2492291"/>
            <a:ext cx="37685" cy="213721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9" name="S05-mark266"/>
          <p:cNvSpPr/>
          <p:nvPr/>
        </p:nvSpPr>
        <p:spPr>
          <a:xfrm>
            <a:off x="3370125" y="2526438"/>
            <a:ext cx="32765" cy="1222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mark267"/>
          <p:cNvSpPr/>
          <p:nvPr/>
        </p:nvSpPr>
        <p:spPr>
          <a:xfrm>
            <a:off x="3219657" y="2573881"/>
            <a:ext cx="74224" cy="20393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1" name="S05-mark268"/>
          <p:cNvSpPr/>
          <p:nvPr/>
        </p:nvSpPr>
        <p:spPr>
          <a:xfrm>
            <a:off x="3073897" y="2634256"/>
            <a:ext cx="53501" cy="1147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mark269"/>
          <p:cNvSpPr/>
          <p:nvPr/>
        </p:nvSpPr>
        <p:spPr>
          <a:xfrm>
            <a:off x="2933954" y="2707106"/>
            <a:ext cx="108509" cy="18794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3" name="S05-mark270"/>
          <p:cNvSpPr/>
          <p:nvPr/>
        </p:nvSpPr>
        <p:spPr>
          <a:xfrm>
            <a:off x="2800892" y="2791876"/>
            <a:ext cx="72611" cy="1036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mark271"/>
          <p:cNvSpPr/>
          <p:nvPr/>
        </p:nvSpPr>
        <p:spPr>
          <a:xfrm>
            <a:off x="2675725" y="2887920"/>
            <a:ext cx="139496" cy="16624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5" name="S05-mark272"/>
          <p:cNvSpPr/>
          <p:nvPr/>
        </p:nvSpPr>
        <p:spPr>
          <a:xfrm>
            <a:off x="2559406" y="2994508"/>
            <a:ext cx="89515" cy="8951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mark273"/>
          <p:cNvSpPr/>
          <p:nvPr/>
        </p:nvSpPr>
        <p:spPr>
          <a:xfrm>
            <a:off x="2452818" y="3110827"/>
            <a:ext cx="166245" cy="13949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7" name="S05-mark274"/>
          <p:cNvSpPr/>
          <p:nvPr/>
        </p:nvSpPr>
        <p:spPr>
          <a:xfrm>
            <a:off x="2356774" y="3235994"/>
            <a:ext cx="103699" cy="7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mark275"/>
          <p:cNvSpPr/>
          <p:nvPr/>
        </p:nvSpPr>
        <p:spPr>
          <a:xfrm>
            <a:off x="2272004" y="3369056"/>
            <a:ext cx="187943" cy="10850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9" name="S05-mark276"/>
          <p:cNvSpPr/>
          <p:nvPr/>
        </p:nvSpPr>
        <p:spPr>
          <a:xfrm>
            <a:off x="2199154" y="3508999"/>
            <a:ext cx="114733" cy="535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mark277"/>
          <p:cNvSpPr/>
          <p:nvPr/>
        </p:nvSpPr>
        <p:spPr>
          <a:xfrm>
            <a:off x="2138779" y="3654759"/>
            <a:ext cx="203930" cy="742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1" name="S05-mark278"/>
          <p:cNvSpPr/>
          <p:nvPr/>
        </p:nvSpPr>
        <p:spPr>
          <a:xfrm>
            <a:off x="2091336" y="3805227"/>
            <a:ext cx="122280" cy="327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mark279"/>
          <p:cNvSpPr/>
          <p:nvPr/>
        </p:nvSpPr>
        <p:spPr>
          <a:xfrm>
            <a:off x="2057189" y="3959257"/>
            <a:ext cx="213721" cy="3768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3" name="S05-mark280"/>
          <p:cNvSpPr/>
          <p:nvPr/>
        </p:nvSpPr>
        <p:spPr>
          <a:xfrm>
            <a:off x="2036596" y="4115677"/>
            <a:ext cx="126112" cy="110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mark281"/>
          <p:cNvSpPr/>
          <p:nvPr/>
        </p:nvSpPr>
        <p:spPr>
          <a:xfrm>
            <a:off x="2029714" y="4273296"/>
            <a:ext cx="217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5" name="S05-label283"/>
          <p:cNvSpPr txBox="1"/>
          <p:nvPr/>
        </p:nvSpPr>
        <p:spPr>
          <a:xfrm>
            <a:off x="2290445" y="4185984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46" name="S05-label285"/>
          <p:cNvSpPr txBox="1"/>
          <p:nvPr/>
        </p:nvSpPr>
        <p:spPr>
          <a:xfrm>
            <a:off x="4858487" y="4185984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47" name="S05-label287"/>
          <p:cNvSpPr txBox="1"/>
          <p:nvPr/>
        </p:nvSpPr>
        <p:spPr>
          <a:xfrm>
            <a:off x="2331596" y="3691154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100" dirty="0"/>
          </a:p>
        </p:txBody>
      </p:sp>
      <p:sp>
        <p:nvSpPr>
          <p:cNvPr id="48" name="S05-label289"/>
          <p:cNvSpPr txBox="1"/>
          <p:nvPr/>
        </p:nvSpPr>
        <p:spPr>
          <a:xfrm>
            <a:off x="4744765" y="3802491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100" dirty="0"/>
          </a:p>
        </p:txBody>
      </p:sp>
      <p:sp>
        <p:nvSpPr>
          <p:cNvPr id="49" name="S05-label291"/>
          <p:cNvSpPr txBox="1"/>
          <p:nvPr/>
        </p:nvSpPr>
        <p:spPr>
          <a:xfrm>
            <a:off x="2582827" y="325600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100" dirty="0"/>
          </a:p>
        </p:txBody>
      </p:sp>
      <p:sp>
        <p:nvSpPr>
          <p:cNvPr id="50" name="S05-label293"/>
          <p:cNvSpPr txBox="1"/>
          <p:nvPr/>
        </p:nvSpPr>
        <p:spPr>
          <a:xfrm>
            <a:off x="4550061" y="346525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100" dirty="0"/>
          </a:p>
        </p:txBody>
      </p:sp>
      <p:sp>
        <p:nvSpPr>
          <p:cNvPr id="51" name="S05-label295"/>
          <p:cNvSpPr txBox="1"/>
          <p:nvPr/>
        </p:nvSpPr>
        <p:spPr>
          <a:xfrm>
            <a:off x="2967736" y="2933032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100" dirty="0"/>
          </a:p>
        </p:txBody>
      </p:sp>
      <p:sp>
        <p:nvSpPr>
          <p:cNvPr id="52" name="S05-label297"/>
          <p:cNvSpPr txBox="1"/>
          <p:nvPr/>
        </p:nvSpPr>
        <p:spPr>
          <a:xfrm>
            <a:off x="4251757" y="321494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100" dirty="0"/>
          </a:p>
        </p:txBody>
      </p:sp>
      <p:sp>
        <p:nvSpPr>
          <p:cNvPr id="53" name="S05-label299"/>
          <p:cNvSpPr txBox="1"/>
          <p:nvPr/>
        </p:nvSpPr>
        <p:spPr>
          <a:xfrm>
            <a:off x="3439897" y="276117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100" dirty="0"/>
          </a:p>
        </p:txBody>
      </p:sp>
      <p:sp>
        <p:nvSpPr>
          <p:cNvPr id="54" name="S05-label301"/>
          <p:cNvSpPr txBox="1"/>
          <p:nvPr/>
        </p:nvSpPr>
        <p:spPr>
          <a:xfrm>
            <a:off x="3885832" y="3081760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100" dirty="0"/>
          </a:p>
        </p:txBody>
      </p:sp>
      <p:sp>
        <p:nvSpPr>
          <p:cNvPr id="55" name="S05-label303"/>
          <p:cNvSpPr txBox="1"/>
          <p:nvPr/>
        </p:nvSpPr>
        <p:spPr>
          <a:xfrm>
            <a:off x="3896258" y="276117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100" dirty="0"/>
          </a:p>
        </p:txBody>
      </p:sp>
      <p:sp>
        <p:nvSpPr>
          <p:cNvPr id="56" name="S05-label305"/>
          <p:cNvSpPr txBox="1"/>
          <p:nvPr/>
        </p:nvSpPr>
        <p:spPr>
          <a:xfrm>
            <a:off x="3450323" y="3081760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100" dirty="0"/>
          </a:p>
        </p:txBody>
      </p:sp>
      <p:sp>
        <p:nvSpPr>
          <p:cNvPr id="57" name="S05-label307"/>
          <p:cNvSpPr txBox="1"/>
          <p:nvPr/>
        </p:nvSpPr>
        <p:spPr>
          <a:xfrm>
            <a:off x="4368419" y="2933032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100" dirty="0"/>
          </a:p>
        </p:txBody>
      </p:sp>
      <p:sp>
        <p:nvSpPr>
          <p:cNvPr id="58" name="S05-label309"/>
          <p:cNvSpPr txBox="1"/>
          <p:nvPr/>
        </p:nvSpPr>
        <p:spPr>
          <a:xfrm>
            <a:off x="3084398" y="321494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100" dirty="0"/>
          </a:p>
        </p:txBody>
      </p:sp>
      <p:sp>
        <p:nvSpPr>
          <p:cNvPr id="59" name="S05-label311"/>
          <p:cNvSpPr txBox="1"/>
          <p:nvPr/>
        </p:nvSpPr>
        <p:spPr>
          <a:xfrm>
            <a:off x="4753328" y="325600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100" dirty="0"/>
          </a:p>
        </p:txBody>
      </p:sp>
      <p:sp>
        <p:nvSpPr>
          <p:cNvPr id="60" name="S05-label313"/>
          <p:cNvSpPr txBox="1"/>
          <p:nvPr/>
        </p:nvSpPr>
        <p:spPr>
          <a:xfrm>
            <a:off x="2786094" y="3465253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100" dirty="0"/>
          </a:p>
        </p:txBody>
      </p:sp>
      <p:sp>
        <p:nvSpPr>
          <p:cNvPr id="61" name="S05-label315"/>
          <p:cNvSpPr txBox="1"/>
          <p:nvPr/>
        </p:nvSpPr>
        <p:spPr>
          <a:xfrm>
            <a:off x="5004559" y="3691154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100" dirty="0"/>
          </a:p>
        </p:txBody>
      </p:sp>
      <p:sp>
        <p:nvSpPr>
          <p:cNvPr id="62" name="S05-label317"/>
          <p:cNvSpPr txBox="1"/>
          <p:nvPr/>
        </p:nvSpPr>
        <p:spPr>
          <a:xfrm>
            <a:off x="2591390" y="3802491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100" dirty="0"/>
          </a:p>
        </p:txBody>
      </p:sp>
      <p:sp>
        <p:nvSpPr>
          <p:cNvPr id="63" name="S05-label319"/>
          <p:cNvSpPr txBox="1"/>
          <p:nvPr/>
        </p:nvSpPr>
        <p:spPr>
          <a:xfrm>
            <a:off x="5091811" y="4185984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100" dirty="0"/>
          </a:p>
        </p:txBody>
      </p:sp>
      <p:sp>
        <p:nvSpPr>
          <p:cNvPr id="64" name="S05-label321"/>
          <p:cNvSpPr txBox="1"/>
          <p:nvPr/>
        </p:nvSpPr>
        <p:spPr>
          <a:xfrm>
            <a:off x="2523769" y="4185984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100" dirty="0"/>
          </a:p>
        </p:txBody>
      </p:sp>
      <p:sp>
        <p:nvSpPr>
          <p:cNvPr id="65" name="S05-mark322"/>
          <p:cNvSpPr/>
          <p:nvPr/>
        </p:nvSpPr>
        <p:spPr>
          <a:xfrm>
            <a:off x="2029714" y="4273296"/>
            <a:ext cx="361696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6" name="S05-mark323"/>
          <p:cNvSpPr/>
          <p:nvPr/>
        </p:nvSpPr>
        <p:spPr>
          <a:xfrm flipV="1">
            <a:off x="3838194" y="4056278"/>
            <a:ext cx="0" cy="2170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7" name="S05-mark324"/>
          <p:cNvSpPr/>
          <p:nvPr/>
        </p:nvSpPr>
        <p:spPr>
          <a:xfrm>
            <a:off x="3295650" y="3730752"/>
            <a:ext cx="1085088" cy="1085088"/>
          </a:xfrm>
          <a:prstGeom prst="pie">
            <a:avLst>
              <a:gd name="adj1" fmla="val 14400000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68" name="S05-figure325" descr="오른쪽 변이 안쪽 눈금 0에 맞은 120° 각"/>
          <p:cNvSpPr/>
          <p:nvPr/>
        </p:nvSpPr>
        <p:spPr>
          <a:xfrm>
            <a:off x="3838194" y="4273296"/>
            <a:ext cx="21701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9" name="S05-mark326"/>
          <p:cNvSpPr/>
          <p:nvPr/>
        </p:nvSpPr>
        <p:spPr>
          <a:xfrm flipH="1" flipV="1">
            <a:off x="2753106" y="2393868"/>
            <a:ext cx="1085088" cy="187942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0" name="S05-mark327"/>
          <p:cNvSpPr/>
          <p:nvPr/>
        </p:nvSpPr>
        <p:spPr>
          <a:xfrm>
            <a:off x="3790645" y="4225747"/>
            <a:ext cx="95098" cy="9509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1" name="S05-label328"/>
          <p:cNvSpPr txBox="1"/>
          <p:nvPr/>
        </p:nvSpPr>
        <p:spPr>
          <a:xfrm>
            <a:off x="1344168" y="4709160"/>
            <a:ext cx="49880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2" name="S05-mark329"/>
          <p:cNvSpPr/>
          <p:nvPr/>
        </p:nvSpPr>
        <p:spPr>
          <a:xfrm>
            <a:off x="7337806" y="2464816"/>
            <a:ext cx="3616960" cy="1808480"/>
          </a:xfrm>
          <a:custGeom>
            <a:avLst/>
            <a:gdLst/>
            <a:ahLst/>
            <a:cxnLst/>
            <a:rect l="l" t="t" r="r" b="b"/>
            <a:pathLst>
              <a:path w="3616960" h="1808480">
                <a:moveTo>
                  <a:pt x="3616960" y="1808480"/>
                </a:moveTo>
                <a:lnTo>
                  <a:pt x="3615239" y="1729595"/>
                </a:lnTo>
                <a:lnTo>
                  <a:pt x="3610078" y="1650861"/>
                </a:lnTo>
                <a:lnTo>
                  <a:pt x="3601488" y="1572426"/>
                </a:lnTo>
                <a:lnTo>
                  <a:pt x="3589485" y="1494441"/>
                </a:lnTo>
                <a:lnTo>
                  <a:pt x="3574092" y="1417053"/>
                </a:lnTo>
                <a:lnTo>
                  <a:pt x="3555338" y="1340411"/>
                </a:lnTo>
                <a:lnTo>
                  <a:pt x="3533258" y="1264660"/>
                </a:lnTo>
                <a:lnTo>
                  <a:pt x="3507895" y="1189943"/>
                </a:lnTo>
                <a:lnTo>
                  <a:pt x="3479298" y="1116405"/>
                </a:lnTo>
                <a:lnTo>
                  <a:pt x="3447520" y="1044183"/>
                </a:lnTo>
                <a:lnTo>
                  <a:pt x="3412621" y="973417"/>
                </a:lnTo>
                <a:lnTo>
                  <a:pt x="3374670" y="904240"/>
                </a:lnTo>
                <a:lnTo>
                  <a:pt x="3333737" y="836784"/>
                </a:lnTo>
                <a:lnTo>
                  <a:pt x="3289900" y="771178"/>
                </a:lnTo>
                <a:lnTo>
                  <a:pt x="3243244" y="707547"/>
                </a:lnTo>
                <a:lnTo>
                  <a:pt x="3193856" y="646011"/>
                </a:lnTo>
                <a:lnTo>
                  <a:pt x="3141831" y="586689"/>
                </a:lnTo>
                <a:lnTo>
                  <a:pt x="3087268" y="529692"/>
                </a:lnTo>
                <a:lnTo>
                  <a:pt x="3030271" y="475129"/>
                </a:lnTo>
                <a:lnTo>
                  <a:pt x="2970949" y="423104"/>
                </a:lnTo>
                <a:lnTo>
                  <a:pt x="2909413" y="373716"/>
                </a:lnTo>
                <a:lnTo>
                  <a:pt x="2845782" y="327060"/>
                </a:lnTo>
                <a:lnTo>
                  <a:pt x="2780176" y="283223"/>
                </a:lnTo>
                <a:lnTo>
                  <a:pt x="2712720" y="242290"/>
                </a:lnTo>
                <a:lnTo>
                  <a:pt x="2643543" y="204339"/>
                </a:lnTo>
                <a:lnTo>
                  <a:pt x="2572777" y="169440"/>
                </a:lnTo>
                <a:lnTo>
                  <a:pt x="2500555" y="137662"/>
                </a:lnTo>
                <a:lnTo>
                  <a:pt x="2427017" y="109065"/>
                </a:lnTo>
                <a:lnTo>
                  <a:pt x="2352300" y="83702"/>
                </a:lnTo>
                <a:lnTo>
                  <a:pt x="2276549" y="61622"/>
                </a:lnTo>
                <a:lnTo>
                  <a:pt x="2199907" y="42868"/>
                </a:lnTo>
                <a:lnTo>
                  <a:pt x="2122519" y="27475"/>
                </a:lnTo>
                <a:lnTo>
                  <a:pt x="2044534" y="15472"/>
                </a:lnTo>
                <a:lnTo>
                  <a:pt x="1966099" y="6882"/>
                </a:lnTo>
                <a:lnTo>
                  <a:pt x="1887365" y="1721"/>
                </a:lnTo>
                <a:lnTo>
                  <a:pt x="1808480" y="0"/>
                </a:lnTo>
                <a:lnTo>
                  <a:pt x="1729595" y="1721"/>
                </a:lnTo>
                <a:lnTo>
                  <a:pt x="1650861" y="6882"/>
                </a:lnTo>
                <a:lnTo>
                  <a:pt x="1572426" y="15472"/>
                </a:lnTo>
                <a:lnTo>
                  <a:pt x="1494441" y="27475"/>
                </a:lnTo>
                <a:lnTo>
                  <a:pt x="1417053" y="42868"/>
                </a:lnTo>
                <a:lnTo>
                  <a:pt x="1340411" y="61622"/>
                </a:lnTo>
                <a:lnTo>
                  <a:pt x="1264660" y="83702"/>
                </a:lnTo>
                <a:lnTo>
                  <a:pt x="1189943" y="109065"/>
                </a:lnTo>
                <a:lnTo>
                  <a:pt x="1116405" y="137662"/>
                </a:lnTo>
                <a:lnTo>
                  <a:pt x="1044183" y="169440"/>
                </a:lnTo>
                <a:lnTo>
                  <a:pt x="973417" y="204339"/>
                </a:lnTo>
                <a:lnTo>
                  <a:pt x="904240" y="242290"/>
                </a:lnTo>
                <a:lnTo>
                  <a:pt x="836784" y="283223"/>
                </a:lnTo>
                <a:lnTo>
                  <a:pt x="771178" y="327060"/>
                </a:lnTo>
                <a:lnTo>
                  <a:pt x="707547" y="373716"/>
                </a:lnTo>
                <a:lnTo>
                  <a:pt x="646011" y="423104"/>
                </a:lnTo>
                <a:lnTo>
                  <a:pt x="586689" y="475129"/>
                </a:lnTo>
                <a:lnTo>
                  <a:pt x="529692" y="529692"/>
                </a:lnTo>
                <a:lnTo>
                  <a:pt x="475129" y="586689"/>
                </a:lnTo>
                <a:lnTo>
                  <a:pt x="423104" y="646011"/>
                </a:lnTo>
                <a:lnTo>
                  <a:pt x="373716" y="707547"/>
                </a:lnTo>
                <a:lnTo>
                  <a:pt x="327060" y="771178"/>
                </a:lnTo>
                <a:lnTo>
                  <a:pt x="283223" y="836784"/>
                </a:lnTo>
                <a:lnTo>
                  <a:pt x="242290" y="904240"/>
                </a:lnTo>
                <a:lnTo>
                  <a:pt x="204339" y="973417"/>
                </a:lnTo>
                <a:lnTo>
                  <a:pt x="169440" y="1044183"/>
                </a:lnTo>
                <a:lnTo>
                  <a:pt x="137662" y="1116405"/>
                </a:lnTo>
                <a:lnTo>
                  <a:pt x="109065" y="1189943"/>
                </a:lnTo>
                <a:lnTo>
                  <a:pt x="83702" y="1264660"/>
                </a:lnTo>
                <a:lnTo>
                  <a:pt x="61622" y="1340411"/>
                </a:lnTo>
                <a:lnTo>
                  <a:pt x="42868" y="1417053"/>
                </a:lnTo>
                <a:lnTo>
                  <a:pt x="27475" y="1494441"/>
                </a:lnTo>
                <a:lnTo>
                  <a:pt x="15472" y="1572426"/>
                </a:lnTo>
                <a:lnTo>
                  <a:pt x="6882" y="1650861"/>
                </a:lnTo>
                <a:lnTo>
                  <a:pt x="1721" y="1729595"/>
                </a:lnTo>
                <a:lnTo>
                  <a:pt x="0" y="1808480"/>
                </a:lnTo>
                <a:lnTo>
                  <a:pt x="0" y="180848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5-mark330"/>
          <p:cNvSpPr/>
          <p:nvPr/>
        </p:nvSpPr>
        <p:spPr>
          <a:xfrm flipH="1">
            <a:off x="10737748" y="4273296"/>
            <a:ext cx="217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4" name="S05-mark331"/>
          <p:cNvSpPr/>
          <p:nvPr/>
        </p:nvSpPr>
        <p:spPr>
          <a:xfrm flipH="1">
            <a:off x="10821772" y="4115677"/>
            <a:ext cx="126112" cy="110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mark332"/>
          <p:cNvSpPr/>
          <p:nvPr/>
        </p:nvSpPr>
        <p:spPr>
          <a:xfrm flipH="1">
            <a:off x="10713571" y="3959257"/>
            <a:ext cx="213721" cy="3768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6" name="S05-mark333"/>
          <p:cNvSpPr/>
          <p:nvPr/>
        </p:nvSpPr>
        <p:spPr>
          <a:xfrm flipH="1">
            <a:off x="10770864" y="3805227"/>
            <a:ext cx="122280" cy="327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mark334"/>
          <p:cNvSpPr/>
          <p:nvPr/>
        </p:nvSpPr>
        <p:spPr>
          <a:xfrm flipH="1">
            <a:off x="10641771" y="3654759"/>
            <a:ext cx="203930" cy="742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8" name="S05-mark335"/>
          <p:cNvSpPr/>
          <p:nvPr/>
        </p:nvSpPr>
        <p:spPr>
          <a:xfrm flipH="1">
            <a:off x="10670593" y="3508999"/>
            <a:ext cx="114733" cy="535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mark336"/>
          <p:cNvSpPr/>
          <p:nvPr/>
        </p:nvSpPr>
        <p:spPr>
          <a:xfrm flipH="1">
            <a:off x="10524533" y="3369056"/>
            <a:ext cx="187943" cy="10850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0" name="S05-mark337"/>
          <p:cNvSpPr/>
          <p:nvPr/>
        </p:nvSpPr>
        <p:spPr>
          <a:xfrm flipH="1">
            <a:off x="10524007" y="3235994"/>
            <a:ext cx="103699" cy="7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5-mark338"/>
          <p:cNvSpPr/>
          <p:nvPr/>
        </p:nvSpPr>
        <p:spPr>
          <a:xfrm flipH="1">
            <a:off x="10365417" y="3110827"/>
            <a:ext cx="166245" cy="13949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2" name="S05-mark339"/>
          <p:cNvSpPr/>
          <p:nvPr/>
        </p:nvSpPr>
        <p:spPr>
          <a:xfrm flipH="1">
            <a:off x="10335559" y="2994508"/>
            <a:ext cx="89515" cy="8951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mark340"/>
          <p:cNvSpPr/>
          <p:nvPr/>
        </p:nvSpPr>
        <p:spPr>
          <a:xfrm flipH="1">
            <a:off x="10169258" y="2887920"/>
            <a:ext cx="139496" cy="16624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4" name="S05-mark341"/>
          <p:cNvSpPr/>
          <p:nvPr/>
        </p:nvSpPr>
        <p:spPr>
          <a:xfrm flipH="1">
            <a:off x="10110976" y="2791876"/>
            <a:ext cx="72611" cy="1036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mark342"/>
          <p:cNvSpPr/>
          <p:nvPr/>
        </p:nvSpPr>
        <p:spPr>
          <a:xfrm flipH="1">
            <a:off x="9942017" y="2707106"/>
            <a:ext cx="108509" cy="18794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6" name="S05-mark343"/>
          <p:cNvSpPr/>
          <p:nvPr/>
        </p:nvSpPr>
        <p:spPr>
          <a:xfrm flipH="1">
            <a:off x="9857082" y="2634256"/>
            <a:ext cx="53501" cy="1147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mark344"/>
          <p:cNvSpPr/>
          <p:nvPr/>
        </p:nvSpPr>
        <p:spPr>
          <a:xfrm flipH="1">
            <a:off x="9690598" y="2573881"/>
            <a:ext cx="74224" cy="20393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8" name="S05-mark345"/>
          <p:cNvSpPr/>
          <p:nvPr/>
        </p:nvSpPr>
        <p:spPr>
          <a:xfrm flipH="1">
            <a:off x="9581590" y="2526438"/>
            <a:ext cx="32765" cy="1222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mark346"/>
          <p:cNvSpPr/>
          <p:nvPr/>
        </p:nvSpPr>
        <p:spPr>
          <a:xfrm flipH="1">
            <a:off x="9422641" y="2492291"/>
            <a:ext cx="37685" cy="213721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0" name="S05-mark347"/>
          <p:cNvSpPr/>
          <p:nvPr/>
        </p:nvSpPr>
        <p:spPr>
          <a:xfrm flipH="1">
            <a:off x="9292872" y="2471698"/>
            <a:ext cx="11033" cy="12611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5-mark348"/>
          <p:cNvSpPr/>
          <p:nvPr/>
        </p:nvSpPr>
        <p:spPr>
          <a:xfrm>
            <a:off x="9146286" y="2464816"/>
            <a:ext cx="0" cy="21701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2" name="S05-mark349"/>
          <p:cNvSpPr/>
          <p:nvPr/>
        </p:nvSpPr>
        <p:spPr>
          <a:xfrm>
            <a:off x="8988667" y="2471698"/>
            <a:ext cx="11033" cy="12611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mark350"/>
          <p:cNvSpPr/>
          <p:nvPr/>
        </p:nvSpPr>
        <p:spPr>
          <a:xfrm>
            <a:off x="8832247" y="2492291"/>
            <a:ext cx="37685" cy="213721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4" name="S05-mark351"/>
          <p:cNvSpPr/>
          <p:nvPr/>
        </p:nvSpPr>
        <p:spPr>
          <a:xfrm>
            <a:off x="8678217" y="2526438"/>
            <a:ext cx="32765" cy="1222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mark352"/>
          <p:cNvSpPr/>
          <p:nvPr/>
        </p:nvSpPr>
        <p:spPr>
          <a:xfrm>
            <a:off x="8527749" y="2573881"/>
            <a:ext cx="74224" cy="20393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6" name="S05-mark353"/>
          <p:cNvSpPr/>
          <p:nvPr/>
        </p:nvSpPr>
        <p:spPr>
          <a:xfrm>
            <a:off x="8381989" y="2634256"/>
            <a:ext cx="53501" cy="1147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mark354"/>
          <p:cNvSpPr/>
          <p:nvPr/>
        </p:nvSpPr>
        <p:spPr>
          <a:xfrm>
            <a:off x="8242046" y="2707106"/>
            <a:ext cx="108509" cy="18794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8" name="S05-mark355"/>
          <p:cNvSpPr/>
          <p:nvPr/>
        </p:nvSpPr>
        <p:spPr>
          <a:xfrm>
            <a:off x="8108984" y="2791876"/>
            <a:ext cx="72611" cy="1036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mark356"/>
          <p:cNvSpPr/>
          <p:nvPr/>
        </p:nvSpPr>
        <p:spPr>
          <a:xfrm>
            <a:off x="7983817" y="2887920"/>
            <a:ext cx="139496" cy="16624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0" name="S05-mark357"/>
          <p:cNvSpPr/>
          <p:nvPr/>
        </p:nvSpPr>
        <p:spPr>
          <a:xfrm>
            <a:off x="7867498" y="2994508"/>
            <a:ext cx="89515" cy="8951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5-mark358"/>
          <p:cNvSpPr/>
          <p:nvPr/>
        </p:nvSpPr>
        <p:spPr>
          <a:xfrm>
            <a:off x="7760910" y="3110827"/>
            <a:ext cx="166245" cy="13949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2" name="S05-mark359"/>
          <p:cNvSpPr/>
          <p:nvPr/>
        </p:nvSpPr>
        <p:spPr>
          <a:xfrm>
            <a:off x="7664866" y="3235994"/>
            <a:ext cx="103699" cy="7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5-mark360"/>
          <p:cNvSpPr/>
          <p:nvPr/>
        </p:nvSpPr>
        <p:spPr>
          <a:xfrm>
            <a:off x="7580096" y="3369056"/>
            <a:ext cx="187943" cy="10850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4" name="S05-mark361"/>
          <p:cNvSpPr/>
          <p:nvPr/>
        </p:nvSpPr>
        <p:spPr>
          <a:xfrm>
            <a:off x="7507246" y="3508999"/>
            <a:ext cx="114733" cy="535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mark362"/>
          <p:cNvSpPr/>
          <p:nvPr/>
        </p:nvSpPr>
        <p:spPr>
          <a:xfrm>
            <a:off x="7446871" y="3654759"/>
            <a:ext cx="203930" cy="742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6" name="S05-mark363"/>
          <p:cNvSpPr/>
          <p:nvPr/>
        </p:nvSpPr>
        <p:spPr>
          <a:xfrm>
            <a:off x="7399428" y="3805227"/>
            <a:ext cx="122280" cy="327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mark364"/>
          <p:cNvSpPr/>
          <p:nvPr/>
        </p:nvSpPr>
        <p:spPr>
          <a:xfrm>
            <a:off x="7365281" y="3959257"/>
            <a:ext cx="213721" cy="3768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8" name="S05-mark365"/>
          <p:cNvSpPr/>
          <p:nvPr/>
        </p:nvSpPr>
        <p:spPr>
          <a:xfrm>
            <a:off x="7344688" y="4115677"/>
            <a:ext cx="126112" cy="110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mark366"/>
          <p:cNvSpPr/>
          <p:nvPr/>
        </p:nvSpPr>
        <p:spPr>
          <a:xfrm>
            <a:off x="7337806" y="4273296"/>
            <a:ext cx="217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0" name="S05-label368"/>
          <p:cNvSpPr txBox="1"/>
          <p:nvPr/>
        </p:nvSpPr>
        <p:spPr>
          <a:xfrm>
            <a:off x="7598537" y="4185984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111" name="S05-label370"/>
          <p:cNvSpPr txBox="1"/>
          <p:nvPr/>
        </p:nvSpPr>
        <p:spPr>
          <a:xfrm>
            <a:off x="10166579" y="4185984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112" name="S05-label372"/>
          <p:cNvSpPr txBox="1"/>
          <p:nvPr/>
        </p:nvSpPr>
        <p:spPr>
          <a:xfrm>
            <a:off x="7639688" y="3691154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100" dirty="0"/>
          </a:p>
        </p:txBody>
      </p:sp>
      <p:sp>
        <p:nvSpPr>
          <p:cNvPr id="113" name="S05-label374"/>
          <p:cNvSpPr txBox="1"/>
          <p:nvPr/>
        </p:nvSpPr>
        <p:spPr>
          <a:xfrm>
            <a:off x="10052857" y="3802491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100" dirty="0"/>
          </a:p>
        </p:txBody>
      </p:sp>
      <p:sp>
        <p:nvSpPr>
          <p:cNvPr id="114" name="S05-label376"/>
          <p:cNvSpPr txBox="1"/>
          <p:nvPr/>
        </p:nvSpPr>
        <p:spPr>
          <a:xfrm>
            <a:off x="7890919" y="325600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100" dirty="0"/>
          </a:p>
        </p:txBody>
      </p:sp>
      <p:sp>
        <p:nvSpPr>
          <p:cNvPr id="115" name="S05-label378"/>
          <p:cNvSpPr txBox="1"/>
          <p:nvPr/>
        </p:nvSpPr>
        <p:spPr>
          <a:xfrm>
            <a:off x="9858153" y="346525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100" dirty="0"/>
          </a:p>
        </p:txBody>
      </p:sp>
      <p:sp>
        <p:nvSpPr>
          <p:cNvPr id="116" name="S05-label380"/>
          <p:cNvSpPr txBox="1"/>
          <p:nvPr/>
        </p:nvSpPr>
        <p:spPr>
          <a:xfrm>
            <a:off x="8275828" y="2933032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100" dirty="0"/>
          </a:p>
        </p:txBody>
      </p:sp>
      <p:sp>
        <p:nvSpPr>
          <p:cNvPr id="117" name="S05-label382"/>
          <p:cNvSpPr txBox="1"/>
          <p:nvPr/>
        </p:nvSpPr>
        <p:spPr>
          <a:xfrm>
            <a:off x="9559849" y="321494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100" dirty="0"/>
          </a:p>
        </p:txBody>
      </p:sp>
      <p:sp>
        <p:nvSpPr>
          <p:cNvPr id="118" name="S05-label384"/>
          <p:cNvSpPr txBox="1"/>
          <p:nvPr/>
        </p:nvSpPr>
        <p:spPr>
          <a:xfrm>
            <a:off x="8747989" y="276117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100" dirty="0"/>
          </a:p>
        </p:txBody>
      </p:sp>
      <p:sp>
        <p:nvSpPr>
          <p:cNvPr id="119" name="S05-label386"/>
          <p:cNvSpPr txBox="1"/>
          <p:nvPr/>
        </p:nvSpPr>
        <p:spPr>
          <a:xfrm>
            <a:off x="9193924" y="3081760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100" dirty="0"/>
          </a:p>
        </p:txBody>
      </p:sp>
      <p:sp>
        <p:nvSpPr>
          <p:cNvPr id="120" name="S05-label388"/>
          <p:cNvSpPr txBox="1"/>
          <p:nvPr/>
        </p:nvSpPr>
        <p:spPr>
          <a:xfrm>
            <a:off x="9204350" y="276117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100" dirty="0"/>
          </a:p>
        </p:txBody>
      </p:sp>
      <p:sp>
        <p:nvSpPr>
          <p:cNvPr id="121" name="S05-label390"/>
          <p:cNvSpPr txBox="1"/>
          <p:nvPr/>
        </p:nvSpPr>
        <p:spPr>
          <a:xfrm>
            <a:off x="8758415" y="3081760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100" dirty="0"/>
          </a:p>
        </p:txBody>
      </p:sp>
      <p:sp>
        <p:nvSpPr>
          <p:cNvPr id="122" name="S05-label392"/>
          <p:cNvSpPr txBox="1"/>
          <p:nvPr/>
        </p:nvSpPr>
        <p:spPr>
          <a:xfrm>
            <a:off x="9676511" y="2933032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100" dirty="0"/>
          </a:p>
        </p:txBody>
      </p:sp>
      <p:sp>
        <p:nvSpPr>
          <p:cNvPr id="123" name="S05-label394"/>
          <p:cNvSpPr txBox="1"/>
          <p:nvPr/>
        </p:nvSpPr>
        <p:spPr>
          <a:xfrm>
            <a:off x="8392490" y="321494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100" dirty="0"/>
          </a:p>
        </p:txBody>
      </p:sp>
      <p:sp>
        <p:nvSpPr>
          <p:cNvPr id="124" name="S05-label396"/>
          <p:cNvSpPr txBox="1"/>
          <p:nvPr/>
        </p:nvSpPr>
        <p:spPr>
          <a:xfrm>
            <a:off x="10061420" y="325600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100" dirty="0"/>
          </a:p>
        </p:txBody>
      </p:sp>
      <p:sp>
        <p:nvSpPr>
          <p:cNvPr id="125" name="S05-label398"/>
          <p:cNvSpPr txBox="1"/>
          <p:nvPr/>
        </p:nvSpPr>
        <p:spPr>
          <a:xfrm>
            <a:off x="8094186" y="3465253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100" dirty="0"/>
          </a:p>
        </p:txBody>
      </p:sp>
      <p:sp>
        <p:nvSpPr>
          <p:cNvPr id="126" name="S05-label400"/>
          <p:cNvSpPr txBox="1"/>
          <p:nvPr/>
        </p:nvSpPr>
        <p:spPr>
          <a:xfrm>
            <a:off x="10312651" y="3691154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100" dirty="0"/>
          </a:p>
        </p:txBody>
      </p:sp>
      <p:sp>
        <p:nvSpPr>
          <p:cNvPr id="127" name="S05-label402"/>
          <p:cNvSpPr txBox="1"/>
          <p:nvPr/>
        </p:nvSpPr>
        <p:spPr>
          <a:xfrm>
            <a:off x="7899482" y="3802491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100" dirty="0"/>
          </a:p>
        </p:txBody>
      </p:sp>
      <p:sp>
        <p:nvSpPr>
          <p:cNvPr id="128" name="S05-label404"/>
          <p:cNvSpPr txBox="1"/>
          <p:nvPr/>
        </p:nvSpPr>
        <p:spPr>
          <a:xfrm>
            <a:off x="10399903" y="4185984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100" dirty="0"/>
          </a:p>
        </p:txBody>
      </p:sp>
      <p:sp>
        <p:nvSpPr>
          <p:cNvPr id="129" name="S05-label406"/>
          <p:cNvSpPr txBox="1"/>
          <p:nvPr/>
        </p:nvSpPr>
        <p:spPr>
          <a:xfrm>
            <a:off x="7831861" y="4185984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100" dirty="0"/>
          </a:p>
        </p:txBody>
      </p:sp>
      <p:sp>
        <p:nvSpPr>
          <p:cNvPr id="130" name="S05-mark407"/>
          <p:cNvSpPr/>
          <p:nvPr/>
        </p:nvSpPr>
        <p:spPr>
          <a:xfrm>
            <a:off x="7337806" y="4273296"/>
            <a:ext cx="361696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1" name="S05-mark408"/>
          <p:cNvSpPr/>
          <p:nvPr/>
        </p:nvSpPr>
        <p:spPr>
          <a:xfrm flipV="1">
            <a:off x="9146286" y="4056278"/>
            <a:ext cx="0" cy="2170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2" name="S05-mark409"/>
          <p:cNvSpPr/>
          <p:nvPr/>
        </p:nvSpPr>
        <p:spPr>
          <a:xfrm>
            <a:off x="8603742" y="3730752"/>
            <a:ext cx="1085088" cy="1085088"/>
          </a:xfrm>
          <a:prstGeom prst="pie">
            <a:avLst>
              <a:gd name="adj1" fmla="val 10800000"/>
              <a:gd name="adj2" fmla="val 1290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33" name="S05-figure410" descr="왼쪽 변이 바깥쪽 눈금 0에 맞은 35° 각"/>
          <p:cNvSpPr/>
          <p:nvPr/>
        </p:nvSpPr>
        <p:spPr>
          <a:xfrm flipH="1" flipV="1">
            <a:off x="7368582" y="3028534"/>
            <a:ext cx="1777704" cy="124476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4" name="S05-mark411"/>
          <p:cNvSpPr/>
          <p:nvPr/>
        </p:nvSpPr>
        <p:spPr>
          <a:xfrm flipH="1">
            <a:off x="6976110" y="4273296"/>
            <a:ext cx="21701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5" name="S05-mark412"/>
          <p:cNvSpPr/>
          <p:nvPr/>
        </p:nvSpPr>
        <p:spPr>
          <a:xfrm>
            <a:off x="9098737" y="4225747"/>
            <a:ext cx="95098" cy="9509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6" name="S05-label413"/>
          <p:cNvSpPr txBox="1"/>
          <p:nvPr/>
        </p:nvSpPr>
        <p:spPr>
          <a:xfrm>
            <a:off x="6652260" y="4709160"/>
            <a:ext cx="49880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각이 더 클까요?</a:t>
            </a:r>
            <a:endParaRPr lang="ko-KR" sz="4000" dirty="0"/>
          </a:p>
        </p:txBody>
      </p:sp>
      <p:sp>
        <p:nvSpPr>
          <p:cNvPr id="3" name="S06-card4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각은 어느 것일까요? 왜 그럴까요?</a:t>
            </a:r>
            <a:endParaRPr lang="ko-KR" sz="3000" dirty="0"/>
          </a:p>
        </p:txBody>
      </p:sp>
      <p:sp>
        <p:nvSpPr>
          <p:cNvPr id="5" name="S06-chip416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6" name="S06-mark417"/>
          <p:cNvSpPr/>
          <p:nvPr/>
        </p:nvSpPr>
        <p:spPr>
          <a:xfrm>
            <a:off x="1700022" y="3689975"/>
            <a:ext cx="792480" cy="792480"/>
          </a:xfrm>
          <a:prstGeom prst="pie">
            <a:avLst>
              <a:gd name="adj1" fmla="val 19199980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S06-figure418" descr="두 변이 긴 40° 각"/>
          <p:cNvSpPr/>
          <p:nvPr/>
        </p:nvSpPr>
        <p:spPr>
          <a:xfrm>
            <a:off x="2096262" y="4086215"/>
            <a:ext cx="226771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419"/>
          <p:cNvSpPr/>
          <p:nvPr/>
        </p:nvSpPr>
        <p:spPr>
          <a:xfrm flipV="1">
            <a:off x="2096262" y="2628529"/>
            <a:ext cx="1737181" cy="145768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6-text420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변이 길어요.</a:t>
            </a:r>
            <a:endParaRPr lang="ko-KR" sz="2400" dirty="0"/>
          </a:p>
        </p:txBody>
      </p:sp>
      <p:sp>
        <p:nvSpPr>
          <p:cNvPr id="10" name="S06-chip421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1" name="S06-mark422"/>
          <p:cNvSpPr/>
          <p:nvPr/>
        </p:nvSpPr>
        <p:spPr>
          <a:xfrm>
            <a:off x="8091445" y="3479670"/>
            <a:ext cx="714307" cy="714307"/>
          </a:xfrm>
          <a:prstGeom prst="pie">
            <a:avLst>
              <a:gd name="adj1" fmla="val 17399965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2" name="S06-figure423" descr="두 변이 짧은 70° 각"/>
          <p:cNvSpPr/>
          <p:nvPr/>
        </p:nvSpPr>
        <p:spPr>
          <a:xfrm>
            <a:off x="8448599" y="3836823"/>
            <a:ext cx="102047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6-mark424"/>
          <p:cNvSpPr/>
          <p:nvPr/>
        </p:nvSpPr>
        <p:spPr>
          <a:xfrm flipV="1">
            <a:off x="8448599" y="2877921"/>
            <a:ext cx="349001" cy="95890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6-text425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변이 짧아요.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70°인 각 그리기</a:t>
            </a:r>
            <a:endParaRPr lang="ko-KR" sz="4000" dirty="0"/>
          </a:p>
        </p:txBody>
      </p:sp>
      <p:sp>
        <p:nvSpPr>
          <p:cNvPr id="3" name="S07-text4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각도기와 자로 70°인 각을 그려요.</a:t>
            </a:r>
            <a:endParaRPr lang="ko-KR" sz="3000" dirty="0"/>
          </a:p>
        </p:txBody>
      </p:sp>
      <p:sp>
        <p:nvSpPr>
          <p:cNvPr id="4" name="S07-mark427"/>
          <p:cNvSpPr/>
          <p:nvPr/>
        </p:nvSpPr>
        <p:spPr>
          <a:xfrm>
            <a:off x="7162830" y="5093360"/>
            <a:ext cx="792480" cy="792480"/>
          </a:xfrm>
          <a:prstGeom prst="pie">
            <a:avLst>
              <a:gd name="adj1" fmla="val 17400042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5" name="S07-label429"/>
          <p:cNvSpPr txBox="1"/>
          <p:nvPr/>
        </p:nvSpPr>
        <p:spPr>
          <a:xfrm>
            <a:off x="7800807" y="4905745"/>
            <a:ext cx="6400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70°</a:t>
            </a:r>
            <a:endParaRPr lang="ko-KR" sz="2400" dirty="0"/>
          </a:p>
        </p:txBody>
      </p:sp>
      <p:sp>
        <p:nvSpPr>
          <p:cNvPr id="6" name="S07-figure430" descr="각도기로 그린 70° 각 ㄱㄴㄷ, 꼭짓점 ㄴ"/>
          <p:cNvSpPr/>
          <p:nvPr/>
        </p:nvSpPr>
        <p:spPr>
          <a:xfrm>
            <a:off x="7559070" y="5489600"/>
            <a:ext cx="3657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431"/>
          <p:cNvSpPr/>
          <p:nvPr/>
        </p:nvSpPr>
        <p:spPr>
          <a:xfrm flipV="1">
            <a:off x="7559070" y="2740000"/>
            <a:ext cx="1000811" cy="2749601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7-mark432"/>
          <p:cNvSpPr/>
          <p:nvPr/>
        </p:nvSpPr>
        <p:spPr>
          <a:xfrm>
            <a:off x="8500445" y="26805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label434"/>
          <p:cNvSpPr txBox="1"/>
          <p:nvPr/>
        </p:nvSpPr>
        <p:spPr>
          <a:xfrm>
            <a:off x="11206510" y="52356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0" name="S07-label436"/>
          <p:cNvSpPr txBox="1"/>
          <p:nvPr/>
        </p:nvSpPr>
        <p:spPr>
          <a:xfrm>
            <a:off x="7105328" y="537546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11" name="S07-label438"/>
          <p:cNvSpPr txBox="1"/>
          <p:nvPr/>
        </p:nvSpPr>
        <p:spPr>
          <a:xfrm>
            <a:off x="8389282" y="225686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2" name="S07-stepno439"/>
          <p:cNvSpPr txBox="1"/>
          <p:nvPr/>
        </p:nvSpPr>
        <p:spPr>
          <a:xfrm>
            <a:off x="548640" y="2389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3" name="S07-text440"/>
          <p:cNvSpPr txBox="1"/>
          <p:nvPr/>
        </p:nvSpPr>
        <p:spPr>
          <a:xfrm>
            <a:off x="1325880" y="2389632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변 ㄴㄱ을 그어요.</a:t>
            </a:r>
            <a:endParaRPr lang="ko-KR" sz="3000" dirty="0"/>
          </a:p>
        </p:txBody>
      </p:sp>
      <p:sp>
        <p:nvSpPr>
          <p:cNvPr id="14" name="S07-stepno441"/>
          <p:cNvSpPr txBox="1"/>
          <p:nvPr/>
        </p:nvSpPr>
        <p:spPr>
          <a:xfrm>
            <a:off x="548640" y="314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07-text442"/>
          <p:cNvSpPr txBox="1"/>
          <p:nvPr/>
        </p:nvSpPr>
        <p:spPr>
          <a:xfrm>
            <a:off x="1325880" y="3102864"/>
            <a:ext cx="5443789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각도기의 중심을 점 ㄴ에,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밑금을 변 ㄴㄱ에 맞춰요.</a:t>
            </a:r>
            <a:endParaRPr lang="ko-KR" sz="3000" dirty="0"/>
          </a:p>
        </p:txBody>
      </p:sp>
      <p:sp>
        <p:nvSpPr>
          <p:cNvPr id="16" name="S07-stepno443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07-text444"/>
          <p:cNvSpPr txBox="1"/>
          <p:nvPr/>
        </p:nvSpPr>
        <p:spPr>
          <a:xfrm>
            <a:off x="1325880" y="4197096"/>
            <a:ext cx="5443789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시작하는 눈금 70에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ㄷ을 찍어요.</a:t>
            </a:r>
            <a:endParaRPr lang="ko-KR" sz="3000" dirty="0"/>
          </a:p>
        </p:txBody>
      </p:sp>
      <p:sp>
        <p:nvSpPr>
          <p:cNvPr id="18" name="S07-stepno445"/>
          <p:cNvSpPr txBox="1"/>
          <p:nvPr/>
        </p:nvSpPr>
        <p:spPr>
          <a:xfrm>
            <a:off x="548640" y="5291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07-text446"/>
          <p:cNvSpPr txBox="1"/>
          <p:nvPr/>
        </p:nvSpPr>
        <p:spPr>
          <a:xfrm>
            <a:off x="1325880" y="5291328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점 ㄴ과 점 ㄷ을 이어요.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예각과 둔각</a:t>
            </a:r>
            <a:endParaRPr lang="ko-KR" sz="4000" dirty="0"/>
          </a:p>
        </p:txBody>
      </p:sp>
      <p:sp>
        <p:nvSpPr>
          <p:cNvPr id="3" name="S08-text4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직각(90°)과 비교해요.</a:t>
            </a:r>
            <a:endParaRPr lang="ko-KR" sz="3000" dirty="0"/>
          </a:p>
        </p:txBody>
      </p:sp>
      <p:sp>
        <p:nvSpPr>
          <p:cNvPr id="4" name="S08-card448"/>
          <p:cNvSpPr/>
          <p:nvPr/>
        </p:nvSpPr>
        <p:spPr>
          <a:xfrm>
            <a:off x="548640" y="460400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449"/>
          <p:cNvSpPr txBox="1"/>
          <p:nvPr/>
        </p:nvSpPr>
        <p:spPr>
          <a:xfrm>
            <a:off x="822960" y="474116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0°보다 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직각보다 작은 각</a:t>
            </a:r>
            <a:endParaRPr lang="ko-KR" sz="3000" dirty="0"/>
          </a:p>
        </p:txBody>
      </p:sp>
      <p:sp>
        <p:nvSpPr>
          <p:cNvPr id="6" name="S08-card450"/>
          <p:cNvSpPr/>
          <p:nvPr/>
        </p:nvSpPr>
        <p:spPr>
          <a:xfrm>
            <a:off x="4322064" y="460400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451"/>
          <p:cNvSpPr txBox="1"/>
          <p:nvPr/>
        </p:nvSpPr>
        <p:spPr>
          <a:xfrm>
            <a:off x="4596384" y="474116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90°인 각</a:t>
            </a:r>
            <a:endParaRPr lang="ko-KR" sz="3000" dirty="0"/>
          </a:p>
        </p:txBody>
      </p:sp>
      <p:sp>
        <p:nvSpPr>
          <p:cNvPr id="8" name="S08-card452"/>
          <p:cNvSpPr/>
          <p:nvPr/>
        </p:nvSpPr>
        <p:spPr>
          <a:xfrm>
            <a:off x="8095488" y="460400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453"/>
          <p:cNvSpPr txBox="1"/>
          <p:nvPr/>
        </p:nvSpPr>
        <p:spPr>
          <a:xfrm>
            <a:off x="8369808" y="474116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직각보다 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180°보다 작은 각</a:t>
            </a:r>
            <a:endParaRPr lang="ko-KR" sz="3000" dirty="0"/>
          </a:p>
        </p:txBody>
      </p:sp>
      <p:sp>
        <p:nvSpPr>
          <p:cNvPr id="10" name="S08-mark454"/>
          <p:cNvSpPr/>
          <p:nvPr/>
        </p:nvSpPr>
        <p:spPr>
          <a:xfrm>
            <a:off x="1145297" y="3128772"/>
            <a:ext cx="792480" cy="792480"/>
          </a:xfrm>
          <a:prstGeom prst="pie">
            <a:avLst>
              <a:gd name="adj1" fmla="val 18600057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1" name="S08-label456"/>
          <p:cNvSpPr txBox="1"/>
          <p:nvPr/>
        </p:nvSpPr>
        <p:spPr>
          <a:xfrm>
            <a:off x="1843045" y="3044686"/>
            <a:ext cx="6400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50°</a:t>
            </a:r>
            <a:endParaRPr lang="ko-KR" sz="2400" dirty="0"/>
          </a:p>
        </p:txBody>
      </p:sp>
      <p:sp>
        <p:nvSpPr>
          <p:cNvPr id="12" name="S08-figure457" descr="50° 각"/>
          <p:cNvSpPr/>
          <p:nvPr/>
        </p:nvSpPr>
        <p:spPr>
          <a:xfrm>
            <a:off x="1541537" y="3525012"/>
            <a:ext cx="149807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8-mark458"/>
          <p:cNvSpPr/>
          <p:nvPr/>
        </p:nvSpPr>
        <p:spPr>
          <a:xfrm flipV="1">
            <a:off x="1541537" y="2377440"/>
            <a:ext cx="962960" cy="114757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8-label459"/>
          <p:cNvSpPr txBox="1"/>
          <p:nvPr/>
        </p:nvSpPr>
        <p:spPr>
          <a:xfrm>
            <a:off x="548640" y="3963924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예각</a:t>
            </a:r>
            <a:endParaRPr lang="ko-KR" sz="2400" dirty="0"/>
          </a:p>
        </p:txBody>
      </p:sp>
      <p:sp>
        <p:nvSpPr>
          <p:cNvPr id="15" name="S08-mark460"/>
          <p:cNvSpPr/>
          <p:nvPr/>
        </p:nvSpPr>
        <p:spPr>
          <a:xfrm>
            <a:off x="5246370" y="357073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22860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8-figure461" descr="직각, 직각 표시"/>
          <p:cNvSpPr/>
          <p:nvPr/>
        </p:nvSpPr>
        <p:spPr>
          <a:xfrm>
            <a:off x="5246370" y="3799332"/>
            <a:ext cx="169621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08-mark462"/>
          <p:cNvSpPr/>
          <p:nvPr/>
        </p:nvSpPr>
        <p:spPr>
          <a:xfrm flipV="1">
            <a:off x="5246370" y="2103120"/>
            <a:ext cx="0" cy="169621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8-label463"/>
          <p:cNvSpPr txBox="1"/>
          <p:nvPr/>
        </p:nvSpPr>
        <p:spPr>
          <a:xfrm>
            <a:off x="4352544" y="3963924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</a:t>
            </a:r>
            <a:endParaRPr lang="ko-KR" sz="2400" dirty="0"/>
          </a:p>
        </p:txBody>
      </p:sp>
      <p:sp>
        <p:nvSpPr>
          <p:cNvPr id="19" name="S08-mark464"/>
          <p:cNvSpPr/>
          <p:nvPr/>
        </p:nvSpPr>
        <p:spPr>
          <a:xfrm>
            <a:off x="9234585" y="3128772"/>
            <a:ext cx="792480" cy="792480"/>
          </a:xfrm>
          <a:prstGeom prst="pie">
            <a:avLst>
              <a:gd name="adj1" fmla="val 13799943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0" name="S08-label466"/>
          <p:cNvSpPr txBox="1"/>
          <p:nvPr/>
        </p:nvSpPr>
        <p:spPr>
          <a:xfrm>
            <a:off x="9500027" y="2712964"/>
            <a:ext cx="8412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130°</a:t>
            </a:r>
            <a:endParaRPr lang="ko-KR" sz="2400" dirty="0"/>
          </a:p>
        </p:txBody>
      </p:sp>
      <p:sp>
        <p:nvSpPr>
          <p:cNvPr id="21" name="S08-figure467" descr="130° 각"/>
          <p:cNvSpPr/>
          <p:nvPr/>
        </p:nvSpPr>
        <p:spPr>
          <a:xfrm>
            <a:off x="9630825" y="3525012"/>
            <a:ext cx="149807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2" name="S08-mark468"/>
          <p:cNvSpPr/>
          <p:nvPr/>
        </p:nvSpPr>
        <p:spPr>
          <a:xfrm flipH="1" flipV="1">
            <a:off x="8667865" y="2377440"/>
            <a:ext cx="962960" cy="114757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8-label469"/>
          <p:cNvSpPr txBox="1"/>
          <p:nvPr/>
        </p:nvSpPr>
        <p:spPr>
          <a:xfrm>
            <a:off x="8156448" y="3963924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둔각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각일까요?</a:t>
            </a:r>
            <a:endParaRPr lang="ko-KR" sz="4000" dirty="0"/>
          </a:p>
        </p:txBody>
      </p:sp>
      <p:sp>
        <p:nvSpPr>
          <p:cNvPr id="3" name="S09-text4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예각, 직각, 둔각 중 무엇인지 말해요.</a:t>
            </a:r>
            <a:endParaRPr lang="ko-KR" sz="3000" dirty="0"/>
          </a:p>
        </p:txBody>
      </p:sp>
      <p:sp>
        <p:nvSpPr>
          <p:cNvPr id="4" name="S09-card4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직각(접은 종이)을 대어 비교해 봐요.</a:t>
            </a:r>
            <a:endParaRPr lang="ko-KR" sz="3000" dirty="0"/>
          </a:p>
        </p:txBody>
      </p:sp>
      <p:sp>
        <p:nvSpPr>
          <p:cNvPr id="6" name="S09-chip47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mark474"/>
          <p:cNvSpPr/>
          <p:nvPr/>
        </p:nvSpPr>
        <p:spPr>
          <a:xfrm>
            <a:off x="2983559" y="2987040"/>
            <a:ext cx="792480" cy="792480"/>
          </a:xfrm>
          <a:prstGeom prst="pie">
            <a:avLst>
              <a:gd name="adj1" fmla="val 13799943"/>
              <a:gd name="adj2" fmla="val 20399966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S09-figure475" descr="비스듬히 놓인 110° 각"/>
          <p:cNvSpPr/>
          <p:nvPr/>
        </p:nvSpPr>
        <p:spPr>
          <a:xfrm flipV="1">
            <a:off x="3379799" y="2811689"/>
            <a:ext cx="1570384" cy="571591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9-mark476"/>
          <p:cNvSpPr/>
          <p:nvPr/>
        </p:nvSpPr>
        <p:spPr>
          <a:xfrm flipH="1" flipV="1">
            <a:off x="2305581" y="2103120"/>
            <a:ext cx="1074218" cy="12801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9-chip47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9-mark478"/>
          <p:cNvSpPr/>
          <p:nvPr/>
        </p:nvSpPr>
        <p:spPr>
          <a:xfrm>
            <a:off x="9624027" y="1706880"/>
            <a:ext cx="792480" cy="792480"/>
          </a:xfrm>
          <a:prstGeom prst="pie">
            <a:avLst>
              <a:gd name="adj1" fmla="val 6900058"/>
              <a:gd name="adj2" fmla="val 9599966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2" name="S09-figure479" descr="아래쪽으로 놓인 45° 각"/>
          <p:cNvSpPr/>
          <p:nvPr/>
        </p:nvSpPr>
        <p:spPr>
          <a:xfrm flipH="1">
            <a:off x="8692929" y="2103120"/>
            <a:ext cx="1327338" cy="483126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9-mark480"/>
          <p:cNvSpPr/>
          <p:nvPr/>
        </p:nvSpPr>
        <p:spPr>
          <a:xfrm flipH="1">
            <a:off x="9423292" y="2103120"/>
            <a:ext cx="596975" cy="12801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9-chip48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9-text482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89°인 각</a:t>
            </a:r>
            <a:endParaRPr lang="ko-KR" sz="3000" dirty="0"/>
          </a:p>
        </p:txBody>
      </p:sp>
      <p:sp>
        <p:nvSpPr>
          <p:cNvPr id="16" name="S09-chip483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09-text484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91°인 각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4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000" dirty="0"/>
          </a:p>
        </p:txBody>
      </p:sp>
      <p:sp>
        <p:nvSpPr>
          <p:cNvPr id="4" name="S10-mark486"/>
          <p:cNvSpPr/>
          <p:nvPr/>
        </p:nvSpPr>
        <p:spPr>
          <a:xfrm>
            <a:off x="6800469" y="3089577"/>
            <a:ext cx="4316730" cy="2158365"/>
          </a:xfrm>
          <a:custGeom>
            <a:avLst/>
            <a:gdLst/>
            <a:ahLst/>
            <a:cxnLst/>
            <a:rect l="l" t="t" r="r" b="b"/>
            <a:pathLst>
              <a:path w="4316730" h="2158365">
                <a:moveTo>
                  <a:pt x="4316730" y="2158365"/>
                </a:moveTo>
                <a:lnTo>
                  <a:pt x="4314676" y="2064218"/>
                </a:lnTo>
                <a:lnTo>
                  <a:pt x="4308517" y="1970251"/>
                </a:lnTo>
                <a:lnTo>
                  <a:pt x="4298265" y="1876642"/>
                </a:lnTo>
                <a:lnTo>
                  <a:pt x="4283940" y="1783569"/>
                </a:lnTo>
                <a:lnTo>
                  <a:pt x="4265568" y="1691209"/>
                </a:lnTo>
                <a:lnTo>
                  <a:pt x="4243185" y="1599739"/>
                </a:lnTo>
                <a:lnTo>
                  <a:pt x="4216834" y="1509332"/>
                </a:lnTo>
                <a:lnTo>
                  <a:pt x="4186565" y="1420161"/>
                </a:lnTo>
                <a:lnTo>
                  <a:pt x="4152434" y="1332394"/>
                </a:lnTo>
                <a:lnTo>
                  <a:pt x="4114508" y="1246201"/>
                </a:lnTo>
                <a:lnTo>
                  <a:pt x="4072858" y="1161743"/>
                </a:lnTo>
                <a:lnTo>
                  <a:pt x="4027564" y="1079183"/>
                </a:lnTo>
                <a:lnTo>
                  <a:pt x="3978712" y="998676"/>
                </a:lnTo>
                <a:lnTo>
                  <a:pt x="3926394" y="920378"/>
                </a:lnTo>
                <a:lnTo>
                  <a:pt x="3870711" y="844436"/>
                </a:lnTo>
                <a:lnTo>
                  <a:pt x="3811769" y="770995"/>
                </a:lnTo>
                <a:lnTo>
                  <a:pt x="3749679" y="700195"/>
                </a:lnTo>
                <a:lnTo>
                  <a:pt x="3684560" y="632170"/>
                </a:lnTo>
                <a:lnTo>
                  <a:pt x="3616535" y="567051"/>
                </a:lnTo>
                <a:lnTo>
                  <a:pt x="3545735" y="504961"/>
                </a:lnTo>
                <a:lnTo>
                  <a:pt x="3472294" y="446019"/>
                </a:lnTo>
                <a:lnTo>
                  <a:pt x="3396352" y="390336"/>
                </a:lnTo>
                <a:lnTo>
                  <a:pt x="3318054" y="338018"/>
                </a:lnTo>
                <a:lnTo>
                  <a:pt x="3237547" y="289166"/>
                </a:lnTo>
                <a:lnTo>
                  <a:pt x="3154987" y="243872"/>
                </a:lnTo>
                <a:lnTo>
                  <a:pt x="3070529" y="202222"/>
                </a:lnTo>
                <a:lnTo>
                  <a:pt x="2984336" y="164296"/>
                </a:lnTo>
                <a:lnTo>
                  <a:pt x="2896569" y="130165"/>
                </a:lnTo>
                <a:lnTo>
                  <a:pt x="2807398" y="99896"/>
                </a:lnTo>
                <a:lnTo>
                  <a:pt x="2716991" y="73545"/>
                </a:lnTo>
                <a:lnTo>
                  <a:pt x="2625521" y="51162"/>
                </a:lnTo>
                <a:lnTo>
                  <a:pt x="2533161" y="32790"/>
                </a:lnTo>
                <a:lnTo>
                  <a:pt x="2440088" y="18465"/>
                </a:lnTo>
                <a:lnTo>
                  <a:pt x="2346479" y="8213"/>
                </a:lnTo>
                <a:lnTo>
                  <a:pt x="2252512" y="2054"/>
                </a:lnTo>
                <a:lnTo>
                  <a:pt x="2158365" y="0"/>
                </a:lnTo>
                <a:lnTo>
                  <a:pt x="2064218" y="2054"/>
                </a:lnTo>
                <a:lnTo>
                  <a:pt x="1970251" y="8213"/>
                </a:lnTo>
                <a:lnTo>
                  <a:pt x="1876642" y="18465"/>
                </a:lnTo>
                <a:lnTo>
                  <a:pt x="1783569" y="32790"/>
                </a:lnTo>
                <a:lnTo>
                  <a:pt x="1691209" y="51162"/>
                </a:lnTo>
                <a:lnTo>
                  <a:pt x="1599739" y="73545"/>
                </a:lnTo>
                <a:lnTo>
                  <a:pt x="1509332" y="99896"/>
                </a:lnTo>
                <a:lnTo>
                  <a:pt x="1420161" y="130165"/>
                </a:lnTo>
                <a:lnTo>
                  <a:pt x="1332394" y="164296"/>
                </a:lnTo>
                <a:lnTo>
                  <a:pt x="1246201" y="202222"/>
                </a:lnTo>
                <a:lnTo>
                  <a:pt x="1161743" y="243872"/>
                </a:lnTo>
                <a:lnTo>
                  <a:pt x="1079183" y="289166"/>
                </a:lnTo>
                <a:lnTo>
                  <a:pt x="998676" y="338018"/>
                </a:lnTo>
                <a:lnTo>
                  <a:pt x="920378" y="390336"/>
                </a:lnTo>
                <a:lnTo>
                  <a:pt x="844436" y="446019"/>
                </a:lnTo>
                <a:lnTo>
                  <a:pt x="770995" y="504961"/>
                </a:lnTo>
                <a:lnTo>
                  <a:pt x="700195" y="567051"/>
                </a:lnTo>
                <a:lnTo>
                  <a:pt x="632170" y="632170"/>
                </a:lnTo>
                <a:lnTo>
                  <a:pt x="567051" y="700195"/>
                </a:lnTo>
                <a:lnTo>
                  <a:pt x="504961" y="770995"/>
                </a:lnTo>
                <a:lnTo>
                  <a:pt x="446019" y="844436"/>
                </a:lnTo>
                <a:lnTo>
                  <a:pt x="390336" y="920378"/>
                </a:lnTo>
                <a:lnTo>
                  <a:pt x="338018" y="998676"/>
                </a:lnTo>
                <a:lnTo>
                  <a:pt x="289166" y="1079183"/>
                </a:lnTo>
                <a:lnTo>
                  <a:pt x="243872" y="1161743"/>
                </a:lnTo>
                <a:lnTo>
                  <a:pt x="202222" y="1246201"/>
                </a:lnTo>
                <a:lnTo>
                  <a:pt x="164296" y="1332394"/>
                </a:lnTo>
                <a:lnTo>
                  <a:pt x="130165" y="1420161"/>
                </a:lnTo>
                <a:lnTo>
                  <a:pt x="99896" y="1509332"/>
                </a:lnTo>
                <a:lnTo>
                  <a:pt x="73545" y="1599739"/>
                </a:lnTo>
                <a:lnTo>
                  <a:pt x="51162" y="1691209"/>
                </a:lnTo>
                <a:lnTo>
                  <a:pt x="32790" y="1783569"/>
                </a:lnTo>
                <a:lnTo>
                  <a:pt x="18465" y="1876642"/>
                </a:lnTo>
                <a:lnTo>
                  <a:pt x="8213" y="1970251"/>
                </a:lnTo>
                <a:lnTo>
                  <a:pt x="2054" y="2064218"/>
                </a:lnTo>
                <a:lnTo>
                  <a:pt x="0" y="2158365"/>
                </a:lnTo>
                <a:lnTo>
                  <a:pt x="0" y="2158365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0-mark487"/>
          <p:cNvSpPr/>
          <p:nvPr/>
        </p:nvSpPr>
        <p:spPr>
          <a:xfrm flipH="1">
            <a:off x="10858195" y="5247942"/>
            <a:ext cx="259004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" name="S10-mark488"/>
          <p:cNvSpPr/>
          <p:nvPr/>
        </p:nvSpPr>
        <p:spPr>
          <a:xfrm flipH="1">
            <a:off x="10958475" y="5059828"/>
            <a:ext cx="150511" cy="13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0-mark489"/>
          <p:cNvSpPr/>
          <p:nvPr/>
        </p:nvSpPr>
        <p:spPr>
          <a:xfrm flipH="1">
            <a:off x="10829340" y="4873145"/>
            <a:ext cx="255069" cy="4497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" name="S10-mark490"/>
          <p:cNvSpPr/>
          <p:nvPr/>
        </p:nvSpPr>
        <p:spPr>
          <a:xfrm flipH="1">
            <a:off x="10897717" y="4689316"/>
            <a:ext cx="145937" cy="391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0-mark491"/>
          <p:cNvSpPr/>
          <p:nvPr/>
        </p:nvSpPr>
        <p:spPr>
          <a:xfrm flipH="1">
            <a:off x="10743650" y="4509737"/>
            <a:ext cx="243384" cy="8858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10-mark492"/>
          <p:cNvSpPr/>
          <p:nvPr/>
        </p:nvSpPr>
        <p:spPr>
          <a:xfrm flipH="1">
            <a:off x="10778047" y="4335777"/>
            <a:ext cx="136930" cy="63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0-mark493"/>
          <p:cNvSpPr/>
          <p:nvPr/>
        </p:nvSpPr>
        <p:spPr>
          <a:xfrm flipH="1">
            <a:off x="10603729" y="4168759"/>
            <a:ext cx="224304" cy="12950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10-mark494"/>
          <p:cNvSpPr/>
          <p:nvPr/>
        </p:nvSpPr>
        <p:spPr>
          <a:xfrm flipH="1">
            <a:off x="10603101" y="4009954"/>
            <a:ext cx="123762" cy="866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0-mark495"/>
          <p:cNvSpPr/>
          <p:nvPr/>
        </p:nvSpPr>
        <p:spPr>
          <a:xfrm flipH="1">
            <a:off x="10413829" y="3860571"/>
            <a:ext cx="198408" cy="1664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10-mark496"/>
          <p:cNvSpPr/>
          <p:nvPr/>
        </p:nvSpPr>
        <p:spPr>
          <a:xfrm flipH="1">
            <a:off x="10378195" y="3721747"/>
            <a:ext cx="106834" cy="10683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0-mark497"/>
          <p:cNvSpPr/>
          <p:nvPr/>
        </p:nvSpPr>
        <p:spPr>
          <a:xfrm flipH="1">
            <a:off x="10179720" y="3594538"/>
            <a:ext cx="166484" cy="19840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10-mark498"/>
          <p:cNvSpPr/>
          <p:nvPr/>
        </p:nvSpPr>
        <p:spPr>
          <a:xfrm flipH="1">
            <a:off x="10110162" y="3479913"/>
            <a:ext cx="86659" cy="1237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0-mark499"/>
          <p:cNvSpPr/>
          <p:nvPr/>
        </p:nvSpPr>
        <p:spPr>
          <a:xfrm flipH="1">
            <a:off x="9908515" y="3378743"/>
            <a:ext cx="129502" cy="22430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8" name="S10-mark500"/>
          <p:cNvSpPr/>
          <p:nvPr/>
        </p:nvSpPr>
        <p:spPr>
          <a:xfrm flipH="1">
            <a:off x="9807147" y="3291799"/>
            <a:ext cx="63852" cy="1369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0-mark501"/>
          <p:cNvSpPr/>
          <p:nvPr/>
        </p:nvSpPr>
        <p:spPr>
          <a:xfrm flipH="1">
            <a:off x="9608454" y="3219742"/>
            <a:ext cx="88585" cy="2433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0" name="S10-mark502"/>
          <p:cNvSpPr/>
          <p:nvPr/>
        </p:nvSpPr>
        <p:spPr>
          <a:xfrm flipH="1">
            <a:off x="9478356" y="3163121"/>
            <a:ext cx="39104" cy="1459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0-mark503"/>
          <p:cNvSpPr/>
          <p:nvPr/>
        </p:nvSpPr>
        <p:spPr>
          <a:xfrm flipH="1">
            <a:off x="9288655" y="3122367"/>
            <a:ext cx="44976" cy="2550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2" name="S10-mark504"/>
          <p:cNvSpPr/>
          <p:nvPr/>
        </p:nvSpPr>
        <p:spPr>
          <a:xfrm flipH="1">
            <a:off x="9133780" y="3097790"/>
            <a:ext cx="13168" cy="1505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0-mark505"/>
          <p:cNvSpPr/>
          <p:nvPr/>
        </p:nvSpPr>
        <p:spPr>
          <a:xfrm>
            <a:off x="8958834" y="3089577"/>
            <a:ext cx="0" cy="25900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4" name="S10-mark506"/>
          <p:cNvSpPr/>
          <p:nvPr/>
        </p:nvSpPr>
        <p:spPr>
          <a:xfrm>
            <a:off x="8770720" y="3097790"/>
            <a:ext cx="13168" cy="1505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0-mark507"/>
          <p:cNvSpPr/>
          <p:nvPr/>
        </p:nvSpPr>
        <p:spPr>
          <a:xfrm>
            <a:off x="8584038" y="3122367"/>
            <a:ext cx="44976" cy="2550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6" name="S10-mark508"/>
          <p:cNvSpPr/>
          <p:nvPr/>
        </p:nvSpPr>
        <p:spPr>
          <a:xfrm>
            <a:off x="8400208" y="3163121"/>
            <a:ext cx="39104" cy="1459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0-mark509"/>
          <p:cNvSpPr/>
          <p:nvPr/>
        </p:nvSpPr>
        <p:spPr>
          <a:xfrm>
            <a:off x="8220630" y="3219742"/>
            <a:ext cx="88585" cy="2433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8" name="S10-mark510"/>
          <p:cNvSpPr/>
          <p:nvPr/>
        </p:nvSpPr>
        <p:spPr>
          <a:xfrm>
            <a:off x="8046670" y="3291799"/>
            <a:ext cx="63852" cy="1369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0-mark511"/>
          <p:cNvSpPr/>
          <p:nvPr/>
        </p:nvSpPr>
        <p:spPr>
          <a:xfrm>
            <a:off x="7879652" y="3378743"/>
            <a:ext cx="129502" cy="22430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0" name="S10-mark512"/>
          <p:cNvSpPr/>
          <p:nvPr/>
        </p:nvSpPr>
        <p:spPr>
          <a:xfrm>
            <a:off x="7720847" y="3479913"/>
            <a:ext cx="86659" cy="1237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0-mark513"/>
          <p:cNvSpPr/>
          <p:nvPr/>
        </p:nvSpPr>
        <p:spPr>
          <a:xfrm>
            <a:off x="7571464" y="3594538"/>
            <a:ext cx="166484" cy="19840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2" name="S10-mark514"/>
          <p:cNvSpPr/>
          <p:nvPr/>
        </p:nvSpPr>
        <p:spPr>
          <a:xfrm>
            <a:off x="7432639" y="3721747"/>
            <a:ext cx="106834" cy="10683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0-mark515"/>
          <p:cNvSpPr/>
          <p:nvPr/>
        </p:nvSpPr>
        <p:spPr>
          <a:xfrm>
            <a:off x="7305430" y="3860571"/>
            <a:ext cx="198408" cy="1664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4" name="S10-mark516"/>
          <p:cNvSpPr/>
          <p:nvPr/>
        </p:nvSpPr>
        <p:spPr>
          <a:xfrm>
            <a:off x="7190805" y="4009954"/>
            <a:ext cx="123762" cy="866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0-mark517"/>
          <p:cNvSpPr/>
          <p:nvPr/>
        </p:nvSpPr>
        <p:spPr>
          <a:xfrm>
            <a:off x="7089635" y="4168759"/>
            <a:ext cx="224304" cy="12950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6" name="S10-mark518"/>
          <p:cNvSpPr/>
          <p:nvPr/>
        </p:nvSpPr>
        <p:spPr>
          <a:xfrm>
            <a:off x="7002691" y="4335777"/>
            <a:ext cx="136930" cy="63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0-mark519"/>
          <p:cNvSpPr/>
          <p:nvPr/>
        </p:nvSpPr>
        <p:spPr>
          <a:xfrm>
            <a:off x="6930634" y="4509737"/>
            <a:ext cx="243384" cy="8858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8" name="S10-mark520"/>
          <p:cNvSpPr/>
          <p:nvPr/>
        </p:nvSpPr>
        <p:spPr>
          <a:xfrm>
            <a:off x="6874014" y="4689316"/>
            <a:ext cx="145937" cy="391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0-mark521"/>
          <p:cNvSpPr/>
          <p:nvPr/>
        </p:nvSpPr>
        <p:spPr>
          <a:xfrm>
            <a:off x="6833259" y="4873145"/>
            <a:ext cx="255069" cy="4497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0" name="S10-mark522"/>
          <p:cNvSpPr/>
          <p:nvPr/>
        </p:nvSpPr>
        <p:spPr>
          <a:xfrm>
            <a:off x="6808682" y="5059828"/>
            <a:ext cx="150511" cy="13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0-mark523"/>
          <p:cNvSpPr/>
          <p:nvPr/>
        </p:nvSpPr>
        <p:spPr>
          <a:xfrm>
            <a:off x="6800469" y="5247942"/>
            <a:ext cx="259004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2" name="S10-label525"/>
          <p:cNvSpPr txBox="1"/>
          <p:nvPr/>
        </p:nvSpPr>
        <p:spPr>
          <a:xfrm>
            <a:off x="7131177" y="5160629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43" name="S10-label527"/>
          <p:cNvSpPr txBox="1"/>
          <p:nvPr/>
        </p:nvSpPr>
        <p:spPr>
          <a:xfrm>
            <a:off x="10196055" y="5160629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44" name="S10-label529"/>
          <p:cNvSpPr txBox="1"/>
          <p:nvPr/>
        </p:nvSpPr>
        <p:spPr>
          <a:xfrm>
            <a:off x="7111308" y="4860792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100" dirty="0"/>
          </a:p>
        </p:txBody>
      </p:sp>
      <p:sp>
        <p:nvSpPr>
          <p:cNvPr id="45" name="S10-label531"/>
          <p:cNvSpPr txBox="1"/>
          <p:nvPr/>
        </p:nvSpPr>
        <p:spPr>
          <a:xfrm>
            <a:off x="10129624" y="492825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100" dirty="0"/>
          </a:p>
        </p:txBody>
      </p:sp>
      <p:sp>
        <p:nvSpPr>
          <p:cNvPr id="46" name="S10-label533"/>
          <p:cNvSpPr txBox="1"/>
          <p:nvPr/>
        </p:nvSpPr>
        <p:spPr>
          <a:xfrm>
            <a:off x="7189208" y="457006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100" dirty="0"/>
          </a:p>
        </p:txBody>
      </p:sp>
      <p:sp>
        <p:nvSpPr>
          <p:cNvPr id="47" name="S10-label535"/>
          <p:cNvSpPr txBox="1"/>
          <p:nvPr/>
        </p:nvSpPr>
        <p:spPr>
          <a:xfrm>
            <a:off x="10069252" y="4702942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100" dirty="0"/>
          </a:p>
        </p:txBody>
      </p:sp>
      <p:sp>
        <p:nvSpPr>
          <p:cNvPr id="48" name="S10-label537"/>
          <p:cNvSpPr txBox="1"/>
          <p:nvPr/>
        </p:nvSpPr>
        <p:spPr>
          <a:xfrm>
            <a:off x="7316409" y="429728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100" dirty="0"/>
          </a:p>
        </p:txBody>
      </p:sp>
      <p:sp>
        <p:nvSpPr>
          <p:cNvPr id="49" name="S10-label539"/>
          <p:cNvSpPr txBox="1"/>
          <p:nvPr/>
        </p:nvSpPr>
        <p:spPr>
          <a:xfrm>
            <a:off x="9970671" y="449153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100" dirty="0"/>
          </a:p>
        </p:txBody>
      </p:sp>
      <p:sp>
        <p:nvSpPr>
          <p:cNvPr id="50" name="S10-label541"/>
          <p:cNvSpPr txBox="1"/>
          <p:nvPr/>
        </p:nvSpPr>
        <p:spPr>
          <a:xfrm>
            <a:off x="7489045" y="405073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100" dirty="0"/>
          </a:p>
        </p:txBody>
      </p:sp>
      <p:sp>
        <p:nvSpPr>
          <p:cNvPr id="51" name="S10-label543"/>
          <p:cNvSpPr txBox="1"/>
          <p:nvPr/>
        </p:nvSpPr>
        <p:spPr>
          <a:xfrm>
            <a:off x="9836878" y="4300460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100" dirty="0"/>
          </a:p>
        </p:txBody>
      </p:sp>
      <p:sp>
        <p:nvSpPr>
          <p:cNvPr id="52" name="S10-label545"/>
          <p:cNvSpPr txBox="1"/>
          <p:nvPr/>
        </p:nvSpPr>
        <p:spPr>
          <a:xfrm>
            <a:off x="7701872" y="383790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100" dirty="0"/>
          </a:p>
        </p:txBody>
      </p:sp>
      <p:sp>
        <p:nvSpPr>
          <p:cNvPr id="53" name="S10-label547"/>
          <p:cNvSpPr txBox="1"/>
          <p:nvPr/>
        </p:nvSpPr>
        <p:spPr>
          <a:xfrm>
            <a:off x="9671938" y="413551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100" dirty="0"/>
          </a:p>
        </p:txBody>
      </p:sp>
      <p:sp>
        <p:nvSpPr>
          <p:cNvPr id="54" name="S10-label549"/>
          <p:cNvSpPr txBox="1"/>
          <p:nvPr/>
        </p:nvSpPr>
        <p:spPr>
          <a:xfrm>
            <a:off x="7948422" y="3665270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100" dirty="0"/>
          </a:p>
        </p:txBody>
      </p:sp>
      <p:sp>
        <p:nvSpPr>
          <p:cNvPr id="55" name="S10-label551"/>
          <p:cNvSpPr txBox="1"/>
          <p:nvPr/>
        </p:nvSpPr>
        <p:spPr>
          <a:xfrm>
            <a:off x="9480861" y="400172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100" dirty="0"/>
          </a:p>
        </p:txBody>
      </p:sp>
      <p:sp>
        <p:nvSpPr>
          <p:cNvPr id="56" name="S10-label553"/>
          <p:cNvSpPr txBox="1"/>
          <p:nvPr/>
        </p:nvSpPr>
        <p:spPr>
          <a:xfrm>
            <a:off x="8221205" y="353806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1100" dirty="0"/>
          </a:p>
        </p:txBody>
      </p:sp>
      <p:sp>
        <p:nvSpPr>
          <p:cNvPr id="57" name="S10-label555"/>
          <p:cNvSpPr txBox="1"/>
          <p:nvPr/>
        </p:nvSpPr>
        <p:spPr>
          <a:xfrm>
            <a:off x="9269455" y="3903145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1100" dirty="0"/>
          </a:p>
        </p:txBody>
      </p:sp>
      <p:sp>
        <p:nvSpPr>
          <p:cNvPr id="58" name="S10-label557"/>
          <p:cNvSpPr txBox="1"/>
          <p:nvPr/>
        </p:nvSpPr>
        <p:spPr>
          <a:xfrm>
            <a:off x="8511931" y="346016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100" dirty="0"/>
          </a:p>
        </p:txBody>
      </p:sp>
      <p:sp>
        <p:nvSpPr>
          <p:cNvPr id="59" name="S10-label559"/>
          <p:cNvSpPr txBox="1"/>
          <p:nvPr/>
        </p:nvSpPr>
        <p:spPr>
          <a:xfrm>
            <a:off x="9044142" y="384277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100" dirty="0"/>
          </a:p>
        </p:txBody>
      </p:sp>
      <p:sp>
        <p:nvSpPr>
          <p:cNvPr id="60" name="S10-label561"/>
          <p:cNvSpPr txBox="1"/>
          <p:nvPr/>
        </p:nvSpPr>
        <p:spPr>
          <a:xfrm>
            <a:off x="8811768" y="3433937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1100" dirty="0"/>
          </a:p>
        </p:txBody>
      </p:sp>
      <p:sp>
        <p:nvSpPr>
          <p:cNvPr id="61" name="S10-label563"/>
          <p:cNvSpPr txBox="1"/>
          <p:nvPr/>
        </p:nvSpPr>
        <p:spPr>
          <a:xfrm>
            <a:off x="8811768" y="382244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1100" dirty="0"/>
          </a:p>
        </p:txBody>
      </p:sp>
      <p:sp>
        <p:nvSpPr>
          <p:cNvPr id="62" name="S10-label565"/>
          <p:cNvSpPr txBox="1"/>
          <p:nvPr/>
        </p:nvSpPr>
        <p:spPr>
          <a:xfrm>
            <a:off x="9065504" y="346016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100" dirty="0"/>
          </a:p>
        </p:txBody>
      </p:sp>
      <p:sp>
        <p:nvSpPr>
          <p:cNvPr id="63" name="S10-label567"/>
          <p:cNvSpPr txBox="1"/>
          <p:nvPr/>
        </p:nvSpPr>
        <p:spPr>
          <a:xfrm>
            <a:off x="8533293" y="3842773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100" dirty="0"/>
          </a:p>
        </p:txBody>
      </p:sp>
      <p:sp>
        <p:nvSpPr>
          <p:cNvPr id="64" name="S10-label569"/>
          <p:cNvSpPr txBox="1"/>
          <p:nvPr/>
        </p:nvSpPr>
        <p:spPr>
          <a:xfrm>
            <a:off x="9356230" y="353806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1100" dirty="0"/>
          </a:p>
        </p:txBody>
      </p:sp>
      <p:sp>
        <p:nvSpPr>
          <p:cNvPr id="65" name="S10-label571"/>
          <p:cNvSpPr txBox="1"/>
          <p:nvPr/>
        </p:nvSpPr>
        <p:spPr>
          <a:xfrm>
            <a:off x="8307980" y="3903145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1100" dirty="0"/>
          </a:p>
        </p:txBody>
      </p:sp>
      <p:sp>
        <p:nvSpPr>
          <p:cNvPr id="66" name="S10-label573"/>
          <p:cNvSpPr txBox="1"/>
          <p:nvPr/>
        </p:nvSpPr>
        <p:spPr>
          <a:xfrm>
            <a:off x="9629013" y="3665270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100" dirty="0"/>
          </a:p>
        </p:txBody>
      </p:sp>
      <p:sp>
        <p:nvSpPr>
          <p:cNvPr id="67" name="S10-label575"/>
          <p:cNvSpPr txBox="1"/>
          <p:nvPr/>
        </p:nvSpPr>
        <p:spPr>
          <a:xfrm>
            <a:off x="8096574" y="400172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100" dirty="0"/>
          </a:p>
        </p:txBody>
      </p:sp>
      <p:sp>
        <p:nvSpPr>
          <p:cNvPr id="68" name="S10-label577"/>
          <p:cNvSpPr txBox="1"/>
          <p:nvPr/>
        </p:nvSpPr>
        <p:spPr>
          <a:xfrm>
            <a:off x="9875563" y="383790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1100" dirty="0"/>
          </a:p>
        </p:txBody>
      </p:sp>
      <p:sp>
        <p:nvSpPr>
          <p:cNvPr id="69" name="S10-label579"/>
          <p:cNvSpPr txBox="1"/>
          <p:nvPr/>
        </p:nvSpPr>
        <p:spPr>
          <a:xfrm>
            <a:off x="7905497" y="413551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1100" dirty="0"/>
          </a:p>
        </p:txBody>
      </p:sp>
      <p:sp>
        <p:nvSpPr>
          <p:cNvPr id="70" name="S10-label581"/>
          <p:cNvSpPr txBox="1"/>
          <p:nvPr/>
        </p:nvSpPr>
        <p:spPr>
          <a:xfrm>
            <a:off x="10088390" y="4050733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100" dirty="0"/>
          </a:p>
        </p:txBody>
      </p:sp>
      <p:sp>
        <p:nvSpPr>
          <p:cNvPr id="71" name="S10-label583"/>
          <p:cNvSpPr txBox="1"/>
          <p:nvPr/>
        </p:nvSpPr>
        <p:spPr>
          <a:xfrm>
            <a:off x="7740557" y="4300460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100" dirty="0"/>
          </a:p>
        </p:txBody>
      </p:sp>
      <p:sp>
        <p:nvSpPr>
          <p:cNvPr id="72" name="S10-label585"/>
          <p:cNvSpPr txBox="1"/>
          <p:nvPr/>
        </p:nvSpPr>
        <p:spPr>
          <a:xfrm>
            <a:off x="10261026" y="4297283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100" dirty="0"/>
          </a:p>
        </p:txBody>
      </p:sp>
      <p:sp>
        <p:nvSpPr>
          <p:cNvPr id="73" name="S10-label587"/>
          <p:cNvSpPr txBox="1"/>
          <p:nvPr/>
        </p:nvSpPr>
        <p:spPr>
          <a:xfrm>
            <a:off x="7606764" y="449153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100" dirty="0"/>
          </a:p>
        </p:txBody>
      </p:sp>
      <p:sp>
        <p:nvSpPr>
          <p:cNvPr id="74" name="S10-label589"/>
          <p:cNvSpPr txBox="1"/>
          <p:nvPr/>
        </p:nvSpPr>
        <p:spPr>
          <a:xfrm>
            <a:off x="10388227" y="457006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100" dirty="0"/>
          </a:p>
        </p:txBody>
      </p:sp>
      <p:sp>
        <p:nvSpPr>
          <p:cNvPr id="75" name="S10-label591"/>
          <p:cNvSpPr txBox="1"/>
          <p:nvPr/>
        </p:nvSpPr>
        <p:spPr>
          <a:xfrm>
            <a:off x="7508183" y="4702942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100" dirty="0"/>
          </a:p>
        </p:txBody>
      </p:sp>
      <p:sp>
        <p:nvSpPr>
          <p:cNvPr id="76" name="S10-label593"/>
          <p:cNvSpPr txBox="1"/>
          <p:nvPr/>
        </p:nvSpPr>
        <p:spPr>
          <a:xfrm>
            <a:off x="10466127" y="4860792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1100" dirty="0"/>
          </a:p>
        </p:txBody>
      </p:sp>
      <p:sp>
        <p:nvSpPr>
          <p:cNvPr id="77" name="S10-label595"/>
          <p:cNvSpPr txBox="1"/>
          <p:nvPr/>
        </p:nvSpPr>
        <p:spPr>
          <a:xfrm>
            <a:off x="7447811" y="492825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1100" dirty="0"/>
          </a:p>
        </p:txBody>
      </p:sp>
      <p:sp>
        <p:nvSpPr>
          <p:cNvPr id="78" name="S10-label597"/>
          <p:cNvSpPr txBox="1"/>
          <p:nvPr/>
        </p:nvSpPr>
        <p:spPr>
          <a:xfrm>
            <a:off x="10492359" y="516062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100" dirty="0"/>
          </a:p>
        </p:txBody>
      </p:sp>
      <p:sp>
        <p:nvSpPr>
          <p:cNvPr id="79" name="S10-label599"/>
          <p:cNvSpPr txBox="1"/>
          <p:nvPr/>
        </p:nvSpPr>
        <p:spPr>
          <a:xfrm>
            <a:off x="7427481" y="516062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100" dirty="0"/>
          </a:p>
        </p:txBody>
      </p:sp>
      <p:sp>
        <p:nvSpPr>
          <p:cNvPr id="80" name="S10-mark600"/>
          <p:cNvSpPr/>
          <p:nvPr/>
        </p:nvSpPr>
        <p:spPr>
          <a:xfrm>
            <a:off x="6800469" y="5247942"/>
            <a:ext cx="431673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1" name="S10-mark601"/>
          <p:cNvSpPr/>
          <p:nvPr/>
        </p:nvSpPr>
        <p:spPr>
          <a:xfrm flipV="1">
            <a:off x="8958834" y="4988938"/>
            <a:ext cx="0" cy="25900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2" name="S10-mark602"/>
          <p:cNvSpPr/>
          <p:nvPr/>
        </p:nvSpPr>
        <p:spPr>
          <a:xfrm>
            <a:off x="8311324" y="4600432"/>
            <a:ext cx="1295019" cy="1295019"/>
          </a:xfrm>
          <a:prstGeom prst="pie">
            <a:avLst>
              <a:gd name="adj1" fmla="val 10800000"/>
              <a:gd name="adj2" fmla="val 1920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3" name="S10-figure603" descr="왼쪽 변이 바깥쪽 눈금 0에 맞은 140° 각. 다른 변 옆에 안쪽 눈금 40도 보임"/>
          <p:cNvSpPr/>
          <p:nvPr/>
        </p:nvSpPr>
        <p:spPr>
          <a:xfrm flipV="1">
            <a:off x="8958834" y="3583097"/>
            <a:ext cx="1984084" cy="166484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4" name="S10-mark604"/>
          <p:cNvSpPr/>
          <p:nvPr/>
        </p:nvSpPr>
        <p:spPr>
          <a:xfrm flipH="1">
            <a:off x="6368796" y="5247942"/>
            <a:ext cx="2590038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5" name="S10-mark605"/>
          <p:cNvSpPr/>
          <p:nvPr/>
        </p:nvSpPr>
        <p:spPr>
          <a:xfrm>
            <a:off x="8911285" y="5200393"/>
            <a:ext cx="95098" cy="9509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6" name="S10-chip60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7" name="S10-text607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각은 몇 도?</a:t>
            </a:r>
            <a:endParaRPr lang="ko-KR" sz="3000" dirty="0"/>
          </a:p>
        </p:txBody>
      </p:sp>
      <p:sp>
        <p:nvSpPr>
          <p:cNvPr id="88" name="S10-chip60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9" name="S10-text609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각은 예각?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둔각?</a:t>
            </a:r>
            <a:endParaRPr lang="ko-KR" sz="3000" dirty="0"/>
          </a:p>
        </p:txBody>
      </p:sp>
      <p:sp>
        <p:nvSpPr>
          <p:cNvPr id="90" name="S10-chip61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1" name="S10-text611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공책에 각도기로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50°인 각을 그려요.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둔각을 찾아요</a:t>
            </a:r>
            <a:endParaRPr lang="ko-KR" sz="4000" dirty="0"/>
          </a:p>
        </p:txBody>
      </p:sp>
      <p:sp>
        <p:nvSpPr>
          <p:cNvPr id="3" name="S12-card6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둔각을 모두 고르고, 어떻게 알았는지 말해요.</a:t>
            </a:r>
            <a:endParaRPr lang="ko-KR" sz="3000" dirty="0"/>
          </a:p>
        </p:txBody>
      </p:sp>
      <p:sp>
        <p:nvSpPr>
          <p:cNvPr id="5" name="S12-chip61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mark615"/>
          <p:cNvSpPr/>
          <p:nvPr/>
        </p:nvSpPr>
        <p:spPr>
          <a:xfrm>
            <a:off x="1239272" y="4246372"/>
            <a:ext cx="792480" cy="792480"/>
          </a:xfrm>
          <a:prstGeom prst="pie">
            <a:avLst>
              <a:gd name="adj1" fmla="val 14699942"/>
              <a:gd name="adj2" fmla="val 20699959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S12-figure616" descr="비스듬히 놓인 100° 각"/>
          <p:cNvSpPr/>
          <p:nvPr/>
        </p:nvSpPr>
        <p:spPr>
          <a:xfrm flipV="1">
            <a:off x="1635512" y="4032980"/>
            <a:ext cx="2275072" cy="609633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12-mark617"/>
          <p:cNvSpPr/>
          <p:nvPr/>
        </p:nvSpPr>
        <p:spPr>
          <a:xfrm flipH="1" flipV="1">
            <a:off x="640080" y="2507996"/>
            <a:ext cx="995432" cy="2134617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12-chip61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mark619"/>
          <p:cNvSpPr/>
          <p:nvPr/>
        </p:nvSpPr>
        <p:spPr>
          <a:xfrm>
            <a:off x="4326636" y="4366915"/>
            <a:ext cx="792480" cy="792480"/>
          </a:xfrm>
          <a:prstGeom prst="pie">
            <a:avLst>
              <a:gd name="adj1" fmla="val 17999986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1" name="S12-figure620" descr="60° 각"/>
          <p:cNvSpPr/>
          <p:nvPr/>
        </p:nvSpPr>
        <p:spPr>
          <a:xfrm>
            <a:off x="4722876" y="4763155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12-mark621"/>
          <p:cNvSpPr/>
          <p:nvPr/>
        </p:nvSpPr>
        <p:spPr>
          <a:xfrm flipV="1">
            <a:off x="4722876" y="2387453"/>
            <a:ext cx="1371600" cy="2375703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12-chip62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4" name="S12-mark623"/>
          <p:cNvSpPr/>
          <p:nvPr/>
        </p:nvSpPr>
        <p:spPr>
          <a:xfrm>
            <a:off x="9721705" y="2740869"/>
            <a:ext cx="792480" cy="792480"/>
          </a:xfrm>
          <a:prstGeom prst="pie">
            <a:avLst>
              <a:gd name="adj1" fmla="val 2400057"/>
              <a:gd name="adj2" fmla="val 1139995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5" name="S12-figure624" descr="아래쪽으로 놓인 150° 각"/>
          <p:cNvSpPr/>
          <p:nvPr/>
        </p:nvSpPr>
        <p:spPr>
          <a:xfrm flipH="1" flipV="1">
            <a:off x="8278368" y="2812768"/>
            <a:ext cx="1839577" cy="3243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12-mark625"/>
          <p:cNvSpPr/>
          <p:nvPr/>
        </p:nvSpPr>
        <p:spPr>
          <a:xfrm>
            <a:off x="10117945" y="3137109"/>
            <a:ext cx="1430927" cy="1200731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62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62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중심과 밑금을 맞추고, 0에서 시작하는 눈금을 읽어요.</a:t>
            </a:r>
            <a:endParaRPr lang="ko-KR" sz="3000" dirty="0"/>
          </a:p>
        </p:txBody>
      </p:sp>
      <p:sp>
        <p:nvSpPr>
          <p:cNvPr id="5" name="S13-chip62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읽기 전에 예각·둔각 어림하기</a:t>
            </a:r>
            <a:endParaRPr lang="ko-KR" sz="2400" dirty="0"/>
          </a:p>
        </p:txBody>
      </p:sp>
      <p:sp>
        <p:nvSpPr>
          <p:cNvPr id="6" name="S13-chip62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아무 눈금이나 읽기</a:t>
            </a:r>
            <a:endParaRPr lang="ko-KR" sz="2400" dirty="0"/>
          </a:p>
        </p:txBody>
      </p:sp>
      <p:sp>
        <p:nvSpPr>
          <p:cNvPr id="7" name="S13-text63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63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직각은 몇 도?</a:t>
            </a:r>
            <a:endParaRPr lang="ko-KR" sz="2400" dirty="0"/>
          </a:p>
        </p:txBody>
      </p:sp>
      <p:sp>
        <p:nvSpPr>
          <p:cNvPr id="9" name="S13-text63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120°는 예각?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둔각?</a:t>
            </a:r>
            <a:endParaRPr lang="ko-KR" sz="2400" dirty="0"/>
          </a:p>
        </p:txBody>
      </p:sp>
      <p:sp>
        <p:nvSpPr>
          <p:cNvPr id="10" name="S13-text63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예각을 하나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그려요.</a:t>
            </a:r>
            <a:endParaRPr lang="ko-KR" sz="2400" dirty="0"/>
          </a:p>
        </p:txBody>
      </p:sp>
      <p:sp>
        <p:nvSpPr>
          <p:cNvPr id="11" name="S13-text63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각도의 합과 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각과 직각</a:t>
            </a:r>
            <a:endParaRPr lang="ko-KR" sz="4000" dirty="0"/>
          </a:p>
        </p:txBody>
      </p:sp>
      <p:sp>
        <p:nvSpPr>
          <p:cNvPr id="3" name="S14-text6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점에서 그은 두 반직선으로 각을 만들어요.</a:t>
            </a:r>
            <a:endParaRPr lang="ko-KR" sz="3000" dirty="0"/>
          </a:p>
        </p:txBody>
      </p:sp>
      <p:sp>
        <p:nvSpPr>
          <p:cNvPr id="4" name="S14-card636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637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꼭짓점과 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ㄴ이 꼭짓점, 반직선 ㄴㄱ과 ㄴㄷ이 변이에요.</a:t>
            </a:r>
            <a:endParaRPr lang="ko-KR" sz="3000" dirty="0"/>
          </a:p>
        </p:txBody>
      </p:sp>
      <p:sp>
        <p:nvSpPr>
          <p:cNvPr id="6" name="S14-card638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639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반듯하게 두 번 접으면 생기는 각이에요.</a:t>
            </a:r>
            <a:endParaRPr lang="ko-KR" sz="3000" dirty="0"/>
          </a:p>
        </p:txBody>
      </p:sp>
      <p:sp>
        <p:nvSpPr>
          <p:cNvPr id="8" name="S14-mark640"/>
          <p:cNvSpPr/>
          <p:nvPr/>
        </p:nvSpPr>
        <p:spPr>
          <a:xfrm>
            <a:off x="2114956" y="3157266"/>
            <a:ext cx="735492" cy="735492"/>
          </a:xfrm>
          <a:prstGeom prst="pie">
            <a:avLst>
              <a:gd name="adj1" fmla="val 18300045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9" name="S14-figure641" descr="점 ㄴ에서 그은 두 반직선 ㄴㄱ, ㄴㄷ으로 된 각 ㄱㄴㄷ"/>
          <p:cNvSpPr/>
          <p:nvPr/>
        </p:nvSpPr>
        <p:spPr>
          <a:xfrm>
            <a:off x="2482702" y="3525012"/>
            <a:ext cx="151769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14-mark642"/>
          <p:cNvSpPr/>
          <p:nvPr/>
        </p:nvSpPr>
        <p:spPr>
          <a:xfrm flipV="1">
            <a:off x="2482702" y="2377440"/>
            <a:ext cx="803561" cy="114757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14-mark643"/>
          <p:cNvSpPr/>
          <p:nvPr/>
        </p:nvSpPr>
        <p:spPr>
          <a:xfrm>
            <a:off x="3590721" y="346557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mark644"/>
          <p:cNvSpPr/>
          <p:nvPr/>
        </p:nvSpPr>
        <p:spPr>
          <a:xfrm>
            <a:off x="2423266" y="346557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mark645"/>
          <p:cNvSpPr/>
          <p:nvPr/>
        </p:nvSpPr>
        <p:spPr>
          <a:xfrm>
            <a:off x="3025936" y="260489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label647"/>
          <p:cNvSpPr txBox="1"/>
          <p:nvPr/>
        </p:nvSpPr>
        <p:spPr>
          <a:xfrm>
            <a:off x="3396157" y="3027172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5" name="S14-label649"/>
          <p:cNvSpPr txBox="1"/>
          <p:nvPr/>
        </p:nvSpPr>
        <p:spPr>
          <a:xfrm>
            <a:off x="2012412" y="3383603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16" name="S14-label651"/>
          <p:cNvSpPr txBox="1"/>
          <p:nvPr/>
        </p:nvSpPr>
        <p:spPr>
          <a:xfrm>
            <a:off x="2631631" y="227047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7" name="S14-label652"/>
          <p:cNvSpPr txBox="1"/>
          <p:nvPr/>
        </p:nvSpPr>
        <p:spPr>
          <a:xfrm>
            <a:off x="548640" y="3963924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ㄱㄴㄷ</a:t>
            </a:r>
            <a:endParaRPr lang="ko-KR" sz="2400" dirty="0"/>
          </a:p>
        </p:txBody>
      </p:sp>
      <p:sp>
        <p:nvSpPr>
          <p:cNvPr id="18" name="S14-mark653"/>
          <p:cNvSpPr/>
          <p:nvPr/>
        </p:nvSpPr>
        <p:spPr>
          <a:xfrm>
            <a:off x="8099298" y="357073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22860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4-figure654" descr="직각과 직각 표시"/>
          <p:cNvSpPr/>
          <p:nvPr/>
        </p:nvSpPr>
        <p:spPr>
          <a:xfrm>
            <a:off x="8099298" y="3799332"/>
            <a:ext cx="169621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14-mark655"/>
          <p:cNvSpPr/>
          <p:nvPr/>
        </p:nvSpPr>
        <p:spPr>
          <a:xfrm flipV="1">
            <a:off x="8099298" y="2103120"/>
            <a:ext cx="0" cy="169621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14-label656"/>
          <p:cNvSpPr txBox="1"/>
          <p:nvPr/>
        </p:nvSpPr>
        <p:spPr>
          <a:xfrm>
            <a:off x="6254496" y="3963924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각도 재기</dc:title>
  <dc:subject>KR22-G04-MAT-ANGLE-L01</dc:subject>
  <dc:creator>education-ppt</dc:creator>
  <cp:lastModifiedBy>education-ppt</cp:lastModifiedBy>
  <cp:revision>1</cp:revision>
  <dcterms:created xsi:type="dcterms:W3CDTF">2026-10-26T07:54:53Z</dcterms:created>
  <dcterms:modified xsi:type="dcterms:W3CDTF">2026-10-26T07:54:53Z</dcterms:modified>
</cp:coreProperties>
</file>