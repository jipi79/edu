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02e5cc71-63de-5166-74af-a2e82574cdda}">
          <p14:sldIdLst>
            <p14:sldId id="256"/>
            <p14:sldId id="257"/>
          </p14:sldIdLst>
        </p14:section>
        <p14:section name="개념" id="{ac0ac72d-e659-7e72-fa4d-65d5be18b8d2}">
          <p14:sldIdLst>
            <p14:sldId id="258"/>
            <p14:sldId id="259"/>
            <p14:sldId id="262"/>
            <p14:sldId id="263"/>
          </p14:sldIdLst>
        </p14:section>
        <p14:section name="연습" id="{e4b5556f-be26-b54e-c8d6-ba6425aa6540}">
          <p14:sldIdLst>
            <p14:sldId id="260"/>
            <p14:sldId id="261"/>
            <p14:sldId id="264"/>
            <p14:sldId id="265"/>
          </p14:sldIdLst>
        </p14:section>
        <p14:section name="개념" id="{4f205265-c9f5-c573-267d-d9b96468973d}">
          <p14:sldIdLst/>
        </p14:section>
        <p14:section name="연습" id="{1c268047-875d-1fb2-db40-0a2c34d0d9d9}">
          <p14:sldIdLst/>
        </p14:section>
        <p14:section name="확인" id="{9bf848fe-6609-460b-3ae5-6ca3f9324051}">
          <p14:sldIdLst>
            <p14:sldId id="266"/>
            <p14:sldId id="267"/>
            <p14:sldId id="268"/>
          </p14:sldIdLst>
        </p14:section>
        <p14:section name="정리" id="{e986359b-47cd-5ef2-05f4-d95537906007}">
          <p14:sldIdLst>
            <p14:sldId id="269"/>
          </p14:sldIdLst>
        </p14:section>
        <p14:section name="보충" id="{0dba30b8-eb30-31b7-807e-d3004231b2a3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도형을 움직이면 무엇이 바뀌는지 궁금하게 합니다.
시간: 약 2분
이렇게 말해 보세요
- “오른쪽에 깃발 두 개가 있어. 왼쪽 깃발을 움직여서 오른쪽 깃발을 만들었어. 어떻게 움직였을까?”
- “오늘은 도형을 밀고, 뒤집고, 돌려 볼 거야.”
예상 답
- “거울에 비친 것 같아요.” “뒤집었어요.” “깃발 방향이 반대예요.”
막히면
- 답을 확인하지 않고 넘어갑니다. S04에서 자세히 봅니다.
주의
- 오늘은 종이로 오린 깃발 모양을 실제로 밀고, 뒤집고, 돌려 보며 배웁니다. 준비물의 깃발 모양 종이를 미리 오려 둡니다(앞뒤에 같은 색을 칠하거나, 앞면에 ‘앞’이라고 씁니다).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확인(직각과 각도, 시계 방향, 모눈에서 방향과 칸 수)]
목적: 오늘 쓰는 각도(90°, 180°), 시곗바늘이 도는 방향, 모눈에서 방향과 칸 수 세기가 되는지 확인합니다.
시간: 약 3분
이렇게 말해 보세요
- “①은 직각이 몇 도인지, ②는 시곗바늘이 12에서 6까지 돌면 몇 도인지야.”
- “③은 오른쪽 모눈에서 점 ㄱ에서 오른쪽으로 3칸 가 볼까?”
정답
- ① 90°
- ② 180°(직각 두 번, 반 바퀴)
- ③ 점 ㄴ
막히면
- ①, ②가 어려우면 시계를 보여 주며 12에서 3까지가 직각(90°), 12에서 6까지가 반 바퀴(180°)라고 함께 짚습니다.
- 두 문제 이상 틀리면 S15(보충)를 먼저 합니다. 보충으로도 어려우면 초4 ‘각도 재기’를 먼저 다시 합니다.
주의
- 시곗바늘이 도는 방향을 ‘시계 방향’, 반대로 도는 방향을 ‘시계 반대 방향’이라고 합니다. 오늘 돌리기에서 씁니다.
- 계획의 바로 앞 차시는 초4 6차시 ‘다각형과 대각선’(KR22-G04-MAT-POLYGON-L01)이지만, 오늘 수업에 직접 필요한 것은 각도와 방향입니다.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밀기: 모양은 그대로, 위치만]
목적: 도형을 어느 방향으로 밀어도 모양과 크기, 방향은 그대로이고 위치만 바뀐다는 것을 압니다.
시간: 약 3분
이렇게 말해 보세요
- “종이 깃발을 책상 위에서 오른쪽으로 5칸만큼 밀어 볼까? 깃발 모양이 바뀌었어? 깃발이 가리키는 쪽은?”
- “밀기 전과 민 뒤에 무엇이 달라졌어?”
예상 답
- “모양은 그대로예요.” “깃발이 여전히 오른쪽을 가리켜요.” “자리만 바뀌었어요.”
막히면
- 깃발의 한 꼭짓점(깃대 왼쪽 아래)에 손가락을 두고 모눈 칸을 하나씩 세며 5칸 옮겨 봅니다. 다른 꼭짓점도 모두 5칸씩 옮겨집니다.
주의
- 위, 아래, 왼쪽으로 밀어도 마찬가지입니다. 밀 때는 들거나 돌리지 않고 미끄러지듯 옮깁니다.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뒤집기: 오른쪽·아래쪽으로 뒤집으면 바뀌는 것]
목적: 도형을 오른쪽(왼쪽)으로 뒤집으면 왼쪽과 오른쪽이 서로 바뀌고, 아래쪽(위쪽)으로 뒤집으면 위쪽과 아래쪽이 서로 바뀐다는 것을 압니다.
시간: 약 3분
이렇게 말해 보세요
- “종이 깃발을 오른쪽으로 책장 넘기듯 뒤집어 볼까? 깃발이 가리키는 쪽이 어떻게 됐어? 깃발은 여전히 위에 있어?”
- “이번에는 아래쪽으로 뒤집어 보자. 무엇이 바뀌었어?”
예상 답
- “오른쪽으로 뒤집으니 깃발이 왼쪽을 가리켜요. 위쪽은 그대로예요.”
- “아래쪽으로 뒤집으니 깃발이 아래로 갔어요. 오른쪽을 가리키는 건 그대로예요.”
막히면
- 점선 위에 거울(또는 휴대전화 화면)을 세워 비쳐 보면 뒤집은 모양이 보입니다.
- 종이 깃발의 앞면에 ‘앞’이라고 써 두면 뒤집은 것을 알기 쉽습니다.
주의
- 왼쪽으로 뒤집어도 오른쪽으로 뒤집은 것과 모양이 같습니다(위치만 다름). 위쪽으로 뒤집기와 아래쪽으로 뒤집기도 모양이 같습니다.
- 지치면 여기서 쉬고, 다음에 S05부터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안내받는 연습(뒤집은 모양 고르기)]
목적: 도움을 받으며 깃발을 왼쪽으로 뒤집은 모양을 고르고, 왼쪽과 오른쪽이 바뀌었는지로 까닭을 말합니다.
시간: 약 3분
이렇게 말해 보세요
- “★ 처음 깃발을 왼쪽으로 뒤집으면 무엇이 바뀌고 무엇이 그대로일까? 그런 모양을 가, 나, 다에서 찾아봐.”
정답
- 다. 왼쪽과 오른쪽이 바뀌어 깃발이 왼쪽을 향하고, 위아래는 그대로라 깃발이 위쪽에 있습니다.
- 가는 아래쪽(위쪽)으로 뒤집은 모양, 나는 180° 돌린 모양입니다.
막히면
- 종이 깃발을 실제로 왼쪽으로 뒤집어 보고 화면과 비교합니다.
주의
- 나를 고르면 깃발이 왼쪽을 향하는 것만 보고 위아래가 바뀐 것을 놓친 것입니다. 깃발이 위에 있는지 아래에 있는지도 함께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오개념 비교(뒤집는 방향과 바뀌는 쪽)]
목적: 위쪽으로 뒤집으면 위쪽과 아래쪽이 바뀐다는 것을 알고, 뒤집는 방향과 바뀌는 쪽을 헷갈리는 실수를 바로잡습니다(M2).
시간: 약 3분
이렇게 말해 보세요
- “토끼와 곰이 깃발을 위쪽으로 뒤집었어. 누가 맞게 뒤집었을까?”
- “위쪽으로 뒤집으면 무엇과 무엇이 바뀌어?”
예상 답
- “곰이요. 위쪽으로 뒤집으면 위와 아래가 바뀌어요.”
정답
- 곰이 맞습니다. 위쪽으로 뒤집으면 위쪽과 아래쪽이 바뀌어 깃발이 아래로 갑니다. 깃발이 오른쪽을 향하는 것은 그대로입니다.
- 토끼는 왼쪽과 오른쪽을 바꾸었습니다. 이것은 왼쪽(오른쪽)으로 뒤집은 모양입니다.
막히면
- 종이 깃발의 위쪽 가장자리를 잡고 위로 넘기듯 뒤집어 봅니다.
주의
- ‘위쪽으로’는 뒤집는 방향이고, 바뀌는 것은 ‘위쪽과 아래쪽’입니다. 방향 이름과 같은 쪽이 바뀐다고 기억하면 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돌리기: 시계 방향으로 90°]
목적: 도형을 시계 방향으로 90°(직각만큼) 돌리면 위쪽이 오른쪽으로, 오른쪽이 아래쪽으로 간다는 것을 압니다.
시간: 약 3분
이렇게 말해 보세요
- “종이 깃발의 깃대 아래 꼭짓점(점 ㄱ)을 연필로 누르고, 시곗바늘이 도는 방향으로 직각만큼 돌려 볼까?”
- “위를 향하던 깃대는 어느 쪽을 향해? 오른쪽을 가리키던 깃발은?”
예상 답
- “깃대가 오른쪽으로 누웠어요.” “깃발이 아래쪽을 가리켜요.”
막히면
- 시계의 12를 깃대 꼭대기라고 생각하고, 12가 3 자리로 가도록 돌린다고 말해 줍니다.
- 종이 깃발 위에 화살표(↑)를 그려 두고 돌린 뒤 화살표가 어느 쪽을 향하는지 봅니다(→).
주의
- 노란 부채꼴은 돌린 각(90°)입니다. 점 ㄱ은 돌릴 때 움직이지 않는 점(누르고 있는 점)입니다.
- 학교 교과서에서는 돌린 도형을 처음 도형 옆에 따로 그리기도 합니다. 모양과 향하는 쪽이 같으면 같은 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돌리기: 180°와 시계 반대 방향 90°]
목적: 도형을 180° 돌리면 위쪽과 아래쪽, 왼쪽과 오른쪽이 모두 바뀌고, 시계 반대 방향으로 90° 돌리면 위쪽이 왼쪽으로 간다는 것을 압니다.
시간: 약 3분
이렇게 말해 보세요
- “점 ㄱ을 누르고 시계 방향으로 직각만큼 두 번 돌려 볼까? 몇 도 돌린 거야? 깃대와 깃발은 어느 쪽을 향해?”
- “이번에는 시곗바늘과 반대로 직각만큼 돌려 봐. 깃대는 어느 쪽을 향해?”
예상 답
- “180°예요. 깃대가 아래로, 깃발이 왼쪽을 가리켜요.”
- “깃대가 왼쪽으로 누웠어요. 깃발은 위를 가리켜요.”
막히면
- 종이 깃발 위의 화살표(↑)가 180°면 ↓, 시계 반대 방향 90°면 ←가 되는 것을 확인합니다.
주의
- 180°는 시계 방향으로 돌려도 시계 반대 방향으로 돌려도 결과가 같습니다.
- 시계 반대 방향으로 90° 돌린 모양은 시계 방향으로 270° 돌린 모양과 같지만, 270°는 이 차시에서 다루지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오개념 비교(아래쪽으로 뒤집기와 180° 돌리기)]
목적: 아래쪽으로 뒤집은 모양과 180° 돌린 모양이 다르다는 것을 비교해, 뒤집기와 돌리기를 구별합니다(M3).
시간: 약 3분
이렇게 말해 보세요
- “두 깃발 모두 깃발이 아래쪽에 있어. 그러면 두 모양은 같을까? 깃발이 가리키는 쪽을 봐.”
- “종이 깃발로 직접 해 볼까? 아래쪽으로 뒤집은 것과 180° 돌린 것을 나란히 놓아 봐.”
예상 답
- “달라요. 뒤집은 것은 깃발이 오른쪽을 가리키고, 돌린 것은 왼쪽을 가리켜요.”
정답
- 두 모양은 다릅니다. 아래쪽으로 뒤집으면 위아래만 바뀌어 깃발이 여전히 오른쪽을 가리킵니다.
- 180° 돌리면 위아래와 왼쪽·오른쪽이 모두 바뀌어 깃발이 왼쪽을 가리킵니다.
막히면
- 두 그림 위에 각각 화살표(→)를 그려 보게 합니다. 뒤집은 것은 →, 돌린 것은 ←입니다.
주의
- 깃발처럼 위아래·왼쪽오른쪽이 모두 다르게 생긴 도형이어야 차이가 보입니다. 정사각형처럼 대칭인 도형은 결과가 같아 보일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안내받는 연습(시계 방향 90° 돌린 모양 고르기)]
목적: 도움을 받으며 깃발을 시계 방향으로 90° 돌린 모양을 고르고, 위쪽이 어느 쪽으로 갔는지로 까닭을 말합니다.
시간: 약 3분
이렇게 말해 보세요
- “처음 깃발은 깃대가 위를 향하고 깃발이 오른쪽을 가리켜. 시계 방향으로 90° 돌리면 깃대는 어느 쪽을 향할까?”
정답
- 나. 위쪽(깃대 꼭대기)이 오른쪽으로 가고, 오른쪽을 가리키던 깃발은 아래쪽을 가리킵니다.
- 가는 시계 반대 방향으로 90° 돌린 모양, 다는 180° 돌린 모양입니다.
막히면
- 종이 깃발을 S07처럼 실제로 돌려 보고 화면과 비교합니다.
주의
- 가를 고르면 시계 방향과 시계 반대 방향을 바꾸어 생각한 것입니다(M4). 시곗바늘이 12에서 3으로 가는 방향이 시계 방향입니다.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처음 도형을 밀기·뒤집기·돌리기 한 결과를 찾고, 까닭을 말하는지 봅니다.
시간: 약 5분
이렇게 말해 보세요
- “오른쪽 그림에서 ‘처음’ 도형을 움직인 도형이 가, 나, 다, 라야. ①~④에 알맞은 것을 찾아볼래? 왜 그런지도 말해 줘.”
정답
- ① 나
- ② 다
- ③ 라
- ④ 가
막히면
- 바로 알려 주지 말고 “처음 도형의 긴 쪽(가로 3칸)은 어디로 갔어? 짧게 솟은 부분은?”이라고만 묻습니다.
- 종이에 처음 도형을 따라 그려 오린 뒤 직접 움직여 봐도 됩니다. 도움을 받아 해결했다면 기록표에 ‘도움’으로 표시합니다.
주의
- ②와 ③을 헷갈리면 S07·S08을, ①과 ③을 헷갈리면 S09를 다시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다르면 종이 도형으로 직접 움직여 보자.”
정답
- ① 나 ② 다 ③ 라 ④ 가
막히면
- 뒤집기를 틀렸으면 S04·S06으로, 90° 돌리기를 틀렸으면 S07로, 180°를 틀렸으면 S08·S09로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확인(처음 모양으로 돌아오는 움직임)]
목적: 처음 보는 문제에서 뒤집기와 돌리기를 이어서 했을 때의 결과를 생각해, 처음 모양으로 돌아오는 것을 고르고 까닭을 말하는지 확인합니다.
시간: 약 2분
이렇게 말해 보세요
- “깃발을 이렇게 움직이면 처음 모양과 같아지는 것을 모두 골라 볼래? 종이 깃발로 해 봐도 돼.”
정답
- 가, 다입니다. 같은 방향으로 두 번 뒤집으면 처음 모양이 됩니다. 90°씩 네 번 돌리면 360°(한 바퀴)라 처음 모양이 됩니다.
- 나는 90° + 90° = 180°라 위아래와 왼쪽·오른쪽이 모두 바뀝니다. 라는 위아래가 바뀝니다.
막히면
- 종이 깃발로 하나씩 직접 해 봅니다.
주의
- 가와 다를 모두 고르고 까닭을 말하면 두 목표를 모두 이룬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2분
이렇게 말해 보세요
- “밀기, 뒤집기, 돌리기를 하면 각각 무엇이 바뀌고 무엇이 그대로였지?”
예상 답
- “밀면 위치만 바뀌어요.” “오른쪽으로 뒤집으면 왼쪽과 오른쪽이 바뀌어요.” “시계 방향으로 90° 돌리면 위쪽이 오른쪽으로 가요.”
정답
- ① 위치만 바뀌고 모양은 그대로 ② 위쪽과 아래쪽 ③ 오른쪽
막히면
- S03, S04, S07을 차례로 다시 보여 줍니다.
주의
- 다음 차시(막대그래프)부터는 자료와 그래프를 배웁니다.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보충(시계 방향, 90°와 180°)]
목적: S02에서 각도나 시계 방향이 흔들리면, 돌리기를 배우기 전에 시곗바늘로 90°와 180°, 시계 방향을 다시 익힙니다.
시간: 약 5분
이렇게 말해 보세요
- “긴바늘이 12에, 짧은바늘이 3에 있는 시계를 봐. 두 바늘 사이의 각은 어떤 각이야?”
- “짧은바늘이 6에 있으면 두 바늘 사이는 몇 도일까? 시곗바늘은 어느 쪽으로 돌지?”
정답
- 3시: 직각(90°)
- 6시: 일직선(180°, 반 바퀴)
- 시곗바늘이 도는 방향(12 → 3 → 6)이 시계 방향입니다.
막히면
- 집에 있는 시계의 바늘을 손가락으로 따라 돌려 봅니다. 공책 모서리(직각)를 3시 시계 위에 대어 봅니다.
주의
- 보충으로도 어려우면 초4 ‘각도 재기’를 먼저 다시 합니다. 계획의 앞 차시 초4 6차시 ‘다각형과 대각선’(KR22-G04-MAT-POLYGON-L01)은 오늘 내용과 직접 이어지지 않습니다.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도형 · 7차시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평면도형의 이동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평면도형의 이동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수학 · 평면도형의 이동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평면도형의 이동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도형을 움직이면 무엇이 바뀔까?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mark2"/>
          <p:cNvSpPr/>
          <p:nvPr/>
        </p:nvSpPr>
        <p:spPr>
          <a:xfrm>
            <a:off x="8147304" y="1540764"/>
            <a:ext cx="1124712" cy="1124712"/>
          </a:xfrm>
          <a:custGeom>
            <a:avLst/>
            <a:gdLst/>
            <a:ahLst/>
            <a:cxnLst/>
            <a:rect l="l" t="t" r="r" b="b"/>
            <a:pathLst>
              <a:path w="1124712" h="1124712">
                <a:moveTo>
                  <a:pt x="0" y="1124712"/>
                </a:moveTo>
                <a:lnTo>
                  <a:pt x="374904" y="1124712"/>
                </a:lnTo>
                <a:lnTo>
                  <a:pt x="374904" y="749808"/>
                </a:lnTo>
                <a:lnTo>
                  <a:pt x="1124712" y="374904"/>
                </a:lnTo>
                <a:lnTo>
                  <a:pt x="374904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6" name="S01-mark3"/>
          <p:cNvSpPr/>
          <p:nvPr/>
        </p:nvSpPr>
        <p:spPr>
          <a:xfrm>
            <a:off x="10021824" y="1540764"/>
            <a:ext cx="1124712" cy="1124712"/>
          </a:xfrm>
          <a:custGeom>
            <a:avLst/>
            <a:gdLst/>
            <a:ahLst/>
            <a:cxnLst/>
            <a:rect l="l" t="t" r="r" b="b"/>
            <a:pathLst>
              <a:path w="1124712" h="1124712">
                <a:moveTo>
                  <a:pt x="1124712" y="1124712"/>
                </a:moveTo>
                <a:lnTo>
                  <a:pt x="749808" y="1124712"/>
                </a:lnTo>
                <a:lnTo>
                  <a:pt x="749808" y="749808"/>
                </a:lnTo>
                <a:lnTo>
                  <a:pt x="0" y="374904"/>
                </a:lnTo>
                <a:lnTo>
                  <a:pt x="749808" y="0"/>
                </a:lnTo>
                <a:lnTo>
                  <a:pt x="1124712" y="0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7" name="S01-mark4"/>
          <p:cNvSpPr/>
          <p:nvPr/>
        </p:nvSpPr>
        <p:spPr>
          <a:xfrm flipV="1">
            <a:off x="7772400" y="790956"/>
            <a:ext cx="0" cy="262432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 flipV="1">
            <a:off x="8147304" y="790956"/>
            <a:ext cx="0" cy="262432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 flipV="1">
            <a:off x="8522208" y="790956"/>
            <a:ext cx="0" cy="262432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 flipV="1">
            <a:off x="8897112" y="790956"/>
            <a:ext cx="0" cy="262432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 flipV="1">
            <a:off x="9272016" y="790956"/>
            <a:ext cx="0" cy="262432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 flipV="1">
            <a:off x="9646920" y="790956"/>
            <a:ext cx="0" cy="262432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 flipV="1">
            <a:off x="10021824" y="790956"/>
            <a:ext cx="0" cy="262432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 flipV="1">
            <a:off x="10396728" y="790956"/>
            <a:ext cx="0" cy="262432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1-mark12"/>
          <p:cNvSpPr/>
          <p:nvPr/>
        </p:nvSpPr>
        <p:spPr>
          <a:xfrm flipV="1">
            <a:off x="10771632" y="790956"/>
            <a:ext cx="0" cy="262432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1-mark13"/>
          <p:cNvSpPr/>
          <p:nvPr/>
        </p:nvSpPr>
        <p:spPr>
          <a:xfrm flipV="1">
            <a:off x="11146536" y="790956"/>
            <a:ext cx="0" cy="262432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1-mark14"/>
          <p:cNvSpPr/>
          <p:nvPr/>
        </p:nvSpPr>
        <p:spPr>
          <a:xfrm flipV="1">
            <a:off x="11521440" y="790956"/>
            <a:ext cx="0" cy="262432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1-mark15"/>
          <p:cNvSpPr/>
          <p:nvPr/>
        </p:nvSpPr>
        <p:spPr>
          <a:xfrm>
            <a:off x="7772400" y="3415284"/>
            <a:ext cx="37490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1-mark16"/>
          <p:cNvSpPr/>
          <p:nvPr/>
        </p:nvSpPr>
        <p:spPr>
          <a:xfrm>
            <a:off x="7772400" y="3040380"/>
            <a:ext cx="37490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1-mark17"/>
          <p:cNvSpPr/>
          <p:nvPr/>
        </p:nvSpPr>
        <p:spPr>
          <a:xfrm>
            <a:off x="7772400" y="2665476"/>
            <a:ext cx="37490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1-mark18"/>
          <p:cNvSpPr/>
          <p:nvPr/>
        </p:nvSpPr>
        <p:spPr>
          <a:xfrm>
            <a:off x="7772400" y="2290572"/>
            <a:ext cx="37490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1-mark19"/>
          <p:cNvSpPr/>
          <p:nvPr/>
        </p:nvSpPr>
        <p:spPr>
          <a:xfrm>
            <a:off x="7772400" y="1915668"/>
            <a:ext cx="37490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1-mark20"/>
          <p:cNvSpPr/>
          <p:nvPr/>
        </p:nvSpPr>
        <p:spPr>
          <a:xfrm>
            <a:off x="7772400" y="1540764"/>
            <a:ext cx="37490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1-mark21"/>
          <p:cNvSpPr/>
          <p:nvPr/>
        </p:nvSpPr>
        <p:spPr>
          <a:xfrm>
            <a:off x="7772400" y="1165860"/>
            <a:ext cx="37490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1-mark22"/>
          <p:cNvSpPr/>
          <p:nvPr/>
        </p:nvSpPr>
        <p:spPr>
          <a:xfrm>
            <a:off x="7772400" y="790956"/>
            <a:ext cx="37490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1-figure23" descr="모눈 위의 깃발 모양과, 가운데 점선을 기준으로 오른쪽으로 뒤집은 깃발 모양(깃발이 왼쪽을 향함)"/>
          <p:cNvSpPr/>
          <p:nvPr/>
        </p:nvSpPr>
        <p:spPr>
          <a:xfrm>
            <a:off x="8147304" y="1540764"/>
            <a:ext cx="1124712" cy="1124712"/>
          </a:xfrm>
          <a:custGeom>
            <a:avLst/>
            <a:gdLst/>
            <a:ahLst/>
            <a:cxnLst/>
            <a:rect l="l" t="t" r="r" b="b"/>
            <a:pathLst>
              <a:path w="1124712" h="1124712">
                <a:moveTo>
                  <a:pt x="0" y="1124712"/>
                </a:moveTo>
                <a:lnTo>
                  <a:pt x="374904" y="1124712"/>
                </a:lnTo>
                <a:lnTo>
                  <a:pt x="374904" y="749808"/>
                </a:lnTo>
                <a:lnTo>
                  <a:pt x="1124712" y="374904"/>
                </a:lnTo>
                <a:lnTo>
                  <a:pt x="374904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7" name="S01-mark24"/>
          <p:cNvSpPr/>
          <p:nvPr/>
        </p:nvSpPr>
        <p:spPr>
          <a:xfrm>
            <a:off x="10021824" y="1540764"/>
            <a:ext cx="1124712" cy="1124712"/>
          </a:xfrm>
          <a:custGeom>
            <a:avLst/>
            <a:gdLst/>
            <a:ahLst/>
            <a:cxnLst/>
            <a:rect l="l" t="t" r="r" b="b"/>
            <a:pathLst>
              <a:path w="1124712" h="1124712">
                <a:moveTo>
                  <a:pt x="1124712" y="1124712"/>
                </a:moveTo>
                <a:lnTo>
                  <a:pt x="749808" y="1124712"/>
                </a:lnTo>
                <a:lnTo>
                  <a:pt x="749808" y="749808"/>
                </a:lnTo>
                <a:lnTo>
                  <a:pt x="0" y="374904"/>
                </a:lnTo>
                <a:lnTo>
                  <a:pt x="749808" y="0"/>
                </a:lnTo>
                <a:lnTo>
                  <a:pt x="1124712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8" name="S01-mark25"/>
          <p:cNvSpPr/>
          <p:nvPr/>
        </p:nvSpPr>
        <p:spPr>
          <a:xfrm flipV="1">
            <a:off x="9646920" y="1353312"/>
            <a:ext cx="0" cy="1499616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29" name="S01-card26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30" name="S01-cardtext27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도형을 밀고 뒤집은 모양을 알아봐요.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도형을 돌린 모양을 알아봐요.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mark28"/>
          <p:cNvSpPr/>
          <p:nvPr/>
        </p:nvSpPr>
        <p:spPr>
          <a:xfrm flipV="1">
            <a:off x="6672834" y="1943100"/>
            <a:ext cx="0" cy="3657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" name="S02-mark29"/>
          <p:cNvSpPr/>
          <p:nvPr/>
        </p:nvSpPr>
        <p:spPr>
          <a:xfrm flipV="1">
            <a:off x="7587234" y="1943100"/>
            <a:ext cx="0" cy="3657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" name="S02-mark30"/>
          <p:cNvSpPr/>
          <p:nvPr/>
        </p:nvSpPr>
        <p:spPr>
          <a:xfrm flipV="1">
            <a:off x="8501634" y="1943100"/>
            <a:ext cx="0" cy="3657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02-mark31"/>
          <p:cNvSpPr/>
          <p:nvPr/>
        </p:nvSpPr>
        <p:spPr>
          <a:xfrm flipV="1">
            <a:off x="9416034" y="1943100"/>
            <a:ext cx="0" cy="3657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2-mark32"/>
          <p:cNvSpPr/>
          <p:nvPr/>
        </p:nvSpPr>
        <p:spPr>
          <a:xfrm flipV="1">
            <a:off x="10330434" y="1943100"/>
            <a:ext cx="0" cy="3657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2-mark33"/>
          <p:cNvSpPr/>
          <p:nvPr/>
        </p:nvSpPr>
        <p:spPr>
          <a:xfrm flipV="1">
            <a:off x="11244834" y="1943100"/>
            <a:ext cx="0" cy="3657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2-mark34"/>
          <p:cNvSpPr/>
          <p:nvPr/>
        </p:nvSpPr>
        <p:spPr>
          <a:xfrm>
            <a:off x="6672834" y="5600700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2-mark35"/>
          <p:cNvSpPr/>
          <p:nvPr/>
        </p:nvSpPr>
        <p:spPr>
          <a:xfrm>
            <a:off x="6672834" y="4686300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2-mark36"/>
          <p:cNvSpPr/>
          <p:nvPr/>
        </p:nvSpPr>
        <p:spPr>
          <a:xfrm>
            <a:off x="6672834" y="3771900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2-mark37"/>
          <p:cNvSpPr/>
          <p:nvPr/>
        </p:nvSpPr>
        <p:spPr>
          <a:xfrm>
            <a:off x="6672834" y="2857500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2-mark38"/>
          <p:cNvSpPr/>
          <p:nvPr/>
        </p:nvSpPr>
        <p:spPr>
          <a:xfrm>
            <a:off x="6672834" y="1943100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2-mark39"/>
          <p:cNvSpPr/>
          <p:nvPr/>
        </p:nvSpPr>
        <p:spPr>
          <a:xfrm>
            <a:off x="7527798" y="46268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2-mark40"/>
          <p:cNvSpPr/>
          <p:nvPr/>
        </p:nvSpPr>
        <p:spPr>
          <a:xfrm>
            <a:off x="10270998" y="46268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2-mark41"/>
          <p:cNvSpPr/>
          <p:nvPr/>
        </p:nvSpPr>
        <p:spPr>
          <a:xfrm>
            <a:off x="7527798" y="27980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2-mark42"/>
          <p:cNvSpPr/>
          <p:nvPr/>
        </p:nvSpPr>
        <p:spPr>
          <a:xfrm>
            <a:off x="10270998" y="27980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2-label44"/>
          <p:cNvSpPr txBox="1"/>
          <p:nvPr/>
        </p:nvSpPr>
        <p:spPr>
          <a:xfrm>
            <a:off x="7160813" y="4604721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19" name="S02-label46"/>
          <p:cNvSpPr txBox="1"/>
          <p:nvPr/>
        </p:nvSpPr>
        <p:spPr>
          <a:xfrm>
            <a:off x="10248855" y="4604721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20" name="S02-label48"/>
          <p:cNvSpPr txBox="1"/>
          <p:nvPr/>
        </p:nvSpPr>
        <p:spPr>
          <a:xfrm>
            <a:off x="7160813" y="2431079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200" dirty="0"/>
          </a:p>
        </p:txBody>
      </p:sp>
      <p:sp>
        <p:nvSpPr>
          <p:cNvPr id="21" name="S02-label50"/>
          <p:cNvSpPr txBox="1"/>
          <p:nvPr/>
        </p:nvSpPr>
        <p:spPr>
          <a:xfrm>
            <a:off x="10248855" y="2431079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3200" dirty="0"/>
          </a:p>
        </p:txBody>
      </p:sp>
      <p:sp>
        <p:nvSpPr>
          <p:cNvPr id="22" name="S02-chip51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23" name="S02-text52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직각은 몇 도인가요?</a:t>
            </a:r>
            <a:endParaRPr lang="ko-KR" sz="3000" dirty="0"/>
          </a:p>
        </p:txBody>
      </p:sp>
      <p:sp>
        <p:nvSpPr>
          <p:cNvPr id="24" name="S02-chip53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25" name="S02-text54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시곗바늘이 12에서 6까지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돌면 몇 도인가요?</a:t>
            </a:r>
            <a:endParaRPr lang="ko-KR" sz="3000" dirty="0"/>
          </a:p>
        </p:txBody>
      </p:sp>
      <p:sp>
        <p:nvSpPr>
          <p:cNvPr id="26" name="S02-chip55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27" name="S02-text56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 ㄱ에서 오른쪽으로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3칸 간 점은?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도형 밀기</a:t>
            </a:r>
            <a:endParaRPr lang="ko-KR" sz="4000" dirty="0"/>
          </a:p>
        </p:txBody>
      </p:sp>
      <p:sp>
        <p:nvSpPr>
          <p:cNvPr id="3" name="S03-mark57"/>
          <p:cNvSpPr/>
          <p:nvPr/>
        </p:nvSpPr>
        <p:spPr>
          <a:xfrm>
            <a:off x="1441899" y="2716902"/>
            <a:ext cx="1582497" cy="1582497"/>
          </a:xfrm>
          <a:custGeom>
            <a:avLst/>
            <a:gdLst/>
            <a:ahLst/>
            <a:cxnLst/>
            <a:rect l="l" t="t" r="r" b="b"/>
            <a:pathLst>
              <a:path w="1582497" h="1582497">
                <a:moveTo>
                  <a:pt x="0" y="1582497"/>
                </a:moveTo>
                <a:lnTo>
                  <a:pt x="527499" y="1582497"/>
                </a:lnTo>
                <a:lnTo>
                  <a:pt x="527499" y="1054998"/>
                </a:lnTo>
                <a:lnTo>
                  <a:pt x="1582497" y="527499"/>
                </a:lnTo>
                <a:lnTo>
                  <a:pt x="5274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4" name="S03-mark58"/>
          <p:cNvSpPr/>
          <p:nvPr/>
        </p:nvSpPr>
        <p:spPr>
          <a:xfrm>
            <a:off x="4079394" y="2716902"/>
            <a:ext cx="1582497" cy="1582497"/>
          </a:xfrm>
          <a:custGeom>
            <a:avLst/>
            <a:gdLst/>
            <a:ahLst/>
            <a:cxnLst/>
            <a:rect l="l" t="t" r="r" b="b"/>
            <a:pathLst>
              <a:path w="1582497" h="1582497">
                <a:moveTo>
                  <a:pt x="0" y="1582497"/>
                </a:moveTo>
                <a:lnTo>
                  <a:pt x="527499" y="1582497"/>
                </a:lnTo>
                <a:lnTo>
                  <a:pt x="527499" y="1054998"/>
                </a:lnTo>
                <a:lnTo>
                  <a:pt x="1582497" y="527499"/>
                </a:lnTo>
                <a:lnTo>
                  <a:pt x="527499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5" name="S03-mark59"/>
          <p:cNvSpPr/>
          <p:nvPr/>
        </p:nvSpPr>
        <p:spPr>
          <a:xfrm flipV="1">
            <a:off x="914400" y="2189403"/>
            <a:ext cx="0" cy="316499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03-mark60"/>
          <p:cNvSpPr/>
          <p:nvPr/>
        </p:nvSpPr>
        <p:spPr>
          <a:xfrm flipV="1">
            <a:off x="1441899" y="2189403"/>
            <a:ext cx="0" cy="316499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3-mark61"/>
          <p:cNvSpPr/>
          <p:nvPr/>
        </p:nvSpPr>
        <p:spPr>
          <a:xfrm flipV="1">
            <a:off x="1969398" y="2189403"/>
            <a:ext cx="0" cy="316499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3-mark62"/>
          <p:cNvSpPr/>
          <p:nvPr/>
        </p:nvSpPr>
        <p:spPr>
          <a:xfrm flipV="1">
            <a:off x="2496897" y="2189403"/>
            <a:ext cx="0" cy="316499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3-mark63"/>
          <p:cNvSpPr/>
          <p:nvPr/>
        </p:nvSpPr>
        <p:spPr>
          <a:xfrm flipV="1">
            <a:off x="3024396" y="2189403"/>
            <a:ext cx="0" cy="316499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3-mark64"/>
          <p:cNvSpPr/>
          <p:nvPr/>
        </p:nvSpPr>
        <p:spPr>
          <a:xfrm flipV="1">
            <a:off x="3551895" y="2189403"/>
            <a:ext cx="0" cy="316499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3-mark65"/>
          <p:cNvSpPr/>
          <p:nvPr/>
        </p:nvSpPr>
        <p:spPr>
          <a:xfrm flipV="1">
            <a:off x="4079394" y="2189403"/>
            <a:ext cx="0" cy="316499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3-mark66"/>
          <p:cNvSpPr/>
          <p:nvPr/>
        </p:nvSpPr>
        <p:spPr>
          <a:xfrm flipV="1">
            <a:off x="4606894" y="2189403"/>
            <a:ext cx="0" cy="316499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3-mark67"/>
          <p:cNvSpPr/>
          <p:nvPr/>
        </p:nvSpPr>
        <p:spPr>
          <a:xfrm flipV="1">
            <a:off x="5134393" y="2189403"/>
            <a:ext cx="0" cy="316499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3-mark68"/>
          <p:cNvSpPr/>
          <p:nvPr/>
        </p:nvSpPr>
        <p:spPr>
          <a:xfrm flipV="1">
            <a:off x="5661892" y="2189403"/>
            <a:ext cx="0" cy="316499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3-mark69"/>
          <p:cNvSpPr/>
          <p:nvPr/>
        </p:nvSpPr>
        <p:spPr>
          <a:xfrm flipV="1">
            <a:off x="6189391" y="2189403"/>
            <a:ext cx="0" cy="316499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3-mark70"/>
          <p:cNvSpPr/>
          <p:nvPr/>
        </p:nvSpPr>
        <p:spPr>
          <a:xfrm>
            <a:off x="914400" y="5354397"/>
            <a:ext cx="5274991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3-mark71"/>
          <p:cNvSpPr/>
          <p:nvPr/>
        </p:nvSpPr>
        <p:spPr>
          <a:xfrm>
            <a:off x="914400" y="4826898"/>
            <a:ext cx="5274991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3-mark72"/>
          <p:cNvSpPr/>
          <p:nvPr/>
        </p:nvSpPr>
        <p:spPr>
          <a:xfrm>
            <a:off x="914400" y="4299399"/>
            <a:ext cx="5274991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3-mark73"/>
          <p:cNvSpPr/>
          <p:nvPr/>
        </p:nvSpPr>
        <p:spPr>
          <a:xfrm>
            <a:off x="914400" y="3771900"/>
            <a:ext cx="5274991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3-mark74"/>
          <p:cNvSpPr/>
          <p:nvPr/>
        </p:nvSpPr>
        <p:spPr>
          <a:xfrm>
            <a:off x="914400" y="3244401"/>
            <a:ext cx="5274991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3-mark75"/>
          <p:cNvSpPr/>
          <p:nvPr/>
        </p:nvSpPr>
        <p:spPr>
          <a:xfrm>
            <a:off x="914400" y="2716902"/>
            <a:ext cx="5274991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3-mark76"/>
          <p:cNvSpPr/>
          <p:nvPr/>
        </p:nvSpPr>
        <p:spPr>
          <a:xfrm>
            <a:off x="914400" y="2189403"/>
            <a:ext cx="5274991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3-figure77" descr="모눈 위의 깃발과, 오른쪽으로 5칸 민 깃발: 모양과 방향은 같고 위치만 다름"/>
          <p:cNvSpPr/>
          <p:nvPr/>
        </p:nvSpPr>
        <p:spPr>
          <a:xfrm>
            <a:off x="1441899" y="2716902"/>
            <a:ext cx="1582497" cy="1582497"/>
          </a:xfrm>
          <a:custGeom>
            <a:avLst/>
            <a:gdLst/>
            <a:ahLst/>
            <a:cxnLst/>
            <a:rect l="l" t="t" r="r" b="b"/>
            <a:pathLst>
              <a:path w="1582497" h="1582497">
                <a:moveTo>
                  <a:pt x="0" y="1582497"/>
                </a:moveTo>
                <a:lnTo>
                  <a:pt x="527499" y="1582497"/>
                </a:lnTo>
                <a:lnTo>
                  <a:pt x="527499" y="1054998"/>
                </a:lnTo>
                <a:lnTo>
                  <a:pt x="1582497" y="527499"/>
                </a:lnTo>
                <a:lnTo>
                  <a:pt x="527499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4" name="S03-mark78"/>
          <p:cNvSpPr/>
          <p:nvPr/>
        </p:nvSpPr>
        <p:spPr>
          <a:xfrm>
            <a:off x="4079394" y="2716902"/>
            <a:ext cx="1582497" cy="1582497"/>
          </a:xfrm>
          <a:custGeom>
            <a:avLst/>
            <a:gdLst/>
            <a:ahLst/>
            <a:cxnLst/>
            <a:rect l="l" t="t" r="r" b="b"/>
            <a:pathLst>
              <a:path w="1582497" h="1582497">
                <a:moveTo>
                  <a:pt x="0" y="1582497"/>
                </a:moveTo>
                <a:lnTo>
                  <a:pt x="527499" y="1582497"/>
                </a:lnTo>
                <a:lnTo>
                  <a:pt x="527499" y="1054998"/>
                </a:lnTo>
                <a:lnTo>
                  <a:pt x="1582497" y="527499"/>
                </a:lnTo>
                <a:lnTo>
                  <a:pt x="527499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5" name="S03-mark79"/>
          <p:cNvSpPr/>
          <p:nvPr/>
        </p:nvSpPr>
        <p:spPr>
          <a:xfrm>
            <a:off x="1441899" y="4615899"/>
            <a:ext cx="2637495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26" name="S03-label81"/>
          <p:cNvSpPr txBox="1"/>
          <p:nvPr/>
        </p:nvSpPr>
        <p:spPr>
          <a:xfrm>
            <a:off x="2455847" y="4699719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5칸</a:t>
            </a:r>
            <a:endParaRPr lang="ko-KR" sz="2400" dirty="0"/>
          </a:p>
        </p:txBody>
      </p:sp>
      <p:sp>
        <p:nvSpPr>
          <p:cNvPr id="27" name="S03-label83"/>
          <p:cNvSpPr txBox="1"/>
          <p:nvPr/>
        </p:nvSpPr>
        <p:spPr>
          <a:xfrm>
            <a:off x="1879580" y="2104403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</a:t>
            </a:r>
            <a:endParaRPr lang="ko-KR" sz="2400" dirty="0"/>
          </a:p>
        </p:txBody>
      </p:sp>
      <p:sp>
        <p:nvSpPr>
          <p:cNvPr id="28" name="S03-label85"/>
          <p:cNvSpPr txBox="1"/>
          <p:nvPr/>
        </p:nvSpPr>
        <p:spPr>
          <a:xfrm>
            <a:off x="4471355" y="2104403"/>
            <a:ext cx="7985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 뒤</a:t>
            </a:r>
            <a:endParaRPr lang="ko-KR" sz="2400" dirty="0"/>
          </a:p>
        </p:txBody>
      </p:sp>
      <p:sp>
        <p:nvSpPr>
          <p:cNvPr id="29" name="S03-card86"/>
          <p:cNvSpPr/>
          <p:nvPr/>
        </p:nvSpPr>
        <p:spPr>
          <a:xfrm>
            <a:off x="6920911" y="2602230"/>
            <a:ext cx="4719401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0" name="S03-cardtext87"/>
          <p:cNvSpPr txBox="1"/>
          <p:nvPr/>
        </p:nvSpPr>
        <p:spPr>
          <a:xfrm>
            <a:off x="7195231" y="2739390"/>
            <a:ext cx="4170761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모양과 크기는 그대로예요.</a:t>
            </a:r>
            <a:endParaRPr lang="ko-KR" sz="3000" dirty="0"/>
          </a:p>
        </p:txBody>
      </p:sp>
      <p:sp>
        <p:nvSpPr>
          <p:cNvPr id="31" name="S03-card88"/>
          <p:cNvSpPr/>
          <p:nvPr/>
        </p:nvSpPr>
        <p:spPr>
          <a:xfrm>
            <a:off x="6920911" y="4072890"/>
            <a:ext cx="4719401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2" name="S03-cardtext89"/>
          <p:cNvSpPr txBox="1"/>
          <p:nvPr/>
        </p:nvSpPr>
        <p:spPr>
          <a:xfrm>
            <a:off x="7195231" y="4210050"/>
            <a:ext cx="417076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위치만 바뀌어요.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도형 뒤집기</a:t>
            </a:r>
            <a:endParaRPr lang="ko-KR" sz="4000" dirty="0"/>
          </a:p>
        </p:txBody>
      </p:sp>
      <p:sp>
        <p:nvSpPr>
          <p:cNvPr id="3" name="S04-card90"/>
          <p:cNvSpPr/>
          <p:nvPr/>
        </p:nvSpPr>
        <p:spPr>
          <a:xfrm>
            <a:off x="548640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91"/>
          <p:cNvSpPr txBox="1"/>
          <p:nvPr/>
        </p:nvSpPr>
        <p:spPr>
          <a:xfrm>
            <a:off x="822960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오른쪽으로 뒤집으면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↔ 오른쪽</a:t>
            </a:r>
            <a:endParaRPr lang="ko-KR" sz="3000" dirty="0"/>
          </a:p>
        </p:txBody>
      </p:sp>
      <p:sp>
        <p:nvSpPr>
          <p:cNvPr id="5" name="S04-card92"/>
          <p:cNvSpPr/>
          <p:nvPr/>
        </p:nvSpPr>
        <p:spPr>
          <a:xfrm>
            <a:off x="6208776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93"/>
          <p:cNvSpPr txBox="1"/>
          <p:nvPr/>
        </p:nvSpPr>
        <p:spPr>
          <a:xfrm>
            <a:off x="6483096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아래쪽으로 뒤집으면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위쪽 ↔ 아래쪽</a:t>
            </a:r>
            <a:endParaRPr lang="ko-KR" sz="3000" dirty="0"/>
          </a:p>
        </p:txBody>
      </p:sp>
      <p:sp>
        <p:nvSpPr>
          <p:cNvPr id="7" name="S04-mark94"/>
          <p:cNvSpPr/>
          <p:nvPr/>
        </p:nvSpPr>
        <p:spPr>
          <a:xfrm>
            <a:off x="1677489" y="2199350"/>
            <a:ext cx="1173045" cy="1173045"/>
          </a:xfrm>
          <a:custGeom>
            <a:avLst/>
            <a:gdLst/>
            <a:ahLst/>
            <a:cxnLst/>
            <a:rect l="l" t="t" r="r" b="b"/>
            <a:pathLst>
              <a:path w="1173045" h="1173045">
                <a:moveTo>
                  <a:pt x="0" y="1173045"/>
                </a:moveTo>
                <a:lnTo>
                  <a:pt x="391015" y="1173045"/>
                </a:lnTo>
                <a:lnTo>
                  <a:pt x="391015" y="782030"/>
                </a:lnTo>
                <a:lnTo>
                  <a:pt x="1173045" y="391015"/>
                </a:lnTo>
                <a:lnTo>
                  <a:pt x="39101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8" name="S04-mark95"/>
          <p:cNvSpPr/>
          <p:nvPr/>
        </p:nvSpPr>
        <p:spPr>
          <a:xfrm>
            <a:off x="3632563" y="2199350"/>
            <a:ext cx="1173045" cy="1173045"/>
          </a:xfrm>
          <a:custGeom>
            <a:avLst/>
            <a:gdLst/>
            <a:ahLst/>
            <a:cxnLst/>
            <a:rect l="l" t="t" r="r" b="b"/>
            <a:pathLst>
              <a:path w="1173045" h="1173045">
                <a:moveTo>
                  <a:pt x="1173045" y="1173045"/>
                </a:moveTo>
                <a:lnTo>
                  <a:pt x="782030" y="1173045"/>
                </a:lnTo>
                <a:lnTo>
                  <a:pt x="782030" y="782030"/>
                </a:lnTo>
                <a:lnTo>
                  <a:pt x="0" y="391015"/>
                </a:lnTo>
                <a:lnTo>
                  <a:pt x="782030" y="0"/>
                </a:lnTo>
                <a:lnTo>
                  <a:pt x="1173045" y="0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9" name="S04-mark96"/>
          <p:cNvSpPr/>
          <p:nvPr/>
        </p:nvSpPr>
        <p:spPr>
          <a:xfrm flipV="1">
            <a:off x="1286474" y="1417320"/>
            <a:ext cx="0" cy="273710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4-mark97"/>
          <p:cNvSpPr/>
          <p:nvPr/>
        </p:nvSpPr>
        <p:spPr>
          <a:xfrm flipV="1">
            <a:off x="1677489" y="1417320"/>
            <a:ext cx="0" cy="273710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4-mark98"/>
          <p:cNvSpPr/>
          <p:nvPr/>
        </p:nvSpPr>
        <p:spPr>
          <a:xfrm flipV="1">
            <a:off x="2068503" y="1417320"/>
            <a:ext cx="0" cy="273710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4-mark99"/>
          <p:cNvSpPr/>
          <p:nvPr/>
        </p:nvSpPr>
        <p:spPr>
          <a:xfrm flipV="1">
            <a:off x="2459518" y="1417320"/>
            <a:ext cx="0" cy="273710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4-mark100"/>
          <p:cNvSpPr/>
          <p:nvPr/>
        </p:nvSpPr>
        <p:spPr>
          <a:xfrm flipV="1">
            <a:off x="2850533" y="1417320"/>
            <a:ext cx="0" cy="273710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4-mark101"/>
          <p:cNvSpPr/>
          <p:nvPr/>
        </p:nvSpPr>
        <p:spPr>
          <a:xfrm flipV="1">
            <a:off x="3241548" y="1417320"/>
            <a:ext cx="0" cy="273710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4-mark102"/>
          <p:cNvSpPr/>
          <p:nvPr/>
        </p:nvSpPr>
        <p:spPr>
          <a:xfrm flipV="1">
            <a:off x="3632563" y="1417320"/>
            <a:ext cx="0" cy="273710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4-mark103"/>
          <p:cNvSpPr/>
          <p:nvPr/>
        </p:nvSpPr>
        <p:spPr>
          <a:xfrm flipV="1">
            <a:off x="4023578" y="1417320"/>
            <a:ext cx="0" cy="273710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4-mark104"/>
          <p:cNvSpPr/>
          <p:nvPr/>
        </p:nvSpPr>
        <p:spPr>
          <a:xfrm flipV="1">
            <a:off x="4414593" y="1417320"/>
            <a:ext cx="0" cy="273710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4-mark105"/>
          <p:cNvSpPr/>
          <p:nvPr/>
        </p:nvSpPr>
        <p:spPr>
          <a:xfrm flipV="1">
            <a:off x="4805607" y="1417320"/>
            <a:ext cx="0" cy="273710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4-mark106"/>
          <p:cNvSpPr/>
          <p:nvPr/>
        </p:nvSpPr>
        <p:spPr>
          <a:xfrm flipV="1">
            <a:off x="5196622" y="1417320"/>
            <a:ext cx="0" cy="273710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4-mark107"/>
          <p:cNvSpPr/>
          <p:nvPr/>
        </p:nvSpPr>
        <p:spPr>
          <a:xfrm>
            <a:off x="1286474" y="4154424"/>
            <a:ext cx="391014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4-mark108"/>
          <p:cNvSpPr/>
          <p:nvPr/>
        </p:nvSpPr>
        <p:spPr>
          <a:xfrm>
            <a:off x="1286474" y="3763409"/>
            <a:ext cx="391014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4-mark109"/>
          <p:cNvSpPr/>
          <p:nvPr/>
        </p:nvSpPr>
        <p:spPr>
          <a:xfrm>
            <a:off x="1286474" y="3372394"/>
            <a:ext cx="391014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4-mark110"/>
          <p:cNvSpPr/>
          <p:nvPr/>
        </p:nvSpPr>
        <p:spPr>
          <a:xfrm>
            <a:off x="1286474" y="2981379"/>
            <a:ext cx="391014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4-mark111"/>
          <p:cNvSpPr/>
          <p:nvPr/>
        </p:nvSpPr>
        <p:spPr>
          <a:xfrm>
            <a:off x="1286474" y="2590365"/>
            <a:ext cx="391014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4-mark112"/>
          <p:cNvSpPr/>
          <p:nvPr/>
        </p:nvSpPr>
        <p:spPr>
          <a:xfrm>
            <a:off x="1286474" y="2199350"/>
            <a:ext cx="391014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4-mark113"/>
          <p:cNvSpPr/>
          <p:nvPr/>
        </p:nvSpPr>
        <p:spPr>
          <a:xfrm>
            <a:off x="1286474" y="1808335"/>
            <a:ext cx="391014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4-mark114"/>
          <p:cNvSpPr/>
          <p:nvPr/>
        </p:nvSpPr>
        <p:spPr>
          <a:xfrm>
            <a:off x="1286474" y="1417320"/>
            <a:ext cx="391014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04-figure115" descr="깃발을 세로 점선을 기준으로 오른쪽으로 뒤집음: 깃발이 오른쪽을 향하던 것이 왼쪽을 향함"/>
          <p:cNvSpPr/>
          <p:nvPr/>
        </p:nvSpPr>
        <p:spPr>
          <a:xfrm>
            <a:off x="1677489" y="2199350"/>
            <a:ext cx="1173045" cy="1173045"/>
          </a:xfrm>
          <a:custGeom>
            <a:avLst/>
            <a:gdLst/>
            <a:ahLst/>
            <a:cxnLst/>
            <a:rect l="l" t="t" r="r" b="b"/>
            <a:pathLst>
              <a:path w="1173045" h="1173045">
                <a:moveTo>
                  <a:pt x="0" y="1173045"/>
                </a:moveTo>
                <a:lnTo>
                  <a:pt x="391015" y="1173045"/>
                </a:lnTo>
                <a:lnTo>
                  <a:pt x="391015" y="782030"/>
                </a:lnTo>
                <a:lnTo>
                  <a:pt x="1173045" y="391015"/>
                </a:lnTo>
                <a:lnTo>
                  <a:pt x="391015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9" name="S04-mark116"/>
          <p:cNvSpPr/>
          <p:nvPr/>
        </p:nvSpPr>
        <p:spPr>
          <a:xfrm>
            <a:off x="3632563" y="2199350"/>
            <a:ext cx="1173045" cy="1173045"/>
          </a:xfrm>
          <a:custGeom>
            <a:avLst/>
            <a:gdLst/>
            <a:ahLst/>
            <a:cxnLst/>
            <a:rect l="l" t="t" r="r" b="b"/>
            <a:pathLst>
              <a:path w="1173045" h="1173045">
                <a:moveTo>
                  <a:pt x="1173045" y="1173045"/>
                </a:moveTo>
                <a:lnTo>
                  <a:pt x="782030" y="1173045"/>
                </a:lnTo>
                <a:lnTo>
                  <a:pt x="782030" y="782030"/>
                </a:lnTo>
                <a:lnTo>
                  <a:pt x="0" y="391015"/>
                </a:lnTo>
                <a:lnTo>
                  <a:pt x="782030" y="0"/>
                </a:lnTo>
                <a:lnTo>
                  <a:pt x="1173045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0" name="S04-mark117"/>
          <p:cNvSpPr/>
          <p:nvPr/>
        </p:nvSpPr>
        <p:spPr>
          <a:xfrm flipV="1">
            <a:off x="3241548" y="2003842"/>
            <a:ext cx="0" cy="1564059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31" name="S04-label118"/>
          <p:cNvSpPr txBox="1"/>
          <p:nvPr/>
        </p:nvSpPr>
        <p:spPr>
          <a:xfrm>
            <a:off x="548640" y="4319016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오른쪽으로 뒤집기</a:t>
            </a:r>
            <a:endParaRPr lang="ko-KR" sz="2400" dirty="0"/>
          </a:p>
        </p:txBody>
      </p:sp>
      <p:sp>
        <p:nvSpPr>
          <p:cNvPr id="32" name="S04-mark119"/>
          <p:cNvSpPr/>
          <p:nvPr/>
        </p:nvSpPr>
        <p:spPr>
          <a:xfrm>
            <a:off x="8536838" y="1691030"/>
            <a:ext cx="821131" cy="821131"/>
          </a:xfrm>
          <a:custGeom>
            <a:avLst/>
            <a:gdLst/>
            <a:ahLst/>
            <a:cxnLst/>
            <a:rect l="l" t="t" r="r" b="b"/>
            <a:pathLst>
              <a:path w="821131" h="821131">
                <a:moveTo>
                  <a:pt x="0" y="821131"/>
                </a:moveTo>
                <a:lnTo>
                  <a:pt x="273710" y="821131"/>
                </a:lnTo>
                <a:lnTo>
                  <a:pt x="273710" y="547421"/>
                </a:lnTo>
                <a:lnTo>
                  <a:pt x="821131" y="273710"/>
                </a:lnTo>
                <a:lnTo>
                  <a:pt x="27371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33" name="S04-mark120"/>
          <p:cNvSpPr/>
          <p:nvPr/>
        </p:nvSpPr>
        <p:spPr>
          <a:xfrm>
            <a:off x="8536838" y="3059582"/>
            <a:ext cx="821131" cy="821131"/>
          </a:xfrm>
          <a:custGeom>
            <a:avLst/>
            <a:gdLst/>
            <a:ahLst/>
            <a:cxnLst/>
            <a:rect l="l" t="t" r="r" b="b"/>
            <a:pathLst>
              <a:path w="821131" h="821131">
                <a:moveTo>
                  <a:pt x="0" y="0"/>
                </a:moveTo>
                <a:lnTo>
                  <a:pt x="273710" y="0"/>
                </a:lnTo>
                <a:lnTo>
                  <a:pt x="273710" y="273710"/>
                </a:lnTo>
                <a:lnTo>
                  <a:pt x="821131" y="547421"/>
                </a:lnTo>
                <a:lnTo>
                  <a:pt x="273710" y="821131"/>
                </a:lnTo>
                <a:lnTo>
                  <a:pt x="0" y="821131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34" name="S04-mark121"/>
          <p:cNvSpPr/>
          <p:nvPr/>
        </p:nvSpPr>
        <p:spPr>
          <a:xfrm flipV="1">
            <a:off x="7989418" y="1417320"/>
            <a:ext cx="0" cy="273710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04-mark122"/>
          <p:cNvSpPr/>
          <p:nvPr/>
        </p:nvSpPr>
        <p:spPr>
          <a:xfrm flipV="1">
            <a:off x="8263128" y="1417320"/>
            <a:ext cx="0" cy="273710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04-mark123"/>
          <p:cNvSpPr/>
          <p:nvPr/>
        </p:nvSpPr>
        <p:spPr>
          <a:xfrm flipV="1">
            <a:off x="8536838" y="1417320"/>
            <a:ext cx="0" cy="273710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04-mark124"/>
          <p:cNvSpPr/>
          <p:nvPr/>
        </p:nvSpPr>
        <p:spPr>
          <a:xfrm flipV="1">
            <a:off x="8810549" y="1417320"/>
            <a:ext cx="0" cy="273710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8" name="S04-mark125"/>
          <p:cNvSpPr/>
          <p:nvPr/>
        </p:nvSpPr>
        <p:spPr>
          <a:xfrm flipV="1">
            <a:off x="9084259" y="1417320"/>
            <a:ext cx="0" cy="273710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9" name="S04-mark126"/>
          <p:cNvSpPr/>
          <p:nvPr/>
        </p:nvSpPr>
        <p:spPr>
          <a:xfrm flipV="1">
            <a:off x="9357970" y="1417320"/>
            <a:ext cx="0" cy="273710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0" name="S04-mark127"/>
          <p:cNvSpPr/>
          <p:nvPr/>
        </p:nvSpPr>
        <p:spPr>
          <a:xfrm flipV="1">
            <a:off x="9631680" y="1417320"/>
            <a:ext cx="0" cy="273710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1" name="S04-mark128"/>
          <p:cNvSpPr/>
          <p:nvPr/>
        </p:nvSpPr>
        <p:spPr>
          <a:xfrm flipV="1">
            <a:off x="9905390" y="1417320"/>
            <a:ext cx="0" cy="273710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2" name="S04-mark129"/>
          <p:cNvSpPr/>
          <p:nvPr/>
        </p:nvSpPr>
        <p:spPr>
          <a:xfrm>
            <a:off x="7989418" y="4154424"/>
            <a:ext cx="191597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3" name="S04-mark130"/>
          <p:cNvSpPr/>
          <p:nvPr/>
        </p:nvSpPr>
        <p:spPr>
          <a:xfrm>
            <a:off x="7989418" y="3880714"/>
            <a:ext cx="191597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4" name="S04-mark131"/>
          <p:cNvSpPr/>
          <p:nvPr/>
        </p:nvSpPr>
        <p:spPr>
          <a:xfrm>
            <a:off x="7989418" y="3607003"/>
            <a:ext cx="191597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5" name="S04-mark132"/>
          <p:cNvSpPr/>
          <p:nvPr/>
        </p:nvSpPr>
        <p:spPr>
          <a:xfrm>
            <a:off x="7989418" y="3333293"/>
            <a:ext cx="191597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6" name="S04-mark133"/>
          <p:cNvSpPr/>
          <p:nvPr/>
        </p:nvSpPr>
        <p:spPr>
          <a:xfrm>
            <a:off x="7989418" y="3059582"/>
            <a:ext cx="191597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7" name="S04-mark134"/>
          <p:cNvSpPr/>
          <p:nvPr/>
        </p:nvSpPr>
        <p:spPr>
          <a:xfrm>
            <a:off x="7989418" y="2785872"/>
            <a:ext cx="191597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8" name="S04-mark135"/>
          <p:cNvSpPr/>
          <p:nvPr/>
        </p:nvSpPr>
        <p:spPr>
          <a:xfrm>
            <a:off x="7989418" y="2512162"/>
            <a:ext cx="191597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9" name="S04-mark136"/>
          <p:cNvSpPr/>
          <p:nvPr/>
        </p:nvSpPr>
        <p:spPr>
          <a:xfrm>
            <a:off x="7989418" y="2238451"/>
            <a:ext cx="191597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0" name="S04-mark137"/>
          <p:cNvSpPr/>
          <p:nvPr/>
        </p:nvSpPr>
        <p:spPr>
          <a:xfrm>
            <a:off x="7989418" y="1964741"/>
            <a:ext cx="191597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1" name="S04-mark138"/>
          <p:cNvSpPr/>
          <p:nvPr/>
        </p:nvSpPr>
        <p:spPr>
          <a:xfrm>
            <a:off x="7989418" y="1691030"/>
            <a:ext cx="191597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2" name="S04-mark139"/>
          <p:cNvSpPr/>
          <p:nvPr/>
        </p:nvSpPr>
        <p:spPr>
          <a:xfrm>
            <a:off x="7989418" y="1417320"/>
            <a:ext cx="191597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3" name="S04-figure140" descr="깃발을 가로 점선을 기준으로 아래쪽으로 뒤집음: 깃발이 위쪽에 있던 것이 아래쪽에 있음"/>
          <p:cNvSpPr/>
          <p:nvPr/>
        </p:nvSpPr>
        <p:spPr>
          <a:xfrm>
            <a:off x="8536838" y="1691030"/>
            <a:ext cx="821131" cy="821131"/>
          </a:xfrm>
          <a:custGeom>
            <a:avLst/>
            <a:gdLst/>
            <a:ahLst/>
            <a:cxnLst/>
            <a:rect l="l" t="t" r="r" b="b"/>
            <a:pathLst>
              <a:path w="821131" h="821131">
                <a:moveTo>
                  <a:pt x="0" y="821131"/>
                </a:moveTo>
                <a:lnTo>
                  <a:pt x="273710" y="821131"/>
                </a:lnTo>
                <a:lnTo>
                  <a:pt x="273710" y="547421"/>
                </a:lnTo>
                <a:lnTo>
                  <a:pt x="821131" y="273710"/>
                </a:lnTo>
                <a:lnTo>
                  <a:pt x="27371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4" name="S04-mark141"/>
          <p:cNvSpPr/>
          <p:nvPr/>
        </p:nvSpPr>
        <p:spPr>
          <a:xfrm>
            <a:off x="8536838" y="3059582"/>
            <a:ext cx="821131" cy="821131"/>
          </a:xfrm>
          <a:custGeom>
            <a:avLst/>
            <a:gdLst/>
            <a:ahLst/>
            <a:cxnLst/>
            <a:rect l="l" t="t" r="r" b="b"/>
            <a:pathLst>
              <a:path w="821131" h="821131">
                <a:moveTo>
                  <a:pt x="0" y="0"/>
                </a:moveTo>
                <a:lnTo>
                  <a:pt x="273710" y="0"/>
                </a:lnTo>
                <a:lnTo>
                  <a:pt x="273710" y="273710"/>
                </a:lnTo>
                <a:lnTo>
                  <a:pt x="821131" y="547421"/>
                </a:lnTo>
                <a:lnTo>
                  <a:pt x="273710" y="821131"/>
                </a:lnTo>
                <a:lnTo>
                  <a:pt x="0" y="821131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5" name="S04-mark142"/>
          <p:cNvSpPr/>
          <p:nvPr/>
        </p:nvSpPr>
        <p:spPr>
          <a:xfrm>
            <a:off x="8399983" y="2785872"/>
            <a:ext cx="109484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56" name="S04-label143"/>
          <p:cNvSpPr txBox="1"/>
          <p:nvPr/>
        </p:nvSpPr>
        <p:spPr>
          <a:xfrm>
            <a:off x="6254496" y="4319016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아래쪽으로 뒤집기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왼쪽으로 뒤집으면?</a:t>
            </a:r>
            <a:endParaRPr lang="ko-KR" sz="4000" dirty="0"/>
          </a:p>
        </p:txBody>
      </p:sp>
      <p:sp>
        <p:nvSpPr>
          <p:cNvPr id="3" name="S05-card1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1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왼쪽으로 뒤집은 모양을 고르고, 까닭을 말해요.</a:t>
            </a:r>
            <a:endParaRPr lang="ko-KR" sz="3000" dirty="0"/>
          </a:p>
        </p:txBody>
      </p:sp>
      <p:sp>
        <p:nvSpPr>
          <p:cNvPr id="5" name="S05-chip146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</a:t>
            </a:r>
            <a:endParaRPr lang="ko-KR" sz="3000" dirty="0"/>
          </a:p>
        </p:txBody>
      </p:sp>
      <p:sp>
        <p:nvSpPr>
          <p:cNvPr id="6" name="S05-mark147"/>
          <p:cNvSpPr/>
          <p:nvPr/>
        </p:nvSpPr>
        <p:spPr>
          <a:xfrm>
            <a:off x="3081528" y="1417320"/>
            <a:ext cx="1092708" cy="1092708"/>
          </a:xfrm>
          <a:custGeom>
            <a:avLst/>
            <a:gdLst/>
            <a:ahLst/>
            <a:cxnLst/>
            <a:rect l="l" t="t" r="r" b="b"/>
            <a:pathLst>
              <a:path w="1092708" h="1092708">
                <a:moveTo>
                  <a:pt x="0" y="1092708"/>
                </a:moveTo>
                <a:lnTo>
                  <a:pt x="364236" y="1092708"/>
                </a:lnTo>
                <a:lnTo>
                  <a:pt x="364236" y="728472"/>
                </a:lnTo>
                <a:lnTo>
                  <a:pt x="1092708" y="364236"/>
                </a:lnTo>
                <a:lnTo>
                  <a:pt x="3642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7" name="S05-mark148"/>
          <p:cNvSpPr/>
          <p:nvPr/>
        </p:nvSpPr>
        <p:spPr>
          <a:xfrm flipV="1">
            <a:off x="3081528" y="141732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5-mark149"/>
          <p:cNvSpPr/>
          <p:nvPr/>
        </p:nvSpPr>
        <p:spPr>
          <a:xfrm flipV="1">
            <a:off x="3445764" y="141732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5-mark150"/>
          <p:cNvSpPr/>
          <p:nvPr/>
        </p:nvSpPr>
        <p:spPr>
          <a:xfrm flipV="1">
            <a:off x="3810000" y="141732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5-mark151"/>
          <p:cNvSpPr/>
          <p:nvPr/>
        </p:nvSpPr>
        <p:spPr>
          <a:xfrm flipV="1">
            <a:off x="4174236" y="141732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5-mark152"/>
          <p:cNvSpPr/>
          <p:nvPr/>
        </p:nvSpPr>
        <p:spPr>
          <a:xfrm>
            <a:off x="3081528" y="2510028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5-mark153"/>
          <p:cNvSpPr/>
          <p:nvPr/>
        </p:nvSpPr>
        <p:spPr>
          <a:xfrm>
            <a:off x="3081528" y="2145792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5-mark154"/>
          <p:cNvSpPr/>
          <p:nvPr/>
        </p:nvSpPr>
        <p:spPr>
          <a:xfrm>
            <a:off x="3081528" y="1781556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5-mark155"/>
          <p:cNvSpPr/>
          <p:nvPr/>
        </p:nvSpPr>
        <p:spPr>
          <a:xfrm>
            <a:off x="3081528" y="1417320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5-figure156" descr="처음 깃발: 깃대는 위를 향하고 깃발은 위쪽에서 오른쪽을 향함"/>
          <p:cNvSpPr/>
          <p:nvPr/>
        </p:nvSpPr>
        <p:spPr>
          <a:xfrm>
            <a:off x="3081528" y="1417320"/>
            <a:ext cx="1092708" cy="1092708"/>
          </a:xfrm>
          <a:custGeom>
            <a:avLst/>
            <a:gdLst/>
            <a:ahLst/>
            <a:cxnLst/>
            <a:rect l="l" t="t" r="r" b="b"/>
            <a:pathLst>
              <a:path w="1092708" h="1092708">
                <a:moveTo>
                  <a:pt x="0" y="1092708"/>
                </a:moveTo>
                <a:lnTo>
                  <a:pt x="364236" y="1092708"/>
                </a:lnTo>
                <a:lnTo>
                  <a:pt x="364236" y="728472"/>
                </a:lnTo>
                <a:lnTo>
                  <a:pt x="1092708" y="364236"/>
                </a:lnTo>
                <a:lnTo>
                  <a:pt x="364236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6" name="S05-label157"/>
          <p:cNvSpPr txBox="1"/>
          <p:nvPr/>
        </p:nvSpPr>
        <p:spPr>
          <a:xfrm>
            <a:off x="1344168" y="2674620"/>
            <a:ext cx="45674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처음 깃발</a:t>
            </a:r>
            <a:endParaRPr lang="ko-KR" sz="2400" dirty="0"/>
          </a:p>
        </p:txBody>
      </p:sp>
      <p:sp>
        <p:nvSpPr>
          <p:cNvPr id="17" name="S05-chip158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18" name="S05-mark159"/>
          <p:cNvSpPr/>
          <p:nvPr/>
        </p:nvSpPr>
        <p:spPr>
          <a:xfrm>
            <a:off x="8810244" y="1417320"/>
            <a:ext cx="1092708" cy="1092708"/>
          </a:xfrm>
          <a:custGeom>
            <a:avLst/>
            <a:gdLst/>
            <a:ahLst/>
            <a:cxnLst/>
            <a:rect l="l" t="t" r="r" b="b"/>
            <a:pathLst>
              <a:path w="1092708" h="1092708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1092708" y="728472"/>
                </a:lnTo>
                <a:lnTo>
                  <a:pt x="364236" y="1092708"/>
                </a:lnTo>
                <a:lnTo>
                  <a:pt x="0" y="1092708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19" name="S05-mark160"/>
          <p:cNvSpPr/>
          <p:nvPr/>
        </p:nvSpPr>
        <p:spPr>
          <a:xfrm flipV="1">
            <a:off x="8810244" y="141732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5-mark161"/>
          <p:cNvSpPr/>
          <p:nvPr/>
        </p:nvSpPr>
        <p:spPr>
          <a:xfrm flipV="1">
            <a:off x="9174480" y="141732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5-mark162"/>
          <p:cNvSpPr/>
          <p:nvPr/>
        </p:nvSpPr>
        <p:spPr>
          <a:xfrm flipV="1">
            <a:off x="9538716" y="141732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5-mark163"/>
          <p:cNvSpPr/>
          <p:nvPr/>
        </p:nvSpPr>
        <p:spPr>
          <a:xfrm flipV="1">
            <a:off x="9902952" y="141732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5-mark164"/>
          <p:cNvSpPr/>
          <p:nvPr/>
        </p:nvSpPr>
        <p:spPr>
          <a:xfrm>
            <a:off x="8810244" y="2510028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5-mark165"/>
          <p:cNvSpPr/>
          <p:nvPr/>
        </p:nvSpPr>
        <p:spPr>
          <a:xfrm>
            <a:off x="8810244" y="2145792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5-mark166"/>
          <p:cNvSpPr/>
          <p:nvPr/>
        </p:nvSpPr>
        <p:spPr>
          <a:xfrm>
            <a:off x="8810244" y="1781556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5-mark167"/>
          <p:cNvSpPr/>
          <p:nvPr/>
        </p:nvSpPr>
        <p:spPr>
          <a:xfrm>
            <a:off x="8810244" y="1417320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5-figure168" descr="가: 깃발이 아래쪽에서 오른쪽을 향함(위·아래가 바뀜)"/>
          <p:cNvSpPr/>
          <p:nvPr/>
        </p:nvSpPr>
        <p:spPr>
          <a:xfrm>
            <a:off x="8810244" y="1417320"/>
            <a:ext cx="1092708" cy="1092708"/>
          </a:xfrm>
          <a:custGeom>
            <a:avLst/>
            <a:gdLst/>
            <a:ahLst/>
            <a:cxnLst/>
            <a:rect l="l" t="t" r="r" b="b"/>
            <a:pathLst>
              <a:path w="1092708" h="1092708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1092708" y="728472"/>
                </a:lnTo>
                <a:lnTo>
                  <a:pt x="364236" y="1092708"/>
                </a:lnTo>
                <a:lnTo>
                  <a:pt x="0" y="1092708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8" name="S05-label169"/>
          <p:cNvSpPr txBox="1"/>
          <p:nvPr/>
        </p:nvSpPr>
        <p:spPr>
          <a:xfrm>
            <a:off x="7072884" y="2674620"/>
            <a:ext cx="45674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ko-KR" sz="2400" dirty="0"/>
          </a:p>
        </p:txBody>
      </p:sp>
      <p:sp>
        <p:nvSpPr>
          <p:cNvPr id="29" name="S05-chip170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30" name="S05-mark171"/>
          <p:cNvSpPr/>
          <p:nvPr/>
        </p:nvSpPr>
        <p:spPr>
          <a:xfrm>
            <a:off x="3081528" y="3451860"/>
            <a:ext cx="1092708" cy="1092708"/>
          </a:xfrm>
          <a:custGeom>
            <a:avLst/>
            <a:gdLst/>
            <a:ahLst/>
            <a:cxnLst/>
            <a:rect l="l" t="t" r="r" b="b"/>
            <a:pathLst>
              <a:path w="1092708" h="1092708">
                <a:moveTo>
                  <a:pt x="1092708" y="0"/>
                </a:moveTo>
                <a:lnTo>
                  <a:pt x="728472" y="0"/>
                </a:lnTo>
                <a:lnTo>
                  <a:pt x="728472" y="364236"/>
                </a:lnTo>
                <a:lnTo>
                  <a:pt x="0" y="728472"/>
                </a:lnTo>
                <a:lnTo>
                  <a:pt x="728472" y="1092708"/>
                </a:lnTo>
                <a:lnTo>
                  <a:pt x="1092708" y="1092708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31" name="S05-mark172"/>
          <p:cNvSpPr/>
          <p:nvPr/>
        </p:nvSpPr>
        <p:spPr>
          <a:xfrm flipV="1">
            <a:off x="3081528" y="345186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05-mark173"/>
          <p:cNvSpPr/>
          <p:nvPr/>
        </p:nvSpPr>
        <p:spPr>
          <a:xfrm flipV="1">
            <a:off x="3445764" y="345186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05-mark174"/>
          <p:cNvSpPr/>
          <p:nvPr/>
        </p:nvSpPr>
        <p:spPr>
          <a:xfrm flipV="1">
            <a:off x="3810000" y="345186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05-mark175"/>
          <p:cNvSpPr/>
          <p:nvPr/>
        </p:nvSpPr>
        <p:spPr>
          <a:xfrm flipV="1">
            <a:off x="4174236" y="345186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05-mark176"/>
          <p:cNvSpPr/>
          <p:nvPr/>
        </p:nvSpPr>
        <p:spPr>
          <a:xfrm>
            <a:off x="3081528" y="4544568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05-mark177"/>
          <p:cNvSpPr/>
          <p:nvPr/>
        </p:nvSpPr>
        <p:spPr>
          <a:xfrm>
            <a:off x="3081528" y="4180332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05-mark178"/>
          <p:cNvSpPr/>
          <p:nvPr/>
        </p:nvSpPr>
        <p:spPr>
          <a:xfrm>
            <a:off x="3081528" y="3816096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8" name="S05-mark179"/>
          <p:cNvSpPr/>
          <p:nvPr/>
        </p:nvSpPr>
        <p:spPr>
          <a:xfrm>
            <a:off x="3081528" y="3451860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9" name="S05-figure180" descr="나: 깃발이 아래쪽에서 왼쪽을 향함(180° 돌림)"/>
          <p:cNvSpPr/>
          <p:nvPr/>
        </p:nvSpPr>
        <p:spPr>
          <a:xfrm>
            <a:off x="3081528" y="3451860"/>
            <a:ext cx="1092708" cy="1092708"/>
          </a:xfrm>
          <a:custGeom>
            <a:avLst/>
            <a:gdLst/>
            <a:ahLst/>
            <a:cxnLst/>
            <a:rect l="l" t="t" r="r" b="b"/>
            <a:pathLst>
              <a:path w="1092708" h="1092708">
                <a:moveTo>
                  <a:pt x="1092708" y="0"/>
                </a:moveTo>
                <a:lnTo>
                  <a:pt x="728472" y="0"/>
                </a:lnTo>
                <a:lnTo>
                  <a:pt x="728472" y="364236"/>
                </a:lnTo>
                <a:lnTo>
                  <a:pt x="0" y="728472"/>
                </a:lnTo>
                <a:lnTo>
                  <a:pt x="728472" y="1092708"/>
                </a:lnTo>
                <a:lnTo>
                  <a:pt x="1092708" y="1092708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0" name="S05-label181"/>
          <p:cNvSpPr txBox="1"/>
          <p:nvPr/>
        </p:nvSpPr>
        <p:spPr>
          <a:xfrm>
            <a:off x="1344168" y="4709160"/>
            <a:ext cx="45674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ko-KR" sz="2400" dirty="0"/>
          </a:p>
        </p:txBody>
      </p:sp>
      <p:sp>
        <p:nvSpPr>
          <p:cNvPr id="41" name="S05-chip182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42" name="S05-mark183"/>
          <p:cNvSpPr/>
          <p:nvPr/>
        </p:nvSpPr>
        <p:spPr>
          <a:xfrm>
            <a:off x="8810244" y="3451860"/>
            <a:ext cx="1092708" cy="1092708"/>
          </a:xfrm>
          <a:custGeom>
            <a:avLst/>
            <a:gdLst/>
            <a:ahLst/>
            <a:cxnLst/>
            <a:rect l="l" t="t" r="r" b="b"/>
            <a:pathLst>
              <a:path w="1092708" h="1092708">
                <a:moveTo>
                  <a:pt x="1092708" y="1092708"/>
                </a:moveTo>
                <a:lnTo>
                  <a:pt x="728472" y="1092708"/>
                </a:lnTo>
                <a:lnTo>
                  <a:pt x="728472" y="728472"/>
                </a:lnTo>
                <a:lnTo>
                  <a:pt x="0" y="364236"/>
                </a:lnTo>
                <a:lnTo>
                  <a:pt x="728472" y="0"/>
                </a:lnTo>
                <a:lnTo>
                  <a:pt x="1092708" y="0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43" name="S05-mark184"/>
          <p:cNvSpPr/>
          <p:nvPr/>
        </p:nvSpPr>
        <p:spPr>
          <a:xfrm flipV="1">
            <a:off x="8810244" y="345186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4" name="S05-mark185"/>
          <p:cNvSpPr/>
          <p:nvPr/>
        </p:nvSpPr>
        <p:spPr>
          <a:xfrm flipV="1">
            <a:off x="9174480" y="345186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5" name="S05-mark186"/>
          <p:cNvSpPr/>
          <p:nvPr/>
        </p:nvSpPr>
        <p:spPr>
          <a:xfrm flipV="1">
            <a:off x="9538716" y="345186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6" name="S05-mark187"/>
          <p:cNvSpPr/>
          <p:nvPr/>
        </p:nvSpPr>
        <p:spPr>
          <a:xfrm flipV="1">
            <a:off x="9902952" y="345186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7" name="S05-mark188"/>
          <p:cNvSpPr/>
          <p:nvPr/>
        </p:nvSpPr>
        <p:spPr>
          <a:xfrm>
            <a:off x="8810244" y="4544568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8" name="S05-mark189"/>
          <p:cNvSpPr/>
          <p:nvPr/>
        </p:nvSpPr>
        <p:spPr>
          <a:xfrm>
            <a:off x="8810244" y="4180332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9" name="S05-mark190"/>
          <p:cNvSpPr/>
          <p:nvPr/>
        </p:nvSpPr>
        <p:spPr>
          <a:xfrm>
            <a:off x="8810244" y="3816096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0" name="S05-mark191"/>
          <p:cNvSpPr/>
          <p:nvPr/>
        </p:nvSpPr>
        <p:spPr>
          <a:xfrm>
            <a:off x="8810244" y="3451860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1" name="S05-figure192" descr="다: 깃발이 위쪽에서 왼쪽을 향함(왼쪽·오른쪽이 바뀜)"/>
          <p:cNvSpPr/>
          <p:nvPr/>
        </p:nvSpPr>
        <p:spPr>
          <a:xfrm>
            <a:off x="8810244" y="3451860"/>
            <a:ext cx="1092708" cy="1092708"/>
          </a:xfrm>
          <a:custGeom>
            <a:avLst/>
            <a:gdLst/>
            <a:ahLst/>
            <a:cxnLst/>
            <a:rect l="l" t="t" r="r" b="b"/>
            <a:pathLst>
              <a:path w="1092708" h="1092708">
                <a:moveTo>
                  <a:pt x="1092708" y="1092708"/>
                </a:moveTo>
                <a:lnTo>
                  <a:pt x="728472" y="1092708"/>
                </a:lnTo>
                <a:lnTo>
                  <a:pt x="728472" y="728472"/>
                </a:lnTo>
                <a:lnTo>
                  <a:pt x="0" y="364236"/>
                </a:lnTo>
                <a:lnTo>
                  <a:pt x="728472" y="0"/>
                </a:lnTo>
                <a:lnTo>
                  <a:pt x="1092708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2" name="S05-label193"/>
          <p:cNvSpPr txBox="1"/>
          <p:nvPr/>
        </p:nvSpPr>
        <p:spPr>
          <a:xfrm>
            <a:off x="7072884" y="4709160"/>
            <a:ext cx="45674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6-card19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19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깃발을 위쪽으로 뒤집었어요.</a:t>
            </a:r>
            <a:endParaRPr lang="ko-KR" sz="3000" dirty="0"/>
          </a:p>
        </p:txBody>
      </p:sp>
      <p:sp>
        <p:nvSpPr>
          <p:cNvPr id="5" name="S06-card19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19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무엇이 바뀌는지 말해요.</a:t>
            </a:r>
            <a:endParaRPr lang="ko-KR" sz="3000" dirty="0"/>
          </a:p>
        </p:txBody>
      </p:sp>
      <p:sp>
        <p:nvSpPr>
          <p:cNvPr id="7" name="S06-chip19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400" dirty="0"/>
          </a:p>
        </p:txBody>
      </p:sp>
      <p:sp>
        <p:nvSpPr>
          <p:cNvPr id="8" name="S06-mark199"/>
          <p:cNvSpPr/>
          <p:nvPr/>
        </p:nvSpPr>
        <p:spPr>
          <a:xfrm>
            <a:off x="2570226" y="3246120"/>
            <a:ext cx="1319784" cy="1319784"/>
          </a:xfrm>
          <a:custGeom>
            <a:avLst/>
            <a:gdLst/>
            <a:ahLst/>
            <a:cxnLst/>
            <a:rect l="l" t="t" r="r" b="b"/>
            <a:pathLst>
              <a:path w="1319784" h="1319784">
                <a:moveTo>
                  <a:pt x="1319784" y="1319784"/>
                </a:moveTo>
                <a:lnTo>
                  <a:pt x="879856" y="1319784"/>
                </a:lnTo>
                <a:lnTo>
                  <a:pt x="879856" y="879856"/>
                </a:lnTo>
                <a:lnTo>
                  <a:pt x="0" y="439928"/>
                </a:lnTo>
                <a:lnTo>
                  <a:pt x="879856" y="0"/>
                </a:lnTo>
                <a:lnTo>
                  <a:pt x="1319784" y="0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9" name="S06-mark200"/>
          <p:cNvSpPr/>
          <p:nvPr/>
        </p:nvSpPr>
        <p:spPr>
          <a:xfrm flipV="1">
            <a:off x="2570226" y="3246120"/>
            <a:ext cx="0" cy="131978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6-mark201"/>
          <p:cNvSpPr/>
          <p:nvPr/>
        </p:nvSpPr>
        <p:spPr>
          <a:xfrm flipV="1">
            <a:off x="3010154" y="3246120"/>
            <a:ext cx="0" cy="131978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6-mark202"/>
          <p:cNvSpPr/>
          <p:nvPr/>
        </p:nvSpPr>
        <p:spPr>
          <a:xfrm flipV="1">
            <a:off x="3450082" y="3246120"/>
            <a:ext cx="0" cy="131978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6-mark203"/>
          <p:cNvSpPr/>
          <p:nvPr/>
        </p:nvSpPr>
        <p:spPr>
          <a:xfrm flipV="1">
            <a:off x="3890010" y="3246120"/>
            <a:ext cx="0" cy="131978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6-mark204"/>
          <p:cNvSpPr/>
          <p:nvPr/>
        </p:nvSpPr>
        <p:spPr>
          <a:xfrm>
            <a:off x="2570226" y="4565904"/>
            <a:ext cx="131978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6-mark205"/>
          <p:cNvSpPr/>
          <p:nvPr/>
        </p:nvSpPr>
        <p:spPr>
          <a:xfrm>
            <a:off x="2570226" y="4125976"/>
            <a:ext cx="131978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6-mark206"/>
          <p:cNvSpPr/>
          <p:nvPr/>
        </p:nvSpPr>
        <p:spPr>
          <a:xfrm>
            <a:off x="2570226" y="3686048"/>
            <a:ext cx="131978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6-mark207"/>
          <p:cNvSpPr/>
          <p:nvPr/>
        </p:nvSpPr>
        <p:spPr>
          <a:xfrm>
            <a:off x="2570226" y="3246120"/>
            <a:ext cx="131978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6-figure208" descr="토끼의 답: 깃발이 위쪽에서 왼쪽을 향함"/>
          <p:cNvSpPr/>
          <p:nvPr/>
        </p:nvSpPr>
        <p:spPr>
          <a:xfrm>
            <a:off x="2570226" y="3246120"/>
            <a:ext cx="1319784" cy="1319784"/>
          </a:xfrm>
          <a:custGeom>
            <a:avLst/>
            <a:gdLst/>
            <a:ahLst/>
            <a:cxnLst/>
            <a:rect l="l" t="t" r="r" b="b"/>
            <a:pathLst>
              <a:path w="1319784" h="1319784">
                <a:moveTo>
                  <a:pt x="1319784" y="1319784"/>
                </a:moveTo>
                <a:lnTo>
                  <a:pt x="879856" y="1319784"/>
                </a:lnTo>
                <a:lnTo>
                  <a:pt x="879856" y="879856"/>
                </a:lnTo>
                <a:lnTo>
                  <a:pt x="0" y="439928"/>
                </a:lnTo>
                <a:lnTo>
                  <a:pt x="879856" y="0"/>
                </a:lnTo>
                <a:lnTo>
                  <a:pt x="1319784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8" name="S06-text209"/>
          <p:cNvSpPr txBox="1"/>
          <p:nvPr/>
        </p:nvSpPr>
        <p:spPr>
          <a:xfrm>
            <a:off x="548640" y="4657344"/>
            <a:ext cx="536295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왼쪽과 오른쪽을 바꿨어요.</a:t>
            </a:r>
            <a:endParaRPr lang="ko-KR" sz="2400" dirty="0"/>
          </a:p>
        </p:txBody>
      </p:sp>
      <p:sp>
        <p:nvSpPr>
          <p:cNvPr id="19" name="S06-chip21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400" dirty="0"/>
          </a:p>
        </p:txBody>
      </p:sp>
      <p:sp>
        <p:nvSpPr>
          <p:cNvPr id="20" name="S06-mark211"/>
          <p:cNvSpPr/>
          <p:nvPr/>
        </p:nvSpPr>
        <p:spPr>
          <a:xfrm>
            <a:off x="8298942" y="3246120"/>
            <a:ext cx="1319784" cy="1319784"/>
          </a:xfrm>
          <a:custGeom>
            <a:avLst/>
            <a:gdLst/>
            <a:ahLst/>
            <a:cxnLst/>
            <a:rect l="l" t="t" r="r" b="b"/>
            <a:pathLst>
              <a:path w="1319784" h="1319784">
                <a:moveTo>
                  <a:pt x="0" y="0"/>
                </a:moveTo>
                <a:lnTo>
                  <a:pt x="439928" y="0"/>
                </a:lnTo>
                <a:lnTo>
                  <a:pt x="439928" y="439928"/>
                </a:lnTo>
                <a:lnTo>
                  <a:pt x="1319784" y="879856"/>
                </a:lnTo>
                <a:lnTo>
                  <a:pt x="439928" y="1319784"/>
                </a:lnTo>
                <a:lnTo>
                  <a:pt x="0" y="1319784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21" name="S06-mark212"/>
          <p:cNvSpPr/>
          <p:nvPr/>
        </p:nvSpPr>
        <p:spPr>
          <a:xfrm flipV="1">
            <a:off x="8298942" y="3246120"/>
            <a:ext cx="0" cy="131978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6-mark213"/>
          <p:cNvSpPr/>
          <p:nvPr/>
        </p:nvSpPr>
        <p:spPr>
          <a:xfrm flipV="1">
            <a:off x="8738870" y="3246120"/>
            <a:ext cx="0" cy="131978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6-mark214"/>
          <p:cNvSpPr/>
          <p:nvPr/>
        </p:nvSpPr>
        <p:spPr>
          <a:xfrm flipV="1">
            <a:off x="9178798" y="3246120"/>
            <a:ext cx="0" cy="131978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6-mark215"/>
          <p:cNvSpPr/>
          <p:nvPr/>
        </p:nvSpPr>
        <p:spPr>
          <a:xfrm flipV="1">
            <a:off x="9618726" y="3246120"/>
            <a:ext cx="0" cy="131978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6-mark216"/>
          <p:cNvSpPr/>
          <p:nvPr/>
        </p:nvSpPr>
        <p:spPr>
          <a:xfrm>
            <a:off x="8298942" y="4565904"/>
            <a:ext cx="131978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6-mark217"/>
          <p:cNvSpPr/>
          <p:nvPr/>
        </p:nvSpPr>
        <p:spPr>
          <a:xfrm>
            <a:off x="8298942" y="4125976"/>
            <a:ext cx="131978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6-mark218"/>
          <p:cNvSpPr/>
          <p:nvPr/>
        </p:nvSpPr>
        <p:spPr>
          <a:xfrm>
            <a:off x="8298942" y="3686048"/>
            <a:ext cx="131978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06-mark219"/>
          <p:cNvSpPr/>
          <p:nvPr/>
        </p:nvSpPr>
        <p:spPr>
          <a:xfrm>
            <a:off x="8298942" y="3246120"/>
            <a:ext cx="131978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06-figure220" descr="곰의 답: 깃발이 아래쪽에서 오른쪽을 향함"/>
          <p:cNvSpPr/>
          <p:nvPr/>
        </p:nvSpPr>
        <p:spPr>
          <a:xfrm>
            <a:off x="8298942" y="3246120"/>
            <a:ext cx="1319784" cy="1319784"/>
          </a:xfrm>
          <a:custGeom>
            <a:avLst/>
            <a:gdLst/>
            <a:ahLst/>
            <a:cxnLst/>
            <a:rect l="l" t="t" r="r" b="b"/>
            <a:pathLst>
              <a:path w="1319784" h="1319784">
                <a:moveTo>
                  <a:pt x="0" y="0"/>
                </a:moveTo>
                <a:lnTo>
                  <a:pt x="439928" y="0"/>
                </a:lnTo>
                <a:lnTo>
                  <a:pt x="439928" y="439928"/>
                </a:lnTo>
                <a:lnTo>
                  <a:pt x="1319784" y="879856"/>
                </a:lnTo>
                <a:lnTo>
                  <a:pt x="439928" y="1319784"/>
                </a:lnTo>
                <a:lnTo>
                  <a:pt x="0" y="1319784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0" name="S06-text221"/>
          <p:cNvSpPr txBox="1"/>
          <p:nvPr/>
        </p:nvSpPr>
        <p:spPr>
          <a:xfrm>
            <a:off x="6277356" y="4657344"/>
            <a:ext cx="536295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위쪽과 아래쪽을 바꿨어요.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 방향으로 90°</a:t>
            </a:r>
            <a:endParaRPr lang="ko-KR" sz="4000" dirty="0"/>
          </a:p>
        </p:txBody>
      </p:sp>
      <p:sp>
        <p:nvSpPr>
          <p:cNvPr id="3" name="S07-text22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 ㄱ을 누르고 시곗바늘 방향으로 돌려요.</a:t>
            </a:r>
            <a:endParaRPr lang="ko-KR" sz="3000" dirty="0"/>
          </a:p>
        </p:txBody>
      </p:sp>
      <p:sp>
        <p:nvSpPr>
          <p:cNvPr id="4" name="S07-mark223"/>
          <p:cNvSpPr/>
          <p:nvPr/>
        </p:nvSpPr>
        <p:spPr>
          <a:xfrm>
            <a:off x="2578608" y="2811780"/>
            <a:ext cx="1303020" cy="1303020"/>
          </a:xfrm>
          <a:custGeom>
            <a:avLst/>
            <a:gdLst/>
            <a:ahLst/>
            <a:cxnLst/>
            <a:rect l="l" t="t" r="r" b="b"/>
            <a:pathLst>
              <a:path w="1303020" h="1303020">
                <a:moveTo>
                  <a:pt x="0" y="1303020"/>
                </a:moveTo>
                <a:lnTo>
                  <a:pt x="434340" y="1303020"/>
                </a:lnTo>
                <a:lnTo>
                  <a:pt x="434340" y="868680"/>
                </a:lnTo>
                <a:lnTo>
                  <a:pt x="1303020" y="434340"/>
                </a:lnTo>
                <a:lnTo>
                  <a:pt x="43434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5" name="S07-mark224"/>
          <p:cNvSpPr/>
          <p:nvPr/>
        </p:nvSpPr>
        <p:spPr>
          <a:xfrm>
            <a:off x="2578608" y="4114800"/>
            <a:ext cx="1303020" cy="1303020"/>
          </a:xfrm>
          <a:custGeom>
            <a:avLst/>
            <a:gdLst/>
            <a:ahLst/>
            <a:cxnLst/>
            <a:rect l="l" t="t" r="r" b="b"/>
            <a:pathLst>
              <a:path w="1303020" h="1303020">
                <a:moveTo>
                  <a:pt x="0" y="0"/>
                </a:moveTo>
                <a:lnTo>
                  <a:pt x="0" y="434340"/>
                </a:lnTo>
                <a:lnTo>
                  <a:pt x="434340" y="434340"/>
                </a:lnTo>
                <a:lnTo>
                  <a:pt x="868680" y="1303020"/>
                </a:lnTo>
                <a:lnTo>
                  <a:pt x="1303020" y="434340"/>
                </a:lnTo>
                <a:lnTo>
                  <a:pt x="1303020" y="0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6" name="S07-mark225"/>
          <p:cNvSpPr/>
          <p:nvPr/>
        </p:nvSpPr>
        <p:spPr>
          <a:xfrm flipV="1">
            <a:off x="2144268" y="2377440"/>
            <a:ext cx="0" cy="347472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7-mark226"/>
          <p:cNvSpPr/>
          <p:nvPr/>
        </p:nvSpPr>
        <p:spPr>
          <a:xfrm flipV="1">
            <a:off x="2578608" y="2377440"/>
            <a:ext cx="0" cy="347472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7-mark227"/>
          <p:cNvSpPr/>
          <p:nvPr/>
        </p:nvSpPr>
        <p:spPr>
          <a:xfrm flipV="1">
            <a:off x="3012948" y="2377440"/>
            <a:ext cx="0" cy="347472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7-mark228"/>
          <p:cNvSpPr/>
          <p:nvPr/>
        </p:nvSpPr>
        <p:spPr>
          <a:xfrm flipV="1">
            <a:off x="3447288" y="2377440"/>
            <a:ext cx="0" cy="347472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7-mark229"/>
          <p:cNvSpPr/>
          <p:nvPr/>
        </p:nvSpPr>
        <p:spPr>
          <a:xfrm flipV="1">
            <a:off x="3881628" y="2377440"/>
            <a:ext cx="0" cy="347472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7-mark230"/>
          <p:cNvSpPr/>
          <p:nvPr/>
        </p:nvSpPr>
        <p:spPr>
          <a:xfrm flipV="1">
            <a:off x="4315968" y="2377440"/>
            <a:ext cx="0" cy="347472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7-mark231"/>
          <p:cNvSpPr/>
          <p:nvPr/>
        </p:nvSpPr>
        <p:spPr>
          <a:xfrm>
            <a:off x="2144268" y="5852160"/>
            <a:ext cx="21717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7-mark232"/>
          <p:cNvSpPr/>
          <p:nvPr/>
        </p:nvSpPr>
        <p:spPr>
          <a:xfrm>
            <a:off x="2144268" y="5417820"/>
            <a:ext cx="21717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7-mark233"/>
          <p:cNvSpPr/>
          <p:nvPr/>
        </p:nvSpPr>
        <p:spPr>
          <a:xfrm>
            <a:off x="2144268" y="4983480"/>
            <a:ext cx="21717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7-mark234"/>
          <p:cNvSpPr/>
          <p:nvPr/>
        </p:nvSpPr>
        <p:spPr>
          <a:xfrm>
            <a:off x="2144268" y="4549140"/>
            <a:ext cx="21717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7-mark235"/>
          <p:cNvSpPr/>
          <p:nvPr/>
        </p:nvSpPr>
        <p:spPr>
          <a:xfrm>
            <a:off x="2144268" y="4114800"/>
            <a:ext cx="21717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7-mark236"/>
          <p:cNvSpPr/>
          <p:nvPr/>
        </p:nvSpPr>
        <p:spPr>
          <a:xfrm>
            <a:off x="2144268" y="3680460"/>
            <a:ext cx="21717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7-mark237"/>
          <p:cNvSpPr/>
          <p:nvPr/>
        </p:nvSpPr>
        <p:spPr>
          <a:xfrm>
            <a:off x="2144268" y="3246120"/>
            <a:ext cx="21717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7-mark238"/>
          <p:cNvSpPr/>
          <p:nvPr/>
        </p:nvSpPr>
        <p:spPr>
          <a:xfrm>
            <a:off x="2144268" y="2811780"/>
            <a:ext cx="21717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7-mark239"/>
          <p:cNvSpPr/>
          <p:nvPr/>
        </p:nvSpPr>
        <p:spPr>
          <a:xfrm>
            <a:off x="2144268" y="2377440"/>
            <a:ext cx="21717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7-figure240" descr="점 ㄱ을 중심으로 깃발을 시계 방향으로 90° 돌림: 위쪽을 향하던 깃대가 오른쪽을 향하고, 깃발이 아래쪽을 가리킴"/>
          <p:cNvSpPr/>
          <p:nvPr/>
        </p:nvSpPr>
        <p:spPr>
          <a:xfrm>
            <a:off x="2578608" y="2811780"/>
            <a:ext cx="1303020" cy="1303020"/>
          </a:xfrm>
          <a:custGeom>
            <a:avLst/>
            <a:gdLst/>
            <a:ahLst/>
            <a:cxnLst/>
            <a:rect l="l" t="t" r="r" b="b"/>
            <a:pathLst>
              <a:path w="1303020" h="1303020">
                <a:moveTo>
                  <a:pt x="0" y="1303020"/>
                </a:moveTo>
                <a:lnTo>
                  <a:pt x="434340" y="1303020"/>
                </a:lnTo>
                <a:lnTo>
                  <a:pt x="434340" y="868680"/>
                </a:lnTo>
                <a:lnTo>
                  <a:pt x="1303020" y="434340"/>
                </a:lnTo>
                <a:lnTo>
                  <a:pt x="43434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2" name="S07-mark241"/>
          <p:cNvSpPr/>
          <p:nvPr/>
        </p:nvSpPr>
        <p:spPr>
          <a:xfrm>
            <a:off x="2578608" y="4114800"/>
            <a:ext cx="1303020" cy="1303020"/>
          </a:xfrm>
          <a:custGeom>
            <a:avLst/>
            <a:gdLst/>
            <a:ahLst/>
            <a:cxnLst/>
            <a:rect l="l" t="t" r="r" b="b"/>
            <a:pathLst>
              <a:path w="1303020" h="1303020">
                <a:moveTo>
                  <a:pt x="0" y="0"/>
                </a:moveTo>
                <a:lnTo>
                  <a:pt x="0" y="434340"/>
                </a:lnTo>
                <a:lnTo>
                  <a:pt x="434340" y="434340"/>
                </a:lnTo>
                <a:lnTo>
                  <a:pt x="868680" y="1303020"/>
                </a:lnTo>
                <a:lnTo>
                  <a:pt x="1303020" y="434340"/>
                </a:lnTo>
                <a:lnTo>
                  <a:pt x="130302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3" name="S07-mark242"/>
          <p:cNvSpPr/>
          <p:nvPr/>
        </p:nvSpPr>
        <p:spPr>
          <a:xfrm>
            <a:off x="2578608" y="3767328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347472" h="347472">
                <a:moveTo>
                  <a:pt x="0" y="347472"/>
                </a:moveTo>
                <a:lnTo>
                  <a:pt x="347472" y="347472"/>
                </a:lnTo>
                <a:lnTo>
                  <a:pt x="346728" y="324746"/>
                </a:lnTo>
                <a:lnTo>
                  <a:pt x="344499" y="302118"/>
                </a:lnTo>
                <a:lnTo>
                  <a:pt x="340795" y="279684"/>
                </a:lnTo>
                <a:lnTo>
                  <a:pt x="335632" y="257540"/>
                </a:lnTo>
                <a:lnTo>
                  <a:pt x="329032" y="235781"/>
                </a:lnTo>
                <a:lnTo>
                  <a:pt x="321022" y="214500"/>
                </a:lnTo>
                <a:lnTo>
                  <a:pt x="311638" y="193789"/>
                </a:lnTo>
                <a:lnTo>
                  <a:pt x="300920" y="173736"/>
                </a:lnTo>
                <a:lnTo>
                  <a:pt x="288912" y="154427"/>
                </a:lnTo>
                <a:lnTo>
                  <a:pt x="275668" y="135944"/>
                </a:lnTo>
                <a:lnTo>
                  <a:pt x="261243" y="118368"/>
                </a:lnTo>
                <a:lnTo>
                  <a:pt x="245700" y="101772"/>
                </a:lnTo>
                <a:lnTo>
                  <a:pt x="229104" y="86229"/>
                </a:lnTo>
                <a:lnTo>
                  <a:pt x="211528" y="71804"/>
                </a:lnTo>
                <a:lnTo>
                  <a:pt x="193045" y="58560"/>
                </a:lnTo>
                <a:lnTo>
                  <a:pt x="173736" y="46552"/>
                </a:lnTo>
                <a:lnTo>
                  <a:pt x="153683" y="35834"/>
                </a:lnTo>
                <a:lnTo>
                  <a:pt x="132972" y="26450"/>
                </a:lnTo>
                <a:lnTo>
                  <a:pt x="111691" y="18440"/>
                </a:lnTo>
                <a:lnTo>
                  <a:pt x="89932" y="11840"/>
                </a:lnTo>
                <a:lnTo>
                  <a:pt x="67788" y="6677"/>
                </a:lnTo>
                <a:lnTo>
                  <a:pt x="45354" y="2973"/>
                </a:lnTo>
                <a:lnTo>
                  <a:pt x="22726" y="744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24" name="S07-mark243"/>
          <p:cNvSpPr/>
          <p:nvPr/>
        </p:nvSpPr>
        <p:spPr>
          <a:xfrm>
            <a:off x="2519172" y="40553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7-label245"/>
          <p:cNvSpPr txBox="1"/>
          <p:nvPr/>
        </p:nvSpPr>
        <p:spPr>
          <a:xfrm>
            <a:off x="2152187" y="4033221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26" name="S07-label247"/>
          <p:cNvSpPr txBox="1"/>
          <p:nvPr/>
        </p:nvSpPr>
        <p:spPr>
          <a:xfrm>
            <a:off x="2919984" y="2317242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</a:t>
            </a:r>
            <a:endParaRPr lang="ko-KR" sz="2400" dirty="0"/>
          </a:p>
        </p:txBody>
      </p:sp>
      <p:sp>
        <p:nvSpPr>
          <p:cNvPr id="27" name="S07-label249"/>
          <p:cNvSpPr txBox="1"/>
          <p:nvPr/>
        </p:nvSpPr>
        <p:spPr>
          <a:xfrm>
            <a:off x="3463290" y="5531358"/>
            <a:ext cx="10972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돌린 뒤</a:t>
            </a:r>
            <a:endParaRPr lang="ko-KR" sz="2400" dirty="0"/>
          </a:p>
        </p:txBody>
      </p:sp>
      <p:sp>
        <p:nvSpPr>
          <p:cNvPr id="28" name="S07-card250"/>
          <p:cNvSpPr/>
          <p:nvPr/>
        </p:nvSpPr>
        <p:spPr>
          <a:xfrm>
            <a:off x="6277356" y="2750058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9" name="S07-cardtext251"/>
          <p:cNvSpPr txBox="1"/>
          <p:nvPr/>
        </p:nvSpPr>
        <p:spPr>
          <a:xfrm>
            <a:off x="6551676" y="2887218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 방향 90°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위쪽이 오른쪽으로 가요.</a:t>
            </a:r>
            <a:endParaRPr lang="ko-KR" sz="3000" dirty="0"/>
          </a:p>
        </p:txBody>
      </p:sp>
      <p:sp>
        <p:nvSpPr>
          <p:cNvPr id="30" name="S07-card252"/>
          <p:cNvSpPr/>
          <p:nvPr/>
        </p:nvSpPr>
        <p:spPr>
          <a:xfrm>
            <a:off x="6277356" y="4220718"/>
            <a:ext cx="536295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1" name="S07-cardtext253"/>
          <p:cNvSpPr txBox="1"/>
          <p:nvPr/>
        </p:nvSpPr>
        <p:spPr>
          <a:xfrm>
            <a:off x="6551676" y="4357878"/>
            <a:ext cx="481431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오른쪽은 아래쪽으로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180°, 반대 방향 90°</a:t>
            </a:r>
            <a:endParaRPr lang="ko-KR" sz="4000" dirty="0"/>
          </a:p>
        </p:txBody>
      </p:sp>
      <p:sp>
        <p:nvSpPr>
          <p:cNvPr id="3" name="S08-card254"/>
          <p:cNvSpPr/>
          <p:nvPr/>
        </p:nvSpPr>
        <p:spPr>
          <a:xfrm>
            <a:off x="548640" y="4494276"/>
            <a:ext cx="5431536" cy="1723644"/>
          </a:xfrm>
          <a:prstGeom prst="roundRect">
            <a:avLst>
              <a:gd name="adj" fmla="val 636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255"/>
          <p:cNvSpPr txBox="1"/>
          <p:nvPr/>
        </p:nvSpPr>
        <p:spPr>
          <a:xfrm>
            <a:off x="822960" y="4631436"/>
            <a:ext cx="4882896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180°: 위↔아래,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왼쪽↔오른쪽이 모두 바뀌어요.</a:t>
            </a:r>
            <a:endParaRPr lang="ko-KR" sz="3000" dirty="0"/>
          </a:p>
        </p:txBody>
      </p:sp>
      <p:sp>
        <p:nvSpPr>
          <p:cNvPr id="5" name="S08-card256"/>
          <p:cNvSpPr/>
          <p:nvPr/>
        </p:nvSpPr>
        <p:spPr>
          <a:xfrm>
            <a:off x="6208776" y="4494276"/>
            <a:ext cx="5431536" cy="1723644"/>
          </a:xfrm>
          <a:prstGeom prst="roundRect">
            <a:avLst>
              <a:gd name="adj" fmla="val 636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8-cardtext257"/>
          <p:cNvSpPr txBox="1"/>
          <p:nvPr/>
        </p:nvSpPr>
        <p:spPr>
          <a:xfrm>
            <a:off x="6483096" y="4631436"/>
            <a:ext cx="4882896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 반대 방향 90°: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위쪽이 왼쪽으로 가요.</a:t>
            </a:r>
            <a:endParaRPr lang="ko-KR" sz="3000" dirty="0"/>
          </a:p>
        </p:txBody>
      </p:sp>
      <p:sp>
        <p:nvSpPr>
          <p:cNvPr id="7" name="S08-mark258"/>
          <p:cNvSpPr/>
          <p:nvPr/>
        </p:nvSpPr>
        <p:spPr>
          <a:xfrm>
            <a:off x="3241548" y="1907095"/>
            <a:ext cx="646366" cy="646367"/>
          </a:xfrm>
          <a:custGeom>
            <a:avLst/>
            <a:gdLst/>
            <a:ahLst/>
            <a:cxnLst/>
            <a:rect l="l" t="t" r="r" b="b"/>
            <a:pathLst>
              <a:path w="646366" h="646367">
                <a:moveTo>
                  <a:pt x="0" y="646367"/>
                </a:moveTo>
                <a:lnTo>
                  <a:pt x="215456" y="646367"/>
                </a:lnTo>
                <a:lnTo>
                  <a:pt x="215456" y="430911"/>
                </a:lnTo>
                <a:lnTo>
                  <a:pt x="646366" y="215456"/>
                </a:lnTo>
                <a:lnTo>
                  <a:pt x="21545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8" name="S08-mark259"/>
          <p:cNvSpPr/>
          <p:nvPr/>
        </p:nvSpPr>
        <p:spPr>
          <a:xfrm>
            <a:off x="2595182" y="2553462"/>
            <a:ext cx="646366" cy="646367"/>
          </a:xfrm>
          <a:custGeom>
            <a:avLst/>
            <a:gdLst/>
            <a:ahLst/>
            <a:cxnLst/>
            <a:rect l="l" t="t" r="r" b="b"/>
            <a:pathLst>
              <a:path w="646366" h="646367">
                <a:moveTo>
                  <a:pt x="646366" y="0"/>
                </a:moveTo>
                <a:lnTo>
                  <a:pt x="430911" y="0"/>
                </a:lnTo>
                <a:lnTo>
                  <a:pt x="430911" y="215455"/>
                </a:lnTo>
                <a:lnTo>
                  <a:pt x="0" y="430911"/>
                </a:lnTo>
                <a:lnTo>
                  <a:pt x="430911" y="646367"/>
                </a:lnTo>
                <a:lnTo>
                  <a:pt x="646366" y="646367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9" name="S08-mark260"/>
          <p:cNvSpPr/>
          <p:nvPr/>
        </p:nvSpPr>
        <p:spPr>
          <a:xfrm flipV="1">
            <a:off x="2379726" y="1691640"/>
            <a:ext cx="0" cy="172364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8-mark261"/>
          <p:cNvSpPr/>
          <p:nvPr/>
        </p:nvSpPr>
        <p:spPr>
          <a:xfrm flipV="1">
            <a:off x="2595182" y="1691640"/>
            <a:ext cx="0" cy="172364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8-mark262"/>
          <p:cNvSpPr/>
          <p:nvPr/>
        </p:nvSpPr>
        <p:spPr>
          <a:xfrm flipV="1">
            <a:off x="2810637" y="1691640"/>
            <a:ext cx="0" cy="172364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8-mark263"/>
          <p:cNvSpPr/>
          <p:nvPr/>
        </p:nvSpPr>
        <p:spPr>
          <a:xfrm flipV="1">
            <a:off x="3026093" y="1691640"/>
            <a:ext cx="0" cy="172364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8-mark264"/>
          <p:cNvSpPr/>
          <p:nvPr/>
        </p:nvSpPr>
        <p:spPr>
          <a:xfrm flipV="1">
            <a:off x="3241548" y="1691640"/>
            <a:ext cx="0" cy="172364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8-mark265"/>
          <p:cNvSpPr/>
          <p:nvPr/>
        </p:nvSpPr>
        <p:spPr>
          <a:xfrm flipV="1">
            <a:off x="3457004" y="1691640"/>
            <a:ext cx="0" cy="172364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8-mark266"/>
          <p:cNvSpPr/>
          <p:nvPr/>
        </p:nvSpPr>
        <p:spPr>
          <a:xfrm flipV="1">
            <a:off x="3672459" y="1691640"/>
            <a:ext cx="0" cy="172364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8-mark267"/>
          <p:cNvSpPr/>
          <p:nvPr/>
        </p:nvSpPr>
        <p:spPr>
          <a:xfrm flipV="1">
            <a:off x="3887915" y="1691640"/>
            <a:ext cx="0" cy="172364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8-mark268"/>
          <p:cNvSpPr/>
          <p:nvPr/>
        </p:nvSpPr>
        <p:spPr>
          <a:xfrm flipV="1">
            <a:off x="4103370" y="1691640"/>
            <a:ext cx="0" cy="172364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8-mark269"/>
          <p:cNvSpPr/>
          <p:nvPr/>
        </p:nvSpPr>
        <p:spPr>
          <a:xfrm>
            <a:off x="2379726" y="3415284"/>
            <a:ext cx="172364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8-mark270"/>
          <p:cNvSpPr/>
          <p:nvPr/>
        </p:nvSpPr>
        <p:spPr>
          <a:xfrm>
            <a:off x="2379726" y="3199828"/>
            <a:ext cx="172364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8-mark271"/>
          <p:cNvSpPr/>
          <p:nvPr/>
        </p:nvSpPr>
        <p:spPr>
          <a:xfrm>
            <a:off x="2379726" y="2984373"/>
            <a:ext cx="172364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8-mark272"/>
          <p:cNvSpPr/>
          <p:nvPr/>
        </p:nvSpPr>
        <p:spPr>
          <a:xfrm>
            <a:off x="2379726" y="2768917"/>
            <a:ext cx="172364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8-mark273"/>
          <p:cNvSpPr/>
          <p:nvPr/>
        </p:nvSpPr>
        <p:spPr>
          <a:xfrm>
            <a:off x="2379726" y="2553462"/>
            <a:ext cx="172364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8-mark274"/>
          <p:cNvSpPr/>
          <p:nvPr/>
        </p:nvSpPr>
        <p:spPr>
          <a:xfrm>
            <a:off x="2379726" y="2338007"/>
            <a:ext cx="172364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8-mark275"/>
          <p:cNvSpPr/>
          <p:nvPr/>
        </p:nvSpPr>
        <p:spPr>
          <a:xfrm>
            <a:off x="2379726" y="2122551"/>
            <a:ext cx="172364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8-mark276"/>
          <p:cNvSpPr/>
          <p:nvPr/>
        </p:nvSpPr>
        <p:spPr>
          <a:xfrm>
            <a:off x="2379726" y="1907095"/>
            <a:ext cx="172364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8-mark277"/>
          <p:cNvSpPr/>
          <p:nvPr/>
        </p:nvSpPr>
        <p:spPr>
          <a:xfrm>
            <a:off x="2379726" y="1691640"/>
            <a:ext cx="172364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8-figure278" descr="점 ㄱ을 중심으로 깃발을 시계 방향으로 180° 돌림: 깃대가 아래를 향하고 깃발이 왼쪽을 가리킴"/>
          <p:cNvSpPr/>
          <p:nvPr/>
        </p:nvSpPr>
        <p:spPr>
          <a:xfrm>
            <a:off x="3241548" y="1907095"/>
            <a:ext cx="646366" cy="646367"/>
          </a:xfrm>
          <a:custGeom>
            <a:avLst/>
            <a:gdLst/>
            <a:ahLst/>
            <a:cxnLst/>
            <a:rect l="l" t="t" r="r" b="b"/>
            <a:pathLst>
              <a:path w="646366" h="646367">
                <a:moveTo>
                  <a:pt x="0" y="646367"/>
                </a:moveTo>
                <a:lnTo>
                  <a:pt x="215456" y="646367"/>
                </a:lnTo>
                <a:lnTo>
                  <a:pt x="215456" y="430911"/>
                </a:lnTo>
                <a:lnTo>
                  <a:pt x="646366" y="215456"/>
                </a:lnTo>
                <a:lnTo>
                  <a:pt x="215456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8" name="S08-mark279"/>
          <p:cNvSpPr/>
          <p:nvPr/>
        </p:nvSpPr>
        <p:spPr>
          <a:xfrm>
            <a:off x="2595182" y="2553462"/>
            <a:ext cx="646366" cy="646367"/>
          </a:xfrm>
          <a:custGeom>
            <a:avLst/>
            <a:gdLst/>
            <a:ahLst/>
            <a:cxnLst/>
            <a:rect l="l" t="t" r="r" b="b"/>
            <a:pathLst>
              <a:path w="646366" h="646367">
                <a:moveTo>
                  <a:pt x="646366" y="0"/>
                </a:moveTo>
                <a:lnTo>
                  <a:pt x="430911" y="0"/>
                </a:lnTo>
                <a:lnTo>
                  <a:pt x="430911" y="215455"/>
                </a:lnTo>
                <a:lnTo>
                  <a:pt x="0" y="430911"/>
                </a:lnTo>
                <a:lnTo>
                  <a:pt x="430911" y="646367"/>
                </a:lnTo>
                <a:lnTo>
                  <a:pt x="646366" y="646367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9" name="S08-mark280"/>
          <p:cNvSpPr/>
          <p:nvPr/>
        </p:nvSpPr>
        <p:spPr>
          <a:xfrm>
            <a:off x="3182112" y="2494026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8-label282"/>
          <p:cNvSpPr txBox="1"/>
          <p:nvPr/>
        </p:nvSpPr>
        <p:spPr>
          <a:xfrm>
            <a:off x="3159969" y="2471883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31" name="S08-label283"/>
          <p:cNvSpPr txBox="1"/>
          <p:nvPr/>
        </p:nvSpPr>
        <p:spPr>
          <a:xfrm>
            <a:off x="548640" y="3854196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 방향으로 180°</a:t>
            </a:r>
            <a:endParaRPr lang="ko-KR" sz="2400" dirty="0"/>
          </a:p>
        </p:txBody>
      </p:sp>
      <p:sp>
        <p:nvSpPr>
          <p:cNvPr id="32" name="S08-mark284"/>
          <p:cNvSpPr/>
          <p:nvPr/>
        </p:nvSpPr>
        <p:spPr>
          <a:xfrm>
            <a:off x="8947404" y="2036369"/>
            <a:ext cx="1034186" cy="1034186"/>
          </a:xfrm>
          <a:custGeom>
            <a:avLst/>
            <a:gdLst/>
            <a:ahLst/>
            <a:cxnLst/>
            <a:rect l="l" t="t" r="r" b="b"/>
            <a:pathLst>
              <a:path w="1034186" h="1034186">
                <a:moveTo>
                  <a:pt x="0" y="1034186"/>
                </a:moveTo>
                <a:lnTo>
                  <a:pt x="344729" y="1034186"/>
                </a:lnTo>
                <a:lnTo>
                  <a:pt x="344729" y="689458"/>
                </a:lnTo>
                <a:lnTo>
                  <a:pt x="1034186" y="344729"/>
                </a:lnTo>
                <a:lnTo>
                  <a:pt x="344729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33" name="S08-mark285"/>
          <p:cNvSpPr/>
          <p:nvPr/>
        </p:nvSpPr>
        <p:spPr>
          <a:xfrm>
            <a:off x="7913218" y="2036369"/>
            <a:ext cx="1034186" cy="1034186"/>
          </a:xfrm>
          <a:custGeom>
            <a:avLst/>
            <a:gdLst/>
            <a:ahLst/>
            <a:cxnLst/>
            <a:rect l="l" t="t" r="r" b="b"/>
            <a:pathLst>
              <a:path w="1034186" h="1034186">
                <a:moveTo>
                  <a:pt x="1034186" y="1034186"/>
                </a:moveTo>
                <a:lnTo>
                  <a:pt x="1034186" y="689458"/>
                </a:lnTo>
                <a:lnTo>
                  <a:pt x="689458" y="689458"/>
                </a:lnTo>
                <a:lnTo>
                  <a:pt x="344729" y="0"/>
                </a:lnTo>
                <a:lnTo>
                  <a:pt x="0" y="689458"/>
                </a:lnTo>
                <a:lnTo>
                  <a:pt x="0" y="1034186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34" name="S08-mark286"/>
          <p:cNvSpPr/>
          <p:nvPr/>
        </p:nvSpPr>
        <p:spPr>
          <a:xfrm flipV="1">
            <a:off x="7568489" y="1691640"/>
            <a:ext cx="0" cy="172364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08-mark287"/>
          <p:cNvSpPr/>
          <p:nvPr/>
        </p:nvSpPr>
        <p:spPr>
          <a:xfrm flipV="1">
            <a:off x="7913218" y="1691640"/>
            <a:ext cx="0" cy="172364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08-mark288"/>
          <p:cNvSpPr/>
          <p:nvPr/>
        </p:nvSpPr>
        <p:spPr>
          <a:xfrm flipV="1">
            <a:off x="8257946" y="1691640"/>
            <a:ext cx="0" cy="172364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08-mark289"/>
          <p:cNvSpPr/>
          <p:nvPr/>
        </p:nvSpPr>
        <p:spPr>
          <a:xfrm flipV="1">
            <a:off x="8602675" y="1691640"/>
            <a:ext cx="0" cy="172364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8" name="S08-mark290"/>
          <p:cNvSpPr/>
          <p:nvPr/>
        </p:nvSpPr>
        <p:spPr>
          <a:xfrm flipV="1">
            <a:off x="8947404" y="1691640"/>
            <a:ext cx="0" cy="172364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9" name="S08-mark291"/>
          <p:cNvSpPr/>
          <p:nvPr/>
        </p:nvSpPr>
        <p:spPr>
          <a:xfrm flipV="1">
            <a:off x="9292133" y="1691640"/>
            <a:ext cx="0" cy="172364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0" name="S08-mark292"/>
          <p:cNvSpPr/>
          <p:nvPr/>
        </p:nvSpPr>
        <p:spPr>
          <a:xfrm flipV="1">
            <a:off x="9636862" y="1691640"/>
            <a:ext cx="0" cy="172364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1" name="S08-mark293"/>
          <p:cNvSpPr/>
          <p:nvPr/>
        </p:nvSpPr>
        <p:spPr>
          <a:xfrm flipV="1">
            <a:off x="9981590" y="1691640"/>
            <a:ext cx="0" cy="172364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2" name="S08-mark294"/>
          <p:cNvSpPr/>
          <p:nvPr/>
        </p:nvSpPr>
        <p:spPr>
          <a:xfrm flipV="1">
            <a:off x="10326319" y="1691640"/>
            <a:ext cx="0" cy="172364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3" name="S08-mark295"/>
          <p:cNvSpPr/>
          <p:nvPr/>
        </p:nvSpPr>
        <p:spPr>
          <a:xfrm>
            <a:off x="7568489" y="3415284"/>
            <a:ext cx="275783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4" name="S08-mark296"/>
          <p:cNvSpPr/>
          <p:nvPr/>
        </p:nvSpPr>
        <p:spPr>
          <a:xfrm>
            <a:off x="7568489" y="3070555"/>
            <a:ext cx="275783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5" name="S08-mark297"/>
          <p:cNvSpPr/>
          <p:nvPr/>
        </p:nvSpPr>
        <p:spPr>
          <a:xfrm>
            <a:off x="7568489" y="2725826"/>
            <a:ext cx="275783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6" name="S08-mark298"/>
          <p:cNvSpPr/>
          <p:nvPr/>
        </p:nvSpPr>
        <p:spPr>
          <a:xfrm>
            <a:off x="7568489" y="2381098"/>
            <a:ext cx="275783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7" name="S08-mark299"/>
          <p:cNvSpPr/>
          <p:nvPr/>
        </p:nvSpPr>
        <p:spPr>
          <a:xfrm>
            <a:off x="7568489" y="2036369"/>
            <a:ext cx="275783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8" name="S08-mark300"/>
          <p:cNvSpPr/>
          <p:nvPr/>
        </p:nvSpPr>
        <p:spPr>
          <a:xfrm>
            <a:off x="7568489" y="1691640"/>
            <a:ext cx="275783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9" name="S08-figure301" descr="점 ㄱ을 중심으로 깃발을 시계 반대 방향으로 90° 돌림: 깃대가 왼쪽을 향하고 깃발이 위쪽을 가리킴"/>
          <p:cNvSpPr/>
          <p:nvPr/>
        </p:nvSpPr>
        <p:spPr>
          <a:xfrm>
            <a:off x="8947404" y="2036369"/>
            <a:ext cx="1034186" cy="1034186"/>
          </a:xfrm>
          <a:custGeom>
            <a:avLst/>
            <a:gdLst/>
            <a:ahLst/>
            <a:cxnLst/>
            <a:rect l="l" t="t" r="r" b="b"/>
            <a:pathLst>
              <a:path w="1034186" h="1034186">
                <a:moveTo>
                  <a:pt x="0" y="1034186"/>
                </a:moveTo>
                <a:lnTo>
                  <a:pt x="344729" y="1034186"/>
                </a:lnTo>
                <a:lnTo>
                  <a:pt x="344729" y="689458"/>
                </a:lnTo>
                <a:lnTo>
                  <a:pt x="1034186" y="344729"/>
                </a:lnTo>
                <a:lnTo>
                  <a:pt x="344729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0" name="S08-mark302"/>
          <p:cNvSpPr/>
          <p:nvPr/>
        </p:nvSpPr>
        <p:spPr>
          <a:xfrm>
            <a:off x="7913218" y="2036369"/>
            <a:ext cx="1034186" cy="1034186"/>
          </a:xfrm>
          <a:custGeom>
            <a:avLst/>
            <a:gdLst/>
            <a:ahLst/>
            <a:cxnLst/>
            <a:rect l="l" t="t" r="r" b="b"/>
            <a:pathLst>
              <a:path w="1034186" h="1034186">
                <a:moveTo>
                  <a:pt x="1034186" y="1034186"/>
                </a:moveTo>
                <a:lnTo>
                  <a:pt x="1034186" y="689458"/>
                </a:lnTo>
                <a:lnTo>
                  <a:pt x="689458" y="689458"/>
                </a:lnTo>
                <a:lnTo>
                  <a:pt x="344729" y="0"/>
                </a:lnTo>
                <a:lnTo>
                  <a:pt x="0" y="689458"/>
                </a:lnTo>
                <a:lnTo>
                  <a:pt x="0" y="1034186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1" name="S08-mark303"/>
          <p:cNvSpPr/>
          <p:nvPr/>
        </p:nvSpPr>
        <p:spPr>
          <a:xfrm>
            <a:off x="8887968" y="301111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2" name="S08-label305"/>
          <p:cNvSpPr txBox="1"/>
          <p:nvPr/>
        </p:nvSpPr>
        <p:spPr>
          <a:xfrm>
            <a:off x="8865825" y="2988976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53" name="S08-label306"/>
          <p:cNvSpPr txBox="1"/>
          <p:nvPr/>
        </p:nvSpPr>
        <p:spPr>
          <a:xfrm>
            <a:off x="6254496" y="3854196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 반대 방향으로 90°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모양일까요?</a:t>
            </a:r>
            <a:endParaRPr lang="ko-KR" sz="4000" dirty="0"/>
          </a:p>
        </p:txBody>
      </p:sp>
      <p:sp>
        <p:nvSpPr>
          <p:cNvPr id="3" name="S09-card30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30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깃발을 두 가지로 움직였어요.</a:t>
            </a:r>
            <a:endParaRPr lang="ko-KR" sz="3000" dirty="0"/>
          </a:p>
        </p:txBody>
      </p:sp>
      <p:sp>
        <p:nvSpPr>
          <p:cNvPr id="5" name="S09-card30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3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모양은 같을까요? 다른 점을 말해요.</a:t>
            </a:r>
            <a:endParaRPr lang="ko-KR" sz="3000" dirty="0"/>
          </a:p>
        </p:txBody>
      </p:sp>
      <p:sp>
        <p:nvSpPr>
          <p:cNvPr id="7" name="S09-chip31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아래쪽으로 뒤집기</a:t>
            </a:r>
            <a:endParaRPr lang="ko-KR" sz="2400" dirty="0"/>
          </a:p>
        </p:txBody>
      </p:sp>
      <p:sp>
        <p:nvSpPr>
          <p:cNvPr id="8" name="S09-mark312"/>
          <p:cNvSpPr/>
          <p:nvPr/>
        </p:nvSpPr>
        <p:spPr>
          <a:xfrm>
            <a:off x="2570226" y="3246120"/>
            <a:ext cx="1319784" cy="1319784"/>
          </a:xfrm>
          <a:custGeom>
            <a:avLst/>
            <a:gdLst/>
            <a:ahLst/>
            <a:cxnLst/>
            <a:rect l="l" t="t" r="r" b="b"/>
            <a:pathLst>
              <a:path w="1319784" h="1319784">
                <a:moveTo>
                  <a:pt x="0" y="0"/>
                </a:moveTo>
                <a:lnTo>
                  <a:pt x="439928" y="0"/>
                </a:lnTo>
                <a:lnTo>
                  <a:pt x="439928" y="439928"/>
                </a:lnTo>
                <a:lnTo>
                  <a:pt x="1319784" y="879856"/>
                </a:lnTo>
                <a:lnTo>
                  <a:pt x="439928" y="1319784"/>
                </a:lnTo>
                <a:lnTo>
                  <a:pt x="0" y="1319784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9" name="S09-mark313"/>
          <p:cNvSpPr/>
          <p:nvPr/>
        </p:nvSpPr>
        <p:spPr>
          <a:xfrm flipV="1">
            <a:off x="2570226" y="3246120"/>
            <a:ext cx="0" cy="131978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9-mark314"/>
          <p:cNvSpPr/>
          <p:nvPr/>
        </p:nvSpPr>
        <p:spPr>
          <a:xfrm flipV="1">
            <a:off x="3010154" y="3246120"/>
            <a:ext cx="0" cy="131978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9-mark315"/>
          <p:cNvSpPr/>
          <p:nvPr/>
        </p:nvSpPr>
        <p:spPr>
          <a:xfrm flipV="1">
            <a:off x="3450082" y="3246120"/>
            <a:ext cx="0" cy="131978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9-mark316"/>
          <p:cNvSpPr/>
          <p:nvPr/>
        </p:nvSpPr>
        <p:spPr>
          <a:xfrm flipV="1">
            <a:off x="3890010" y="3246120"/>
            <a:ext cx="0" cy="131978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9-mark317"/>
          <p:cNvSpPr/>
          <p:nvPr/>
        </p:nvSpPr>
        <p:spPr>
          <a:xfrm>
            <a:off x="2570226" y="4565904"/>
            <a:ext cx="131978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9-mark318"/>
          <p:cNvSpPr/>
          <p:nvPr/>
        </p:nvSpPr>
        <p:spPr>
          <a:xfrm>
            <a:off x="2570226" y="4125976"/>
            <a:ext cx="131978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9-mark319"/>
          <p:cNvSpPr/>
          <p:nvPr/>
        </p:nvSpPr>
        <p:spPr>
          <a:xfrm>
            <a:off x="2570226" y="3686048"/>
            <a:ext cx="131978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9-mark320"/>
          <p:cNvSpPr/>
          <p:nvPr/>
        </p:nvSpPr>
        <p:spPr>
          <a:xfrm>
            <a:off x="2570226" y="3246120"/>
            <a:ext cx="131978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9-figure321" descr="아래쪽으로 뒤집은 깃발: 깃발이 아래쪽에서 오른쪽을 향함"/>
          <p:cNvSpPr/>
          <p:nvPr/>
        </p:nvSpPr>
        <p:spPr>
          <a:xfrm>
            <a:off x="2570226" y="3246120"/>
            <a:ext cx="1319784" cy="1319784"/>
          </a:xfrm>
          <a:custGeom>
            <a:avLst/>
            <a:gdLst/>
            <a:ahLst/>
            <a:cxnLst/>
            <a:rect l="l" t="t" r="r" b="b"/>
            <a:pathLst>
              <a:path w="1319784" h="1319784">
                <a:moveTo>
                  <a:pt x="0" y="0"/>
                </a:moveTo>
                <a:lnTo>
                  <a:pt x="439928" y="0"/>
                </a:lnTo>
                <a:lnTo>
                  <a:pt x="439928" y="439928"/>
                </a:lnTo>
                <a:lnTo>
                  <a:pt x="1319784" y="879856"/>
                </a:lnTo>
                <a:lnTo>
                  <a:pt x="439928" y="1319784"/>
                </a:lnTo>
                <a:lnTo>
                  <a:pt x="0" y="1319784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8" name="S09-text322"/>
          <p:cNvSpPr txBox="1"/>
          <p:nvPr/>
        </p:nvSpPr>
        <p:spPr>
          <a:xfrm>
            <a:off x="548640" y="4657344"/>
            <a:ext cx="536295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위쪽과 아래쪽이 바뀌었어요.</a:t>
            </a:r>
            <a:endParaRPr lang="ko-KR" sz="2400" dirty="0"/>
          </a:p>
        </p:txBody>
      </p:sp>
      <p:sp>
        <p:nvSpPr>
          <p:cNvPr id="19" name="S09-chip32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180° 돌리기</a:t>
            </a:r>
            <a:endParaRPr lang="ko-KR" sz="2400" dirty="0"/>
          </a:p>
        </p:txBody>
      </p:sp>
      <p:sp>
        <p:nvSpPr>
          <p:cNvPr id="20" name="S09-mark324"/>
          <p:cNvSpPr/>
          <p:nvPr/>
        </p:nvSpPr>
        <p:spPr>
          <a:xfrm>
            <a:off x="8298942" y="3246120"/>
            <a:ext cx="1319784" cy="1319784"/>
          </a:xfrm>
          <a:custGeom>
            <a:avLst/>
            <a:gdLst/>
            <a:ahLst/>
            <a:cxnLst/>
            <a:rect l="l" t="t" r="r" b="b"/>
            <a:pathLst>
              <a:path w="1319784" h="1319784">
                <a:moveTo>
                  <a:pt x="1319784" y="0"/>
                </a:moveTo>
                <a:lnTo>
                  <a:pt x="879856" y="0"/>
                </a:lnTo>
                <a:lnTo>
                  <a:pt x="879856" y="439928"/>
                </a:lnTo>
                <a:lnTo>
                  <a:pt x="0" y="879856"/>
                </a:lnTo>
                <a:lnTo>
                  <a:pt x="879856" y="1319784"/>
                </a:lnTo>
                <a:lnTo>
                  <a:pt x="1319784" y="1319784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21" name="S09-mark325"/>
          <p:cNvSpPr/>
          <p:nvPr/>
        </p:nvSpPr>
        <p:spPr>
          <a:xfrm flipV="1">
            <a:off x="8298942" y="3246120"/>
            <a:ext cx="0" cy="131978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9-mark326"/>
          <p:cNvSpPr/>
          <p:nvPr/>
        </p:nvSpPr>
        <p:spPr>
          <a:xfrm flipV="1">
            <a:off x="8738870" y="3246120"/>
            <a:ext cx="0" cy="131978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9-mark327"/>
          <p:cNvSpPr/>
          <p:nvPr/>
        </p:nvSpPr>
        <p:spPr>
          <a:xfrm flipV="1">
            <a:off x="9178798" y="3246120"/>
            <a:ext cx="0" cy="131978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9-mark328"/>
          <p:cNvSpPr/>
          <p:nvPr/>
        </p:nvSpPr>
        <p:spPr>
          <a:xfrm flipV="1">
            <a:off x="9618726" y="3246120"/>
            <a:ext cx="0" cy="131978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9-mark329"/>
          <p:cNvSpPr/>
          <p:nvPr/>
        </p:nvSpPr>
        <p:spPr>
          <a:xfrm>
            <a:off x="8298942" y="4565904"/>
            <a:ext cx="131978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9-mark330"/>
          <p:cNvSpPr/>
          <p:nvPr/>
        </p:nvSpPr>
        <p:spPr>
          <a:xfrm>
            <a:off x="8298942" y="4125976"/>
            <a:ext cx="131978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9-mark331"/>
          <p:cNvSpPr/>
          <p:nvPr/>
        </p:nvSpPr>
        <p:spPr>
          <a:xfrm>
            <a:off x="8298942" y="3686048"/>
            <a:ext cx="131978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09-mark332"/>
          <p:cNvSpPr/>
          <p:nvPr/>
        </p:nvSpPr>
        <p:spPr>
          <a:xfrm>
            <a:off x="8298942" y="3246120"/>
            <a:ext cx="131978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09-figure333" descr="180° 돌린 깃발: 깃발이 아래쪽에서 왼쪽을 향함"/>
          <p:cNvSpPr/>
          <p:nvPr/>
        </p:nvSpPr>
        <p:spPr>
          <a:xfrm>
            <a:off x="8298942" y="3246120"/>
            <a:ext cx="1319784" cy="1319784"/>
          </a:xfrm>
          <a:custGeom>
            <a:avLst/>
            <a:gdLst/>
            <a:ahLst/>
            <a:cxnLst/>
            <a:rect l="l" t="t" r="r" b="b"/>
            <a:pathLst>
              <a:path w="1319784" h="1319784">
                <a:moveTo>
                  <a:pt x="1319784" y="0"/>
                </a:moveTo>
                <a:lnTo>
                  <a:pt x="879856" y="0"/>
                </a:lnTo>
                <a:lnTo>
                  <a:pt x="879856" y="439928"/>
                </a:lnTo>
                <a:lnTo>
                  <a:pt x="0" y="879856"/>
                </a:lnTo>
                <a:lnTo>
                  <a:pt x="879856" y="1319784"/>
                </a:lnTo>
                <a:lnTo>
                  <a:pt x="1319784" y="1319784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0" name="S09-text334"/>
          <p:cNvSpPr txBox="1"/>
          <p:nvPr/>
        </p:nvSpPr>
        <p:spPr>
          <a:xfrm>
            <a:off x="6277356" y="4657344"/>
            <a:ext cx="536295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깃발이 어느 쪽을 가리키나요?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 방향으로 90°</a:t>
            </a:r>
            <a:endParaRPr lang="ko-KR" sz="4000" dirty="0"/>
          </a:p>
        </p:txBody>
      </p:sp>
      <p:sp>
        <p:nvSpPr>
          <p:cNvPr id="3" name="S10-card3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3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 방향으로 90° 돌린 모양을 고르고, 까닭을 말해요.</a:t>
            </a:r>
            <a:endParaRPr lang="ko-KR" sz="3000" dirty="0"/>
          </a:p>
        </p:txBody>
      </p:sp>
      <p:sp>
        <p:nvSpPr>
          <p:cNvPr id="5" name="S10-chip337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</a:t>
            </a:r>
            <a:endParaRPr lang="ko-KR" sz="3000" dirty="0"/>
          </a:p>
        </p:txBody>
      </p:sp>
      <p:sp>
        <p:nvSpPr>
          <p:cNvPr id="6" name="S10-mark338"/>
          <p:cNvSpPr/>
          <p:nvPr/>
        </p:nvSpPr>
        <p:spPr>
          <a:xfrm>
            <a:off x="3081528" y="1417320"/>
            <a:ext cx="1092708" cy="1092708"/>
          </a:xfrm>
          <a:custGeom>
            <a:avLst/>
            <a:gdLst/>
            <a:ahLst/>
            <a:cxnLst/>
            <a:rect l="l" t="t" r="r" b="b"/>
            <a:pathLst>
              <a:path w="1092708" h="1092708">
                <a:moveTo>
                  <a:pt x="0" y="1092708"/>
                </a:moveTo>
                <a:lnTo>
                  <a:pt x="364236" y="1092708"/>
                </a:lnTo>
                <a:lnTo>
                  <a:pt x="364236" y="728472"/>
                </a:lnTo>
                <a:lnTo>
                  <a:pt x="1092708" y="364236"/>
                </a:lnTo>
                <a:lnTo>
                  <a:pt x="3642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7" name="S10-mark339"/>
          <p:cNvSpPr/>
          <p:nvPr/>
        </p:nvSpPr>
        <p:spPr>
          <a:xfrm flipV="1">
            <a:off x="3081528" y="141732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10-mark340"/>
          <p:cNvSpPr/>
          <p:nvPr/>
        </p:nvSpPr>
        <p:spPr>
          <a:xfrm flipV="1">
            <a:off x="3445764" y="141732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10-mark341"/>
          <p:cNvSpPr/>
          <p:nvPr/>
        </p:nvSpPr>
        <p:spPr>
          <a:xfrm flipV="1">
            <a:off x="3810000" y="141732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10-mark342"/>
          <p:cNvSpPr/>
          <p:nvPr/>
        </p:nvSpPr>
        <p:spPr>
          <a:xfrm flipV="1">
            <a:off x="4174236" y="141732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0-mark343"/>
          <p:cNvSpPr/>
          <p:nvPr/>
        </p:nvSpPr>
        <p:spPr>
          <a:xfrm>
            <a:off x="3081528" y="2510028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0-mark344"/>
          <p:cNvSpPr/>
          <p:nvPr/>
        </p:nvSpPr>
        <p:spPr>
          <a:xfrm>
            <a:off x="3081528" y="2145792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0-mark345"/>
          <p:cNvSpPr/>
          <p:nvPr/>
        </p:nvSpPr>
        <p:spPr>
          <a:xfrm>
            <a:off x="3081528" y="1781556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0-mark346"/>
          <p:cNvSpPr/>
          <p:nvPr/>
        </p:nvSpPr>
        <p:spPr>
          <a:xfrm>
            <a:off x="3081528" y="1417320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10-figure347" descr="처음 깃발: 깃대는 위를 향하고 깃발은 오른쪽을 가리킴"/>
          <p:cNvSpPr/>
          <p:nvPr/>
        </p:nvSpPr>
        <p:spPr>
          <a:xfrm>
            <a:off x="3081528" y="1417320"/>
            <a:ext cx="1092708" cy="1092708"/>
          </a:xfrm>
          <a:custGeom>
            <a:avLst/>
            <a:gdLst/>
            <a:ahLst/>
            <a:cxnLst/>
            <a:rect l="l" t="t" r="r" b="b"/>
            <a:pathLst>
              <a:path w="1092708" h="1092708">
                <a:moveTo>
                  <a:pt x="0" y="1092708"/>
                </a:moveTo>
                <a:lnTo>
                  <a:pt x="364236" y="1092708"/>
                </a:lnTo>
                <a:lnTo>
                  <a:pt x="364236" y="728472"/>
                </a:lnTo>
                <a:lnTo>
                  <a:pt x="1092708" y="364236"/>
                </a:lnTo>
                <a:lnTo>
                  <a:pt x="364236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6" name="S10-label348"/>
          <p:cNvSpPr txBox="1"/>
          <p:nvPr/>
        </p:nvSpPr>
        <p:spPr>
          <a:xfrm>
            <a:off x="1344168" y="2674620"/>
            <a:ext cx="45674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처음 깃발</a:t>
            </a:r>
            <a:endParaRPr lang="ko-KR" sz="2400" dirty="0"/>
          </a:p>
        </p:txBody>
      </p:sp>
      <p:sp>
        <p:nvSpPr>
          <p:cNvPr id="17" name="S10-chip349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18" name="S10-mark350"/>
          <p:cNvSpPr/>
          <p:nvPr/>
        </p:nvSpPr>
        <p:spPr>
          <a:xfrm>
            <a:off x="8810244" y="1417320"/>
            <a:ext cx="1092708" cy="1092708"/>
          </a:xfrm>
          <a:custGeom>
            <a:avLst/>
            <a:gdLst/>
            <a:ahLst/>
            <a:cxnLst/>
            <a:rect l="l" t="t" r="r" b="b"/>
            <a:pathLst>
              <a:path w="1092708" h="1092708">
                <a:moveTo>
                  <a:pt x="1092708" y="1092708"/>
                </a:moveTo>
                <a:lnTo>
                  <a:pt x="1092708" y="728472"/>
                </a:lnTo>
                <a:lnTo>
                  <a:pt x="728472" y="728472"/>
                </a:lnTo>
                <a:lnTo>
                  <a:pt x="364236" y="0"/>
                </a:lnTo>
                <a:lnTo>
                  <a:pt x="0" y="728472"/>
                </a:lnTo>
                <a:lnTo>
                  <a:pt x="0" y="1092708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19" name="S10-mark351"/>
          <p:cNvSpPr/>
          <p:nvPr/>
        </p:nvSpPr>
        <p:spPr>
          <a:xfrm flipV="1">
            <a:off x="8810244" y="141732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10-mark352"/>
          <p:cNvSpPr/>
          <p:nvPr/>
        </p:nvSpPr>
        <p:spPr>
          <a:xfrm flipV="1">
            <a:off x="9174480" y="141732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10-mark353"/>
          <p:cNvSpPr/>
          <p:nvPr/>
        </p:nvSpPr>
        <p:spPr>
          <a:xfrm flipV="1">
            <a:off x="9538716" y="141732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10-mark354"/>
          <p:cNvSpPr/>
          <p:nvPr/>
        </p:nvSpPr>
        <p:spPr>
          <a:xfrm flipV="1">
            <a:off x="9902952" y="141732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10-mark355"/>
          <p:cNvSpPr/>
          <p:nvPr/>
        </p:nvSpPr>
        <p:spPr>
          <a:xfrm>
            <a:off x="8810244" y="2510028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10-mark356"/>
          <p:cNvSpPr/>
          <p:nvPr/>
        </p:nvSpPr>
        <p:spPr>
          <a:xfrm>
            <a:off x="8810244" y="2145792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10-mark357"/>
          <p:cNvSpPr/>
          <p:nvPr/>
        </p:nvSpPr>
        <p:spPr>
          <a:xfrm>
            <a:off x="8810244" y="1781556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10-mark358"/>
          <p:cNvSpPr/>
          <p:nvPr/>
        </p:nvSpPr>
        <p:spPr>
          <a:xfrm>
            <a:off x="8810244" y="1417320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10-figure359" descr="가: 깃대가 왼쪽을 향하고 깃발이 위쪽을 가리킴"/>
          <p:cNvSpPr/>
          <p:nvPr/>
        </p:nvSpPr>
        <p:spPr>
          <a:xfrm>
            <a:off x="8810244" y="1417320"/>
            <a:ext cx="1092708" cy="1092708"/>
          </a:xfrm>
          <a:custGeom>
            <a:avLst/>
            <a:gdLst/>
            <a:ahLst/>
            <a:cxnLst/>
            <a:rect l="l" t="t" r="r" b="b"/>
            <a:pathLst>
              <a:path w="1092708" h="1092708">
                <a:moveTo>
                  <a:pt x="1092708" y="1092708"/>
                </a:moveTo>
                <a:lnTo>
                  <a:pt x="1092708" y="728472"/>
                </a:lnTo>
                <a:lnTo>
                  <a:pt x="728472" y="728472"/>
                </a:lnTo>
                <a:lnTo>
                  <a:pt x="364236" y="0"/>
                </a:lnTo>
                <a:lnTo>
                  <a:pt x="0" y="728472"/>
                </a:lnTo>
                <a:lnTo>
                  <a:pt x="0" y="1092708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8" name="S10-label360"/>
          <p:cNvSpPr txBox="1"/>
          <p:nvPr/>
        </p:nvSpPr>
        <p:spPr>
          <a:xfrm>
            <a:off x="7072884" y="2674620"/>
            <a:ext cx="45674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ko-KR" sz="2400" dirty="0"/>
          </a:p>
        </p:txBody>
      </p:sp>
      <p:sp>
        <p:nvSpPr>
          <p:cNvPr id="29" name="S10-chip361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30" name="S10-mark362"/>
          <p:cNvSpPr/>
          <p:nvPr/>
        </p:nvSpPr>
        <p:spPr>
          <a:xfrm>
            <a:off x="3081528" y="3451860"/>
            <a:ext cx="1092708" cy="1092708"/>
          </a:xfrm>
          <a:custGeom>
            <a:avLst/>
            <a:gdLst/>
            <a:ahLst/>
            <a:cxnLst/>
            <a:rect l="l" t="t" r="r" b="b"/>
            <a:pathLst>
              <a:path w="1092708" h="1092708">
                <a:moveTo>
                  <a:pt x="0" y="0"/>
                </a:moveTo>
                <a:lnTo>
                  <a:pt x="0" y="364236"/>
                </a:lnTo>
                <a:lnTo>
                  <a:pt x="364236" y="364236"/>
                </a:lnTo>
                <a:lnTo>
                  <a:pt x="728472" y="1092708"/>
                </a:lnTo>
                <a:lnTo>
                  <a:pt x="1092708" y="364236"/>
                </a:lnTo>
                <a:lnTo>
                  <a:pt x="1092708" y="0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31" name="S10-mark363"/>
          <p:cNvSpPr/>
          <p:nvPr/>
        </p:nvSpPr>
        <p:spPr>
          <a:xfrm flipV="1">
            <a:off x="3081528" y="345186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10-mark364"/>
          <p:cNvSpPr/>
          <p:nvPr/>
        </p:nvSpPr>
        <p:spPr>
          <a:xfrm flipV="1">
            <a:off x="3445764" y="345186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10-mark365"/>
          <p:cNvSpPr/>
          <p:nvPr/>
        </p:nvSpPr>
        <p:spPr>
          <a:xfrm flipV="1">
            <a:off x="3810000" y="345186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10-mark366"/>
          <p:cNvSpPr/>
          <p:nvPr/>
        </p:nvSpPr>
        <p:spPr>
          <a:xfrm flipV="1">
            <a:off x="4174236" y="345186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10-mark367"/>
          <p:cNvSpPr/>
          <p:nvPr/>
        </p:nvSpPr>
        <p:spPr>
          <a:xfrm>
            <a:off x="3081528" y="4544568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10-mark368"/>
          <p:cNvSpPr/>
          <p:nvPr/>
        </p:nvSpPr>
        <p:spPr>
          <a:xfrm>
            <a:off x="3081528" y="4180332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10-mark369"/>
          <p:cNvSpPr/>
          <p:nvPr/>
        </p:nvSpPr>
        <p:spPr>
          <a:xfrm>
            <a:off x="3081528" y="3816096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8" name="S10-mark370"/>
          <p:cNvSpPr/>
          <p:nvPr/>
        </p:nvSpPr>
        <p:spPr>
          <a:xfrm>
            <a:off x="3081528" y="3451860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9" name="S10-figure371" descr="나: 깃대가 오른쪽을 향하고 깃발이 아래쪽을 가리킴"/>
          <p:cNvSpPr/>
          <p:nvPr/>
        </p:nvSpPr>
        <p:spPr>
          <a:xfrm>
            <a:off x="3081528" y="3451860"/>
            <a:ext cx="1092708" cy="1092708"/>
          </a:xfrm>
          <a:custGeom>
            <a:avLst/>
            <a:gdLst/>
            <a:ahLst/>
            <a:cxnLst/>
            <a:rect l="l" t="t" r="r" b="b"/>
            <a:pathLst>
              <a:path w="1092708" h="1092708">
                <a:moveTo>
                  <a:pt x="0" y="0"/>
                </a:moveTo>
                <a:lnTo>
                  <a:pt x="0" y="364236"/>
                </a:lnTo>
                <a:lnTo>
                  <a:pt x="364236" y="364236"/>
                </a:lnTo>
                <a:lnTo>
                  <a:pt x="728472" y="1092708"/>
                </a:lnTo>
                <a:lnTo>
                  <a:pt x="1092708" y="364236"/>
                </a:lnTo>
                <a:lnTo>
                  <a:pt x="1092708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0" name="S10-label372"/>
          <p:cNvSpPr txBox="1"/>
          <p:nvPr/>
        </p:nvSpPr>
        <p:spPr>
          <a:xfrm>
            <a:off x="1344168" y="4709160"/>
            <a:ext cx="45674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ko-KR" sz="2400" dirty="0"/>
          </a:p>
        </p:txBody>
      </p:sp>
      <p:sp>
        <p:nvSpPr>
          <p:cNvPr id="41" name="S10-chip373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42" name="S10-mark374"/>
          <p:cNvSpPr/>
          <p:nvPr/>
        </p:nvSpPr>
        <p:spPr>
          <a:xfrm>
            <a:off x="8810244" y="3451860"/>
            <a:ext cx="1092708" cy="1092708"/>
          </a:xfrm>
          <a:custGeom>
            <a:avLst/>
            <a:gdLst/>
            <a:ahLst/>
            <a:cxnLst/>
            <a:rect l="l" t="t" r="r" b="b"/>
            <a:pathLst>
              <a:path w="1092708" h="1092708">
                <a:moveTo>
                  <a:pt x="1092708" y="0"/>
                </a:moveTo>
                <a:lnTo>
                  <a:pt x="728472" y="0"/>
                </a:lnTo>
                <a:lnTo>
                  <a:pt x="728472" y="364236"/>
                </a:lnTo>
                <a:lnTo>
                  <a:pt x="0" y="728472"/>
                </a:lnTo>
                <a:lnTo>
                  <a:pt x="728472" y="1092708"/>
                </a:lnTo>
                <a:lnTo>
                  <a:pt x="1092708" y="1092708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43" name="S10-mark375"/>
          <p:cNvSpPr/>
          <p:nvPr/>
        </p:nvSpPr>
        <p:spPr>
          <a:xfrm flipV="1">
            <a:off x="8810244" y="345186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4" name="S10-mark376"/>
          <p:cNvSpPr/>
          <p:nvPr/>
        </p:nvSpPr>
        <p:spPr>
          <a:xfrm flipV="1">
            <a:off x="9174480" y="345186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5" name="S10-mark377"/>
          <p:cNvSpPr/>
          <p:nvPr/>
        </p:nvSpPr>
        <p:spPr>
          <a:xfrm flipV="1">
            <a:off x="9538716" y="345186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6" name="S10-mark378"/>
          <p:cNvSpPr/>
          <p:nvPr/>
        </p:nvSpPr>
        <p:spPr>
          <a:xfrm flipV="1">
            <a:off x="9902952" y="345186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7" name="S10-mark379"/>
          <p:cNvSpPr/>
          <p:nvPr/>
        </p:nvSpPr>
        <p:spPr>
          <a:xfrm>
            <a:off x="8810244" y="4544568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8" name="S10-mark380"/>
          <p:cNvSpPr/>
          <p:nvPr/>
        </p:nvSpPr>
        <p:spPr>
          <a:xfrm>
            <a:off x="8810244" y="4180332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9" name="S10-mark381"/>
          <p:cNvSpPr/>
          <p:nvPr/>
        </p:nvSpPr>
        <p:spPr>
          <a:xfrm>
            <a:off x="8810244" y="3816096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0" name="S10-mark382"/>
          <p:cNvSpPr/>
          <p:nvPr/>
        </p:nvSpPr>
        <p:spPr>
          <a:xfrm>
            <a:off x="8810244" y="3451860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1" name="S10-figure383" descr="다: 깃대가 아래를 향하고 깃발이 왼쪽을 가리킴"/>
          <p:cNvSpPr/>
          <p:nvPr/>
        </p:nvSpPr>
        <p:spPr>
          <a:xfrm>
            <a:off x="8810244" y="3451860"/>
            <a:ext cx="1092708" cy="1092708"/>
          </a:xfrm>
          <a:custGeom>
            <a:avLst/>
            <a:gdLst/>
            <a:ahLst/>
            <a:cxnLst/>
            <a:rect l="l" t="t" r="r" b="b"/>
            <a:pathLst>
              <a:path w="1092708" h="1092708">
                <a:moveTo>
                  <a:pt x="1092708" y="0"/>
                </a:moveTo>
                <a:lnTo>
                  <a:pt x="728472" y="0"/>
                </a:lnTo>
                <a:lnTo>
                  <a:pt x="728472" y="364236"/>
                </a:lnTo>
                <a:lnTo>
                  <a:pt x="0" y="728472"/>
                </a:lnTo>
                <a:lnTo>
                  <a:pt x="728472" y="1092708"/>
                </a:lnTo>
                <a:lnTo>
                  <a:pt x="1092708" y="1092708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2" name="S10-label384"/>
          <p:cNvSpPr txBox="1"/>
          <p:nvPr/>
        </p:nvSpPr>
        <p:spPr>
          <a:xfrm>
            <a:off x="7072884" y="4709160"/>
            <a:ext cx="45674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38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도형을 움직인 것을 찾아요.</a:t>
            </a:r>
            <a:endParaRPr lang="ko-KR" sz="3000" dirty="0"/>
          </a:p>
        </p:txBody>
      </p:sp>
      <p:sp>
        <p:nvSpPr>
          <p:cNvPr id="4" name="S11-mark386"/>
          <p:cNvSpPr/>
          <p:nvPr/>
        </p:nvSpPr>
        <p:spPr>
          <a:xfrm>
            <a:off x="6738801" y="2819781"/>
            <a:ext cx="1110016" cy="740011"/>
          </a:xfrm>
          <a:custGeom>
            <a:avLst/>
            <a:gdLst/>
            <a:ahLst/>
            <a:cxnLst/>
            <a:rect l="l" t="t" r="r" b="b"/>
            <a:pathLst>
              <a:path w="1110016" h="740011">
                <a:moveTo>
                  <a:pt x="0" y="740011"/>
                </a:moveTo>
                <a:lnTo>
                  <a:pt x="1110016" y="740011"/>
                </a:lnTo>
                <a:lnTo>
                  <a:pt x="1110016" y="370005"/>
                </a:lnTo>
                <a:lnTo>
                  <a:pt x="370005" y="370005"/>
                </a:lnTo>
                <a:lnTo>
                  <a:pt x="37000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5" name="S11-mark387"/>
          <p:cNvSpPr/>
          <p:nvPr/>
        </p:nvSpPr>
        <p:spPr>
          <a:xfrm>
            <a:off x="8588829" y="2819781"/>
            <a:ext cx="1110016" cy="740011"/>
          </a:xfrm>
          <a:custGeom>
            <a:avLst/>
            <a:gdLst/>
            <a:ahLst/>
            <a:cxnLst/>
            <a:rect l="l" t="t" r="r" b="b"/>
            <a:pathLst>
              <a:path w="1110016" h="740011">
                <a:moveTo>
                  <a:pt x="0" y="740011"/>
                </a:moveTo>
                <a:lnTo>
                  <a:pt x="1110016" y="740011"/>
                </a:lnTo>
                <a:lnTo>
                  <a:pt x="1110016" y="370005"/>
                </a:lnTo>
                <a:lnTo>
                  <a:pt x="370005" y="370005"/>
                </a:lnTo>
                <a:lnTo>
                  <a:pt x="370005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6" name="S11-mark388"/>
          <p:cNvSpPr/>
          <p:nvPr/>
        </p:nvSpPr>
        <p:spPr>
          <a:xfrm>
            <a:off x="10068850" y="2819781"/>
            <a:ext cx="1110016" cy="740011"/>
          </a:xfrm>
          <a:custGeom>
            <a:avLst/>
            <a:gdLst/>
            <a:ahLst/>
            <a:cxnLst/>
            <a:rect l="l" t="t" r="r" b="b"/>
            <a:pathLst>
              <a:path w="1110016" h="740011">
                <a:moveTo>
                  <a:pt x="1110016" y="740011"/>
                </a:moveTo>
                <a:lnTo>
                  <a:pt x="0" y="740011"/>
                </a:lnTo>
                <a:lnTo>
                  <a:pt x="0" y="370005"/>
                </a:lnTo>
                <a:lnTo>
                  <a:pt x="740011" y="370005"/>
                </a:lnTo>
                <a:lnTo>
                  <a:pt x="740011" y="0"/>
                </a:lnTo>
                <a:lnTo>
                  <a:pt x="1110016" y="0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7" name="S11-mark389"/>
          <p:cNvSpPr/>
          <p:nvPr/>
        </p:nvSpPr>
        <p:spPr>
          <a:xfrm>
            <a:off x="7108807" y="4299803"/>
            <a:ext cx="740011" cy="1110016"/>
          </a:xfrm>
          <a:custGeom>
            <a:avLst/>
            <a:gdLst/>
            <a:ahLst/>
            <a:cxnLst/>
            <a:rect l="l" t="t" r="r" b="b"/>
            <a:pathLst>
              <a:path w="740011" h="1110016">
                <a:moveTo>
                  <a:pt x="0" y="0"/>
                </a:moveTo>
                <a:lnTo>
                  <a:pt x="0" y="1110016"/>
                </a:lnTo>
                <a:lnTo>
                  <a:pt x="370005" y="1110016"/>
                </a:lnTo>
                <a:lnTo>
                  <a:pt x="370005" y="370005"/>
                </a:lnTo>
                <a:lnTo>
                  <a:pt x="740011" y="370005"/>
                </a:lnTo>
                <a:lnTo>
                  <a:pt x="740011" y="0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8" name="S11-mark390"/>
          <p:cNvSpPr/>
          <p:nvPr/>
        </p:nvSpPr>
        <p:spPr>
          <a:xfrm>
            <a:off x="8958834" y="4299803"/>
            <a:ext cx="1110016" cy="740011"/>
          </a:xfrm>
          <a:custGeom>
            <a:avLst/>
            <a:gdLst/>
            <a:ahLst/>
            <a:cxnLst/>
            <a:rect l="l" t="t" r="r" b="b"/>
            <a:pathLst>
              <a:path w="1110016" h="740011">
                <a:moveTo>
                  <a:pt x="1110016" y="0"/>
                </a:moveTo>
                <a:lnTo>
                  <a:pt x="0" y="0"/>
                </a:lnTo>
                <a:lnTo>
                  <a:pt x="0" y="370005"/>
                </a:lnTo>
                <a:lnTo>
                  <a:pt x="740011" y="370005"/>
                </a:lnTo>
                <a:lnTo>
                  <a:pt x="740011" y="740011"/>
                </a:lnTo>
                <a:lnTo>
                  <a:pt x="1110016" y="740011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9" name="S11-mark391"/>
          <p:cNvSpPr/>
          <p:nvPr/>
        </p:nvSpPr>
        <p:spPr>
          <a:xfrm flipV="1">
            <a:off x="6368796" y="2449776"/>
            <a:ext cx="0" cy="333004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11-mark392"/>
          <p:cNvSpPr/>
          <p:nvPr/>
        </p:nvSpPr>
        <p:spPr>
          <a:xfrm flipV="1">
            <a:off x="6738801" y="2449776"/>
            <a:ext cx="0" cy="333004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1-mark393"/>
          <p:cNvSpPr/>
          <p:nvPr/>
        </p:nvSpPr>
        <p:spPr>
          <a:xfrm flipV="1">
            <a:off x="7108807" y="2449776"/>
            <a:ext cx="0" cy="333004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1-mark394"/>
          <p:cNvSpPr/>
          <p:nvPr/>
        </p:nvSpPr>
        <p:spPr>
          <a:xfrm flipV="1">
            <a:off x="7478812" y="2449776"/>
            <a:ext cx="0" cy="333004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1-mark395"/>
          <p:cNvSpPr/>
          <p:nvPr/>
        </p:nvSpPr>
        <p:spPr>
          <a:xfrm flipV="1">
            <a:off x="7848818" y="2449776"/>
            <a:ext cx="0" cy="333004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1-mark396"/>
          <p:cNvSpPr/>
          <p:nvPr/>
        </p:nvSpPr>
        <p:spPr>
          <a:xfrm flipV="1">
            <a:off x="8218823" y="2449776"/>
            <a:ext cx="0" cy="333004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11-mark397"/>
          <p:cNvSpPr/>
          <p:nvPr/>
        </p:nvSpPr>
        <p:spPr>
          <a:xfrm flipV="1">
            <a:off x="8588829" y="2449776"/>
            <a:ext cx="0" cy="333004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11-mark398"/>
          <p:cNvSpPr/>
          <p:nvPr/>
        </p:nvSpPr>
        <p:spPr>
          <a:xfrm flipV="1">
            <a:off x="8958834" y="2449776"/>
            <a:ext cx="0" cy="333004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11-mark399"/>
          <p:cNvSpPr/>
          <p:nvPr/>
        </p:nvSpPr>
        <p:spPr>
          <a:xfrm flipV="1">
            <a:off x="9328839" y="2449776"/>
            <a:ext cx="0" cy="333004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11-mark400"/>
          <p:cNvSpPr/>
          <p:nvPr/>
        </p:nvSpPr>
        <p:spPr>
          <a:xfrm flipV="1">
            <a:off x="9698845" y="2449776"/>
            <a:ext cx="0" cy="333004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11-mark401"/>
          <p:cNvSpPr/>
          <p:nvPr/>
        </p:nvSpPr>
        <p:spPr>
          <a:xfrm flipV="1">
            <a:off x="10068850" y="2449776"/>
            <a:ext cx="0" cy="333004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11-mark402"/>
          <p:cNvSpPr/>
          <p:nvPr/>
        </p:nvSpPr>
        <p:spPr>
          <a:xfrm flipV="1">
            <a:off x="10438856" y="2449776"/>
            <a:ext cx="0" cy="333004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11-mark403"/>
          <p:cNvSpPr/>
          <p:nvPr/>
        </p:nvSpPr>
        <p:spPr>
          <a:xfrm flipV="1">
            <a:off x="10808861" y="2449776"/>
            <a:ext cx="0" cy="333004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11-mark404"/>
          <p:cNvSpPr/>
          <p:nvPr/>
        </p:nvSpPr>
        <p:spPr>
          <a:xfrm flipV="1">
            <a:off x="11178867" y="2449776"/>
            <a:ext cx="0" cy="333004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11-mark405"/>
          <p:cNvSpPr/>
          <p:nvPr/>
        </p:nvSpPr>
        <p:spPr>
          <a:xfrm flipV="1">
            <a:off x="11548872" y="2449776"/>
            <a:ext cx="0" cy="333004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11-mark406"/>
          <p:cNvSpPr/>
          <p:nvPr/>
        </p:nvSpPr>
        <p:spPr>
          <a:xfrm>
            <a:off x="6368796" y="5779824"/>
            <a:ext cx="51800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11-mark407"/>
          <p:cNvSpPr/>
          <p:nvPr/>
        </p:nvSpPr>
        <p:spPr>
          <a:xfrm>
            <a:off x="6368796" y="5409819"/>
            <a:ext cx="51800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11-mark408"/>
          <p:cNvSpPr/>
          <p:nvPr/>
        </p:nvSpPr>
        <p:spPr>
          <a:xfrm>
            <a:off x="6368796" y="5039814"/>
            <a:ext cx="51800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11-mark409"/>
          <p:cNvSpPr/>
          <p:nvPr/>
        </p:nvSpPr>
        <p:spPr>
          <a:xfrm>
            <a:off x="6368796" y="4669808"/>
            <a:ext cx="51800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11-mark410"/>
          <p:cNvSpPr/>
          <p:nvPr/>
        </p:nvSpPr>
        <p:spPr>
          <a:xfrm>
            <a:off x="6368796" y="4299803"/>
            <a:ext cx="51800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11-mark411"/>
          <p:cNvSpPr/>
          <p:nvPr/>
        </p:nvSpPr>
        <p:spPr>
          <a:xfrm>
            <a:off x="6368796" y="3929797"/>
            <a:ext cx="51800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11-mark412"/>
          <p:cNvSpPr/>
          <p:nvPr/>
        </p:nvSpPr>
        <p:spPr>
          <a:xfrm>
            <a:off x="6368796" y="3559792"/>
            <a:ext cx="51800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11-mark413"/>
          <p:cNvSpPr/>
          <p:nvPr/>
        </p:nvSpPr>
        <p:spPr>
          <a:xfrm>
            <a:off x="6368796" y="3189786"/>
            <a:ext cx="51800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11-mark414"/>
          <p:cNvSpPr/>
          <p:nvPr/>
        </p:nvSpPr>
        <p:spPr>
          <a:xfrm>
            <a:off x="6368796" y="2819781"/>
            <a:ext cx="51800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11-mark415"/>
          <p:cNvSpPr/>
          <p:nvPr/>
        </p:nvSpPr>
        <p:spPr>
          <a:xfrm>
            <a:off x="6368796" y="2449776"/>
            <a:ext cx="51800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11-figure416" descr="모눈 위의 ㄴ 모양 처음 도형과, 이동한 도형 가·나·다·라"/>
          <p:cNvSpPr/>
          <p:nvPr/>
        </p:nvSpPr>
        <p:spPr>
          <a:xfrm>
            <a:off x="6738801" y="2819781"/>
            <a:ext cx="1110016" cy="740011"/>
          </a:xfrm>
          <a:custGeom>
            <a:avLst/>
            <a:gdLst/>
            <a:ahLst/>
            <a:cxnLst/>
            <a:rect l="l" t="t" r="r" b="b"/>
            <a:pathLst>
              <a:path w="1110016" h="740011">
                <a:moveTo>
                  <a:pt x="0" y="740011"/>
                </a:moveTo>
                <a:lnTo>
                  <a:pt x="1110016" y="740011"/>
                </a:lnTo>
                <a:lnTo>
                  <a:pt x="1110016" y="370005"/>
                </a:lnTo>
                <a:lnTo>
                  <a:pt x="370005" y="370005"/>
                </a:lnTo>
                <a:lnTo>
                  <a:pt x="370005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5" name="S11-mark417"/>
          <p:cNvSpPr/>
          <p:nvPr/>
        </p:nvSpPr>
        <p:spPr>
          <a:xfrm>
            <a:off x="8588829" y="2819781"/>
            <a:ext cx="1110016" cy="740011"/>
          </a:xfrm>
          <a:custGeom>
            <a:avLst/>
            <a:gdLst/>
            <a:ahLst/>
            <a:cxnLst/>
            <a:rect l="l" t="t" r="r" b="b"/>
            <a:pathLst>
              <a:path w="1110016" h="740011">
                <a:moveTo>
                  <a:pt x="0" y="740011"/>
                </a:moveTo>
                <a:lnTo>
                  <a:pt x="1110016" y="740011"/>
                </a:lnTo>
                <a:lnTo>
                  <a:pt x="1110016" y="370005"/>
                </a:lnTo>
                <a:lnTo>
                  <a:pt x="370005" y="370005"/>
                </a:lnTo>
                <a:lnTo>
                  <a:pt x="370005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6" name="S11-mark418"/>
          <p:cNvSpPr/>
          <p:nvPr/>
        </p:nvSpPr>
        <p:spPr>
          <a:xfrm>
            <a:off x="10068850" y="2819781"/>
            <a:ext cx="1110016" cy="740011"/>
          </a:xfrm>
          <a:custGeom>
            <a:avLst/>
            <a:gdLst/>
            <a:ahLst/>
            <a:cxnLst/>
            <a:rect l="l" t="t" r="r" b="b"/>
            <a:pathLst>
              <a:path w="1110016" h="740011">
                <a:moveTo>
                  <a:pt x="1110016" y="740011"/>
                </a:moveTo>
                <a:lnTo>
                  <a:pt x="0" y="740011"/>
                </a:lnTo>
                <a:lnTo>
                  <a:pt x="0" y="370005"/>
                </a:lnTo>
                <a:lnTo>
                  <a:pt x="740011" y="370005"/>
                </a:lnTo>
                <a:lnTo>
                  <a:pt x="740011" y="0"/>
                </a:lnTo>
                <a:lnTo>
                  <a:pt x="1110016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7" name="S11-mark419"/>
          <p:cNvSpPr/>
          <p:nvPr/>
        </p:nvSpPr>
        <p:spPr>
          <a:xfrm>
            <a:off x="7108807" y="4299803"/>
            <a:ext cx="740011" cy="1110016"/>
          </a:xfrm>
          <a:custGeom>
            <a:avLst/>
            <a:gdLst/>
            <a:ahLst/>
            <a:cxnLst/>
            <a:rect l="l" t="t" r="r" b="b"/>
            <a:pathLst>
              <a:path w="740011" h="1110016">
                <a:moveTo>
                  <a:pt x="0" y="0"/>
                </a:moveTo>
                <a:lnTo>
                  <a:pt x="0" y="1110016"/>
                </a:lnTo>
                <a:lnTo>
                  <a:pt x="370005" y="1110016"/>
                </a:lnTo>
                <a:lnTo>
                  <a:pt x="370005" y="370005"/>
                </a:lnTo>
                <a:lnTo>
                  <a:pt x="740011" y="370005"/>
                </a:lnTo>
                <a:lnTo>
                  <a:pt x="740011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8" name="S11-mark420"/>
          <p:cNvSpPr/>
          <p:nvPr/>
        </p:nvSpPr>
        <p:spPr>
          <a:xfrm>
            <a:off x="8958834" y="4299803"/>
            <a:ext cx="1110016" cy="740011"/>
          </a:xfrm>
          <a:custGeom>
            <a:avLst/>
            <a:gdLst/>
            <a:ahLst/>
            <a:cxnLst/>
            <a:rect l="l" t="t" r="r" b="b"/>
            <a:pathLst>
              <a:path w="1110016" h="740011">
                <a:moveTo>
                  <a:pt x="1110016" y="0"/>
                </a:moveTo>
                <a:lnTo>
                  <a:pt x="0" y="0"/>
                </a:lnTo>
                <a:lnTo>
                  <a:pt x="0" y="370005"/>
                </a:lnTo>
                <a:lnTo>
                  <a:pt x="740011" y="370005"/>
                </a:lnTo>
                <a:lnTo>
                  <a:pt x="740011" y="740011"/>
                </a:lnTo>
                <a:lnTo>
                  <a:pt x="1110016" y="740011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9" name="S11-label422"/>
          <p:cNvSpPr txBox="1"/>
          <p:nvPr/>
        </p:nvSpPr>
        <p:spPr>
          <a:xfrm>
            <a:off x="6940242" y="2407278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</a:t>
            </a:r>
            <a:endParaRPr lang="ko-KR" sz="2400" dirty="0"/>
          </a:p>
        </p:txBody>
      </p:sp>
      <p:sp>
        <p:nvSpPr>
          <p:cNvPr id="40" name="S11-label424"/>
          <p:cNvSpPr txBox="1"/>
          <p:nvPr/>
        </p:nvSpPr>
        <p:spPr>
          <a:xfrm>
            <a:off x="8939621" y="2407278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41" name="S11-label426"/>
          <p:cNvSpPr txBox="1"/>
          <p:nvPr/>
        </p:nvSpPr>
        <p:spPr>
          <a:xfrm>
            <a:off x="10419642" y="2407278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42" name="S11-label428"/>
          <p:cNvSpPr txBox="1"/>
          <p:nvPr/>
        </p:nvSpPr>
        <p:spPr>
          <a:xfrm>
            <a:off x="7274596" y="3887299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400" dirty="0"/>
          </a:p>
        </p:txBody>
      </p:sp>
      <p:sp>
        <p:nvSpPr>
          <p:cNvPr id="43" name="S11-label430"/>
          <p:cNvSpPr txBox="1"/>
          <p:nvPr/>
        </p:nvSpPr>
        <p:spPr>
          <a:xfrm>
            <a:off x="9309626" y="3887299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400" dirty="0"/>
          </a:p>
        </p:txBody>
      </p:sp>
      <p:sp>
        <p:nvSpPr>
          <p:cNvPr id="44" name="S11-chip431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5" name="S11-text432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오른쪽으로 뒤집은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도형은?</a:t>
            </a:r>
            <a:endParaRPr lang="ko-KR" sz="3000" dirty="0"/>
          </a:p>
        </p:txBody>
      </p:sp>
      <p:sp>
        <p:nvSpPr>
          <p:cNvPr id="46" name="S11-chip43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47" name="S11-text434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 방향으로 90°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돌린 도형은?</a:t>
            </a:r>
            <a:endParaRPr lang="ko-KR" sz="3000" dirty="0"/>
          </a:p>
        </p:txBody>
      </p:sp>
      <p:sp>
        <p:nvSpPr>
          <p:cNvPr id="48" name="S11-chip435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49" name="S11-text436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180° 돌린 도형은?</a:t>
            </a:r>
            <a:endParaRPr lang="ko-KR" sz="3000" dirty="0"/>
          </a:p>
        </p:txBody>
      </p:sp>
      <p:sp>
        <p:nvSpPr>
          <p:cNvPr id="50" name="S11-chip437"/>
          <p:cNvSpPr txBox="1"/>
          <p:nvPr/>
        </p:nvSpPr>
        <p:spPr>
          <a:xfrm>
            <a:off x="548640" y="54772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51" name="S11-text438"/>
          <p:cNvSpPr txBox="1"/>
          <p:nvPr/>
        </p:nvSpPr>
        <p:spPr>
          <a:xfrm>
            <a:off x="1344168" y="530352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밀기만 한 도형은?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2-card4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4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종이 도형을 직접 움직여 확인하게 하세요.</a:t>
            </a:r>
            <a:endParaRPr lang="ko-KR" sz="3000" dirty="0"/>
          </a:p>
        </p:txBody>
      </p:sp>
      <p:sp>
        <p:nvSpPr>
          <p:cNvPr id="5" name="S12-chip441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2-text442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나</a:t>
            </a:r>
            <a:endParaRPr lang="ko-KR" sz="3000" dirty="0"/>
          </a:p>
        </p:txBody>
      </p:sp>
      <p:sp>
        <p:nvSpPr>
          <p:cNvPr id="7" name="S12-text443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왼쪽↔오른쪽</a:t>
            </a:r>
            <a:endParaRPr lang="ko-KR" sz="2400" dirty="0"/>
          </a:p>
        </p:txBody>
      </p:sp>
      <p:sp>
        <p:nvSpPr>
          <p:cNvPr id="8" name="S12-text444"/>
          <p:cNvSpPr txBox="1"/>
          <p:nvPr/>
        </p:nvSpPr>
        <p:spPr>
          <a:xfrm>
            <a:off x="548640" y="28575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다</a:t>
            </a:r>
            <a:endParaRPr lang="ko-KR" sz="3000" dirty="0"/>
          </a:p>
        </p:txBody>
      </p:sp>
      <p:sp>
        <p:nvSpPr>
          <p:cNvPr id="9" name="S12-text445"/>
          <p:cNvSpPr txBox="1"/>
          <p:nvPr/>
        </p:nvSpPr>
        <p:spPr>
          <a:xfrm>
            <a:off x="3367278" y="28575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위쪽이 오른쪽으로</a:t>
            </a:r>
            <a:endParaRPr lang="ko-KR" sz="2400" dirty="0"/>
          </a:p>
        </p:txBody>
      </p:sp>
      <p:sp>
        <p:nvSpPr>
          <p:cNvPr id="10" name="S12-text446"/>
          <p:cNvSpPr txBox="1"/>
          <p:nvPr/>
        </p:nvSpPr>
        <p:spPr>
          <a:xfrm>
            <a:off x="548640" y="36576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라</a:t>
            </a:r>
            <a:endParaRPr lang="ko-KR" sz="3000" dirty="0"/>
          </a:p>
        </p:txBody>
      </p:sp>
      <p:sp>
        <p:nvSpPr>
          <p:cNvPr id="11" name="S12-text447"/>
          <p:cNvSpPr txBox="1"/>
          <p:nvPr/>
        </p:nvSpPr>
        <p:spPr>
          <a:xfrm>
            <a:off x="3367278" y="36576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바뀜</a:t>
            </a:r>
            <a:endParaRPr lang="ko-KR" sz="2400" dirty="0"/>
          </a:p>
        </p:txBody>
      </p:sp>
      <p:sp>
        <p:nvSpPr>
          <p:cNvPr id="12" name="S12-text448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가</a:t>
            </a:r>
            <a:endParaRPr lang="ko-KR" sz="3000" dirty="0"/>
          </a:p>
        </p:txBody>
      </p:sp>
      <p:sp>
        <p:nvSpPr>
          <p:cNvPr id="13" name="S12-text449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 그대로</a:t>
            </a:r>
            <a:endParaRPr lang="ko-KR" sz="2400" dirty="0"/>
          </a:p>
        </p:txBody>
      </p:sp>
      <p:sp>
        <p:nvSpPr>
          <p:cNvPr id="14" name="S12-chip450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5" name="S12-text451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위아래만 바뀐 것</a:t>
            </a:r>
            <a:endParaRPr lang="ko-KR" sz="3000" dirty="0"/>
          </a:p>
        </p:txBody>
      </p:sp>
      <p:sp>
        <p:nvSpPr>
          <p:cNvPr id="16" name="S12-text452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뒤집기와 혼동</a:t>
            </a:r>
            <a:endParaRPr lang="ko-KR" sz="2400" dirty="0"/>
          </a:p>
        </p:txBody>
      </p:sp>
      <p:sp>
        <p:nvSpPr>
          <p:cNvPr id="17" name="S12-text453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위쪽이 왼쪽으로</a:t>
            </a:r>
            <a:endParaRPr lang="ko-KR" sz="3000" dirty="0"/>
          </a:p>
        </p:txBody>
      </p:sp>
      <p:sp>
        <p:nvSpPr>
          <p:cNvPr id="18" name="S12-text454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 반대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모양이 되는 것은?</a:t>
            </a:r>
            <a:endParaRPr lang="ko-KR" sz="4000" dirty="0"/>
          </a:p>
        </p:txBody>
      </p:sp>
      <p:sp>
        <p:nvSpPr>
          <p:cNvPr id="3" name="S13-text45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깃발을 움직였어요.</a:t>
            </a:r>
            <a:endParaRPr lang="ko-KR" sz="3000" dirty="0"/>
          </a:p>
        </p:txBody>
      </p:sp>
      <p:sp>
        <p:nvSpPr>
          <p:cNvPr id="4" name="S13-card4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4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모양과 같아지는 것을 모두 골라요.</a:t>
            </a:r>
            <a:endParaRPr lang="ko-KR" sz="3000" dirty="0"/>
          </a:p>
        </p:txBody>
      </p:sp>
      <p:sp>
        <p:nvSpPr>
          <p:cNvPr id="6" name="S13-chip458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3-card459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3-cardtext460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오른쪽으로 두 번 뒤집기</a:t>
            </a:r>
            <a:endParaRPr lang="ko-KR" sz="3000" dirty="0"/>
          </a:p>
        </p:txBody>
      </p:sp>
      <p:sp>
        <p:nvSpPr>
          <p:cNvPr id="9" name="S13-chip461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3-card462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3-cardtext463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 방향으로 90°씩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 돌리기</a:t>
            </a:r>
            <a:endParaRPr lang="ko-KR" sz="3000" dirty="0"/>
          </a:p>
        </p:txBody>
      </p:sp>
      <p:sp>
        <p:nvSpPr>
          <p:cNvPr id="12" name="S13-chip464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3-card465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3-cardtext466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 방향으로 90°씩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번 돌리기</a:t>
            </a:r>
            <a:endParaRPr lang="ko-KR" sz="3000" dirty="0"/>
          </a:p>
        </p:txBody>
      </p:sp>
      <p:sp>
        <p:nvSpPr>
          <p:cNvPr id="15" name="S13-chip467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6" name="S13-card468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13-cardtext469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아래쪽으로 한 번 뒤집기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47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47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밀면 위치만, 뒤집으면 그 방향이, 돌리면 위쪽이 바뀌어요.</a:t>
            </a:r>
            <a:endParaRPr lang="ko-KR" sz="3000" dirty="0"/>
          </a:p>
        </p:txBody>
      </p:sp>
      <p:sp>
        <p:nvSpPr>
          <p:cNvPr id="5" name="S14-chip472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종이 도형으로 직접 움직여 보기</a:t>
            </a:r>
            <a:endParaRPr lang="ko-KR" sz="2400" dirty="0"/>
          </a:p>
        </p:txBody>
      </p:sp>
      <p:sp>
        <p:nvSpPr>
          <p:cNvPr id="6" name="S14-chip473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뒤집기와 돌리기를 같다고 하기</a:t>
            </a:r>
            <a:endParaRPr lang="ko-KR" sz="2400" dirty="0"/>
          </a:p>
        </p:txBody>
      </p:sp>
      <p:sp>
        <p:nvSpPr>
          <p:cNvPr id="7" name="S14-text474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475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도형을 밀면 무엇이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바뀌나요?</a:t>
            </a:r>
            <a:endParaRPr lang="ko-KR" sz="2400" dirty="0"/>
          </a:p>
        </p:txBody>
      </p:sp>
      <p:sp>
        <p:nvSpPr>
          <p:cNvPr id="9" name="S14-text476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아래쪽으로 뒤집으면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바뀌나요?</a:t>
            </a:r>
            <a:endParaRPr lang="ko-KR" sz="2400" dirty="0"/>
          </a:p>
        </p:txBody>
      </p:sp>
      <p:sp>
        <p:nvSpPr>
          <p:cNvPr id="10" name="S14-text477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시계 방향 90°면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위쪽은 어디로?</a:t>
            </a:r>
            <a:endParaRPr lang="ko-KR" sz="2400" dirty="0"/>
          </a:p>
        </p:txBody>
      </p:sp>
      <p:sp>
        <p:nvSpPr>
          <p:cNvPr id="11" name="S14-text47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막대그래프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시계 방향과 각도</a:t>
            </a:r>
            <a:endParaRPr lang="ko-KR" sz="4000" dirty="0"/>
          </a:p>
        </p:txBody>
      </p:sp>
      <p:sp>
        <p:nvSpPr>
          <p:cNvPr id="3" name="S15-card479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5-cardtext480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 방향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→ 3 → 6 → 9</a:t>
            </a:r>
            <a:endParaRPr lang="ko-KR" sz="3000" dirty="0"/>
          </a:p>
        </p:txBody>
      </p:sp>
      <p:sp>
        <p:nvSpPr>
          <p:cNvPr id="5" name="S15-card481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5-cardtext482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90°와 180°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직각, 반 바퀴</a:t>
            </a:r>
            <a:endParaRPr lang="ko-KR" sz="3000" dirty="0"/>
          </a:p>
        </p:txBody>
      </p:sp>
      <p:sp>
        <p:nvSpPr>
          <p:cNvPr id="7" name="S15-figure483" descr="3시를 가리키는 시계: 두 바늘이 직각"/>
          <p:cNvSpPr/>
          <p:nvPr/>
        </p:nvSpPr>
        <p:spPr>
          <a:xfrm>
            <a:off x="1773174" y="1325880"/>
            <a:ext cx="2936748" cy="293674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" name="S15-line484"/>
          <p:cNvSpPr/>
          <p:nvPr/>
        </p:nvSpPr>
        <p:spPr>
          <a:xfrm>
            <a:off x="3241548" y="1362456"/>
            <a:ext cx="0" cy="1615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" name="S15-line485"/>
          <p:cNvSpPr/>
          <p:nvPr/>
        </p:nvSpPr>
        <p:spPr>
          <a:xfrm flipH="1">
            <a:off x="3383537" y="1370300"/>
            <a:ext cx="7674" cy="7301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5-line486"/>
          <p:cNvSpPr/>
          <p:nvPr/>
        </p:nvSpPr>
        <p:spPr>
          <a:xfrm flipH="1">
            <a:off x="3523971" y="1393744"/>
            <a:ext cx="15265" cy="7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5-line487"/>
          <p:cNvSpPr/>
          <p:nvPr/>
        </p:nvSpPr>
        <p:spPr>
          <a:xfrm flipH="1">
            <a:off x="3661310" y="1432533"/>
            <a:ext cx="22688" cy="698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5-line488"/>
          <p:cNvSpPr/>
          <p:nvPr/>
        </p:nvSpPr>
        <p:spPr>
          <a:xfrm flipH="1">
            <a:off x="3794051" y="1486241"/>
            <a:ext cx="29862" cy="670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5-line489"/>
          <p:cNvSpPr/>
          <p:nvPr/>
        </p:nvSpPr>
        <p:spPr>
          <a:xfrm flipH="1">
            <a:off x="3876686" y="1554281"/>
            <a:ext cx="80761" cy="13988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" name="S15-line490"/>
          <p:cNvSpPr/>
          <p:nvPr/>
        </p:nvSpPr>
        <p:spPr>
          <a:xfrm flipH="1">
            <a:off x="4039983" y="1635905"/>
            <a:ext cx="43154" cy="59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5-line491"/>
          <p:cNvSpPr/>
          <p:nvPr/>
        </p:nvSpPr>
        <p:spPr>
          <a:xfrm flipH="1">
            <a:off x="4150481" y="1730221"/>
            <a:ext cx="49127" cy="54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5-line492"/>
          <p:cNvSpPr/>
          <p:nvPr/>
        </p:nvSpPr>
        <p:spPr>
          <a:xfrm flipH="1">
            <a:off x="4251021" y="1836194"/>
            <a:ext cx="54561" cy="491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15-line493"/>
          <p:cNvSpPr/>
          <p:nvPr/>
        </p:nvSpPr>
        <p:spPr>
          <a:xfrm flipH="1">
            <a:off x="4340500" y="1952664"/>
            <a:ext cx="59397" cy="431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5-line494"/>
          <p:cNvSpPr/>
          <p:nvPr/>
        </p:nvSpPr>
        <p:spPr>
          <a:xfrm flipH="1">
            <a:off x="4341640" y="2078355"/>
            <a:ext cx="139881" cy="8076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" name="S15-line495"/>
          <p:cNvSpPr/>
          <p:nvPr/>
        </p:nvSpPr>
        <p:spPr>
          <a:xfrm flipH="1">
            <a:off x="4482489" y="2211889"/>
            <a:ext cx="67071" cy="298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5-line496"/>
          <p:cNvSpPr/>
          <p:nvPr/>
        </p:nvSpPr>
        <p:spPr>
          <a:xfrm flipH="1">
            <a:off x="4533443" y="2351804"/>
            <a:ext cx="69825" cy="226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5-line497"/>
          <p:cNvSpPr/>
          <p:nvPr/>
        </p:nvSpPr>
        <p:spPr>
          <a:xfrm flipH="1">
            <a:off x="4570243" y="2496566"/>
            <a:ext cx="71814" cy="152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5-line498"/>
          <p:cNvSpPr/>
          <p:nvPr/>
        </p:nvSpPr>
        <p:spPr>
          <a:xfrm flipH="1">
            <a:off x="4592486" y="2644590"/>
            <a:ext cx="73017" cy="76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5-line499"/>
          <p:cNvSpPr/>
          <p:nvPr/>
        </p:nvSpPr>
        <p:spPr>
          <a:xfrm flipH="1">
            <a:off x="4511825" y="2794254"/>
            <a:ext cx="161521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4" name="S15-line500"/>
          <p:cNvSpPr/>
          <p:nvPr/>
        </p:nvSpPr>
        <p:spPr>
          <a:xfrm flipH="1" flipV="1">
            <a:off x="4592486" y="2936243"/>
            <a:ext cx="73017" cy="76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5-line501"/>
          <p:cNvSpPr/>
          <p:nvPr/>
        </p:nvSpPr>
        <p:spPr>
          <a:xfrm flipH="1" flipV="1">
            <a:off x="4570243" y="3076677"/>
            <a:ext cx="71814" cy="152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5-line502"/>
          <p:cNvSpPr/>
          <p:nvPr/>
        </p:nvSpPr>
        <p:spPr>
          <a:xfrm flipH="1" flipV="1">
            <a:off x="4533443" y="3214016"/>
            <a:ext cx="69825" cy="226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15-line503"/>
          <p:cNvSpPr/>
          <p:nvPr/>
        </p:nvSpPr>
        <p:spPr>
          <a:xfrm flipH="1" flipV="1">
            <a:off x="4482489" y="3346757"/>
            <a:ext cx="67071" cy="298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15-line504"/>
          <p:cNvSpPr/>
          <p:nvPr/>
        </p:nvSpPr>
        <p:spPr>
          <a:xfrm flipH="1" flipV="1">
            <a:off x="4341640" y="3429392"/>
            <a:ext cx="139881" cy="8076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9" name="S15-line505"/>
          <p:cNvSpPr/>
          <p:nvPr/>
        </p:nvSpPr>
        <p:spPr>
          <a:xfrm flipH="1" flipV="1">
            <a:off x="4340500" y="3592689"/>
            <a:ext cx="59397" cy="431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5-line506"/>
          <p:cNvSpPr/>
          <p:nvPr/>
        </p:nvSpPr>
        <p:spPr>
          <a:xfrm flipH="1" flipV="1">
            <a:off x="4251021" y="3703187"/>
            <a:ext cx="54561" cy="491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5-line507"/>
          <p:cNvSpPr/>
          <p:nvPr/>
        </p:nvSpPr>
        <p:spPr>
          <a:xfrm flipH="1" flipV="1">
            <a:off x="4150481" y="3803727"/>
            <a:ext cx="49127" cy="54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5-line508"/>
          <p:cNvSpPr/>
          <p:nvPr/>
        </p:nvSpPr>
        <p:spPr>
          <a:xfrm flipH="1" flipV="1">
            <a:off x="4039983" y="3893206"/>
            <a:ext cx="43154" cy="59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5-line509"/>
          <p:cNvSpPr/>
          <p:nvPr/>
        </p:nvSpPr>
        <p:spPr>
          <a:xfrm flipH="1" flipV="1">
            <a:off x="3876686" y="3894346"/>
            <a:ext cx="80761" cy="13988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4" name="S15-line510"/>
          <p:cNvSpPr/>
          <p:nvPr/>
        </p:nvSpPr>
        <p:spPr>
          <a:xfrm flipH="1" flipV="1">
            <a:off x="3794051" y="4035195"/>
            <a:ext cx="29862" cy="670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5-line511"/>
          <p:cNvSpPr/>
          <p:nvPr/>
        </p:nvSpPr>
        <p:spPr>
          <a:xfrm flipH="1" flipV="1">
            <a:off x="3661310" y="4086149"/>
            <a:ext cx="22688" cy="698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5-line512"/>
          <p:cNvSpPr/>
          <p:nvPr/>
        </p:nvSpPr>
        <p:spPr>
          <a:xfrm flipH="1" flipV="1">
            <a:off x="3523971" y="4122949"/>
            <a:ext cx="15265" cy="7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15-line513"/>
          <p:cNvSpPr/>
          <p:nvPr/>
        </p:nvSpPr>
        <p:spPr>
          <a:xfrm flipH="1" flipV="1">
            <a:off x="3383537" y="4145192"/>
            <a:ext cx="7674" cy="7301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15-line514"/>
          <p:cNvSpPr/>
          <p:nvPr/>
        </p:nvSpPr>
        <p:spPr>
          <a:xfrm flipV="1">
            <a:off x="3241548" y="4064531"/>
            <a:ext cx="0" cy="1615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9" name="S15-line515"/>
          <p:cNvSpPr/>
          <p:nvPr/>
        </p:nvSpPr>
        <p:spPr>
          <a:xfrm flipV="1">
            <a:off x="3091884" y="4145192"/>
            <a:ext cx="7674" cy="7301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5-line516"/>
          <p:cNvSpPr/>
          <p:nvPr/>
        </p:nvSpPr>
        <p:spPr>
          <a:xfrm flipV="1">
            <a:off x="2943860" y="4122949"/>
            <a:ext cx="15265" cy="7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5-line517"/>
          <p:cNvSpPr/>
          <p:nvPr/>
        </p:nvSpPr>
        <p:spPr>
          <a:xfrm flipV="1">
            <a:off x="2799098" y="4086149"/>
            <a:ext cx="22688" cy="698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15-line518"/>
          <p:cNvSpPr/>
          <p:nvPr/>
        </p:nvSpPr>
        <p:spPr>
          <a:xfrm flipV="1">
            <a:off x="2659183" y="4035195"/>
            <a:ext cx="29862" cy="670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15-line519"/>
          <p:cNvSpPr/>
          <p:nvPr/>
        </p:nvSpPr>
        <p:spPr>
          <a:xfrm flipV="1">
            <a:off x="2525649" y="3894346"/>
            <a:ext cx="80761" cy="13988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4" name="S15-line520"/>
          <p:cNvSpPr/>
          <p:nvPr/>
        </p:nvSpPr>
        <p:spPr>
          <a:xfrm flipV="1">
            <a:off x="2399958" y="3893206"/>
            <a:ext cx="43154" cy="59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5-line521"/>
          <p:cNvSpPr/>
          <p:nvPr/>
        </p:nvSpPr>
        <p:spPr>
          <a:xfrm flipV="1">
            <a:off x="2283488" y="3803727"/>
            <a:ext cx="49127" cy="54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5-line522"/>
          <p:cNvSpPr/>
          <p:nvPr/>
        </p:nvSpPr>
        <p:spPr>
          <a:xfrm flipV="1">
            <a:off x="2177515" y="3703187"/>
            <a:ext cx="54561" cy="491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15-line523"/>
          <p:cNvSpPr/>
          <p:nvPr/>
        </p:nvSpPr>
        <p:spPr>
          <a:xfrm flipV="1">
            <a:off x="2083199" y="3592689"/>
            <a:ext cx="59397" cy="431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15-line524"/>
          <p:cNvSpPr/>
          <p:nvPr/>
        </p:nvSpPr>
        <p:spPr>
          <a:xfrm flipV="1">
            <a:off x="2001575" y="3429392"/>
            <a:ext cx="139881" cy="8076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9" name="S15-line525"/>
          <p:cNvSpPr/>
          <p:nvPr/>
        </p:nvSpPr>
        <p:spPr>
          <a:xfrm flipV="1">
            <a:off x="1933535" y="3346757"/>
            <a:ext cx="67071" cy="298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15-line526"/>
          <p:cNvSpPr/>
          <p:nvPr/>
        </p:nvSpPr>
        <p:spPr>
          <a:xfrm flipV="1">
            <a:off x="1879827" y="3214016"/>
            <a:ext cx="69825" cy="226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5-line527"/>
          <p:cNvSpPr/>
          <p:nvPr/>
        </p:nvSpPr>
        <p:spPr>
          <a:xfrm flipV="1">
            <a:off x="1841038" y="3076677"/>
            <a:ext cx="71814" cy="152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15-line528"/>
          <p:cNvSpPr/>
          <p:nvPr/>
        </p:nvSpPr>
        <p:spPr>
          <a:xfrm flipV="1">
            <a:off x="1817594" y="2936243"/>
            <a:ext cx="73017" cy="76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15-line529"/>
          <p:cNvSpPr/>
          <p:nvPr/>
        </p:nvSpPr>
        <p:spPr>
          <a:xfrm>
            <a:off x="1809750" y="2794254"/>
            <a:ext cx="161521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4" name="S15-line530"/>
          <p:cNvSpPr/>
          <p:nvPr/>
        </p:nvSpPr>
        <p:spPr>
          <a:xfrm>
            <a:off x="1817594" y="2644590"/>
            <a:ext cx="73017" cy="76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5-line531"/>
          <p:cNvSpPr/>
          <p:nvPr/>
        </p:nvSpPr>
        <p:spPr>
          <a:xfrm>
            <a:off x="1841038" y="2496566"/>
            <a:ext cx="71814" cy="152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5-line532"/>
          <p:cNvSpPr/>
          <p:nvPr/>
        </p:nvSpPr>
        <p:spPr>
          <a:xfrm>
            <a:off x="1879827" y="2351804"/>
            <a:ext cx="69825" cy="226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15-line533"/>
          <p:cNvSpPr/>
          <p:nvPr/>
        </p:nvSpPr>
        <p:spPr>
          <a:xfrm>
            <a:off x="1933535" y="2211889"/>
            <a:ext cx="67071" cy="298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15-line534"/>
          <p:cNvSpPr/>
          <p:nvPr/>
        </p:nvSpPr>
        <p:spPr>
          <a:xfrm>
            <a:off x="2001575" y="2078355"/>
            <a:ext cx="139881" cy="8076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9" name="S15-line535"/>
          <p:cNvSpPr/>
          <p:nvPr/>
        </p:nvSpPr>
        <p:spPr>
          <a:xfrm>
            <a:off x="2083199" y="1952664"/>
            <a:ext cx="59397" cy="431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5-line536"/>
          <p:cNvSpPr/>
          <p:nvPr/>
        </p:nvSpPr>
        <p:spPr>
          <a:xfrm>
            <a:off x="2177515" y="1836194"/>
            <a:ext cx="54561" cy="491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5-line537"/>
          <p:cNvSpPr/>
          <p:nvPr/>
        </p:nvSpPr>
        <p:spPr>
          <a:xfrm>
            <a:off x="2283488" y="1730221"/>
            <a:ext cx="49127" cy="54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15-line538"/>
          <p:cNvSpPr/>
          <p:nvPr/>
        </p:nvSpPr>
        <p:spPr>
          <a:xfrm>
            <a:off x="2399958" y="1635905"/>
            <a:ext cx="43154" cy="59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15-line539"/>
          <p:cNvSpPr/>
          <p:nvPr/>
        </p:nvSpPr>
        <p:spPr>
          <a:xfrm>
            <a:off x="2525649" y="1554281"/>
            <a:ext cx="80761" cy="13988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4" name="S15-line540"/>
          <p:cNvSpPr/>
          <p:nvPr/>
        </p:nvSpPr>
        <p:spPr>
          <a:xfrm>
            <a:off x="2659183" y="1486241"/>
            <a:ext cx="29862" cy="670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5-line541"/>
          <p:cNvSpPr/>
          <p:nvPr/>
        </p:nvSpPr>
        <p:spPr>
          <a:xfrm>
            <a:off x="2799098" y="1432533"/>
            <a:ext cx="22688" cy="698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5-line542"/>
          <p:cNvSpPr/>
          <p:nvPr/>
        </p:nvSpPr>
        <p:spPr>
          <a:xfrm>
            <a:off x="2943860" y="1393744"/>
            <a:ext cx="15265" cy="7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15-line543"/>
          <p:cNvSpPr/>
          <p:nvPr/>
        </p:nvSpPr>
        <p:spPr>
          <a:xfrm>
            <a:off x="3091884" y="1370300"/>
            <a:ext cx="7674" cy="7301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15-label544"/>
          <p:cNvSpPr txBox="1"/>
          <p:nvPr/>
        </p:nvSpPr>
        <p:spPr>
          <a:xfrm>
            <a:off x="3547236" y="160677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9" name="S15-label545"/>
          <p:cNvSpPr txBox="1"/>
          <p:nvPr/>
        </p:nvSpPr>
        <p:spPr>
          <a:xfrm>
            <a:off x="3971831" y="203136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70" name="S15-label546"/>
          <p:cNvSpPr txBox="1"/>
          <p:nvPr/>
        </p:nvSpPr>
        <p:spPr>
          <a:xfrm>
            <a:off x="4127243" y="26113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71" name="S15-label547"/>
          <p:cNvSpPr txBox="1"/>
          <p:nvPr/>
        </p:nvSpPr>
        <p:spPr>
          <a:xfrm>
            <a:off x="3971831" y="319138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72" name="S15-label548"/>
          <p:cNvSpPr txBox="1"/>
          <p:nvPr/>
        </p:nvSpPr>
        <p:spPr>
          <a:xfrm>
            <a:off x="3547236" y="361597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73" name="S15-label549"/>
          <p:cNvSpPr txBox="1"/>
          <p:nvPr/>
        </p:nvSpPr>
        <p:spPr>
          <a:xfrm>
            <a:off x="2967228" y="377138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74" name="S15-label550"/>
          <p:cNvSpPr txBox="1"/>
          <p:nvPr/>
        </p:nvSpPr>
        <p:spPr>
          <a:xfrm>
            <a:off x="2387220" y="361597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400" dirty="0"/>
          </a:p>
        </p:txBody>
      </p:sp>
      <p:sp>
        <p:nvSpPr>
          <p:cNvPr id="75" name="S15-label551"/>
          <p:cNvSpPr txBox="1"/>
          <p:nvPr/>
        </p:nvSpPr>
        <p:spPr>
          <a:xfrm>
            <a:off x="1962625" y="319138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400" dirty="0"/>
          </a:p>
        </p:txBody>
      </p:sp>
      <p:sp>
        <p:nvSpPr>
          <p:cNvPr id="76" name="S15-label552"/>
          <p:cNvSpPr txBox="1"/>
          <p:nvPr/>
        </p:nvSpPr>
        <p:spPr>
          <a:xfrm>
            <a:off x="1807213" y="26113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400" dirty="0"/>
          </a:p>
        </p:txBody>
      </p:sp>
      <p:sp>
        <p:nvSpPr>
          <p:cNvPr id="77" name="S15-label553"/>
          <p:cNvSpPr txBox="1"/>
          <p:nvPr/>
        </p:nvSpPr>
        <p:spPr>
          <a:xfrm>
            <a:off x="1962625" y="203136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78" name="S15-label554"/>
          <p:cNvSpPr txBox="1"/>
          <p:nvPr/>
        </p:nvSpPr>
        <p:spPr>
          <a:xfrm>
            <a:off x="2387220" y="160677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400" dirty="0"/>
          </a:p>
        </p:txBody>
      </p:sp>
      <p:sp>
        <p:nvSpPr>
          <p:cNvPr id="79" name="S15-label555"/>
          <p:cNvSpPr txBox="1"/>
          <p:nvPr/>
        </p:nvSpPr>
        <p:spPr>
          <a:xfrm>
            <a:off x="2967228" y="14513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400" dirty="0"/>
          </a:p>
        </p:txBody>
      </p:sp>
      <p:sp>
        <p:nvSpPr>
          <p:cNvPr id="80" name="S15-line556"/>
          <p:cNvSpPr/>
          <p:nvPr/>
        </p:nvSpPr>
        <p:spPr>
          <a:xfrm>
            <a:off x="3241548" y="2794254"/>
            <a:ext cx="646085" cy="0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81" name="S15-line557"/>
          <p:cNvSpPr/>
          <p:nvPr/>
        </p:nvSpPr>
        <p:spPr>
          <a:xfrm flipV="1">
            <a:off x="3241548" y="1854495"/>
            <a:ext cx="0" cy="939759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2" name="S15-pin558"/>
          <p:cNvSpPr/>
          <p:nvPr/>
        </p:nvSpPr>
        <p:spPr>
          <a:xfrm>
            <a:off x="3186684" y="273939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3" name="S15-label559"/>
          <p:cNvSpPr txBox="1"/>
          <p:nvPr/>
        </p:nvSpPr>
        <p:spPr>
          <a:xfrm>
            <a:off x="548640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3시: 90°</a:t>
            </a:r>
            <a:endParaRPr lang="ko-KR" sz="2400" dirty="0"/>
          </a:p>
        </p:txBody>
      </p:sp>
      <p:sp>
        <p:nvSpPr>
          <p:cNvPr id="84" name="S15-figure560" descr="6시를 가리키는 시계: 두 바늘이 일직선"/>
          <p:cNvSpPr/>
          <p:nvPr/>
        </p:nvSpPr>
        <p:spPr>
          <a:xfrm>
            <a:off x="7479030" y="1325880"/>
            <a:ext cx="2936748" cy="293674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5" name="S15-line561"/>
          <p:cNvSpPr/>
          <p:nvPr/>
        </p:nvSpPr>
        <p:spPr>
          <a:xfrm>
            <a:off x="8947404" y="1362456"/>
            <a:ext cx="0" cy="1615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6" name="S15-line562"/>
          <p:cNvSpPr/>
          <p:nvPr/>
        </p:nvSpPr>
        <p:spPr>
          <a:xfrm flipH="1">
            <a:off x="9089393" y="1370300"/>
            <a:ext cx="7674" cy="7301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15-line563"/>
          <p:cNvSpPr/>
          <p:nvPr/>
        </p:nvSpPr>
        <p:spPr>
          <a:xfrm flipH="1">
            <a:off x="9229827" y="1393744"/>
            <a:ext cx="15265" cy="7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15-line564"/>
          <p:cNvSpPr/>
          <p:nvPr/>
        </p:nvSpPr>
        <p:spPr>
          <a:xfrm flipH="1">
            <a:off x="9367166" y="1432533"/>
            <a:ext cx="22688" cy="698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15-line565"/>
          <p:cNvSpPr/>
          <p:nvPr/>
        </p:nvSpPr>
        <p:spPr>
          <a:xfrm flipH="1">
            <a:off x="9499907" y="1486241"/>
            <a:ext cx="29862" cy="670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15-line566"/>
          <p:cNvSpPr/>
          <p:nvPr/>
        </p:nvSpPr>
        <p:spPr>
          <a:xfrm flipH="1">
            <a:off x="9582542" y="1554281"/>
            <a:ext cx="80761" cy="13988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1" name="S15-line567"/>
          <p:cNvSpPr/>
          <p:nvPr/>
        </p:nvSpPr>
        <p:spPr>
          <a:xfrm flipH="1">
            <a:off x="9745839" y="1635905"/>
            <a:ext cx="43154" cy="59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15-line568"/>
          <p:cNvSpPr/>
          <p:nvPr/>
        </p:nvSpPr>
        <p:spPr>
          <a:xfrm flipH="1">
            <a:off x="9856337" y="1730221"/>
            <a:ext cx="49127" cy="54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15-line569"/>
          <p:cNvSpPr/>
          <p:nvPr/>
        </p:nvSpPr>
        <p:spPr>
          <a:xfrm flipH="1">
            <a:off x="9956877" y="1836194"/>
            <a:ext cx="54561" cy="491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15-line570"/>
          <p:cNvSpPr/>
          <p:nvPr/>
        </p:nvSpPr>
        <p:spPr>
          <a:xfrm flipH="1">
            <a:off x="10046356" y="1952664"/>
            <a:ext cx="59397" cy="431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15-line571"/>
          <p:cNvSpPr/>
          <p:nvPr/>
        </p:nvSpPr>
        <p:spPr>
          <a:xfrm flipH="1">
            <a:off x="10047496" y="2078355"/>
            <a:ext cx="139881" cy="8076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6" name="S15-line572"/>
          <p:cNvSpPr/>
          <p:nvPr/>
        </p:nvSpPr>
        <p:spPr>
          <a:xfrm flipH="1">
            <a:off x="10188345" y="2211889"/>
            <a:ext cx="67071" cy="298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15-line573"/>
          <p:cNvSpPr/>
          <p:nvPr/>
        </p:nvSpPr>
        <p:spPr>
          <a:xfrm flipH="1">
            <a:off x="10239299" y="2351804"/>
            <a:ext cx="69825" cy="226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15-line574"/>
          <p:cNvSpPr/>
          <p:nvPr/>
        </p:nvSpPr>
        <p:spPr>
          <a:xfrm flipH="1">
            <a:off x="10276099" y="2496566"/>
            <a:ext cx="71814" cy="152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15-line575"/>
          <p:cNvSpPr/>
          <p:nvPr/>
        </p:nvSpPr>
        <p:spPr>
          <a:xfrm flipH="1">
            <a:off x="10298342" y="2644590"/>
            <a:ext cx="73017" cy="76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15-line576"/>
          <p:cNvSpPr/>
          <p:nvPr/>
        </p:nvSpPr>
        <p:spPr>
          <a:xfrm flipH="1">
            <a:off x="10217681" y="2794254"/>
            <a:ext cx="161521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1" name="S15-line577"/>
          <p:cNvSpPr/>
          <p:nvPr/>
        </p:nvSpPr>
        <p:spPr>
          <a:xfrm flipH="1" flipV="1">
            <a:off x="10298342" y="2936243"/>
            <a:ext cx="73017" cy="76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15-line578"/>
          <p:cNvSpPr/>
          <p:nvPr/>
        </p:nvSpPr>
        <p:spPr>
          <a:xfrm flipH="1" flipV="1">
            <a:off x="10276099" y="3076677"/>
            <a:ext cx="71814" cy="152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15-line579"/>
          <p:cNvSpPr/>
          <p:nvPr/>
        </p:nvSpPr>
        <p:spPr>
          <a:xfrm flipH="1" flipV="1">
            <a:off x="10239299" y="3214016"/>
            <a:ext cx="69825" cy="226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15-line580"/>
          <p:cNvSpPr/>
          <p:nvPr/>
        </p:nvSpPr>
        <p:spPr>
          <a:xfrm flipH="1" flipV="1">
            <a:off x="10188345" y="3346757"/>
            <a:ext cx="67071" cy="298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15-line581"/>
          <p:cNvSpPr/>
          <p:nvPr/>
        </p:nvSpPr>
        <p:spPr>
          <a:xfrm flipH="1" flipV="1">
            <a:off x="10047496" y="3429392"/>
            <a:ext cx="139881" cy="8076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6" name="S15-line582"/>
          <p:cNvSpPr/>
          <p:nvPr/>
        </p:nvSpPr>
        <p:spPr>
          <a:xfrm flipH="1" flipV="1">
            <a:off x="10046356" y="3592689"/>
            <a:ext cx="59397" cy="431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15-line583"/>
          <p:cNvSpPr/>
          <p:nvPr/>
        </p:nvSpPr>
        <p:spPr>
          <a:xfrm flipH="1" flipV="1">
            <a:off x="9956877" y="3703187"/>
            <a:ext cx="54561" cy="491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15-line584"/>
          <p:cNvSpPr/>
          <p:nvPr/>
        </p:nvSpPr>
        <p:spPr>
          <a:xfrm flipH="1" flipV="1">
            <a:off x="9856337" y="3803727"/>
            <a:ext cx="49127" cy="54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15-line585"/>
          <p:cNvSpPr/>
          <p:nvPr/>
        </p:nvSpPr>
        <p:spPr>
          <a:xfrm flipH="1" flipV="1">
            <a:off x="9745839" y="3893206"/>
            <a:ext cx="43154" cy="59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15-line586"/>
          <p:cNvSpPr/>
          <p:nvPr/>
        </p:nvSpPr>
        <p:spPr>
          <a:xfrm flipH="1" flipV="1">
            <a:off x="9582542" y="3894346"/>
            <a:ext cx="80761" cy="13988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1" name="S15-line587"/>
          <p:cNvSpPr/>
          <p:nvPr/>
        </p:nvSpPr>
        <p:spPr>
          <a:xfrm flipH="1" flipV="1">
            <a:off x="9499907" y="4035195"/>
            <a:ext cx="29862" cy="670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15-line588"/>
          <p:cNvSpPr/>
          <p:nvPr/>
        </p:nvSpPr>
        <p:spPr>
          <a:xfrm flipH="1" flipV="1">
            <a:off x="9367166" y="4086149"/>
            <a:ext cx="22688" cy="698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15-line589"/>
          <p:cNvSpPr/>
          <p:nvPr/>
        </p:nvSpPr>
        <p:spPr>
          <a:xfrm flipH="1" flipV="1">
            <a:off x="9229827" y="4122949"/>
            <a:ext cx="15265" cy="7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15-line590"/>
          <p:cNvSpPr/>
          <p:nvPr/>
        </p:nvSpPr>
        <p:spPr>
          <a:xfrm flipH="1" flipV="1">
            <a:off x="9089393" y="4145192"/>
            <a:ext cx="7674" cy="7301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15-line591"/>
          <p:cNvSpPr/>
          <p:nvPr/>
        </p:nvSpPr>
        <p:spPr>
          <a:xfrm flipV="1">
            <a:off x="8947404" y="4064531"/>
            <a:ext cx="0" cy="1615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6" name="S15-line592"/>
          <p:cNvSpPr/>
          <p:nvPr/>
        </p:nvSpPr>
        <p:spPr>
          <a:xfrm flipV="1">
            <a:off x="8797740" y="4145192"/>
            <a:ext cx="7674" cy="7301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15-line593"/>
          <p:cNvSpPr/>
          <p:nvPr/>
        </p:nvSpPr>
        <p:spPr>
          <a:xfrm flipV="1">
            <a:off x="8649716" y="4122949"/>
            <a:ext cx="15265" cy="7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15-line594"/>
          <p:cNvSpPr/>
          <p:nvPr/>
        </p:nvSpPr>
        <p:spPr>
          <a:xfrm flipV="1">
            <a:off x="8504954" y="4086149"/>
            <a:ext cx="22688" cy="698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15-line595"/>
          <p:cNvSpPr/>
          <p:nvPr/>
        </p:nvSpPr>
        <p:spPr>
          <a:xfrm flipV="1">
            <a:off x="8365039" y="4035195"/>
            <a:ext cx="29862" cy="670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15-line596"/>
          <p:cNvSpPr/>
          <p:nvPr/>
        </p:nvSpPr>
        <p:spPr>
          <a:xfrm flipV="1">
            <a:off x="8231505" y="3894346"/>
            <a:ext cx="80761" cy="13988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1" name="S15-line597"/>
          <p:cNvSpPr/>
          <p:nvPr/>
        </p:nvSpPr>
        <p:spPr>
          <a:xfrm flipV="1">
            <a:off x="8105814" y="3893206"/>
            <a:ext cx="43154" cy="59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15-line598"/>
          <p:cNvSpPr/>
          <p:nvPr/>
        </p:nvSpPr>
        <p:spPr>
          <a:xfrm flipV="1">
            <a:off x="7989344" y="3803727"/>
            <a:ext cx="49127" cy="54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15-line599"/>
          <p:cNvSpPr/>
          <p:nvPr/>
        </p:nvSpPr>
        <p:spPr>
          <a:xfrm flipV="1">
            <a:off x="7883371" y="3703187"/>
            <a:ext cx="54561" cy="491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15-line600"/>
          <p:cNvSpPr/>
          <p:nvPr/>
        </p:nvSpPr>
        <p:spPr>
          <a:xfrm flipV="1">
            <a:off x="7789055" y="3592689"/>
            <a:ext cx="59397" cy="431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15-line601"/>
          <p:cNvSpPr/>
          <p:nvPr/>
        </p:nvSpPr>
        <p:spPr>
          <a:xfrm flipV="1">
            <a:off x="7707431" y="3429392"/>
            <a:ext cx="139881" cy="8076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6" name="S15-line602"/>
          <p:cNvSpPr/>
          <p:nvPr/>
        </p:nvSpPr>
        <p:spPr>
          <a:xfrm flipV="1">
            <a:off x="7639391" y="3346757"/>
            <a:ext cx="67071" cy="298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15-line603"/>
          <p:cNvSpPr/>
          <p:nvPr/>
        </p:nvSpPr>
        <p:spPr>
          <a:xfrm flipV="1">
            <a:off x="7585683" y="3214016"/>
            <a:ext cx="69825" cy="226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15-line604"/>
          <p:cNvSpPr/>
          <p:nvPr/>
        </p:nvSpPr>
        <p:spPr>
          <a:xfrm flipV="1">
            <a:off x="7546894" y="3076677"/>
            <a:ext cx="71814" cy="152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15-line605"/>
          <p:cNvSpPr/>
          <p:nvPr/>
        </p:nvSpPr>
        <p:spPr>
          <a:xfrm flipV="1">
            <a:off x="7523450" y="2936243"/>
            <a:ext cx="73017" cy="76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15-line606"/>
          <p:cNvSpPr/>
          <p:nvPr/>
        </p:nvSpPr>
        <p:spPr>
          <a:xfrm>
            <a:off x="7515606" y="2794254"/>
            <a:ext cx="161521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1" name="S15-line607"/>
          <p:cNvSpPr/>
          <p:nvPr/>
        </p:nvSpPr>
        <p:spPr>
          <a:xfrm>
            <a:off x="7523450" y="2644590"/>
            <a:ext cx="73017" cy="76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15-line608"/>
          <p:cNvSpPr/>
          <p:nvPr/>
        </p:nvSpPr>
        <p:spPr>
          <a:xfrm>
            <a:off x="7546894" y="2496566"/>
            <a:ext cx="71814" cy="152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15-line609"/>
          <p:cNvSpPr/>
          <p:nvPr/>
        </p:nvSpPr>
        <p:spPr>
          <a:xfrm>
            <a:off x="7585683" y="2351804"/>
            <a:ext cx="69825" cy="226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15-line610"/>
          <p:cNvSpPr/>
          <p:nvPr/>
        </p:nvSpPr>
        <p:spPr>
          <a:xfrm>
            <a:off x="7639391" y="2211889"/>
            <a:ext cx="67071" cy="298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15-line611"/>
          <p:cNvSpPr/>
          <p:nvPr/>
        </p:nvSpPr>
        <p:spPr>
          <a:xfrm>
            <a:off x="7707431" y="2078355"/>
            <a:ext cx="139881" cy="8076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6" name="S15-line612"/>
          <p:cNvSpPr/>
          <p:nvPr/>
        </p:nvSpPr>
        <p:spPr>
          <a:xfrm>
            <a:off x="7789055" y="1952664"/>
            <a:ext cx="59397" cy="431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15-line613"/>
          <p:cNvSpPr/>
          <p:nvPr/>
        </p:nvSpPr>
        <p:spPr>
          <a:xfrm>
            <a:off x="7883371" y="1836194"/>
            <a:ext cx="54561" cy="491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15-line614"/>
          <p:cNvSpPr/>
          <p:nvPr/>
        </p:nvSpPr>
        <p:spPr>
          <a:xfrm>
            <a:off x="7989344" y="1730221"/>
            <a:ext cx="49127" cy="54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15-line615"/>
          <p:cNvSpPr/>
          <p:nvPr/>
        </p:nvSpPr>
        <p:spPr>
          <a:xfrm>
            <a:off x="8105814" y="1635905"/>
            <a:ext cx="43154" cy="59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15-line616"/>
          <p:cNvSpPr/>
          <p:nvPr/>
        </p:nvSpPr>
        <p:spPr>
          <a:xfrm>
            <a:off x="8231505" y="1554281"/>
            <a:ext cx="80761" cy="13988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1" name="S15-line617"/>
          <p:cNvSpPr/>
          <p:nvPr/>
        </p:nvSpPr>
        <p:spPr>
          <a:xfrm>
            <a:off x="8365039" y="1486241"/>
            <a:ext cx="29862" cy="670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15-line618"/>
          <p:cNvSpPr/>
          <p:nvPr/>
        </p:nvSpPr>
        <p:spPr>
          <a:xfrm>
            <a:off x="8504954" y="1432533"/>
            <a:ext cx="22688" cy="698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15-line619"/>
          <p:cNvSpPr/>
          <p:nvPr/>
        </p:nvSpPr>
        <p:spPr>
          <a:xfrm>
            <a:off x="8649716" y="1393744"/>
            <a:ext cx="15265" cy="7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15-line620"/>
          <p:cNvSpPr/>
          <p:nvPr/>
        </p:nvSpPr>
        <p:spPr>
          <a:xfrm>
            <a:off x="8797740" y="1370300"/>
            <a:ext cx="7674" cy="7301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5" name="S15-label621"/>
          <p:cNvSpPr txBox="1"/>
          <p:nvPr/>
        </p:nvSpPr>
        <p:spPr>
          <a:xfrm>
            <a:off x="9253092" y="160677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46" name="S15-label622"/>
          <p:cNvSpPr txBox="1"/>
          <p:nvPr/>
        </p:nvSpPr>
        <p:spPr>
          <a:xfrm>
            <a:off x="9677687" y="203136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47" name="S15-label623"/>
          <p:cNvSpPr txBox="1"/>
          <p:nvPr/>
        </p:nvSpPr>
        <p:spPr>
          <a:xfrm>
            <a:off x="9833099" y="26113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48" name="S15-label624"/>
          <p:cNvSpPr txBox="1"/>
          <p:nvPr/>
        </p:nvSpPr>
        <p:spPr>
          <a:xfrm>
            <a:off x="9677687" y="319138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9" name="S15-label625"/>
          <p:cNvSpPr txBox="1"/>
          <p:nvPr/>
        </p:nvSpPr>
        <p:spPr>
          <a:xfrm>
            <a:off x="9253092" y="361597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150" name="S15-label626"/>
          <p:cNvSpPr txBox="1"/>
          <p:nvPr/>
        </p:nvSpPr>
        <p:spPr>
          <a:xfrm>
            <a:off x="8673084" y="377138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151" name="S15-label627"/>
          <p:cNvSpPr txBox="1"/>
          <p:nvPr/>
        </p:nvSpPr>
        <p:spPr>
          <a:xfrm>
            <a:off x="8093076" y="361597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400" dirty="0"/>
          </a:p>
        </p:txBody>
      </p:sp>
      <p:sp>
        <p:nvSpPr>
          <p:cNvPr id="152" name="S15-label628"/>
          <p:cNvSpPr txBox="1"/>
          <p:nvPr/>
        </p:nvSpPr>
        <p:spPr>
          <a:xfrm>
            <a:off x="7668481" y="319138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400" dirty="0"/>
          </a:p>
        </p:txBody>
      </p:sp>
      <p:sp>
        <p:nvSpPr>
          <p:cNvPr id="153" name="S15-label629"/>
          <p:cNvSpPr txBox="1"/>
          <p:nvPr/>
        </p:nvSpPr>
        <p:spPr>
          <a:xfrm>
            <a:off x="7513069" y="26113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400" dirty="0"/>
          </a:p>
        </p:txBody>
      </p:sp>
      <p:sp>
        <p:nvSpPr>
          <p:cNvPr id="154" name="S15-label630"/>
          <p:cNvSpPr txBox="1"/>
          <p:nvPr/>
        </p:nvSpPr>
        <p:spPr>
          <a:xfrm>
            <a:off x="7668481" y="203136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155" name="S15-label631"/>
          <p:cNvSpPr txBox="1"/>
          <p:nvPr/>
        </p:nvSpPr>
        <p:spPr>
          <a:xfrm>
            <a:off x="8093076" y="160677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400" dirty="0"/>
          </a:p>
        </p:txBody>
      </p:sp>
      <p:sp>
        <p:nvSpPr>
          <p:cNvPr id="156" name="S15-label632"/>
          <p:cNvSpPr txBox="1"/>
          <p:nvPr/>
        </p:nvSpPr>
        <p:spPr>
          <a:xfrm>
            <a:off x="8673084" y="14513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400" dirty="0"/>
          </a:p>
        </p:txBody>
      </p:sp>
      <p:sp>
        <p:nvSpPr>
          <p:cNvPr id="157" name="S15-line633"/>
          <p:cNvSpPr/>
          <p:nvPr/>
        </p:nvSpPr>
        <p:spPr>
          <a:xfrm>
            <a:off x="8947404" y="2794254"/>
            <a:ext cx="0" cy="646085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8" name="S15-line634"/>
          <p:cNvSpPr/>
          <p:nvPr/>
        </p:nvSpPr>
        <p:spPr>
          <a:xfrm flipV="1">
            <a:off x="8947404" y="1854495"/>
            <a:ext cx="0" cy="939759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9" name="S15-pin635"/>
          <p:cNvSpPr/>
          <p:nvPr/>
        </p:nvSpPr>
        <p:spPr>
          <a:xfrm>
            <a:off x="8892540" y="273939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0" name="S15-label636"/>
          <p:cNvSpPr txBox="1"/>
          <p:nvPr/>
        </p:nvSpPr>
        <p:spPr>
          <a:xfrm>
            <a:off x="6254496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6시: 180°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수학 평면도형의 이동</dc:title>
  <dc:subject>KR22-G04-MAT-MOVE-L01</dc:subject>
  <dc:creator>education-ppt</dc:creator>
  <cp:lastModifiedBy>education-ppt</cp:lastModifiedBy>
  <cp:revision>1</cp:revision>
  <dcterms:created xsi:type="dcterms:W3CDTF">2026-10-26T08:24:31Z</dcterms:created>
  <dcterms:modified xsi:type="dcterms:W3CDTF">2026-10-26T08:24:31Z</dcterms:modified>
</cp:coreProperties>
</file>