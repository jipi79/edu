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0bb7f6b4-0f52-916b-98f8-bea9d85e4c9d}">
          <p14:sldIdLst>
            <p14:sldId id="256"/>
            <p14:sldId id="257"/>
          </p14:sldIdLst>
        </p14:section>
        <p14:section name="개념" id="{6c6ff83e-be6e-7f95-12b1-639727f0fea0}">
          <p14:sldIdLst>
            <p14:sldId id="258"/>
            <p14:sldId id="259"/>
            <p14:sldId id="260"/>
            <p14:sldId id="263"/>
            <p14:sldId id="264"/>
          </p14:sldIdLst>
        </p14:section>
        <p14:section name="연습" id="{ff00c95f-066b-35e9-2972-c538da20f43f}">
          <p14:sldIdLst>
            <p14:sldId id="261"/>
            <p14:sldId id="262"/>
            <p14:sldId id="265"/>
          </p14:sldIdLst>
        </p14:section>
        <p14:section name="개념" id="{d13c0325-a100-ee51-3223-7af79f9dcfba}">
          <p14:sldIdLst/>
        </p14:section>
        <p14:section name="연습" id="{39a5f264-2351-5c54-e31a-ab417a53fe86}">
          <p14:sldIdLst/>
        </p14:section>
        <p14:section name="확인" id="{fb44f08d-ee0b-8696-ae50-d31ddc3199d8}">
          <p14:sldIdLst>
            <p14:sldId id="266"/>
            <p14:sldId id="267"/>
          </p14:sldIdLst>
        </p14:section>
        <p14:section name="정리" id="{34f7b8dd-075c-aca1-b14f-af78f6244486}">
          <p14:sldIdLst>
            <p14:sldId id="268"/>
          </p14:sldIdLst>
        </p14:section>
        <p14:section name="보충" id="{c2625781-d544-1f29-b4c5-079093a2c30e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수학 · 자료와규칙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수학 · 꺾은선그래프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수학 · 꺾은선그래프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초4 수학 · 꺾은선그래프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꺾은선그래프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기온은 어떻게 변했을까?</a:t>
            </a:r>
            <a:endParaRPr lang="ko-KR" sz="3000" dirty="0"/>
          </a:p>
        </p:txBody>
      </p:sp>
      <p:sp>
        <p:nvSpPr>
          <p:cNvPr id="4" name="S01-card1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꺾은선그래프를 읽고 변화를 말해요.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물결선을 알고 꺾은선그래프로 나타내요.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000" dirty="0"/>
          </a:p>
        </p:txBody>
      </p:sp>
      <p:sp>
        <p:nvSpPr>
          <p:cNvPr id="3" name="S02-figure3" descr="막대그래프 ‘요일별 읽은 쪽수’(세로 눈금 한 칸 2): 월 6, 화 10, 수 4, 목 8"/>
          <p:cNvSpPr/>
          <p:nvPr/>
        </p:nvSpPr>
        <p:spPr>
          <a:xfrm>
            <a:off x="7404811" y="3849050"/>
            <a:ext cx="529029" cy="1322573"/>
          </a:xfrm>
          <a:custGeom>
            <a:avLst/>
            <a:gdLst/>
            <a:ahLst/>
            <a:cxnLst/>
            <a:rect l="l" t="t" r="r" b="b"/>
            <a:pathLst>
              <a:path w="529029" h="1322573">
                <a:moveTo>
                  <a:pt x="0" y="1322573"/>
                </a:moveTo>
                <a:lnTo>
                  <a:pt x="529029" y="1322573"/>
                </a:lnTo>
                <a:lnTo>
                  <a:pt x="529029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" name="S02-mark4"/>
          <p:cNvSpPr/>
          <p:nvPr/>
        </p:nvSpPr>
        <p:spPr>
          <a:xfrm>
            <a:off x="8462869" y="2967335"/>
            <a:ext cx="529029" cy="2204288"/>
          </a:xfrm>
          <a:custGeom>
            <a:avLst/>
            <a:gdLst/>
            <a:ahLst/>
            <a:cxnLst/>
            <a:rect l="l" t="t" r="r" b="b"/>
            <a:pathLst>
              <a:path w="529029" h="2204288">
                <a:moveTo>
                  <a:pt x="0" y="2204288"/>
                </a:moveTo>
                <a:lnTo>
                  <a:pt x="529029" y="2204288"/>
                </a:lnTo>
                <a:lnTo>
                  <a:pt x="529029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" name="S02-mark5"/>
          <p:cNvSpPr/>
          <p:nvPr/>
        </p:nvSpPr>
        <p:spPr>
          <a:xfrm>
            <a:off x="9520927" y="4289908"/>
            <a:ext cx="529029" cy="881715"/>
          </a:xfrm>
          <a:custGeom>
            <a:avLst/>
            <a:gdLst/>
            <a:ahLst/>
            <a:cxnLst/>
            <a:rect l="l" t="t" r="r" b="b"/>
            <a:pathLst>
              <a:path w="529029" h="881715">
                <a:moveTo>
                  <a:pt x="0" y="881715"/>
                </a:moveTo>
                <a:lnTo>
                  <a:pt x="529029" y="881715"/>
                </a:lnTo>
                <a:lnTo>
                  <a:pt x="529029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2-mark6"/>
          <p:cNvSpPr/>
          <p:nvPr/>
        </p:nvSpPr>
        <p:spPr>
          <a:xfrm>
            <a:off x="10578985" y="3408193"/>
            <a:ext cx="529029" cy="1763430"/>
          </a:xfrm>
          <a:custGeom>
            <a:avLst/>
            <a:gdLst/>
            <a:ahLst/>
            <a:cxnLst/>
            <a:rect l="l" t="t" r="r" b="b"/>
            <a:pathLst>
              <a:path w="529029" h="1763430">
                <a:moveTo>
                  <a:pt x="0" y="1763430"/>
                </a:moveTo>
                <a:lnTo>
                  <a:pt x="529029" y="1763430"/>
                </a:lnTo>
                <a:lnTo>
                  <a:pt x="529029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2-mark7"/>
          <p:cNvSpPr/>
          <p:nvPr/>
        </p:nvSpPr>
        <p:spPr>
          <a:xfrm>
            <a:off x="7008039" y="4730765"/>
            <a:ext cx="4496747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" name="S02-mark8"/>
          <p:cNvSpPr/>
          <p:nvPr/>
        </p:nvSpPr>
        <p:spPr>
          <a:xfrm>
            <a:off x="7008039" y="4289908"/>
            <a:ext cx="4496747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02-mark9"/>
          <p:cNvSpPr/>
          <p:nvPr/>
        </p:nvSpPr>
        <p:spPr>
          <a:xfrm>
            <a:off x="7008039" y="3849050"/>
            <a:ext cx="4496747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02-mark10"/>
          <p:cNvSpPr/>
          <p:nvPr/>
        </p:nvSpPr>
        <p:spPr>
          <a:xfrm>
            <a:off x="7008039" y="3408193"/>
            <a:ext cx="4496747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02-mark11"/>
          <p:cNvSpPr/>
          <p:nvPr/>
        </p:nvSpPr>
        <p:spPr>
          <a:xfrm>
            <a:off x="7008039" y="2967335"/>
            <a:ext cx="4496747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02-mark12"/>
          <p:cNvSpPr/>
          <p:nvPr/>
        </p:nvSpPr>
        <p:spPr>
          <a:xfrm>
            <a:off x="7008039" y="5171623"/>
            <a:ext cx="4496747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3" name="S02-mark13"/>
          <p:cNvSpPr/>
          <p:nvPr/>
        </p:nvSpPr>
        <p:spPr>
          <a:xfrm flipV="1">
            <a:off x="7008039" y="2790992"/>
            <a:ext cx="0" cy="2380631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4" name="S02-label15"/>
          <p:cNvSpPr txBox="1"/>
          <p:nvPr/>
        </p:nvSpPr>
        <p:spPr>
          <a:xfrm>
            <a:off x="6477863" y="4981123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400" dirty="0"/>
          </a:p>
        </p:txBody>
      </p:sp>
      <p:sp>
        <p:nvSpPr>
          <p:cNvPr id="15" name="S02-label17"/>
          <p:cNvSpPr txBox="1"/>
          <p:nvPr/>
        </p:nvSpPr>
        <p:spPr>
          <a:xfrm>
            <a:off x="6477863" y="4981123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400" dirty="0"/>
          </a:p>
        </p:txBody>
      </p:sp>
      <p:sp>
        <p:nvSpPr>
          <p:cNvPr id="16" name="S02-label19"/>
          <p:cNvSpPr txBox="1"/>
          <p:nvPr/>
        </p:nvSpPr>
        <p:spPr>
          <a:xfrm>
            <a:off x="6477863" y="4540265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7" name="S02-label21"/>
          <p:cNvSpPr txBox="1"/>
          <p:nvPr/>
        </p:nvSpPr>
        <p:spPr>
          <a:xfrm>
            <a:off x="6477863" y="4099408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8" name="S02-label23"/>
          <p:cNvSpPr txBox="1"/>
          <p:nvPr/>
        </p:nvSpPr>
        <p:spPr>
          <a:xfrm>
            <a:off x="6477863" y="3658550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400" dirty="0"/>
          </a:p>
        </p:txBody>
      </p:sp>
      <p:sp>
        <p:nvSpPr>
          <p:cNvPr id="19" name="S02-label25"/>
          <p:cNvSpPr txBox="1"/>
          <p:nvPr/>
        </p:nvSpPr>
        <p:spPr>
          <a:xfrm>
            <a:off x="6477863" y="3217693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400" dirty="0"/>
          </a:p>
        </p:txBody>
      </p:sp>
      <p:sp>
        <p:nvSpPr>
          <p:cNvPr id="20" name="S02-label27"/>
          <p:cNvSpPr txBox="1"/>
          <p:nvPr/>
        </p:nvSpPr>
        <p:spPr>
          <a:xfrm>
            <a:off x="6377279" y="2776835"/>
            <a:ext cx="51206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400" dirty="0"/>
          </a:p>
        </p:txBody>
      </p:sp>
      <p:sp>
        <p:nvSpPr>
          <p:cNvPr id="21" name="S02-label29"/>
          <p:cNvSpPr txBox="1"/>
          <p:nvPr/>
        </p:nvSpPr>
        <p:spPr>
          <a:xfrm>
            <a:off x="6246215" y="2335977"/>
            <a:ext cx="7741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(쪽)</a:t>
            </a:r>
            <a:endParaRPr lang="ko-KR" sz="2400" dirty="0"/>
          </a:p>
        </p:txBody>
      </p:sp>
      <p:sp>
        <p:nvSpPr>
          <p:cNvPr id="22" name="S02-label31"/>
          <p:cNvSpPr txBox="1"/>
          <p:nvPr/>
        </p:nvSpPr>
        <p:spPr>
          <a:xfrm>
            <a:off x="7465110" y="5267680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</a:t>
            </a:r>
            <a:endParaRPr lang="ko-KR" sz="2400" dirty="0"/>
          </a:p>
        </p:txBody>
      </p:sp>
      <p:sp>
        <p:nvSpPr>
          <p:cNvPr id="23" name="S02-label33"/>
          <p:cNvSpPr txBox="1"/>
          <p:nvPr/>
        </p:nvSpPr>
        <p:spPr>
          <a:xfrm>
            <a:off x="8523168" y="5267680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</a:t>
            </a:r>
            <a:endParaRPr lang="ko-KR" sz="2400" dirty="0"/>
          </a:p>
        </p:txBody>
      </p:sp>
      <p:sp>
        <p:nvSpPr>
          <p:cNvPr id="24" name="S02-label35"/>
          <p:cNvSpPr txBox="1"/>
          <p:nvPr/>
        </p:nvSpPr>
        <p:spPr>
          <a:xfrm>
            <a:off x="9581226" y="5267680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</a:t>
            </a:r>
            <a:endParaRPr lang="ko-KR" sz="2400" dirty="0"/>
          </a:p>
        </p:txBody>
      </p:sp>
      <p:sp>
        <p:nvSpPr>
          <p:cNvPr id="25" name="S02-label37"/>
          <p:cNvSpPr txBox="1"/>
          <p:nvPr/>
        </p:nvSpPr>
        <p:spPr>
          <a:xfrm>
            <a:off x="10639284" y="5267680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</a:t>
            </a:r>
            <a:endParaRPr lang="ko-KR" sz="2400" dirty="0"/>
          </a:p>
        </p:txBody>
      </p:sp>
      <p:sp>
        <p:nvSpPr>
          <p:cNvPr id="26" name="S02-label39"/>
          <p:cNvSpPr txBox="1"/>
          <p:nvPr/>
        </p:nvSpPr>
        <p:spPr>
          <a:xfrm>
            <a:off x="8064645" y="1895120"/>
            <a:ext cx="23835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요일별 읽은 쪽수</a:t>
            </a:r>
            <a:endParaRPr lang="ko-KR" sz="2400" dirty="0"/>
          </a:p>
        </p:txBody>
      </p:sp>
      <p:sp>
        <p:nvSpPr>
          <p:cNvPr id="27" name="S02-chip40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28" name="S02-text41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눈금 한 칸은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쪽일까요?</a:t>
            </a:r>
            <a:endParaRPr lang="ko-KR" sz="3000" dirty="0"/>
          </a:p>
        </p:txBody>
      </p:sp>
      <p:sp>
        <p:nvSpPr>
          <p:cNvPr id="29" name="S02-chip42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30" name="S02-text43"/>
          <p:cNvSpPr txBox="1"/>
          <p:nvPr/>
        </p:nvSpPr>
        <p:spPr>
          <a:xfrm>
            <a:off x="1344168" y="301752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화요일에는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쪽 읽었을까요?</a:t>
            </a:r>
            <a:endParaRPr lang="ko-KR" sz="3000" dirty="0"/>
          </a:p>
        </p:txBody>
      </p:sp>
      <p:sp>
        <p:nvSpPr>
          <p:cNvPr id="31" name="S02-chip44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32" name="S02-text45"/>
          <p:cNvSpPr txBox="1"/>
          <p:nvPr/>
        </p:nvSpPr>
        <p:spPr>
          <a:xfrm>
            <a:off x="1344168" y="470916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적게 읽은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요일은?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꺾은선그래프 알아보기</a:t>
            </a:r>
            <a:endParaRPr lang="ko-KR" sz="4000" dirty="0"/>
          </a:p>
        </p:txBody>
      </p:sp>
      <p:sp>
        <p:nvSpPr>
          <p:cNvPr id="3" name="S03-card46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47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수량을 점으로 찍고 그 점들을 선분으로 이은 그래프를 꺾은선그래프라고 해요.</a:t>
            </a:r>
            <a:endParaRPr lang="ko-KR" sz="3000" dirty="0"/>
          </a:p>
        </p:txBody>
      </p:sp>
      <p:sp>
        <p:nvSpPr>
          <p:cNvPr id="5" name="S03-figure48" descr="꺾은선그래프 ‘운동장의 기온’(세로 눈금 한 칸 2): 9시 4, 10시 6, 11시 10, 12시 12, 1시 12"/>
          <p:cNvSpPr/>
          <p:nvPr/>
        </p:nvSpPr>
        <p:spPr>
          <a:xfrm>
            <a:off x="2145582" y="2235539"/>
            <a:ext cx="3272875" cy="1363698"/>
          </a:xfrm>
          <a:custGeom>
            <a:avLst/>
            <a:gdLst/>
            <a:ahLst/>
            <a:cxnLst/>
            <a:rect l="l" t="t" r="r" b="b"/>
            <a:pathLst>
              <a:path w="3272875" h="1363698">
                <a:moveTo>
                  <a:pt x="0" y="1363698"/>
                </a:moveTo>
                <a:lnTo>
                  <a:pt x="818219" y="1022773"/>
                </a:lnTo>
                <a:lnTo>
                  <a:pt x="1636437" y="340924"/>
                </a:lnTo>
                <a:lnTo>
                  <a:pt x="2454656" y="0"/>
                </a:lnTo>
                <a:lnTo>
                  <a:pt x="3272875" y="0"/>
                </a:lnTo>
              </a:path>
            </a:pathLst>
          </a:custGeom>
          <a:noFill/>
          <a:ln w="38100">
            <a:solidFill>
              <a:srgbClr val="E9762B"/>
            </a:solidFill>
            <a:prstDash val="solid"/>
          </a:ln>
        </p:spPr>
      </p:sp>
      <p:sp>
        <p:nvSpPr>
          <p:cNvPr id="6" name="S03-mark49"/>
          <p:cNvSpPr/>
          <p:nvPr/>
        </p:nvSpPr>
        <p:spPr>
          <a:xfrm flipV="1">
            <a:off x="2145582" y="2235539"/>
            <a:ext cx="0" cy="2045547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7" name="S03-mark50"/>
          <p:cNvSpPr/>
          <p:nvPr/>
        </p:nvSpPr>
        <p:spPr>
          <a:xfrm flipV="1">
            <a:off x="2963801" y="2235539"/>
            <a:ext cx="0" cy="2045547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" name="S03-mark51"/>
          <p:cNvSpPr/>
          <p:nvPr/>
        </p:nvSpPr>
        <p:spPr>
          <a:xfrm flipV="1">
            <a:off x="3782019" y="2235539"/>
            <a:ext cx="0" cy="2045547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03-mark52"/>
          <p:cNvSpPr/>
          <p:nvPr/>
        </p:nvSpPr>
        <p:spPr>
          <a:xfrm flipV="1">
            <a:off x="4600238" y="2235539"/>
            <a:ext cx="0" cy="2045547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03-mark53"/>
          <p:cNvSpPr/>
          <p:nvPr/>
        </p:nvSpPr>
        <p:spPr>
          <a:xfrm flipV="1">
            <a:off x="5418457" y="2235539"/>
            <a:ext cx="0" cy="2045547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03-mark54"/>
          <p:cNvSpPr/>
          <p:nvPr/>
        </p:nvSpPr>
        <p:spPr>
          <a:xfrm>
            <a:off x="1634195" y="3940161"/>
            <a:ext cx="429564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03-mark55"/>
          <p:cNvSpPr/>
          <p:nvPr/>
        </p:nvSpPr>
        <p:spPr>
          <a:xfrm>
            <a:off x="1634195" y="3599236"/>
            <a:ext cx="429564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03-mark56"/>
          <p:cNvSpPr/>
          <p:nvPr/>
        </p:nvSpPr>
        <p:spPr>
          <a:xfrm>
            <a:off x="1634195" y="3258312"/>
            <a:ext cx="429564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03-mark57"/>
          <p:cNvSpPr/>
          <p:nvPr/>
        </p:nvSpPr>
        <p:spPr>
          <a:xfrm>
            <a:off x="1634195" y="2917388"/>
            <a:ext cx="429564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03-mark58"/>
          <p:cNvSpPr/>
          <p:nvPr/>
        </p:nvSpPr>
        <p:spPr>
          <a:xfrm>
            <a:off x="1634195" y="2576463"/>
            <a:ext cx="429564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03-mark59"/>
          <p:cNvSpPr/>
          <p:nvPr/>
        </p:nvSpPr>
        <p:spPr>
          <a:xfrm>
            <a:off x="1634195" y="2235539"/>
            <a:ext cx="429564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03-mark60"/>
          <p:cNvSpPr/>
          <p:nvPr/>
        </p:nvSpPr>
        <p:spPr>
          <a:xfrm>
            <a:off x="1634195" y="4281085"/>
            <a:ext cx="4295648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8" name="S03-mark61"/>
          <p:cNvSpPr/>
          <p:nvPr/>
        </p:nvSpPr>
        <p:spPr>
          <a:xfrm flipV="1">
            <a:off x="1634195" y="2099169"/>
            <a:ext cx="0" cy="2181916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9" name="S03-mark62"/>
          <p:cNvSpPr/>
          <p:nvPr/>
        </p:nvSpPr>
        <p:spPr>
          <a:xfrm>
            <a:off x="2086146" y="3539800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03-mark63"/>
          <p:cNvSpPr/>
          <p:nvPr/>
        </p:nvSpPr>
        <p:spPr>
          <a:xfrm>
            <a:off x="2904365" y="3198876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03-mark64"/>
          <p:cNvSpPr/>
          <p:nvPr/>
        </p:nvSpPr>
        <p:spPr>
          <a:xfrm>
            <a:off x="3722583" y="2517027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03-mark65"/>
          <p:cNvSpPr/>
          <p:nvPr/>
        </p:nvSpPr>
        <p:spPr>
          <a:xfrm>
            <a:off x="4540802" y="2176103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S03-mark66"/>
          <p:cNvSpPr/>
          <p:nvPr/>
        </p:nvSpPr>
        <p:spPr>
          <a:xfrm>
            <a:off x="5359021" y="2176103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03-label68"/>
          <p:cNvSpPr txBox="1"/>
          <p:nvPr/>
        </p:nvSpPr>
        <p:spPr>
          <a:xfrm>
            <a:off x="1188962" y="4090585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400" dirty="0"/>
          </a:p>
        </p:txBody>
      </p:sp>
      <p:sp>
        <p:nvSpPr>
          <p:cNvPr id="25" name="S03-label70"/>
          <p:cNvSpPr txBox="1"/>
          <p:nvPr/>
        </p:nvSpPr>
        <p:spPr>
          <a:xfrm>
            <a:off x="1188962" y="4090585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400" dirty="0"/>
          </a:p>
        </p:txBody>
      </p:sp>
      <p:sp>
        <p:nvSpPr>
          <p:cNvPr id="26" name="S03-label72"/>
          <p:cNvSpPr txBox="1"/>
          <p:nvPr/>
        </p:nvSpPr>
        <p:spPr>
          <a:xfrm>
            <a:off x="1188962" y="3749661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27" name="S03-label74"/>
          <p:cNvSpPr txBox="1"/>
          <p:nvPr/>
        </p:nvSpPr>
        <p:spPr>
          <a:xfrm>
            <a:off x="1188962" y="3408736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28" name="S03-label76"/>
          <p:cNvSpPr txBox="1"/>
          <p:nvPr/>
        </p:nvSpPr>
        <p:spPr>
          <a:xfrm>
            <a:off x="1188962" y="3067812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400" dirty="0"/>
          </a:p>
        </p:txBody>
      </p:sp>
      <p:sp>
        <p:nvSpPr>
          <p:cNvPr id="29" name="S03-label78"/>
          <p:cNvSpPr txBox="1"/>
          <p:nvPr/>
        </p:nvSpPr>
        <p:spPr>
          <a:xfrm>
            <a:off x="1188962" y="2726888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400" dirty="0"/>
          </a:p>
        </p:txBody>
      </p:sp>
      <p:sp>
        <p:nvSpPr>
          <p:cNvPr id="30" name="S03-label80"/>
          <p:cNvSpPr txBox="1"/>
          <p:nvPr/>
        </p:nvSpPr>
        <p:spPr>
          <a:xfrm>
            <a:off x="1088378" y="2385963"/>
            <a:ext cx="51206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400" dirty="0"/>
          </a:p>
        </p:txBody>
      </p:sp>
      <p:sp>
        <p:nvSpPr>
          <p:cNvPr id="31" name="S03-label82"/>
          <p:cNvSpPr txBox="1"/>
          <p:nvPr/>
        </p:nvSpPr>
        <p:spPr>
          <a:xfrm>
            <a:off x="1088378" y="2045039"/>
            <a:ext cx="51206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400" dirty="0"/>
          </a:p>
        </p:txBody>
      </p:sp>
      <p:sp>
        <p:nvSpPr>
          <p:cNvPr id="32" name="S03-label84"/>
          <p:cNvSpPr txBox="1"/>
          <p:nvPr/>
        </p:nvSpPr>
        <p:spPr>
          <a:xfrm>
            <a:off x="957314" y="1704114"/>
            <a:ext cx="7741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(도)</a:t>
            </a:r>
            <a:endParaRPr lang="ko-KR" sz="2400" dirty="0"/>
          </a:p>
        </p:txBody>
      </p:sp>
      <p:sp>
        <p:nvSpPr>
          <p:cNvPr id="33" name="S03-label86"/>
          <p:cNvSpPr txBox="1"/>
          <p:nvPr/>
        </p:nvSpPr>
        <p:spPr>
          <a:xfrm>
            <a:off x="1840782" y="4312186"/>
            <a:ext cx="609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9시</a:t>
            </a:r>
            <a:endParaRPr lang="ko-KR" sz="2400" dirty="0"/>
          </a:p>
        </p:txBody>
      </p:sp>
      <p:sp>
        <p:nvSpPr>
          <p:cNvPr id="34" name="S03-label88"/>
          <p:cNvSpPr txBox="1"/>
          <p:nvPr/>
        </p:nvSpPr>
        <p:spPr>
          <a:xfrm>
            <a:off x="2558417" y="4312186"/>
            <a:ext cx="81076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10시</a:t>
            </a:r>
            <a:endParaRPr lang="ko-KR" sz="2400" dirty="0"/>
          </a:p>
        </p:txBody>
      </p:sp>
      <p:sp>
        <p:nvSpPr>
          <p:cNvPr id="35" name="S03-label90"/>
          <p:cNvSpPr txBox="1"/>
          <p:nvPr/>
        </p:nvSpPr>
        <p:spPr>
          <a:xfrm>
            <a:off x="3376635" y="4312186"/>
            <a:ext cx="81076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11시</a:t>
            </a:r>
            <a:endParaRPr lang="ko-KR" sz="2400" dirty="0"/>
          </a:p>
        </p:txBody>
      </p:sp>
      <p:sp>
        <p:nvSpPr>
          <p:cNvPr id="36" name="S03-label92"/>
          <p:cNvSpPr txBox="1"/>
          <p:nvPr/>
        </p:nvSpPr>
        <p:spPr>
          <a:xfrm>
            <a:off x="4194854" y="4312186"/>
            <a:ext cx="81076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12시</a:t>
            </a:r>
            <a:endParaRPr lang="ko-KR" sz="2400" dirty="0"/>
          </a:p>
        </p:txBody>
      </p:sp>
      <p:sp>
        <p:nvSpPr>
          <p:cNvPr id="37" name="S03-label94"/>
          <p:cNvSpPr txBox="1"/>
          <p:nvPr/>
        </p:nvSpPr>
        <p:spPr>
          <a:xfrm>
            <a:off x="5113657" y="4312186"/>
            <a:ext cx="609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1시</a:t>
            </a:r>
            <a:endParaRPr lang="ko-KR" sz="2400" dirty="0"/>
          </a:p>
        </p:txBody>
      </p:sp>
      <p:sp>
        <p:nvSpPr>
          <p:cNvPr id="38" name="S03-label96"/>
          <p:cNvSpPr txBox="1"/>
          <p:nvPr/>
        </p:nvSpPr>
        <p:spPr>
          <a:xfrm>
            <a:off x="2785323" y="1363190"/>
            <a:ext cx="19933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운동장의 기온</a:t>
            </a:r>
            <a:endParaRPr lang="ko-KR" sz="2400" dirty="0"/>
          </a:p>
        </p:txBody>
      </p:sp>
      <p:sp>
        <p:nvSpPr>
          <p:cNvPr id="39" name="S03-card97"/>
          <p:cNvSpPr/>
          <p:nvPr/>
        </p:nvSpPr>
        <p:spPr>
          <a:xfrm>
            <a:off x="6920911" y="1496568"/>
            <a:ext cx="4719401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0" name="S03-cardtext98"/>
          <p:cNvSpPr txBox="1"/>
          <p:nvPr/>
        </p:nvSpPr>
        <p:spPr>
          <a:xfrm>
            <a:off x="7195231" y="1633728"/>
            <a:ext cx="417076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가로: 시각</a:t>
            </a:r>
            <a:endParaRPr lang="ko-KR" sz="3000" dirty="0"/>
          </a:p>
        </p:txBody>
      </p:sp>
      <p:sp>
        <p:nvSpPr>
          <p:cNvPr id="41" name="S03-card99"/>
          <p:cNvSpPr/>
          <p:nvPr/>
        </p:nvSpPr>
        <p:spPr>
          <a:xfrm>
            <a:off x="6920911" y="2593848"/>
            <a:ext cx="4719401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2" name="S03-cardtext100"/>
          <p:cNvSpPr txBox="1"/>
          <p:nvPr/>
        </p:nvSpPr>
        <p:spPr>
          <a:xfrm>
            <a:off x="7195231" y="2731008"/>
            <a:ext cx="417076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세로: 기온</a:t>
            </a:r>
            <a:endParaRPr lang="ko-KR" sz="3000" dirty="0"/>
          </a:p>
        </p:txBody>
      </p:sp>
      <p:sp>
        <p:nvSpPr>
          <p:cNvPr id="43" name="S03-card101"/>
          <p:cNvSpPr/>
          <p:nvPr/>
        </p:nvSpPr>
        <p:spPr>
          <a:xfrm>
            <a:off x="6920911" y="3691128"/>
            <a:ext cx="4719401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4" name="S03-cardtext102"/>
          <p:cNvSpPr txBox="1"/>
          <p:nvPr/>
        </p:nvSpPr>
        <p:spPr>
          <a:xfrm>
            <a:off x="7195231" y="3828288"/>
            <a:ext cx="417076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눈금 한 칸: 2도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막대그래프와 비교해요</a:t>
            </a:r>
            <a:endParaRPr lang="ko-KR" sz="4000" dirty="0"/>
          </a:p>
        </p:txBody>
      </p:sp>
      <p:sp>
        <p:nvSpPr>
          <p:cNvPr id="3" name="S04-card103"/>
          <p:cNvSpPr/>
          <p:nvPr/>
        </p:nvSpPr>
        <p:spPr>
          <a:xfrm>
            <a:off x="548640" y="4975860"/>
            <a:ext cx="11091672" cy="1242060"/>
          </a:xfrm>
          <a:prstGeom prst="roundRect">
            <a:avLst>
              <a:gd name="adj" fmla="val 883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104"/>
          <p:cNvSpPr txBox="1"/>
          <p:nvPr/>
        </p:nvSpPr>
        <p:spPr>
          <a:xfrm>
            <a:off x="822960" y="5113020"/>
            <a:ext cx="10543032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꺾은선그래프는 시간에 따라 변하는 모양을 잘 보여 줘요.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기온이 오르고 있나요, 내리고 있나요?</a:t>
            </a:r>
            <a:endParaRPr lang="ko-KR" sz="3000" dirty="0"/>
          </a:p>
        </p:txBody>
      </p:sp>
      <p:sp>
        <p:nvSpPr>
          <p:cNvPr id="5" name="S04-figure105" descr="막대그래프(세로 눈금 한 칸 2): 9시 4, 10시 6, 11시 10, 12시 12, 1시 12"/>
          <p:cNvSpPr/>
          <p:nvPr/>
        </p:nvSpPr>
        <p:spPr>
          <a:xfrm>
            <a:off x="1504172" y="3459423"/>
            <a:ext cx="441238" cy="735397"/>
          </a:xfrm>
          <a:custGeom>
            <a:avLst/>
            <a:gdLst/>
            <a:ahLst/>
            <a:cxnLst/>
            <a:rect l="l" t="t" r="r" b="b"/>
            <a:pathLst>
              <a:path w="441238" h="735397">
                <a:moveTo>
                  <a:pt x="0" y="735397"/>
                </a:moveTo>
                <a:lnTo>
                  <a:pt x="441238" y="735397"/>
                </a:lnTo>
                <a:lnTo>
                  <a:pt x="441238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4-mark106"/>
          <p:cNvSpPr/>
          <p:nvPr/>
        </p:nvSpPr>
        <p:spPr>
          <a:xfrm>
            <a:off x="2386649" y="3091725"/>
            <a:ext cx="441238" cy="1103096"/>
          </a:xfrm>
          <a:custGeom>
            <a:avLst/>
            <a:gdLst/>
            <a:ahLst/>
            <a:cxnLst/>
            <a:rect l="l" t="t" r="r" b="b"/>
            <a:pathLst>
              <a:path w="441238" h="1103096">
                <a:moveTo>
                  <a:pt x="0" y="1103096"/>
                </a:moveTo>
                <a:lnTo>
                  <a:pt x="441238" y="1103096"/>
                </a:lnTo>
                <a:lnTo>
                  <a:pt x="441238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4-mark107"/>
          <p:cNvSpPr/>
          <p:nvPr/>
        </p:nvSpPr>
        <p:spPr>
          <a:xfrm>
            <a:off x="3269125" y="2356327"/>
            <a:ext cx="441238" cy="1838493"/>
          </a:xfrm>
          <a:custGeom>
            <a:avLst/>
            <a:gdLst/>
            <a:ahLst/>
            <a:cxnLst/>
            <a:rect l="l" t="t" r="r" b="b"/>
            <a:pathLst>
              <a:path w="441238" h="1838493">
                <a:moveTo>
                  <a:pt x="0" y="1838493"/>
                </a:moveTo>
                <a:lnTo>
                  <a:pt x="441238" y="1838493"/>
                </a:lnTo>
                <a:lnTo>
                  <a:pt x="441238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4-mark108"/>
          <p:cNvSpPr/>
          <p:nvPr/>
        </p:nvSpPr>
        <p:spPr>
          <a:xfrm>
            <a:off x="4151602" y="1988629"/>
            <a:ext cx="441238" cy="2206192"/>
          </a:xfrm>
          <a:custGeom>
            <a:avLst/>
            <a:gdLst/>
            <a:ahLst/>
            <a:cxnLst/>
            <a:rect l="l" t="t" r="r" b="b"/>
            <a:pathLst>
              <a:path w="441238" h="2206192">
                <a:moveTo>
                  <a:pt x="0" y="2206192"/>
                </a:moveTo>
                <a:lnTo>
                  <a:pt x="441238" y="2206192"/>
                </a:lnTo>
                <a:lnTo>
                  <a:pt x="441238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4-mark109"/>
          <p:cNvSpPr/>
          <p:nvPr/>
        </p:nvSpPr>
        <p:spPr>
          <a:xfrm>
            <a:off x="5034079" y="1988629"/>
            <a:ext cx="441238" cy="2206192"/>
          </a:xfrm>
          <a:custGeom>
            <a:avLst/>
            <a:gdLst/>
            <a:ahLst/>
            <a:cxnLst/>
            <a:rect l="l" t="t" r="r" b="b"/>
            <a:pathLst>
              <a:path w="441238" h="2206192">
                <a:moveTo>
                  <a:pt x="0" y="2206192"/>
                </a:moveTo>
                <a:lnTo>
                  <a:pt x="441238" y="2206192"/>
                </a:lnTo>
                <a:lnTo>
                  <a:pt x="441238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4-mark110"/>
          <p:cNvSpPr/>
          <p:nvPr/>
        </p:nvSpPr>
        <p:spPr>
          <a:xfrm>
            <a:off x="1173243" y="3827122"/>
            <a:ext cx="4633003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04-mark111"/>
          <p:cNvSpPr/>
          <p:nvPr/>
        </p:nvSpPr>
        <p:spPr>
          <a:xfrm>
            <a:off x="1173243" y="3459423"/>
            <a:ext cx="4633003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04-mark112"/>
          <p:cNvSpPr/>
          <p:nvPr/>
        </p:nvSpPr>
        <p:spPr>
          <a:xfrm>
            <a:off x="1173243" y="3091725"/>
            <a:ext cx="4633003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04-mark113"/>
          <p:cNvSpPr/>
          <p:nvPr/>
        </p:nvSpPr>
        <p:spPr>
          <a:xfrm>
            <a:off x="1173243" y="2724026"/>
            <a:ext cx="4633003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04-mark114"/>
          <p:cNvSpPr/>
          <p:nvPr/>
        </p:nvSpPr>
        <p:spPr>
          <a:xfrm>
            <a:off x="1173243" y="2356327"/>
            <a:ext cx="4633003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04-mark115"/>
          <p:cNvSpPr/>
          <p:nvPr/>
        </p:nvSpPr>
        <p:spPr>
          <a:xfrm>
            <a:off x="1173243" y="1988629"/>
            <a:ext cx="4633003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04-mark116"/>
          <p:cNvSpPr/>
          <p:nvPr/>
        </p:nvSpPr>
        <p:spPr>
          <a:xfrm>
            <a:off x="1173243" y="4194821"/>
            <a:ext cx="4633003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7" name="S04-mark117"/>
          <p:cNvSpPr/>
          <p:nvPr/>
        </p:nvSpPr>
        <p:spPr>
          <a:xfrm flipV="1">
            <a:off x="1173243" y="1841549"/>
            <a:ext cx="0" cy="2353271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8" name="S04-label119"/>
          <p:cNvSpPr txBox="1"/>
          <p:nvPr/>
        </p:nvSpPr>
        <p:spPr>
          <a:xfrm>
            <a:off x="705251" y="4004321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400" dirty="0"/>
          </a:p>
        </p:txBody>
      </p:sp>
      <p:sp>
        <p:nvSpPr>
          <p:cNvPr id="19" name="S04-label121"/>
          <p:cNvSpPr txBox="1"/>
          <p:nvPr/>
        </p:nvSpPr>
        <p:spPr>
          <a:xfrm>
            <a:off x="705251" y="4004321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400" dirty="0"/>
          </a:p>
        </p:txBody>
      </p:sp>
      <p:sp>
        <p:nvSpPr>
          <p:cNvPr id="20" name="S04-label123"/>
          <p:cNvSpPr txBox="1"/>
          <p:nvPr/>
        </p:nvSpPr>
        <p:spPr>
          <a:xfrm>
            <a:off x="705251" y="3636622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21" name="S04-label125"/>
          <p:cNvSpPr txBox="1"/>
          <p:nvPr/>
        </p:nvSpPr>
        <p:spPr>
          <a:xfrm>
            <a:off x="705251" y="3268923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22" name="S04-label127"/>
          <p:cNvSpPr txBox="1"/>
          <p:nvPr/>
        </p:nvSpPr>
        <p:spPr>
          <a:xfrm>
            <a:off x="705251" y="2901225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400" dirty="0"/>
          </a:p>
        </p:txBody>
      </p:sp>
      <p:sp>
        <p:nvSpPr>
          <p:cNvPr id="23" name="S04-label129"/>
          <p:cNvSpPr txBox="1"/>
          <p:nvPr/>
        </p:nvSpPr>
        <p:spPr>
          <a:xfrm>
            <a:off x="705251" y="2533526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400" dirty="0"/>
          </a:p>
        </p:txBody>
      </p:sp>
      <p:sp>
        <p:nvSpPr>
          <p:cNvPr id="24" name="S04-label131"/>
          <p:cNvSpPr txBox="1"/>
          <p:nvPr/>
        </p:nvSpPr>
        <p:spPr>
          <a:xfrm>
            <a:off x="604667" y="2165827"/>
            <a:ext cx="51206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400" dirty="0"/>
          </a:p>
        </p:txBody>
      </p:sp>
      <p:sp>
        <p:nvSpPr>
          <p:cNvPr id="25" name="S04-label133"/>
          <p:cNvSpPr txBox="1"/>
          <p:nvPr/>
        </p:nvSpPr>
        <p:spPr>
          <a:xfrm>
            <a:off x="604667" y="1798129"/>
            <a:ext cx="51206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400" dirty="0"/>
          </a:p>
        </p:txBody>
      </p:sp>
      <p:sp>
        <p:nvSpPr>
          <p:cNvPr id="26" name="S04-label135"/>
          <p:cNvSpPr txBox="1"/>
          <p:nvPr/>
        </p:nvSpPr>
        <p:spPr>
          <a:xfrm>
            <a:off x="473603" y="1430430"/>
            <a:ext cx="7741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(도)</a:t>
            </a:r>
            <a:endParaRPr lang="ko-KR" sz="2400" dirty="0"/>
          </a:p>
        </p:txBody>
      </p:sp>
      <p:sp>
        <p:nvSpPr>
          <p:cNvPr id="27" name="S04-label137"/>
          <p:cNvSpPr txBox="1"/>
          <p:nvPr/>
        </p:nvSpPr>
        <p:spPr>
          <a:xfrm>
            <a:off x="1419991" y="4243325"/>
            <a:ext cx="609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9시</a:t>
            </a:r>
            <a:endParaRPr lang="ko-KR" sz="2400" dirty="0"/>
          </a:p>
        </p:txBody>
      </p:sp>
      <p:sp>
        <p:nvSpPr>
          <p:cNvPr id="28" name="S04-label139"/>
          <p:cNvSpPr txBox="1"/>
          <p:nvPr/>
        </p:nvSpPr>
        <p:spPr>
          <a:xfrm>
            <a:off x="2201884" y="4243325"/>
            <a:ext cx="81076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10시</a:t>
            </a:r>
            <a:endParaRPr lang="ko-KR" sz="2400" dirty="0"/>
          </a:p>
        </p:txBody>
      </p:sp>
      <p:sp>
        <p:nvSpPr>
          <p:cNvPr id="29" name="S04-label141"/>
          <p:cNvSpPr txBox="1"/>
          <p:nvPr/>
        </p:nvSpPr>
        <p:spPr>
          <a:xfrm>
            <a:off x="3084361" y="4243325"/>
            <a:ext cx="81076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11시</a:t>
            </a:r>
            <a:endParaRPr lang="ko-KR" sz="2400" dirty="0"/>
          </a:p>
        </p:txBody>
      </p:sp>
      <p:sp>
        <p:nvSpPr>
          <p:cNvPr id="30" name="S04-label143"/>
          <p:cNvSpPr txBox="1"/>
          <p:nvPr/>
        </p:nvSpPr>
        <p:spPr>
          <a:xfrm>
            <a:off x="3966837" y="4243325"/>
            <a:ext cx="81076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12시</a:t>
            </a:r>
            <a:endParaRPr lang="ko-KR" sz="2400" dirty="0"/>
          </a:p>
        </p:txBody>
      </p:sp>
      <p:sp>
        <p:nvSpPr>
          <p:cNvPr id="31" name="S04-label145"/>
          <p:cNvSpPr txBox="1"/>
          <p:nvPr/>
        </p:nvSpPr>
        <p:spPr>
          <a:xfrm>
            <a:off x="4949898" y="4243325"/>
            <a:ext cx="609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1시</a:t>
            </a:r>
            <a:endParaRPr lang="ko-KR" sz="2400" dirty="0"/>
          </a:p>
        </p:txBody>
      </p:sp>
      <p:sp>
        <p:nvSpPr>
          <p:cNvPr id="32" name="S04-figure146" descr="꺾은선그래프(세로 눈금 한 칸 2): 9시 4, 10시 6, 11시 10, 12시 12, 1시 12"/>
          <p:cNvSpPr/>
          <p:nvPr/>
        </p:nvSpPr>
        <p:spPr>
          <a:xfrm>
            <a:off x="7430647" y="1988629"/>
            <a:ext cx="3529907" cy="1470795"/>
          </a:xfrm>
          <a:custGeom>
            <a:avLst/>
            <a:gdLst/>
            <a:ahLst/>
            <a:cxnLst/>
            <a:rect l="l" t="t" r="r" b="b"/>
            <a:pathLst>
              <a:path w="3529907" h="1470795">
                <a:moveTo>
                  <a:pt x="0" y="1470795"/>
                </a:moveTo>
                <a:lnTo>
                  <a:pt x="882477" y="1103096"/>
                </a:lnTo>
                <a:lnTo>
                  <a:pt x="1764954" y="367699"/>
                </a:lnTo>
                <a:lnTo>
                  <a:pt x="2647430" y="0"/>
                </a:lnTo>
                <a:lnTo>
                  <a:pt x="3529907" y="0"/>
                </a:lnTo>
              </a:path>
            </a:pathLst>
          </a:custGeom>
          <a:noFill/>
          <a:ln w="38100">
            <a:solidFill>
              <a:srgbClr val="E9762B"/>
            </a:solidFill>
            <a:prstDash val="solid"/>
          </a:ln>
        </p:spPr>
      </p:sp>
      <p:sp>
        <p:nvSpPr>
          <p:cNvPr id="33" name="S04-mark147"/>
          <p:cNvSpPr/>
          <p:nvPr/>
        </p:nvSpPr>
        <p:spPr>
          <a:xfrm flipV="1">
            <a:off x="7430647" y="1988629"/>
            <a:ext cx="0" cy="220619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4" name="S04-mark148"/>
          <p:cNvSpPr/>
          <p:nvPr/>
        </p:nvSpPr>
        <p:spPr>
          <a:xfrm flipV="1">
            <a:off x="8313124" y="1988629"/>
            <a:ext cx="0" cy="220619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5" name="S04-mark149"/>
          <p:cNvSpPr/>
          <p:nvPr/>
        </p:nvSpPr>
        <p:spPr>
          <a:xfrm flipV="1">
            <a:off x="9195601" y="1988629"/>
            <a:ext cx="0" cy="220619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6" name="S04-mark150"/>
          <p:cNvSpPr/>
          <p:nvPr/>
        </p:nvSpPr>
        <p:spPr>
          <a:xfrm flipV="1">
            <a:off x="10078077" y="1988629"/>
            <a:ext cx="0" cy="220619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7" name="S04-mark151"/>
          <p:cNvSpPr/>
          <p:nvPr/>
        </p:nvSpPr>
        <p:spPr>
          <a:xfrm flipV="1">
            <a:off x="10960554" y="1988629"/>
            <a:ext cx="0" cy="220619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8" name="S04-mark152"/>
          <p:cNvSpPr/>
          <p:nvPr/>
        </p:nvSpPr>
        <p:spPr>
          <a:xfrm>
            <a:off x="6879099" y="3827122"/>
            <a:ext cx="4633003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9" name="S04-mark153"/>
          <p:cNvSpPr/>
          <p:nvPr/>
        </p:nvSpPr>
        <p:spPr>
          <a:xfrm>
            <a:off x="6879099" y="3459423"/>
            <a:ext cx="4633003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0" name="S04-mark154"/>
          <p:cNvSpPr/>
          <p:nvPr/>
        </p:nvSpPr>
        <p:spPr>
          <a:xfrm>
            <a:off x="6879099" y="3091725"/>
            <a:ext cx="4633003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1" name="S04-mark155"/>
          <p:cNvSpPr/>
          <p:nvPr/>
        </p:nvSpPr>
        <p:spPr>
          <a:xfrm>
            <a:off x="6879099" y="2724026"/>
            <a:ext cx="4633003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2" name="S04-mark156"/>
          <p:cNvSpPr/>
          <p:nvPr/>
        </p:nvSpPr>
        <p:spPr>
          <a:xfrm>
            <a:off x="6879099" y="2356327"/>
            <a:ext cx="4633003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3" name="S04-mark157"/>
          <p:cNvSpPr/>
          <p:nvPr/>
        </p:nvSpPr>
        <p:spPr>
          <a:xfrm>
            <a:off x="6879099" y="1988629"/>
            <a:ext cx="4633003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4" name="S04-mark158"/>
          <p:cNvSpPr/>
          <p:nvPr/>
        </p:nvSpPr>
        <p:spPr>
          <a:xfrm>
            <a:off x="6879099" y="4194821"/>
            <a:ext cx="4633003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45" name="S04-mark159"/>
          <p:cNvSpPr/>
          <p:nvPr/>
        </p:nvSpPr>
        <p:spPr>
          <a:xfrm flipV="1">
            <a:off x="6879099" y="1841549"/>
            <a:ext cx="0" cy="2353271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46" name="S04-mark160"/>
          <p:cNvSpPr/>
          <p:nvPr/>
        </p:nvSpPr>
        <p:spPr>
          <a:xfrm>
            <a:off x="7371211" y="3399987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7" name="S04-mark161"/>
          <p:cNvSpPr/>
          <p:nvPr/>
        </p:nvSpPr>
        <p:spPr>
          <a:xfrm>
            <a:off x="8253688" y="3032289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8" name="S04-mark162"/>
          <p:cNvSpPr/>
          <p:nvPr/>
        </p:nvSpPr>
        <p:spPr>
          <a:xfrm>
            <a:off x="9136165" y="2296891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9" name="S04-mark163"/>
          <p:cNvSpPr/>
          <p:nvPr/>
        </p:nvSpPr>
        <p:spPr>
          <a:xfrm>
            <a:off x="10018641" y="1929193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0" name="S04-mark164"/>
          <p:cNvSpPr/>
          <p:nvPr/>
        </p:nvSpPr>
        <p:spPr>
          <a:xfrm>
            <a:off x="10901118" y="1929193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1" name="S04-label166"/>
          <p:cNvSpPr txBox="1"/>
          <p:nvPr/>
        </p:nvSpPr>
        <p:spPr>
          <a:xfrm>
            <a:off x="6411107" y="4004321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400" dirty="0"/>
          </a:p>
        </p:txBody>
      </p:sp>
      <p:sp>
        <p:nvSpPr>
          <p:cNvPr id="52" name="S04-label168"/>
          <p:cNvSpPr txBox="1"/>
          <p:nvPr/>
        </p:nvSpPr>
        <p:spPr>
          <a:xfrm>
            <a:off x="6411107" y="4004321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400" dirty="0"/>
          </a:p>
        </p:txBody>
      </p:sp>
      <p:sp>
        <p:nvSpPr>
          <p:cNvPr id="53" name="S04-label170"/>
          <p:cNvSpPr txBox="1"/>
          <p:nvPr/>
        </p:nvSpPr>
        <p:spPr>
          <a:xfrm>
            <a:off x="6411107" y="3636622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54" name="S04-label172"/>
          <p:cNvSpPr txBox="1"/>
          <p:nvPr/>
        </p:nvSpPr>
        <p:spPr>
          <a:xfrm>
            <a:off x="6411107" y="3268923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55" name="S04-label174"/>
          <p:cNvSpPr txBox="1"/>
          <p:nvPr/>
        </p:nvSpPr>
        <p:spPr>
          <a:xfrm>
            <a:off x="6411107" y="2901225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400" dirty="0"/>
          </a:p>
        </p:txBody>
      </p:sp>
      <p:sp>
        <p:nvSpPr>
          <p:cNvPr id="56" name="S04-label176"/>
          <p:cNvSpPr txBox="1"/>
          <p:nvPr/>
        </p:nvSpPr>
        <p:spPr>
          <a:xfrm>
            <a:off x="6411107" y="2533526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400" dirty="0"/>
          </a:p>
        </p:txBody>
      </p:sp>
      <p:sp>
        <p:nvSpPr>
          <p:cNvPr id="57" name="S04-label178"/>
          <p:cNvSpPr txBox="1"/>
          <p:nvPr/>
        </p:nvSpPr>
        <p:spPr>
          <a:xfrm>
            <a:off x="6310523" y="2165827"/>
            <a:ext cx="51206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400" dirty="0"/>
          </a:p>
        </p:txBody>
      </p:sp>
      <p:sp>
        <p:nvSpPr>
          <p:cNvPr id="58" name="S04-label180"/>
          <p:cNvSpPr txBox="1"/>
          <p:nvPr/>
        </p:nvSpPr>
        <p:spPr>
          <a:xfrm>
            <a:off x="6310523" y="1798129"/>
            <a:ext cx="51206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400" dirty="0"/>
          </a:p>
        </p:txBody>
      </p:sp>
      <p:sp>
        <p:nvSpPr>
          <p:cNvPr id="59" name="S04-label182"/>
          <p:cNvSpPr txBox="1"/>
          <p:nvPr/>
        </p:nvSpPr>
        <p:spPr>
          <a:xfrm>
            <a:off x="6179459" y="1430430"/>
            <a:ext cx="7741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(도)</a:t>
            </a:r>
            <a:endParaRPr lang="ko-KR" sz="2400" dirty="0"/>
          </a:p>
        </p:txBody>
      </p:sp>
      <p:sp>
        <p:nvSpPr>
          <p:cNvPr id="60" name="S04-label184"/>
          <p:cNvSpPr txBox="1"/>
          <p:nvPr/>
        </p:nvSpPr>
        <p:spPr>
          <a:xfrm>
            <a:off x="7125847" y="4243325"/>
            <a:ext cx="609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9시</a:t>
            </a:r>
            <a:endParaRPr lang="ko-KR" sz="2400" dirty="0"/>
          </a:p>
        </p:txBody>
      </p:sp>
      <p:sp>
        <p:nvSpPr>
          <p:cNvPr id="61" name="S04-label186"/>
          <p:cNvSpPr txBox="1"/>
          <p:nvPr/>
        </p:nvSpPr>
        <p:spPr>
          <a:xfrm>
            <a:off x="7907740" y="4243325"/>
            <a:ext cx="81076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10시</a:t>
            </a:r>
            <a:endParaRPr lang="ko-KR" sz="2400" dirty="0"/>
          </a:p>
        </p:txBody>
      </p:sp>
      <p:sp>
        <p:nvSpPr>
          <p:cNvPr id="62" name="S04-label188"/>
          <p:cNvSpPr txBox="1"/>
          <p:nvPr/>
        </p:nvSpPr>
        <p:spPr>
          <a:xfrm>
            <a:off x="8790217" y="4243325"/>
            <a:ext cx="81076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11시</a:t>
            </a:r>
            <a:endParaRPr lang="ko-KR" sz="2400" dirty="0"/>
          </a:p>
        </p:txBody>
      </p:sp>
      <p:sp>
        <p:nvSpPr>
          <p:cNvPr id="63" name="S04-label190"/>
          <p:cNvSpPr txBox="1"/>
          <p:nvPr/>
        </p:nvSpPr>
        <p:spPr>
          <a:xfrm>
            <a:off x="9672693" y="4243325"/>
            <a:ext cx="81076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12시</a:t>
            </a:r>
            <a:endParaRPr lang="ko-KR" sz="2400" dirty="0"/>
          </a:p>
        </p:txBody>
      </p:sp>
      <p:sp>
        <p:nvSpPr>
          <p:cNvPr id="64" name="S04-label192"/>
          <p:cNvSpPr txBox="1"/>
          <p:nvPr/>
        </p:nvSpPr>
        <p:spPr>
          <a:xfrm>
            <a:off x="10655754" y="4243325"/>
            <a:ext cx="609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1시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선분으로 변화를 읽어요</a:t>
            </a:r>
            <a:endParaRPr lang="ko-KR" sz="4000" dirty="0"/>
          </a:p>
        </p:txBody>
      </p:sp>
      <p:sp>
        <p:nvSpPr>
          <p:cNvPr id="3" name="S05-card19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19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기온이 가장 많이 오른 때는 언제와 언제 사이일까요?</a:t>
            </a:r>
            <a:endParaRPr lang="ko-KR" sz="3000" dirty="0"/>
          </a:p>
        </p:txBody>
      </p:sp>
      <p:sp>
        <p:nvSpPr>
          <p:cNvPr id="5" name="S05-figure195" descr="꺾은선그래프(세로 눈금 한 칸 2): 9시 4, 10시 6, 11시 10, 12시 12, 1시 12"/>
          <p:cNvSpPr/>
          <p:nvPr/>
        </p:nvSpPr>
        <p:spPr>
          <a:xfrm>
            <a:off x="1720025" y="2179923"/>
            <a:ext cx="3514398" cy="1464332"/>
          </a:xfrm>
          <a:custGeom>
            <a:avLst/>
            <a:gdLst/>
            <a:ahLst/>
            <a:cxnLst/>
            <a:rect l="l" t="t" r="r" b="b"/>
            <a:pathLst>
              <a:path w="3514398" h="1464332">
                <a:moveTo>
                  <a:pt x="0" y="1464332"/>
                </a:moveTo>
                <a:lnTo>
                  <a:pt x="878599" y="1098249"/>
                </a:lnTo>
                <a:lnTo>
                  <a:pt x="1757199" y="366083"/>
                </a:lnTo>
                <a:lnTo>
                  <a:pt x="2635798" y="0"/>
                </a:lnTo>
                <a:lnTo>
                  <a:pt x="3514398" y="0"/>
                </a:lnTo>
              </a:path>
            </a:pathLst>
          </a:custGeom>
          <a:noFill/>
          <a:ln w="38100">
            <a:solidFill>
              <a:srgbClr val="E9762B"/>
            </a:solidFill>
            <a:prstDash val="solid"/>
          </a:ln>
        </p:spPr>
      </p:sp>
      <p:sp>
        <p:nvSpPr>
          <p:cNvPr id="6" name="S05-mark196"/>
          <p:cNvSpPr/>
          <p:nvPr/>
        </p:nvSpPr>
        <p:spPr>
          <a:xfrm flipV="1">
            <a:off x="1720025" y="2179923"/>
            <a:ext cx="0" cy="219649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7" name="S05-mark197"/>
          <p:cNvSpPr/>
          <p:nvPr/>
        </p:nvSpPr>
        <p:spPr>
          <a:xfrm flipV="1">
            <a:off x="2598625" y="2179923"/>
            <a:ext cx="0" cy="219649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" name="S05-mark198"/>
          <p:cNvSpPr/>
          <p:nvPr/>
        </p:nvSpPr>
        <p:spPr>
          <a:xfrm flipV="1">
            <a:off x="3477224" y="2179923"/>
            <a:ext cx="0" cy="219649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05-mark199"/>
          <p:cNvSpPr/>
          <p:nvPr/>
        </p:nvSpPr>
        <p:spPr>
          <a:xfrm flipV="1">
            <a:off x="4355824" y="2179923"/>
            <a:ext cx="0" cy="219649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05-mark200"/>
          <p:cNvSpPr/>
          <p:nvPr/>
        </p:nvSpPr>
        <p:spPr>
          <a:xfrm flipV="1">
            <a:off x="5234423" y="2179923"/>
            <a:ext cx="0" cy="219649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05-mark201"/>
          <p:cNvSpPr/>
          <p:nvPr/>
        </p:nvSpPr>
        <p:spPr>
          <a:xfrm>
            <a:off x="1170901" y="4010339"/>
            <a:ext cx="4612647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05-mark202"/>
          <p:cNvSpPr/>
          <p:nvPr/>
        </p:nvSpPr>
        <p:spPr>
          <a:xfrm>
            <a:off x="1170901" y="3644256"/>
            <a:ext cx="4612647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05-mark203"/>
          <p:cNvSpPr/>
          <p:nvPr/>
        </p:nvSpPr>
        <p:spPr>
          <a:xfrm>
            <a:off x="1170901" y="3278172"/>
            <a:ext cx="4612647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05-mark204"/>
          <p:cNvSpPr/>
          <p:nvPr/>
        </p:nvSpPr>
        <p:spPr>
          <a:xfrm>
            <a:off x="1170901" y="2912089"/>
            <a:ext cx="4612647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05-mark205"/>
          <p:cNvSpPr/>
          <p:nvPr/>
        </p:nvSpPr>
        <p:spPr>
          <a:xfrm>
            <a:off x="1170901" y="2546006"/>
            <a:ext cx="4612647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05-mark206"/>
          <p:cNvSpPr/>
          <p:nvPr/>
        </p:nvSpPr>
        <p:spPr>
          <a:xfrm>
            <a:off x="1170901" y="2179923"/>
            <a:ext cx="4612647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05-mark207"/>
          <p:cNvSpPr/>
          <p:nvPr/>
        </p:nvSpPr>
        <p:spPr>
          <a:xfrm>
            <a:off x="1170901" y="4376422"/>
            <a:ext cx="4612647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8" name="S05-mark208"/>
          <p:cNvSpPr/>
          <p:nvPr/>
        </p:nvSpPr>
        <p:spPr>
          <a:xfrm flipV="1">
            <a:off x="1170901" y="2033490"/>
            <a:ext cx="0" cy="2342932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9" name="S05-mark209"/>
          <p:cNvSpPr/>
          <p:nvPr/>
        </p:nvSpPr>
        <p:spPr>
          <a:xfrm>
            <a:off x="1660589" y="3584820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05-mark210"/>
          <p:cNvSpPr/>
          <p:nvPr/>
        </p:nvSpPr>
        <p:spPr>
          <a:xfrm>
            <a:off x="2539189" y="3218736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05-mark211"/>
          <p:cNvSpPr/>
          <p:nvPr/>
        </p:nvSpPr>
        <p:spPr>
          <a:xfrm>
            <a:off x="3417788" y="2486570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05-mark212"/>
          <p:cNvSpPr/>
          <p:nvPr/>
        </p:nvSpPr>
        <p:spPr>
          <a:xfrm>
            <a:off x="4296388" y="2120487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S05-mark213"/>
          <p:cNvSpPr/>
          <p:nvPr/>
        </p:nvSpPr>
        <p:spPr>
          <a:xfrm>
            <a:off x="5174987" y="2120487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05-label215"/>
          <p:cNvSpPr txBox="1"/>
          <p:nvPr/>
        </p:nvSpPr>
        <p:spPr>
          <a:xfrm>
            <a:off x="704282" y="4185922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400" dirty="0"/>
          </a:p>
        </p:txBody>
      </p:sp>
      <p:sp>
        <p:nvSpPr>
          <p:cNvPr id="25" name="S05-label217"/>
          <p:cNvSpPr txBox="1"/>
          <p:nvPr/>
        </p:nvSpPr>
        <p:spPr>
          <a:xfrm>
            <a:off x="704282" y="4185922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400" dirty="0"/>
          </a:p>
        </p:txBody>
      </p:sp>
      <p:sp>
        <p:nvSpPr>
          <p:cNvPr id="26" name="S05-label219"/>
          <p:cNvSpPr txBox="1"/>
          <p:nvPr/>
        </p:nvSpPr>
        <p:spPr>
          <a:xfrm>
            <a:off x="704282" y="3819839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27" name="S05-label221"/>
          <p:cNvSpPr txBox="1"/>
          <p:nvPr/>
        </p:nvSpPr>
        <p:spPr>
          <a:xfrm>
            <a:off x="704282" y="3453756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28" name="S05-label223"/>
          <p:cNvSpPr txBox="1"/>
          <p:nvPr/>
        </p:nvSpPr>
        <p:spPr>
          <a:xfrm>
            <a:off x="704282" y="3087672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400" dirty="0"/>
          </a:p>
        </p:txBody>
      </p:sp>
      <p:sp>
        <p:nvSpPr>
          <p:cNvPr id="29" name="S05-label225"/>
          <p:cNvSpPr txBox="1"/>
          <p:nvPr/>
        </p:nvSpPr>
        <p:spPr>
          <a:xfrm>
            <a:off x="704282" y="2721589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400" dirty="0"/>
          </a:p>
        </p:txBody>
      </p:sp>
      <p:sp>
        <p:nvSpPr>
          <p:cNvPr id="30" name="S05-label227"/>
          <p:cNvSpPr txBox="1"/>
          <p:nvPr/>
        </p:nvSpPr>
        <p:spPr>
          <a:xfrm>
            <a:off x="603698" y="2355506"/>
            <a:ext cx="51206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400" dirty="0"/>
          </a:p>
        </p:txBody>
      </p:sp>
      <p:sp>
        <p:nvSpPr>
          <p:cNvPr id="31" name="S05-label229"/>
          <p:cNvSpPr txBox="1"/>
          <p:nvPr/>
        </p:nvSpPr>
        <p:spPr>
          <a:xfrm>
            <a:off x="603698" y="1989423"/>
            <a:ext cx="51206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400" dirty="0"/>
          </a:p>
        </p:txBody>
      </p:sp>
      <p:sp>
        <p:nvSpPr>
          <p:cNvPr id="32" name="S05-label231"/>
          <p:cNvSpPr txBox="1"/>
          <p:nvPr/>
        </p:nvSpPr>
        <p:spPr>
          <a:xfrm>
            <a:off x="472634" y="1623340"/>
            <a:ext cx="7741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(도)</a:t>
            </a:r>
            <a:endParaRPr lang="ko-KR" sz="2400" dirty="0"/>
          </a:p>
        </p:txBody>
      </p:sp>
      <p:sp>
        <p:nvSpPr>
          <p:cNvPr id="33" name="S05-label233"/>
          <p:cNvSpPr txBox="1"/>
          <p:nvPr/>
        </p:nvSpPr>
        <p:spPr>
          <a:xfrm>
            <a:off x="1415225" y="4423876"/>
            <a:ext cx="609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9시</a:t>
            </a:r>
            <a:endParaRPr lang="ko-KR" sz="2400" dirty="0"/>
          </a:p>
        </p:txBody>
      </p:sp>
      <p:sp>
        <p:nvSpPr>
          <p:cNvPr id="34" name="S05-label235"/>
          <p:cNvSpPr txBox="1"/>
          <p:nvPr/>
        </p:nvSpPr>
        <p:spPr>
          <a:xfrm>
            <a:off x="2193241" y="4423876"/>
            <a:ext cx="81076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10시</a:t>
            </a:r>
            <a:endParaRPr lang="ko-KR" sz="2400" dirty="0"/>
          </a:p>
        </p:txBody>
      </p:sp>
      <p:sp>
        <p:nvSpPr>
          <p:cNvPr id="35" name="S05-label237"/>
          <p:cNvSpPr txBox="1"/>
          <p:nvPr/>
        </p:nvSpPr>
        <p:spPr>
          <a:xfrm>
            <a:off x="3071840" y="4423876"/>
            <a:ext cx="81076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11시</a:t>
            </a:r>
            <a:endParaRPr lang="ko-KR" sz="2400" dirty="0"/>
          </a:p>
        </p:txBody>
      </p:sp>
      <p:sp>
        <p:nvSpPr>
          <p:cNvPr id="36" name="S05-label239"/>
          <p:cNvSpPr txBox="1"/>
          <p:nvPr/>
        </p:nvSpPr>
        <p:spPr>
          <a:xfrm>
            <a:off x="3950440" y="4423876"/>
            <a:ext cx="81076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12시</a:t>
            </a:r>
            <a:endParaRPr lang="ko-KR" sz="2400" dirty="0"/>
          </a:p>
        </p:txBody>
      </p:sp>
      <p:sp>
        <p:nvSpPr>
          <p:cNvPr id="37" name="S05-label241"/>
          <p:cNvSpPr txBox="1"/>
          <p:nvPr/>
        </p:nvSpPr>
        <p:spPr>
          <a:xfrm>
            <a:off x="4929623" y="4423876"/>
            <a:ext cx="609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1시</a:t>
            </a:r>
            <a:endParaRPr lang="ko-KR" sz="2400" dirty="0"/>
          </a:p>
        </p:txBody>
      </p:sp>
      <p:sp>
        <p:nvSpPr>
          <p:cNvPr id="38" name="S05-card242"/>
          <p:cNvSpPr/>
          <p:nvPr/>
        </p:nvSpPr>
        <p:spPr>
          <a:xfrm>
            <a:off x="6277356" y="1691640"/>
            <a:ext cx="536295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39" name="S05-cardtext243"/>
          <p:cNvSpPr txBox="1"/>
          <p:nvPr/>
        </p:nvSpPr>
        <p:spPr>
          <a:xfrm>
            <a:off x="6551676" y="1828800"/>
            <a:ext cx="48143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올라가면 늘어나요.</a:t>
            </a:r>
            <a:endParaRPr lang="ko-KR" sz="3000" dirty="0"/>
          </a:p>
        </p:txBody>
      </p:sp>
      <p:sp>
        <p:nvSpPr>
          <p:cNvPr id="40" name="S05-card244"/>
          <p:cNvSpPr/>
          <p:nvPr/>
        </p:nvSpPr>
        <p:spPr>
          <a:xfrm>
            <a:off x="6277356" y="2788920"/>
            <a:ext cx="536295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1" name="S05-cardtext245"/>
          <p:cNvSpPr txBox="1"/>
          <p:nvPr/>
        </p:nvSpPr>
        <p:spPr>
          <a:xfrm>
            <a:off x="6551676" y="2926080"/>
            <a:ext cx="48143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많이 기울면 변화가 커요.</a:t>
            </a:r>
            <a:endParaRPr lang="ko-KR" sz="3000" dirty="0"/>
          </a:p>
        </p:txBody>
      </p:sp>
      <p:sp>
        <p:nvSpPr>
          <p:cNvPr id="42" name="S05-card246"/>
          <p:cNvSpPr/>
          <p:nvPr/>
        </p:nvSpPr>
        <p:spPr>
          <a:xfrm>
            <a:off x="6277356" y="3886200"/>
            <a:ext cx="536295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3" name="S05-cardtext247"/>
          <p:cNvSpPr txBox="1"/>
          <p:nvPr/>
        </p:nvSpPr>
        <p:spPr>
          <a:xfrm>
            <a:off x="6551676" y="4023360"/>
            <a:ext cx="48143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평평하면 변화가 없어요.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그래프를 읽어요</a:t>
            </a:r>
            <a:endParaRPr lang="ko-KR" sz="4000" dirty="0"/>
          </a:p>
        </p:txBody>
      </p:sp>
      <p:sp>
        <p:nvSpPr>
          <p:cNvPr id="3" name="S06-card24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6-cardtext24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선분이 가장 많이 기운 곳을 찾아요.</a:t>
            </a:r>
            <a:endParaRPr lang="ko-KR" sz="3000" dirty="0"/>
          </a:p>
        </p:txBody>
      </p:sp>
      <p:sp>
        <p:nvSpPr>
          <p:cNvPr id="5" name="S06-figure250" descr="꺾은선그래프 ‘강낭콩의 키’(세로 눈금 한 칸 1): 2일 1, 4일 2, 6일 5, 8일 6, 10일 7"/>
          <p:cNvSpPr/>
          <p:nvPr/>
        </p:nvSpPr>
        <p:spPr>
          <a:xfrm>
            <a:off x="7533092" y="2246843"/>
            <a:ext cx="3318091" cy="2073807"/>
          </a:xfrm>
          <a:custGeom>
            <a:avLst/>
            <a:gdLst/>
            <a:ahLst/>
            <a:cxnLst/>
            <a:rect l="l" t="t" r="r" b="b"/>
            <a:pathLst>
              <a:path w="3318091" h="2073807">
                <a:moveTo>
                  <a:pt x="0" y="2073807"/>
                </a:moveTo>
                <a:lnTo>
                  <a:pt x="829523" y="1728172"/>
                </a:lnTo>
                <a:lnTo>
                  <a:pt x="1659045" y="691269"/>
                </a:lnTo>
                <a:lnTo>
                  <a:pt x="2488568" y="345634"/>
                </a:lnTo>
                <a:lnTo>
                  <a:pt x="3318091" y="0"/>
                </a:lnTo>
              </a:path>
            </a:pathLst>
          </a:custGeom>
          <a:noFill/>
          <a:ln w="38100">
            <a:solidFill>
              <a:srgbClr val="E9762B"/>
            </a:solidFill>
            <a:prstDash val="solid"/>
          </a:ln>
        </p:spPr>
      </p:sp>
      <p:sp>
        <p:nvSpPr>
          <p:cNvPr id="6" name="S06-mark251"/>
          <p:cNvSpPr/>
          <p:nvPr/>
        </p:nvSpPr>
        <p:spPr>
          <a:xfrm flipV="1">
            <a:off x="7533092" y="2246843"/>
            <a:ext cx="0" cy="2419441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7" name="S06-mark252"/>
          <p:cNvSpPr/>
          <p:nvPr/>
        </p:nvSpPr>
        <p:spPr>
          <a:xfrm flipV="1">
            <a:off x="8362615" y="2246843"/>
            <a:ext cx="0" cy="2419441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" name="S06-mark253"/>
          <p:cNvSpPr/>
          <p:nvPr/>
        </p:nvSpPr>
        <p:spPr>
          <a:xfrm flipV="1">
            <a:off x="9192137" y="2246843"/>
            <a:ext cx="0" cy="2419441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06-mark254"/>
          <p:cNvSpPr/>
          <p:nvPr/>
        </p:nvSpPr>
        <p:spPr>
          <a:xfrm flipV="1">
            <a:off x="10021660" y="2246843"/>
            <a:ext cx="0" cy="2419441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06-mark255"/>
          <p:cNvSpPr/>
          <p:nvPr/>
        </p:nvSpPr>
        <p:spPr>
          <a:xfrm flipV="1">
            <a:off x="10851183" y="2246843"/>
            <a:ext cx="0" cy="2419441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06-mark256"/>
          <p:cNvSpPr/>
          <p:nvPr/>
        </p:nvSpPr>
        <p:spPr>
          <a:xfrm>
            <a:off x="7014640" y="4320649"/>
            <a:ext cx="435499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06-mark257"/>
          <p:cNvSpPr/>
          <p:nvPr/>
        </p:nvSpPr>
        <p:spPr>
          <a:xfrm>
            <a:off x="7014640" y="3975015"/>
            <a:ext cx="435499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06-mark258"/>
          <p:cNvSpPr/>
          <p:nvPr/>
        </p:nvSpPr>
        <p:spPr>
          <a:xfrm>
            <a:off x="7014640" y="3629380"/>
            <a:ext cx="435499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06-mark259"/>
          <p:cNvSpPr/>
          <p:nvPr/>
        </p:nvSpPr>
        <p:spPr>
          <a:xfrm>
            <a:off x="7014640" y="3283746"/>
            <a:ext cx="435499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06-mark260"/>
          <p:cNvSpPr/>
          <p:nvPr/>
        </p:nvSpPr>
        <p:spPr>
          <a:xfrm>
            <a:off x="7014640" y="2938112"/>
            <a:ext cx="435499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06-mark261"/>
          <p:cNvSpPr/>
          <p:nvPr/>
        </p:nvSpPr>
        <p:spPr>
          <a:xfrm>
            <a:off x="7014640" y="2592477"/>
            <a:ext cx="435499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06-mark262"/>
          <p:cNvSpPr/>
          <p:nvPr/>
        </p:nvSpPr>
        <p:spPr>
          <a:xfrm>
            <a:off x="7014640" y="2246843"/>
            <a:ext cx="435499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06-mark263"/>
          <p:cNvSpPr/>
          <p:nvPr/>
        </p:nvSpPr>
        <p:spPr>
          <a:xfrm>
            <a:off x="7014640" y="4666284"/>
            <a:ext cx="4354994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9" name="S06-mark264"/>
          <p:cNvSpPr/>
          <p:nvPr/>
        </p:nvSpPr>
        <p:spPr>
          <a:xfrm flipV="1">
            <a:off x="7014640" y="2108589"/>
            <a:ext cx="0" cy="2557695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20" name="S06-mark265"/>
          <p:cNvSpPr/>
          <p:nvPr/>
        </p:nvSpPr>
        <p:spPr>
          <a:xfrm>
            <a:off x="7473656" y="4261213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06-mark266"/>
          <p:cNvSpPr/>
          <p:nvPr/>
        </p:nvSpPr>
        <p:spPr>
          <a:xfrm>
            <a:off x="8303179" y="3915579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06-mark267"/>
          <p:cNvSpPr/>
          <p:nvPr/>
        </p:nvSpPr>
        <p:spPr>
          <a:xfrm>
            <a:off x="9132701" y="2878676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S06-mark268"/>
          <p:cNvSpPr/>
          <p:nvPr/>
        </p:nvSpPr>
        <p:spPr>
          <a:xfrm>
            <a:off x="9962224" y="2533041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06-mark269"/>
          <p:cNvSpPr/>
          <p:nvPr/>
        </p:nvSpPr>
        <p:spPr>
          <a:xfrm>
            <a:off x="10791747" y="2187407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06-label271"/>
          <p:cNvSpPr txBox="1"/>
          <p:nvPr/>
        </p:nvSpPr>
        <p:spPr>
          <a:xfrm>
            <a:off x="6565403" y="4475784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400" dirty="0"/>
          </a:p>
        </p:txBody>
      </p:sp>
      <p:sp>
        <p:nvSpPr>
          <p:cNvPr id="26" name="S06-label273"/>
          <p:cNvSpPr txBox="1"/>
          <p:nvPr/>
        </p:nvSpPr>
        <p:spPr>
          <a:xfrm>
            <a:off x="6565403" y="4475784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400" dirty="0"/>
          </a:p>
        </p:txBody>
      </p:sp>
      <p:sp>
        <p:nvSpPr>
          <p:cNvPr id="27" name="S06-label275"/>
          <p:cNvSpPr txBox="1"/>
          <p:nvPr/>
        </p:nvSpPr>
        <p:spPr>
          <a:xfrm>
            <a:off x="6565403" y="4130149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28" name="S06-label277"/>
          <p:cNvSpPr txBox="1"/>
          <p:nvPr/>
        </p:nvSpPr>
        <p:spPr>
          <a:xfrm>
            <a:off x="6565403" y="3784515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29" name="S06-label279"/>
          <p:cNvSpPr txBox="1"/>
          <p:nvPr/>
        </p:nvSpPr>
        <p:spPr>
          <a:xfrm>
            <a:off x="6565403" y="3438880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30" name="S06-label281"/>
          <p:cNvSpPr txBox="1"/>
          <p:nvPr/>
        </p:nvSpPr>
        <p:spPr>
          <a:xfrm>
            <a:off x="6565403" y="3093246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31" name="S06-label283"/>
          <p:cNvSpPr txBox="1"/>
          <p:nvPr/>
        </p:nvSpPr>
        <p:spPr>
          <a:xfrm>
            <a:off x="6565403" y="2747612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400" dirty="0"/>
          </a:p>
        </p:txBody>
      </p:sp>
      <p:sp>
        <p:nvSpPr>
          <p:cNvPr id="32" name="S06-label285"/>
          <p:cNvSpPr txBox="1"/>
          <p:nvPr/>
        </p:nvSpPr>
        <p:spPr>
          <a:xfrm>
            <a:off x="6565403" y="2401977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400" dirty="0"/>
          </a:p>
        </p:txBody>
      </p:sp>
      <p:sp>
        <p:nvSpPr>
          <p:cNvPr id="33" name="S06-label287"/>
          <p:cNvSpPr txBox="1"/>
          <p:nvPr/>
        </p:nvSpPr>
        <p:spPr>
          <a:xfrm>
            <a:off x="6565403" y="2056343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400" dirty="0"/>
          </a:p>
        </p:txBody>
      </p:sp>
      <p:sp>
        <p:nvSpPr>
          <p:cNvPr id="34" name="S06-label289"/>
          <p:cNvSpPr txBox="1"/>
          <p:nvPr/>
        </p:nvSpPr>
        <p:spPr>
          <a:xfrm>
            <a:off x="6272795" y="1710708"/>
            <a:ext cx="89611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(cm)</a:t>
            </a:r>
            <a:endParaRPr lang="ko-KR" sz="2400" dirty="0"/>
          </a:p>
        </p:txBody>
      </p:sp>
      <p:sp>
        <p:nvSpPr>
          <p:cNvPr id="35" name="S06-label291"/>
          <p:cNvSpPr txBox="1"/>
          <p:nvPr/>
        </p:nvSpPr>
        <p:spPr>
          <a:xfrm>
            <a:off x="7228292" y="4700446"/>
            <a:ext cx="609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2일</a:t>
            </a:r>
            <a:endParaRPr lang="ko-KR" sz="2400" dirty="0"/>
          </a:p>
        </p:txBody>
      </p:sp>
      <p:sp>
        <p:nvSpPr>
          <p:cNvPr id="36" name="S06-label293"/>
          <p:cNvSpPr txBox="1"/>
          <p:nvPr/>
        </p:nvSpPr>
        <p:spPr>
          <a:xfrm>
            <a:off x="8057815" y="4700446"/>
            <a:ext cx="609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4일</a:t>
            </a:r>
            <a:endParaRPr lang="ko-KR" sz="2400" dirty="0"/>
          </a:p>
        </p:txBody>
      </p:sp>
      <p:sp>
        <p:nvSpPr>
          <p:cNvPr id="37" name="S06-label295"/>
          <p:cNvSpPr txBox="1"/>
          <p:nvPr/>
        </p:nvSpPr>
        <p:spPr>
          <a:xfrm>
            <a:off x="8887337" y="4700446"/>
            <a:ext cx="609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6일</a:t>
            </a:r>
            <a:endParaRPr lang="ko-KR" sz="2400" dirty="0"/>
          </a:p>
        </p:txBody>
      </p:sp>
      <p:sp>
        <p:nvSpPr>
          <p:cNvPr id="38" name="S06-label297"/>
          <p:cNvSpPr txBox="1"/>
          <p:nvPr/>
        </p:nvSpPr>
        <p:spPr>
          <a:xfrm>
            <a:off x="9716860" y="4700446"/>
            <a:ext cx="609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8일</a:t>
            </a:r>
            <a:endParaRPr lang="ko-KR" sz="2400" dirty="0"/>
          </a:p>
        </p:txBody>
      </p:sp>
      <p:sp>
        <p:nvSpPr>
          <p:cNvPr id="39" name="S06-label299"/>
          <p:cNvSpPr txBox="1"/>
          <p:nvPr/>
        </p:nvSpPr>
        <p:spPr>
          <a:xfrm>
            <a:off x="10445799" y="4700446"/>
            <a:ext cx="81076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10일</a:t>
            </a:r>
            <a:endParaRPr lang="ko-KR" sz="2400" dirty="0"/>
          </a:p>
        </p:txBody>
      </p:sp>
      <p:sp>
        <p:nvSpPr>
          <p:cNvPr id="40" name="S06-label301"/>
          <p:cNvSpPr txBox="1"/>
          <p:nvPr/>
        </p:nvSpPr>
        <p:spPr>
          <a:xfrm>
            <a:off x="8344793" y="1365074"/>
            <a:ext cx="169468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강낭콩의 키</a:t>
            </a:r>
            <a:endParaRPr lang="ko-KR" sz="2400" dirty="0"/>
          </a:p>
        </p:txBody>
      </p:sp>
      <p:sp>
        <p:nvSpPr>
          <p:cNvPr id="41" name="S06-chip302"/>
          <p:cNvSpPr txBox="1"/>
          <p:nvPr/>
        </p:nvSpPr>
        <p:spPr>
          <a:xfrm>
            <a:off x="548640" y="16139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42" name="S06-text303"/>
          <p:cNvSpPr txBox="1"/>
          <p:nvPr/>
        </p:nvSpPr>
        <p:spPr>
          <a:xfrm>
            <a:off x="1344168" y="132588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6일의 키는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cm일까요?</a:t>
            </a:r>
            <a:endParaRPr lang="ko-KR" sz="3000" dirty="0"/>
          </a:p>
        </p:txBody>
      </p:sp>
      <p:sp>
        <p:nvSpPr>
          <p:cNvPr id="43" name="S06-chip304"/>
          <p:cNvSpPr txBox="1"/>
          <p:nvPr/>
        </p:nvSpPr>
        <p:spPr>
          <a:xfrm>
            <a:off x="548640" y="29397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44" name="S06-text305"/>
          <p:cNvSpPr txBox="1"/>
          <p:nvPr/>
        </p:nvSpPr>
        <p:spPr>
          <a:xfrm>
            <a:off x="1344168" y="265176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많이 자란 때는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언제와 언제 사이?</a:t>
            </a:r>
            <a:endParaRPr lang="ko-KR" sz="3000" dirty="0"/>
          </a:p>
        </p:txBody>
      </p:sp>
      <p:sp>
        <p:nvSpPr>
          <p:cNvPr id="45" name="S06-chip306"/>
          <p:cNvSpPr txBox="1"/>
          <p:nvPr/>
        </p:nvSpPr>
        <p:spPr>
          <a:xfrm>
            <a:off x="548640" y="42656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46" name="S06-text307"/>
          <p:cNvSpPr txBox="1"/>
          <p:nvPr/>
        </p:nvSpPr>
        <p:spPr>
          <a:xfrm>
            <a:off x="1344168" y="397764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10일의 키는 2일보다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cm 더 클까요?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많이 오른 때는?</a:t>
            </a:r>
            <a:endParaRPr lang="ko-KR" sz="4000" dirty="0"/>
          </a:p>
        </p:txBody>
      </p:sp>
      <p:sp>
        <p:nvSpPr>
          <p:cNvPr id="3" name="S07-card30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30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운동장의 기온이 가장 많이 오른 때예요. 누구 말이 맞을까요?</a:t>
            </a:r>
            <a:endParaRPr lang="ko-KR" sz="3000" dirty="0"/>
          </a:p>
        </p:txBody>
      </p:sp>
      <p:sp>
        <p:nvSpPr>
          <p:cNvPr id="5" name="S07-figure310" descr="꺾은선그래프(세로 눈금 한 칸 2): 9시 4, 10시 6, 11시 10, 12시 12, 1시 12"/>
          <p:cNvSpPr/>
          <p:nvPr/>
        </p:nvSpPr>
        <p:spPr>
          <a:xfrm>
            <a:off x="1720025" y="2179923"/>
            <a:ext cx="3514398" cy="1464332"/>
          </a:xfrm>
          <a:custGeom>
            <a:avLst/>
            <a:gdLst/>
            <a:ahLst/>
            <a:cxnLst/>
            <a:rect l="l" t="t" r="r" b="b"/>
            <a:pathLst>
              <a:path w="3514398" h="1464332">
                <a:moveTo>
                  <a:pt x="0" y="1464332"/>
                </a:moveTo>
                <a:lnTo>
                  <a:pt x="878599" y="1098249"/>
                </a:lnTo>
                <a:lnTo>
                  <a:pt x="1757199" y="366083"/>
                </a:lnTo>
                <a:lnTo>
                  <a:pt x="2635798" y="0"/>
                </a:lnTo>
                <a:lnTo>
                  <a:pt x="3514398" y="0"/>
                </a:lnTo>
              </a:path>
            </a:pathLst>
          </a:custGeom>
          <a:noFill/>
          <a:ln w="38100">
            <a:solidFill>
              <a:srgbClr val="E9762B"/>
            </a:solidFill>
            <a:prstDash val="solid"/>
          </a:ln>
        </p:spPr>
      </p:sp>
      <p:sp>
        <p:nvSpPr>
          <p:cNvPr id="6" name="S07-mark311"/>
          <p:cNvSpPr/>
          <p:nvPr/>
        </p:nvSpPr>
        <p:spPr>
          <a:xfrm flipV="1">
            <a:off x="1720025" y="2179923"/>
            <a:ext cx="0" cy="219649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7" name="S07-mark312"/>
          <p:cNvSpPr/>
          <p:nvPr/>
        </p:nvSpPr>
        <p:spPr>
          <a:xfrm flipV="1">
            <a:off x="2598625" y="2179923"/>
            <a:ext cx="0" cy="219649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" name="S07-mark313"/>
          <p:cNvSpPr/>
          <p:nvPr/>
        </p:nvSpPr>
        <p:spPr>
          <a:xfrm flipV="1">
            <a:off x="3477224" y="2179923"/>
            <a:ext cx="0" cy="219649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07-mark314"/>
          <p:cNvSpPr/>
          <p:nvPr/>
        </p:nvSpPr>
        <p:spPr>
          <a:xfrm flipV="1">
            <a:off x="4355824" y="2179923"/>
            <a:ext cx="0" cy="219649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07-mark315"/>
          <p:cNvSpPr/>
          <p:nvPr/>
        </p:nvSpPr>
        <p:spPr>
          <a:xfrm flipV="1">
            <a:off x="5234423" y="2179923"/>
            <a:ext cx="0" cy="219649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07-mark316"/>
          <p:cNvSpPr/>
          <p:nvPr/>
        </p:nvSpPr>
        <p:spPr>
          <a:xfrm>
            <a:off x="1170901" y="4010339"/>
            <a:ext cx="4612647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07-mark317"/>
          <p:cNvSpPr/>
          <p:nvPr/>
        </p:nvSpPr>
        <p:spPr>
          <a:xfrm>
            <a:off x="1170901" y="3644256"/>
            <a:ext cx="4612647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07-mark318"/>
          <p:cNvSpPr/>
          <p:nvPr/>
        </p:nvSpPr>
        <p:spPr>
          <a:xfrm>
            <a:off x="1170901" y="3278172"/>
            <a:ext cx="4612647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07-mark319"/>
          <p:cNvSpPr/>
          <p:nvPr/>
        </p:nvSpPr>
        <p:spPr>
          <a:xfrm>
            <a:off x="1170901" y="2912089"/>
            <a:ext cx="4612647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07-mark320"/>
          <p:cNvSpPr/>
          <p:nvPr/>
        </p:nvSpPr>
        <p:spPr>
          <a:xfrm>
            <a:off x="1170901" y="2546006"/>
            <a:ext cx="4612647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07-mark321"/>
          <p:cNvSpPr/>
          <p:nvPr/>
        </p:nvSpPr>
        <p:spPr>
          <a:xfrm>
            <a:off x="1170901" y="2179923"/>
            <a:ext cx="4612647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07-mark322"/>
          <p:cNvSpPr/>
          <p:nvPr/>
        </p:nvSpPr>
        <p:spPr>
          <a:xfrm>
            <a:off x="1170901" y="4376422"/>
            <a:ext cx="4612647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8" name="S07-mark323"/>
          <p:cNvSpPr/>
          <p:nvPr/>
        </p:nvSpPr>
        <p:spPr>
          <a:xfrm flipV="1">
            <a:off x="1170901" y="2033490"/>
            <a:ext cx="0" cy="2342932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9" name="S07-mark324"/>
          <p:cNvSpPr/>
          <p:nvPr/>
        </p:nvSpPr>
        <p:spPr>
          <a:xfrm>
            <a:off x="1660589" y="3584820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07-mark325"/>
          <p:cNvSpPr/>
          <p:nvPr/>
        </p:nvSpPr>
        <p:spPr>
          <a:xfrm>
            <a:off x="2539189" y="3218736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07-mark326"/>
          <p:cNvSpPr/>
          <p:nvPr/>
        </p:nvSpPr>
        <p:spPr>
          <a:xfrm>
            <a:off x="3417788" y="2486570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07-mark327"/>
          <p:cNvSpPr/>
          <p:nvPr/>
        </p:nvSpPr>
        <p:spPr>
          <a:xfrm>
            <a:off x="4296388" y="2120487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S07-mark328"/>
          <p:cNvSpPr/>
          <p:nvPr/>
        </p:nvSpPr>
        <p:spPr>
          <a:xfrm>
            <a:off x="5174987" y="2120487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07-label330"/>
          <p:cNvSpPr txBox="1"/>
          <p:nvPr/>
        </p:nvSpPr>
        <p:spPr>
          <a:xfrm>
            <a:off x="704282" y="4185922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400" dirty="0"/>
          </a:p>
        </p:txBody>
      </p:sp>
      <p:sp>
        <p:nvSpPr>
          <p:cNvPr id="25" name="S07-label332"/>
          <p:cNvSpPr txBox="1"/>
          <p:nvPr/>
        </p:nvSpPr>
        <p:spPr>
          <a:xfrm>
            <a:off x="704282" y="4185922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400" dirty="0"/>
          </a:p>
        </p:txBody>
      </p:sp>
      <p:sp>
        <p:nvSpPr>
          <p:cNvPr id="26" name="S07-label334"/>
          <p:cNvSpPr txBox="1"/>
          <p:nvPr/>
        </p:nvSpPr>
        <p:spPr>
          <a:xfrm>
            <a:off x="704282" y="3819839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27" name="S07-label336"/>
          <p:cNvSpPr txBox="1"/>
          <p:nvPr/>
        </p:nvSpPr>
        <p:spPr>
          <a:xfrm>
            <a:off x="704282" y="3453756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28" name="S07-label338"/>
          <p:cNvSpPr txBox="1"/>
          <p:nvPr/>
        </p:nvSpPr>
        <p:spPr>
          <a:xfrm>
            <a:off x="704282" y="3087672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400" dirty="0"/>
          </a:p>
        </p:txBody>
      </p:sp>
      <p:sp>
        <p:nvSpPr>
          <p:cNvPr id="29" name="S07-label340"/>
          <p:cNvSpPr txBox="1"/>
          <p:nvPr/>
        </p:nvSpPr>
        <p:spPr>
          <a:xfrm>
            <a:off x="704282" y="2721589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400" dirty="0"/>
          </a:p>
        </p:txBody>
      </p:sp>
      <p:sp>
        <p:nvSpPr>
          <p:cNvPr id="30" name="S07-label342"/>
          <p:cNvSpPr txBox="1"/>
          <p:nvPr/>
        </p:nvSpPr>
        <p:spPr>
          <a:xfrm>
            <a:off x="603698" y="2355506"/>
            <a:ext cx="51206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400" dirty="0"/>
          </a:p>
        </p:txBody>
      </p:sp>
      <p:sp>
        <p:nvSpPr>
          <p:cNvPr id="31" name="S07-label344"/>
          <p:cNvSpPr txBox="1"/>
          <p:nvPr/>
        </p:nvSpPr>
        <p:spPr>
          <a:xfrm>
            <a:off x="603698" y="1989423"/>
            <a:ext cx="51206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400" dirty="0"/>
          </a:p>
        </p:txBody>
      </p:sp>
      <p:sp>
        <p:nvSpPr>
          <p:cNvPr id="32" name="S07-label346"/>
          <p:cNvSpPr txBox="1"/>
          <p:nvPr/>
        </p:nvSpPr>
        <p:spPr>
          <a:xfrm>
            <a:off x="472634" y="1623340"/>
            <a:ext cx="7741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(도)</a:t>
            </a:r>
            <a:endParaRPr lang="ko-KR" sz="2400" dirty="0"/>
          </a:p>
        </p:txBody>
      </p:sp>
      <p:sp>
        <p:nvSpPr>
          <p:cNvPr id="33" name="S07-label348"/>
          <p:cNvSpPr txBox="1"/>
          <p:nvPr/>
        </p:nvSpPr>
        <p:spPr>
          <a:xfrm>
            <a:off x="1415225" y="4423876"/>
            <a:ext cx="609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9시</a:t>
            </a:r>
            <a:endParaRPr lang="ko-KR" sz="2400" dirty="0"/>
          </a:p>
        </p:txBody>
      </p:sp>
      <p:sp>
        <p:nvSpPr>
          <p:cNvPr id="34" name="S07-label350"/>
          <p:cNvSpPr txBox="1"/>
          <p:nvPr/>
        </p:nvSpPr>
        <p:spPr>
          <a:xfrm>
            <a:off x="2193241" y="4423876"/>
            <a:ext cx="81076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10시</a:t>
            </a:r>
            <a:endParaRPr lang="ko-KR" sz="2400" dirty="0"/>
          </a:p>
        </p:txBody>
      </p:sp>
      <p:sp>
        <p:nvSpPr>
          <p:cNvPr id="35" name="S07-label352"/>
          <p:cNvSpPr txBox="1"/>
          <p:nvPr/>
        </p:nvSpPr>
        <p:spPr>
          <a:xfrm>
            <a:off x="3071840" y="4423876"/>
            <a:ext cx="81076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11시</a:t>
            </a:r>
            <a:endParaRPr lang="ko-KR" sz="2400" dirty="0"/>
          </a:p>
        </p:txBody>
      </p:sp>
      <p:sp>
        <p:nvSpPr>
          <p:cNvPr id="36" name="S07-label354"/>
          <p:cNvSpPr txBox="1"/>
          <p:nvPr/>
        </p:nvSpPr>
        <p:spPr>
          <a:xfrm>
            <a:off x="3950440" y="4423876"/>
            <a:ext cx="81076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12시</a:t>
            </a:r>
            <a:endParaRPr lang="ko-KR" sz="2400" dirty="0"/>
          </a:p>
        </p:txBody>
      </p:sp>
      <p:sp>
        <p:nvSpPr>
          <p:cNvPr id="37" name="S07-label356"/>
          <p:cNvSpPr txBox="1"/>
          <p:nvPr/>
        </p:nvSpPr>
        <p:spPr>
          <a:xfrm>
            <a:off x="4929623" y="4423876"/>
            <a:ext cx="609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1시</a:t>
            </a:r>
            <a:endParaRPr lang="ko-KR" sz="2400" dirty="0"/>
          </a:p>
        </p:txBody>
      </p:sp>
      <p:sp>
        <p:nvSpPr>
          <p:cNvPr id="38" name="S07-card357"/>
          <p:cNvSpPr/>
          <p:nvPr/>
        </p:nvSpPr>
        <p:spPr>
          <a:xfrm>
            <a:off x="6277356" y="1495044"/>
            <a:ext cx="5362956" cy="1613916"/>
          </a:xfrm>
          <a:prstGeom prst="roundRect">
            <a:avLst>
              <a:gd name="adj" fmla="val 679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39" name="S07-cardtext358"/>
          <p:cNvSpPr txBox="1"/>
          <p:nvPr/>
        </p:nvSpPr>
        <p:spPr>
          <a:xfrm>
            <a:off x="6551676" y="1632204"/>
            <a:ext cx="4814316" cy="1339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12시와 1시 사이예요.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점이 가장 높아요.</a:t>
            </a:r>
            <a:endParaRPr lang="ko-KR" sz="3000" dirty="0"/>
          </a:p>
        </p:txBody>
      </p:sp>
      <p:sp>
        <p:nvSpPr>
          <p:cNvPr id="40" name="S07-card359"/>
          <p:cNvSpPr/>
          <p:nvPr/>
        </p:nvSpPr>
        <p:spPr>
          <a:xfrm>
            <a:off x="6277356" y="3337560"/>
            <a:ext cx="5362956" cy="1613916"/>
          </a:xfrm>
          <a:prstGeom prst="roundRect">
            <a:avLst>
              <a:gd name="adj" fmla="val 679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1" name="S07-cardtext360"/>
          <p:cNvSpPr txBox="1"/>
          <p:nvPr/>
        </p:nvSpPr>
        <p:spPr>
          <a:xfrm>
            <a:off x="6551676" y="3474720"/>
            <a:ext cx="4814316" cy="1339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10시와 11시 사이예요.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선분이 가장 많이 기울었어요.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물결선으로 줄여요</a:t>
            </a:r>
            <a:endParaRPr lang="ko-KR" sz="4000" dirty="0"/>
          </a:p>
        </p:txBody>
      </p:sp>
      <p:sp>
        <p:nvSpPr>
          <p:cNvPr id="3" name="S08-card361"/>
          <p:cNvSpPr/>
          <p:nvPr/>
        </p:nvSpPr>
        <p:spPr>
          <a:xfrm>
            <a:off x="548640" y="4511040"/>
            <a:ext cx="11091672" cy="1706880"/>
          </a:xfrm>
          <a:prstGeom prst="roundRect">
            <a:avLst>
              <a:gd name="adj" fmla="val 6429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8-cardtext362"/>
          <p:cNvSpPr txBox="1"/>
          <p:nvPr/>
        </p:nvSpPr>
        <p:spPr>
          <a:xfrm>
            <a:off x="822960" y="4648200"/>
            <a:ext cx="10543032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준호의 몸무게예요. 변하는 모습은 어느 쪽에서 더 잘 보일까요?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0과 30 사이의 물결 모양(≈)을 물결선이라고 해요.</a:t>
            </a:r>
            <a:endParaRPr lang="ko-KR" sz="3000" dirty="0"/>
          </a:p>
        </p:txBody>
      </p:sp>
      <p:sp>
        <p:nvSpPr>
          <p:cNvPr id="5" name="S08-figure363" descr="꺾은선그래프(세로 눈금 한 칸 10): 3월 30, 4월 31, 5월 31, 6월 33, 7월 34"/>
          <p:cNvSpPr/>
          <p:nvPr/>
        </p:nvSpPr>
        <p:spPr>
          <a:xfrm>
            <a:off x="1766185" y="2114764"/>
            <a:ext cx="3433572" cy="143066"/>
          </a:xfrm>
          <a:custGeom>
            <a:avLst/>
            <a:gdLst/>
            <a:ahLst/>
            <a:cxnLst/>
            <a:rect l="l" t="t" r="r" b="b"/>
            <a:pathLst>
              <a:path w="3433572" h="143066">
                <a:moveTo>
                  <a:pt x="0" y="143066"/>
                </a:moveTo>
                <a:lnTo>
                  <a:pt x="858393" y="107299"/>
                </a:lnTo>
                <a:lnTo>
                  <a:pt x="1716786" y="107299"/>
                </a:lnTo>
                <a:lnTo>
                  <a:pt x="2575179" y="35766"/>
                </a:lnTo>
                <a:lnTo>
                  <a:pt x="3433572" y="0"/>
                </a:lnTo>
              </a:path>
            </a:pathLst>
          </a:custGeom>
          <a:noFill/>
          <a:ln w="38100">
            <a:solidFill>
              <a:srgbClr val="E9762B"/>
            </a:solidFill>
            <a:prstDash val="solid"/>
          </a:ln>
        </p:spPr>
      </p:sp>
      <p:sp>
        <p:nvSpPr>
          <p:cNvPr id="6" name="S08-mark364"/>
          <p:cNvSpPr/>
          <p:nvPr/>
        </p:nvSpPr>
        <p:spPr>
          <a:xfrm flipV="1">
            <a:off x="1766185" y="1900166"/>
            <a:ext cx="0" cy="1430655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7" name="S08-mark365"/>
          <p:cNvSpPr/>
          <p:nvPr/>
        </p:nvSpPr>
        <p:spPr>
          <a:xfrm flipV="1">
            <a:off x="2624578" y="1900166"/>
            <a:ext cx="0" cy="1430655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" name="S08-mark366"/>
          <p:cNvSpPr/>
          <p:nvPr/>
        </p:nvSpPr>
        <p:spPr>
          <a:xfrm flipV="1">
            <a:off x="3482971" y="1900166"/>
            <a:ext cx="0" cy="1430655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08-mark367"/>
          <p:cNvSpPr/>
          <p:nvPr/>
        </p:nvSpPr>
        <p:spPr>
          <a:xfrm flipV="1">
            <a:off x="4341364" y="1900166"/>
            <a:ext cx="0" cy="1430655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08-mark368"/>
          <p:cNvSpPr/>
          <p:nvPr/>
        </p:nvSpPr>
        <p:spPr>
          <a:xfrm flipV="1">
            <a:off x="5199757" y="1900166"/>
            <a:ext cx="0" cy="1430655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08-mark369"/>
          <p:cNvSpPr/>
          <p:nvPr/>
        </p:nvSpPr>
        <p:spPr>
          <a:xfrm>
            <a:off x="1229689" y="2973157"/>
            <a:ext cx="4506563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08-mark370"/>
          <p:cNvSpPr/>
          <p:nvPr/>
        </p:nvSpPr>
        <p:spPr>
          <a:xfrm>
            <a:off x="1229689" y="2615494"/>
            <a:ext cx="4506563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08-mark371"/>
          <p:cNvSpPr/>
          <p:nvPr/>
        </p:nvSpPr>
        <p:spPr>
          <a:xfrm>
            <a:off x="1229689" y="2257830"/>
            <a:ext cx="4506563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08-mark372"/>
          <p:cNvSpPr/>
          <p:nvPr/>
        </p:nvSpPr>
        <p:spPr>
          <a:xfrm>
            <a:off x="1229689" y="1900166"/>
            <a:ext cx="4506563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08-mark373"/>
          <p:cNvSpPr/>
          <p:nvPr/>
        </p:nvSpPr>
        <p:spPr>
          <a:xfrm>
            <a:off x="1229689" y="3330821"/>
            <a:ext cx="4506563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6" name="S08-mark374"/>
          <p:cNvSpPr/>
          <p:nvPr/>
        </p:nvSpPr>
        <p:spPr>
          <a:xfrm flipV="1">
            <a:off x="1229689" y="1757101"/>
            <a:ext cx="0" cy="1573721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7" name="S08-mark375"/>
          <p:cNvSpPr/>
          <p:nvPr/>
        </p:nvSpPr>
        <p:spPr>
          <a:xfrm>
            <a:off x="1706749" y="2198394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08-mark376"/>
          <p:cNvSpPr/>
          <p:nvPr/>
        </p:nvSpPr>
        <p:spPr>
          <a:xfrm>
            <a:off x="2565142" y="2162627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08-mark377"/>
          <p:cNvSpPr/>
          <p:nvPr/>
        </p:nvSpPr>
        <p:spPr>
          <a:xfrm>
            <a:off x="3423535" y="2162627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08-mark378"/>
          <p:cNvSpPr/>
          <p:nvPr/>
        </p:nvSpPr>
        <p:spPr>
          <a:xfrm>
            <a:off x="4281928" y="2091095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08-mark379"/>
          <p:cNvSpPr/>
          <p:nvPr/>
        </p:nvSpPr>
        <p:spPr>
          <a:xfrm>
            <a:off x="5140321" y="2055328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08-label381"/>
          <p:cNvSpPr txBox="1"/>
          <p:nvPr/>
        </p:nvSpPr>
        <p:spPr>
          <a:xfrm>
            <a:off x="770227" y="3140321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400" dirty="0"/>
          </a:p>
        </p:txBody>
      </p:sp>
      <p:sp>
        <p:nvSpPr>
          <p:cNvPr id="23" name="S08-label383"/>
          <p:cNvSpPr txBox="1"/>
          <p:nvPr/>
        </p:nvSpPr>
        <p:spPr>
          <a:xfrm>
            <a:off x="770227" y="3140321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400" dirty="0"/>
          </a:p>
        </p:txBody>
      </p:sp>
      <p:sp>
        <p:nvSpPr>
          <p:cNvPr id="24" name="S08-label385"/>
          <p:cNvSpPr txBox="1"/>
          <p:nvPr/>
        </p:nvSpPr>
        <p:spPr>
          <a:xfrm>
            <a:off x="669643" y="2782657"/>
            <a:ext cx="51206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400" dirty="0"/>
          </a:p>
        </p:txBody>
      </p:sp>
      <p:sp>
        <p:nvSpPr>
          <p:cNvPr id="25" name="S08-label387"/>
          <p:cNvSpPr txBox="1"/>
          <p:nvPr/>
        </p:nvSpPr>
        <p:spPr>
          <a:xfrm>
            <a:off x="669643" y="2424994"/>
            <a:ext cx="51206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ko-KR" sz="2400" dirty="0"/>
          </a:p>
        </p:txBody>
      </p:sp>
      <p:sp>
        <p:nvSpPr>
          <p:cNvPr id="26" name="S08-label389"/>
          <p:cNvSpPr txBox="1"/>
          <p:nvPr/>
        </p:nvSpPr>
        <p:spPr>
          <a:xfrm>
            <a:off x="669643" y="2067330"/>
            <a:ext cx="51206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</a:t>
            </a:r>
            <a:endParaRPr lang="ko-KR" sz="2400" dirty="0"/>
          </a:p>
        </p:txBody>
      </p:sp>
      <p:sp>
        <p:nvSpPr>
          <p:cNvPr id="27" name="S08-label391"/>
          <p:cNvSpPr txBox="1"/>
          <p:nvPr/>
        </p:nvSpPr>
        <p:spPr>
          <a:xfrm>
            <a:off x="669643" y="1709666"/>
            <a:ext cx="51206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</a:t>
            </a:r>
            <a:endParaRPr lang="ko-KR" sz="2400" dirty="0"/>
          </a:p>
        </p:txBody>
      </p:sp>
      <p:sp>
        <p:nvSpPr>
          <p:cNvPr id="28" name="S08-label393"/>
          <p:cNvSpPr txBox="1"/>
          <p:nvPr/>
        </p:nvSpPr>
        <p:spPr>
          <a:xfrm>
            <a:off x="517243" y="1352002"/>
            <a:ext cx="81686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(kg)</a:t>
            </a:r>
            <a:endParaRPr lang="ko-KR" sz="2400" dirty="0"/>
          </a:p>
        </p:txBody>
      </p:sp>
      <p:sp>
        <p:nvSpPr>
          <p:cNvPr id="29" name="S08-label395"/>
          <p:cNvSpPr txBox="1"/>
          <p:nvPr/>
        </p:nvSpPr>
        <p:spPr>
          <a:xfrm>
            <a:off x="1461385" y="3372803"/>
            <a:ext cx="609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3월</a:t>
            </a:r>
            <a:endParaRPr lang="ko-KR" sz="2400" dirty="0"/>
          </a:p>
        </p:txBody>
      </p:sp>
      <p:sp>
        <p:nvSpPr>
          <p:cNvPr id="30" name="S08-label397"/>
          <p:cNvSpPr txBox="1"/>
          <p:nvPr/>
        </p:nvSpPr>
        <p:spPr>
          <a:xfrm>
            <a:off x="2319778" y="3372803"/>
            <a:ext cx="609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4월</a:t>
            </a:r>
            <a:endParaRPr lang="ko-KR" sz="2400" dirty="0"/>
          </a:p>
        </p:txBody>
      </p:sp>
      <p:sp>
        <p:nvSpPr>
          <p:cNvPr id="31" name="S08-label399"/>
          <p:cNvSpPr txBox="1"/>
          <p:nvPr/>
        </p:nvSpPr>
        <p:spPr>
          <a:xfrm>
            <a:off x="3178171" y="3372803"/>
            <a:ext cx="609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5월</a:t>
            </a:r>
            <a:endParaRPr lang="ko-KR" sz="2400" dirty="0"/>
          </a:p>
        </p:txBody>
      </p:sp>
      <p:sp>
        <p:nvSpPr>
          <p:cNvPr id="32" name="S08-label401"/>
          <p:cNvSpPr txBox="1"/>
          <p:nvPr/>
        </p:nvSpPr>
        <p:spPr>
          <a:xfrm>
            <a:off x="4036564" y="3372803"/>
            <a:ext cx="609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6월</a:t>
            </a:r>
            <a:endParaRPr lang="ko-KR" sz="2400" dirty="0"/>
          </a:p>
        </p:txBody>
      </p:sp>
      <p:sp>
        <p:nvSpPr>
          <p:cNvPr id="33" name="S08-label403"/>
          <p:cNvSpPr txBox="1"/>
          <p:nvPr/>
        </p:nvSpPr>
        <p:spPr>
          <a:xfrm>
            <a:off x="4894957" y="3372803"/>
            <a:ext cx="609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7월</a:t>
            </a:r>
            <a:endParaRPr lang="ko-KR" sz="2400" dirty="0"/>
          </a:p>
        </p:txBody>
      </p:sp>
      <p:sp>
        <p:nvSpPr>
          <p:cNvPr id="34" name="S08-label404"/>
          <p:cNvSpPr txBox="1"/>
          <p:nvPr/>
        </p:nvSpPr>
        <p:spPr>
          <a:xfrm>
            <a:off x="548640" y="3870960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0부터 그리면</a:t>
            </a:r>
            <a:endParaRPr lang="ko-KR" sz="2400" dirty="0"/>
          </a:p>
        </p:txBody>
      </p:sp>
      <p:sp>
        <p:nvSpPr>
          <p:cNvPr id="35" name="S08-figure405" descr="꺾은선그래프(세로 눈금 한 칸 1, 물결선 위 30부터): 3월 30, 4월 31, 5월 31, 6월 33, 7월 34"/>
          <p:cNvSpPr/>
          <p:nvPr/>
        </p:nvSpPr>
        <p:spPr>
          <a:xfrm>
            <a:off x="7114619" y="3072240"/>
            <a:ext cx="185598" cy="309331"/>
          </a:xfrm>
          <a:custGeom>
            <a:avLst/>
            <a:gdLst/>
            <a:ahLst/>
            <a:cxnLst/>
            <a:rect l="l" t="t" r="r" b="b"/>
            <a:pathLst>
              <a:path w="185598" h="309331">
                <a:moveTo>
                  <a:pt x="92799" y="309331"/>
                </a:moveTo>
                <a:lnTo>
                  <a:pt x="92799" y="262931"/>
                </a:lnTo>
                <a:lnTo>
                  <a:pt x="0" y="210345"/>
                </a:lnTo>
                <a:lnTo>
                  <a:pt x="185598" y="154665"/>
                </a:lnTo>
                <a:lnTo>
                  <a:pt x="0" y="98986"/>
                </a:lnTo>
                <a:lnTo>
                  <a:pt x="92799" y="46400"/>
                </a:lnTo>
                <a:lnTo>
                  <a:pt x="92799" y="0"/>
                </a:lnTo>
              </a:path>
            </a:pathLst>
          </a:cu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6" name="S08-mark406"/>
          <p:cNvSpPr/>
          <p:nvPr/>
        </p:nvSpPr>
        <p:spPr>
          <a:xfrm>
            <a:off x="7671414" y="1834917"/>
            <a:ext cx="2969576" cy="1237323"/>
          </a:xfrm>
          <a:custGeom>
            <a:avLst/>
            <a:gdLst/>
            <a:ahLst/>
            <a:cxnLst/>
            <a:rect l="l" t="t" r="r" b="b"/>
            <a:pathLst>
              <a:path w="2969576" h="1237323">
                <a:moveTo>
                  <a:pt x="0" y="1237323"/>
                </a:moveTo>
                <a:lnTo>
                  <a:pt x="742394" y="927992"/>
                </a:lnTo>
                <a:lnTo>
                  <a:pt x="1484788" y="927992"/>
                </a:lnTo>
                <a:lnTo>
                  <a:pt x="2227182" y="309331"/>
                </a:lnTo>
                <a:lnTo>
                  <a:pt x="2969576" y="0"/>
                </a:lnTo>
              </a:path>
            </a:pathLst>
          </a:custGeom>
          <a:noFill/>
          <a:ln w="38100">
            <a:solidFill>
              <a:srgbClr val="E9762B"/>
            </a:solidFill>
            <a:prstDash val="solid"/>
          </a:ln>
        </p:spPr>
      </p:sp>
      <p:sp>
        <p:nvSpPr>
          <p:cNvPr id="37" name="S08-mark407"/>
          <p:cNvSpPr/>
          <p:nvPr/>
        </p:nvSpPr>
        <p:spPr>
          <a:xfrm flipV="1">
            <a:off x="7671414" y="1834917"/>
            <a:ext cx="0" cy="154665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8" name="S08-mark408"/>
          <p:cNvSpPr/>
          <p:nvPr/>
        </p:nvSpPr>
        <p:spPr>
          <a:xfrm flipV="1">
            <a:off x="8413808" y="1834917"/>
            <a:ext cx="0" cy="154665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9" name="S08-mark409"/>
          <p:cNvSpPr/>
          <p:nvPr/>
        </p:nvSpPr>
        <p:spPr>
          <a:xfrm flipV="1">
            <a:off x="9156202" y="1834917"/>
            <a:ext cx="0" cy="154665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0" name="S08-mark410"/>
          <p:cNvSpPr/>
          <p:nvPr/>
        </p:nvSpPr>
        <p:spPr>
          <a:xfrm flipV="1">
            <a:off x="9898596" y="1834917"/>
            <a:ext cx="0" cy="154665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1" name="S08-mark411"/>
          <p:cNvSpPr/>
          <p:nvPr/>
        </p:nvSpPr>
        <p:spPr>
          <a:xfrm flipV="1">
            <a:off x="10640990" y="1834917"/>
            <a:ext cx="0" cy="154665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2" name="S08-mark412"/>
          <p:cNvSpPr/>
          <p:nvPr/>
        </p:nvSpPr>
        <p:spPr>
          <a:xfrm>
            <a:off x="7207418" y="3072240"/>
            <a:ext cx="389756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3" name="S08-mark413"/>
          <p:cNvSpPr/>
          <p:nvPr/>
        </p:nvSpPr>
        <p:spPr>
          <a:xfrm>
            <a:off x="7207418" y="2762909"/>
            <a:ext cx="389756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4" name="S08-mark414"/>
          <p:cNvSpPr/>
          <p:nvPr/>
        </p:nvSpPr>
        <p:spPr>
          <a:xfrm>
            <a:off x="7207418" y="2453578"/>
            <a:ext cx="389756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5" name="S08-mark415"/>
          <p:cNvSpPr/>
          <p:nvPr/>
        </p:nvSpPr>
        <p:spPr>
          <a:xfrm>
            <a:off x="7207418" y="2144247"/>
            <a:ext cx="389756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6" name="S08-mark416"/>
          <p:cNvSpPr/>
          <p:nvPr/>
        </p:nvSpPr>
        <p:spPr>
          <a:xfrm>
            <a:off x="7207418" y="1834917"/>
            <a:ext cx="389756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7" name="S08-mark417"/>
          <p:cNvSpPr/>
          <p:nvPr/>
        </p:nvSpPr>
        <p:spPr>
          <a:xfrm>
            <a:off x="7207418" y="3381571"/>
            <a:ext cx="3897568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48" name="S08-mark418"/>
          <p:cNvSpPr/>
          <p:nvPr/>
        </p:nvSpPr>
        <p:spPr>
          <a:xfrm flipV="1">
            <a:off x="7207418" y="1711184"/>
            <a:ext cx="0" cy="1361056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49" name="S08-mark419"/>
          <p:cNvSpPr/>
          <p:nvPr/>
        </p:nvSpPr>
        <p:spPr>
          <a:xfrm>
            <a:off x="7611978" y="3012804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0" name="S08-mark420"/>
          <p:cNvSpPr/>
          <p:nvPr/>
        </p:nvSpPr>
        <p:spPr>
          <a:xfrm>
            <a:off x="8354372" y="2703473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1" name="S08-mark421"/>
          <p:cNvSpPr/>
          <p:nvPr/>
        </p:nvSpPr>
        <p:spPr>
          <a:xfrm>
            <a:off x="9096766" y="2703473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2" name="S08-mark422"/>
          <p:cNvSpPr/>
          <p:nvPr/>
        </p:nvSpPr>
        <p:spPr>
          <a:xfrm>
            <a:off x="9839160" y="2084811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3" name="S08-mark423"/>
          <p:cNvSpPr/>
          <p:nvPr/>
        </p:nvSpPr>
        <p:spPr>
          <a:xfrm>
            <a:off x="10581554" y="1775481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4" name="S08-label425"/>
          <p:cNvSpPr txBox="1"/>
          <p:nvPr/>
        </p:nvSpPr>
        <p:spPr>
          <a:xfrm>
            <a:off x="6789039" y="3191071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400" dirty="0"/>
          </a:p>
        </p:txBody>
      </p:sp>
      <p:sp>
        <p:nvSpPr>
          <p:cNvPr id="55" name="S08-label427"/>
          <p:cNvSpPr txBox="1"/>
          <p:nvPr/>
        </p:nvSpPr>
        <p:spPr>
          <a:xfrm>
            <a:off x="6688455" y="2881740"/>
            <a:ext cx="51206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</a:t>
            </a:r>
            <a:endParaRPr lang="ko-KR" sz="2400" dirty="0"/>
          </a:p>
        </p:txBody>
      </p:sp>
      <p:sp>
        <p:nvSpPr>
          <p:cNvPr id="56" name="S08-label429"/>
          <p:cNvSpPr txBox="1"/>
          <p:nvPr/>
        </p:nvSpPr>
        <p:spPr>
          <a:xfrm>
            <a:off x="6688455" y="2572409"/>
            <a:ext cx="51206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31</a:t>
            </a:r>
            <a:endParaRPr lang="ko-KR" sz="2400" dirty="0"/>
          </a:p>
        </p:txBody>
      </p:sp>
      <p:sp>
        <p:nvSpPr>
          <p:cNvPr id="57" name="S08-label431"/>
          <p:cNvSpPr txBox="1"/>
          <p:nvPr/>
        </p:nvSpPr>
        <p:spPr>
          <a:xfrm>
            <a:off x="6688455" y="2263078"/>
            <a:ext cx="51206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</a:t>
            </a:r>
            <a:endParaRPr lang="ko-KR" sz="2400" dirty="0"/>
          </a:p>
        </p:txBody>
      </p:sp>
      <p:sp>
        <p:nvSpPr>
          <p:cNvPr id="58" name="S08-label433"/>
          <p:cNvSpPr txBox="1"/>
          <p:nvPr/>
        </p:nvSpPr>
        <p:spPr>
          <a:xfrm>
            <a:off x="6688455" y="1953747"/>
            <a:ext cx="51206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33</a:t>
            </a:r>
            <a:endParaRPr lang="ko-KR" sz="2400" dirty="0"/>
          </a:p>
        </p:txBody>
      </p:sp>
      <p:sp>
        <p:nvSpPr>
          <p:cNvPr id="59" name="S08-label435"/>
          <p:cNvSpPr txBox="1"/>
          <p:nvPr/>
        </p:nvSpPr>
        <p:spPr>
          <a:xfrm>
            <a:off x="6688455" y="1644417"/>
            <a:ext cx="51206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34</a:t>
            </a:r>
            <a:endParaRPr lang="ko-KR" sz="2400" dirty="0"/>
          </a:p>
        </p:txBody>
      </p:sp>
      <p:sp>
        <p:nvSpPr>
          <p:cNvPr id="60" name="S08-label437"/>
          <p:cNvSpPr txBox="1"/>
          <p:nvPr/>
        </p:nvSpPr>
        <p:spPr>
          <a:xfrm>
            <a:off x="6536055" y="1335086"/>
            <a:ext cx="81686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(kg)</a:t>
            </a:r>
            <a:endParaRPr lang="ko-KR" sz="2400" dirty="0"/>
          </a:p>
        </p:txBody>
      </p:sp>
      <p:sp>
        <p:nvSpPr>
          <p:cNvPr id="61" name="S08-label439"/>
          <p:cNvSpPr txBox="1"/>
          <p:nvPr/>
        </p:nvSpPr>
        <p:spPr>
          <a:xfrm>
            <a:off x="7366614" y="3392136"/>
            <a:ext cx="609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3월</a:t>
            </a:r>
            <a:endParaRPr lang="ko-KR" sz="2400" dirty="0"/>
          </a:p>
        </p:txBody>
      </p:sp>
      <p:sp>
        <p:nvSpPr>
          <p:cNvPr id="62" name="S08-label441"/>
          <p:cNvSpPr txBox="1"/>
          <p:nvPr/>
        </p:nvSpPr>
        <p:spPr>
          <a:xfrm>
            <a:off x="8109008" y="3392136"/>
            <a:ext cx="609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4월</a:t>
            </a:r>
            <a:endParaRPr lang="ko-KR" sz="2400" dirty="0"/>
          </a:p>
        </p:txBody>
      </p:sp>
      <p:sp>
        <p:nvSpPr>
          <p:cNvPr id="63" name="S08-label443"/>
          <p:cNvSpPr txBox="1"/>
          <p:nvPr/>
        </p:nvSpPr>
        <p:spPr>
          <a:xfrm>
            <a:off x="8851402" y="3392136"/>
            <a:ext cx="609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5월</a:t>
            </a:r>
            <a:endParaRPr lang="ko-KR" sz="2400" dirty="0"/>
          </a:p>
        </p:txBody>
      </p:sp>
      <p:sp>
        <p:nvSpPr>
          <p:cNvPr id="64" name="S08-label445"/>
          <p:cNvSpPr txBox="1"/>
          <p:nvPr/>
        </p:nvSpPr>
        <p:spPr>
          <a:xfrm>
            <a:off x="9593796" y="3392136"/>
            <a:ext cx="609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6월</a:t>
            </a:r>
            <a:endParaRPr lang="ko-KR" sz="2400" dirty="0"/>
          </a:p>
        </p:txBody>
      </p:sp>
      <p:sp>
        <p:nvSpPr>
          <p:cNvPr id="65" name="S08-label447"/>
          <p:cNvSpPr txBox="1"/>
          <p:nvPr/>
        </p:nvSpPr>
        <p:spPr>
          <a:xfrm>
            <a:off x="10336190" y="3392136"/>
            <a:ext cx="609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7월</a:t>
            </a:r>
            <a:endParaRPr lang="ko-KR" sz="2400" dirty="0"/>
          </a:p>
        </p:txBody>
      </p:sp>
      <p:sp>
        <p:nvSpPr>
          <p:cNvPr id="66" name="S08-label448"/>
          <p:cNvSpPr txBox="1"/>
          <p:nvPr/>
        </p:nvSpPr>
        <p:spPr>
          <a:xfrm>
            <a:off x="6254496" y="3870960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물결선으로 줄이면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꺾은선그래프로 나타내요</a:t>
            </a:r>
            <a:endParaRPr lang="ko-KR" sz="4000" dirty="0"/>
          </a:p>
        </p:txBody>
      </p:sp>
      <p:sp>
        <p:nvSpPr>
          <p:cNvPr id="3" name="S09-text449"/>
          <p:cNvSpPr txBox="1"/>
          <p:nvPr/>
        </p:nvSpPr>
        <p:spPr>
          <a:xfrm>
            <a:off x="548640" y="13258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 16도, 화 18도, 수 22도, 목 20도, 금 24도</a:t>
            </a:r>
            <a:endParaRPr lang="ko-KR" sz="3000" dirty="0"/>
          </a:p>
        </p:txBody>
      </p:sp>
      <p:sp>
        <p:nvSpPr>
          <p:cNvPr id="4" name="S09-figure450" descr="꺾은선그래프 ‘요일별 최고 기온’(세로 눈금 한 칸 2, 물결선 위 16부터): 월 16, 화 18, 수 22, 목 20, 금 24"/>
          <p:cNvSpPr/>
          <p:nvPr/>
        </p:nvSpPr>
        <p:spPr>
          <a:xfrm>
            <a:off x="7183959" y="5142263"/>
            <a:ext cx="201458" cy="335763"/>
          </a:xfrm>
          <a:custGeom>
            <a:avLst/>
            <a:gdLst/>
            <a:ahLst/>
            <a:cxnLst/>
            <a:rect l="l" t="t" r="r" b="b"/>
            <a:pathLst>
              <a:path w="201458" h="335763">
                <a:moveTo>
                  <a:pt x="100729" y="335763"/>
                </a:moveTo>
                <a:lnTo>
                  <a:pt x="100729" y="285398"/>
                </a:lnTo>
                <a:lnTo>
                  <a:pt x="0" y="228319"/>
                </a:lnTo>
                <a:lnTo>
                  <a:pt x="201458" y="167881"/>
                </a:lnTo>
                <a:lnTo>
                  <a:pt x="0" y="107444"/>
                </a:lnTo>
                <a:lnTo>
                  <a:pt x="100729" y="50364"/>
                </a:lnTo>
                <a:lnTo>
                  <a:pt x="100729" y="0"/>
                </a:lnTo>
              </a:path>
            </a:pathLst>
          </a:cu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" name="S09-mark451"/>
          <p:cNvSpPr/>
          <p:nvPr/>
        </p:nvSpPr>
        <p:spPr>
          <a:xfrm>
            <a:off x="7788332" y="3799213"/>
            <a:ext cx="3223320" cy="1343050"/>
          </a:xfrm>
          <a:custGeom>
            <a:avLst/>
            <a:gdLst/>
            <a:ahLst/>
            <a:cxnLst/>
            <a:rect l="l" t="t" r="r" b="b"/>
            <a:pathLst>
              <a:path w="3223320" h="1343050">
                <a:moveTo>
                  <a:pt x="0" y="1343050"/>
                </a:moveTo>
                <a:lnTo>
                  <a:pt x="805830" y="1007288"/>
                </a:lnTo>
                <a:lnTo>
                  <a:pt x="1611660" y="335763"/>
                </a:lnTo>
                <a:lnTo>
                  <a:pt x="2417490" y="671525"/>
                </a:lnTo>
                <a:lnTo>
                  <a:pt x="3223320" y="0"/>
                </a:lnTo>
              </a:path>
            </a:pathLst>
          </a:custGeom>
          <a:noFill/>
          <a:ln w="38100">
            <a:solidFill>
              <a:srgbClr val="E9762B"/>
            </a:solidFill>
            <a:prstDash val="solid"/>
          </a:ln>
        </p:spPr>
      </p:sp>
      <p:sp>
        <p:nvSpPr>
          <p:cNvPr id="6" name="S09-mark452"/>
          <p:cNvSpPr/>
          <p:nvPr/>
        </p:nvSpPr>
        <p:spPr>
          <a:xfrm flipV="1">
            <a:off x="7788332" y="3799213"/>
            <a:ext cx="0" cy="1678813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7" name="S09-mark453"/>
          <p:cNvSpPr/>
          <p:nvPr/>
        </p:nvSpPr>
        <p:spPr>
          <a:xfrm flipV="1">
            <a:off x="8594162" y="3799213"/>
            <a:ext cx="0" cy="1678813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" name="S09-mark454"/>
          <p:cNvSpPr/>
          <p:nvPr/>
        </p:nvSpPr>
        <p:spPr>
          <a:xfrm flipV="1">
            <a:off x="9399992" y="3799213"/>
            <a:ext cx="0" cy="1678813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09-mark455"/>
          <p:cNvSpPr/>
          <p:nvPr/>
        </p:nvSpPr>
        <p:spPr>
          <a:xfrm flipV="1">
            <a:off x="10205822" y="3799213"/>
            <a:ext cx="0" cy="1678813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09-mark456"/>
          <p:cNvSpPr/>
          <p:nvPr/>
        </p:nvSpPr>
        <p:spPr>
          <a:xfrm flipV="1">
            <a:off x="11011652" y="3799213"/>
            <a:ext cx="0" cy="1678813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09-mark457"/>
          <p:cNvSpPr/>
          <p:nvPr/>
        </p:nvSpPr>
        <p:spPr>
          <a:xfrm>
            <a:off x="7284688" y="5142263"/>
            <a:ext cx="423060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09-mark458"/>
          <p:cNvSpPr/>
          <p:nvPr/>
        </p:nvSpPr>
        <p:spPr>
          <a:xfrm>
            <a:off x="7284688" y="4806501"/>
            <a:ext cx="423060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09-mark459"/>
          <p:cNvSpPr/>
          <p:nvPr/>
        </p:nvSpPr>
        <p:spPr>
          <a:xfrm>
            <a:off x="7284688" y="4470738"/>
            <a:ext cx="423060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09-mark460"/>
          <p:cNvSpPr/>
          <p:nvPr/>
        </p:nvSpPr>
        <p:spPr>
          <a:xfrm>
            <a:off x="7284688" y="4134976"/>
            <a:ext cx="423060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09-mark461"/>
          <p:cNvSpPr/>
          <p:nvPr/>
        </p:nvSpPr>
        <p:spPr>
          <a:xfrm>
            <a:off x="7284688" y="3799213"/>
            <a:ext cx="423060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09-mark462"/>
          <p:cNvSpPr/>
          <p:nvPr/>
        </p:nvSpPr>
        <p:spPr>
          <a:xfrm>
            <a:off x="7284688" y="5478026"/>
            <a:ext cx="4230608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7" name="S09-mark463"/>
          <p:cNvSpPr/>
          <p:nvPr/>
        </p:nvSpPr>
        <p:spPr>
          <a:xfrm flipV="1">
            <a:off x="7284688" y="3664908"/>
            <a:ext cx="0" cy="1477355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8" name="S09-mark464"/>
          <p:cNvSpPr/>
          <p:nvPr/>
        </p:nvSpPr>
        <p:spPr>
          <a:xfrm>
            <a:off x="7728896" y="5082827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09-mark465"/>
          <p:cNvSpPr/>
          <p:nvPr/>
        </p:nvSpPr>
        <p:spPr>
          <a:xfrm>
            <a:off x="8534726" y="4747065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09-mark466"/>
          <p:cNvSpPr/>
          <p:nvPr/>
        </p:nvSpPr>
        <p:spPr>
          <a:xfrm>
            <a:off x="9340556" y="4075540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09-mark467"/>
          <p:cNvSpPr/>
          <p:nvPr/>
        </p:nvSpPr>
        <p:spPr>
          <a:xfrm>
            <a:off x="10146386" y="4411302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09-mark468"/>
          <p:cNvSpPr/>
          <p:nvPr/>
        </p:nvSpPr>
        <p:spPr>
          <a:xfrm>
            <a:off x="10952216" y="3739777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S09-label470"/>
          <p:cNvSpPr txBox="1"/>
          <p:nvPr/>
        </p:nvSpPr>
        <p:spPr>
          <a:xfrm>
            <a:off x="6843842" y="5287526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400" dirty="0"/>
          </a:p>
        </p:txBody>
      </p:sp>
      <p:sp>
        <p:nvSpPr>
          <p:cNvPr id="24" name="S09-label472"/>
          <p:cNvSpPr txBox="1"/>
          <p:nvPr/>
        </p:nvSpPr>
        <p:spPr>
          <a:xfrm>
            <a:off x="6743258" y="4951763"/>
            <a:ext cx="51206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ko-KR" sz="2400" dirty="0"/>
          </a:p>
        </p:txBody>
      </p:sp>
      <p:sp>
        <p:nvSpPr>
          <p:cNvPr id="25" name="S09-label474"/>
          <p:cNvSpPr txBox="1"/>
          <p:nvPr/>
        </p:nvSpPr>
        <p:spPr>
          <a:xfrm>
            <a:off x="6743258" y="4616001"/>
            <a:ext cx="51206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ko-KR" sz="2400" dirty="0"/>
          </a:p>
        </p:txBody>
      </p:sp>
      <p:sp>
        <p:nvSpPr>
          <p:cNvPr id="26" name="S09-label476"/>
          <p:cNvSpPr txBox="1"/>
          <p:nvPr/>
        </p:nvSpPr>
        <p:spPr>
          <a:xfrm>
            <a:off x="6743258" y="4280238"/>
            <a:ext cx="51206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ko-KR" sz="2400" dirty="0"/>
          </a:p>
        </p:txBody>
      </p:sp>
      <p:sp>
        <p:nvSpPr>
          <p:cNvPr id="27" name="S09-label478"/>
          <p:cNvSpPr txBox="1"/>
          <p:nvPr/>
        </p:nvSpPr>
        <p:spPr>
          <a:xfrm>
            <a:off x="6743258" y="3944476"/>
            <a:ext cx="51206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</a:t>
            </a:r>
            <a:endParaRPr lang="ko-KR" sz="2400" dirty="0"/>
          </a:p>
        </p:txBody>
      </p:sp>
      <p:sp>
        <p:nvSpPr>
          <p:cNvPr id="28" name="S09-label480"/>
          <p:cNvSpPr txBox="1"/>
          <p:nvPr/>
        </p:nvSpPr>
        <p:spPr>
          <a:xfrm>
            <a:off x="6743258" y="3608713"/>
            <a:ext cx="51206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</a:t>
            </a:r>
            <a:endParaRPr lang="ko-KR" sz="2400" dirty="0"/>
          </a:p>
        </p:txBody>
      </p:sp>
      <p:sp>
        <p:nvSpPr>
          <p:cNvPr id="29" name="S09-label482"/>
          <p:cNvSpPr txBox="1"/>
          <p:nvPr/>
        </p:nvSpPr>
        <p:spPr>
          <a:xfrm>
            <a:off x="6612194" y="3272951"/>
            <a:ext cx="7741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(도)</a:t>
            </a:r>
            <a:endParaRPr lang="ko-KR" sz="2400" dirty="0"/>
          </a:p>
        </p:txBody>
      </p:sp>
      <p:sp>
        <p:nvSpPr>
          <p:cNvPr id="30" name="S09-label484"/>
          <p:cNvSpPr txBox="1"/>
          <p:nvPr/>
        </p:nvSpPr>
        <p:spPr>
          <a:xfrm>
            <a:off x="7584116" y="5505772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</a:t>
            </a:r>
            <a:endParaRPr lang="ko-KR" sz="2400" dirty="0"/>
          </a:p>
        </p:txBody>
      </p:sp>
      <p:sp>
        <p:nvSpPr>
          <p:cNvPr id="31" name="S09-label486"/>
          <p:cNvSpPr txBox="1"/>
          <p:nvPr/>
        </p:nvSpPr>
        <p:spPr>
          <a:xfrm>
            <a:off x="8389946" y="5505772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</a:t>
            </a:r>
            <a:endParaRPr lang="ko-KR" sz="2400" dirty="0"/>
          </a:p>
        </p:txBody>
      </p:sp>
      <p:sp>
        <p:nvSpPr>
          <p:cNvPr id="32" name="S09-label488"/>
          <p:cNvSpPr txBox="1"/>
          <p:nvPr/>
        </p:nvSpPr>
        <p:spPr>
          <a:xfrm>
            <a:off x="9195776" y="5505772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</a:t>
            </a:r>
            <a:endParaRPr lang="ko-KR" sz="2400" dirty="0"/>
          </a:p>
        </p:txBody>
      </p:sp>
      <p:sp>
        <p:nvSpPr>
          <p:cNvPr id="33" name="S09-label490"/>
          <p:cNvSpPr txBox="1"/>
          <p:nvPr/>
        </p:nvSpPr>
        <p:spPr>
          <a:xfrm>
            <a:off x="10001606" y="5505772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</a:t>
            </a:r>
            <a:endParaRPr lang="ko-KR" sz="2400" dirty="0"/>
          </a:p>
        </p:txBody>
      </p:sp>
      <p:sp>
        <p:nvSpPr>
          <p:cNvPr id="34" name="S09-label492"/>
          <p:cNvSpPr txBox="1"/>
          <p:nvPr/>
        </p:nvSpPr>
        <p:spPr>
          <a:xfrm>
            <a:off x="10807436" y="5505772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금</a:t>
            </a:r>
            <a:endParaRPr lang="ko-KR" sz="2400" dirty="0"/>
          </a:p>
        </p:txBody>
      </p:sp>
      <p:sp>
        <p:nvSpPr>
          <p:cNvPr id="35" name="S09-label494"/>
          <p:cNvSpPr txBox="1"/>
          <p:nvPr/>
        </p:nvSpPr>
        <p:spPr>
          <a:xfrm>
            <a:off x="8208224" y="2937188"/>
            <a:ext cx="23835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요일별 최고 기온</a:t>
            </a:r>
            <a:endParaRPr lang="ko-KR" sz="2400" dirty="0"/>
          </a:p>
        </p:txBody>
      </p:sp>
      <p:sp>
        <p:nvSpPr>
          <p:cNvPr id="36" name="S09-stepno495"/>
          <p:cNvSpPr txBox="1"/>
          <p:nvPr/>
        </p:nvSpPr>
        <p:spPr>
          <a:xfrm>
            <a:off x="548640" y="271119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37" name="S09-text496"/>
          <p:cNvSpPr txBox="1"/>
          <p:nvPr/>
        </p:nvSpPr>
        <p:spPr>
          <a:xfrm>
            <a:off x="1325880" y="2711196"/>
            <a:ext cx="501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가로는 요일, 세로는 기온</a:t>
            </a:r>
            <a:endParaRPr lang="ko-KR" sz="3000" dirty="0"/>
          </a:p>
        </p:txBody>
      </p:sp>
      <p:sp>
        <p:nvSpPr>
          <p:cNvPr id="38" name="S09-stepno497"/>
          <p:cNvSpPr txBox="1"/>
          <p:nvPr/>
        </p:nvSpPr>
        <p:spPr>
          <a:xfrm>
            <a:off x="548640" y="34244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39" name="S09-text498"/>
          <p:cNvSpPr txBox="1"/>
          <p:nvPr/>
        </p:nvSpPr>
        <p:spPr>
          <a:xfrm>
            <a:off x="1325880" y="3424428"/>
            <a:ext cx="501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0과 16 사이는 물결선</a:t>
            </a:r>
            <a:endParaRPr lang="ko-KR" sz="3000" dirty="0"/>
          </a:p>
        </p:txBody>
      </p:sp>
      <p:sp>
        <p:nvSpPr>
          <p:cNvPr id="40" name="S09-stepno499"/>
          <p:cNvSpPr txBox="1"/>
          <p:nvPr/>
        </p:nvSpPr>
        <p:spPr>
          <a:xfrm>
            <a:off x="548640" y="413766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41" name="S09-text500"/>
          <p:cNvSpPr txBox="1"/>
          <p:nvPr/>
        </p:nvSpPr>
        <p:spPr>
          <a:xfrm>
            <a:off x="1325880" y="4137660"/>
            <a:ext cx="501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눈금 한 칸은 2도</a:t>
            </a:r>
            <a:endParaRPr lang="ko-KR" sz="3000" dirty="0"/>
          </a:p>
        </p:txBody>
      </p:sp>
      <p:sp>
        <p:nvSpPr>
          <p:cNvPr id="42" name="S09-stepno501"/>
          <p:cNvSpPr txBox="1"/>
          <p:nvPr/>
        </p:nvSpPr>
        <p:spPr>
          <a:xfrm>
            <a:off x="548640" y="48508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43" name="S09-text502"/>
          <p:cNvSpPr txBox="1"/>
          <p:nvPr/>
        </p:nvSpPr>
        <p:spPr>
          <a:xfrm>
            <a:off x="1325880" y="4850892"/>
            <a:ext cx="501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점을 찍고 선분으로 이어요.</a:t>
            </a:r>
            <a:endParaRPr lang="ko-KR" sz="3000" dirty="0"/>
          </a:p>
        </p:txBody>
      </p:sp>
      <p:sp>
        <p:nvSpPr>
          <p:cNvPr id="44" name="S09-stepno503"/>
          <p:cNvSpPr txBox="1"/>
          <p:nvPr/>
        </p:nvSpPr>
        <p:spPr>
          <a:xfrm>
            <a:off x="548640" y="55641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400" dirty="0"/>
          </a:p>
        </p:txBody>
      </p:sp>
      <p:sp>
        <p:nvSpPr>
          <p:cNvPr id="45" name="S09-text504"/>
          <p:cNvSpPr txBox="1"/>
          <p:nvPr/>
        </p:nvSpPr>
        <p:spPr>
          <a:xfrm>
            <a:off x="1325880" y="5564124"/>
            <a:ext cx="501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제목을 붙여요.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그리기 전에 정해요</a:t>
            </a:r>
            <a:endParaRPr lang="ko-KR" sz="4000" dirty="0"/>
          </a:p>
        </p:txBody>
      </p:sp>
      <p:sp>
        <p:nvSpPr>
          <p:cNvPr id="3" name="S10-text50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지우의 줄넘기 기록(번)이에요.</a:t>
            </a:r>
            <a:endParaRPr lang="ko-KR" sz="3000" dirty="0"/>
          </a:p>
        </p:txBody>
      </p:sp>
      <p:sp>
        <p:nvSpPr>
          <p:cNvPr id="4" name="S10-card50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0-cardtext50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작은 수부터 세로 눈금을 시작해요.</a:t>
            </a:r>
            <a:endParaRPr lang="ko-KR" sz="3000" dirty="0"/>
          </a:p>
        </p:txBody>
      </p:sp>
      <p:graphicFrame>
        <p:nvGraphicFramePr>
          <p:cNvPr id="11" name="S10-table50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38594" y="2385060"/>
          <a:ext cx="3840480" cy="914400"/>
        </p:xfrm>
        <a:graphic>
          <a:graphicData uri="http://schemas.openxmlformats.org/drawingml/2006/table">
            <a:tbl>
              <a:tblPr/>
              <a:tblGrid>
                <a:gridCol w="1728216"/>
                <a:gridCol w="2112264"/>
              </a:tblGrid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기록(번)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45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55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60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10-chip509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8" name="S10-text510"/>
          <p:cNvSpPr txBox="1"/>
          <p:nvPr/>
        </p:nvSpPr>
        <p:spPr>
          <a:xfrm>
            <a:off x="1344168" y="201168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물결선은 0과 몇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사이에 넣을까요?</a:t>
            </a:r>
            <a:endParaRPr lang="ko-KR" sz="3000" dirty="0"/>
          </a:p>
        </p:txBody>
      </p:sp>
      <p:sp>
        <p:nvSpPr>
          <p:cNvPr id="9" name="S10-chip511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10" name="S10-text512"/>
          <p:cNvSpPr txBox="1"/>
          <p:nvPr/>
        </p:nvSpPr>
        <p:spPr>
          <a:xfrm>
            <a:off x="1344168" y="310896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칸을 5번으로 하면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40부터 60까지 몇 칸?</a:t>
            </a:r>
            <a:endParaRPr lang="ko-KR" sz="3000" dirty="0"/>
          </a:p>
        </p:txBody>
      </p:sp>
      <p:sp>
        <p:nvSpPr>
          <p:cNvPr id="11" name="S10-chip513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2" name="S10-text514"/>
          <p:cNvSpPr txBox="1"/>
          <p:nvPr/>
        </p:nvSpPr>
        <p:spPr>
          <a:xfrm>
            <a:off x="1344168" y="420624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3주의 점은 40에서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칸 위에 찍을까요?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figure515" descr="꺾은선그래프 ‘저녁 기온’(세로 눈금 한 칸 2, 물결선 위 12부터): 5시 22, 6시 20, 7시 16, 8시 14, 9시 14"/>
          <p:cNvSpPr/>
          <p:nvPr/>
        </p:nvSpPr>
        <p:spPr>
          <a:xfrm>
            <a:off x="6789792" y="4751172"/>
            <a:ext cx="219650" cy="366083"/>
          </a:xfrm>
          <a:custGeom>
            <a:avLst/>
            <a:gdLst/>
            <a:ahLst/>
            <a:cxnLst/>
            <a:rect l="l" t="t" r="r" b="b"/>
            <a:pathLst>
              <a:path w="219650" h="366083">
                <a:moveTo>
                  <a:pt x="109825" y="366083"/>
                </a:moveTo>
                <a:lnTo>
                  <a:pt x="109825" y="311171"/>
                </a:lnTo>
                <a:lnTo>
                  <a:pt x="0" y="248937"/>
                </a:lnTo>
                <a:lnTo>
                  <a:pt x="219650" y="183042"/>
                </a:lnTo>
                <a:lnTo>
                  <a:pt x="0" y="117147"/>
                </a:lnTo>
                <a:lnTo>
                  <a:pt x="109825" y="54912"/>
                </a:lnTo>
                <a:lnTo>
                  <a:pt x="109825" y="0"/>
                </a:lnTo>
              </a:path>
            </a:pathLst>
          </a:cu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" name="S11-mark516"/>
          <p:cNvSpPr/>
          <p:nvPr/>
        </p:nvSpPr>
        <p:spPr>
          <a:xfrm>
            <a:off x="7448741" y="2920757"/>
            <a:ext cx="3514398" cy="1464332"/>
          </a:xfrm>
          <a:custGeom>
            <a:avLst/>
            <a:gdLst/>
            <a:ahLst/>
            <a:cxnLst/>
            <a:rect l="l" t="t" r="r" b="b"/>
            <a:pathLst>
              <a:path w="3514398" h="1464332">
                <a:moveTo>
                  <a:pt x="0" y="0"/>
                </a:moveTo>
                <a:lnTo>
                  <a:pt x="878599" y="366083"/>
                </a:lnTo>
                <a:lnTo>
                  <a:pt x="1757199" y="1098249"/>
                </a:lnTo>
                <a:lnTo>
                  <a:pt x="2635798" y="1464332"/>
                </a:lnTo>
                <a:lnTo>
                  <a:pt x="3514398" y="1464332"/>
                </a:lnTo>
              </a:path>
            </a:pathLst>
          </a:custGeom>
          <a:noFill/>
          <a:ln w="38100">
            <a:solidFill>
              <a:srgbClr val="E9762B"/>
            </a:solidFill>
            <a:prstDash val="solid"/>
          </a:ln>
        </p:spPr>
      </p:sp>
      <p:sp>
        <p:nvSpPr>
          <p:cNvPr id="5" name="S11-mark517"/>
          <p:cNvSpPr/>
          <p:nvPr/>
        </p:nvSpPr>
        <p:spPr>
          <a:xfrm flipV="1">
            <a:off x="7448741" y="2920757"/>
            <a:ext cx="0" cy="219649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" name="S11-mark518"/>
          <p:cNvSpPr/>
          <p:nvPr/>
        </p:nvSpPr>
        <p:spPr>
          <a:xfrm flipV="1">
            <a:off x="8327341" y="2920757"/>
            <a:ext cx="0" cy="219649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7" name="S11-mark519"/>
          <p:cNvSpPr/>
          <p:nvPr/>
        </p:nvSpPr>
        <p:spPr>
          <a:xfrm flipV="1">
            <a:off x="9205940" y="2920757"/>
            <a:ext cx="0" cy="219649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" name="S11-mark520"/>
          <p:cNvSpPr/>
          <p:nvPr/>
        </p:nvSpPr>
        <p:spPr>
          <a:xfrm flipV="1">
            <a:off x="10084540" y="2920757"/>
            <a:ext cx="0" cy="219649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11-mark521"/>
          <p:cNvSpPr/>
          <p:nvPr/>
        </p:nvSpPr>
        <p:spPr>
          <a:xfrm flipV="1">
            <a:off x="10963139" y="2920757"/>
            <a:ext cx="0" cy="219649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11-mark522"/>
          <p:cNvSpPr/>
          <p:nvPr/>
        </p:nvSpPr>
        <p:spPr>
          <a:xfrm>
            <a:off x="6899617" y="4751172"/>
            <a:ext cx="4612647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11-mark523"/>
          <p:cNvSpPr/>
          <p:nvPr/>
        </p:nvSpPr>
        <p:spPr>
          <a:xfrm>
            <a:off x="6899617" y="4385089"/>
            <a:ext cx="4612647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11-mark524"/>
          <p:cNvSpPr/>
          <p:nvPr/>
        </p:nvSpPr>
        <p:spPr>
          <a:xfrm>
            <a:off x="6899617" y="4019006"/>
            <a:ext cx="4612647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11-mark525"/>
          <p:cNvSpPr/>
          <p:nvPr/>
        </p:nvSpPr>
        <p:spPr>
          <a:xfrm>
            <a:off x="6899617" y="3652923"/>
            <a:ext cx="4612647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11-mark526"/>
          <p:cNvSpPr/>
          <p:nvPr/>
        </p:nvSpPr>
        <p:spPr>
          <a:xfrm>
            <a:off x="6899617" y="3286840"/>
            <a:ext cx="4612647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11-mark527"/>
          <p:cNvSpPr/>
          <p:nvPr/>
        </p:nvSpPr>
        <p:spPr>
          <a:xfrm>
            <a:off x="6899617" y="2920757"/>
            <a:ext cx="4612647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11-mark528"/>
          <p:cNvSpPr/>
          <p:nvPr/>
        </p:nvSpPr>
        <p:spPr>
          <a:xfrm>
            <a:off x="6899617" y="5117255"/>
            <a:ext cx="4612647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7" name="S11-mark529"/>
          <p:cNvSpPr/>
          <p:nvPr/>
        </p:nvSpPr>
        <p:spPr>
          <a:xfrm flipV="1">
            <a:off x="6899617" y="2774324"/>
            <a:ext cx="0" cy="1976849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8" name="S11-mark530"/>
          <p:cNvSpPr/>
          <p:nvPr/>
        </p:nvSpPr>
        <p:spPr>
          <a:xfrm>
            <a:off x="7389305" y="2861321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11-mark531"/>
          <p:cNvSpPr/>
          <p:nvPr/>
        </p:nvSpPr>
        <p:spPr>
          <a:xfrm>
            <a:off x="8267905" y="3227404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11-mark532"/>
          <p:cNvSpPr/>
          <p:nvPr/>
        </p:nvSpPr>
        <p:spPr>
          <a:xfrm>
            <a:off x="9146504" y="3959570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11-mark533"/>
          <p:cNvSpPr/>
          <p:nvPr/>
        </p:nvSpPr>
        <p:spPr>
          <a:xfrm>
            <a:off x="10025104" y="4325653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11-mark534"/>
          <p:cNvSpPr/>
          <p:nvPr/>
        </p:nvSpPr>
        <p:spPr>
          <a:xfrm>
            <a:off x="10903703" y="4325653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S11-label536"/>
          <p:cNvSpPr txBox="1"/>
          <p:nvPr/>
        </p:nvSpPr>
        <p:spPr>
          <a:xfrm>
            <a:off x="6432998" y="4926755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400" dirty="0"/>
          </a:p>
        </p:txBody>
      </p:sp>
      <p:sp>
        <p:nvSpPr>
          <p:cNvPr id="24" name="S11-label538"/>
          <p:cNvSpPr txBox="1"/>
          <p:nvPr/>
        </p:nvSpPr>
        <p:spPr>
          <a:xfrm>
            <a:off x="6332414" y="4560672"/>
            <a:ext cx="51206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400" dirty="0"/>
          </a:p>
        </p:txBody>
      </p:sp>
      <p:sp>
        <p:nvSpPr>
          <p:cNvPr id="25" name="S11-label540"/>
          <p:cNvSpPr txBox="1"/>
          <p:nvPr/>
        </p:nvSpPr>
        <p:spPr>
          <a:xfrm>
            <a:off x="6332414" y="4194589"/>
            <a:ext cx="51206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ko-KR" sz="2400" dirty="0"/>
          </a:p>
        </p:txBody>
      </p:sp>
      <p:sp>
        <p:nvSpPr>
          <p:cNvPr id="26" name="S11-label542"/>
          <p:cNvSpPr txBox="1"/>
          <p:nvPr/>
        </p:nvSpPr>
        <p:spPr>
          <a:xfrm>
            <a:off x="6332414" y="3828506"/>
            <a:ext cx="51206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ko-KR" sz="2400" dirty="0"/>
          </a:p>
        </p:txBody>
      </p:sp>
      <p:sp>
        <p:nvSpPr>
          <p:cNvPr id="27" name="S11-label544"/>
          <p:cNvSpPr txBox="1"/>
          <p:nvPr/>
        </p:nvSpPr>
        <p:spPr>
          <a:xfrm>
            <a:off x="6332414" y="3462423"/>
            <a:ext cx="51206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ko-KR" sz="2400" dirty="0"/>
          </a:p>
        </p:txBody>
      </p:sp>
      <p:sp>
        <p:nvSpPr>
          <p:cNvPr id="28" name="S11-label546"/>
          <p:cNvSpPr txBox="1"/>
          <p:nvPr/>
        </p:nvSpPr>
        <p:spPr>
          <a:xfrm>
            <a:off x="6332414" y="3096340"/>
            <a:ext cx="51206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ko-KR" sz="2400" dirty="0"/>
          </a:p>
        </p:txBody>
      </p:sp>
      <p:sp>
        <p:nvSpPr>
          <p:cNvPr id="29" name="S11-label548"/>
          <p:cNvSpPr txBox="1"/>
          <p:nvPr/>
        </p:nvSpPr>
        <p:spPr>
          <a:xfrm>
            <a:off x="6332414" y="2730257"/>
            <a:ext cx="51206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</a:t>
            </a:r>
            <a:endParaRPr lang="ko-KR" sz="2400" dirty="0"/>
          </a:p>
        </p:txBody>
      </p:sp>
      <p:sp>
        <p:nvSpPr>
          <p:cNvPr id="30" name="S11-label550"/>
          <p:cNvSpPr txBox="1"/>
          <p:nvPr/>
        </p:nvSpPr>
        <p:spPr>
          <a:xfrm>
            <a:off x="6201350" y="2364174"/>
            <a:ext cx="7741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(도)</a:t>
            </a:r>
            <a:endParaRPr lang="ko-KR" sz="2400" dirty="0"/>
          </a:p>
        </p:txBody>
      </p:sp>
      <p:sp>
        <p:nvSpPr>
          <p:cNvPr id="31" name="S11-label552"/>
          <p:cNvSpPr txBox="1"/>
          <p:nvPr/>
        </p:nvSpPr>
        <p:spPr>
          <a:xfrm>
            <a:off x="7143941" y="5164709"/>
            <a:ext cx="609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5시</a:t>
            </a:r>
            <a:endParaRPr lang="ko-KR" sz="2400" dirty="0"/>
          </a:p>
        </p:txBody>
      </p:sp>
      <p:sp>
        <p:nvSpPr>
          <p:cNvPr id="32" name="S11-label554"/>
          <p:cNvSpPr txBox="1"/>
          <p:nvPr/>
        </p:nvSpPr>
        <p:spPr>
          <a:xfrm>
            <a:off x="8022541" y="5164709"/>
            <a:ext cx="609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6시</a:t>
            </a:r>
            <a:endParaRPr lang="ko-KR" sz="2400" dirty="0"/>
          </a:p>
        </p:txBody>
      </p:sp>
      <p:sp>
        <p:nvSpPr>
          <p:cNvPr id="33" name="S11-label556"/>
          <p:cNvSpPr txBox="1"/>
          <p:nvPr/>
        </p:nvSpPr>
        <p:spPr>
          <a:xfrm>
            <a:off x="8901140" y="5164709"/>
            <a:ext cx="609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7시</a:t>
            </a:r>
            <a:endParaRPr lang="ko-KR" sz="2400" dirty="0"/>
          </a:p>
        </p:txBody>
      </p:sp>
      <p:sp>
        <p:nvSpPr>
          <p:cNvPr id="34" name="S11-label558"/>
          <p:cNvSpPr txBox="1"/>
          <p:nvPr/>
        </p:nvSpPr>
        <p:spPr>
          <a:xfrm>
            <a:off x="9779740" y="5164709"/>
            <a:ext cx="609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8시</a:t>
            </a:r>
            <a:endParaRPr lang="ko-KR" sz="2400" dirty="0"/>
          </a:p>
        </p:txBody>
      </p:sp>
      <p:sp>
        <p:nvSpPr>
          <p:cNvPr id="35" name="S11-label560"/>
          <p:cNvSpPr txBox="1"/>
          <p:nvPr/>
        </p:nvSpPr>
        <p:spPr>
          <a:xfrm>
            <a:off x="10658339" y="5164709"/>
            <a:ext cx="609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9시</a:t>
            </a:r>
            <a:endParaRPr lang="ko-KR" sz="2400" dirty="0"/>
          </a:p>
        </p:txBody>
      </p:sp>
      <p:sp>
        <p:nvSpPr>
          <p:cNvPr id="36" name="S11-label562"/>
          <p:cNvSpPr txBox="1"/>
          <p:nvPr/>
        </p:nvSpPr>
        <p:spPr>
          <a:xfrm>
            <a:off x="8507948" y="1998091"/>
            <a:ext cx="13959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저녁 기온</a:t>
            </a:r>
            <a:endParaRPr lang="ko-KR" sz="2400" dirty="0"/>
          </a:p>
        </p:txBody>
      </p:sp>
      <p:sp>
        <p:nvSpPr>
          <p:cNvPr id="37" name="S11-chip563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38" name="S11-text564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7시의 기온은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도일까요?</a:t>
            </a:r>
            <a:endParaRPr lang="ko-KR" sz="3000" dirty="0"/>
          </a:p>
        </p:txBody>
      </p:sp>
      <p:sp>
        <p:nvSpPr>
          <p:cNvPr id="39" name="S11-chip565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40" name="S11-text566"/>
          <p:cNvSpPr txBox="1"/>
          <p:nvPr/>
        </p:nvSpPr>
        <p:spPr>
          <a:xfrm>
            <a:off x="1344168" y="301752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많이 내려간 때는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언제와 언제 사이?</a:t>
            </a:r>
            <a:endParaRPr lang="ko-KR" sz="3000" dirty="0"/>
          </a:p>
        </p:txBody>
      </p:sp>
      <p:sp>
        <p:nvSpPr>
          <p:cNvPr id="41" name="S11-chip567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42" name="S11-text568"/>
          <p:cNvSpPr txBox="1"/>
          <p:nvPr/>
        </p:nvSpPr>
        <p:spPr>
          <a:xfrm>
            <a:off x="1344168" y="470916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9시는 5시보다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도 낮을까요?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표에 맞는 그래프는?</a:t>
            </a:r>
            <a:endParaRPr lang="ko-KR" sz="4000" dirty="0"/>
          </a:p>
        </p:txBody>
      </p:sp>
      <p:sp>
        <p:nvSpPr>
          <p:cNvPr id="3" name="S13-card569"/>
          <p:cNvSpPr/>
          <p:nvPr/>
        </p:nvSpPr>
        <p:spPr>
          <a:xfrm>
            <a:off x="548640" y="4975860"/>
            <a:ext cx="11091672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3-cardtext570"/>
          <p:cNvSpPr txBox="1"/>
          <p:nvPr/>
        </p:nvSpPr>
        <p:spPr>
          <a:xfrm>
            <a:off x="822960" y="5113020"/>
            <a:ext cx="10543032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9시 16도, 10시 18도, 11시 22도, 12시 24도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교실 온도에 맞는 그래프를 고르고, 물결선이 줄인 부분을 말해요.</a:t>
            </a:r>
            <a:endParaRPr lang="ko-KR" sz="3000" dirty="0"/>
          </a:p>
        </p:txBody>
      </p:sp>
      <p:sp>
        <p:nvSpPr>
          <p:cNvPr id="5" name="S13-chip571"/>
          <p:cNvSpPr txBox="1"/>
          <p:nvPr/>
        </p:nvSpPr>
        <p:spPr>
          <a:xfrm>
            <a:off x="2946654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6" name="S13-figure572" descr="꺾은선그래프(세로 눈금 한 칸 2, 물결선 위 16부터): 9시 16, 10시 18, 11시 20, 12시 24"/>
          <p:cNvSpPr/>
          <p:nvPr/>
        </p:nvSpPr>
        <p:spPr>
          <a:xfrm>
            <a:off x="1611862" y="3953719"/>
            <a:ext cx="205493" cy="342488"/>
          </a:xfrm>
          <a:custGeom>
            <a:avLst/>
            <a:gdLst/>
            <a:ahLst/>
            <a:cxnLst/>
            <a:rect l="l" t="t" r="r" b="b"/>
            <a:pathLst>
              <a:path w="205493" h="342488">
                <a:moveTo>
                  <a:pt x="102746" y="342488"/>
                </a:moveTo>
                <a:lnTo>
                  <a:pt x="102746" y="291115"/>
                </a:lnTo>
                <a:lnTo>
                  <a:pt x="0" y="232892"/>
                </a:lnTo>
                <a:lnTo>
                  <a:pt x="205493" y="171244"/>
                </a:lnTo>
                <a:lnTo>
                  <a:pt x="0" y="109596"/>
                </a:lnTo>
                <a:lnTo>
                  <a:pt x="102746" y="51373"/>
                </a:lnTo>
                <a:lnTo>
                  <a:pt x="102746" y="0"/>
                </a:lnTo>
              </a:path>
            </a:pathLst>
          </a:cu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7" name="S13-mark573"/>
          <p:cNvSpPr/>
          <p:nvPr/>
        </p:nvSpPr>
        <p:spPr>
          <a:xfrm>
            <a:off x="2228340" y="2583767"/>
            <a:ext cx="2465914" cy="1369952"/>
          </a:xfrm>
          <a:custGeom>
            <a:avLst/>
            <a:gdLst/>
            <a:ahLst/>
            <a:cxnLst/>
            <a:rect l="l" t="t" r="r" b="b"/>
            <a:pathLst>
              <a:path w="2465914" h="1369952">
                <a:moveTo>
                  <a:pt x="0" y="1369952"/>
                </a:moveTo>
                <a:lnTo>
                  <a:pt x="821971" y="1027464"/>
                </a:lnTo>
                <a:lnTo>
                  <a:pt x="1643943" y="684976"/>
                </a:lnTo>
                <a:lnTo>
                  <a:pt x="2465914" y="0"/>
                </a:lnTo>
              </a:path>
            </a:pathLst>
          </a:custGeom>
          <a:noFill/>
          <a:ln w="38100">
            <a:solidFill>
              <a:srgbClr val="E9762B"/>
            </a:solidFill>
            <a:prstDash val="solid"/>
          </a:ln>
        </p:spPr>
      </p:sp>
      <p:sp>
        <p:nvSpPr>
          <p:cNvPr id="8" name="S13-mark574"/>
          <p:cNvSpPr/>
          <p:nvPr/>
        </p:nvSpPr>
        <p:spPr>
          <a:xfrm flipV="1">
            <a:off x="2228340" y="2583767"/>
            <a:ext cx="0" cy="1712441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13-mark575"/>
          <p:cNvSpPr/>
          <p:nvPr/>
        </p:nvSpPr>
        <p:spPr>
          <a:xfrm flipV="1">
            <a:off x="3050312" y="2583767"/>
            <a:ext cx="0" cy="1712441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13-mark576"/>
          <p:cNvSpPr/>
          <p:nvPr/>
        </p:nvSpPr>
        <p:spPr>
          <a:xfrm flipV="1">
            <a:off x="3872283" y="2583767"/>
            <a:ext cx="0" cy="1712441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13-mark577"/>
          <p:cNvSpPr/>
          <p:nvPr/>
        </p:nvSpPr>
        <p:spPr>
          <a:xfrm flipV="1">
            <a:off x="4694255" y="2583767"/>
            <a:ext cx="0" cy="1712441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13-mark578"/>
          <p:cNvSpPr/>
          <p:nvPr/>
        </p:nvSpPr>
        <p:spPr>
          <a:xfrm>
            <a:off x="1714608" y="3953719"/>
            <a:ext cx="3493379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13-mark579"/>
          <p:cNvSpPr/>
          <p:nvPr/>
        </p:nvSpPr>
        <p:spPr>
          <a:xfrm>
            <a:off x="1714608" y="3611231"/>
            <a:ext cx="3493379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13-mark580"/>
          <p:cNvSpPr/>
          <p:nvPr/>
        </p:nvSpPr>
        <p:spPr>
          <a:xfrm>
            <a:off x="1714608" y="3268743"/>
            <a:ext cx="3493379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13-mark581"/>
          <p:cNvSpPr/>
          <p:nvPr/>
        </p:nvSpPr>
        <p:spPr>
          <a:xfrm>
            <a:off x="1714608" y="2926255"/>
            <a:ext cx="3493379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13-mark582"/>
          <p:cNvSpPr/>
          <p:nvPr/>
        </p:nvSpPr>
        <p:spPr>
          <a:xfrm>
            <a:off x="1714608" y="2583767"/>
            <a:ext cx="3493379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13-mark583"/>
          <p:cNvSpPr/>
          <p:nvPr/>
        </p:nvSpPr>
        <p:spPr>
          <a:xfrm>
            <a:off x="1714608" y="4296207"/>
            <a:ext cx="3493379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8" name="S13-mark584"/>
          <p:cNvSpPr/>
          <p:nvPr/>
        </p:nvSpPr>
        <p:spPr>
          <a:xfrm flipV="1">
            <a:off x="1714608" y="2446772"/>
            <a:ext cx="0" cy="1506948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9" name="S13-mark585"/>
          <p:cNvSpPr/>
          <p:nvPr/>
        </p:nvSpPr>
        <p:spPr>
          <a:xfrm>
            <a:off x="2168904" y="3894283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13-mark586"/>
          <p:cNvSpPr/>
          <p:nvPr/>
        </p:nvSpPr>
        <p:spPr>
          <a:xfrm>
            <a:off x="2990876" y="3551795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13-mark587"/>
          <p:cNvSpPr/>
          <p:nvPr/>
        </p:nvSpPr>
        <p:spPr>
          <a:xfrm>
            <a:off x="3812847" y="3209307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13-mark588"/>
          <p:cNvSpPr/>
          <p:nvPr/>
        </p:nvSpPr>
        <p:spPr>
          <a:xfrm>
            <a:off x="4634819" y="2524331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S13-label590"/>
          <p:cNvSpPr txBox="1"/>
          <p:nvPr/>
        </p:nvSpPr>
        <p:spPr>
          <a:xfrm>
            <a:off x="1268045" y="4105707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400" dirty="0"/>
          </a:p>
        </p:txBody>
      </p:sp>
      <p:sp>
        <p:nvSpPr>
          <p:cNvPr id="24" name="S13-label592"/>
          <p:cNvSpPr txBox="1"/>
          <p:nvPr/>
        </p:nvSpPr>
        <p:spPr>
          <a:xfrm>
            <a:off x="1167461" y="3763219"/>
            <a:ext cx="51206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ko-KR" sz="2400" dirty="0"/>
          </a:p>
        </p:txBody>
      </p:sp>
      <p:sp>
        <p:nvSpPr>
          <p:cNvPr id="25" name="S13-label594"/>
          <p:cNvSpPr txBox="1"/>
          <p:nvPr/>
        </p:nvSpPr>
        <p:spPr>
          <a:xfrm>
            <a:off x="1167461" y="3420731"/>
            <a:ext cx="51206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ko-KR" sz="2400" dirty="0"/>
          </a:p>
        </p:txBody>
      </p:sp>
      <p:sp>
        <p:nvSpPr>
          <p:cNvPr id="26" name="S13-label596"/>
          <p:cNvSpPr txBox="1"/>
          <p:nvPr/>
        </p:nvSpPr>
        <p:spPr>
          <a:xfrm>
            <a:off x="1167461" y="3078243"/>
            <a:ext cx="51206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ko-KR" sz="2400" dirty="0"/>
          </a:p>
        </p:txBody>
      </p:sp>
      <p:sp>
        <p:nvSpPr>
          <p:cNvPr id="27" name="S13-label598"/>
          <p:cNvSpPr txBox="1"/>
          <p:nvPr/>
        </p:nvSpPr>
        <p:spPr>
          <a:xfrm>
            <a:off x="1167461" y="2735755"/>
            <a:ext cx="51206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</a:t>
            </a:r>
            <a:endParaRPr lang="ko-KR" sz="2400" dirty="0"/>
          </a:p>
        </p:txBody>
      </p:sp>
      <p:sp>
        <p:nvSpPr>
          <p:cNvPr id="28" name="S13-label600"/>
          <p:cNvSpPr txBox="1"/>
          <p:nvPr/>
        </p:nvSpPr>
        <p:spPr>
          <a:xfrm>
            <a:off x="1167461" y="2393267"/>
            <a:ext cx="51206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</a:t>
            </a:r>
            <a:endParaRPr lang="ko-KR" sz="2400" dirty="0"/>
          </a:p>
        </p:txBody>
      </p:sp>
      <p:sp>
        <p:nvSpPr>
          <p:cNvPr id="29" name="S13-label602"/>
          <p:cNvSpPr txBox="1"/>
          <p:nvPr/>
        </p:nvSpPr>
        <p:spPr>
          <a:xfrm>
            <a:off x="1036397" y="2050779"/>
            <a:ext cx="7741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(도)</a:t>
            </a:r>
            <a:endParaRPr lang="ko-KR" sz="2400" dirty="0"/>
          </a:p>
        </p:txBody>
      </p:sp>
      <p:sp>
        <p:nvSpPr>
          <p:cNvPr id="30" name="S13-label604"/>
          <p:cNvSpPr txBox="1"/>
          <p:nvPr/>
        </p:nvSpPr>
        <p:spPr>
          <a:xfrm>
            <a:off x="1923540" y="4328325"/>
            <a:ext cx="609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9시</a:t>
            </a:r>
            <a:endParaRPr lang="ko-KR" sz="2400" dirty="0"/>
          </a:p>
        </p:txBody>
      </p:sp>
      <p:sp>
        <p:nvSpPr>
          <p:cNvPr id="31" name="S13-label606"/>
          <p:cNvSpPr txBox="1"/>
          <p:nvPr/>
        </p:nvSpPr>
        <p:spPr>
          <a:xfrm>
            <a:off x="2644928" y="4328325"/>
            <a:ext cx="81076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10시</a:t>
            </a:r>
            <a:endParaRPr lang="ko-KR" sz="2400" dirty="0"/>
          </a:p>
        </p:txBody>
      </p:sp>
      <p:sp>
        <p:nvSpPr>
          <p:cNvPr id="32" name="S13-label608"/>
          <p:cNvSpPr txBox="1"/>
          <p:nvPr/>
        </p:nvSpPr>
        <p:spPr>
          <a:xfrm>
            <a:off x="3466899" y="4328325"/>
            <a:ext cx="81076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11시</a:t>
            </a:r>
            <a:endParaRPr lang="ko-KR" sz="2400" dirty="0"/>
          </a:p>
        </p:txBody>
      </p:sp>
      <p:sp>
        <p:nvSpPr>
          <p:cNvPr id="33" name="S13-label610"/>
          <p:cNvSpPr txBox="1"/>
          <p:nvPr/>
        </p:nvSpPr>
        <p:spPr>
          <a:xfrm>
            <a:off x="4288871" y="4328325"/>
            <a:ext cx="81076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12시</a:t>
            </a:r>
            <a:endParaRPr lang="ko-KR" sz="2400" dirty="0"/>
          </a:p>
        </p:txBody>
      </p:sp>
      <p:sp>
        <p:nvSpPr>
          <p:cNvPr id="34" name="S13-chip611"/>
          <p:cNvSpPr txBox="1"/>
          <p:nvPr/>
        </p:nvSpPr>
        <p:spPr>
          <a:xfrm>
            <a:off x="8675370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35" name="S13-figure612" descr="꺾은선그래프(세로 눈금 한 칸 2, 물결선 위 16부터): 9시 16, 10시 18, 11시 22, 12시 24"/>
          <p:cNvSpPr/>
          <p:nvPr/>
        </p:nvSpPr>
        <p:spPr>
          <a:xfrm>
            <a:off x="7340578" y="3953719"/>
            <a:ext cx="205493" cy="342488"/>
          </a:xfrm>
          <a:custGeom>
            <a:avLst/>
            <a:gdLst/>
            <a:ahLst/>
            <a:cxnLst/>
            <a:rect l="l" t="t" r="r" b="b"/>
            <a:pathLst>
              <a:path w="205493" h="342488">
                <a:moveTo>
                  <a:pt x="102746" y="342488"/>
                </a:moveTo>
                <a:lnTo>
                  <a:pt x="102746" y="291115"/>
                </a:lnTo>
                <a:lnTo>
                  <a:pt x="0" y="232892"/>
                </a:lnTo>
                <a:lnTo>
                  <a:pt x="205493" y="171244"/>
                </a:lnTo>
                <a:lnTo>
                  <a:pt x="0" y="109596"/>
                </a:lnTo>
                <a:lnTo>
                  <a:pt x="102746" y="51373"/>
                </a:lnTo>
                <a:lnTo>
                  <a:pt x="102746" y="0"/>
                </a:lnTo>
              </a:path>
            </a:pathLst>
          </a:cu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6" name="S13-mark613"/>
          <p:cNvSpPr/>
          <p:nvPr/>
        </p:nvSpPr>
        <p:spPr>
          <a:xfrm>
            <a:off x="7957056" y="2583767"/>
            <a:ext cx="2465914" cy="1369952"/>
          </a:xfrm>
          <a:custGeom>
            <a:avLst/>
            <a:gdLst/>
            <a:ahLst/>
            <a:cxnLst/>
            <a:rect l="l" t="t" r="r" b="b"/>
            <a:pathLst>
              <a:path w="2465914" h="1369952">
                <a:moveTo>
                  <a:pt x="0" y="1369952"/>
                </a:moveTo>
                <a:lnTo>
                  <a:pt x="821971" y="1027464"/>
                </a:lnTo>
                <a:lnTo>
                  <a:pt x="1643943" y="342488"/>
                </a:lnTo>
                <a:lnTo>
                  <a:pt x="2465914" y="0"/>
                </a:lnTo>
              </a:path>
            </a:pathLst>
          </a:custGeom>
          <a:noFill/>
          <a:ln w="38100">
            <a:solidFill>
              <a:srgbClr val="E9762B"/>
            </a:solidFill>
            <a:prstDash val="solid"/>
          </a:ln>
        </p:spPr>
      </p:sp>
      <p:sp>
        <p:nvSpPr>
          <p:cNvPr id="37" name="S13-mark614"/>
          <p:cNvSpPr/>
          <p:nvPr/>
        </p:nvSpPr>
        <p:spPr>
          <a:xfrm flipV="1">
            <a:off x="7957056" y="2583767"/>
            <a:ext cx="0" cy="1712441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8" name="S13-mark615"/>
          <p:cNvSpPr/>
          <p:nvPr/>
        </p:nvSpPr>
        <p:spPr>
          <a:xfrm flipV="1">
            <a:off x="8779028" y="2583767"/>
            <a:ext cx="0" cy="1712441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9" name="S13-mark616"/>
          <p:cNvSpPr/>
          <p:nvPr/>
        </p:nvSpPr>
        <p:spPr>
          <a:xfrm flipV="1">
            <a:off x="9600999" y="2583767"/>
            <a:ext cx="0" cy="1712441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0" name="S13-mark617"/>
          <p:cNvSpPr/>
          <p:nvPr/>
        </p:nvSpPr>
        <p:spPr>
          <a:xfrm flipV="1">
            <a:off x="10422971" y="2583767"/>
            <a:ext cx="0" cy="1712441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1" name="S13-mark618"/>
          <p:cNvSpPr/>
          <p:nvPr/>
        </p:nvSpPr>
        <p:spPr>
          <a:xfrm>
            <a:off x="7443324" y="3953719"/>
            <a:ext cx="3493379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2" name="S13-mark619"/>
          <p:cNvSpPr/>
          <p:nvPr/>
        </p:nvSpPr>
        <p:spPr>
          <a:xfrm>
            <a:off x="7443324" y="3611231"/>
            <a:ext cx="3493379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3" name="S13-mark620"/>
          <p:cNvSpPr/>
          <p:nvPr/>
        </p:nvSpPr>
        <p:spPr>
          <a:xfrm>
            <a:off x="7443324" y="3268743"/>
            <a:ext cx="3493379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4" name="S13-mark621"/>
          <p:cNvSpPr/>
          <p:nvPr/>
        </p:nvSpPr>
        <p:spPr>
          <a:xfrm>
            <a:off x="7443324" y="2926255"/>
            <a:ext cx="3493379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5" name="S13-mark622"/>
          <p:cNvSpPr/>
          <p:nvPr/>
        </p:nvSpPr>
        <p:spPr>
          <a:xfrm>
            <a:off x="7443324" y="2583767"/>
            <a:ext cx="3493379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6" name="S13-mark623"/>
          <p:cNvSpPr/>
          <p:nvPr/>
        </p:nvSpPr>
        <p:spPr>
          <a:xfrm>
            <a:off x="7443324" y="4296207"/>
            <a:ext cx="3493379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47" name="S13-mark624"/>
          <p:cNvSpPr/>
          <p:nvPr/>
        </p:nvSpPr>
        <p:spPr>
          <a:xfrm flipV="1">
            <a:off x="7443324" y="2446772"/>
            <a:ext cx="0" cy="1506948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48" name="S13-mark625"/>
          <p:cNvSpPr/>
          <p:nvPr/>
        </p:nvSpPr>
        <p:spPr>
          <a:xfrm>
            <a:off x="7897620" y="3894283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9" name="S13-mark626"/>
          <p:cNvSpPr/>
          <p:nvPr/>
        </p:nvSpPr>
        <p:spPr>
          <a:xfrm>
            <a:off x="8719592" y="3551795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0" name="S13-mark627"/>
          <p:cNvSpPr/>
          <p:nvPr/>
        </p:nvSpPr>
        <p:spPr>
          <a:xfrm>
            <a:off x="9541563" y="2866819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1" name="S13-mark628"/>
          <p:cNvSpPr/>
          <p:nvPr/>
        </p:nvSpPr>
        <p:spPr>
          <a:xfrm>
            <a:off x="10363535" y="2524331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2" name="S13-label630"/>
          <p:cNvSpPr txBox="1"/>
          <p:nvPr/>
        </p:nvSpPr>
        <p:spPr>
          <a:xfrm>
            <a:off x="6996761" y="4105707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400" dirty="0"/>
          </a:p>
        </p:txBody>
      </p:sp>
      <p:sp>
        <p:nvSpPr>
          <p:cNvPr id="53" name="S13-label632"/>
          <p:cNvSpPr txBox="1"/>
          <p:nvPr/>
        </p:nvSpPr>
        <p:spPr>
          <a:xfrm>
            <a:off x="6896177" y="3763219"/>
            <a:ext cx="51206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ko-KR" sz="2400" dirty="0"/>
          </a:p>
        </p:txBody>
      </p:sp>
      <p:sp>
        <p:nvSpPr>
          <p:cNvPr id="54" name="S13-label634"/>
          <p:cNvSpPr txBox="1"/>
          <p:nvPr/>
        </p:nvSpPr>
        <p:spPr>
          <a:xfrm>
            <a:off x="6896177" y="3420731"/>
            <a:ext cx="51206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ko-KR" sz="2400" dirty="0"/>
          </a:p>
        </p:txBody>
      </p:sp>
      <p:sp>
        <p:nvSpPr>
          <p:cNvPr id="55" name="S13-label636"/>
          <p:cNvSpPr txBox="1"/>
          <p:nvPr/>
        </p:nvSpPr>
        <p:spPr>
          <a:xfrm>
            <a:off x="6896177" y="3078243"/>
            <a:ext cx="51206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ko-KR" sz="2400" dirty="0"/>
          </a:p>
        </p:txBody>
      </p:sp>
      <p:sp>
        <p:nvSpPr>
          <p:cNvPr id="56" name="S13-label638"/>
          <p:cNvSpPr txBox="1"/>
          <p:nvPr/>
        </p:nvSpPr>
        <p:spPr>
          <a:xfrm>
            <a:off x="6896177" y="2735755"/>
            <a:ext cx="51206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</a:t>
            </a:r>
            <a:endParaRPr lang="ko-KR" sz="2400" dirty="0"/>
          </a:p>
        </p:txBody>
      </p:sp>
      <p:sp>
        <p:nvSpPr>
          <p:cNvPr id="57" name="S13-label640"/>
          <p:cNvSpPr txBox="1"/>
          <p:nvPr/>
        </p:nvSpPr>
        <p:spPr>
          <a:xfrm>
            <a:off x="6896177" y="2393267"/>
            <a:ext cx="51206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</a:t>
            </a:r>
            <a:endParaRPr lang="ko-KR" sz="2400" dirty="0"/>
          </a:p>
        </p:txBody>
      </p:sp>
      <p:sp>
        <p:nvSpPr>
          <p:cNvPr id="58" name="S13-label642"/>
          <p:cNvSpPr txBox="1"/>
          <p:nvPr/>
        </p:nvSpPr>
        <p:spPr>
          <a:xfrm>
            <a:off x="6765113" y="2050779"/>
            <a:ext cx="7741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(도)</a:t>
            </a:r>
            <a:endParaRPr lang="ko-KR" sz="2400" dirty="0"/>
          </a:p>
        </p:txBody>
      </p:sp>
      <p:sp>
        <p:nvSpPr>
          <p:cNvPr id="59" name="S13-label644"/>
          <p:cNvSpPr txBox="1"/>
          <p:nvPr/>
        </p:nvSpPr>
        <p:spPr>
          <a:xfrm>
            <a:off x="7652256" y="4328325"/>
            <a:ext cx="609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9시</a:t>
            </a:r>
            <a:endParaRPr lang="ko-KR" sz="2400" dirty="0"/>
          </a:p>
        </p:txBody>
      </p:sp>
      <p:sp>
        <p:nvSpPr>
          <p:cNvPr id="60" name="S13-label646"/>
          <p:cNvSpPr txBox="1"/>
          <p:nvPr/>
        </p:nvSpPr>
        <p:spPr>
          <a:xfrm>
            <a:off x="8373644" y="4328325"/>
            <a:ext cx="81076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10시</a:t>
            </a:r>
            <a:endParaRPr lang="ko-KR" sz="2400" dirty="0"/>
          </a:p>
        </p:txBody>
      </p:sp>
      <p:sp>
        <p:nvSpPr>
          <p:cNvPr id="61" name="S13-label648"/>
          <p:cNvSpPr txBox="1"/>
          <p:nvPr/>
        </p:nvSpPr>
        <p:spPr>
          <a:xfrm>
            <a:off x="9195615" y="4328325"/>
            <a:ext cx="81076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11시</a:t>
            </a:r>
            <a:endParaRPr lang="ko-KR" sz="2400" dirty="0"/>
          </a:p>
        </p:txBody>
      </p:sp>
      <p:sp>
        <p:nvSpPr>
          <p:cNvPr id="62" name="S13-label650"/>
          <p:cNvSpPr txBox="1"/>
          <p:nvPr/>
        </p:nvSpPr>
        <p:spPr>
          <a:xfrm>
            <a:off x="10017587" y="4328325"/>
            <a:ext cx="81076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12시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651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652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꺾은선그래프는 시간에 따른 변화를 보여 줘요. 선분이 많이 기울수록 변화가 커요.</a:t>
            </a:r>
            <a:endParaRPr lang="ko-KR" sz="3000" dirty="0"/>
          </a:p>
        </p:txBody>
      </p:sp>
      <p:sp>
        <p:nvSpPr>
          <p:cNvPr id="5" name="S14-chip653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필요 없는 부분은 물결선으로</a:t>
            </a:r>
            <a:endParaRPr lang="ko-KR" sz="2400" dirty="0"/>
          </a:p>
        </p:txBody>
      </p:sp>
      <p:sp>
        <p:nvSpPr>
          <p:cNvPr id="6" name="S14-chip654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가장 높은 점을 많이 변한 때로 읽기</a:t>
            </a:r>
            <a:endParaRPr lang="ko-KR" sz="2200" dirty="0"/>
          </a:p>
        </p:txBody>
      </p:sp>
      <p:sp>
        <p:nvSpPr>
          <p:cNvPr id="7" name="S14-text655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4-text656"/>
          <p:cNvSpPr txBox="1"/>
          <p:nvPr/>
        </p:nvSpPr>
        <p:spPr>
          <a:xfrm>
            <a:off x="548640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한 칸이 2도일 때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3칸 오르면 몇 도?</a:t>
            </a:r>
            <a:endParaRPr lang="ko-KR" sz="2400" dirty="0"/>
          </a:p>
        </p:txBody>
      </p:sp>
      <p:sp>
        <p:nvSpPr>
          <p:cNvPr id="9" name="S14-text657"/>
          <p:cNvSpPr txBox="1"/>
          <p:nvPr/>
        </p:nvSpPr>
        <p:spPr>
          <a:xfrm>
            <a:off x="4322064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선분이 평평하면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뜻해요?</a:t>
            </a:r>
            <a:endParaRPr lang="ko-KR" sz="2400" dirty="0"/>
          </a:p>
        </p:txBody>
      </p:sp>
      <p:sp>
        <p:nvSpPr>
          <p:cNvPr id="10" name="S14-text658"/>
          <p:cNvSpPr txBox="1"/>
          <p:nvPr/>
        </p:nvSpPr>
        <p:spPr>
          <a:xfrm>
            <a:off x="8095488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물결선은 왜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써요?</a:t>
            </a:r>
            <a:endParaRPr lang="ko-KR" sz="2400" dirty="0"/>
          </a:p>
        </p:txBody>
      </p:sp>
      <p:sp>
        <p:nvSpPr>
          <p:cNvPr id="11" name="S14-text659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계산식의 규칙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눈금 한 칸 찾기</a:t>
            </a:r>
            <a:endParaRPr lang="ko-KR" sz="4000" dirty="0"/>
          </a:p>
        </p:txBody>
      </p:sp>
      <p:sp>
        <p:nvSpPr>
          <p:cNvPr id="3" name="S15-card660"/>
          <p:cNvSpPr/>
          <p:nvPr/>
        </p:nvSpPr>
        <p:spPr>
          <a:xfrm>
            <a:off x="548640" y="4975860"/>
            <a:ext cx="11091672" cy="1242060"/>
          </a:xfrm>
          <a:prstGeom prst="roundRect">
            <a:avLst>
              <a:gd name="adj" fmla="val 883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5-cardtext661"/>
          <p:cNvSpPr txBox="1"/>
          <p:nvPr/>
        </p:nvSpPr>
        <p:spPr>
          <a:xfrm>
            <a:off x="822960" y="5113020"/>
            <a:ext cx="10543032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세로 눈금 숫자가 1씩 커지면 한 칸은 1이에요.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막대 끝에서 옆으로 따라가 숫자를 읽어요.</a:t>
            </a:r>
            <a:endParaRPr lang="ko-KR" sz="3000" dirty="0"/>
          </a:p>
        </p:txBody>
      </p:sp>
      <p:sp>
        <p:nvSpPr>
          <p:cNvPr id="5" name="S15-figure662" descr="막대그래프 ‘과일 가게의 상자 수’(세로 눈금 한 칸 1): 사과 4, 배 6, 감 3"/>
          <p:cNvSpPr/>
          <p:nvPr/>
        </p:nvSpPr>
        <p:spPr>
          <a:xfrm>
            <a:off x="5297702" y="2925193"/>
            <a:ext cx="411238" cy="1370794"/>
          </a:xfrm>
          <a:custGeom>
            <a:avLst/>
            <a:gdLst/>
            <a:ahLst/>
            <a:cxnLst/>
            <a:rect l="l" t="t" r="r" b="b"/>
            <a:pathLst>
              <a:path w="411238" h="1370794">
                <a:moveTo>
                  <a:pt x="0" y="1370794"/>
                </a:moveTo>
                <a:lnTo>
                  <a:pt x="411238" y="1370794"/>
                </a:lnTo>
                <a:lnTo>
                  <a:pt x="411238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15-mark663"/>
          <p:cNvSpPr/>
          <p:nvPr/>
        </p:nvSpPr>
        <p:spPr>
          <a:xfrm>
            <a:off x="6120178" y="2239796"/>
            <a:ext cx="411238" cy="2056190"/>
          </a:xfrm>
          <a:custGeom>
            <a:avLst/>
            <a:gdLst/>
            <a:ahLst/>
            <a:cxnLst/>
            <a:rect l="l" t="t" r="r" b="b"/>
            <a:pathLst>
              <a:path w="411238" h="2056190">
                <a:moveTo>
                  <a:pt x="0" y="2056190"/>
                </a:moveTo>
                <a:lnTo>
                  <a:pt x="411238" y="2056190"/>
                </a:lnTo>
                <a:lnTo>
                  <a:pt x="411238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15-mark664"/>
          <p:cNvSpPr/>
          <p:nvPr/>
        </p:nvSpPr>
        <p:spPr>
          <a:xfrm>
            <a:off x="6942655" y="3267891"/>
            <a:ext cx="411238" cy="1028095"/>
          </a:xfrm>
          <a:custGeom>
            <a:avLst/>
            <a:gdLst/>
            <a:ahLst/>
            <a:cxnLst/>
            <a:rect l="l" t="t" r="r" b="b"/>
            <a:pathLst>
              <a:path w="411238" h="1028095">
                <a:moveTo>
                  <a:pt x="0" y="1028095"/>
                </a:moveTo>
                <a:lnTo>
                  <a:pt x="411238" y="1028095"/>
                </a:lnTo>
                <a:lnTo>
                  <a:pt x="411238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15-mark665"/>
          <p:cNvSpPr/>
          <p:nvPr/>
        </p:nvSpPr>
        <p:spPr>
          <a:xfrm>
            <a:off x="4989274" y="3953288"/>
            <a:ext cx="267304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15-mark666"/>
          <p:cNvSpPr/>
          <p:nvPr/>
        </p:nvSpPr>
        <p:spPr>
          <a:xfrm>
            <a:off x="4989274" y="3610590"/>
            <a:ext cx="267304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15-mark667"/>
          <p:cNvSpPr/>
          <p:nvPr/>
        </p:nvSpPr>
        <p:spPr>
          <a:xfrm>
            <a:off x="4989274" y="3267891"/>
            <a:ext cx="267304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15-mark668"/>
          <p:cNvSpPr/>
          <p:nvPr/>
        </p:nvSpPr>
        <p:spPr>
          <a:xfrm>
            <a:off x="4989274" y="2925193"/>
            <a:ext cx="267304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15-mark669"/>
          <p:cNvSpPr/>
          <p:nvPr/>
        </p:nvSpPr>
        <p:spPr>
          <a:xfrm>
            <a:off x="4989274" y="2582495"/>
            <a:ext cx="267304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15-mark670"/>
          <p:cNvSpPr/>
          <p:nvPr/>
        </p:nvSpPr>
        <p:spPr>
          <a:xfrm>
            <a:off x="4989274" y="2239796"/>
            <a:ext cx="267304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15-mark671"/>
          <p:cNvSpPr/>
          <p:nvPr/>
        </p:nvSpPr>
        <p:spPr>
          <a:xfrm>
            <a:off x="4989274" y="4295987"/>
            <a:ext cx="2673048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5" name="S15-mark672"/>
          <p:cNvSpPr/>
          <p:nvPr/>
        </p:nvSpPr>
        <p:spPr>
          <a:xfrm flipV="1">
            <a:off x="4989274" y="2102717"/>
            <a:ext cx="0" cy="219327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6" name="S15-label674"/>
          <p:cNvSpPr txBox="1"/>
          <p:nvPr/>
        </p:nvSpPr>
        <p:spPr>
          <a:xfrm>
            <a:off x="4542532" y="4105487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400" dirty="0"/>
          </a:p>
        </p:txBody>
      </p:sp>
      <p:sp>
        <p:nvSpPr>
          <p:cNvPr id="17" name="S15-label676"/>
          <p:cNvSpPr txBox="1"/>
          <p:nvPr/>
        </p:nvSpPr>
        <p:spPr>
          <a:xfrm>
            <a:off x="4542532" y="4105487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400" dirty="0"/>
          </a:p>
        </p:txBody>
      </p:sp>
      <p:sp>
        <p:nvSpPr>
          <p:cNvPr id="18" name="S15-label678"/>
          <p:cNvSpPr txBox="1"/>
          <p:nvPr/>
        </p:nvSpPr>
        <p:spPr>
          <a:xfrm>
            <a:off x="4542532" y="3762788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19" name="S15-label680"/>
          <p:cNvSpPr txBox="1"/>
          <p:nvPr/>
        </p:nvSpPr>
        <p:spPr>
          <a:xfrm>
            <a:off x="4542532" y="3420090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20" name="S15-label682"/>
          <p:cNvSpPr txBox="1"/>
          <p:nvPr/>
        </p:nvSpPr>
        <p:spPr>
          <a:xfrm>
            <a:off x="4542532" y="3077391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21" name="S15-label684"/>
          <p:cNvSpPr txBox="1"/>
          <p:nvPr/>
        </p:nvSpPr>
        <p:spPr>
          <a:xfrm>
            <a:off x="4542532" y="2734693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22" name="S15-label686"/>
          <p:cNvSpPr txBox="1"/>
          <p:nvPr/>
        </p:nvSpPr>
        <p:spPr>
          <a:xfrm>
            <a:off x="4542532" y="2391995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400" dirty="0"/>
          </a:p>
        </p:txBody>
      </p:sp>
      <p:sp>
        <p:nvSpPr>
          <p:cNvPr id="23" name="S15-label688"/>
          <p:cNvSpPr txBox="1"/>
          <p:nvPr/>
        </p:nvSpPr>
        <p:spPr>
          <a:xfrm>
            <a:off x="4542532" y="2049296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400" dirty="0"/>
          </a:p>
        </p:txBody>
      </p:sp>
      <p:sp>
        <p:nvSpPr>
          <p:cNvPr id="24" name="S15-label690"/>
          <p:cNvSpPr txBox="1"/>
          <p:nvPr/>
        </p:nvSpPr>
        <p:spPr>
          <a:xfrm>
            <a:off x="4310884" y="1706598"/>
            <a:ext cx="7741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(개)</a:t>
            </a:r>
            <a:endParaRPr lang="ko-KR" sz="2400" dirty="0"/>
          </a:p>
        </p:txBody>
      </p:sp>
      <p:sp>
        <p:nvSpPr>
          <p:cNvPr id="25" name="S15-label692"/>
          <p:cNvSpPr txBox="1"/>
          <p:nvPr/>
        </p:nvSpPr>
        <p:spPr>
          <a:xfrm>
            <a:off x="5149753" y="4328241"/>
            <a:ext cx="707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사과</a:t>
            </a:r>
            <a:endParaRPr lang="ko-KR" sz="2400" dirty="0"/>
          </a:p>
        </p:txBody>
      </p:sp>
      <p:sp>
        <p:nvSpPr>
          <p:cNvPr id="26" name="S15-label694"/>
          <p:cNvSpPr txBox="1"/>
          <p:nvPr/>
        </p:nvSpPr>
        <p:spPr>
          <a:xfrm>
            <a:off x="6121581" y="4328241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</a:t>
            </a:r>
            <a:endParaRPr lang="ko-KR" sz="2400" dirty="0"/>
          </a:p>
        </p:txBody>
      </p:sp>
      <p:sp>
        <p:nvSpPr>
          <p:cNvPr id="27" name="S15-label696"/>
          <p:cNvSpPr txBox="1"/>
          <p:nvPr/>
        </p:nvSpPr>
        <p:spPr>
          <a:xfrm>
            <a:off x="6944058" y="4328241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</a:t>
            </a:r>
            <a:endParaRPr lang="ko-KR" sz="2400" dirty="0"/>
          </a:p>
        </p:txBody>
      </p:sp>
      <p:sp>
        <p:nvSpPr>
          <p:cNvPr id="28" name="S15-label698"/>
          <p:cNvSpPr txBox="1"/>
          <p:nvPr/>
        </p:nvSpPr>
        <p:spPr>
          <a:xfrm>
            <a:off x="4938957" y="1363899"/>
            <a:ext cx="27736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과일 가게의 상자 수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초4 수학 꺾은선그래프</dc:title>
  <dc:subject>KR22-G04-MAT-LINEGRAPH-L01</dc:subject>
  <dc:creator>education-ppt</dc:creator>
  <cp:lastModifiedBy>education-ppt</cp:lastModifiedBy>
  <cp:revision>1</cp:revision>
  <dcterms:created xsi:type="dcterms:W3CDTF">2026-10-26T08:18:20Z</dcterms:created>
  <dcterms:modified xsi:type="dcterms:W3CDTF">2026-10-26T08:18:20Z</dcterms:modified>
</cp:coreProperties>
</file>