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593f4fa-c87f-8adb-2eb4-e5bf9fb55654}">
          <p14:sldIdLst>
            <p14:sldId id="256"/>
            <p14:sldId id="257"/>
          </p14:sldIdLst>
        </p14:section>
        <p14:section name="개념" id="{6a676106-7bb8-38dd-ffae-18036cf862eb}">
          <p14:sldIdLst>
            <p14:sldId id="258"/>
            <p14:sldId id="259"/>
            <p14:sldId id="262"/>
            <p14:sldId id="264"/>
          </p14:sldIdLst>
        </p14:section>
        <p14:section name="연습" id="{68ff6d07-cccd-748f-30ef-3a849263b383}">
          <p14:sldIdLst>
            <p14:sldId id="260"/>
            <p14:sldId id="261"/>
            <p14:sldId id="263"/>
            <p14:sldId id="265"/>
          </p14:sldIdLst>
        </p14:section>
        <p14:section name="개념" id="{4a1e439b-d0bb-c4a6-8673-3a6890f62a44}">
          <p14:sldIdLst/>
        </p14:section>
        <p14:section name="연습" id="{3a1ae034-30ea-5e64-cf98-a2da6a541bfe}">
          <p14:sldIdLst/>
        </p14:section>
        <p14:section name="개념" id="{4abee313-6358-e5e4-c312-b7e8471884eb}">
          <p14:sldIdLst/>
        </p14:section>
        <p14:section name="연습" id="{996733b4-45ac-8582-c0f6-1031a77c3f02}">
          <p14:sldIdLst/>
        </p14:section>
        <p14:section name="확인" id="{1f7519c9-76a8-0f24-afad-74681e6f4e33}">
          <p14:sldIdLst>
            <p14:sldId id="266"/>
            <p14:sldId id="267"/>
            <p14:sldId id="268"/>
          </p14:sldIdLst>
        </p14:section>
        <p14:section name="정리" id="{dcfc1da4-e3f5-9567-01c3-eb42e74b264c}">
          <p14:sldIdLst>
            <p14:sldId id="269"/>
          </p14:sldIdLst>
        </p14:section>
        <p14:section name="보충" id="{ce110dc9-1aa2-69c0-88bf-c8bf81889e1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지도에는 장소·방향·거리·높낮이가 약속에 따라 담겨 있다는 것을 떠올리게 합니다.
시간: 약 2분
이렇게 말해 보세요
- “처음 가 보는 곳에 갈 때 무엇을 보면 길을 찾을 수 있을까?”
- “지도에는 약속이 있어. 그 약속만 알면 처음 보는 지도도 읽을 수 있어. 오늘은 그 약속 네 가지(기호, 방위, 축척, 등고선)를 배울 거야.”
- “오른쪽 위 그림은 방위표야. 무엇을 알려 줄 것 같아?”
예상 답
- “지도요.” “휴대 전화 지도 앱이요.” “사람한테 물어봐요.”
- 방위표: “방향이요.” “북쪽이요.”
막히면
- 가족이 함께 지도 앱으로 길을 찾았던 일을 떠올려 “그때 화면에 무엇이 보였지?”라고 묻습니다.
주의
- 오늘 화면과 활동지의 ‘별빛마을’ 지도는 수업을 위해 지어낸 것입니다. 기호도 이 지도에서 정한 약속이므로, 실제 지도를 볼 때는 그 지도의 범례를 확인하라고 알려 줍니다.
- 40분이 길면 S06까지(기호·방위) 하고 쉬었다가, 다음 날 S07(축척)부터 이어도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확인(기호와 위치 말하기)]
목적: 3학년에서 배운 기호(간단한 그림 약속)와 위치 말하기를 기억하는지 확인합니다. 오늘 배우는 범례와 방위는 이 위에 쌓입니다.
시간: 약 3분
이렇게 말해 보세요
- “그림 아래에 있는 것은 기호의 약속이야. 이 약속을 보고 ①부터 답해 볼래?”
- “②는 화면을 보고 있는 너를 기준으로 말해 봐.”
정답
- ① 공원
- ② 오른쪽(화면을 보는 사람 기준)
- ③ 예: 간단해서 알아보기 쉬워요, 좁은 지도에 많이 넣을 수 있어요, 누가 보아도 같은 뜻으로 읽어요.
막히면
- 약속의 기호와 길 위의 기호를 손가락으로 하나씩 짝지어 짚게 합니다.
- 기호의 뜻을 짝짓지 못하거나 ‘사이’, ‘오른쪽’으로 위치를 말하지 못하면 S15(보충)를 먼저 합니다.
주의
- ②의 ‘오른쪽’은 보는 사람에 따라 바뀌는 말입니다. 여기서는 맞다고 하고, S06에서 방위와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
목적: 지도의 기호와 범례가 하는 일을 알려 주고, 범례를 보며 지도에서 장소를 찾게 합니다(목표 A).
시간: 약 3분
이렇게 말해 보세요
- “별빛마을 지도야. 오른쪽 상자를 ‘범례’라고 해. 지도에 쓴 기호의 뜻을 모아 둔 곳이야.”
- “범례에서 학교 기호를 찾고, 지도에서 같은 기호를 찾아 손가락으로 짚어 볼래?”
- “병원은 어디 있을까? 도로와 하천(강이나 시내)은 어떤 선으로 나타냈어?”
예상 답
- 학교: 왼쪽 가운데의 깃발 기호를 짚음. 병원: 아래쪽 가운데의 빨간 십자 기호를 짚음.
- “도로는 회색 굵은 선, 하천은 파란 선이에요.”
막히면
- 범례의 기호 하나를 가리키고 “이것과 똑같이 생긴 것을 지도에서 찾아볼까?”라고 하나씩 찾게 합니다.
주의
- 지도의 모눈 한 칸은 S07에서 거리(축척)를 셀 때 씁니다. 여기서는 기호 찾기에만 집중합니다.
- 기호의 크기는 건물의 실제 크기가 아니라는 점도 짚어 줍니다(병원 기호가 커도 병원이 큰 것이 아님).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방위와 방위표]
목적: 동서남북 네 방위와 방위표 읽는 법을 알려 줍니다(목표 A).
시간: 약 3분
이렇게 말해 보세요
- “동쪽, 서쪽, 남쪽, 북쪽을 ‘방위’라고 해. 방위표의 화살표 끝이 북쪽이야.”
- “일어나서 화면 쪽을 북쪽이라고 하고 서 볼까? 오른팔을 들어 봐. 그쪽이 동쪽이야. 왼팔 쪽은? 등 뒤는?”
- “S03의 지도에서 방위표를 찾아볼래? 학교에서 보면 도서관은 어느 쪽에 있어?”
예상 답
- 왼팔 쪽: 서쪽, 등 뒤: 남쪽
- “도서관은 학교의 동쪽에 있어요.”
막히면
- 종이에 십자를 그리고 위에 ‘북’을 쓴 뒤, 아이가 ‘동, 서, 남’을 직접 써 넣게 합니다(시계 방향으로 북 → 동 → 남 → 서).
주의
- 해가 뜨는 쪽이 대략 동쪽이라고 알려 주면 집에서 방위를 찾는 데 도움이 됩니다.
- 북동·남서처럼 방위를 더 나누는 말은 오늘 다루지 않습니다(동서남북만).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범례와 방위표로 방위 찾기]
목적: 범례로 장소를 찾고 방위표로 방위를 말하는 연습을 합니다(목표 A).
시간: 약 3분
이렇게 말해 보세요
- “①은 학교에서 본다고 했어. 먼저 학교에 손가락을 올려 볼까? 공원은 그 위쪽이야, 아래쪽이야? 방위표에서 아래쪽은 무슨 방위야?”
- “②는 도서관에 손가락을 두고 남쪽으로 따라가 봐. 무엇이 나와?”
정답
- ① 남쪽
- ② 병원
- ③ 동쪽
막히면
- 방위표 옆에 손가락으로 ‘북’, ‘남’, ‘동’, ‘서’를 차례로 짚게 한 뒤 다시 묻습니다.
- 기호를 찾지 못하면 범례에서 기호를 먼저 짚고 지도에서 같은 기호를 찾게 합니다.
주의
- 기준이 되는 곳(‘○○에서 보면’)을 먼저 정해야 방위를 말할 수 있다는 것을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오해 비교(오른쪽과 동쪽)]
목적: 왼쪽·오른쪽은 보는 사람에 따라 바뀌지만, 방위는 바뀌지 않는다는 것을 알게 합니다(목표 A, 오해 M1).
시간: 약 2분
이렇게 말해 보세요
- “두 말 모두 지금은 맞아. 그럼 지도를(태블릿이나 활동지를) 거꾸로 돌려 볼까? 이제 도서관은 학교의 어느 쪽에 보여?”
- “‘오른쪽’은 바뀌었는데 ‘동쪽’은 어때? 방위표도 같이 돌아갔지?”
정답
- 나. 방위는 보는 사람이 어느 쪽을 보고 있어도 바뀌지 않습니다. 지도를 돌리면 도서관이 학교의 왼쪽에 보이므로 가의 말은 맞지 않게 됩니다.
막히면
- 활동지 1쪽 지도를 실제로 거꾸로 들고 학교와 도서관을 짚으며 ‘오른쪽’이 어디인지 다시 말하게 합니다.
주의
- 그래서 지도에서는 오른쪽·왼쪽 대신 동서남북으로 말한다는 것을 한 문장으로 정리해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축척으로 실제 거리 구하기]
목적: 지도는 실제 땅을 줄여 그린 것이고, 축척을 보면 지도 위 길이를 실제 거리로 바꿀 수 있다는 것을 시범으로 보여 줍니다(목표 B).
시간: 약 3분
이렇게 말해 보세요
- “지도에는 땅을 아주 작게 줄여서 그려. 얼마나 줄였는지 알려 주는 것이 ‘축척’이야.”
- “아래 막대를 봐. 한 칸 길이가 실제로는 100 m라는 뜻이야. 학교와 도서관 사이는 몇 칸이야?”
- “한 칸에 100 m니까 100, 200, 300, 400. 실제로는 400 m 떨어져 있어.”
예상 답
- “4칸이요.” “400 m요.”
막히면
- 칸마다 손가락으로 짚으며 ‘100, 200, 300, 400’ 하고 같이 셉니다.
- 100 m가 어느 정도인지 감이 없으면 학교 운동장 한 바퀴나 집 근처 익숙한 거리를 예로 들어 줍니다(정확하지 않아도 괜찮습니다).
주의
- 활동지의 지도는 실제 크기로 인쇄하면 모눈 한 칸이 1 cm입니다. ‘1 cm가 실제로는 100 m’라고도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축척으로 거리 구하기]
목적: 지도에서 칸 수를 세어 실제 거리로 바꾸는 연습을 합니다(목표 B, 오해 M3).
시간: 약 3분
이렇게 말해 보세요
- “①부터 해 볼까? 학교와 공원 사이는 몇 칸이야? 그럼 실제로는 몇 m야?”
- “③은 갔다가 돌아오는 거야. 가는 길과 오는 길을 모두 더해야 해.”
정답
- ① 3칸 → 300 m
- ② 5칸 → 500 m
- ③ 4칸 + 4칸 = 8칸 → 800 m
막히면
- 기호의 가운데에서 가운데까지 모눈 칸을 손가락으로 하나씩 짚으며 셉니다.
- ③이 어려우면 가는 길(400 m)을 먼저 구하고 “돌아올 때도 똑같이 걸으면?”이라고 묻습니다.
주의
- ‘3칸이요’, ‘3 m요’처럼 칸 수를 그대로 거리로 말하면 축척 막대를 다시 가리키며 “한 칸은 실제로 몇 m였지?”라고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등고선으로 높낮이 읽기]
목적: 등고선의 뜻과, 등고선 간격과 경사의 관계를 위에서 본 모습과 옆에서 본 모습을 맞대어 보여 줍니다(목표 C).
시간: 약 4분
이렇게 말해 보세요
- “위 그림은 산을 하늘에서 내려다본 모습이야. 같은 높이인 곳을 이은 선을 ‘등고선’이라고 해. 100, 200, 300은 높이(m)야.”
- “점선을 따라 아래로 내려가 봐. 옆에서 본 산의 같은 높이와 만나지?”
- “서쪽(왼쪽)은 등고선 사이가 넓고 동쪽(오른쪽)은 좁아. 옆모습에서 어느 쪽이 더 가파르게 올라가?”
예상 답
- “동쪽이요. 등고선이 촘촘한 쪽이 가팔라요.”
막히면
- 손으로 산을 만들어 보여 줍니다: 주먹을 쥐고 손가락 마디 높이마다 같은 높이를 이은 선이 생긴다고 설명합니다.
- 종이를 계단처럼 접어, 계단 사이가 좁을수록 가파르다는 것을 보여 줍니다.
주의
- 이 그림에서는 높을수록 진한 색(초록 → 노랑 → 갈색)으로 칠했습니다. 지도에 따라 높이를 색으로도 나타내니 범례를 보라고 알려 줍니다.
- 간격이 ‘좁다’는 것은 선과 선 사이가 가깝다는 뜻이라고 손가락 두 개로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가파른 길 찾기]
목적: 등고선의 높이 숫자로 높이를 읽고, 등고선 간격으로 길의 경사를 비교합니다(목표 C, 오해 M4).
시간: 약 3분
이렇게 말해 보세요
- “산꼭대기는 몇 m 등고선 안에 있어? 그럼 몇 m보다 높을까?”
- “가 길과 나 길을 손가락으로 따라가 보며 등고선을 몇 번 지나는지, 선 사이가 넓은지 좁은지 말해 볼래?”
정답
- ① 300 m보다 높아요(300 m 등고선 안쪽에 있음).
- ② 나 길. 등고선 사이가 좁아서 짧은 거리에 높이가 빨리 높아져요.
- ③ 가 길. 등고선 사이가 넓어 경사가 완만해요.
막히면
- S09의 옆모습 그림으로 돌아가 촘촘한 쪽이 가파르게 올라가는 것을 다시 봅니다.
주의
- 두 길 모두 등고선을 세 번 지나 산꼭대기에 닿습니다. 오르는 높이는 같고, 걷는 거리가 짧을수록 가파르다는 것을 짚어 줍니다.
- ‘선이 많으면 높다’, ‘좁으면 완만하다’처럼 거꾸로 말하면 S09의 옆모습으로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해 보기(방위와 거리)]
목적: 도움 없이 범례·방위표·축척을 써서 처음 묻는 문제를 푸는지 확인합니다(목표 A·B). 활동지 2·3에도 같은 지도가 있습니다.
시간: 약 4분
이렇게 말해 보세요
- “이번에는 혼자 해 볼래? 다 풀면 어떻게 알았는지 말해 줘.”
정답
- ① 북쪽
- ② 서쪽
- ③ 4칸 → 400 m
막히면
- “‘○○에서 보면’의 ○○은 어디야?” 한 가지만 물어 기준을 찾게 합니다.
- 도움을 받아 풀었다면 기록표에 ‘도움’으로 표시합니다.
주의
- ②를 ‘왼쪽’이라고 답하면 방위로 다시 말하게 합니다(오해 M1). ③을 ‘4 m’나 ‘4칸’으로 답하면 축척을 다시 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답을 확인하고 흔한 실수와 비교합니다.
시간: 약 2분
이렇게 말해 보세요
- “네 답은 왼쪽과 같아? 오른쪽 답은 왜 아쉬울까?”
예상 답
- “왼쪽은 지도를 돌리면 바뀌어요.” “한 칸이 100 m라서 4 m가 아니에요.”
정답
- ① 북쪽 ② 서쪽 ③ 400 m
막히면
- S11의 지도에서 답이 나온 곳을 함께 짚어 봅니다.
주의
- 이 장은 학생용 파일에서 빠집니다. 맞힌 문제를 먼저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확인(처음 보는 등고선 지도)]
목적: 처음 보는 등고선 지도에서 방위, 경사, 높이를 읽는지 확인합니다(목표 A·C).
시간: 약 3분
이렇게 말해 보세요
- “처음 보는 지도야. 방위표부터 찾고, ①부터 답해 볼래? ②는 까닭도 꼭 말해 줘.”
정답
- ① 북쪽
- ② 서쪽. 서쪽의 등고선 간격이 동쪽보다 좁기 때문이에요.
- ③ 300 m보다 높아요.
막히면
- ②에서 고르기만 하고 까닭을 말하지 못하면 “등고선 사이가 어때?”라고 한 번만 묻습니다. 그래도 어려우면 기록표에 ‘까닭 도움’으로 적습니다.
주의
- S09·S10과 달리 이 산은 서쪽이 가파릅니다. 앞의 답을 외워서 말하지 않는지 봅니다(오해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수업의 복습 질문을 알려 줍니다.
시간: 약 2분
이렇게 말해 보세요
- “지도를 읽는 네 가지 약속을 말해 볼래?”
예상 답
- “기호와 범례, 방위, 축척, 등고선이요.”
정답
- ① 지도의 위쪽 ② 600 m ③ 경사가 급해요.
막히면
- S03, S04, S07, S09를 차례로 다시 보여 줍니다.
주의
- 시간이 되면 지도 앱에서 우리 집을 찾아 축척 막대와 북쪽 방향을 함께 확인해 보면 좋습니다(활동지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보충(기호와 위치 말하기)]
목적: 기호와 실제 장소를 짝짓고, 기준을 정해 위치를 말하는 3학년 내용을 다시 연습합니다.
시간: 약 4분
이렇게 말해 보세요
- “공원 기호는 나무 모양이야. 왜 나무 모양으로 정했을까?”
- “공원을 기준으로 해 볼까? 공원의 오른쪽에는 무엇이 있어? 집과 학교 사이에는?”
- “이제 우리 집 거실을 간단히 그려 보자. 소파는 네모, 식탁은 동그라미처럼 기호를 정해서 그려 볼까?”
정답
- 나무가 많은 곳이라서 / 학교 / 공원. 거실 그림은 기호의 약속을 옆에 써 두었으면 잘한 것입니다.
막히면
- 실제 물건(컵, 지우개, 연필)을 책상에 늘어놓고 “지우개는 컵과 연필 사이에 있어.”처럼 말하는 놀이부터 합니다.
- 보충으로도 어렵다면 3학년 ‘우리 고장의 장소’(KR22-G03-SOC-PLACES-L01)와 ‘그림과 기호로 나타내기’(KR22-G03-SOC-SYMBOLS-L01)를 먼저 합니다. 이 차시는 계획상 바로 앞의 선수 차시가 없습니다.
주의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figure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4008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4" name="S03-mark40"/>
          <p:cNvSpPr/>
          <p:nvPr/>
        </p:nvSpPr>
        <p:spPr>
          <a:xfrm>
            <a:off x="106841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5" name="S03-mark41"/>
          <p:cNvSpPr/>
          <p:nvPr/>
        </p:nvSpPr>
        <p:spPr>
          <a:xfrm>
            <a:off x="149675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6" name="S03-mark42"/>
          <p:cNvSpPr/>
          <p:nvPr/>
        </p:nvSpPr>
        <p:spPr>
          <a:xfrm>
            <a:off x="192509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7" name="S03-mark43"/>
          <p:cNvSpPr/>
          <p:nvPr/>
        </p:nvSpPr>
        <p:spPr>
          <a:xfrm>
            <a:off x="235342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8" name="S03-mark44"/>
          <p:cNvSpPr/>
          <p:nvPr/>
        </p:nvSpPr>
        <p:spPr>
          <a:xfrm>
            <a:off x="278176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9" name="S03-mark45"/>
          <p:cNvSpPr/>
          <p:nvPr/>
        </p:nvSpPr>
        <p:spPr>
          <a:xfrm>
            <a:off x="321010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0" name="S03-mark46"/>
          <p:cNvSpPr/>
          <p:nvPr/>
        </p:nvSpPr>
        <p:spPr>
          <a:xfrm>
            <a:off x="363843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1" name="S03-mark47"/>
          <p:cNvSpPr/>
          <p:nvPr/>
        </p:nvSpPr>
        <p:spPr>
          <a:xfrm>
            <a:off x="406677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2" name="S03-mark48"/>
          <p:cNvSpPr/>
          <p:nvPr/>
        </p:nvSpPr>
        <p:spPr>
          <a:xfrm>
            <a:off x="449511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3" name="S03-mark49"/>
          <p:cNvSpPr/>
          <p:nvPr/>
        </p:nvSpPr>
        <p:spPr>
          <a:xfrm>
            <a:off x="4923448"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4" name="S03-mark50"/>
          <p:cNvSpPr/>
          <p:nvPr/>
        </p:nvSpPr>
        <p:spPr>
          <a:xfrm>
            <a:off x="535178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5" name="S03-mark51"/>
          <p:cNvSpPr/>
          <p:nvPr/>
        </p:nvSpPr>
        <p:spPr>
          <a:xfrm>
            <a:off x="640080" y="520468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6" name="S03-mark52"/>
          <p:cNvSpPr/>
          <p:nvPr/>
        </p:nvSpPr>
        <p:spPr>
          <a:xfrm>
            <a:off x="640080" y="4776350"/>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7" name="S03-mark53"/>
          <p:cNvSpPr/>
          <p:nvPr/>
        </p:nvSpPr>
        <p:spPr>
          <a:xfrm>
            <a:off x="640080" y="434801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8" name="S03-mark54"/>
          <p:cNvSpPr/>
          <p:nvPr/>
        </p:nvSpPr>
        <p:spPr>
          <a:xfrm>
            <a:off x="640080" y="391967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9" name="S03-mark55"/>
          <p:cNvSpPr/>
          <p:nvPr/>
        </p:nvSpPr>
        <p:spPr>
          <a:xfrm>
            <a:off x="640080" y="349133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0" name="S03-mark56"/>
          <p:cNvSpPr/>
          <p:nvPr/>
        </p:nvSpPr>
        <p:spPr>
          <a:xfrm>
            <a:off x="640080" y="306300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1" name="S03-mark57"/>
          <p:cNvSpPr/>
          <p:nvPr/>
        </p:nvSpPr>
        <p:spPr>
          <a:xfrm>
            <a:off x="640080" y="263466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2" name="S03-mark58"/>
          <p:cNvSpPr/>
          <p:nvPr/>
        </p:nvSpPr>
        <p:spPr>
          <a:xfrm>
            <a:off x="640080" y="220632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3" name="S03-mark59"/>
          <p:cNvSpPr/>
          <p:nvPr/>
        </p:nvSpPr>
        <p:spPr>
          <a:xfrm>
            <a:off x="640080" y="1777992"/>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4" name="S03-mark60"/>
          <p:cNvSpPr/>
          <p:nvPr/>
        </p:nvSpPr>
        <p:spPr>
          <a:xfrm>
            <a:off x="4109608" y="1777992"/>
            <a:ext cx="171335" cy="3426694"/>
          </a:xfrm>
          <a:custGeom>
            <a:avLst/>
            <a:gdLst/>
            <a:ahLst/>
            <a:cxnLst/>
            <a:rect l="l" t="t" r="r" b="b"/>
            <a:pathLst>
              <a:path w="171335" h="3426694">
                <a:moveTo>
                  <a:pt x="128501" y="0"/>
                </a:moveTo>
                <a:lnTo>
                  <a:pt x="0" y="642505"/>
                </a:lnTo>
                <a:lnTo>
                  <a:pt x="171335" y="1285010"/>
                </a:lnTo>
                <a:lnTo>
                  <a:pt x="42834" y="1927515"/>
                </a:lnTo>
                <a:lnTo>
                  <a:pt x="171335" y="2570021"/>
                </a:lnTo>
                <a:lnTo>
                  <a:pt x="42834" y="3426694"/>
                </a:lnTo>
              </a:path>
            </a:pathLst>
          </a:custGeom>
          <a:noFill/>
          <a:ln w="88900">
            <a:solidFill>
              <a:srgbClr val="4A90C8"/>
            </a:solidFill>
            <a:prstDash val="solid"/>
          </a:ln>
        </p:spPr>
      </p:sp>
      <p:sp>
        <p:nvSpPr>
          <p:cNvPr id="25" name="S03-mark61"/>
          <p:cNvSpPr/>
          <p:nvPr/>
        </p:nvSpPr>
        <p:spPr>
          <a:xfrm>
            <a:off x="640080" y="3705508"/>
            <a:ext cx="4711704" cy="9144"/>
          </a:xfrm>
          <a:custGeom>
            <a:avLst/>
            <a:gdLst/>
            <a:ahLst/>
            <a:cxnLst/>
            <a:rect l="l" t="t" r="r" b="b"/>
            <a:pathLst>
              <a:path w="4711704" h="9144">
                <a:moveTo>
                  <a:pt x="0" y="0"/>
                </a:moveTo>
                <a:lnTo>
                  <a:pt x="4711704" y="0"/>
                </a:lnTo>
              </a:path>
            </a:pathLst>
          </a:custGeom>
          <a:noFill/>
          <a:ln w="88900">
            <a:solidFill>
              <a:srgbClr val="A3AAB4"/>
            </a:solidFill>
            <a:prstDash val="solid"/>
          </a:ln>
        </p:spPr>
      </p:sp>
      <p:sp>
        <p:nvSpPr>
          <p:cNvPr id="26" name="S03-mark62"/>
          <p:cNvSpPr/>
          <p:nvPr/>
        </p:nvSpPr>
        <p:spPr>
          <a:xfrm>
            <a:off x="2567595" y="1777992"/>
            <a:ext cx="9144" cy="3426694"/>
          </a:xfrm>
          <a:custGeom>
            <a:avLst/>
            <a:gdLst/>
            <a:ahLst/>
            <a:cxnLst/>
            <a:rect l="l" t="t" r="r" b="b"/>
            <a:pathLst>
              <a:path w="9144" h="3426694">
                <a:moveTo>
                  <a:pt x="0" y="3426694"/>
                </a:moveTo>
                <a:lnTo>
                  <a:pt x="0" y="0"/>
                </a:lnTo>
              </a:path>
            </a:pathLst>
          </a:custGeom>
          <a:noFill/>
          <a:ln w="88900">
            <a:solidFill>
              <a:srgbClr val="A3AAB4"/>
            </a:solidFill>
            <a:prstDash val="solid"/>
          </a:ln>
        </p:spPr>
      </p:sp>
      <p:sp>
        <p:nvSpPr>
          <p:cNvPr id="27" name="S03-mark63"/>
          <p:cNvSpPr/>
          <p:nvPr/>
        </p:nvSpPr>
        <p:spPr>
          <a:xfrm>
            <a:off x="640080" y="1777992"/>
            <a:ext cx="4711704" cy="3426694"/>
          </a:xfrm>
          <a:custGeom>
            <a:avLst/>
            <a:gdLst/>
            <a:ahLst/>
            <a:cxnLst/>
            <a:rect l="l" t="t" r="r" b="b"/>
            <a:pathLst>
              <a:path w="4711704" h="3426694">
                <a:moveTo>
                  <a:pt x="0" y="3426694"/>
                </a:moveTo>
                <a:lnTo>
                  <a:pt x="4711704" y="3426694"/>
                </a:lnTo>
                <a:lnTo>
                  <a:pt x="4711704" y="0"/>
                </a:lnTo>
                <a:lnTo>
                  <a:pt x="0" y="0"/>
                </a:lnTo>
                <a:lnTo>
                  <a:pt x="0" y="3426694"/>
                </a:lnTo>
              </a:path>
            </a:pathLst>
          </a:custGeom>
          <a:noFill/>
          <a:ln w="19050">
            <a:solidFill>
              <a:srgbClr val="1F2937"/>
            </a:solidFill>
            <a:prstDash val="solid"/>
          </a:ln>
        </p:spPr>
      </p:sp>
      <p:sp>
        <p:nvSpPr>
          <p:cNvPr id="28" name="S03-mark64"/>
          <p:cNvSpPr/>
          <p:nvPr/>
        </p:nvSpPr>
        <p:spPr>
          <a:xfrm>
            <a:off x="1304002" y="2026428"/>
            <a:ext cx="385503" cy="334103"/>
          </a:xfrm>
          <a:custGeom>
            <a:avLst/>
            <a:gdLst/>
            <a:ahLst/>
            <a:cxnLst/>
            <a:rect l="l" t="t" r="r" b="b"/>
            <a:pathLst>
              <a:path w="385503" h="334103">
                <a:moveTo>
                  <a:pt x="0" y="334103"/>
                </a:moveTo>
                <a:lnTo>
                  <a:pt x="385503" y="334103"/>
                </a:lnTo>
                <a:lnTo>
                  <a:pt x="192752" y="0"/>
                </a:lnTo>
                <a:close/>
              </a:path>
            </a:pathLst>
          </a:custGeom>
          <a:solidFill>
            <a:srgbClr val="8B5E3C"/>
          </a:solidFill>
          <a:ln w="15875">
            <a:solidFill>
              <a:srgbClr val="1F2937"/>
            </a:solidFill>
            <a:prstDash val="solid"/>
          </a:ln>
        </p:spPr>
      </p:sp>
      <p:sp>
        <p:nvSpPr>
          <p:cNvPr id="29" name="S03-mark65"/>
          <p:cNvSpPr/>
          <p:nvPr/>
        </p:nvSpPr>
        <p:spPr>
          <a:xfrm>
            <a:off x="1368253" y="2870251"/>
            <a:ext cx="308402" cy="214168"/>
          </a:xfrm>
          <a:custGeom>
            <a:avLst/>
            <a:gdLst/>
            <a:ahLst/>
            <a:cxnLst/>
            <a:rect l="l" t="t" r="r" b="b"/>
            <a:pathLst>
              <a:path w="308402" h="214168">
                <a:moveTo>
                  <a:pt x="0" y="0"/>
                </a:moveTo>
                <a:lnTo>
                  <a:pt x="308402" y="107084"/>
                </a:lnTo>
                <a:lnTo>
                  <a:pt x="0" y="214168"/>
                </a:lnTo>
                <a:close/>
              </a:path>
            </a:pathLst>
          </a:custGeom>
          <a:solidFill>
            <a:srgbClr val="E9762B"/>
          </a:solidFill>
          <a:ln w="15875">
            <a:solidFill>
              <a:srgbClr val="1F2937"/>
            </a:solidFill>
            <a:prstDash val="solid"/>
          </a:ln>
        </p:spPr>
      </p:sp>
      <p:sp>
        <p:nvSpPr>
          <p:cNvPr id="30" name="S03-mark66"/>
          <p:cNvSpPr/>
          <p:nvPr/>
        </p:nvSpPr>
        <p:spPr>
          <a:xfrm>
            <a:off x="1342552" y="2870251"/>
            <a:ext cx="51400" cy="385503"/>
          </a:xfrm>
          <a:custGeom>
            <a:avLst/>
            <a:gdLst/>
            <a:ahLst/>
            <a:cxnLst/>
            <a:rect l="l" t="t" r="r" b="b"/>
            <a:pathLst>
              <a:path w="51400" h="385503">
                <a:moveTo>
                  <a:pt x="0" y="385503"/>
                </a:moveTo>
                <a:lnTo>
                  <a:pt x="51400" y="385503"/>
                </a:lnTo>
                <a:lnTo>
                  <a:pt x="51400" y="0"/>
                </a:lnTo>
                <a:lnTo>
                  <a:pt x="0" y="0"/>
                </a:lnTo>
                <a:close/>
              </a:path>
            </a:pathLst>
          </a:custGeom>
          <a:solidFill>
            <a:srgbClr val="1F2937"/>
          </a:solidFill>
          <a:ln/>
        </p:spPr>
      </p:sp>
      <p:sp>
        <p:nvSpPr>
          <p:cNvPr id="31" name="S03-mark67"/>
          <p:cNvSpPr/>
          <p:nvPr/>
        </p:nvSpPr>
        <p:spPr>
          <a:xfrm>
            <a:off x="3013066" y="2925935"/>
            <a:ext cx="197035" cy="291269"/>
          </a:xfrm>
          <a:custGeom>
            <a:avLst/>
            <a:gdLst/>
            <a:ahLst/>
            <a:cxnLst/>
            <a:rect l="l" t="t" r="r" b="b"/>
            <a:pathLst>
              <a:path w="197035" h="291269">
                <a:moveTo>
                  <a:pt x="0" y="0"/>
                </a:moveTo>
                <a:lnTo>
                  <a:pt x="197035" y="42834"/>
                </a:lnTo>
                <a:lnTo>
                  <a:pt x="197035" y="291269"/>
                </a:lnTo>
                <a:lnTo>
                  <a:pt x="0" y="248435"/>
                </a:lnTo>
                <a:close/>
              </a:path>
            </a:pathLst>
          </a:custGeom>
          <a:solidFill>
            <a:srgbClr val="3D5A80"/>
          </a:solidFill>
          <a:ln w="15875">
            <a:solidFill>
              <a:srgbClr val="1F2937"/>
            </a:solidFill>
            <a:prstDash val="solid"/>
          </a:ln>
        </p:spPr>
      </p:sp>
      <p:sp>
        <p:nvSpPr>
          <p:cNvPr id="32" name="S03-mark68"/>
          <p:cNvSpPr/>
          <p:nvPr/>
        </p:nvSpPr>
        <p:spPr>
          <a:xfrm>
            <a:off x="3210101" y="2925935"/>
            <a:ext cx="197035" cy="291269"/>
          </a:xfrm>
          <a:custGeom>
            <a:avLst/>
            <a:gdLst/>
            <a:ahLst/>
            <a:cxnLst/>
            <a:rect l="l" t="t" r="r" b="b"/>
            <a:pathLst>
              <a:path w="197035" h="291269">
                <a:moveTo>
                  <a:pt x="197035" y="0"/>
                </a:moveTo>
                <a:lnTo>
                  <a:pt x="0" y="42834"/>
                </a:lnTo>
                <a:lnTo>
                  <a:pt x="0" y="291269"/>
                </a:lnTo>
                <a:lnTo>
                  <a:pt x="197035" y="248435"/>
                </a:lnTo>
                <a:close/>
              </a:path>
            </a:pathLst>
          </a:custGeom>
          <a:solidFill>
            <a:srgbClr val="3D5A80"/>
          </a:solidFill>
          <a:ln w="15875">
            <a:solidFill>
              <a:srgbClr val="1F2937"/>
            </a:solidFill>
            <a:prstDash val="solid"/>
          </a:ln>
        </p:spPr>
      </p:sp>
      <p:sp>
        <p:nvSpPr>
          <p:cNvPr id="33" name="S03-mark69"/>
          <p:cNvSpPr/>
          <p:nvPr/>
        </p:nvSpPr>
        <p:spPr>
          <a:xfrm>
            <a:off x="1471053" y="4369430"/>
            <a:ext cx="51400" cy="171335"/>
          </a:xfrm>
          <a:custGeom>
            <a:avLst/>
            <a:gdLst/>
            <a:ahLst/>
            <a:cxnLst/>
            <a:rect l="l" t="t" r="r" b="b"/>
            <a:pathLst>
              <a:path w="51400" h="171335">
                <a:moveTo>
                  <a:pt x="0" y="171335"/>
                </a:moveTo>
                <a:lnTo>
                  <a:pt x="51400" y="171335"/>
                </a:lnTo>
                <a:lnTo>
                  <a:pt x="51400" y="0"/>
                </a:lnTo>
                <a:lnTo>
                  <a:pt x="0" y="0"/>
                </a:lnTo>
                <a:close/>
              </a:path>
            </a:pathLst>
          </a:custGeom>
          <a:solidFill>
            <a:srgbClr val="8B5E3C"/>
          </a:solidFill>
          <a:ln/>
        </p:spPr>
      </p:sp>
      <p:sp>
        <p:nvSpPr>
          <p:cNvPr id="34" name="S03-mark70"/>
          <p:cNvSpPr/>
          <p:nvPr/>
        </p:nvSpPr>
        <p:spPr>
          <a:xfrm>
            <a:off x="1355402" y="4155261"/>
            <a:ext cx="282702" cy="282702"/>
          </a:xfrm>
          <a:custGeom>
            <a:avLst/>
            <a:gdLst/>
            <a:ahLst/>
            <a:cxnLst/>
            <a:rect l="l" t="t" r="r" b="b"/>
            <a:pathLst>
              <a:path w="282702" h="282702">
                <a:moveTo>
                  <a:pt x="282702" y="141351"/>
                </a:moveTo>
                <a:lnTo>
                  <a:pt x="275849" y="97661"/>
                </a:lnTo>
                <a:lnTo>
                  <a:pt x="255717" y="58254"/>
                </a:lnTo>
                <a:lnTo>
                  <a:pt x="224448" y="26985"/>
                </a:lnTo>
                <a:lnTo>
                  <a:pt x="185041" y="6853"/>
                </a:lnTo>
                <a:lnTo>
                  <a:pt x="141351" y="0"/>
                </a:lnTo>
                <a:lnTo>
                  <a:pt x="97661" y="6853"/>
                </a:lnTo>
                <a:lnTo>
                  <a:pt x="58254" y="26985"/>
                </a:lnTo>
                <a:lnTo>
                  <a:pt x="26985" y="58254"/>
                </a:lnTo>
                <a:lnTo>
                  <a:pt x="6853" y="97661"/>
                </a:lnTo>
                <a:lnTo>
                  <a:pt x="0" y="141351"/>
                </a:lnTo>
                <a:lnTo>
                  <a:pt x="6853" y="185041"/>
                </a:lnTo>
                <a:lnTo>
                  <a:pt x="26985" y="224448"/>
                </a:lnTo>
                <a:lnTo>
                  <a:pt x="58254" y="255717"/>
                </a:lnTo>
                <a:lnTo>
                  <a:pt x="97661" y="275849"/>
                </a:lnTo>
                <a:lnTo>
                  <a:pt x="141351" y="282702"/>
                </a:lnTo>
                <a:lnTo>
                  <a:pt x="185041" y="275849"/>
                </a:lnTo>
                <a:lnTo>
                  <a:pt x="224448" y="255717"/>
                </a:lnTo>
                <a:lnTo>
                  <a:pt x="255717" y="224448"/>
                </a:lnTo>
                <a:lnTo>
                  <a:pt x="275849" y="185041"/>
                </a:lnTo>
                <a:close/>
              </a:path>
            </a:pathLst>
          </a:custGeom>
          <a:solidFill>
            <a:srgbClr val="2A9D8F"/>
          </a:solidFill>
          <a:ln w="15875">
            <a:solidFill>
              <a:srgbClr val="1F2937"/>
            </a:solidFill>
            <a:prstDash val="solid"/>
          </a:ln>
        </p:spPr>
      </p:sp>
      <p:sp>
        <p:nvSpPr>
          <p:cNvPr id="35" name="S03-mark71"/>
          <p:cNvSpPr/>
          <p:nvPr/>
        </p:nvSpPr>
        <p:spPr>
          <a:xfrm>
            <a:off x="3038766" y="4176678"/>
            <a:ext cx="342669" cy="342669"/>
          </a:xfrm>
          <a:custGeom>
            <a:avLst/>
            <a:gdLst/>
            <a:ahLst/>
            <a:cxnLst/>
            <a:rect l="l" t="t" r="r" b="b"/>
            <a:pathLst>
              <a:path w="342669" h="342669">
                <a:moveTo>
                  <a:pt x="342669" y="171335"/>
                </a:moveTo>
                <a:lnTo>
                  <a:pt x="334103" y="118221"/>
                </a:lnTo>
                <a:lnTo>
                  <a:pt x="310116" y="70676"/>
                </a:lnTo>
                <a:lnTo>
                  <a:pt x="271994" y="32554"/>
                </a:lnTo>
                <a:lnTo>
                  <a:pt x="224448" y="8567"/>
                </a:lnTo>
                <a:lnTo>
                  <a:pt x="171335" y="0"/>
                </a:lnTo>
                <a:lnTo>
                  <a:pt x="118221" y="8567"/>
                </a:lnTo>
                <a:lnTo>
                  <a:pt x="70676" y="32554"/>
                </a:lnTo>
                <a:lnTo>
                  <a:pt x="32554" y="70676"/>
                </a:lnTo>
                <a:lnTo>
                  <a:pt x="8567" y="118221"/>
                </a:lnTo>
                <a:lnTo>
                  <a:pt x="0" y="171335"/>
                </a:lnTo>
                <a:lnTo>
                  <a:pt x="8567" y="224448"/>
                </a:lnTo>
                <a:lnTo>
                  <a:pt x="32554" y="271994"/>
                </a:lnTo>
                <a:lnTo>
                  <a:pt x="70676" y="310116"/>
                </a:lnTo>
                <a:lnTo>
                  <a:pt x="118221" y="334103"/>
                </a:lnTo>
                <a:lnTo>
                  <a:pt x="171335" y="342669"/>
                </a:lnTo>
                <a:lnTo>
                  <a:pt x="224448" y="334103"/>
                </a:lnTo>
                <a:lnTo>
                  <a:pt x="271994" y="310116"/>
                </a:lnTo>
                <a:lnTo>
                  <a:pt x="310116" y="271994"/>
                </a:lnTo>
                <a:lnTo>
                  <a:pt x="334103" y="224448"/>
                </a:lnTo>
                <a:close/>
              </a:path>
            </a:pathLst>
          </a:custGeom>
          <a:solidFill>
            <a:srgbClr val="FFFFFF"/>
          </a:solidFill>
          <a:ln w="25400">
            <a:solidFill>
              <a:srgbClr val="C8434E"/>
            </a:solidFill>
            <a:prstDash val="solid"/>
          </a:ln>
        </p:spPr>
      </p:sp>
      <p:sp>
        <p:nvSpPr>
          <p:cNvPr id="36" name="S03-mark72"/>
          <p:cNvSpPr/>
          <p:nvPr/>
        </p:nvSpPr>
        <p:spPr>
          <a:xfrm>
            <a:off x="3180117" y="4232362"/>
            <a:ext cx="59967" cy="231302"/>
          </a:xfrm>
          <a:custGeom>
            <a:avLst/>
            <a:gdLst/>
            <a:ahLst/>
            <a:cxnLst/>
            <a:rect l="l" t="t" r="r" b="b"/>
            <a:pathLst>
              <a:path w="59967" h="231302">
                <a:moveTo>
                  <a:pt x="0" y="231302"/>
                </a:moveTo>
                <a:lnTo>
                  <a:pt x="59967" y="231302"/>
                </a:lnTo>
                <a:lnTo>
                  <a:pt x="59967" y="0"/>
                </a:lnTo>
                <a:lnTo>
                  <a:pt x="0" y="0"/>
                </a:lnTo>
                <a:close/>
              </a:path>
            </a:pathLst>
          </a:custGeom>
          <a:solidFill>
            <a:srgbClr val="C8434E"/>
          </a:solidFill>
          <a:ln/>
        </p:spPr>
      </p:sp>
      <p:sp>
        <p:nvSpPr>
          <p:cNvPr id="37" name="S03-mark73"/>
          <p:cNvSpPr/>
          <p:nvPr/>
        </p:nvSpPr>
        <p:spPr>
          <a:xfrm>
            <a:off x="3094450" y="4318029"/>
            <a:ext cx="231302" cy="59967"/>
          </a:xfrm>
          <a:custGeom>
            <a:avLst/>
            <a:gdLst/>
            <a:ahLst/>
            <a:cxnLst/>
            <a:rect l="l" t="t" r="r" b="b"/>
            <a:pathLst>
              <a:path w="231302" h="59967">
                <a:moveTo>
                  <a:pt x="0" y="59967"/>
                </a:moveTo>
                <a:lnTo>
                  <a:pt x="231302" y="59967"/>
                </a:lnTo>
                <a:lnTo>
                  <a:pt x="231302" y="0"/>
                </a:lnTo>
                <a:lnTo>
                  <a:pt x="0" y="0"/>
                </a:lnTo>
                <a:close/>
              </a:path>
            </a:pathLst>
          </a:custGeom>
          <a:solidFill>
            <a:srgbClr val="C8434E"/>
          </a:solidFill>
          <a:ln/>
        </p:spPr>
      </p:sp>
      <p:sp>
        <p:nvSpPr>
          <p:cNvPr id="38" name="S03-mark74"/>
          <p:cNvSpPr/>
          <p:nvPr/>
        </p:nvSpPr>
        <p:spPr>
          <a:xfrm>
            <a:off x="4769246" y="2883101"/>
            <a:ext cx="308402" cy="342669"/>
          </a:xfrm>
          <a:custGeom>
            <a:avLst/>
            <a:gdLst/>
            <a:ahLst/>
            <a:cxnLst/>
            <a:rect l="l" t="t" r="r" b="b"/>
            <a:pathLst>
              <a:path w="308402" h="342669">
                <a:moveTo>
                  <a:pt x="0" y="342669"/>
                </a:moveTo>
                <a:lnTo>
                  <a:pt x="308402" y="342669"/>
                </a:lnTo>
                <a:lnTo>
                  <a:pt x="308402" y="145635"/>
                </a:lnTo>
                <a:lnTo>
                  <a:pt x="154201" y="0"/>
                </a:lnTo>
                <a:lnTo>
                  <a:pt x="0" y="145635"/>
                </a:lnTo>
                <a:close/>
              </a:path>
            </a:pathLst>
          </a:custGeom>
          <a:solidFill>
            <a:srgbClr val="F2C14E"/>
          </a:solidFill>
          <a:ln w="15875">
            <a:solidFill>
              <a:srgbClr val="1F2937"/>
            </a:solidFill>
            <a:prstDash val="solid"/>
          </a:ln>
        </p:spPr>
      </p:sp>
      <p:sp>
        <p:nvSpPr>
          <p:cNvPr id="39" name="S03-mark75"/>
          <p:cNvSpPr/>
          <p:nvPr/>
        </p:nvSpPr>
        <p:spPr>
          <a:xfrm>
            <a:off x="5735146" y="2065835"/>
            <a:ext cx="346953" cy="300692"/>
          </a:xfrm>
          <a:custGeom>
            <a:avLst/>
            <a:gdLst/>
            <a:ahLst/>
            <a:cxnLst/>
            <a:rect l="l" t="t" r="r" b="b"/>
            <a:pathLst>
              <a:path w="346953" h="300692">
                <a:moveTo>
                  <a:pt x="0" y="300692"/>
                </a:moveTo>
                <a:lnTo>
                  <a:pt x="346953" y="300692"/>
                </a:lnTo>
                <a:lnTo>
                  <a:pt x="173476" y="0"/>
                </a:lnTo>
                <a:close/>
              </a:path>
            </a:pathLst>
          </a:custGeom>
          <a:solidFill>
            <a:srgbClr val="8B5E3C"/>
          </a:solidFill>
          <a:ln w="15875">
            <a:solidFill>
              <a:srgbClr val="1F2937"/>
            </a:solidFill>
            <a:prstDash val="solid"/>
          </a:ln>
        </p:spPr>
      </p:sp>
      <p:sp>
        <p:nvSpPr>
          <p:cNvPr id="40" name="S03-mark76"/>
          <p:cNvSpPr/>
          <p:nvPr/>
        </p:nvSpPr>
        <p:spPr>
          <a:xfrm>
            <a:off x="5792971" y="2559707"/>
            <a:ext cx="277562" cy="192752"/>
          </a:xfrm>
          <a:custGeom>
            <a:avLst/>
            <a:gdLst/>
            <a:ahLst/>
            <a:cxnLst/>
            <a:rect l="l" t="t" r="r" b="b"/>
            <a:pathLst>
              <a:path w="277562" h="192752">
                <a:moveTo>
                  <a:pt x="0" y="0"/>
                </a:moveTo>
                <a:lnTo>
                  <a:pt x="277562" y="96376"/>
                </a:lnTo>
                <a:lnTo>
                  <a:pt x="0" y="192752"/>
                </a:lnTo>
                <a:close/>
              </a:path>
            </a:pathLst>
          </a:custGeom>
          <a:solidFill>
            <a:srgbClr val="E9762B"/>
          </a:solidFill>
          <a:ln w="15875">
            <a:solidFill>
              <a:srgbClr val="1F2937"/>
            </a:solidFill>
            <a:prstDash val="solid"/>
          </a:ln>
        </p:spPr>
      </p:sp>
      <p:sp>
        <p:nvSpPr>
          <p:cNvPr id="41" name="S03-mark77"/>
          <p:cNvSpPr/>
          <p:nvPr/>
        </p:nvSpPr>
        <p:spPr>
          <a:xfrm>
            <a:off x="5769841" y="2559707"/>
            <a:ext cx="46260" cy="346953"/>
          </a:xfrm>
          <a:custGeom>
            <a:avLst/>
            <a:gdLst/>
            <a:ahLst/>
            <a:cxnLst/>
            <a:rect l="l" t="t" r="r" b="b"/>
            <a:pathLst>
              <a:path w="46260" h="346953">
                <a:moveTo>
                  <a:pt x="0" y="346953"/>
                </a:moveTo>
                <a:lnTo>
                  <a:pt x="46260" y="346953"/>
                </a:lnTo>
                <a:lnTo>
                  <a:pt x="46260" y="0"/>
                </a:lnTo>
                <a:lnTo>
                  <a:pt x="0" y="0"/>
                </a:lnTo>
                <a:close/>
              </a:path>
            </a:pathLst>
          </a:custGeom>
          <a:solidFill>
            <a:srgbClr val="1F2937"/>
          </a:solidFill>
          <a:ln/>
        </p:spPr>
      </p:sp>
      <p:sp>
        <p:nvSpPr>
          <p:cNvPr id="42" name="S03-mark78"/>
          <p:cNvSpPr/>
          <p:nvPr/>
        </p:nvSpPr>
        <p:spPr>
          <a:xfrm>
            <a:off x="5731291" y="3115260"/>
            <a:ext cx="177331" cy="262142"/>
          </a:xfrm>
          <a:custGeom>
            <a:avLst/>
            <a:gdLst/>
            <a:ahLst/>
            <a:cxnLst/>
            <a:rect l="l" t="t" r="r" b="b"/>
            <a:pathLst>
              <a:path w="177331" h="262142">
                <a:moveTo>
                  <a:pt x="0" y="0"/>
                </a:moveTo>
                <a:lnTo>
                  <a:pt x="177331" y="38550"/>
                </a:lnTo>
                <a:lnTo>
                  <a:pt x="177331" y="262142"/>
                </a:lnTo>
                <a:lnTo>
                  <a:pt x="0" y="223592"/>
                </a:lnTo>
                <a:close/>
              </a:path>
            </a:pathLst>
          </a:custGeom>
          <a:solidFill>
            <a:srgbClr val="3D5A80"/>
          </a:solidFill>
          <a:ln w="15875">
            <a:solidFill>
              <a:srgbClr val="1F2937"/>
            </a:solidFill>
            <a:prstDash val="solid"/>
          </a:ln>
        </p:spPr>
      </p:sp>
      <p:sp>
        <p:nvSpPr>
          <p:cNvPr id="43" name="S03-mark79"/>
          <p:cNvSpPr/>
          <p:nvPr/>
        </p:nvSpPr>
        <p:spPr>
          <a:xfrm>
            <a:off x="5908622" y="3115260"/>
            <a:ext cx="177331" cy="262142"/>
          </a:xfrm>
          <a:custGeom>
            <a:avLst/>
            <a:gdLst/>
            <a:ahLst/>
            <a:cxnLst/>
            <a:rect l="l" t="t" r="r" b="b"/>
            <a:pathLst>
              <a:path w="177331" h="262142">
                <a:moveTo>
                  <a:pt x="177331" y="0"/>
                </a:moveTo>
                <a:lnTo>
                  <a:pt x="0" y="38550"/>
                </a:lnTo>
                <a:lnTo>
                  <a:pt x="0" y="262142"/>
                </a:lnTo>
                <a:lnTo>
                  <a:pt x="177331" y="223592"/>
                </a:lnTo>
                <a:close/>
              </a:path>
            </a:pathLst>
          </a:custGeom>
          <a:solidFill>
            <a:srgbClr val="3D5A80"/>
          </a:solidFill>
          <a:ln w="15875">
            <a:solidFill>
              <a:srgbClr val="1F2937"/>
            </a:solidFill>
            <a:prstDash val="solid"/>
          </a:ln>
        </p:spPr>
      </p:sp>
      <p:sp>
        <p:nvSpPr>
          <p:cNvPr id="44" name="S03-mark80"/>
          <p:cNvSpPr/>
          <p:nvPr/>
        </p:nvSpPr>
        <p:spPr>
          <a:xfrm>
            <a:off x="5754421" y="3589857"/>
            <a:ext cx="308402" cy="308402"/>
          </a:xfrm>
          <a:custGeom>
            <a:avLst/>
            <a:gdLst/>
            <a:ahLst/>
            <a:cxnLst/>
            <a:rect l="l" t="t" r="r" b="b"/>
            <a:pathLst>
              <a:path w="308402" h="308402">
                <a:moveTo>
                  <a:pt x="308402" y="154201"/>
                </a:moveTo>
                <a:lnTo>
                  <a:pt x="300692" y="106656"/>
                </a:lnTo>
                <a:lnTo>
                  <a:pt x="278847" y="63394"/>
                </a:lnTo>
                <a:lnTo>
                  <a:pt x="245009" y="29555"/>
                </a:lnTo>
                <a:lnTo>
                  <a:pt x="201747" y="7710"/>
                </a:lnTo>
                <a:lnTo>
                  <a:pt x="154201" y="0"/>
                </a:lnTo>
                <a:lnTo>
                  <a:pt x="106656" y="7710"/>
                </a:lnTo>
                <a:lnTo>
                  <a:pt x="63394" y="29555"/>
                </a:lnTo>
                <a:lnTo>
                  <a:pt x="29555" y="63394"/>
                </a:lnTo>
                <a:lnTo>
                  <a:pt x="7710" y="106656"/>
                </a:lnTo>
                <a:lnTo>
                  <a:pt x="0" y="154201"/>
                </a:lnTo>
                <a:lnTo>
                  <a:pt x="7710" y="201747"/>
                </a:lnTo>
                <a:lnTo>
                  <a:pt x="29555" y="245009"/>
                </a:lnTo>
                <a:lnTo>
                  <a:pt x="63394" y="278847"/>
                </a:lnTo>
                <a:lnTo>
                  <a:pt x="106656" y="300692"/>
                </a:lnTo>
                <a:lnTo>
                  <a:pt x="154201" y="308402"/>
                </a:lnTo>
                <a:lnTo>
                  <a:pt x="201747" y="300692"/>
                </a:lnTo>
                <a:lnTo>
                  <a:pt x="245009" y="278847"/>
                </a:lnTo>
                <a:lnTo>
                  <a:pt x="278847" y="245009"/>
                </a:lnTo>
                <a:lnTo>
                  <a:pt x="300692" y="201747"/>
                </a:lnTo>
                <a:close/>
              </a:path>
            </a:pathLst>
          </a:custGeom>
          <a:solidFill>
            <a:srgbClr val="FFFFFF"/>
          </a:solidFill>
          <a:ln w="25400">
            <a:solidFill>
              <a:srgbClr val="C8434E"/>
            </a:solidFill>
            <a:prstDash val="solid"/>
          </a:ln>
        </p:spPr>
      </p:sp>
      <p:sp>
        <p:nvSpPr>
          <p:cNvPr id="45" name="S03-mark81"/>
          <p:cNvSpPr/>
          <p:nvPr/>
        </p:nvSpPr>
        <p:spPr>
          <a:xfrm>
            <a:off x="5881637" y="3639972"/>
            <a:ext cx="53970" cy="208172"/>
          </a:xfrm>
          <a:custGeom>
            <a:avLst/>
            <a:gdLst/>
            <a:ahLst/>
            <a:cxnLst/>
            <a:rect l="l" t="t" r="r" b="b"/>
            <a:pathLst>
              <a:path w="53970" h="208172">
                <a:moveTo>
                  <a:pt x="0" y="208172"/>
                </a:moveTo>
                <a:lnTo>
                  <a:pt x="53970" y="208172"/>
                </a:lnTo>
                <a:lnTo>
                  <a:pt x="53970" y="0"/>
                </a:lnTo>
                <a:lnTo>
                  <a:pt x="0" y="0"/>
                </a:lnTo>
                <a:close/>
              </a:path>
            </a:pathLst>
          </a:custGeom>
          <a:solidFill>
            <a:srgbClr val="C8434E"/>
          </a:solidFill>
          <a:ln/>
        </p:spPr>
      </p:sp>
      <p:sp>
        <p:nvSpPr>
          <p:cNvPr id="46" name="S03-mark82"/>
          <p:cNvSpPr/>
          <p:nvPr/>
        </p:nvSpPr>
        <p:spPr>
          <a:xfrm>
            <a:off x="5804536" y="3717073"/>
            <a:ext cx="208172" cy="53970"/>
          </a:xfrm>
          <a:custGeom>
            <a:avLst/>
            <a:gdLst/>
            <a:ahLst/>
            <a:cxnLst/>
            <a:rect l="l" t="t" r="r" b="b"/>
            <a:pathLst>
              <a:path w="208172" h="53970">
                <a:moveTo>
                  <a:pt x="0" y="53970"/>
                </a:moveTo>
                <a:lnTo>
                  <a:pt x="208172" y="53970"/>
                </a:lnTo>
                <a:lnTo>
                  <a:pt x="208172" y="0"/>
                </a:lnTo>
                <a:lnTo>
                  <a:pt x="0" y="0"/>
                </a:lnTo>
                <a:close/>
              </a:path>
            </a:pathLst>
          </a:custGeom>
          <a:solidFill>
            <a:srgbClr val="C8434E"/>
          </a:solidFill>
          <a:ln/>
        </p:spPr>
      </p:sp>
      <p:sp>
        <p:nvSpPr>
          <p:cNvPr id="47" name="S03-mark83"/>
          <p:cNvSpPr/>
          <p:nvPr/>
        </p:nvSpPr>
        <p:spPr>
          <a:xfrm>
            <a:off x="5885492" y="4268771"/>
            <a:ext cx="46260" cy="154201"/>
          </a:xfrm>
          <a:custGeom>
            <a:avLst/>
            <a:gdLst/>
            <a:ahLst/>
            <a:cxnLst/>
            <a:rect l="l" t="t" r="r" b="b"/>
            <a:pathLst>
              <a:path w="46260" h="154201">
                <a:moveTo>
                  <a:pt x="0" y="154201"/>
                </a:moveTo>
                <a:lnTo>
                  <a:pt x="46260" y="154201"/>
                </a:lnTo>
                <a:lnTo>
                  <a:pt x="46260" y="0"/>
                </a:lnTo>
                <a:lnTo>
                  <a:pt x="0" y="0"/>
                </a:lnTo>
                <a:close/>
              </a:path>
            </a:pathLst>
          </a:custGeom>
          <a:solidFill>
            <a:srgbClr val="8B5E3C"/>
          </a:solidFill>
          <a:ln/>
        </p:spPr>
      </p:sp>
      <p:sp>
        <p:nvSpPr>
          <p:cNvPr id="48" name="S03-mark84"/>
          <p:cNvSpPr/>
          <p:nvPr/>
        </p:nvSpPr>
        <p:spPr>
          <a:xfrm>
            <a:off x="5781406" y="4076019"/>
            <a:ext cx="254432" cy="254432"/>
          </a:xfrm>
          <a:custGeom>
            <a:avLst/>
            <a:gdLst/>
            <a:ahLst/>
            <a:cxnLst/>
            <a:rect l="l" t="t" r="r" b="b"/>
            <a:pathLst>
              <a:path w="254432" h="254432">
                <a:moveTo>
                  <a:pt x="254432" y="127216"/>
                </a:moveTo>
                <a:lnTo>
                  <a:pt x="248007" y="87809"/>
                </a:lnTo>
                <a:lnTo>
                  <a:pt x="230017" y="52257"/>
                </a:lnTo>
                <a:lnTo>
                  <a:pt x="202175" y="24415"/>
                </a:lnTo>
                <a:lnTo>
                  <a:pt x="166623" y="6425"/>
                </a:lnTo>
                <a:lnTo>
                  <a:pt x="127216" y="0"/>
                </a:lnTo>
                <a:lnTo>
                  <a:pt x="87809" y="6425"/>
                </a:lnTo>
                <a:lnTo>
                  <a:pt x="52257" y="24415"/>
                </a:lnTo>
                <a:lnTo>
                  <a:pt x="24415" y="52257"/>
                </a:lnTo>
                <a:lnTo>
                  <a:pt x="6425" y="87809"/>
                </a:lnTo>
                <a:lnTo>
                  <a:pt x="0" y="127216"/>
                </a:lnTo>
                <a:lnTo>
                  <a:pt x="6425" y="166623"/>
                </a:lnTo>
                <a:lnTo>
                  <a:pt x="24415" y="202175"/>
                </a:lnTo>
                <a:lnTo>
                  <a:pt x="52257" y="230017"/>
                </a:lnTo>
                <a:lnTo>
                  <a:pt x="87809" y="248007"/>
                </a:lnTo>
                <a:lnTo>
                  <a:pt x="127216" y="254432"/>
                </a:lnTo>
                <a:lnTo>
                  <a:pt x="166623" y="248007"/>
                </a:lnTo>
                <a:lnTo>
                  <a:pt x="202175" y="230017"/>
                </a:lnTo>
                <a:lnTo>
                  <a:pt x="230017" y="202175"/>
                </a:lnTo>
                <a:lnTo>
                  <a:pt x="248007" y="166623"/>
                </a:lnTo>
                <a:close/>
              </a:path>
            </a:pathLst>
          </a:custGeom>
          <a:solidFill>
            <a:srgbClr val="2A9D8F"/>
          </a:solidFill>
          <a:ln w="15875">
            <a:solidFill>
              <a:srgbClr val="1F2937"/>
            </a:solidFill>
            <a:prstDash val="solid"/>
          </a:ln>
        </p:spPr>
      </p:sp>
      <p:sp>
        <p:nvSpPr>
          <p:cNvPr id="49" name="S03-mark85"/>
          <p:cNvSpPr/>
          <p:nvPr/>
        </p:nvSpPr>
        <p:spPr>
          <a:xfrm>
            <a:off x="5769841" y="4593022"/>
            <a:ext cx="277562" cy="308402"/>
          </a:xfrm>
          <a:custGeom>
            <a:avLst/>
            <a:gdLst/>
            <a:ahLst/>
            <a:cxnLst/>
            <a:rect l="l" t="t" r="r" b="b"/>
            <a:pathLst>
              <a:path w="277562" h="308402">
                <a:moveTo>
                  <a:pt x="0" y="308402"/>
                </a:moveTo>
                <a:lnTo>
                  <a:pt x="277562" y="308402"/>
                </a:lnTo>
                <a:lnTo>
                  <a:pt x="277562" y="131071"/>
                </a:lnTo>
                <a:lnTo>
                  <a:pt x="138781" y="0"/>
                </a:lnTo>
                <a:lnTo>
                  <a:pt x="0" y="131071"/>
                </a:lnTo>
                <a:close/>
              </a:path>
            </a:pathLst>
          </a:custGeom>
          <a:solidFill>
            <a:srgbClr val="F2C14E"/>
          </a:solidFill>
          <a:ln w="15875">
            <a:solidFill>
              <a:srgbClr val="1F2937"/>
            </a:solidFill>
            <a:prstDash val="solid"/>
          </a:ln>
        </p:spPr>
      </p:sp>
      <p:sp>
        <p:nvSpPr>
          <p:cNvPr id="50" name="S03-mark86"/>
          <p:cNvSpPr/>
          <p:nvPr/>
        </p:nvSpPr>
        <p:spPr>
          <a:xfrm>
            <a:off x="5651620" y="1520990"/>
            <a:ext cx="1884682" cy="4501819"/>
          </a:xfrm>
          <a:custGeom>
            <a:avLst/>
            <a:gdLst/>
            <a:ahLst/>
            <a:cxnLst/>
            <a:rect l="l" t="t" r="r" b="b"/>
            <a:pathLst>
              <a:path w="1884682" h="4501819">
                <a:moveTo>
                  <a:pt x="0" y="4501819"/>
                </a:moveTo>
                <a:lnTo>
                  <a:pt x="1884682" y="4501819"/>
                </a:lnTo>
                <a:lnTo>
                  <a:pt x="1884682" y="0"/>
                </a:lnTo>
                <a:lnTo>
                  <a:pt x="0" y="0"/>
                </a:lnTo>
                <a:lnTo>
                  <a:pt x="0" y="4501819"/>
                </a:lnTo>
              </a:path>
            </a:pathLst>
          </a:custGeom>
          <a:noFill/>
          <a:ln w="15875">
            <a:solidFill>
              <a:srgbClr val="1F2937"/>
            </a:solidFill>
            <a:prstDash val="solid"/>
          </a:ln>
        </p:spPr>
      </p:sp>
      <p:sp>
        <p:nvSpPr>
          <p:cNvPr id="51" name="S03-mark87"/>
          <p:cNvSpPr/>
          <p:nvPr/>
        </p:nvSpPr>
        <p:spPr>
          <a:xfrm>
            <a:off x="5651620" y="1949327"/>
            <a:ext cx="1884682" cy="9144"/>
          </a:xfrm>
          <a:custGeom>
            <a:avLst/>
            <a:gdLst/>
            <a:ahLst/>
            <a:cxnLst/>
            <a:rect l="l" t="t" r="r" b="b"/>
            <a:pathLst>
              <a:path w="1884682" h="9144">
                <a:moveTo>
                  <a:pt x="0" y="0"/>
                </a:moveTo>
                <a:lnTo>
                  <a:pt x="1884682" y="0"/>
                </a:lnTo>
              </a:path>
            </a:pathLst>
          </a:custGeom>
          <a:noFill/>
          <a:ln w="12700">
            <a:solidFill>
              <a:srgbClr val="1F2937"/>
            </a:solidFill>
            <a:prstDash val="solid"/>
          </a:ln>
        </p:spPr>
      </p:sp>
      <p:sp>
        <p:nvSpPr>
          <p:cNvPr id="52" name="S03-mark88"/>
          <p:cNvSpPr/>
          <p:nvPr/>
        </p:nvSpPr>
        <p:spPr>
          <a:xfrm flipV="1">
            <a:off x="4923448" y="2291996"/>
            <a:ext cx="0" cy="428337"/>
          </a:xfrm>
          <a:prstGeom prst="line">
            <a:avLst/>
          </a:prstGeom>
          <a:noFill/>
          <a:ln w="31750">
            <a:solidFill>
              <a:srgbClr val="1F2937"/>
            </a:solidFill>
            <a:prstDash val="solid"/>
            <a:tailEnd type="triangle"/>
          </a:ln>
        </p:spPr>
      </p:sp>
      <p:sp>
        <p:nvSpPr>
          <p:cNvPr id="53" name="S03-mark89"/>
          <p:cNvSpPr/>
          <p:nvPr/>
        </p:nvSpPr>
        <p:spPr>
          <a:xfrm>
            <a:off x="4773530" y="2506165"/>
            <a:ext cx="299836" cy="0"/>
          </a:xfrm>
          <a:prstGeom prst="line">
            <a:avLst/>
          </a:prstGeom>
          <a:noFill/>
          <a:ln w="25400">
            <a:solidFill>
              <a:srgbClr val="1F2937"/>
            </a:solidFill>
            <a:prstDash val="solid"/>
          </a:ln>
        </p:spPr>
      </p:sp>
      <p:sp>
        <p:nvSpPr>
          <p:cNvPr id="54" name="S03-mark90"/>
          <p:cNvSpPr/>
          <p:nvPr/>
        </p:nvSpPr>
        <p:spPr>
          <a:xfrm>
            <a:off x="640080" y="5525939"/>
            <a:ext cx="428337" cy="0"/>
          </a:xfrm>
          <a:prstGeom prst="line">
            <a:avLst/>
          </a:prstGeom>
          <a:noFill/>
          <a:ln w="38100">
            <a:solidFill>
              <a:srgbClr val="1F2937"/>
            </a:solidFill>
            <a:prstDash val="solid"/>
          </a:ln>
        </p:spPr>
      </p:sp>
      <p:sp>
        <p:nvSpPr>
          <p:cNvPr id="55" name="S03-mark91"/>
          <p:cNvSpPr/>
          <p:nvPr/>
        </p:nvSpPr>
        <p:spPr>
          <a:xfrm>
            <a:off x="640080" y="5431705"/>
            <a:ext cx="0" cy="188468"/>
          </a:xfrm>
          <a:prstGeom prst="line">
            <a:avLst/>
          </a:prstGeom>
          <a:noFill/>
          <a:ln w="25400">
            <a:solidFill>
              <a:srgbClr val="1F2937"/>
            </a:solidFill>
            <a:prstDash val="solid"/>
          </a:ln>
        </p:spPr>
      </p:sp>
      <p:sp>
        <p:nvSpPr>
          <p:cNvPr id="56" name="S03-mark92"/>
          <p:cNvSpPr/>
          <p:nvPr/>
        </p:nvSpPr>
        <p:spPr>
          <a:xfrm>
            <a:off x="1068417" y="5431705"/>
            <a:ext cx="0" cy="188468"/>
          </a:xfrm>
          <a:prstGeom prst="line">
            <a:avLst/>
          </a:prstGeom>
          <a:noFill/>
          <a:ln w="25400">
            <a:solidFill>
              <a:srgbClr val="1F2937"/>
            </a:solidFill>
            <a:prstDash val="solid"/>
          </a:ln>
        </p:spPr>
      </p:sp>
      <p:sp>
        <p:nvSpPr>
          <p:cNvPr id="57" name="S03-mark93"/>
          <p:cNvSpPr/>
          <p:nvPr/>
        </p:nvSpPr>
        <p:spPr>
          <a:xfrm>
            <a:off x="5715871" y="5260370"/>
            <a:ext cx="385503" cy="0"/>
          </a:xfrm>
          <a:prstGeom prst="line">
            <a:avLst/>
          </a:prstGeom>
          <a:noFill/>
          <a:ln w="88900">
            <a:solidFill>
              <a:srgbClr val="A3AAB4"/>
            </a:solidFill>
            <a:prstDash val="solid"/>
          </a:ln>
        </p:spPr>
      </p:sp>
      <p:sp>
        <p:nvSpPr>
          <p:cNvPr id="58" name="S03-mark94"/>
          <p:cNvSpPr/>
          <p:nvPr/>
        </p:nvSpPr>
        <p:spPr>
          <a:xfrm>
            <a:off x="5715871" y="5765808"/>
            <a:ext cx="385503" cy="0"/>
          </a:xfrm>
          <a:prstGeom prst="line">
            <a:avLst/>
          </a:prstGeom>
          <a:noFill/>
          <a:ln w="88900">
            <a:solidFill>
              <a:srgbClr val="4A90C8"/>
            </a:solidFill>
            <a:prstDash val="solid"/>
          </a:ln>
        </p:spPr>
      </p:sp>
      <p:sp>
        <p:nvSpPr>
          <p:cNvPr id="59" name="S03-label96"/>
          <p:cNvSpPr txBox="1"/>
          <p:nvPr/>
        </p:nvSpPr>
        <p:spPr>
          <a:xfrm>
            <a:off x="4719232" y="186591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03-label98"/>
          <p:cNvSpPr txBox="1"/>
          <p:nvPr/>
        </p:nvSpPr>
        <p:spPr>
          <a:xfrm>
            <a:off x="1248725" y="53354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03-label100"/>
          <p:cNvSpPr txBox="1"/>
          <p:nvPr/>
        </p:nvSpPr>
        <p:spPr>
          <a:xfrm>
            <a:off x="6240393" y="154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03-label102"/>
          <p:cNvSpPr txBox="1"/>
          <p:nvPr/>
        </p:nvSpPr>
        <p:spPr>
          <a:xfrm>
            <a:off x="6182858" y="20372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03-label104"/>
          <p:cNvSpPr txBox="1"/>
          <p:nvPr/>
        </p:nvSpPr>
        <p:spPr>
          <a:xfrm>
            <a:off x="6233111" y="2542683"/>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03-label106"/>
          <p:cNvSpPr txBox="1"/>
          <p:nvPr/>
        </p:nvSpPr>
        <p:spPr>
          <a:xfrm>
            <a:off x="6283793" y="304812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03-label108"/>
          <p:cNvSpPr txBox="1"/>
          <p:nvPr/>
        </p:nvSpPr>
        <p:spPr>
          <a:xfrm>
            <a:off x="6233111" y="355355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03-label110"/>
          <p:cNvSpPr txBox="1"/>
          <p:nvPr/>
        </p:nvSpPr>
        <p:spPr>
          <a:xfrm>
            <a:off x="6233111" y="40589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03-label112"/>
          <p:cNvSpPr txBox="1"/>
          <p:nvPr/>
        </p:nvSpPr>
        <p:spPr>
          <a:xfrm>
            <a:off x="6182858" y="456443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03-label114"/>
          <p:cNvSpPr txBox="1"/>
          <p:nvPr/>
        </p:nvSpPr>
        <p:spPr>
          <a:xfrm>
            <a:off x="6233111" y="506987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03-label116"/>
          <p:cNvSpPr txBox="1"/>
          <p:nvPr/>
        </p:nvSpPr>
        <p:spPr>
          <a:xfrm>
            <a:off x="6233111" y="55753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03-card117"/>
          <p:cNvSpPr/>
          <p:nvPr/>
        </p:nvSpPr>
        <p:spPr>
          <a:xfrm>
            <a:off x="7993502" y="2043684"/>
            <a:ext cx="3646810" cy="1613916"/>
          </a:xfrm>
          <a:prstGeom prst="roundRect">
            <a:avLst>
              <a:gd name="adj" fmla="val 6799"/>
            </a:avLst>
          </a:prstGeom>
          <a:solidFill>
            <a:srgbClr val="EAF3F1"/>
          </a:solidFill>
          <a:ln w="12700">
            <a:solidFill>
              <a:srgbClr val="EAF3F1"/>
            </a:solidFill>
            <a:prstDash val="solid"/>
          </a:ln>
        </p:spPr>
      </p:sp>
      <p:sp>
        <p:nvSpPr>
          <p:cNvPr id="71" name="S03-cardtext118"/>
          <p:cNvSpPr txBox="1"/>
          <p:nvPr/>
        </p:nvSpPr>
        <p:spPr>
          <a:xfrm>
            <a:off x="8267822" y="2180844"/>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기호</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땅 위의 모습을 간단히 나타낸 약속</a:t>
            </a:r>
            <a:endParaRPr lang="ko-KR" sz="3000" dirty="0"/>
          </a:p>
        </p:txBody>
      </p:sp>
      <p:sp>
        <p:nvSpPr>
          <p:cNvPr id="72" name="S03-card119"/>
          <p:cNvSpPr/>
          <p:nvPr/>
        </p:nvSpPr>
        <p:spPr>
          <a:xfrm>
            <a:off x="7993502" y="3886200"/>
            <a:ext cx="3646810" cy="1613916"/>
          </a:xfrm>
          <a:prstGeom prst="roundRect">
            <a:avLst>
              <a:gd name="adj" fmla="val 6799"/>
            </a:avLst>
          </a:prstGeom>
          <a:solidFill>
            <a:srgbClr val="EAF3F1"/>
          </a:solidFill>
          <a:ln w="12700">
            <a:solidFill>
              <a:srgbClr val="EAF3F1"/>
            </a:solidFill>
            <a:prstDash val="solid"/>
          </a:ln>
        </p:spPr>
      </p:sp>
      <p:sp>
        <p:nvSpPr>
          <p:cNvPr id="73" name="S03-cardtext120"/>
          <p:cNvSpPr txBox="1"/>
          <p:nvPr/>
        </p:nvSpPr>
        <p:spPr>
          <a:xfrm>
            <a:off x="8267822" y="4023360"/>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범례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기호의 뜻을 모아 놓은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21"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2"/>
          <p:cNvSpPr/>
          <p:nvPr/>
        </p:nvSpPr>
        <p:spPr>
          <a:xfrm>
            <a:off x="1733702" y="3771900"/>
            <a:ext cx="1920240" cy="0"/>
          </a:xfrm>
          <a:prstGeom prst="line">
            <a:avLst/>
          </a:prstGeom>
          <a:noFill/>
          <a:ln w="25400">
            <a:solidFill>
              <a:srgbClr val="1F2937"/>
            </a:solidFill>
            <a:prstDash val="solid"/>
          </a:ln>
        </p:spPr>
      </p:sp>
      <p:sp>
        <p:nvSpPr>
          <p:cNvPr id="5" name="S04-label124"/>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6"/>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8"/>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30"/>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31"/>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2"/>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3"/>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4"/>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5"/>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6"/>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40"/>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41"/>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2"/>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3"/>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4"/>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5"/>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6"/>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7"/>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8"/>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9"/>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50"/>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51"/>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2"/>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3"/>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4"/>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5"/>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6"/>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7"/>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8"/>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9"/>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60"/>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61"/>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2"/>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3"/>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4"/>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5"/>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6"/>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7"/>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8"/>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9"/>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70"/>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71"/>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2"/>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3"/>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4"/>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5"/>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6"/>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7"/>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8"/>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9"/>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80"/>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81"/>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2"/>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3"/>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4"/>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5"/>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6"/>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5-mark187"/>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8"/>
          <p:cNvSpPr/>
          <p:nvPr/>
        </p:nvSpPr>
        <p:spPr>
          <a:xfrm flipV="1">
            <a:off x="9586235" y="2111635"/>
            <a:ext cx="0" cy="321744"/>
          </a:xfrm>
          <a:prstGeom prst="line">
            <a:avLst/>
          </a:prstGeom>
          <a:noFill/>
          <a:ln w="31750">
            <a:solidFill>
              <a:srgbClr val="1F2937"/>
            </a:solidFill>
            <a:prstDash val="solid"/>
            <a:tailEnd type="triangle"/>
          </a:ln>
        </p:spPr>
      </p:sp>
      <p:sp>
        <p:nvSpPr>
          <p:cNvPr id="55" name="S05-mark189"/>
          <p:cNvSpPr/>
          <p:nvPr/>
        </p:nvSpPr>
        <p:spPr>
          <a:xfrm>
            <a:off x="9473624" y="2272507"/>
            <a:ext cx="225221" cy="0"/>
          </a:xfrm>
          <a:prstGeom prst="line">
            <a:avLst/>
          </a:prstGeom>
          <a:noFill/>
          <a:ln w="25400">
            <a:solidFill>
              <a:srgbClr val="1F2937"/>
            </a:solidFill>
            <a:prstDash val="solid"/>
          </a:ln>
        </p:spPr>
      </p:sp>
      <p:sp>
        <p:nvSpPr>
          <p:cNvPr id="56" name="S05-mark190"/>
          <p:cNvSpPr/>
          <p:nvPr/>
        </p:nvSpPr>
        <p:spPr>
          <a:xfrm>
            <a:off x="6368796" y="4540801"/>
            <a:ext cx="321744" cy="0"/>
          </a:xfrm>
          <a:prstGeom prst="line">
            <a:avLst/>
          </a:prstGeom>
          <a:noFill/>
          <a:ln w="38100">
            <a:solidFill>
              <a:srgbClr val="1F2937"/>
            </a:solidFill>
            <a:prstDash val="solid"/>
          </a:ln>
        </p:spPr>
      </p:sp>
      <p:sp>
        <p:nvSpPr>
          <p:cNvPr id="57" name="S05-mark191"/>
          <p:cNvSpPr/>
          <p:nvPr/>
        </p:nvSpPr>
        <p:spPr>
          <a:xfrm>
            <a:off x="6368796" y="4470017"/>
            <a:ext cx="0" cy="141567"/>
          </a:xfrm>
          <a:prstGeom prst="line">
            <a:avLst/>
          </a:prstGeom>
          <a:noFill/>
          <a:ln w="25400">
            <a:solidFill>
              <a:srgbClr val="1F2937"/>
            </a:solidFill>
            <a:prstDash val="solid"/>
          </a:ln>
        </p:spPr>
      </p:sp>
      <p:sp>
        <p:nvSpPr>
          <p:cNvPr id="58" name="S05-mark192"/>
          <p:cNvSpPr/>
          <p:nvPr/>
        </p:nvSpPr>
        <p:spPr>
          <a:xfrm>
            <a:off x="6690540" y="4470017"/>
            <a:ext cx="0" cy="141567"/>
          </a:xfrm>
          <a:prstGeom prst="line">
            <a:avLst/>
          </a:prstGeom>
          <a:noFill/>
          <a:ln w="25400">
            <a:solidFill>
              <a:srgbClr val="1F2937"/>
            </a:solidFill>
            <a:prstDash val="solid"/>
          </a:ln>
        </p:spPr>
      </p:sp>
      <p:sp>
        <p:nvSpPr>
          <p:cNvPr id="59" name="S05-mark193"/>
          <p:cNvSpPr/>
          <p:nvPr/>
        </p:nvSpPr>
        <p:spPr>
          <a:xfrm>
            <a:off x="10181461" y="4341320"/>
            <a:ext cx="289569" cy="0"/>
          </a:xfrm>
          <a:prstGeom prst="line">
            <a:avLst/>
          </a:prstGeom>
          <a:noFill/>
          <a:ln w="88900">
            <a:solidFill>
              <a:srgbClr val="A3AAB4"/>
            </a:solidFill>
            <a:prstDash val="solid"/>
          </a:ln>
        </p:spPr>
      </p:sp>
      <p:sp>
        <p:nvSpPr>
          <p:cNvPr id="60" name="S05-mark194"/>
          <p:cNvSpPr/>
          <p:nvPr/>
        </p:nvSpPr>
        <p:spPr>
          <a:xfrm>
            <a:off x="10181461" y="4720978"/>
            <a:ext cx="289569" cy="0"/>
          </a:xfrm>
          <a:prstGeom prst="line">
            <a:avLst/>
          </a:prstGeom>
          <a:noFill/>
          <a:ln w="88900">
            <a:solidFill>
              <a:srgbClr val="4A90C8"/>
            </a:solidFill>
            <a:prstDash val="solid"/>
          </a:ln>
        </p:spPr>
      </p:sp>
      <p:sp>
        <p:nvSpPr>
          <p:cNvPr id="61" name="S05-label196"/>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8"/>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200"/>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2"/>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4"/>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6"/>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8"/>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10"/>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2"/>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4"/>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6"/>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7"/>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8"/>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9"/>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20"/>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21"/>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2"/>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3"/>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4"/>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7"/>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8"/>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9"/>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30"/>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3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2"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3"/>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4"/>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5"/>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6"/>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7"/>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8"/>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9"/>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40"/>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41"/>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2"/>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3"/>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4"/>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5"/>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6"/>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7"/>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8"/>
          <p:cNvSpPr/>
          <p:nvPr/>
        </p:nvSpPr>
        <p:spPr>
          <a:xfrm>
            <a:off x="7410907" y="3618244"/>
            <a:ext cx="0" cy="1034491"/>
          </a:xfrm>
          <a:prstGeom prst="line">
            <a:avLst/>
          </a:prstGeom>
          <a:noFill/>
          <a:ln w="15875">
            <a:solidFill>
              <a:srgbClr val="6B7280"/>
            </a:solidFill>
            <a:prstDash val="dash"/>
          </a:ln>
        </p:spPr>
      </p:sp>
      <p:sp>
        <p:nvSpPr>
          <p:cNvPr id="21" name="S07-mark249"/>
          <p:cNvSpPr/>
          <p:nvPr/>
        </p:nvSpPr>
        <p:spPr>
          <a:xfrm>
            <a:off x="10721279" y="3618244"/>
            <a:ext cx="0" cy="1034491"/>
          </a:xfrm>
          <a:prstGeom prst="line">
            <a:avLst/>
          </a:prstGeom>
          <a:noFill/>
          <a:ln w="15875">
            <a:solidFill>
              <a:srgbClr val="6B7280"/>
            </a:solidFill>
            <a:prstDash val="dash"/>
          </a:ln>
        </p:spPr>
      </p:sp>
      <p:sp>
        <p:nvSpPr>
          <p:cNvPr id="22" name="S07-mark250"/>
          <p:cNvSpPr/>
          <p:nvPr/>
        </p:nvSpPr>
        <p:spPr>
          <a:xfrm>
            <a:off x="6583314" y="5728606"/>
            <a:ext cx="827593" cy="0"/>
          </a:xfrm>
          <a:prstGeom prst="line">
            <a:avLst/>
          </a:prstGeom>
          <a:noFill/>
          <a:ln w="38100">
            <a:solidFill>
              <a:srgbClr val="1F2937"/>
            </a:solidFill>
            <a:prstDash val="solid"/>
          </a:ln>
        </p:spPr>
      </p:sp>
      <p:sp>
        <p:nvSpPr>
          <p:cNvPr id="23" name="S07-mark251"/>
          <p:cNvSpPr/>
          <p:nvPr/>
        </p:nvSpPr>
        <p:spPr>
          <a:xfrm>
            <a:off x="6583314" y="5563088"/>
            <a:ext cx="0" cy="331037"/>
          </a:xfrm>
          <a:prstGeom prst="line">
            <a:avLst/>
          </a:prstGeom>
          <a:noFill/>
          <a:ln w="25400">
            <a:solidFill>
              <a:srgbClr val="1F2937"/>
            </a:solidFill>
            <a:prstDash val="solid"/>
          </a:ln>
        </p:spPr>
      </p:sp>
      <p:sp>
        <p:nvSpPr>
          <p:cNvPr id="24" name="S07-mark252"/>
          <p:cNvSpPr/>
          <p:nvPr/>
        </p:nvSpPr>
        <p:spPr>
          <a:xfrm>
            <a:off x="7410907" y="5563088"/>
            <a:ext cx="0" cy="331037"/>
          </a:xfrm>
          <a:prstGeom prst="line">
            <a:avLst/>
          </a:prstGeom>
          <a:noFill/>
          <a:ln w="25400">
            <a:solidFill>
              <a:srgbClr val="1F2937"/>
            </a:solidFill>
            <a:prstDash val="solid"/>
          </a:ln>
        </p:spPr>
      </p:sp>
      <p:sp>
        <p:nvSpPr>
          <p:cNvPr id="25" name="S07-label254"/>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6"/>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7"/>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8"/>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9"/>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60"/>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61"/>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2"/>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5"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6"/>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7"/>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8"/>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9"/>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70"/>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71"/>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2"/>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3"/>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4"/>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5"/>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6"/>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7"/>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8"/>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9"/>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80"/>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81"/>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2"/>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3"/>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4"/>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5"/>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6"/>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7"/>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8"/>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9"/>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90"/>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91"/>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2"/>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3"/>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4"/>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5"/>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6"/>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7"/>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8"/>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9"/>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300"/>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301"/>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2"/>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3"/>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4"/>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5"/>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6"/>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7"/>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8"/>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9"/>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10"/>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11"/>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2"/>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8-mark313"/>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4"/>
          <p:cNvSpPr/>
          <p:nvPr/>
        </p:nvSpPr>
        <p:spPr>
          <a:xfrm flipV="1">
            <a:off x="9586235" y="2111635"/>
            <a:ext cx="0" cy="321744"/>
          </a:xfrm>
          <a:prstGeom prst="line">
            <a:avLst/>
          </a:prstGeom>
          <a:noFill/>
          <a:ln w="31750">
            <a:solidFill>
              <a:srgbClr val="1F2937"/>
            </a:solidFill>
            <a:prstDash val="solid"/>
            <a:tailEnd type="triangle"/>
          </a:ln>
        </p:spPr>
      </p:sp>
      <p:sp>
        <p:nvSpPr>
          <p:cNvPr id="55" name="S08-mark315"/>
          <p:cNvSpPr/>
          <p:nvPr/>
        </p:nvSpPr>
        <p:spPr>
          <a:xfrm>
            <a:off x="9473624" y="2272507"/>
            <a:ext cx="225221" cy="0"/>
          </a:xfrm>
          <a:prstGeom prst="line">
            <a:avLst/>
          </a:prstGeom>
          <a:noFill/>
          <a:ln w="25400">
            <a:solidFill>
              <a:srgbClr val="1F2937"/>
            </a:solidFill>
            <a:prstDash val="solid"/>
          </a:ln>
        </p:spPr>
      </p:sp>
      <p:sp>
        <p:nvSpPr>
          <p:cNvPr id="56" name="S08-mark316"/>
          <p:cNvSpPr/>
          <p:nvPr/>
        </p:nvSpPr>
        <p:spPr>
          <a:xfrm>
            <a:off x="6368796" y="4540801"/>
            <a:ext cx="321744" cy="0"/>
          </a:xfrm>
          <a:prstGeom prst="line">
            <a:avLst/>
          </a:prstGeom>
          <a:noFill/>
          <a:ln w="38100">
            <a:solidFill>
              <a:srgbClr val="1F2937"/>
            </a:solidFill>
            <a:prstDash val="solid"/>
          </a:ln>
        </p:spPr>
      </p:sp>
      <p:sp>
        <p:nvSpPr>
          <p:cNvPr id="57" name="S08-mark317"/>
          <p:cNvSpPr/>
          <p:nvPr/>
        </p:nvSpPr>
        <p:spPr>
          <a:xfrm>
            <a:off x="6368796" y="4470017"/>
            <a:ext cx="0" cy="141567"/>
          </a:xfrm>
          <a:prstGeom prst="line">
            <a:avLst/>
          </a:prstGeom>
          <a:noFill/>
          <a:ln w="25400">
            <a:solidFill>
              <a:srgbClr val="1F2937"/>
            </a:solidFill>
            <a:prstDash val="solid"/>
          </a:ln>
        </p:spPr>
      </p:sp>
      <p:sp>
        <p:nvSpPr>
          <p:cNvPr id="58" name="S08-mark318"/>
          <p:cNvSpPr/>
          <p:nvPr/>
        </p:nvSpPr>
        <p:spPr>
          <a:xfrm>
            <a:off x="6690540" y="4470017"/>
            <a:ext cx="0" cy="141567"/>
          </a:xfrm>
          <a:prstGeom prst="line">
            <a:avLst/>
          </a:prstGeom>
          <a:noFill/>
          <a:ln w="25400">
            <a:solidFill>
              <a:srgbClr val="1F2937"/>
            </a:solidFill>
            <a:prstDash val="solid"/>
          </a:ln>
        </p:spPr>
      </p:sp>
      <p:sp>
        <p:nvSpPr>
          <p:cNvPr id="59" name="S08-mark319"/>
          <p:cNvSpPr/>
          <p:nvPr/>
        </p:nvSpPr>
        <p:spPr>
          <a:xfrm>
            <a:off x="10181461" y="4341320"/>
            <a:ext cx="289569" cy="0"/>
          </a:xfrm>
          <a:prstGeom prst="line">
            <a:avLst/>
          </a:prstGeom>
          <a:noFill/>
          <a:ln w="88900">
            <a:solidFill>
              <a:srgbClr val="A3AAB4"/>
            </a:solidFill>
            <a:prstDash val="solid"/>
          </a:ln>
        </p:spPr>
      </p:sp>
      <p:sp>
        <p:nvSpPr>
          <p:cNvPr id="60" name="S08-mark320"/>
          <p:cNvSpPr/>
          <p:nvPr/>
        </p:nvSpPr>
        <p:spPr>
          <a:xfrm>
            <a:off x="10181461" y="4720978"/>
            <a:ext cx="289569" cy="0"/>
          </a:xfrm>
          <a:prstGeom prst="line">
            <a:avLst/>
          </a:prstGeom>
          <a:noFill/>
          <a:ln w="88900">
            <a:solidFill>
              <a:srgbClr val="4A90C8"/>
            </a:solidFill>
            <a:prstDash val="solid"/>
          </a:ln>
        </p:spPr>
      </p:sp>
      <p:sp>
        <p:nvSpPr>
          <p:cNvPr id="61" name="S08-label322"/>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4"/>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6"/>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8"/>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30"/>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2"/>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4"/>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6"/>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8"/>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40"/>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2"/>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3"/>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4"/>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5"/>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6"/>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7"/>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8"/>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9"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830160" y="1919312"/>
            <a:ext cx="3872507" cy="2007967"/>
          </a:xfrm>
          <a:custGeom>
            <a:avLst/>
            <a:gdLst/>
            <a:ahLst/>
            <a:cxnLst/>
            <a:rect l="l" t="t" r="r" b="b"/>
            <a:pathLst>
              <a:path w="3872507" h="2007967">
                <a:moveTo>
                  <a:pt x="3872507" y="1003983"/>
                </a:moveTo>
                <a:lnTo>
                  <a:pt x="3857208" y="829481"/>
                </a:lnTo>
                <a:lnTo>
                  <a:pt x="3811790" y="660717"/>
                </a:lnTo>
                <a:lnTo>
                  <a:pt x="3738165" y="501992"/>
                </a:lnTo>
                <a:lnTo>
                  <a:pt x="3637766" y="358565"/>
                </a:lnTo>
                <a:lnTo>
                  <a:pt x="3513942" y="234741"/>
                </a:lnTo>
                <a:lnTo>
                  <a:pt x="3370516" y="134343"/>
                </a:lnTo>
                <a:lnTo>
                  <a:pt x="3211791" y="60717"/>
                </a:lnTo>
                <a:lnTo>
                  <a:pt x="3043026" y="15299"/>
                </a:lnTo>
                <a:lnTo>
                  <a:pt x="2868524" y="0"/>
                </a:lnTo>
                <a:lnTo>
                  <a:pt x="2370357" y="15299"/>
                </a:lnTo>
                <a:lnTo>
                  <a:pt x="1887489" y="60717"/>
                </a:lnTo>
                <a:lnTo>
                  <a:pt x="1434262" y="134343"/>
                </a:lnTo>
                <a:lnTo>
                  <a:pt x="1024541" y="234741"/>
                </a:lnTo>
                <a:lnTo>
                  <a:pt x="671235" y="358565"/>
                </a:lnTo>
                <a:lnTo>
                  <a:pt x="384382" y="501992"/>
                </a:lnTo>
                <a:lnTo>
                  <a:pt x="173068" y="660717"/>
                </a:lnTo>
                <a:lnTo>
                  <a:pt x="43506" y="829481"/>
                </a:lnTo>
                <a:lnTo>
                  <a:pt x="0" y="1003983"/>
                </a:lnTo>
                <a:lnTo>
                  <a:pt x="43506" y="1178485"/>
                </a:lnTo>
                <a:lnTo>
                  <a:pt x="173068" y="1347250"/>
                </a:lnTo>
                <a:lnTo>
                  <a:pt x="384382" y="1505975"/>
                </a:lnTo>
                <a:lnTo>
                  <a:pt x="671235" y="1649401"/>
                </a:lnTo>
                <a:lnTo>
                  <a:pt x="1024541" y="1773226"/>
                </a:lnTo>
                <a:lnTo>
                  <a:pt x="1434262" y="1873624"/>
                </a:lnTo>
                <a:lnTo>
                  <a:pt x="1887489" y="1947250"/>
                </a:lnTo>
                <a:lnTo>
                  <a:pt x="2370357" y="1992668"/>
                </a:lnTo>
                <a:lnTo>
                  <a:pt x="2868524" y="2007967"/>
                </a:lnTo>
                <a:lnTo>
                  <a:pt x="3043026" y="1992668"/>
                </a:lnTo>
                <a:lnTo>
                  <a:pt x="3211791" y="1947250"/>
                </a:lnTo>
                <a:lnTo>
                  <a:pt x="3370516" y="1873624"/>
                </a:lnTo>
                <a:lnTo>
                  <a:pt x="3513942" y="1773226"/>
                </a:lnTo>
                <a:lnTo>
                  <a:pt x="3637766" y="1649401"/>
                </a:lnTo>
                <a:lnTo>
                  <a:pt x="3738165" y="1505975"/>
                </a:lnTo>
                <a:lnTo>
                  <a:pt x="3811790" y="1347250"/>
                </a:lnTo>
                <a:lnTo>
                  <a:pt x="3857208" y="1178485"/>
                </a:lnTo>
                <a:close/>
              </a:path>
            </a:pathLst>
          </a:custGeom>
          <a:solidFill>
            <a:srgbClr val="D5ECC8"/>
          </a:solidFill>
          <a:ln w="25400">
            <a:solidFill>
              <a:srgbClr val="1F2937"/>
            </a:solidFill>
            <a:prstDash val="solid"/>
          </a:ln>
        </p:spPr>
      </p:sp>
      <p:sp>
        <p:nvSpPr>
          <p:cNvPr id="4" name="S09-mark350"/>
          <p:cNvSpPr/>
          <p:nvPr/>
        </p:nvSpPr>
        <p:spPr>
          <a:xfrm>
            <a:off x="2977570" y="2206164"/>
            <a:ext cx="2438245" cy="1434262"/>
          </a:xfrm>
          <a:custGeom>
            <a:avLst/>
            <a:gdLst/>
            <a:ahLst/>
            <a:cxnLst/>
            <a:rect l="l" t="t" r="r" b="b"/>
            <a:pathLst>
              <a:path w="2438245" h="1434262">
                <a:moveTo>
                  <a:pt x="2438245" y="717131"/>
                </a:moveTo>
                <a:lnTo>
                  <a:pt x="2427249" y="592828"/>
                </a:lnTo>
                <a:lnTo>
                  <a:pt x="2395217" y="471872"/>
                </a:lnTo>
                <a:lnTo>
                  <a:pt x="2342150" y="358565"/>
                </a:lnTo>
                <a:lnTo>
                  <a:pt x="2270437" y="256255"/>
                </a:lnTo>
                <a:lnTo>
                  <a:pt x="2181990" y="167809"/>
                </a:lnTo>
                <a:lnTo>
                  <a:pt x="2079680" y="96096"/>
                </a:lnTo>
                <a:lnTo>
                  <a:pt x="1966373" y="43028"/>
                </a:lnTo>
                <a:lnTo>
                  <a:pt x="1845417" y="10996"/>
                </a:lnTo>
                <a:lnTo>
                  <a:pt x="1721114" y="0"/>
                </a:lnTo>
                <a:lnTo>
                  <a:pt x="1422310" y="10996"/>
                </a:lnTo>
                <a:lnTo>
                  <a:pt x="1132589" y="43028"/>
                </a:lnTo>
                <a:lnTo>
                  <a:pt x="860557" y="96096"/>
                </a:lnTo>
                <a:lnTo>
                  <a:pt x="614820" y="167809"/>
                </a:lnTo>
                <a:lnTo>
                  <a:pt x="402550" y="256255"/>
                </a:lnTo>
                <a:lnTo>
                  <a:pt x="230438" y="358565"/>
                </a:lnTo>
                <a:lnTo>
                  <a:pt x="103745" y="471872"/>
                </a:lnTo>
                <a:lnTo>
                  <a:pt x="26295" y="592828"/>
                </a:lnTo>
                <a:lnTo>
                  <a:pt x="0" y="717131"/>
                </a:lnTo>
                <a:lnTo>
                  <a:pt x="26295" y="841434"/>
                </a:lnTo>
                <a:lnTo>
                  <a:pt x="103745" y="962390"/>
                </a:lnTo>
                <a:lnTo>
                  <a:pt x="230438" y="1075696"/>
                </a:lnTo>
                <a:lnTo>
                  <a:pt x="402550" y="1178007"/>
                </a:lnTo>
                <a:lnTo>
                  <a:pt x="614820" y="1266453"/>
                </a:lnTo>
                <a:lnTo>
                  <a:pt x="860557" y="1338166"/>
                </a:lnTo>
                <a:lnTo>
                  <a:pt x="1132589" y="1391234"/>
                </a:lnTo>
                <a:lnTo>
                  <a:pt x="1422310" y="1423266"/>
                </a:lnTo>
                <a:lnTo>
                  <a:pt x="1721114" y="1434262"/>
                </a:lnTo>
                <a:lnTo>
                  <a:pt x="1845417" y="1423266"/>
                </a:lnTo>
                <a:lnTo>
                  <a:pt x="1966373" y="1391234"/>
                </a:lnTo>
                <a:lnTo>
                  <a:pt x="2079680" y="1338166"/>
                </a:lnTo>
                <a:lnTo>
                  <a:pt x="2181990" y="1266453"/>
                </a:lnTo>
                <a:lnTo>
                  <a:pt x="2270437" y="1178007"/>
                </a:lnTo>
                <a:lnTo>
                  <a:pt x="2342150" y="1075696"/>
                </a:lnTo>
                <a:lnTo>
                  <a:pt x="2395217" y="962390"/>
                </a:lnTo>
                <a:lnTo>
                  <a:pt x="2427249" y="841434"/>
                </a:lnTo>
                <a:close/>
              </a:path>
            </a:pathLst>
          </a:custGeom>
          <a:solidFill>
            <a:srgbClr val="F3E6AE"/>
          </a:solidFill>
          <a:ln w="25400">
            <a:solidFill>
              <a:srgbClr val="1F2937"/>
            </a:solidFill>
            <a:prstDash val="solid"/>
          </a:ln>
        </p:spPr>
      </p:sp>
      <p:sp>
        <p:nvSpPr>
          <p:cNvPr id="5" name="S09-mark351"/>
          <p:cNvSpPr/>
          <p:nvPr/>
        </p:nvSpPr>
        <p:spPr>
          <a:xfrm>
            <a:off x="4124979" y="2516921"/>
            <a:ext cx="1003983" cy="812748"/>
          </a:xfrm>
          <a:custGeom>
            <a:avLst/>
            <a:gdLst/>
            <a:ahLst/>
            <a:cxnLst/>
            <a:rect l="l" t="t" r="r" b="b"/>
            <a:pathLst>
              <a:path w="1003983" h="812748">
                <a:moveTo>
                  <a:pt x="1003983" y="406374"/>
                </a:moveTo>
                <a:lnTo>
                  <a:pt x="997290" y="335617"/>
                </a:lnTo>
                <a:lnTo>
                  <a:pt x="978167" y="267251"/>
                </a:lnTo>
                <a:lnTo>
                  <a:pt x="946135" y="203187"/>
                </a:lnTo>
                <a:lnTo>
                  <a:pt x="903107" y="145339"/>
                </a:lnTo>
                <a:lnTo>
                  <a:pt x="850517" y="95139"/>
                </a:lnTo>
                <a:lnTo>
                  <a:pt x="788844" y="54502"/>
                </a:lnTo>
                <a:lnTo>
                  <a:pt x="720956" y="24382"/>
                </a:lnTo>
                <a:lnTo>
                  <a:pt x="648286" y="6215"/>
                </a:lnTo>
                <a:lnTo>
                  <a:pt x="573705" y="0"/>
                </a:lnTo>
                <a:lnTo>
                  <a:pt x="474263" y="6215"/>
                </a:lnTo>
                <a:lnTo>
                  <a:pt x="377689" y="24382"/>
                </a:lnTo>
                <a:lnTo>
                  <a:pt x="286852" y="54502"/>
                </a:lnTo>
                <a:lnTo>
                  <a:pt x="205099" y="95139"/>
                </a:lnTo>
                <a:lnTo>
                  <a:pt x="134343" y="145339"/>
                </a:lnTo>
                <a:lnTo>
                  <a:pt x="76972" y="203187"/>
                </a:lnTo>
                <a:lnTo>
                  <a:pt x="34422" y="267251"/>
                </a:lnTo>
                <a:lnTo>
                  <a:pt x="8606" y="335617"/>
                </a:lnTo>
                <a:lnTo>
                  <a:pt x="0" y="406374"/>
                </a:lnTo>
                <a:lnTo>
                  <a:pt x="8606" y="477131"/>
                </a:lnTo>
                <a:lnTo>
                  <a:pt x="34422" y="545498"/>
                </a:lnTo>
                <a:lnTo>
                  <a:pt x="76972" y="609561"/>
                </a:lnTo>
                <a:lnTo>
                  <a:pt x="134343" y="667410"/>
                </a:lnTo>
                <a:lnTo>
                  <a:pt x="205099" y="717609"/>
                </a:lnTo>
                <a:lnTo>
                  <a:pt x="286852" y="758246"/>
                </a:lnTo>
                <a:lnTo>
                  <a:pt x="377689" y="788366"/>
                </a:lnTo>
                <a:lnTo>
                  <a:pt x="474263" y="806533"/>
                </a:lnTo>
                <a:lnTo>
                  <a:pt x="573705" y="812748"/>
                </a:lnTo>
                <a:lnTo>
                  <a:pt x="648286" y="806533"/>
                </a:lnTo>
                <a:lnTo>
                  <a:pt x="720956" y="788366"/>
                </a:lnTo>
                <a:lnTo>
                  <a:pt x="788844" y="758246"/>
                </a:lnTo>
                <a:lnTo>
                  <a:pt x="850517" y="717609"/>
                </a:lnTo>
                <a:lnTo>
                  <a:pt x="903107" y="667410"/>
                </a:lnTo>
                <a:lnTo>
                  <a:pt x="946135" y="609561"/>
                </a:lnTo>
                <a:lnTo>
                  <a:pt x="978167" y="545498"/>
                </a:lnTo>
                <a:lnTo>
                  <a:pt x="997290" y="477131"/>
                </a:lnTo>
                <a:close/>
              </a:path>
            </a:pathLst>
          </a:custGeom>
          <a:solidFill>
            <a:srgbClr val="E6C097"/>
          </a:solidFill>
          <a:ln w="25400">
            <a:solidFill>
              <a:srgbClr val="1F2937"/>
            </a:solidFill>
            <a:prstDash val="solid"/>
          </a:ln>
        </p:spPr>
      </p:sp>
      <p:sp>
        <p:nvSpPr>
          <p:cNvPr id="6" name="S09-mark352"/>
          <p:cNvSpPr/>
          <p:nvPr/>
        </p:nvSpPr>
        <p:spPr>
          <a:xfrm>
            <a:off x="4569600" y="2802817"/>
            <a:ext cx="258167" cy="223745"/>
          </a:xfrm>
          <a:custGeom>
            <a:avLst/>
            <a:gdLst/>
            <a:ahLst/>
            <a:cxnLst/>
            <a:rect l="l" t="t" r="r" b="b"/>
            <a:pathLst>
              <a:path w="258167" h="223745">
                <a:moveTo>
                  <a:pt x="0" y="223745"/>
                </a:moveTo>
                <a:lnTo>
                  <a:pt x="258167" y="223745"/>
                </a:lnTo>
                <a:lnTo>
                  <a:pt x="129084" y="0"/>
                </a:lnTo>
                <a:close/>
              </a:path>
            </a:pathLst>
          </a:custGeom>
          <a:solidFill>
            <a:srgbClr val="8B5E3C"/>
          </a:solidFill>
          <a:ln w="15875">
            <a:solidFill>
              <a:srgbClr val="1F2937"/>
            </a:solidFill>
            <a:prstDash val="solid"/>
          </a:ln>
        </p:spPr>
      </p:sp>
      <p:sp>
        <p:nvSpPr>
          <p:cNvPr id="7" name="S09-mark353"/>
          <p:cNvSpPr/>
          <p:nvPr/>
        </p:nvSpPr>
        <p:spPr>
          <a:xfrm>
            <a:off x="1495499" y="4281063"/>
            <a:ext cx="4541829" cy="1319521"/>
          </a:xfrm>
          <a:custGeom>
            <a:avLst/>
            <a:gdLst/>
            <a:ahLst/>
            <a:cxnLst/>
            <a:rect l="l" t="t" r="r" b="b"/>
            <a:pathLst>
              <a:path w="4541829" h="1319521">
                <a:moveTo>
                  <a:pt x="0" y="1056573"/>
                </a:moveTo>
                <a:lnTo>
                  <a:pt x="334661" y="937051"/>
                </a:lnTo>
                <a:lnTo>
                  <a:pt x="1482071" y="554581"/>
                </a:lnTo>
                <a:lnTo>
                  <a:pt x="2629480" y="172111"/>
                </a:lnTo>
                <a:lnTo>
                  <a:pt x="3203185" y="0"/>
                </a:lnTo>
                <a:lnTo>
                  <a:pt x="3633464" y="172111"/>
                </a:lnTo>
                <a:lnTo>
                  <a:pt x="3920316" y="554581"/>
                </a:lnTo>
                <a:lnTo>
                  <a:pt x="4207168" y="937051"/>
                </a:lnTo>
                <a:lnTo>
                  <a:pt x="4541829" y="1056573"/>
                </a:lnTo>
                <a:lnTo>
                  <a:pt x="4541829" y="1319521"/>
                </a:lnTo>
                <a:lnTo>
                  <a:pt x="0" y="1319521"/>
                </a:lnTo>
                <a:close/>
              </a:path>
            </a:pathLst>
          </a:custGeom>
          <a:solidFill>
            <a:srgbClr val="E6C097"/>
          </a:solidFill>
          <a:ln w="25400">
            <a:solidFill>
              <a:srgbClr val="1F2937"/>
            </a:solidFill>
            <a:prstDash val="solid"/>
          </a:ln>
        </p:spPr>
      </p:sp>
      <p:sp>
        <p:nvSpPr>
          <p:cNvPr id="8" name="S09-mark354"/>
          <p:cNvSpPr/>
          <p:nvPr/>
        </p:nvSpPr>
        <p:spPr>
          <a:xfrm>
            <a:off x="1830160" y="2923295"/>
            <a:ext cx="0" cy="2294819"/>
          </a:xfrm>
          <a:prstGeom prst="line">
            <a:avLst/>
          </a:prstGeom>
          <a:noFill/>
          <a:ln w="15875">
            <a:solidFill>
              <a:srgbClr val="6B7280"/>
            </a:solidFill>
            <a:prstDash val="dash"/>
          </a:ln>
        </p:spPr>
      </p:sp>
      <p:sp>
        <p:nvSpPr>
          <p:cNvPr id="9" name="S09-mark355"/>
          <p:cNvSpPr/>
          <p:nvPr/>
        </p:nvSpPr>
        <p:spPr>
          <a:xfrm>
            <a:off x="5702667" y="2923295"/>
            <a:ext cx="0" cy="2294819"/>
          </a:xfrm>
          <a:prstGeom prst="line">
            <a:avLst/>
          </a:prstGeom>
          <a:noFill/>
          <a:ln w="15875">
            <a:solidFill>
              <a:srgbClr val="6B7280"/>
            </a:solidFill>
            <a:prstDash val="dash"/>
          </a:ln>
        </p:spPr>
      </p:sp>
      <p:sp>
        <p:nvSpPr>
          <p:cNvPr id="10" name="S09-mark356"/>
          <p:cNvSpPr/>
          <p:nvPr/>
        </p:nvSpPr>
        <p:spPr>
          <a:xfrm>
            <a:off x="2977570" y="2923295"/>
            <a:ext cx="0" cy="1912349"/>
          </a:xfrm>
          <a:prstGeom prst="line">
            <a:avLst/>
          </a:prstGeom>
          <a:noFill/>
          <a:ln w="15875">
            <a:solidFill>
              <a:srgbClr val="6B7280"/>
            </a:solidFill>
            <a:prstDash val="dash"/>
          </a:ln>
        </p:spPr>
      </p:sp>
      <p:sp>
        <p:nvSpPr>
          <p:cNvPr id="11" name="S09-mark357"/>
          <p:cNvSpPr/>
          <p:nvPr/>
        </p:nvSpPr>
        <p:spPr>
          <a:xfrm>
            <a:off x="5415815" y="2923295"/>
            <a:ext cx="0" cy="1912349"/>
          </a:xfrm>
          <a:prstGeom prst="line">
            <a:avLst/>
          </a:prstGeom>
          <a:noFill/>
          <a:ln w="15875">
            <a:solidFill>
              <a:srgbClr val="6B7280"/>
            </a:solidFill>
            <a:prstDash val="dash"/>
          </a:ln>
        </p:spPr>
      </p:sp>
      <p:sp>
        <p:nvSpPr>
          <p:cNvPr id="12" name="S09-mark358"/>
          <p:cNvSpPr/>
          <p:nvPr/>
        </p:nvSpPr>
        <p:spPr>
          <a:xfrm>
            <a:off x="4124979" y="2923295"/>
            <a:ext cx="0" cy="1529879"/>
          </a:xfrm>
          <a:prstGeom prst="line">
            <a:avLst/>
          </a:prstGeom>
          <a:noFill/>
          <a:ln w="15875">
            <a:solidFill>
              <a:srgbClr val="6B7280"/>
            </a:solidFill>
            <a:prstDash val="dash"/>
          </a:ln>
        </p:spPr>
      </p:sp>
      <p:sp>
        <p:nvSpPr>
          <p:cNvPr id="13" name="S09-mark359"/>
          <p:cNvSpPr/>
          <p:nvPr/>
        </p:nvSpPr>
        <p:spPr>
          <a:xfrm>
            <a:off x="5128962" y="2923295"/>
            <a:ext cx="0" cy="1529879"/>
          </a:xfrm>
          <a:prstGeom prst="line">
            <a:avLst/>
          </a:prstGeom>
          <a:noFill/>
          <a:ln w="15875">
            <a:solidFill>
              <a:srgbClr val="6B7280"/>
            </a:solidFill>
            <a:prstDash val="dash"/>
          </a:ln>
        </p:spPr>
      </p:sp>
      <p:sp>
        <p:nvSpPr>
          <p:cNvPr id="14" name="S09-labelbg361"/>
          <p:cNvSpPr/>
          <p:nvPr/>
        </p:nvSpPr>
        <p:spPr>
          <a:xfrm>
            <a:off x="1519264" y="2770895"/>
            <a:ext cx="621792" cy="304800"/>
          </a:xfrm>
          <a:prstGeom prst="rect">
            <a:avLst/>
          </a:prstGeom>
          <a:solidFill>
            <a:srgbClr val="FFFFFF"/>
          </a:solidFill>
          <a:ln/>
        </p:spPr>
      </p:sp>
      <p:sp>
        <p:nvSpPr>
          <p:cNvPr id="15" name="S09-label362"/>
          <p:cNvSpPr txBox="1"/>
          <p:nvPr/>
        </p:nvSpPr>
        <p:spPr>
          <a:xfrm>
            <a:off x="147354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4"/>
          <p:cNvSpPr/>
          <p:nvPr/>
        </p:nvSpPr>
        <p:spPr>
          <a:xfrm>
            <a:off x="2666674" y="2770895"/>
            <a:ext cx="621792" cy="304800"/>
          </a:xfrm>
          <a:prstGeom prst="rect">
            <a:avLst/>
          </a:prstGeom>
          <a:solidFill>
            <a:srgbClr val="FFFFFF"/>
          </a:solidFill>
          <a:ln/>
        </p:spPr>
      </p:sp>
      <p:sp>
        <p:nvSpPr>
          <p:cNvPr id="17" name="S09-label365"/>
          <p:cNvSpPr txBox="1"/>
          <p:nvPr/>
        </p:nvSpPr>
        <p:spPr>
          <a:xfrm>
            <a:off x="262095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7"/>
          <p:cNvSpPr/>
          <p:nvPr/>
        </p:nvSpPr>
        <p:spPr>
          <a:xfrm>
            <a:off x="3814083" y="2770895"/>
            <a:ext cx="621792" cy="304800"/>
          </a:xfrm>
          <a:prstGeom prst="rect">
            <a:avLst/>
          </a:prstGeom>
          <a:solidFill>
            <a:srgbClr val="FFFFFF"/>
          </a:solidFill>
          <a:ln/>
        </p:spPr>
      </p:sp>
      <p:sp>
        <p:nvSpPr>
          <p:cNvPr id="19" name="S09-label368"/>
          <p:cNvSpPr txBox="1"/>
          <p:nvPr/>
        </p:nvSpPr>
        <p:spPr>
          <a:xfrm>
            <a:off x="3768363"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70"/>
          <p:cNvSpPr txBox="1"/>
          <p:nvPr/>
        </p:nvSpPr>
        <p:spPr>
          <a:xfrm>
            <a:off x="2700093" y="1441959"/>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 모습</a:t>
            </a:r>
            <a:endParaRPr lang="ko-KR" sz="2400" dirty="0"/>
          </a:p>
        </p:txBody>
      </p:sp>
      <p:sp>
        <p:nvSpPr>
          <p:cNvPr id="21" name="S09-label372"/>
          <p:cNvSpPr txBox="1"/>
          <p:nvPr/>
        </p:nvSpPr>
        <p:spPr>
          <a:xfrm>
            <a:off x="2700093" y="5720841"/>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 모습</a:t>
            </a:r>
            <a:endParaRPr lang="ko-KR" sz="2400" dirty="0"/>
          </a:p>
        </p:txBody>
      </p:sp>
      <p:sp>
        <p:nvSpPr>
          <p:cNvPr id="22" name="S09-card373"/>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4"/>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5"/>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6"/>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7"/>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8"/>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81"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514082" y="1898904"/>
            <a:ext cx="3050032" cy="1926336"/>
          </a:xfrm>
          <a:custGeom>
            <a:avLst/>
            <a:gdLst/>
            <a:ahLst/>
            <a:cxnLst/>
            <a:rect l="l" t="t" r="r" b="b"/>
            <a:pathLst>
              <a:path w="3050032" h="1926336">
                <a:moveTo>
                  <a:pt x="3050032" y="1324356"/>
                </a:moveTo>
                <a:lnTo>
                  <a:pt x="3026755" y="1094400"/>
                </a:lnTo>
                <a:lnTo>
                  <a:pt x="2958130" y="871266"/>
                </a:lnTo>
                <a:lnTo>
                  <a:pt x="2845760" y="662178"/>
                </a:lnTo>
                <a:lnTo>
                  <a:pt x="2693259" y="473156"/>
                </a:lnTo>
                <a:lnTo>
                  <a:pt x="2505441" y="309819"/>
                </a:lnTo>
                <a:lnTo>
                  <a:pt x="2287524" y="177383"/>
                </a:lnTo>
                <a:lnTo>
                  <a:pt x="2046732" y="79863"/>
                </a:lnTo>
                <a:lnTo>
                  <a:pt x="1789887" y="20066"/>
                </a:lnTo>
                <a:lnTo>
                  <a:pt x="1525016" y="0"/>
                </a:lnTo>
                <a:lnTo>
                  <a:pt x="1260145" y="20066"/>
                </a:lnTo>
                <a:lnTo>
                  <a:pt x="1003300" y="79863"/>
                </a:lnTo>
                <a:lnTo>
                  <a:pt x="762508" y="177383"/>
                </a:lnTo>
                <a:lnTo>
                  <a:pt x="544591" y="309819"/>
                </a:lnTo>
                <a:lnTo>
                  <a:pt x="356773" y="473156"/>
                </a:lnTo>
                <a:lnTo>
                  <a:pt x="204272" y="662178"/>
                </a:lnTo>
                <a:lnTo>
                  <a:pt x="91902" y="871266"/>
                </a:lnTo>
                <a:lnTo>
                  <a:pt x="23277" y="1094400"/>
                </a:lnTo>
                <a:lnTo>
                  <a:pt x="0" y="1324356"/>
                </a:lnTo>
                <a:lnTo>
                  <a:pt x="23277" y="1428699"/>
                </a:lnTo>
                <a:lnTo>
                  <a:pt x="91902" y="1530233"/>
                </a:lnTo>
                <a:lnTo>
                  <a:pt x="204272" y="1625346"/>
                </a:lnTo>
                <a:lnTo>
                  <a:pt x="356773" y="1711228"/>
                </a:lnTo>
                <a:lnTo>
                  <a:pt x="544591" y="1785473"/>
                </a:lnTo>
                <a:lnTo>
                  <a:pt x="762508" y="1845671"/>
                </a:lnTo>
                <a:lnTo>
                  <a:pt x="1003300" y="1890217"/>
                </a:lnTo>
                <a:lnTo>
                  <a:pt x="1260145" y="1917106"/>
                </a:lnTo>
                <a:lnTo>
                  <a:pt x="1525016" y="1926336"/>
                </a:lnTo>
                <a:lnTo>
                  <a:pt x="1789887" y="1917106"/>
                </a:lnTo>
                <a:lnTo>
                  <a:pt x="2046732" y="1890217"/>
                </a:lnTo>
                <a:lnTo>
                  <a:pt x="2287524" y="1845671"/>
                </a:lnTo>
                <a:lnTo>
                  <a:pt x="2505441" y="1785473"/>
                </a:lnTo>
                <a:lnTo>
                  <a:pt x="2693259" y="1711228"/>
                </a:lnTo>
                <a:lnTo>
                  <a:pt x="2845760" y="1625346"/>
                </a:lnTo>
                <a:lnTo>
                  <a:pt x="2958130" y="1530233"/>
                </a:lnTo>
                <a:lnTo>
                  <a:pt x="3026755" y="1428699"/>
                </a:lnTo>
                <a:close/>
              </a:path>
            </a:pathLst>
          </a:custGeom>
          <a:solidFill>
            <a:srgbClr val="D5ECC8"/>
          </a:solidFill>
          <a:ln w="25400">
            <a:solidFill>
              <a:srgbClr val="1F2937"/>
            </a:solidFill>
            <a:prstDash val="solid"/>
          </a:ln>
        </p:spPr>
      </p:sp>
      <p:sp>
        <p:nvSpPr>
          <p:cNvPr id="6" name="S10-mark382"/>
          <p:cNvSpPr/>
          <p:nvPr/>
        </p:nvSpPr>
        <p:spPr>
          <a:xfrm>
            <a:off x="7955534" y="2380488"/>
            <a:ext cx="2167128" cy="1244092"/>
          </a:xfrm>
          <a:custGeom>
            <a:avLst/>
            <a:gdLst/>
            <a:ahLst/>
            <a:cxnLst/>
            <a:rect l="l" t="t" r="r" b="b"/>
            <a:pathLst>
              <a:path w="2167128" h="1244092">
                <a:moveTo>
                  <a:pt x="2167128" y="842772"/>
                </a:moveTo>
                <a:lnTo>
                  <a:pt x="2150674" y="696290"/>
                </a:lnTo>
                <a:lnTo>
                  <a:pt x="2101713" y="554624"/>
                </a:lnTo>
                <a:lnTo>
                  <a:pt x="2021850" y="421386"/>
                </a:lnTo>
                <a:lnTo>
                  <a:pt x="1913494" y="300990"/>
                </a:lnTo>
                <a:lnTo>
                  <a:pt x="1780256" y="197048"/>
                </a:lnTo>
                <a:lnTo>
                  <a:pt x="1625346" y="112771"/>
                </a:lnTo>
                <a:lnTo>
                  <a:pt x="1453982" y="50968"/>
                </a:lnTo>
                <a:lnTo>
                  <a:pt x="1271783" y="12842"/>
                </a:lnTo>
                <a:lnTo>
                  <a:pt x="1083564" y="0"/>
                </a:lnTo>
                <a:lnTo>
                  <a:pt x="895345" y="12842"/>
                </a:lnTo>
                <a:lnTo>
                  <a:pt x="713146" y="50968"/>
                </a:lnTo>
                <a:lnTo>
                  <a:pt x="541782" y="112771"/>
                </a:lnTo>
                <a:lnTo>
                  <a:pt x="386872" y="197048"/>
                </a:lnTo>
                <a:lnTo>
                  <a:pt x="253634" y="300990"/>
                </a:lnTo>
                <a:lnTo>
                  <a:pt x="145278" y="421386"/>
                </a:lnTo>
                <a:lnTo>
                  <a:pt x="65415" y="554624"/>
                </a:lnTo>
                <a:lnTo>
                  <a:pt x="16454" y="696290"/>
                </a:lnTo>
                <a:lnTo>
                  <a:pt x="0" y="842772"/>
                </a:lnTo>
                <a:lnTo>
                  <a:pt x="16454" y="912602"/>
                </a:lnTo>
                <a:lnTo>
                  <a:pt x="65415" y="980023"/>
                </a:lnTo>
                <a:lnTo>
                  <a:pt x="145278" y="1043432"/>
                </a:lnTo>
                <a:lnTo>
                  <a:pt x="253634" y="1100821"/>
                </a:lnTo>
                <a:lnTo>
                  <a:pt x="386872" y="1150183"/>
                </a:lnTo>
                <a:lnTo>
                  <a:pt x="541782" y="1190315"/>
                </a:lnTo>
                <a:lnTo>
                  <a:pt x="713146" y="1220013"/>
                </a:lnTo>
                <a:lnTo>
                  <a:pt x="895345" y="1238072"/>
                </a:lnTo>
                <a:lnTo>
                  <a:pt x="1083564" y="1244092"/>
                </a:lnTo>
                <a:lnTo>
                  <a:pt x="1271783" y="1238072"/>
                </a:lnTo>
                <a:lnTo>
                  <a:pt x="1453982" y="1220013"/>
                </a:lnTo>
                <a:lnTo>
                  <a:pt x="1625346" y="1190315"/>
                </a:lnTo>
                <a:lnTo>
                  <a:pt x="1780256" y="1150183"/>
                </a:lnTo>
                <a:lnTo>
                  <a:pt x="1913494" y="1100821"/>
                </a:lnTo>
                <a:lnTo>
                  <a:pt x="2021850" y="1043432"/>
                </a:lnTo>
                <a:lnTo>
                  <a:pt x="2101713" y="980023"/>
                </a:lnTo>
                <a:lnTo>
                  <a:pt x="2150674" y="912602"/>
                </a:lnTo>
                <a:close/>
              </a:path>
            </a:pathLst>
          </a:custGeom>
          <a:solidFill>
            <a:srgbClr val="F3E6AE"/>
          </a:solidFill>
          <a:ln w="25400">
            <a:solidFill>
              <a:srgbClr val="1F2937"/>
            </a:solidFill>
            <a:prstDash val="solid"/>
          </a:ln>
        </p:spPr>
      </p:sp>
      <p:sp>
        <p:nvSpPr>
          <p:cNvPr id="7" name="S10-mark383"/>
          <p:cNvSpPr/>
          <p:nvPr/>
        </p:nvSpPr>
        <p:spPr>
          <a:xfrm>
            <a:off x="8437118" y="2821940"/>
            <a:ext cx="1203960" cy="601980"/>
          </a:xfrm>
          <a:custGeom>
            <a:avLst/>
            <a:gdLst/>
            <a:ahLst/>
            <a:cxnLst/>
            <a:rect l="l" t="t" r="r" b="b"/>
            <a:pathLst>
              <a:path w="1203960" h="601980">
                <a:moveTo>
                  <a:pt x="1203960" y="401320"/>
                </a:moveTo>
                <a:lnTo>
                  <a:pt x="1194730" y="331490"/>
                </a:lnTo>
                <a:lnTo>
                  <a:pt x="1167841" y="264069"/>
                </a:lnTo>
                <a:lnTo>
                  <a:pt x="1123295" y="200660"/>
                </a:lnTo>
                <a:lnTo>
                  <a:pt x="1063097" y="143271"/>
                </a:lnTo>
                <a:lnTo>
                  <a:pt x="988852" y="93909"/>
                </a:lnTo>
                <a:lnTo>
                  <a:pt x="902970" y="53777"/>
                </a:lnTo>
                <a:lnTo>
                  <a:pt x="807857" y="24079"/>
                </a:lnTo>
                <a:lnTo>
                  <a:pt x="706323" y="6020"/>
                </a:lnTo>
                <a:lnTo>
                  <a:pt x="601980" y="0"/>
                </a:lnTo>
                <a:lnTo>
                  <a:pt x="497637" y="6020"/>
                </a:lnTo>
                <a:lnTo>
                  <a:pt x="396103" y="24079"/>
                </a:lnTo>
                <a:lnTo>
                  <a:pt x="300990" y="53777"/>
                </a:lnTo>
                <a:lnTo>
                  <a:pt x="215108" y="93909"/>
                </a:lnTo>
                <a:lnTo>
                  <a:pt x="140863" y="143271"/>
                </a:lnTo>
                <a:lnTo>
                  <a:pt x="80665" y="200660"/>
                </a:lnTo>
                <a:lnTo>
                  <a:pt x="36119" y="264069"/>
                </a:lnTo>
                <a:lnTo>
                  <a:pt x="9230" y="331490"/>
                </a:lnTo>
                <a:lnTo>
                  <a:pt x="0" y="401320"/>
                </a:lnTo>
                <a:lnTo>
                  <a:pt x="9230" y="436235"/>
                </a:lnTo>
                <a:lnTo>
                  <a:pt x="36119" y="469946"/>
                </a:lnTo>
                <a:lnTo>
                  <a:pt x="80665" y="501650"/>
                </a:lnTo>
                <a:lnTo>
                  <a:pt x="140863" y="530144"/>
                </a:lnTo>
                <a:lnTo>
                  <a:pt x="215108" y="555026"/>
                </a:lnTo>
                <a:lnTo>
                  <a:pt x="300990" y="575092"/>
                </a:lnTo>
                <a:lnTo>
                  <a:pt x="396103" y="589940"/>
                </a:lnTo>
                <a:lnTo>
                  <a:pt x="497637" y="598769"/>
                </a:lnTo>
                <a:lnTo>
                  <a:pt x="601980" y="601980"/>
                </a:lnTo>
                <a:lnTo>
                  <a:pt x="706323" y="598769"/>
                </a:lnTo>
                <a:lnTo>
                  <a:pt x="807857" y="589940"/>
                </a:lnTo>
                <a:lnTo>
                  <a:pt x="902970" y="575092"/>
                </a:lnTo>
                <a:lnTo>
                  <a:pt x="988852" y="555026"/>
                </a:lnTo>
                <a:lnTo>
                  <a:pt x="1063097" y="530144"/>
                </a:lnTo>
                <a:lnTo>
                  <a:pt x="1123295" y="501650"/>
                </a:lnTo>
                <a:lnTo>
                  <a:pt x="1167841" y="469946"/>
                </a:lnTo>
                <a:lnTo>
                  <a:pt x="1194730" y="436235"/>
                </a:lnTo>
                <a:close/>
              </a:path>
            </a:pathLst>
          </a:custGeom>
          <a:solidFill>
            <a:srgbClr val="E6C097"/>
          </a:solidFill>
          <a:ln w="25400">
            <a:solidFill>
              <a:srgbClr val="1F2937"/>
            </a:solidFill>
            <a:prstDash val="solid"/>
          </a:ln>
        </p:spPr>
      </p:sp>
      <p:sp>
        <p:nvSpPr>
          <p:cNvPr id="8" name="S10-mark384"/>
          <p:cNvSpPr/>
          <p:nvPr/>
        </p:nvSpPr>
        <p:spPr>
          <a:xfrm>
            <a:off x="8939972" y="3130555"/>
            <a:ext cx="198252" cy="172166"/>
          </a:xfrm>
          <a:custGeom>
            <a:avLst/>
            <a:gdLst/>
            <a:ahLst/>
            <a:cxnLst/>
            <a:rect l="l" t="t" r="r" b="b"/>
            <a:pathLst>
              <a:path w="198252" h="172166">
                <a:moveTo>
                  <a:pt x="0" y="172166"/>
                </a:moveTo>
                <a:lnTo>
                  <a:pt x="198252" y="172166"/>
                </a:lnTo>
                <a:lnTo>
                  <a:pt x="99126" y="0"/>
                </a:lnTo>
                <a:close/>
              </a:path>
            </a:pathLst>
          </a:custGeom>
          <a:solidFill>
            <a:srgbClr val="8B5E3C"/>
          </a:solidFill>
          <a:ln w="15875">
            <a:solidFill>
              <a:srgbClr val="1F2937"/>
            </a:solidFill>
            <a:prstDash val="solid"/>
          </a:ln>
        </p:spPr>
      </p:sp>
      <p:sp>
        <p:nvSpPr>
          <p:cNvPr id="9" name="S10-mark385"/>
          <p:cNvSpPr/>
          <p:nvPr/>
        </p:nvSpPr>
        <p:spPr>
          <a:xfrm>
            <a:off x="7554214" y="1818640"/>
            <a:ext cx="1324356" cy="1304290"/>
          </a:xfrm>
          <a:custGeom>
            <a:avLst/>
            <a:gdLst/>
            <a:ahLst/>
            <a:cxnLst/>
            <a:rect l="l" t="t" r="r" b="b"/>
            <a:pathLst>
              <a:path w="1324356" h="1304290">
                <a:moveTo>
                  <a:pt x="0" y="0"/>
                </a:moveTo>
                <a:lnTo>
                  <a:pt x="642112" y="481584"/>
                </a:lnTo>
                <a:lnTo>
                  <a:pt x="1324356" y="1304290"/>
                </a:lnTo>
              </a:path>
            </a:pathLst>
          </a:custGeom>
          <a:noFill/>
          <a:ln w="44450">
            <a:solidFill>
              <a:srgbClr val="C8434E"/>
            </a:solidFill>
            <a:prstDash val="dash"/>
          </a:ln>
        </p:spPr>
      </p:sp>
      <p:sp>
        <p:nvSpPr>
          <p:cNvPr id="10" name="S10-mark386"/>
          <p:cNvSpPr/>
          <p:nvPr/>
        </p:nvSpPr>
        <p:spPr>
          <a:xfrm>
            <a:off x="9079230" y="3363722"/>
            <a:ext cx="321056" cy="1264158"/>
          </a:xfrm>
          <a:custGeom>
            <a:avLst/>
            <a:gdLst/>
            <a:ahLst/>
            <a:cxnLst/>
            <a:rect l="l" t="t" r="r" b="b"/>
            <a:pathLst>
              <a:path w="321056" h="1264158">
                <a:moveTo>
                  <a:pt x="321056" y="1264158"/>
                </a:moveTo>
                <a:lnTo>
                  <a:pt x="180594" y="622046"/>
                </a:lnTo>
                <a:lnTo>
                  <a:pt x="0" y="0"/>
                </a:lnTo>
              </a:path>
            </a:pathLst>
          </a:custGeom>
          <a:noFill/>
          <a:ln w="44450">
            <a:solidFill>
              <a:srgbClr val="C8434E"/>
            </a:solidFill>
            <a:prstDash val="dash"/>
          </a:ln>
        </p:spPr>
      </p:sp>
      <p:sp>
        <p:nvSpPr>
          <p:cNvPr id="11" name="S10-labelbg388"/>
          <p:cNvSpPr/>
          <p:nvPr/>
        </p:nvSpPr>
        <p:spPr>
          <a:xfrm>
            <a:off x="7195058" y="1485646"/>
            <a:ext cx="316992" cy="304800"/>
          </a:xfrm>
          <a:prstGeom prst="rect">
            <a:avLst/>
          </a:prstGeom>
          <a:solidFill>
            <a:srgbClr val="FFFFFF"/>
          </a:solidFill>
          <a:ln/>
        </p:spPr>
      </p:sp>
      <p:sp>
        <p:nvSpPr>
          <p:cNvPr id="12" name="S10-label389"/>
          <p:cNvSpPr txBox="1"/>
          <p:nvPr/>
        </p:nvSpPr>
        <p:spPr>
          <a:xfrm>
            <a:off x="7149338" y="14475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91"/>
          <p:cNvSpPr/>
          <p:nvPr/>
        </p:nvSpPr>
        <p:spPr>
          <a:xfrm>
            <a:off x="9442450" y="4656074"/>
            <a:ext cx="316992" cy="304800"/>
          </a:xfrm>
          <a:prstGeom prst="rect">
            <a:avLst/>
          </a:prstGeom>
          <a:solidFill>
            <a:srgbClr val="FFFFFF"/>
          </a:solidFill>
          <a:ln/>
        </p:spPr>
      </p:sp>
      <p:sp>
        <p:nvSpPr>
          <p:cNvPr id="14" name="S10-label392"/>
          <p:cNvSpPr txBox="1"/>
          <p:nvPr/>
        </p:nvSpPr>
        <p:spPr>
          <a:xfrm>
            <a:off x="9396730" y="461797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4"/>
          <p:cNvSpPr/>
          <p:nvPr/>
        </p:nvSpPr>
        <p:spPr>
          <a:xfrm>
            <a:off x="9708627" y="2056323"/>
            <a:ext cx="621792" cy="304800"/>
          </a:xfrm>
          <a:prstGeom prst="rect">
            <a:avLst/>
          </a:prstGeom>
          <a:solidFill>
            <a:srgbClr val="FFFFFF"/>
          </a:solidFill>
          <a:ln/>
        </p:spPr>
      </p:sp>
      <p:sp>
        <p:nvSpPr>
          <p:cNvPr id="16" name="S10-label395"/>
          <p:cNvSpPr txBox="1"/>
          <p:nvPr/>
        </p:nvSpPr>
        <p:spPr>
          <a:xfrm>
            <a:off x="9662907" y="2018223"/>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7"/>
          <p:cNvSpPr/>
          <p:nvPr/>
        </p:nvSpPr>
        <p:spPr>
          <a:xfrm>
            <a:off x="9424894" y="2425136"/>
            <a:ext cx="621792" cy="304800"/>
          </a:xfrm>
          <a:prstGeom prst="rect">
            <a:avLst/>
          </a:prstGeom>
          <a:solidFill>
            <a:srgbClr val="FFFFFF"/>
          </a:solidFill>
          <a:ln/>
        </p:spPr>
      </p:sp>
      <p:sp>
        <p:nvSpPr>
          <p:cNvPr id="18" name="S10-label398"/>
          <p:cNvSpPr txBox="1"/>
          <p:nvPr/>
        </p:nvSpPr>
        <p:spPr>
          <a:xfrm>
            <a:off x="9379174" y="2387036"/>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400"/>
          <p:cNvSpPr/>
          <p:nvPr/>
        </p:nvSpPr>
        <p:spPr>
          <a:xfrm>
            <a:off x="9115074" y="2763449"/>
            <a:ext cx="621792" cy="304800"/>
          </a:xfrm>
          <a:prstGeom prst="rect">
            <a:avLst/>
          </a:prstGeom>
          <a:solidFill>
            <a:srgbClr val="FFFFFF"/>
          </a:solidFill>
          <a:ln/>
        </p:spPr>
      </p:sp>
      <p:sp>
        <p:nvSpPr>
          <p:cNvPr id="20" name="S10-label401"/>
          <p:cNvSpPr txBox="1"/>
          <p:nvPr/>
        </p:nvSpPr>
        <p:spPr>
          <a:xfrm>
            <a:off x="9069354" y="272534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2"/>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3"/>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4"/>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5"/>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6"/>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7"/>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8"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9"/>
          <p:cNvSpPr/>
          <p:nvPr/>
        </p:nvSpPr>
        <p:spPr>
          <a:xfrm>
            <a:off x="6690540"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10"/>
          <p:cNvSpPr/>
          <p:nvPr/>
        </p:nvSpPr>
        <p:spPr>
          <a:xfrm>
            <a:off x="7012284"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11"/>
          <p:cNvSpPr/>
          <p:nvPr/>
        </p:nvSpPr>
        <p:spPr>
          <a:xfrm>
            <a:off x="733402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2"/>
          <p:cNvSpPr/>
          <p:nvPr/>
        </p:nvSpPr>
        <p:spPr>
          <a:xfrm>
            <a:off x="765577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3"/>
          <p:cNvSpPr/>
          <p:nvPr/>
        </p:nvSpPr>
        <p:spPr>
          <a:xfrm>
            <a:off x="797751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4"/>
          <p:cNvSpPr/>
          <p:nvPr/>
        </p:nvSpPr>
        <p:spPr>
          <a:xfrm>
            <a:off x="8299259"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5"/>
          <p:cNvSpPr/>
          <p:nvPr/>
        </p:nvSpPr>
        <p:spPr>
          <a:xfrm>
            <a:off x="8621003"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6"/>
          <p:cNvSpPr/>
          <p:nvPr/>
        </p:nvSpPr>
        <p:spPr>
          <a:xfrm>
            <a:off x="8942747"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7"/>
          <p:cNvSpPr/>
          <p:nvPr/>
        </p:nvSpPr>
        <p:spPr>
          <a:xfrm>
            <a:off x="926449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8"/>
          <p:cNvSpPr/>
          <p:nvPr/>
        </p:nvSpPr>
        <p:spPr>
          <a:xfrm>
            <a:off x="958623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9"/>
          <p:cNvSpPr/>
          <p:nvPr/>
        </p:nvSpPr>
        <p:spPr>
          <a:xfrm>
            <a:off x="990797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20"/>
          <p:cNvSpPr/>
          <p:nvPr/>
        </p:nvSpPr>
        <p:spPr>
          <a:xfrm>
            <a:off x="6368796" y="484813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21"/>
          <p:cNvSpPr/>
          <p:nvPr/>
        </p:nvSpPr>
        <p:spPr>
          <a:xfrm>
            <a:off x="6368796" y="452638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2"/>
          <p:cNvSpPr/>
          <p:nvPr/>
        </p:nvSpPr>
        <p:spPr>
          <a:xfrm>
            <a:off x="6368796" y="420464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3"/>
          <p:cNvSpPr/>
          <p:nvPr/>
        </p:nvSpPr>
        <p:spPr>
          <a:xfrm>
            <a:off x="6368796" y="38829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4"/>
          <p:cNvSpPr/>
          <p:nvPr/>
        </p:nvSpPr>
        <p:spPr>
          <a:xfrm>
            <a:off x="6368796" y="35611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5"/>
          <p:cNvSpPr/>
          <p:nvPr/>
        </p:nvSpPr>
        <p:spPr>
          <a:xfrm>
            <a:off x="6368796" y="32394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6"/>
          <p:cNvSpPr/>
          <p:nvPr/>
        </p:nvSpPr>
        <p:spPr>
          <a:xfrm>
            <a:off x="6368796" y="29176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7"/>
          <p:cNvSpPr/>
          <p:nvPr/>
        </p:nvSpPr>
        <p:spPr>
          <a:xfrm>
            <a:off x="6368796" y="259592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8"/>
          <p:cNvSpPr/>
          <p:nvPr/>
        </p:nvSpPr>
        <p:spPr>
          <a:xfrm>
            <a:off x="6368796" y="227418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9"/>
          <p:cNvSpPr/>
          <p:nvPr/>
        </p:nvSpPr>
        <p:spPr>
          <a:xfrm>
            <a:off x="8974921" y="227418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30"/>
          <p:cNvSpPr/>
          <p:nvPr/>
        </p:nvSpPr>
        <p:spPr>
          <a:xfrm>
            <a:off x="6368796" y="372203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31"/>
          <p:cNvSpPr/>
          <p:nvPr/>
        </p:nvSpPr>
        <p:spPr>
          <a:xfrm>
            <a:off x="7816643" y="227418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2"/>
          <p:cNvSpPr/>
          <p:nvPr/>
        </p:nvSpPr>
        <p:spPr>
          <a:xfrm>
            <a:off x="6368796" y="227418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3"/>
          <p:cNvSpPr/>
          <p:nvPr/>
        </p:nvSpPr>
        <p:spPr>
          <a:xfrm>
            <a:off x="6867499" y="246079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4"/>
          <p:cNvSpPr/>
          <p:nvPr/>
        </p:nvSpPr>
        <p:spPr>
          <a:xfrm>
            <a:off x="6915761" y="309462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5"/>
          <p:cNvSpPr/>
          <p:nvPr/>
        </p:nvSpPr>
        <p:spPr>
          <a:xfrm>
            <a:off x="6896456" y="309462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6"/>
          <p:cNvSpPr/>
          <p:nvPr/>
        </p:nvSpPr>
        <p:spPr>
          <a:xfrm>
            <a:off x="8151257" y="313645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7"/>
          <p:cNvSpPr/>
          <p:nvPr/>
        </p:nvSpPr>
        <p:spPr>
          <a:xfrm>
            <a:off x="8299259" y="313645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8"/>
          <p:cNvSpPr/>
          <p:nvPr/>
        </p:nvSpPr>
        <p:spPr>
          <a:xfrm>
            <a:off x="6992979" y="422073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9"/>
          <p:cNvSpPr/>
          <p:nvPr/>
        </p:nvSpPr>
        <p:spPr>
          <a:xfrm>
            <a:off x="6906108" y="405986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40"/>
          <p:cNvSpPr/>
          <p:nvPr/>
        </p:nvSpPr>
        <p:spPr>
          <a:xfrm>
            <a:off x="8170562" y="407594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41"/>
          <p:cNvSpPr/>
          <p:nvPr/>
        </p:nvSpPr>
        <p:spPr>
          <a:xfrm>
            <a:off x="8276737" y="411777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2"/>
          <p:cNvSpPr/>
          <p:nvPr/>
        </p:nvSpPr>
        <p:spPr>
          <a:xfrm>
            <a:off x="8212388" y="418212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3"/>
          <p:cNvSpPr/>
          <p:nvPr/>
        </p:nvSpPr>
        <p:spPr>
          <a:xfrm>
            <a:off x="9470407" y="310428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4"/>
          <p:cNvSpPr/>
          <p:nvPr/>
        </p:nvSpPr>
        <p:spPr>
          <a:xfrm>
            <a:off x="10195939" y="249039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5"/>
          <p:cNvSpPr/>
          <p:nvPr/>
        </p:nvSpPr>
        <p:spPr>
          <a:xfrm>
            <a:off x="10239375" y="286136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6"/>
          <p:cNvSpPr/>
          <p:nvPr/>
        </p:nvSpPr>
        <p:spPr>
          <a:xfrm>
            <a:off x="10222000" y="286136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7"/>
          <p:cNvSpPr/>
          <p:nvPr/>
        </p:nvSpPr>
        <p:spPr>
          <a:xfrm>
            <a:off x="10193043" y="327866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8"/>
          <p:cNvSpPr/>
          <p:nvPr/>
        </p:nvSpPr>
        <p:spPr>
          <a:xfrm>
            <a:off x="10326245" y="327866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9"/>
          <p:cNvSpPr/>
          <p:nvPr/>
        </p:nvSpPr>
        <p:spPr>
          <a:xfrm>
            <a:off x="10210418" y="363515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50"/>
          <p:cNvSpPr/>
          <p:nvPr/>
        </p:nvSpPr>
        <p:spPr>
          <a:xfrm>
            <a:off x="10305976" y="367280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51"/>
          <p:cNvSpPr/>
          <p:nvPr/>
        </p:nvSpPr>
        <p:spPr>
          <a:xfrm>
            <a:off x="10248062" y="373071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2"/>
          <p:cNvSpPr/>
          <p:nvPr/>
        </p:nvSpPr>
        <p:spPr>
          <a:xfrm>
            <a:off x="10308871" y="414512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3"/>
          <p:cNvSpPr/>
          <p:nvPr/>
        </p:nvSpPr>
        <p:spPr>
          <a:xfrm>
            <a:off x="10230687" y="400033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4"/>
          <p:cNvSpPr/>
          <p:nvPr/>
        </p:nvSpPr>
        <p:spPr>
          <a:xfrm>
            <a:off x="10222000" y="438868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5"/>
          <p:cNvSpPr/>
          <p:nvPr/>
        </p:nvSpPr>
        <p:spPr>
          <a:xfrm>
            <a:off x="10133199" y="208113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1" name="S11-mark456"/>
          <p:cNvSpPr/>
          <p:nvPr/>
        </p:nvSpPr>
        <p:spPr>
          <a:xfrm>
            <a:off x="10133199" y="240288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7"/>
          <p:cNvSpPr/>
          <p:nvPr/>
        </p:nvSpPr>
        <p:spPr>
          <a:xfrm flipV="1">
            <a:off x="9586235" y="2660275"/>
            <a:ext cx="0" cy="321744"/>
          </a:xfrm>
          <a:prstGeom prst="line">
            <a:avLst/>
          </a:prstGeom>
          <a:noFill/>
          <a:ln w="31750">
            <a:solidFill>
              <a:srgbClr val="1F2937"/>
            </a:solidFill>
            <a:prstDash val="solid"/>
            <a:tailEnd type="triangle"/>
          </a:ln>
        </p:spPr>
      </p:sp>
      <p:sp>
        <p:nvSpPr>
          <p:cNvPr id="53" name="S11-mark458"/>
          <p:cNvSpPr/>
          <p:nvPr/>
        </p:nvSpPr>
        <p:spPr>
          <a:xfrm>
            <a:off x="9473624" y="2821147"/>
            <a:ext cx="225221" cy="0"/>
          </a:xfrm>
          <a:prstGeom prst="line">
            <a:avLst/>
          </a:prstGeom>
          <a:noFill/>
          <a:ln w="25400">
            <a:solidFill>
              <a:srgbClr val="1F2937"/>
            </a:solidFill>
            <a:prstDash val="solid"/>
          </a:ln>
        </p:spPr>
      </p:sp>
      <p:sp>
        <p:nvSpPr>
          <p:cNvPr id="54" name="S11-mark459"/>
          <p:cNvSpPr/>
          <p:nvPr/>
        </p:nvSpPr>
        <p:spPr>
          <a:xfrm>
            <a:off x="6368796" y="5089441"/>
            <a:ext cx="321744" cy="0"/>
          </a:xfrm>
          <a:prstGeom prst="line">
            <a:avLst/>
          </a:prstGeom>
          <a:noFill/>
          <a:ln w="38100">
            <a:solidFill>
              <a:srgbClr val="1F2937"/>
            </a:solidFill>
            <a:prstDash val="solid"/>
          </a:ln>
        </p:spPr>
      </p:sp>
      <p:sp>
        <p:nvSpPr>
          <p:cNvPr id="55" name="S11-mark460"/>
          <p:cNvSpPr/>
          <p:nvPr/>
        </p:nvSpPr>
        <p:spPr>
          <a:xfrm>
            <a:off x="6368796" y="5018657"/>
            <a:ext cx="0" cy="141567"/>
          </a:xfrm>
          <a:prstGeom prst="line">
            <a:avLst/>
          </a:prstGeom>
          <a:noFill/>
          <a:ln w="25400">
            <a:solidFill>
              <a:srgbClr val="1F2937"/>
            </a:solidFill>
            <a:prstDash val="solid"/>
          </a:ln>
        </p:spPr>
      </p:sp>
      <p:sp>
        <p:nvSpPr>
          <p:cNvPr id="56" name="S11-mark461"/>
          <p:cNvSpPr/>
          <p:nvPr/>
        </p:nvSpPr>
        <p:spPr>
          <a:xfrm>
            <a:off x="6690540" y="5018657"/>
            <a:ext cx="0" cy="141567"/>
          </a:xfrm>
          <a:prstGeom prst="line">
            <a:avLst/>
          </a:prstGeom>
          <a:noFill/>
          <a:ln w="25400">
            <a:solidFill>
              <a:srgbClr val="1F2937"/>
            </a:solidFill>
            <a:prstDash val="solid"/>
          </a:ln>
        </p:spPr>
      </p:sp>
      <p:sp>
        <p:nvSpPr>
          <p:cNvPr id="57" name="S11-mark462"/>
          <p:cNvSpPr/>
          <p:nvPr/>
        </p:nvSpPr>
        <p:spPr>
          <a:xfrm>
            <a:off x="10181461" y="4889960"/>
            <a:ext cx="289569" cy="0"/>
          </a:xfrm>
          <a:prstGeom prst="line">
            <a:avLst/>
          </a:prstGeom>
          <a:noFill/>
          <a:ln w="88900">
            <a:solidFill>
              <a:srgbClr val="A3AAB4"/>
            </a:solidFill>
            <a:prstDash val="solid"/>
          </a:ln>
        </p:spPr>
      </p:sp>
      <p:sp>
        <p:nvSpPr>
          <p:cNvPr id="58" name="S11-mark463"/>
          <p:cNvSpPr/>
          <p:nvPr/>
        </p:nvSpPr>
        <p:spPr>
          <a:xfrm>
            <a:off x="10181461" y="5269618"/>
            <a:ext cx="289569" cy="0"/>
          </a:xfrm>
          <a:prstGeom prst="line">
            <a:avLst/>
          </a:prstGeom>
          <a:noFill/>
          <a:ln w="88900">
            <a:solidFill>
              <a:srgbClr val="4A90C8"/>
            </a:solidFill>
            <a:prstDash val="solid"/>
          </a:ln>
        </p:spPr>
      </p:sp>
      <p:sp>
        <p:nvSpPr>
          <p:cNvPr id="59" name="S11-label465"/>
          <p:cNvSpPr txBox="1"/>
          <p:nvPr/>
        </p:nvSpPr>
        <p:spPr>
          <a:xfrm>
            <a:off x="9382019" y="229281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7"/>
          <p:cNvSpPr txBox="1"/>
          <p:nvPr/>
        </p:nvSpPr>
        <p:spPr>
          <a:xfrm>
            <a:off x="6694757" y="489894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9"/>
          <p:cNvSpPr txBox="1"/>
          <p:nvPr/>
        </p:nvSpPr>
        <p:spPr>
          <a:xfrm>
            <a:off x="10487468" y="20515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71"/>
          <p:cNvSpPr txBox="1"/>
          <p:nvPr/>
        </p:nvSpPr>
        <p:spPr>
          <a:xfrm>
            <a:off x="10481417" y="2421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3"/>
          <p:cNvSpPr txBox="1"/>
          <p:nvPr/>
        </p:nvSpPr>
        <p:spPr>
          <a:xfrm>
            <a:off x="10481998" y="280117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5"/>
          <p:cNvSpPr txBox="1"/>
          <p:nvPr/>
        </p:nvSpPr>
        <p:spPr>
          <a:xfrm>
            <a:off x="10482900" y="318082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7"/>
          <p:cNvSpPr txBox="1"/>
          <p:nvPr/>
        </p:nvSpPr>
        <p:spPr>
          <a:xfrm>
            <a:off x="10481998" y="356048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9"/>
          <p:cNvSpPr txBox="1"/>
          <p:nvPr/>
        </p:nvSpPr>
        <p:spPr>
          <a:xfrm>
            <a:off x="10481998" y="394014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81"/>
          <p:cNvSpPr txBox="1"/>
          <p:nvPr/>
        </p:nvSpPr>
        <p:spPr>
          <a:xfrm>
            <a:off x="10481417" y="431980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3"/>
          <p:cNvSpPr txBox="1"/>
          <p:nvPr/>
        </p:nvSpPr>
        <p:spPr>
          <a:xfrm>
            <a:off x="10481998" y="469946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5"/>
          <p:cNvSpPr txBox="1"/>
          <p:nvPr/>
        </p:nvSpPr>
        <p:spPr>
          <a:xfrm>
            <a:off x="10481998" y="50791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9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9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방위는 방위표로, 거리는 축척으로 읽어요.</a:t>
            </a:r>
            <a:endParaRPr lang="ko-KR" sz="3000" dirty="0"/>
          </a:p>
        </p:txBody>
      </p:sp>
      <p:sp>
        <p:nvSpPr>
          <p:cNvPr id="5" name="S12-chip49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5"/>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북쪽</a:t>
            </a:r>
            <a:endParaRPr lang="ko-KR" sz="3000" dirty="0"/>
          </a:p>
        </p:txBody>
      </p:sp>
      <p:sp>
        <p:nvSpPr>
          <p:cNvPr id="7" name="S12-text496"/>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위쪽</a:t>
            </a:r>
            <a:endParaRPr lang="ko-KR" sz="2400" dirty="0"/>
          </a:p>
        </p:txBody>
      </p:sp>
      <p:sp>
        <p:nvSpPr>
          <p:cNvPr id="8" name="S12-text497"/>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서쪽</a:t>
            </a:r>
            <a:endParaRPr lang="ko-KR" sz="3000" dirty="0"/>
          </a:p>
        </p:txBody>
      </p:sp>
      <p:sp>
        <p:nvSpPr>
          <p:cNvPr id="9" name="S12-text498"/>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방위표로 확인</a:t>
            </a:r>
            <a:endParaRPr lang="ko-KR" sz="2400" dirty="0"/>
          </a:p>
        </p:txBody>
      </p:sp>
      <p:sp>
        <p:nvSpPr>
          <p:cNvPr id="10" name="S12-text499"/>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400 m</a:t>
            </a:r>
            <a:endParaRPr lang="ko-KR" sz="3000" dirty="0"/>
          </a:p>
        </p:txBody>
      </p:sp>
      <p:sp>
        <p:nvSpPr>
          <p:cNvPr id="11" name="S12-text500"/>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4칸 × 100 m</a:t>
            </a:r>
            <a:endParaRPr lang="ko-KR" sz="2400" dirty="0"/>
          </a:p>
        </p:txBody>
      </p:sp>
      <p:sp>
        <p:nvSpPr>
          <p:cNvPr id="12" name="S12-chip50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2"/>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왼쪽</a:t>
            </a:r>
            <a:endParaRPr lang="ko-KR" sz="3000" dirty="0"/>
          </a:p>
        </p:txBody>
      </p:sp>
      <p:sp>
        <p:nvSpPr>
          <p:cNvPr id="14" name="S12-text503"/>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보는 사람에 따라</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바뀌는 말</a:t>
            </a:r>
            <a:endParaRPr lang="ko-KR" sz="2400" dirty="0"/>
          </a:p>
        </p:txBody>
      </p:sp>
      <p:sp>
        <p:nvSpPr>
          <p:cNvPr id="15" name="S12-text504"/>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4 m</a:t>
            </a:r>
            <a:endParaRPr lang="ko-KR" sz="3000" dirty="0"/>
          </a:p>
        </p:txBody>
      </p:sp>
      <p:sp>
        <p:nvSpPr>
          <p:cNvPr id="16" name="S12-text505"/>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축척을 보지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않음</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506"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496748" y="2320539"/>
            <a:ext cx="3895134" cy="2822561"/>
          </a:xfrm>
          <a:custGeom>
            <a:avLst/>
            <a:gdLst/>
            <a:ahLst/>
            <a:cxnLst/>
            <a:rect l="l" t="t" r="r" b="b"/>
            <a:pathLst>
              <a:path w="3895134" h="2822561">
                <a:moveTo>
                  <a:pt x="3895134" y="1411280"/>
                </a:moveTo>
                <a:lnTo>
                  <a:pt x="3852231" y="1166282"/>
                </a:lnTo>
                <a:lnTo>
                  <a:pt x="3724651" y="928622"/>
                </a:lnTo>
                <a:lnTo>
                  <a:pt x="3516910" y="705640"/>
                </a:lnTo>
                <a:lnTo>
                  <a:pt x="3234654" y="504109"/>
                </a:lnTo>
                <a:lnTo>
                  <a:pt x="2886915" y="330240"/>
                </a:lnTo>
                <a:lnTo>
                  <a:pt x="2483853" y="189112"/>
                </a:lnTo>
                <a:lnTo>
                  <a:pt x="2037889" y="85241"/>
                </a:lnTo>
                <a:lnTo>
                  <a:pt x="1562570" y="21451"/>
                </a:lnTo>
                <a:lnTo>
                  <a:pt x="1072573" y="0"/>
                </a:lnTo>
                <a:lnTo>
                  <a:pt x="886284" y="21451"/>
                </a:lnTo>
                <a:lnTo>
                  <a:pt x="705640" y="85241"/>
                </a:lnTo>
                <a:lnTo>
                  <a:pt x="536287" y="189112"/>
                </a:lnTo>
                <a:lnTo>
                  <a:pt x="383304" y="330240"/>
                </a:lnTo>
                <a:lnTo>
                  <a:pt x="251208" y="504109"/>
                </a:lnTo>
                <a:lnTo>
                  <a:pt x="143951" y="705640"/>
                </a:lnTo>
                <a:lnTo>
                  <a:pt x="64919" y="928622"/>
                </a:lnTo>
                <a:lnTo>
                  <a:pt x="16371" y="1166282"/>
                </a:lnTo>
                <a:lnTo>
                  <a:pt x="0" y="1411280"/>
                </a:lnTo>
                <a:lnTo>
                  <a:pt x="16371" y="1656279"/>
                </a:lnTo>
                <a:lnTo>
                  <a:pt x="64919" y="1893938"/>
                </a:lnTo>
                <a:lnTo>
                  <a:pt x="143951" y="2116920"/>
                </a:lnTo>
                <a:lnTo>
                  <a:pt x="251208" y="2318451"/>
                </a:lnTo>
                <a:lnTo>
                  <a:pt x="383304" y="2492321"/>
                </a:lnTo>
                <a:lnTo>
                  <a:pt x="536287" y="2633449"/>
                </a:lnTo>
                <a:lnTo>
                  <a:pt x="705640" y="2737319"/>
                </a:lnTo>
                <a:lnTo>
                  <a:pt x="886284" y="2801109"/>
                </a:lnTo>
                <a:lnTo>
                  <a:pt x="1072573" y="2822561"/>
                </a:lnTo>
                <a:lnTo>
                  <a:pt x="1562570" y="2801109"/>
                </a:lnTo>
                <a:lnTo>
                  <a:pt x="2037889" y="2737319"/>
                </a:lnTo>
                <a:lnTo>
                  <a:pt x="2483853" y="2633449"/>
                </a:lnTo>
                <a:lnTo>
                  <a:pt x="2886915" y="2492321"/>
                </a:lnTo>
                <a:lnTo>
                  <a:pt x="3234654" y="2318451"/>
                </a:lnTo>
                <a:lnTo>
                  <a:pt x="3516910" y="2116920"/>
                </a:lnTo>
                <a:lnTo>
                  <a:pt x="3724651" y="1893938"/>
                </a:lnTo>
                <a:lnTo>
                  <a:pt x="3852231" y="1656279"/>
                </a:lnTo>
                <a:close/>
              </a:path>
            </a:pathLst>
          </a:custGeom>
          <a:solidFill>
            <a:srgbClr val="D5ECC8"/>
          </a:solidFill>
          <a:ln w="25400">
            <a:solidFill>
              <a:srgbClr val="1F2937"/>
            </a:solidFill>
            <a:prstDash val="solid"/>
          </a:ln>
        </p:spPr>
      </p:sp>
      <p:sp>
        <p:nvSpPr>
          <p:cNvPr id="4" name="S13-mark507"/>
          <p:cNvSpPr/>
          <p:nvPr/>
        </p:nvSpPr>
        <p:spPr>
          <a:xfrm>
            <a:off x="7863681" y="2772149"/>
            <a:ext cx="2624981" cy="1919341"/>
          </a:xfrm>
          <a:custGeom>
            <a:avLst/>
            <a:gdLst/>
            <a:ahLst/>
            <a:cxnLst/>
            <a:rect l="l" t="t" r="r" b="b"/>
            <a:pathLst>
              <a:path w="2624981" h="1919341">
                <a:moveTo>
                  <a:pt x="2624981" y="959671"/>
                </a:moveTo>
                <a:lnTo>
                  <a:pt x="2595627" y="793140"/>
                </a:lnTo>
                <a:lnTo>
                  <a:pt x="2509256" y="631689"/>
                </a:lnTo>
                <a:lnTo>
                  <a:pt x="2367564" y="479835"/>
                </a:lnTo>
                <a:lnTo>
                  <a:pt x="2176194" y="342659"/>
                </a:lnTo>
                <a:lnTo>
                  <a:pt x="1939099" y="224676"/>
                </a:lnTo>
                <a:lnTo>
                  <a:pt x="1665311" y="128709"/>
                </a:lnTo>
                <a:lnTo>
                  <a:pt x="1362168" y="58145"/>
                </a:lnTo>
                <a:lnTo>
                  <a:pt x="1038702" y="14677"/>
                </a:lnTo>
                <a:lnTo>
                  <a:pt x="705640" y="0"/>
                </a:lnTo>
                <a:lnTo>
                  <a:pt x="583141" y="14677"/>
                </a:lnTo>
                <a:lnTo>
                  <a:pt x="464029" y="58145"/>
                </a:lnTo>
                <a:lnTo>
                  <a:pt x="352820" y="128709"/>
                </a:lnTo>
                <a:lnTo>
                  <a:pt x="252337" y="224676"/>
                </a:lnTo>
                <a:lnTo>
                  <a:pt x="164838" y="342659"/>
                </a:lnTo>
                <a:lnTo>
                  <a:pt x="94274" y="479835"/>
                </a:lnTo>
                <a:lnTo>
                  <a:pt x="42338" y="631689"/>
                </a:lnTo>
                <a:lnTo>
                  <a:pt x="10726" y="793140"/>
                </a:lnTo>
                <a:lnTo>
                  <a:pt x="0" y="959671"/>
                </a:lnTo>
                <a:lnTo>
                  <a:pt x="10726" y="1126202"/>
                </a:lnTo>
                <a:lnTo>
                  <a:pt x="42338" y="1287652"/>
                </a:lnTo>
                <a:lnTo>
                  <a:pt x="94274" y="1439506"/>
                </a:lnTo>
                <a:lnTo>
                  <a:pt x="164838" y="1576682"/>
                </a:lnTo>
                <a:lnTo>
                  <a:pt x="252337" y="1694665"/>
                </a:lnTo>
                <a:lnTo>
                  <a:pt x="352820" y="1790632"/>
                </a:lnTo>
                <a:lnTo>
                  <a:pt x="464029" y="1861196"/>
                </a:lnTo>
                <a:lnTo>
                  <a:pt x="583141" y="1904664"/>
                </a:lnTo>
                <a:lnTo>
                  <a:pt x="705640" y="1919341"/>
                </a:lnTo>
                <a:lnTo>
                  <a:pt x="1038702" y="1904664"/>
                </a:lnTo>
                <a:lnTo>
                  <a:pt x="1362168" y="1861196"/>
                </a:lnTo>
                <a:lnTo>
                  <a:pt x="1665311" y="1790632"/>
                </a:lnTo>
                <a:lnTo>
                  <a:pt x="1939099" y="1694665"/>
                </a:lnTo>
                <a:lnTo>
                  <a:pt x="2176194" y="1576682"/>
                </a:lnTo>
                <a:lnTo>
                  <a:pt x="2367564" y="1439506"/>
                </a:lnTo>
                <a:lnTo>
                  <a:pt x="2509256" y="1287652"/>
                </a:lnTo>
                <a:lnTo>
                  <a:pt x="2595627" y="1126202"/>
                </a:lnTo>
                <a:close/>
              </a:path>
            </a:pathLst>
          </a:custGeom>
          <a:solidFill>
            <a:srgbClr val="F3E6AE"/>
          </a:solidFill>
          <a:ln w="25400">
            <a:solidFill>
              <a:srgbClr val="1F2937"/>
            </a:solidFill>
            <a:prstDash val="solid"/>
          </a:ln>
        </p:spPr>
      </p:sp>
      <p:sp>
        <p:nvSpPr>
          <p:cNvPr id="5" name="S13-mark508"/>
          <p:cNvSpPr/>
          <p:nvPr/>
        </p:nvSpPr>
        <p:spPr>
          <a:xfrm>
            <a:off x="8230613" y="3223759"/>
            <a:ext cx="1354829" cy="1016122"/>
          </a:xfrm>
          <a:custGeom>
            <a:avLst/>
            <a:gdLst/>
            <a:ahLst/>
            <a:cxnLst/>
            <a:rect l="l" t="t" r="r" b="b"/>
            <a:pathLst>
              <a:path w="1354829" h="1016122">
                <a:moveTo>
                  <a:pt x="1354829" y="508061"/>
                </a:moveTo>
                <a:lnTo>
                  <a:pt x="1339587" y="419997"/>
                </a:lnTo>
                <a:lnTo>
                  <a:pt x="1293297" y="334191"/>
                </a:lnTo>
                <a:lnTo>
                  <a:pt x="1218782" y="254030"/>
                </a:lnTo>
                <a:lnTo>
                  <a:pt x="1117169" y="181208"/>
                </a:lnTo>
                <a:lnTo>
                  <a:pt x="991848" y="119112"/>
                </a:lnTo>
                <a:lnTo>
                  <a:pt x="846768" y="68306"/>
                </a:lnTo>
                <a:lnTo>
                  <a:pt x="686447" y="30484"/>
                </a:lnTo>
                <a:lnTo>
                  <a:pt x="515400" y="7903"/>
                </a:lnTo>
                <a:lnTo>
                  <a:pt x="338707" y="0"/>
                </a:lnTo>
                <a:lnTo>
                  <a:pt x="279998" y="7903"/>
                </a:lnTo>
                <a:lnTo>
                  <a:pt x="222982" y="30484"/>
                </a:lnTo>
                <a:lnTo>
                  <a:pt x="169354" y="68306"/>
                </a:lnTo>
                <a:lnTo>
                  <a:pt x="120806" y="119112"/>
                </a:lnTo>
                <a:lnTo>
                  <a:pt x="79032" y="181208"/>
                </a:lnTo>
                <a:lnTo>
                  <a:pt x="45161" y="254030"/>
                </a:lnTo>
                <a:lnTo>
                  <a:pt x="20322" y="334191"/>
                </a:lnTo>
                <a:lnTo>
                  <a:pt x="5081" y="419997"/>
                </a:lnTo>
                <a:lnTo>
                  <a:pt x="0" y="508061"/>
                </a:lnTo>
                <a:lnTo>
                  <a:pt x="5081" y="596125"/>
                </a:lnTo>
                <a:lnTo>
                  <a:pt x="20322" y="681931"/>
                </a:lnTo>
                <a:lnTo>
                  <a:pt x="45161" y="762091"/>
                </a:lnTo>
                <a:lnTo>
                  <a:pt x="79032" y="834913"/>
                </a:lnTo>
                <a:lnTo>
                  <a:pt x="120806" y="897010"/>
                </a:lnTo>
                <a:lnTo>
                  <a:pt x="169354" y="947816"/>
                </a:lnTo>
                <a:lnTo>
                  <a:pt x="222982" y="985638"/>
                </a:lnTo>
                <a:lnTo>
                  <a:pt x="279998" y="1008219"/>
                </a:lnTo>
                <a:lnTo>
                  <a:pt x="338707" y="1016122"/>
                </a:lnTo>
                <a:lnTo>
                  <a:pt x="515400" y="1008219"/>
                </a:lnTo>
                <a:lnTo>
                  <a:pt x="686447" y="985638"/>
                </a:lnTo>
                <a:lnTo>
                  <a:pt x="846768" y="947816"/>
                </a:lnTo>
                <a:lnTo>
                  <a:pt x="991848" y="897010"/>
                </a:lnTo>
                <a:lnTo>
                  <a:pt x="1117169" y="834913"/>
                </a:lnTo>
                <a:lnTo>
                  <a:pt x="1218782" y="762091"/>
                </a:lnTo>
                <a:lnTo>
                  <a:pt x="1293297" y="681931"/>
                </a:lnTo>
                <a:lnTo>
                  <a:pt x="1339587" y="596125"/>
                </a:lnTo>
                <a:close/>
              </a:path>
            </a:pathLst>
          </a:custGeom>
          <a:solidFill>
            <a:srgbClr val="E6C097"/>
          </a:solidFill>
          <a:ln w="25400">
            <a:solidFill>
              <a:srgbClr val="1F2937"/>
            </a:solidFill>
            <a:prstDash val="solid"/>
          </a:ln>
        </p:spPr>
      </p:sp>
      <p:sp>
        <p:nvSpPr>
          <p:cNvPr id="6" name="S13-mark509"/>
          <p:cNvSpPr/>
          <p:nvPr/>
        </p:nvSpPr>
        <p:spPr>
          <a:xfrm>
            <a:off x="8429886" y="3601417"/>
            <a:ext cx="278869" cy="242176"/>
          </a:xfrm>
          <a:custGeom>
            <a:avLst/>
            <a:gdLst/>
            <a:ahLst/>
            <a:cxnLst/>
            <a:rect l="l" t="t" r="r" b="b"/>
            <a:pathLst>
              <a:path w="278869" h="242176">
                <a:moveTo>
                  <a:pt x="0" y="242176"/>
                </a:moveTo>
                <a:lnTo>
                  <a:pt x="278869" y="242176"/>
                </a:lnTo>
                <a:lnTo>
                  <a:pt x="139434" y="0"/>
                </a:lnTo>
                <a:close/>
              </a:path>
            </a:pathLst>
          </a:custGeom>
          <a:solidFill>
            <a:srgbClr val="8B5E3C"/>
          </a:solidFill>
          <a:ln w="15875">
            <a:solidFill>
              <a:srgbClr val="1F2937"/>
            </a:solidFill>
            <a:prstDash val="solid"/>
          </a:ln>
        </p:spPr>
      </p:sp>
      <p:sp>
        <p:nvSpPr>
          <p:cNvPr id="7" name="S13-mark510"/>
          <p:cNvSpPr/>
          <p:nvPr/>
        </p:nvSpPr>
        <p:spPr>
          <a:xfrm>
            <a:off x="8386419" y="5720031"/>
            <a:ext cx="365804" cy="406449"/>
          </a:xfrm>
          <a:custGeom>
            <a:avLst/>
            <a:gdLst/>
            <a:ahLst/>
            <a:cxnLst/>
            <a:rect l="l" t="t" r="r" b="b"/>
            <a:pathLst>
              <a:path w="365804" h="406449">
                <a:moveTo>
                  <a:pt x="0" y="406449"/>
                </a:moveTo>
                <a:lnTo>
                  <a:pt x="365804" y="406449"/>
                </a:lnTo>
                <a:lnTo>
                  <a:pt x="365804" y="172741"/>
                </a:lnTo>
                <a:lnTo>
                  <a:pt x="182902" y="0"/>
                </a:lnTo>
                <a:lnTo>
                  <a:pt x="0" y="172741"/>
                </a:lnTo>
                <a:close/>
              </a:path>
            </a:pathLst>
          </a:custGeom>
          <a:solidFill>
            <a:srgbClr val="F2C14E"/>
          </a:solidFill>
          <a:ln w="15875">
            <a:solidFill>
              <a:srgbClr val="1F2937"/>
            </a:solidFill>
            <a:prstDash val="solid"/>
          </a:ln>
        </p:spPr>
      </p:sp>
      <p:sp>
        <p:nvSpPr>
          <p:cNvPr id="8" name="S13-mark511"/>
          <p:cNvSpPr/>
          <p:nvPr/>
        </p:nvSpPr>
        <p:spPr>
          <a:xfrm flipV="1">
            <a:off x="6762882" y="1981832"/>
            <a:ext cx="0" cy="677415"/>
          </a:xfrm>
          <a:prstGeom prst="line">
            <a:avLst/>
          </a:prstGeom>
          <a:noFill/>
          <a:ln w="31750">
            <a:solidFill>
              <a:srgbClr val="1F2937"/>
            </a:solidFill>
            <a:prstDash val="solid"/>
            <a:tailEnd type="triangle"/>
          </a:ln>
        </p:spPr>
      </p:sp>
      <p:sp>
        <p:nvSpPr>
          <p:cNvPr id="9" name="S13-mark512"/>
          <p:cNvSpPr/>
          <p:nvPr/>
        </p:nvSpPr>
        <p:spPr>
          <a:xfrm>
            <a:off x="6525787" y="2320539"/>
            <a:ext cx="474190" cy="0"/>
          </a:xfrm>
          <a:prstGeom prst="line">
            <a:avLst/>
          </a:prstGeom>
          <a:noFill/>
          <a:ln w="25400">
            <a:solidFill>
              <a:srgbClr val="1F2937"/>
            </a:solidFill>
            <a:prstDash val="solid"/>
          </a:ln>
        </p:spPr>
      </p:sp>
      <p:sp>
        <p:nvSpPr>
          <p:cNvPr id="10" name="S13-labelbg514"/>
          <p:cNvSpPr/>
          <p:nvPr/>
        </p:nvSpPr>
        <p:spPr>
          <a:xfrm>
            <a:off x="10570666" y="2769909"/>
            <a:ext cx="621792" cy="304800"/>
          </a:xfrm>
          <a:prstGeom prst="rect">
            <a:avLst/>
          </a:prstGeom>
          <a:solidFill>
            <a:srgbClr val="FFFFFF"/>
          </a:solidFill>
          <a:ln/>
        </p:spPr>
      </p:sp>
      <p:sp>
        <p:nvSpPr>
          <p:cNvPr id="11" name="S13-label515"/>
          <p:cNvSpPr txBox="1"/>
          <p:nvPr/>
        </p:nvSpPr>
        <p:spPr>
          <a:xfrm>
            <a:off x="10524946" y="273180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17"/>
          <p:cNvSpPr/>
          <p:nvPr/>
        </p:nvSpPr>
        <p:spPr>
          <a:xfrm>
            <a:off x="9830591" y="3029020"/>
            <a:ext cx="621792" cy="304800"/>
          </a:xfrm>
          <a:prstGeom prst="rect">
            <a:avLst/>
          </a:prstGeom>
          <a:solidFill>
            <a:srgbClr val="FFFFFF"/>
          </a:solidFill>
          <a:ln/>
        </p:spPr>
      </p:sp>
      <p:sp>
        <p:nvSpPr>
          <p:cNvPr id="13" name="S13-label518"/>
          <p:cNvSpPr txBox="1"/>
          <p:nvPr/>
        </p:nvSpPr>
        <p:spPr>
          <a:xfrm>
            <a:off x="9784871" y="299092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20"/>
          <p:cNvSpPr/>
          <p:nvPr/>
        </p:nvSpPr>
        <p:spPr>
          <a:xfrm>
            <a:off x="9090515" y="3288131"/>
            <a:ext cx="621792" cy="304800"/>
          </a:xfrm>
          <a:prstGeom prst="rect">
            <a:avLst/>
          </a:prstGeom>
          <a:solidFill>
            <a:srgbClr val="FFFFFF"/>
          </a:solidFill>
          <a:ln/>
        </p:spPr>
      </p:sp>
      <p:sp>
        <p:nvSpPr>
          <p:cNvPr id="15" name="S13-label521"/>
          <p:cNvSpPr txBox="1"/>
          <p:nvPr/>
        </p:nvSpPr>
        <p:spPr>
          <a:xfrm>
            <a:off x="9044795" y="3250031"/>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23"/>
          <p:cNvSpPr txBox="1"/>
          <p:nvPr/>
        </p:nvSpPr>
        <p:spPr>
          <a:xfrm>
            <a:off x="9006070" y="574291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25"/>
          <p:cNvSpPr txBox="1"/>
          <p:nvPr/>
        </p:nvSpPr>
        <p:spPr>
          <a:xfrm>
            <a:off x="6558666" y="148085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2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2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2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2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3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3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32"/>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33"/>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34"/>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35"/>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36"/>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37"/>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38"/>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39"/>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40"/>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41"/>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42"/>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43"/>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44"/>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45"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46"/>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47"/>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48"/>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49"/>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50"/>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51"/>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52"/>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53"/>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54"/>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55"/>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56"/>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58"/>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60"/>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62"/>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2026-10-26T09:51:51Z</dcterms:created>
  <dcterms:modified xsi:type="dcterms:W3CDTF">2026-10-26T09:51:51Z</dcterms:modified>
</cp:coreProperties>
</file>