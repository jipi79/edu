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761789bb-6b35-58b9-d4b0-90da370d2dda}">
          <p14:sldIdLst>
            <p14:sldId id="256"/>
            <p14:sldId id="257"/>
          </p14:sldIdLst>
        </p14:section>
        <p14:section name="개념" id="{4784c74f-a9c2-7a74-f625-795feb5f79ba}">
          <p14:sldIdLst>
            <p14:sldId id="258"/>
            <p14:sldId id="259"/>
            <p14:sldId id="262"/>
            <p14:sldId id="264"/>
          </p14:sldIdLst>
        </p14:section>
        <p14:section name="연습" id="{b03641a0-64b4-1e5a-a8e3-bd457b91a7d4}">
          <p14:sldIdLst>
            <p14:sldId id="260"/>
            <p14:sldId id="261"/>
            <p14:sldId id="263"/>
            <p14:sldId id="265"/>
          </p14:sldIdLst>
        </p14:section>
        <p14:section name="개념" id="{c8a4eeb2-35be-3eb3-6f57-2fa30850bb28}">
          <p14:sldIdLst/>
        </p14:section>
        <p14:section name="연습" id="{bf693493-2954-1dd4-29cc-841945da6fc5}">
          <p14:sldIdLst/>
        </p14:section>
        <p14:section name="개념" id="{cf54ebec-a42a-40a9-cd37-c5d2c2c0fbba}">
          <p14:sldIdLst/>
        </p14:section>
        <p14:section name="연습" id="{1530eeff-6d47-2bd9-ea8a-a76971a4c98d}">
          <p14:sldIdLst/>
        </p14:section>
        <p14:section name="확인" id="{e81c746f-b834-5ca0-cd16-ba361c6ae9b0}">
          <p14:sldIdLst>
            <p14:sldId id="266"/>
            <p14:sldId id="267"/>
            <p14:sldId id="268"/>
          </p14:sldIdLst>
        </p14:section>
        <p14:section name="정리" id="{bebee90a-74a9-abf1-3511-334834d1013e}">
          <p14:sldIdLst>
            <p14:sldId id="269"/>
          </p14:sldIdLst>
        </p14:section>
        <p14:section name="보충" id="{46f6520d-0dd7-dcf1-6301-d60fc31a20c4}">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 · 오늘의 질문과 목표]
목적: 오늘 배울 것을 알리고, 지도에는 장소·방향·거리·높낮이가 약속에 따라 담겨 있다는 것을 떠올리게 합니다.
시간: 약 2분
이렇게 말해 보세요
- “처음 가 보는 곳에 갈 때 무엇을 보면 길을 찾을 수 있을까?”
- “지도에는 약속이 있어. 그 약속만 알면 처음 보는 지도도 읽을 수 있어. 오늘은 그 약속 네 가지(기호, 방위, 축척, 등고선)를 배울 거야.”
- “오른쪽 위 그림은 방위표야. 무엇을 알려 줄 것 같아?”
예상 답
- “지도요.” “휴대 전화 지도 앱이요.” “사람한테 물어봐요.”
- 방위표: “방향이요.” “북쪽이요.”
막히면
- 가족이 함께 지도 앱으로 길을 찾았던 일을 떠올려 “그때 화면에 무엇이 보였지?”라고 묻습니다.
주의
- 오늘 화면과 활동지의 ‘별빛마을’ 지도는 수업을 위해 지어낸 것입니다. 기호도 이 지도에서 정한 약속이므로, 실제 지도를 볼 때는 그 지도의 범례를 확인하라고 알려 줍니다.
- 40분이 길면 S06까지(기호·방위) 하고 쉬었다가, 다음 날 S07(축척)부터 이어도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 · 선수 학습 확인(기호와 위치 말하기)]
목적: 3학년에서 배운 기호(간단한 그림 약속)와 위치 말하기를 기억하는지 확인합니다. 오늘 배우는 범례와 방위는 이 위에 쌓입니다.
시간: 약 3분
이렇게 말해 보세요
- “그림 아래에 있는 것은 기호의 약속이야. 이 약속을 보고 ①부터 답해 볼래?”
- “②는 화면을 보고 있는 너를 기준으로 말해 봐.”
정답
- ① 공원
- ② 오른쪽(화면을 보는 사람 기준)
- ③ 예: 간단해서 알아보기 쉬워요, 좁은 지도에 많이 넣을 수 있어요, 누가 보아도 같은 뜻으로 읽어요.
막히면
- 약속의 기호와 길 위의 기호를 손가락으로 하나씩 짝지어 짚게 합니다.
- 기호의 뜻을 짝짓지 못하거나 ‘사이’, ‘오른쪽’으로 위치를 말하지 못하면 S15(보충)를 먼저 합니다.
주의
- ②의 ‘오른쪽’은 보는 사람에 따라 바뀌는 말입니다. 여기서는 맞다고 하고, S06에서 방위와 비교합니다.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 · 기호와 범례]
목적: 지도의 기호와 범례가 하는 일을 알려 주고, 범례를 보며 지도에서 장소를 찾게 합니다(목표 A).
시간: 약 3분
이렇게 말해 보세요
- “별빛마을 지도야. 오른쪽 상자를 ‘범례’라고 해. 지도에 쓴 기호의 뜻을 모아 둔 곳이야.”
- “범례에서 학교 기호를 찾고, 지도에서 같은 기호를 찾아 손가락으로 짚어 볼래?”
- “병원은 어디 있을까? 도로와 하천(강이나 시내)은 어떤 선으로 나타냈어?”
예상 답
- 학교: 왼쪽 가운데의 깃발 기호를 짚음. 병원: 아래쪽 가운데의 빨간 십자 기호를 짚음.
- “도로는 회색 굵은 선, 하천은 파란 선이에요.”
막히면
- 범례의 기호 하나를 가리키고 “이것과 똑같이 생긴 것을 지도에서 찾아볼까?”라고 하나씩 찾게 합니다.
주의
- 지도의 모눈 한 칸은 S07에서 거리(축척)를 셀 때 씁니다. 여기서는 기호 찾기에만 집중합니다.
- 기호의 크기는 건물의 실제 크기가 아니라는 점도 짚어 줍니다(병원 기호가 커도 병원이 큰 것이 아님).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 · 방위와 방위표]
목적: 동서남북 네 방위와 방위표 읽는 법을 알려 줍니다(목표 A).
시간: 약 3분
이렇게 말해 보세요
- “동쪽, 서쪽, 남쪽, 북쪽을 ‘방위’라고 해. 방위표의 화살표 끝이 북쪽이야.”
- “일어나서 화면 쪽을 북쪽이라고 하고 서 볼까? 오른팔을 들어 봐. 그쪽이 동쪽이야. 왼팔 쪽은? 등 뒤는?”
- “S03의 지도에서 방위표를 찾아볼래? 학교에서 보면 도서관은 어느 쪽에 있어?”
예상 답
- 왼팔 쪽: 서쪽, 등 뒤: 남쪽
- “도서관은 학교의 동쪽에 있어요.”
막히면
- 종이에 십자를 그리고 위에 ‘북’을 쓴 뒤, 아이가 ‘동, 서, 남’을 직접 써 넣게 합니다(시계 방향으로 북 → 동 → 남 → 서).
주의
- 해가 뜨는 쪽이 대략 동쪽이라고 알려 주면 집에서 방위를 찾는 데 도움이 됩니다.
- 북동·남서처럼 방위를 더 나누는 말은 오늘 다루지 않습니다(동서남북만).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 범례와 방위표로 방위 찾기]
목적: 범례로 장소를 찾고 방위표로 방위를 말하는 연습을 합니다(목표 A).
시간: 약 3분
이렇게 말해 보세요
- “①은 학교에서 본다고 했어. 먼저 학교에 손가락을 올려 볼까? 공원은 그 위쪽이야, 아래쪽이야? 방위표에서 아래쪽은 무슨 방위야?”
- “②는 도서관에 손가락을 두고 남쪽으로 따라가 봐. 무엇이 나와?”
정답
- ① 남쪽
- ② 병원
- ③ 동쪽
막히면
- 방위표 옆에 손가락으로 ‘북’, ‘남’, ‘동’, ‘서’를 차례로 짚게 한 뒤 다시 묻습니다.
- 기호를 찾지 못하면 범례에서 기호를 먼저 짚고 지도에서 같은 기호를 찾게 합니다.
주의
- 기준이 되는 곳(‘○○에서 보면’)을 먼저 정해야 방위를 말할 수 있다는 것을 강조합니다.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 · 오해 비교(오른쪽과 동쪽)]
목적: 왼쪽·오른쪽은 보는 사람에 따라 바뀌지만, 방위는 바뀌지 않는다는 것을 알게 합니다(목표 A, 오해 M1).
시간: 약 2분
이렇게 말해 보세요
- “두 말 모두 지금은 맞아. 그럼 지도를(태블릿이나 활동지를) 거꾸로 돌려 볼까? 이제 도서관은 학교의 어느 쪽에 보여?”
- “‘오른쪽’은 바뀌었는데 ‘동쪽’은 어때? 방위표도 같이 돌아갔지?”
정답
- 나. 방위는 보는 사람이 어느 쪽을 보고 있어도 바뀌지 않습니다. 지도를 돌리면 도서관이 학교의 왼쪽에 보이므로 가의 말은 맞지 않게 됩니다.
막히면
- 활동지 1쪽 지도를 실제로 거꾸로 들고 학교와 도서관을 짚으며 ‘오른쪽’이 어디인지 다시 말하게 합니다.
주의
- 그래서 지도에서는 오른쪽·왼쪽 대신 동서남북으로 말한다는 것을 한 문장으로 정리해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 · 축척으로 실제 거리 구하기]
목적: 지도는 실제 땅을 줄여 그린 것이고, 축척을 보면 지도 위 길이를 실제 거리로 바꿀 수 있다는 것을 시범으로 보여 줍니다(목표 B).
시간: 약 3분
이렇게 말해 보세요
- “지도에는 땅을 아주 작게 줄여서 그려. 얼마나 줄였는지 알려 주는 것이 ‘축척’이야.”
- “아래 막대를 봐. 한 칸 길이가 실제로는 100 m라는 뜻이야. 학교와 도서관 사이는 몇 칸이야?”
- “한 칸에 100 m니까 100, 200, 300, 400. 실제로는 400 m 떨어져 있어.”
예상 답
- “4칸이요.” “400 m요.”
막히면
- 칸마다 손가락으로 짚으며 ‘100, 200, 300, 400’ 하고 같이 셉니다.
- 100 m가 어느 정도인지 감이 없으면 학교 운동장 한 바퀴나 집 근처 익숙한 거리를 예로 들어 줍니다(정확하지 않아도 괜찮습니다).
주의
- 활동지의 지도는 실제 크기로 인쇄하면 모눈 한 칸이 1 cm입니다. ‘1 cm가 실제로는 100 m’라고도 말해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 · 축척으로 거리 구하기]
목적: 지도에서 칸 수를 세어 실제 거리로 바꾸는 연습을 합니다(목표 B, 오해 M3).
시간: 약 3분
이렇게 말해 보세요
- “①부터 해 볼까? 학교와 공원 사이는 몇 칸이야? 그럼 실제로는 몇 m야?”
- “③은 갔다가 돌아오는 거야. 가는 길과 오는 길을 모두 더해야 해.”
정답
- ① 3칸 → 300 m
- ② 5칸 → 500 m
- ③ 4칸 + 4칸 = 8칸 → 800 m
막히면
- 기호의 가운데에서 가운데까지 모눈 칸을 손가락으로 하나씩 짚으며 셉니다.
- ③이 어려우면 가는 길(400 m)을 먼저 구하고 “돌아올 때도 똑같이 걸으면?”이라고 묻습니다.
주의
- ‘3칸이요’, ‘3 m요’처럼 칸 수를 그대로 거리로 말하면 축척 막대를 다시 가리키며 “한 칸은 실제로 몇 m였지?”라고 묻습니다.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 · 등고선으로 높낮이 읽기]
목적: 등고선의 뜻과, 등고선 간격과 경사의 관계를 위에서 본 모습과 옆에서 본 모습을 맞대어 보여 줍니다(목표 C).
시간: 약 4분
이렇게 말해 보세요
- “위 그림은 산을 하늘에서 내려다본 모습이야. 같은 높이인 곳을 이은 선을 ‘등고선’이라고 해. 100, 200, 300은 높이(m)야.”
- “점선을 따라 아래로 내려가 봐. 옆에서 본 산의 같은 높이와 만나지?”
- “서쪽(왼쪽)은 등고선 사이가 넓고 동쪽(오른쪽)은 좁아. 옆모습에서 어느 쪽이 더 가파르게 올라가?”
예상 답
- “동쪽이요. 등고선이 촘촘한 쪽이 가팔라요.”
막히면
- 손으로 산을 만들어 보여 줍니다: 주먹을 쥐고 손가락 마디 높이마다 같은 높이를 이은 선이 생긴다고 설명합니다.
- 종이를 계단처럼 접어, 계단 사이가 좁을수록 가파르다는 것을 보여 줍니다.
주의
- 이 그림에서는 높을수록 진한 색(초록 → 노랑 → 갈색)으로 칠했습니다. 지도에 따라 높이를 색으로도 나타내니 범례를 보라고 알려 줍니다.
- 간격이 ‘좁다’는 것은 선과 선 사이가 가깝다는 뜻이라고 손가락 두 개로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가파른 길 찾기]
목적: 등고선의 높이 숫자로 높이를 읽고, 등고선 간격으로 길의 경사를 비교합니다(목표 C, 오해 M4).
시간: 약 3분
이렇게 말해 보세요
- “산꼭대기는 몇 m 등고선 안에 있어? 그럼 몇 m보다 높을까?”
- “가 길과 나 길을 손가락으로 따라가 보며 등고선을 몇 번 지나는지, 선 사이가 넓은지 좁은지 말해 볼래?”
정답
- ① 300 m보다 높아요(300 m 등고선 안쪽에 있음).
- ② 나 길. 등고선 사이가 좁아서 짧은 거리에 높이가 빨리 높아져요.
- ③ 가 길. 등고선 사이가 넓어 경사가 완만해요.
막히면
- S09의 옆모습 그림으로 돌아가 촘촘한 쪽이 가파르게 올라가는 것을 다시 봅니다.
주의
- 두 길 모두 등고선을 세 번 지나 산꼭대기에 닿습니다. 오르는 높이는 같고, 걷는 거리가 짧을수록 가파르다는 것을 짚어 줍니다.
- ‘선이 많으면 높다’, ‘좁으면 완만하다’처럼 거꾸로 말하면 S09의 옆모습으로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혼자 해 보기(방위와 거리)]
목적: 도움 없이 범례·방위표·축척을 써서 처음 묻는 문제를 푸는지 확인합니다(목표 A·B). 활동지 2·3에도 같은 지도가 있습니다.
시간: 약 4분
이렇게 말해 보세요
- “이번에는 혼자 해 볼래? 다 풀면 어떻게 알았는지 말해 줘.”
정답
- ① 북쪽
- ② 서쪽
- ③ 4칸 → 400 m
막히면
- “‘○○에서 보면’의 ○○은 어디야?” 한 가지만 물어 기준을 찾게 합니다.
- 도움을 받아 풀었다면 기록표에 ‘도움’으로 표시합니다.
주의
- ②를 ‘왼쪽’이라고 답하면 방위로 다시 말하게 합니다(오해 M1). ③을 ‘4 m’나 ‘4칸’으로 답하면 축척을 다시 보게 합니다(오해 M3).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정답과 피드백]
목적: 아이의 답을 확인하고 흔한 실수와 비교합니다.
시간: 약 2분
이렇게 말해 보세요
- “네 답은 왼쪽과 같아? 오른쪽 답은 왜 아쉬울까?”
예상 답
- “왼쪽은 지도를 돌리면 바뀌어요.” “한 칸이 100 m라서 4 m가 아니에요.”
정답
- ① 북쪽 ② 서쪽 ③ 400 m
막히면
- S11의 지도에서 답이 나온 곳을 함께 짚어 봅니다.
주의
- 이 장은 학생용 파일에서 빠집니다. 맞힌 문제를 먼저 칭찬합니다.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마무리 확인(처음 보는 등고선 지도)]
목적: 처음 보는 등고선 지도에서 방위, 경사, 높이를 읽는지 확인합니다(목표 A·C).
시간: 약 3분
이렇게 말해 보세요
- “처음 보는 지도야. 방위표부터 찾고, ①부터 답해 볼래? ②는 까닭도 꼭 말해 줘.”
정답
- ① 북쪽
- ② 서쪽. 서쪽의 등고선 간격이 동쪽보다 좁기 때문이에요.
- ③ 300 m보다 높아요.
막히면
- ②에서 고르기만 하고 까닭을 말하지 못하면 “등고선 사이가 어때?”라고 한 번만 묻습니다. 그래도 어려우면 기록표에 ‘까닭 도움’으로 적습니다.
주의
- S09·S10과 달리 이 산은 서쪽이 가파릅니다. 앞의 답을 외워서 말하지 않는지 봅니다(오해 M4).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다음 학습과 복습]
목적: 핵심을 정리하고 다음 수업의 복습 질문을 알려 줍니다.
시간: 약 2분
이렇게 말해 보세요
- “지도를 읽는 네 가지 약속을 말해 볼래?”
예상 답
- “기호와 범례, 방위, 축척, 등고선이요.”
정답
- ① 지도의 위쪽 ② 600 m ③ 경사가 급해요.
막히면
- S03, S04, S07, S09를 차례로 다시 보여 줍니다.
주의
- 시간이 되면 지도 앱에서 우리 집을 찾아 축척 막대와 북쪽 방향을 함께 확인해 보면 좋습니다(활동지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[S15 · 보충(기호와 위치 말하기)]
목적: 기호와 실제 장소를 짝짓고, 기준을 정해 위치를 말하는 3학년 내용을 다시 연습합니다.
시간: 약 4분
이렇게 말해 보세요
- “공원 기호는 나무 모양이야. 왜 나무 모양으로 정했을까?”
- “공원을 기준으로 해 볼까? 공원의 오른쪽에는 무엇이 있어? 집과 학교 사이에는?”
- “이제 우리 집 거실을 간단히 그려 보자. 소파는 네모, 식탁은 동그라미처럼 기호를 정해서 그려 볼까?”
정답
- 나무가 많은 곳이라서 / 학교 / 공원. 거실 그림은 기호의 약속을 옆에 써 두었으면 잘한 것입니다.
막히면
- 실제 물건(컵, 지우개, 연필)을 책상에 늘어놓고 “지우개는 컵과 연필 사이에 있어.”처럼 말하는 놀이부터 합니다.
- 보충으로도 어렵다면 3학년 ‘우리 고장의 장소’(KR22-G03-SOC-PLACES-L01)와 ‘그림과 기호로 나타내기’(KR22-G03-SOC-SYMBOLS-L01)를 먼저 합니다. 이 차시는 계획상 바로 앞의 선수 차시가 없습니다.
주의
- 보충이 오래 걸리면 오늘은 여기까지 하고 다음 날 S02부터 다시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30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30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초4 사회·역사 · 지도와지역 · 1차시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초4 사회·역사 · 지도 읽기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초4 사회·역사 · 지도 읽기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초4 사회·역사 · 지도 읽기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600" b="1" dirty="0">
                <a:solidFill>
                  <a:srgbClr val="FFFFFF"/>
                </a:solidFill>
                <a:latin typeface="맑은 고딕" pitchFamily="34" charset="0"/>
                <a:ea typeface="맑은 고딕" pitchFamily="34" charset="-122"/>
                <a:cs typeface="맑은 고딕" pitchFamily="34" charset="-120"/>
              </a:rPr>
              <a:t>지도 읽기</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처음 가는 곳도 지도만 보고</a:t>
            </a:r>
            <a:endParaRPr lang="ko-KR" sz="3000" dirty="0"/>
          </a:p>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찾아갈 수 있을까요?</a:t>
            </a:r>
            <a:endParaRPr lang="ko-KR" sz="3000" dirty="0"/>
          </a:p>
        </p:txBody>
      </p:sp>
      <p:sp>
        <p:nvSpPr>
          <p:cNvPr id="4" name="S01-panel1"/>
          <p:cNvSpPr/>
          <p:nvPr/>
        </p:nvSpPr>
        <p:spPr>
          <a:xfrm>
            <a:off x="7543800" y="502920"/>
            <a:ext cx="4206240" cy="3200400"/>
          </a:xfrm>
          <a:prstGeom prst="roundRect">
            <a:avLst>
              <a:gd name="adj" fmla="val 4286"/>
            </a:avLst>
          </a:prstGeom>
          <a:solidFill>
            <a:srgbClr val="FFFFFF"/>
          </a:solidFill>
          <a:ln w="12700">
            <a:solidFill>
              <a:srgbClr val="FFFFFF"/>
            </a:solidFill>
            <a:prstDash val="solid"/>
          </a:ln>
        </p:spPr>
      </p:sp>
      <p:sp>
        <p:nvSpPr>
          <p:cNvPr id="5" name="S01-figure2" descr="방위표: 위쪽 화살표가 북쪽, 아래가 남쪽, 오른쪽이 동쪽, 왼쪽이 서쪽"/>
          <p:cNvSpPr/>
          <p:nvPr/>
        </p:nvSpPr>
        <p:spPr>
          <a:xfrm flipV="1">
            <a:off x="9646920" y="1123406"/>
            <a:ext cx="0" cy="1959429"/>
          </a:xfrm>
          <a:prstGeom prst="line">
            <a:avLst/>
          </a:prstGeom>
          <a:noFill/>
          <a:ln w="31750">
            <a:solidFill>
              <a:srgbClr val="1F2937"/>
            </a:solidFill>
            <a:prstDash val="solid"/>
            <a:tailEnd type="triangle"/>
          </a:ln>
        </p:spPr>
      </p:sp>
      <p:sp>
        <p:nvSpPr>
          <p:cNvPr id="6" name="S01-mark3"/>
          <p:cNvSpPr/>
          <p:nvPr/>
        </p:nvSpPr>
        <p:spPr>
          <a:xfrm>
            <a:off x="8961120" y="2103120"/>
            <a:ext cx="1371600" cy="0"/>
          </a:xfrm>
          <a:prstGeom prst="line">
            <a:avLst/>
          </a:prstGeom>
          <a:noFill/>
          <a:ln w="25400">
            <a:solidFill>
              <a:srgbClr val="1F2937"/>
            </a:solidFill>
            <a:prstDash val="solid"/>
          </a:ln>
        </p:spPr>
      </p:sp>
      <p:sp>
        <p:nvSpPr>
          <p:cNvPr id="7" name="S01-label5"/>
          <p:cNvSpPr txBox="1"/>
          <p:nvPr/>
        </p:nvSpPr>
        <p:spPr>
          <a:xfrm>
            <a:off x="9442704" y="54102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8" name="S01-label7"/>
          <p:cNvSpPr txBox="1"/>
          <p:nvPr/>
        </p:nvSpPr>
        <p:spPr>
          <a:xfrm>
            <a:off x="9442704" y="328422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남</a:t>
            </a:r>
            <a:endParaRPr lang="ko-KR" sz="2400" dirty="0"/>
          </a:p>
        </p:txBody>
      </p:sp>
      <p:sp>
        <p:nvSpPr>
          <p:cNvPr id="9" name="S01-label9"/>
          <p:cNvSpPr txBox="1"/>
          <p:nvPr/>
        </p:nvSpPr>
        <p:spPr>
          <a:xfrm>
            <a:off x="10520390" y="191262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동</a:t>
            </a:r>
            <a:endParaRPr lang="ko-KR" sz="2400" dirty="0"/>
          </a:p>
        </p:txBody>
      </p:sp>
      <p:sp>
        <p:nvSpPr>
          <p:cNvPr id="10" name="S01-label11"/>
          <p:cNvSpPr txBox="1"/>
          <p:nvPr/>
        </p:nvSpPr>
        <p:spPr>
          <a:xfrm>
            <a:off x="8365018" y="191262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서</a:t>
            </a:r>
            <a:endParaRPr lang="ko-KR" sz="2400" dirty="0"/>
          </a:p>
        </p:txBody>
      </p:sp>
      <p:sp>
        <p:nvSpPr>
          <p:cNvPr id="11" name="S01-card12"/>
          <p:cNvSpPr/>
          <p:nvPr/>
        </p:nvSpPr>
        <p:spPr>
          <a:xfrm>
            <a:off x="731520" y="4436364"/>
            <a:ext cx="10725912" cy="1690116"/>
          </a:xfrm>
          <a:prstGeom prst="roundRect">
            <a:avLst>
              <a:gd name="adj" fmla="val 6492"/>
            </a:avLst>
          </a:prstGeom>
          <a:solidFill>
            <a:srgbClr val="32606F"/>
          </a:solidFill>
          <a:ln w="12700">
            <a:solidFill>
              <a:srgbClr val="32606F"/>
            </a:solidFill>
            <a:prstDash val="solid"/>
          </a:ln>
        </p:spPr>
      </p:sp>
      <p:sp>
        <p:nvSpPr>
          <p:cNvPr id="12" name="S01-cardtext13"/>
          <p:cNvSpPr txBox="1"/>
          <p:nvPr/>
        </p:nvSpPr>
        <p:spPr>
          <a:xfrm>
            <a:off x="1005840" y="4573524"/>
            <a:ext cx="10177272" cy="1415796"/>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FFFFFF"/>
                </a:solidFill>
                <a:latin typeface="맑은 고딕" pitchFamily="34" charset="0"/>
                <a:ea typeface="맑은 고딕" pitchFamily="34" charset="-122"/>
                <a:cs typeface="맑은 고딕" pitchFamily="34" charset="-120"/>
              </a:rPr>
              <a:t>오늘 할 수 있게 될 것</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① 기호·범례·방위표로 장소와 방향을 찾아요.</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② 축척과 등고선으로 거리와 높낮이를 알아요.</a:t>
            </a:r>
            <a:endParaRPr lang="ko-KR"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3학년 때 배운 지도</a:t>
            </a:r>
            <a:endParaRPr lang="ko-KR" sz="4000" dirty="0"/>
          </a:p>
        </p:txBody>
      </p:sp>
      <p:sp>
        <p:nvSpPr>
          <p:cNvPr id="3" name="S02-text14"/>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그림 아래 약속을 보고 답해요.</a:t>
            </a:r>
            <a:endParaRPr lang="ko-KR" sz="3000" dirty="0"/>
          </a:p>
        </p:txBody>
      </p:sp>
      <p:sp>
        <p:nvSpPr>
          <p:cNvPr id="4" name="S02-figure15" descr="간단한 지도: 왼쪽부터 집, 공원, 학교가 길을 따라 있다. 아래에 기호의 약속(집, 공원, 학교)이 있다."/>
          <p:cNvSpPr/>
          <p:nvPr/>
        </p:nvSpPr>
        <p:spPr>
          <a:xfrm>
            <a:off x="6368796" y="3854447"/>
            <a:ext cx="5180076" cy="9144"/>
          </a:xfrm>
          <a:custGeom>
            <a:avLst/>
            <a:gdLst/>
            <a:ahLst/>
            <a:cxnLst/>
            <a:rect l="l" t="t" r="r" b="b"/>
            <a:pathLst>
              <a:path w="5180076" h="9144">
                <a:moveTo>
                  <a:pt x="0" y="0"/>
                </a:moveTo>
                <a:lnTo>
                  <a:pt x="5180076" y="0"/>
                </a:lnTo>
              </a:path>
            </a:pathLst>
          </a:custGeom>
          <a:noFill/>
          <a:ln w="114300">
            <a:solidFill>
              <a:srgbClr val="A3AAB4"/>
            </a:solidFill>
            <a:prstDash val="solid"/>
          </a:ln>
        </p:spPr>
      </p:sp>
      <p:sp>
        <p:nvSpPr>
          <p:cNvPr id="5" name="S02-mark16"/>
          <p:cNvSpPr/>
          <p:nvPr/>
        </p:nvSpPr>
        <p:spPr>
          <a:xfrm>
            <a:off x="6964505" y="3065565"/>
            <a:ext cx="427356" cy="474840"/>
          </a:xfrm>
          <a:custGeom>
            <a:avLst/>
            <a:gdLst/>
            <a:ahLst/>
            <a:cxnLst/>
            <a:rect l="l" t="t" r="r" b="b"/>
            <a:pathLst>
              <a:path w="427356" h="474840">
                <a:moveTo>
                  <a:pt x="0" y="474840"/>
                </a:moveTo>
                <a:lnTo>
                  <a:pt x="427356" y="474840"/>
                </a:lnTo>
                <a:lnTo>
                  <a:pt x="427356" y="201807"/>
                </a:lnTo>
                <a:lnTo>
                  <a:pt x="213678" y="0"/>
                </a:lnTo>
                <a:lnTo>
                  <a:pt x="0" y="201807"/>
                </a:lnTo>
                <a:close/>
              </a:path>
            </a:pathLst>
          </a:custGeom>
          <a:solidFill>
            <a:srgbClr val="F2C14E"/>
          </a:solidFill>
          <a:ln w="15875">
            <a:solidFill>
              <a:srgbClr val="1F2937"/>
            </a:solidFill>
            <a:prstDash val="solid"/>
          </a:ln>
        </p:spPr>
      </p:sp>
      <p:sp>
        <p:nvSpPr>
          <p:cNvPr id="6" name="S02-mark17"/>
          <p:cNvSpPr/>
          <p:nvPr/>
        </p:nvSpPr>
        <p:spPr>
          <a:xfrm>
            <a:off x="8923221" y="3344533"/>
            <a:ext cx="71226" cy="237420"/>
          </a:xfrm>
          <a:custGeom>
            <a:avLst/>
            <a:gdLst/>
            <a:ahLst/>
            <a:cxnLst/>
            <a:rect l="l" t="t" r="r" b="b"/>
            <a:pathLst>
              <a:path w="71226" h="237420">
                <a:moveTo>
                  <a:pt x="0" y="237420"/>
                </a:moveTo>
                <a:lnTo>
                  <a:pt x="71226" y="237420"/>
                </a:lnTo>
                <a:lnTo>
                  <a:pt x="71226" y="0"/>
                </a:lnTo>
                <a:lnTo>
                  <a:pt x="0" y="0"/>
                </a:lnTo>
                <a:close/>
              </a:path>
            </a:pathLst>
          </a:custGeom>
          <a:solidFill>
            <a:srgbClr val="8B5E3C"/>
          </a:solidFill>
          <a:ln/>
        </p:spPr>
      </p:sp>
      <p:sp>
        <p:nvSpPr>
          <p:cNvPr id="7" name="S02-mark18"/>
          <p:cNvSpPr/>
          <p:nvPr/>
        </p:nvSpPr>
        <p:spPr>
          <a:xfrm>
            <a:off x="8762962" y="3047758"/>
            <a:ext cx="391743" cy="391743"/>
          </a:xfrm>
          <a:custGeom>
            <a:avLst/>
            <a:gdLst/>
            <a:ahLst/>
            <a:cxnLst/>
            <a:rect l="l" t="t" r="r" b="b"/>
            <a:pathLst>
              <a:path w="391743" h="391743">
                <a:moveTo>
                  <a:pt x="391743" y="195872"/>
                </a:moveTo>
                <a:lnTo>
                  <a:pt x="382031" y="135437"/>
                </a:lnTo>
                <a:lnTo>
                  <a:pt x="354511" y="80939"/>
                </a:lnTo>
                <a:lnTo>
                  <a:pt x="310805" y="37232"/>
                </a:lnTo>
                <a:lnTo>
                  <a:pt x="256306" y="9713"/>
                </a:lnTo>
                <a:lnTo>
                  <a:pt x="195872" y="0"/>
                </a:lnTo>
                <a:lnTo>
                  <a:pt x="135437" y="9713"/>
                </a:lnTo>
                <a:lnTo>
                  <a:pt x="80939" y="37232"/>
                </a:lnTo>
                <a:lnTo>
                  <a:pt x="37232" y="80939"/>
                </a:lnTo>
                <a:lnTo>
                  <a:pt x="9713" y="135437"/>
                </a:lnTo>
                <a:lnTo>
                  <a:pt x="0" y="195872"/>
                </a:lnTo>
                <a:lnTo>
                  <a:pt x="9713" y="256306"/>
                </a:lnTo>
                <a:lnTo>
                  <a:pt x="37232" y="310805"/>
                </a:lnTo>
                <a:lnTo>
                  <a:pt x="80939" y="354511"/>
                </a:lnTo>
                <a:lnTo>
                  <a:pt x="135437" y="382031"/>
                </a:lnTo>
                <a:lnTo>
                  <a:pt x="195872" y="391743"/>
                </a:lnTo>
                <a:lnTo>
                  <a:pt x="256306" y="382031"/>
                </a:lnTo>
                <a:lnTo>
                  <a:pt x="310805" y="354511"/>
                </a:lnTo>
                <a:lnTo>
                  <a:pt x="354511" y="310805"/>
                </a:lnTo>
                <a:lnTo>
                  <a:pt x="382031" y="256306"/>
                </a:lnTo>
                <a:close/>
              </a:path>
            </a:pathLst>
          </a:custGeom>
          <a:solidFill>
            <a:srgbClr val="2A9D8F"/>
          </a:solidFill>
          <a:ln w="15875">
            <a:solidFill>
              <a:srgbClr val="1F2937"/>
            </a:solidFill>
            <a:prstDash val="solid"/>
          </a:ln>
        </p:spPr>
      </p:sp>
      <p:sp>
        <p:nvSpPr>
          <p:cNvPr id="8" name="S02-mark19"/>
          <p:cNvSpPr/>
          <p:nvPr/>
        </p:nvSpPr>
        <p:spPr>
          <a:xfrm>
            <a:off x="10561420" y="3047758"/>
            <a:ext cx="427356" cy="296775"/>
          </a:xfrm>
          <a:custGeom>
            <a:avLst/>
            <a:gdLst/>
            <a:ahLst/>
            <a:cxnLst/>
            <a:rect l="l" t="t" r="r" b="b"/>
            <a:pathLst>
              <a:path w="427356" h="296775">
                <a:moveTo>
                  <a:pt x="0" y="0"/>
                </a:moveTo>
                <a:lnTo>
                  <a:pt x="427356" y="148388"/>
                </a:lnTo>
                <a:lnTo>
                  <a:pt x="0" y="296775"/>
                </a:lnTo>
                <a:close/>
              </a:path>
            </a:pathLst>
          </a:custGeom>
          <a:solidFill>
            <a:srgbClr val="E9762B"/>
          </a:solidFill>
          <a:ln w="15875">
            <a:solidFill>
              <a:srgbClr val="1F2937"/>
            </a:solidFill>
            <a:prstDash val="solid"/>
          </a:ln>
        </p:spPr>
      </p:sp>
      <p:sp>
        <p:nvSpPr>
          <p:cNvPr id="9" name="S02-mark20"/>
          <p:cNvSpPr/>
          <p:nvPr/>
        </p:nvSpPr>
        <p:spPr>
          <a:xfrm>
            <a:off x="10525807" y="3047758"/>
            <a:ext cx="71226" cy="534195"/>
          </a:xfrm>
          <a:custGeom>
            <a:avLst/>
            <a:gdLst/>
            <a:ahLst/>
            <a:cxnLst/>
            <a:rect l="l" t="t" r="r" b="b"/>
            <a:pathLst>
              <a:path w="71226" h="534195">
                <a:moveTo>
                  <a:pt x="0" y="534195"/>
                </a:moveTo>
                <a:lnTo>
                  <a:pt x="71226" y="534195"/>
                </a:lnTo>
                <a:lnTo>
                  <a:pt x="71226" y="0"/>
                </a:lnTo>
                <a:lnTo>
                  <a:pt x="0" y="0"/>
                </a:lnTo>
                <a:close/>
              </a:path>
            </a:pathLst>
          </a:custGeom>
          <a:solidFill>
            <a:srgbClr val="1F2937"/>
          </a:solidFill>
          <a:ln/>
        </p:spPr>
      </p:sp>
      <p:sp>
        <p:nvSpPr>
          <p:cNvPr id="10" name="S02-mark21"/>
          <p:cNvSpPr/>
          <p:nvPr/>
        </p:nvSpPr>
        <p:spPr>
          <a:xfrm>
            <a:off x="6368796" y="4501957"/>
            <a:ext cx="5180076" cy="9144"/>
          </a:xfrm>
          <a:custGeom>
            <a:avLst/>
            <a:gdLst/>
            <a:ahLst/>
            <a:cxnLst/>
            <a:rect l="l" t="t" r="r" b="b"/>
            <a:pathLst>
              <a:path w="5180076" h="9144">
                <a:moveTo>
                  <a:pt x="0" y="0"/>
                </a:moveTo>
                <a:lnTo>
                  <a:pt x="5180076" y="0"/>
                </a:lnTo>
              </a:path>
            </a:pathLst>
          </a:custGeom>
          <a:noFill/>
          <a:ln w="12700">
            <a:solidFill>
              <a:srgbClr val="CBD5E1"/>
            </a:solidFill>
            <a:prstDash val="solid"/>
          </a:ln>
        </p:spPr>
      </p:sp>
      <p:sp>
        <p:nvSpPr>
          <p:cNvPr id="11" name="S02-mark22"/>
          <p:cNvSpPr/>
          <p:nvPr/>
        </p:nvSpPr>
        <p:spPr>
          <a:xfrm>
            <a:off x="6699026" y="4806286"/>
            <a:ext cx="310805" cy="345338"/>
          </a:xfrm>
          <a:custGeom>
            <a:avLst/>
            <a:gdLst/>
            <a:ahLst/>
            <a:cxnLst/>
            <a:rect l="l" t="t" r="r" b="b"/>
            <a:pathLst>
              <a:path w="310805" h="345338">
                <a:moveTo>
                  <a:pt x="0" y="345338"/>
                </a:moveTo>
                <a:lnTo>
                  <a:pt x="310805" y="345338"/>
                </a:lnTo>
                <a:lnTo>
                  <a:pt x="310805" y="146769"/>
                </a:lnTo>
                <a:lnTo>
                  <a:pt x="155402" y="0"/>
                </a:lnTo>
                <a:lnTo>
                  <a:pt x="0" y="146769"/>
                </a:lnTo>
                <a:close/>
              </a:path>
            </a:pathLst>
          </a:custGeom>
          <a:solidFill>
            <a:srgbClr val="F2C14E"/>
          </a:solidFill>
          <a:ln w="15875">
            <a:solidFill>
              <a:srgbClr val="1F2937"/>
            </a:solidFill>
            <a:prstDash val="solid"/>
          </a:ln>
        </p:spPr>
      </p:sp>
      <p:sp>
        <p:nvSpPr>
          <p:cNvPr id="12" name="S02-mark23"/>
          <p:cNvSpPr/>
          <p:nvPr/>
        </p:nvSpPr>
        <p:spPr>
          <a:xfrm>
            <a:off x="8447301" y="5009172"/>
            <a:ext cx="51801" cy="172669"/>
          </a:xfrm>
          <a:custGeom>
            <a:avLst/>
            <a:gdLst/>
            <a:ahLst/>
            <a:cxnLst/>
            <a:rect l="l" t="t" r="r" b="b"/>
            <a:pathLst>
              <a:path w="51801" h="172669">
                <a:moveTo>
                  <a:pt x="0" y="172669"/>
                </a:moveTo>
                <a:lnTo>
                  <a:pt x="51801" y="172669"/>
                </a:lnTo>
                <a:lnTo>
                  <a:pt x="51801" y="0"/>
                </a:lnTo>
                <a:lnTo>
                  <a:pt x="0" y="0"/>
                </a:lnTo>
                <a:close/>
              </a:path>
            </a:pathLst>
          </a:custGeom>
          <a:solidFill>
            <a:srgbClr val="8B5E3C"/>
          </a:solidFill>
          <a:ln/>
        </p:spPr>
      </p:sp>
      <p:sp>
        <p:nvSpPr>
          <p:cNvPr id="13" name="S02-mark24"/>
          <p:cNvSpPr/>
          <p:nvPr/>
        </p:nvSpPr>
        <p:spPr>
          <a:xfrm>
            <a:off x="8330750" y="4793336"/>
            <a:ext cx="284904" cy="284904"/>
          </a:xfrm>
          <a:custGeom>
            <a:avLst/>
            <a:gdLst/>
            <a:ahLst/>
            <a:cxnLst/>
            <a:rect l="l" t="t" r="r" b="b"/>
            <a:pathLst>
              <a:path w="284904" h="284904">
                <a:moveTo>
                  <a:pt x="284904" y="142452"/>
                </a:moveTo>
                <a:lnTo>
                  <a:pt x="277889" y="98206"/>
                </a:lnTo>
                <a:lnTo>
                  <a:pt x="257925" y="58815"/>
                </a:lnTo>
                <a:lnTo>
                  <a:pt x="226089" y="26980"/>
                </a:lnTo>
                <a:lnTo>
                  <a:pt x="186699" y="7015"/>
                </a:lnTo>
                <a:lnTo>
                  <a:pt x="142452" y="0"/>
                </a:lnTo>
                <a:lnTo>
                  <a:pt x="98206" y="7015"/>
                </a:lnTo>
                <a:lnTo>
                  <a:pt x="58815" y="26980"/>
                </a:lnTo>
                <a:lnTo>
                  <a:pt x="26980" y="58815"/>
                </a:lnTo>
                <a:lnTo>
                  <a:pt x="7015" y="98206"/>
                </a:lnTo>
                <a:lnTo>
                  <a:pt x="0" y="142452"/>
                </a:lnTo>
                <a:lnTo>
                  <a:pt x="7015" y="186699"/>
                </a:lnTo>
                <a:lnTo>
                  <a:pt x="26980" y="226089"/>
                </a:lnTo>
                <a:lnTo>
                  <a:pt x="58815" y="257925"/>
                </a:lnTo>
                <a:lnTo>
                  <a:pt x="98206" y="277889"/>
                </a:lnTo>
                <a:lnTo>
                  <a:pt x="142452" y="284904"/>
                </a:lnTo>
                <a:lnTo>
                  <a:pt x="186699" y="277889"/>
                </a:lnTo>
                <a:lnTo>
                  <a:pt x="226089" y="257925"/>
                </a:lnTo>
                <a:lnTo>
                  <a:pt x="257925" y="226089"/>
                </a:lnTo>
                <a:lnTo>
                  <a:pt x="277889" y="186699"/>
                </a:lnTo>
                <a:close/>
              </a:path>
            </a:pathLst>
          </a:custGeom>
          <a:solidFill>
            <a:srgbClr val="2A9D8F"/>
          </a:solidFill>
          <a:ln w="15875">
            <a:solidFill>
              <a:srgbClr val="1F2937"/>
            </a:solidFill>
            <a:prstDash val="solid"/>
          </a:ln>
        </p:spPr>
      </p:sp>
      <p:sp>
        <p:nvSpPr>
          <p:cNvPr id="14" name="S02-mark25"/>
          <p:cNvSpPr/>
          <p:nvPr/>
        </p:nvSpPr>
        <p:spPr>
          <a:xfrm>
            <a:off x="10124351" y="4793336"/>
            <a:ext cx="310805" cy="215836"/>
          </a:xfrm>
          <a:custGeom>
            <a:avLst/>
            <a:gdLst/>
            <a:ahLst/>
            <a:cxnLst/>
            <a:rect l="l" t="t" r="r" b="b"/>
            <a:pathLst>
              <a:path w="310805" h="215836">
                <a:moveTo>
                  <a:pt x="0" y="0"/>
                </a:moveTo>
                <a:lnTo>
                  <a:pt x="310805" y="107918"/>
                </a:lnTo>
                <a:lnTo>
                  <a:pt x="0" y="215836"/>
                </a:lnTo>
                <a:close/>
              </a:path>
            </a:pathLst>
          </a:custGeom>
          <a:solidFill>
            <a:srgbClr val="E9762B"/>
          </a:solidFill>
          <a:ln w="15875">
            <a:solidFill>
              <a:srgbClr val="1F2937"/>
            </a:solidFill>
            <a:prstDash val="solid"/>
          </a:ln>
        </p:spPr>
      </p:sp>
      <p:sp>
        <p:nvSpPr>
          <p:cNvPr id="15" name="S02-mark26"/>
          <p:cNvSpPr/>
          <p:nvPr/>
        </p:nvSpPr>
        <p:spPr>
          <a:xfrm>
            <a:off x="10098451" y="4793336"/>
            <a:ext cx="51801" cy="388506"/>
          </a:xfrm>
          <a:custGeom>
            <a:avLst/>
            <a:gdLst/>
            <a:ahLst/>
            <a:cxnLst/>
            <a:rect l="l" t="t" r="r" b="b"/>
            <a:pathLst>
              <a:path w="51801" h="388506">
                <a:moveTo>
                  <a:pt x="0" y="388506"/>
                </a:moveTo>
                <a:lnTo>
                  <a:pt x="51801" y="388506"/>
                </a:lnTo>
                <a:lnTo>
                  <a:pt x="51801" y="0"/>
                </a:lnTo>
                <a:lnTo>
                  <a:pt x="0" y="0"/>
                </a:lnTo>
                <a:close/>
              </a:path>
            </a:pathLst>
          </a:custGeom>
          <a:solidFill>
            <a:srgbClr val="1F2937"/>
          </a:solidFill>
          <a:ln/>
        </p:spPr>
      </p:sp>
      <p:sp>
        <p:nvSpPr>
          <p:cNvPr id="16" name="S02-label28"/>
          <p:cNvSpPr txBox="1"/>
          <p:nvPr/>
        </p:nvSpPr>
        <p:spPr>
          <a:xfrm>
            <a:off x="7324701" y="4797089"/>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집</a:t>
            </a:r>
            <a:endParaRPr lang="ko-KR" sz="2400" dirty="0"/>
          </a:p>
        </p:txBody>
      </p:sp>
      <p:sp>
        <p:nvSpPr>
          <p:cNvPr id="17" name="S02-label30"/>
          <p:cNvSpPr txBox="1"/>
          <p:nvPr/>
        </p:nvSpPr>
        <p:spPr>
          <a:xfrm>
            <a:off x="8794123" y="4797089"/>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18" name="S02-label32"/>
          <p:cNvSpPr txBox="1"/>
          <p:nvPr/>
        </p:nvSpPr>
        <p:spPr>
          <a:xfrm>
            <a:off x="10574774" y="4797089"/>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19" name="S02-chip33"/>
          <p:cNvSpPr txBox="1"/>
          <p:nvPr/>
        </p:nvSpPr>
        <p:spPr>
          <a:xfrm>
            <a:off x="548640" y="2368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20" name="S02-text34"/>
          <p:cNvSpPr txBox="1"/>
          <p:nvPr/>
        </p:nvSpPr>
        <p:spPr>
          <a:xfrm>
            <a:off x="1344168" y="2011680"/>
            <a:ext cx="4567428" cy="128016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집과 학교 사이에 있는 곳은?</a:t>
            </a:r>
            <a:endParaRPr lang="ko-KR" sz="3000" dirty="0"/>
          </a:p>
        </p:txBody>
      </p:sp>
      <p:sp>
        <p:nvSpPr>
          <p:cNvPr id="21" name="S02-chip35"/>
          <p:cNvSpPr txBox="1"/>
          <p:nvPr/>
        </p:nvSpPr>
        <p:spPr>
          <a:xfrm>
            <a:off x="548640" y="38313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22" name="S02-text36"/>
          <p:cNvSpPr txBox="1"/>
          <p:nvPr/>
        </p:nvSpPr>
        <p:spPr>
          <a:xfrm>
            <a:off x="1344168" y="3474720"/>
            <a:ext cx="4567428" cy="128016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학교는 공원의 어느 쪽에 있나요?</a:t>
            </a:r>
            <a:endParaRPr lang="ko-KR" sz="3000" dirty="0"/>
          </a:p>
        </p:txBody>
      </p:sp>
      <p:sp>
        <p:nvSpPr>
          <p:cNvPr id="23" name="S02-chip37"/>
          <p:cNvSpPr txBox="1"/>
          <p:nvPr/>
        </p:nvSpPr>
        <p:spPr>
          <a:xfrm>
            <a:off x="548640" y="52943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24" name="S02-text38"/>
          <p:cNvSpPr txBox="1"/>
          <p:nvPr/>
        </p:nvSpPr>
        <p:spPr>
          <a:xfrm>
            <a:off x="1344168" y="4937760"/>
            <a:ext cx="4567428" cy="128016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그림 대신 기호를 쓰면 무엇이 좋을까요?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기호와 범례</a:t>
            </a:r>
            <a:endParaRPr lang="ko-KR" sz="4000" dirty="0"/>
          </a:p>
        </p:txBody>
      </p:sp>
      <p:sp>
        <p:nvSpPr>
          <p:cNvPr id="3" name="S03-figure39" descr="별빛마을 지도(모눈 한 칸 = 100 m). 범례: 산, 학교, 도서관, 병원, 공원, 집, 도로, 하천. 학교의 북쪽 2칸에 산, 동쪽 4칸에 도서관, 남쪽 3칸에 공원이 있다. 도서관의 남쪽 3칸에 병원, 공원의 동쪽 4칸에 병원이 있다. 하천은 마을 동쪽을 북에서 남으로 흐르고, 집은 하천 건너 도서관의 동쪽 4칸에 있다. 오른쪽 위에 북쪽을 가리키는 방위표가 있다."/>
          <p:cNvSpPr/>
          <p:nvPr/>
        </p:nvSpPr>
        <p:spPr>
          <a:xfrm>
            <a:off x="640080" y="1777992"/>
            <a:ext cx="9144" cy="3426694"/>
          </a:xfrm>
          <a:custGeom>
            <a:avLst/>
            <a:gdLst/>
            <a:ahLst/>
            <a:cxnLst/>
            <a:rect l="l" t="t" r="r" b="b"/>
            <a:pathLst>
              <a:path w="9144" h="3426694">
                <a:moveTo>
                  <a:pt x="0" y="3426694"/>
                </a:moveTo>
                <a:lnTo>
                  <a:pt x="0" y="0"/>
                </a:lnTo>
              </a:path>
            </a:pathLst>
          </a:custGeom>
          <a:noFill/>
          <a:ln w="9525">
            <a:solidFill>
              <a:srgbClr val="B8C2CC"/>
            </a:solidFill>
            <a:prstDash val="solid"/>
          </a:ln>
        </p:spPr>
      </p:sp>
      <p:sp>
        <p:nvSpPr>
          <p:cNvPr id="4" name="S03-mark40"/>
          <p:cNvSpPr/>
          <p:nvPr/>
        </p:nvSpPr>
        <p:spPr>
          <a:xfrm>
            <a:off x="1068417" y="1777992"/>
            <a:ext cx="9144" cy="3426694"/>
          </a:xfrm>
          <a:custGeom>
            <a:avLst/>
            <a:gdLst/>
            <a:ahLst/>
            <a:cxnLst/>
            <a:rect l="l" t="t" r="r" b="b"/>
            <a:pathLst>
              <a:path w="9144" h="3426694">
                <a:moveTo>
                  <a:pt x="0" y="3426694"/>
                </a:moveTo>
                <a:lnTo>
                  <a:pt x="0" y="0"/>
                </a:lnTo>
              </a:path>
            </a:pathLst>
          </a:custGeom>
          <a:noFill/>
          <a:ln w="9525">
            <a:solidFill>
              <a:srgbClr val="B8C2CC"/>
            </a:solidFill>
            <a:prstDash val="solid"/>
          </a:ln>
        </p:spPr>
      </p:sp>
      <p:sp>
        <p:nvSpPr>
          <p:cNvPr id="5" name="S03-mark41"/>
          <p:cNvSpPr/>
          <p:nvPr/>
        </p:nvSpPr>
        <p:spPr>
          <a:xfrm>
            <a:off x="1496754" y="1777992"/>
            <a:ext cx="9144" cy="3426694"/>
          </a:xfrm>
          <a:custGeom>
            <a:avLst/>
            <a:gdLst/>
            <a:ahLst/>
            <a:cxnLst/>
            <a:rect l="l" t="t" r="r" b="b"/>
            <a:pathLst>
              <a:path w="9144" h="3426694">
                <a:moveTo>
                  <a:pt x="0" y="3426694"/>
                </a:moveTo>
                <a:lnTo>
                  <a:pt x="0" y="0"/>
                </a:lnTo>
              </a:path>
            </a:pathLst>
          </a:custGeom>
          <a:noFill/>
          <a:ln w="9525">
            <a:solidFill>
              <a:srgbClr val="B8C2CC"/>
            </a:solidFill>
            <a:prstDash val="solid"/>
          </a:ln>
        </p:spPr>
      </p:sp>
      <p:sp>
        <p:nvSpPr>
          <p:cNvPr id="6" name="S03-mark42"/>
          <p:cNvSpPr/>
          <p:nvPr/>
        </p:nvSpPr>
        <p:spPr>
          <a:xfrm>
            <a:off x="1925090" y="1777992"/>
            <a:ext cx="9144" cy="3426694"/>
          </a:xfrm>
          <a:custGeom>
            <a:avLst/>
            <a:gdLst/>
            <a:ahLst/>
            <a:cxnLst/>
            <a:rect l="l" t="t" r="r" b="b"/>
            <a:pathLst>
              <a:path w="9144" h="3426694">
                <a:moveTo>
                  <a:pt x="0" y="3426694"/>
                </a:moveTo>
                <a:lnTo>
                  <a:pt x="0" y="0"/>
                </a:lnTo>
              </a:path>
            </a:pathLst>
          </a:custGeom>
          <a:noFill/>
          <a:ln w="9525">
            <a:solidFill>
              <a:srgbClr val="B8C2CC"/>
            </a:solidFill>
            <a:prstDash val="solid"/>
          </a:ln>
        </p:spPr>
      </p:sp>
      <p:sp>
        <p:nvSpPr>
          <p:cNvPr id="7" name="S03-mark43"/>
          <p:cNvSpPr/>
          <p:nvPr/>
        </p:nvSpPr>
        <p:spPr>
          <a:xfrm>
            <a:off x="2353427" y="1777992"/>
            <a:ext cx="9144" cy="3426694"/>
          </a:xfrm>
          <a:custGeom>
            <a:avLst/>
            <a:gdLst/>
            <a:ahLst/>
            <a:cxnLst/>
            <a:rect l="l" t="t" r="r" b="b"/>
            <a:pathLst>
              <a:path w="9144" h="3426694">
                <a:moveTo>
                  <a:pt x="0" y="3426694"/>
                </a:moveTo>
                <a:lnTo>
                  <a:pt x="0" y="0"/>
                </a:lnTo>
              </a:path>
            </a:pathLst>
          </a:custGeom>
          <a:noFill/>
          <a:ln w="9525">
            <a:solidFill>
              <a:srgbClr val="B8C2CC"/>
            </a:solidFill>
            <a:prstDash val="solid"/>
          </a:ln>
        </p:spPr>
      </p:sp>
      <p:sp>
        <p:nvSpPr>
          <p:cNvPr id="8" name="S03-mark44"/>
          <p:cNvSpPr/>
          <p:nvPr/>
        </p:nvSpPr>
        <p:spPr>
          <a:xfrm>
            <a:off x="2781764" y="1777992"/>
            <a:ext cx="9144" cy="3426694"/>
          </a:xfrm>
          <a:custGeom>
            <a:avLst/>
            <a:gdLst/>
            <a:ahLst/>
            <a:cxnLst/>
            <a:rect l="l" t="t" r="r" b="b"/>
            <a:pathLst>
              <a:path w="9144" h="3426694">
                <a:moveTo>
                  <a:pt x="0" y="3426694"/>
                </a:moveTo>
                <a:lnTo>
                  <a:pt x="0" y="0"/>
                </a:lnTo>
              </a:path>
            </a:pathLst>
          </a:custGeom>
          <a:noFill/>
          <a:ln w="9525">
            <a:solidFill>
              <a:srgbClr val="B8C2CC"/>
            </a:solidFill>
            <a:prstDash val="solid"/>
          </a:ln>
        </p:spPr>
      </p:sp>
      <p:sp>
        <p:nvSpPr>
          <p:cNvPr id="9" name="S03-mark45"/>
          <p:cNvSpPr/>
          <p:nvPr/>
        </p:nvSpPr>
        <p:spPr>
          <a:xfrm>
            <a:off x="3210101" y="1777992"/>
            <a:ext cx="9144" cy="3426694"/>
          </a:xfrm>
          <a:custGeom>
            <a:avLst/>
            <a:gdLst/>
            <a:ahLst/>
            <a:cxnLst/>
            <a:rect l="l" t="t" r="r" b="b"/>
            <a:pathLst>
              <a:path w="9144" h="3426694">
                <a:moveTo>
                  <a:pt x="0" y="3426694"/>
                </a:moveTo>
                <a:lnTo>
                  <a:pt x="0" y="0"/>
                </a:lnTo>
              </a:path>
            </a:pathLst>
          </a:custGeom>
          <a:noFill/>
          <a:ln w="9525">
            <a:solidFill>
              <a:srgbClr val="B8C2CC"/>
            </a:solidFill>
            <a:prstDash val="solid"/>
          </a:ln>
        </p:spPr>
      </p:sp>
      <p:sp>
        <p:nvSpPr>
          <p:cNvPr id="10" name="S03-mark46"/>
          <p:cNvSpPr/>
          <p:nvPr/>
        </p:nvSpPr>
        <p:spPr>
          <a:xfrm>
            <a:off x="3638437" y="1777992"/>
            <a:ext cx="9144" cy="3426694"/>
          </a:xfrm>
          <a:custGeom>
            <a:avLst/>
            <a:gdLst/>
            <a:ahLst/>
            <a:cxnLst/>
            <a:rect l="l" t="t" r="r" b="b"/>
            <a:pathLst>
              <a:path w="9144" h="3426694">
                <a:moveTo>
                  <a:pt x="0" y="3426694"/>
                </a:moveTo>
                <a:lnTo>
                  <a:pt x="0" y="0"/>
                </a:lnTo>
              </a:path>
            </a:pathLst>
          </a:custGeom>
          <a:noFill/>
          <a:ln w="9525">
            <a:solidFill>
              <a:srgbClr val="B8C2CC"/>
            </a:solidFill>
            <a:prstDash val="solid"/>
          </a:ln>
        </p:spPr>
      </p:sp>
      <p:sp>
        <p:nvSpPr>
          <p:cNvPr id="11" name="S03-mark47"/>
          <p:cNvSpPr/>
          <p:nvPr/>
        </p:nvSpPr>
        <p:spPr>
          <a:xfrm>
            <a:off x="4066774" y="1777992"/>
            <a:ext cx="9144" cy="3426694"/>
          </a:xfrm>
          <a:custGeom>
            <a:avLst/>
            <a:gdLst/>
            <a:ahLst/>
            <a:cxnLst/>
            <a:rect l="l" t="t" r="r" b="b"/>
            <a:pathLst>
              <a:path w="9144" h="3426694">
                <a:moveTo>
                  <a:pt x="0" y="3426694"/>
                </a:moveTo>
                <a:lnTo>
                  <a:pt x="0" y="0"/>
                </a:lnTo>
              </a:path>
            </a:pathLst>
          </a:custGeom>
          <a:noFill/>
          <a:ln w="9525">
            <a:solidFill>
              <a:srgbClr val="B8C2CC"/>
            </a:solidFill>
            <a:prstDash val="solid"/>
          </a:ln>
        </p:spPr>
      </p:sp>
      <p:sp>
        <p:nvSpPr>
          <p:cNvPr id="12" name="S03-mark48"/>
          <p:cNvSpPr/>
          <p:nvPr/>
        </p:nvSpPr>
        <p:spPr>
          <a:xfrm>
            <a:off x="4495111" y="1777992"/>
            <a:ext cx="9144" cy="3426694"/>
          </a:xfrm>
          <a:custGeom>
            <a:avLst/>
            <a:gdLst/>
            <a:ahLst/>
            <a:cxnLst/>
            <a:rect l="l" t="t" r="r" b="b"/>
            <a:pathLst>
              <a:path w="9144" h="3426694">
                <a:moveTo>
                  <a:pt x="0" y="3426694"/>
                </a:moveTo>
                <a:lnTo>
                  <a:pt x="0" y="0"/>
                </a:lnTo>
              </a:path>
            </a:pathLst>
          </a:custGeom>
          <a:noFill/>
          <a:ln w="9525">
            <a:solidFill>
              <a:srgbClr val="B8C2CC"/>
            </a:solidFill>
            <a:prstDash val="solid"/>
          </a:ln>
        </p:spPr>
      </p:sp>
      <p:sp>
        <p:nvSpPr>
          <p:cNvPr id="13" name="S03-mark49"/>
          <p:cNvSpPr/>
          <p:nvPr/>
        </p:nvSpPr>
        <p:spPr>
          <a:xfrm>
            <a:off x="4923448" y="1777992"/>
            <a:ext cx="9144" cy="3426694"/>
          </a:xfrm>
          <a:custGeom>
            <a:avLst/>
            <a:gdLst/>
            <a:ahLst/>
            <a:cxnLst/>
            <a:rect l="l" t="t" r="r" b="b"/>
            <a:pathLst>
              <a:path w="9144" h="3426694">
                <a:moveTo>
                  <a:pt x="0" y="3426694"/>
                </a:moveTo>
                <a:lnTo>
                  <a:pt x="0" y="0"/>
                </a:lnTo>
              </a:path>
            </a:pathLst>
          </a:custGeom>
          <a:noFill/>
          <a:ln w="9525">
            <a:solidFill>
              <a:srgbClr val="B8C2CC"/>
            </a:solidFill>
            <a:prstDash val="solid"/>
          </a:ln>
        </p:spPr>
      </p:sp>
      <p:sp>
        <p:nvSpPr>
          <p:cNvPr id="14" name="S03-mark50"/>
          <p:cNvSpPr/>
          <p:nvPr/>
        </p:nvSpPr>
        <p:spPr>
          <a:xfrm>
            <a:off x="5351784" y="1777992"/>
            <a:ext cx="9144" cy="3426694"/>
          </a:xfrm>
          <a:custGeom>
            <a:avLst/>
            <a:gdLst/>
            <a:ahLst/>
            <a:cxnLst/>
            <a:rect l="l" t="t" r="r" b="b"/>
            <a:pathLst>
              <a:path w="9144" h="3426694">
                <a:moveTo>
                  <a:pt x="0" y="3426694"/>
                </a:moveTo>
                <a:lnTo>
                  <a:pt x="0" y="0"/>
                </a:lnTo>
              </a:path>
            </a:pathLst>
          </a:custGeom>
          <a:noFill/>
          <a:ln w="9525">
            <a:solidFill>
              <a:srgbClr val="B8C2CC"/>
            </a:solidFill>
            <a:prstDash val="solid"/>
          </a:ln>
        </p:spPr>
      </p:sp>
      <p:sp>
        <p:nvSpPr>
          <p:cNvPr id="15" name="S03-mark51"/>
          <p:cNvSpPr/>
          <p:nvPr/>
        </p:nvSpPr>
        <p:spPr>
          <a:xfrm>
            <a:off x="640080" y="5204686"/>
            <a:ext cx="4711704" cy="9144"/>
          </a:xfrm>
          <a:custGeom>
            <a:avLst/>
            <a:gdLst/>
            <a:ahLst/>
            <a:cxnLst/>
            <a:rect l="l" t="t" r="r" b="b"/>
            <a:pathLst>
              <a:path w="4711704" h="9144">
                <a:moveTo>
                  <a:pt x="0" y="0"/>
                </a:moveTo>
                <a:lnTo>
                  <a:pt x="4711704" y="0"/>
                </a:lnTo>
              </a:path>
            </a:pathLst>
          </a:custGeom>
          <a:noFill/>
          <a:ln w="9525">
            <a:solidFill>
              <a:srgbClr val="B8C2CC"/>
            </a:solidFill>
            <a:prstDash val="solid"/>
          </a:ln>
        </p:spPr>
      </p:sp>
      <p:sp>
        <p:nvSpPr>
          <p:cNvPr id="16" name="S03-mark52"/>
          <p:cNvSpPr/>
          <p:nvPr/>
        </p:nvSpPr>
        <p:spPr>
          <a:xfrm>
            <a:off x="640080" y="4776350"/>
            <a:ext cx="4711704" cy="9144"/>
          </a:xfrm>
          <a:custGeom>
            <a:avLst/>
            <a:gdLst/>
            <a:ahLst/>
            <a:cxnLst/>
            <a:rect l="l" t="t" r="r" b="b"/>
            <a:pathLst>
              <a:path w="4711704" h="9144">
                <a:moveTo>
                  <a:pt x="0" y="0"/>
                </a:moveTo>
                <a:lnTo>
                  <a:pt x="4711704" y="0"/>
                </a:lnTo>
              </a:path>
            </a:pathLst>
          </a:custGeom>
          <a:noFill/>
          <a:ln w="9525">
            <a:solidFill>
              <a:srgbClr val="B8C2CC"/>
            </a:solidFill>
            <a:prstDash val="solid"/>
          </a:ln>
        </p:spPr>
      </p:sp>
      <p:sp>
        <p:nvSpPr>
          <p:cNvPr id="17" name="S03-mark53"/>
          <p:cNvSpPr/>
          <p:nvPr/>
        </p:nvSpPr>
        <p:spPr>
          <a:xfrm>
            <a:off x="640080" y="4348013"/>
            <a:ext cx="4711704" cy="9144"/>
          </a:xfrm>
          <a:custGeom>
            <a:avLst/>
            <a:gdLst/>
            <a:ahLst/>
            <a:cxnLst/>
            <a:rect l="l" t="t" r="r" b="b"/>
            <a:pathLst>
              <a:path w="4711704" h="9144">
                <a:moveTo>
                  <a:pt x="0" y="0"/>
                </a:moveTo>
                <a:lnTo>
                  <a:pt x="4711704" y="0"/>
                </a:lnTo>
              </a:path>
            </a:pathLst>
          </a:custGeom>
          <a:noFill/>
          <a:ln w="9525">
            <a:solidFill>
              <a:srgbClr val="B8C2CC"/>
            </a:solidFill>
            <a:prstDash val="solid"/>
          </a:ln>
        </p:spPr>
      </p:sp>
      <p:sp>
        <p:nvSpPr>
          <p:cNvPr id="18" name="S03-mark54"/>
          <p:cNvSpPr/>
          <p:nvPr/>
        </p:nvSpPr>
        <p:spPr>
          <a:xfrm>
            <a:off x="640080" y="3919676"/>
            <a:ext cx="4711704" cy="9144"/>
          </a:xfrm>
          <a:custGeom>
            <a:avLst/>
            <a:gdLst/>
            <a:ahLst/>
            <a:cxnLst/>
            <a:rect l="l" t="t" r="r" b="b"/>
            <a:pathLst>
              <a:path w="4711704" h="9144">
                <a:moveTo>
                  <a:pt x="0" y="0"/>
                </a:moveTo>
                <a:lnTo>
                  <a:pt x="4711704" y="0"/>
                </a:lnTo>
              </a:path>
            </a:pathLst>
          </a:custGeom>
          <a:noFill/>
          <a:ln w="9525">
            <a:solidFill>
              <a:srgbClr val="B8C2CC"/>
            </a:solidFill>
            <a:prstDash val="solid"/>
          </a:ln>
        </p:spPr>
      </p:sp>
      <p:sp>
        <p:nvSpPr>
          <p:cNvPr id="19" name="S03-mark55"/>
          <p:cNvSpPr/>
          <p:nvPr/>
        </p:nvSpPr>
        <p:spPr>
          <a:xfrm>
            <a:off x="640080" y="3491339"/>
            <a:ext cx="4711704" cy="9144"/>
          </a:xfrm>
          <a:custGeom>
            <a:avLst/>
            <a:gdLst/>
            <a:ahLst/>
            <a:cxnLst/>
            <a:rect l="l" t="t" r="r" b="b"/>
            <a:pathLst>
              <a:path w="4711704" h="9144">
                <a:moveTo>
                  <a:pt x="0" y="0"/>
                </a:moveTo>
                <a:lnTo>
                  <a:pt x="4711704" y="0"/>
                </a:lnTo>
              </a:path>
            </a:pathLst>
          </a:custGeom>
          <a:noFill/>
          <a:ln w="9525">
            <a:solidFill>
              <a:srgbClr val="B8C2CC"/>
            </a:solidFill>
            <a:prstDash val="solid"/>
          </a:ln>
        </p:spPr>
      </p:sp>
      <p:sp>
        <p:nvSpPr>
          <p:cNvPr id="20" name="S03-mark56"/>
          <p:cNvSpPr/>
          <p:nvPr/>
        </p:nvSpPr>
        <p:spPr>
          <a:xfrm>
            <a:off x="640080" y="3063003"/>
            <a:ext cx="4711704" cy="9144"/>
          </a:xfrm>
          <a:custGeom>
            <a:avLst/>
            <a:gdLst/>
            <a:ahLst/>
            <a:cxnLst/>
            <a:rect l="l" t="t" r="r" b="b"/>
            <a:pathLst>
              <a:path w="4711704" h="9144">
                <a:moveTo>
                  <a:pt x="0" y="0"/>
                </a:moveTo>
                <a:lnTo>
                  <a:pt x="4711704" y="0"/>
                </a:lnTo>
              </a:path>
            </a:pathLst>
          </a:custGeom>
          <a:noFill/>
          <a:ln w="9525">
            <a:solidFill>
              <a:srgbClr val="B8C2CC"/>
            </a:solidFill>
            <a:prstDash val="solid"/>
          </a:ln>
        </p:spPr>
      </p:sp>
      <p:sp>
        <p:nvSpPr>
          <p:cNvPr id="21" name="S03-mark57"/>
          <p:cNvSpPr/>
          <p:nvPr/>
        </p:nvSpPr>
        <p:spPr>
          <a:xfrm>
            <a:off x="640080" y="2634666"/>
            <a:ext cx="4711704" cy="9144"/>
          </a:xfrm>
          <a:custGeom>
            <a:avLst/>
            <a:gdLst/>
            <a:ahLst/>
            <a:cxnLst/>
            <a:rect l="l" t="t" r="r" b="b"/>
            <a:pathLst>
              <a:path w="4711704" h="9144">
                <a:moveTo>
                  <a:pt x="0" y="0"/>
                </a:moveTo>
                <a:lnTo>
                  <a:pt x="4711704" y="0"/>
                </a:lnTo>
              </a:path>
            </a:pathLst>
          </a:custGeom>
          <a:noFill/>
          <a:ln w="9525">
            <a:solidFill>
              <a:srgbClr val="B8C2CC"/>
            </a:solidFill>
            <a:prstDash val="solid"/>
          </a:ln>
        </p:spPr>
      </p:sp>
      <p:sp>
        <p:nvSpPr>
          <p:cNvPr id="22" name="S03-mark58"/>
          <p:cNvSpPr/>
          <p:nvPr/>
        </p:nvSpPr>
        <p:spPr>
          <a:xfrm>
            <a:off x="640080" y="2206329"/>
            <a:ext cx="4711704" cy="9144"/>
          </a:xfrm>
          <a:custGeom>
            <a:avLst/>
            <a:gdLst/>
            <a:ahLst/>
            <a:cxnLst/>
            <a:rect l="l" t="t" r="r" b="b"/>
            <a:pathLst>
              <a:path w="4711704" h="9144">
                <a:moveTo>
                  <a:pt x="0" y="0"/>
                </a:moveTo>
                <a:lnTo>
                  <a:pt x="4711704" y="0"/>
                </a:lnTo>
              </a:path>
            </a:pathLst>
          </a:custGeom>
          <a:noFill/>
          <a:ln w="9525">
            <a:solidFill>
              <a:srgbClr val="B8C2CC"/>
            </a:solidFill>
            <a:prstDash val="solid"/>
          </a:ln>
        </p:spPr>
      </p:sp>
      <p:sp>
        <p:nvSpPr>
          <p:cNvPr id="23" name="S03-mark59"/>
          <p:cNvSpPr/>
          <p:nvPr/>
        </p:nvSpPr>
        <p:spPr>
          <a:xfrm>
            <a:off x="640080" y="1777992"/>
            <a:ext cx="4711704" cy="9144"/>
          </a:xfrm>
          <a:custGeom>
            <a:avLst/>
            <a:gdLst/>
            <a:ahLst/>
            <a:cxnLst/>
            <a:rect l="l" t="t" r="r" b="b"/>
            <a:pathLst>
              <a:path w="4711704" h="9144">
                <a:moveTo>
                  <a:pt x="0" y="0"/>
                </a:moveTo>
                <a:lnTo>
                  <a:pt x="4711704" y="0"/>
                </a:lnTo>
              </a:path>
            </a:pathLst>
          </a:custGeom>
          <a:noFill/>
          <a:ln w="9525">
            <a:solidFill>
              <a:srgbClr val="B8C2CC"/>
            </a:solidFill>
            <a:prstDash val="solid"/>
          </a:ln>
        </p:spPr>
      </p:sp>
      <p:sp>
        <p:nvSpPr>
          <p:cNvPr id="24" name="S03-mark60"/>
          <p:cNvSpPr/>
          <p:nvPr/>
        </p:nvSpPr>
        <p:spPr>
          <a:xfrm>
            <a:off x="4109608" y="1777992"/>
            <a:ext cx="171335" cy="3426694"/>
          </a:xfrm>
          <a:custGeom>
            <a:avLst/>
            <a:gdLst/>
            <a:ahLst/>
            <a:cxnLst/>
            <a:rect l="l" t="t" r="r" b="b"/>
            <a:pathLst>
              <a:path w="171335" h="3426694">
                <a:moveTo>
                  <a:pt x="128501" y="0"/>
                </a:moveTo>
                <a:lnTo>
                  <a:pt x="0" y="642505"/>
                </a:lnTo>
                <a:lnTo>
                  <a:pt x="171335" y="1285010"/>
                </a:lnTo>
                <a:lnTo>
                  <a:pt x="42834" y="1927515"/>
                </a:lnTo>
                <a:lnTo>
                  <a:pt x="171335" y="2570021"/>
                </a:lnTo>
                <a:lnTo>
                  <a:pt x="42834" y="3426694"/>
                </a:lnTo>
              </a:path>
            </a:pathLst>
          </a:custGeom>
          <a:noFill/>
          <a:ln w="88900">
            <a:solidFill>
              <a:srgbClr val="4A90C8"/>
            </a:solidFill>
            <a:prstDash val="solid"/>
          </a:ln>
        </p:spPr>
      </p:sp>
      <p:sp>
        <p:nvSpPr>
          <p:cNvPr id="25" name="S03-mark61"/>
          <p:cNvSpPr/>
          <p:nvPr/>
        </p:nvSpPr>
        <p:spPr>
          <a:xfrm>
            <a:off x="640080" y="3705508"/>
            <a:ext cx="4711704" cy="9144"/>
          </a:xfrm>
          <a:custGeom>
            <a:avLst/>
            <a:gdLst/>
            <a:ahLst/>
            <a:cxnLst/>
            <a:rect l="l" t="t" r="r" b="b"/>
            <a:pathLst>
              <a:path w="4711704" h="9144">
                <a:moveTo>
                  <a:pt x="0" y="0"/>
                </a:moveTo>
                <a:lnTo>
                  <a:pt x="4711704" y="0"/>
                </a:lnTo>
              </a:path>
            </a:pathLst>
          </a:custGeom>
          <a:noFill/>
          <a:ln w="88900">
            <a:solidFill>
              <a:srgbClr val="A3AAB4"/>
            </a:solidFill>
            <a:prstDash val="solid"/>
          </a:ln>
        </p:spPr>
      </p:sp>
      <p:sp>
        <p:nvSpPr>
          <p:cNvPr id="26" name="S03-mark62"/>
          <p:cNvSpPr/>
          <p:nvPr/>
        </p:nvSpPr>
        <p:spPr>
          <a:xfrm>
            <a:off x="2567595" y="1777992"/>
            <a:ext cx="9144" cy="3426694"/>
          </a:xfrm>
          <a:custGeom>
            <a:avLst/>
            <a:gdLst/>
            <a:ahLst/>
            <a:cxnLst/>
            <a:rect l="l" t="t" r="r" b="b"/>
            <a:pathLst>
              <a:path w="9144" h="3426694">
                <a:moveTo>
                  <a:pt x="0" y="3426694"/>
                </a:moveTo>
                <a:lnTo>
                  <a:pt x="0" y="0"/>
                </a:lnTo>
              </a:path>
            </a:pathLst>
          </a:custGeom>
          <a:noFill/>
          <a:ln w="88900">
            <a:solidFill>
              <a:srgbClr val="A3AAB4"/>
            </a:solidFill>
            <a:prstDash val="solid"/>
          </a:ln>
        </p:spPr>
      </p:sp>
      <p:sp>
        <p:nvSpPr>
          <p:cNvPr id="27" name="S03-mark63"/>
          <p:cNvSpPr/>
          <p:nvPr/>
        </p:nvSpPr>
        <p:spPr>
          <a:xfrm>
            <a:off x="640080" y="1777992"/>
            <a:ext cx="4711704" cy="3426694"/>
          </a:xfrm>
          <a:custGeom>
            <a:avLst/>
            <a:gdLst/>
            <a:ahLst/>
            <a:cxnLst/>
            <a:rect l="l" t="t" r="r" b="b"/>
            <a:pathLst>
              <a:path w="4711704" h="3426694">
                <a:moveTo>
                  <a:pt x="0" y="3426694"/>
                </a:moveTo>
                <a:lnTo>
                  <a:pt x="4711704" y="3426694"/>
                </a:lnTo>
                <a:lnTo>
                  <a:pt x="4711704" y="0"/>
                </a:lnTo>
                <a:lnTo>
                  <a:pt x="0" y="0"/>
                </a:lnTo>
                <a:lnTo>
                  <a:pt x="0" y="3426694"/>
                </a:lnTo>
              </a:path>
            </a:pathLst>
          </a:custGeom>
          <a:noFill/>
          <a:ln w="19050">
            <a:solidFill>
              <a:srgbClr val="1F2937"/>
            </a:solidFill>
            <a:prstDash val="solid"/>
          </a:ln>
        </p:spPr>
      </p:sp>
      <p:sp>
        <p:nvSpPr>
          <p:cNvPr id="28" name="S03-mark64"/>
          <p:cNvSpPr/>
          <p:nvPr/>
        </p:nvSpPr>
        <p:spPr>
          <a:xfrm>
            <a:off x="1304002" y="2026428"/>
            <a:ext cx="385503" cy="334103"/>
          </a:xfrm>
          <a:custGeom>
            <a:avLst/>
            <a:gdLst/>
            <a:ahLst/>
            <a:cxnLst/>
            <a:rect l="l" t="t" r="r" b="b"/>
            <a:pathLst>
              <a:path w="385503" h="334103">
                <a:moveTo>
                  <a:pt x="0" y="334103"/>
                </a:moveTo>
                <a:lnTo>
                  <a:pt x="385503" y="334103"/>
                </a:lnTo>
                <a:lnTo>
                  <a:pt x="192752" y="0"/>
                </a:lnTo>
                <a:close/>
              </a:path>
            </a:pathLst>
          </a:custGeom>
          <a:solidFill>
            <a:srgbClr val="8B5E3C"/>
          </a:solidFill>
          <a:ln w="15875">
            <a:solidFill>
              <a:srgbClr val="1F2937"/>
            </a:solidFill>
            <a:prstDash val="solid"/>
          </a:ln>
        </p:spPr>
      </p:sp>
      <p:sp>
        <p:nvSpPr>
          <p:cNvPr id="29" name="S03-mark65"/>
          <p:cNvSpPr/>
          <p:nvPr/>
        </p:nvSpPr>
        <p:spPr>
          <a:xfrm>
            <a:off x="1368253" y="2870251"/>
            <a:ext cx="308402" cy="214168"/>
          </a:xfrm>
          <a:custGeom>
            <a:avLst/>
            <a:gdLst/>
            <a:ahLst/>
            <a:cxnLst/>
            <a:rect l="l" t="t" r="r" b="b"/>
            <a:pathLst>
              <a:path w="308402" h="214168">
                <a:moveTo>
                  <a:pt x="0" y="0"/>
                </a:moveTo>
                <a:lnTo>
                  <a:pt x="308402" y="107084"/>
                </a:lnTo>
                <a:lnTo>
                  <a:pt x="0" y="214168"/>
                </a:lnTo>
                <a:close/>
              </a:path>
            </a:pathLst>
          </a:custGeom>
          <a:solidFill>
            <a:srgbClr val="E9762B"/>
          </a:solidFill>
          <a:ln w="15875">
            <a:solidFill>
              <a:srgbClr val="1F2937"/>
            </a:solidFill>
            <a:prstDash val="solid"/>
          </a:ln>
        </p:spPr>
      </p:sp>
      <p:sp>
        <p:nvSpPr>
          <p:cNvPr id="30" name="S03-mark66"/>
          <p:cNvSpPr/>
          <p:nvPr/>
        </p:nvSpPr>
        <p:spPr>
          <a:xfrm>
            <a:off x="1342552" y="2870251"/>
            <a:ext cx="51400" cy="385503"/>
          </a:xfrm>
          <a:custGeom>
            <a:avLst/>
            <a:gdLst/>
            <a:ahLst/>
            <a:cxnLst/>
            <a:rect l="l" t="t" r="r" b="b"/>
            <a:pathLst>
              <a:path w="51400" h="385503">
                <a:moveTo>
                  <a:pt x="0" y="385503"/>
                </a:moveTo>
                <a:lnTo>
                  <a:pt x="51400" y="385503"/>
                </a:lnTo>
                <a:lnTo>
                  <a:pt x="51400" y="0"/>
                </a:lnTo>
                <a:lnTo>
                  <a:pt x="0" y="0"/>
                </a:lnTo>
                <a:close/>
              </a:path>
            </a:pathLst>
          </a:custGeom>
          <a:solidFill>
            <a:srgbClr val="1F2937"/>
          </a:solidFill>
          <a:ln/>
        </p:spPr>
      </p:sp>
      <p:sp>
        <p:nvSpPr>
          <p:cNvPr id="31" name="S03-mark67"/>
          <p:cNvSpPr/>
          <p:nvPr/>
        </p:nvSpPr>
        <p:spPr>
          <a:xfrm>
            <a:off x="3013066" y="2925935"/>
            <a:ext cx="197035" cy="291269"/>
          </a:xfrm>
          <a:custGeom>
            <a:avLst/>
            <a:gdLst/>
            <a:ahLst/>
            <a:cxnLst/>
            <a:rect l="l" t="t" r="r" b="b"/>
            <a:pathLst>
              <a:path w="197035" h="291269">
                <a:moveTo>
                  <a:pt x="0" y="0"/>
                </a:moveTo>
                <a:lnTo>
                  <a:pt x="197035" y="42834"/>
                </a:lnTo>
                <a:lnTo>
                  <a:pt x="197035" y="291269"/>
                </a:lnTo>
                <a:lnTo>
                  <a:pt x="0" y="248435"/>
                </a:lnTo>
                <a:close/>
              </a:path>
            </a:pathLst>
          </a:custGeom>
          <a:solidFill>
            <a:srgbClr val="3D5A80"/>
          </a:solidFill>
          <a:ln w="15875">
            <a:solidFill>
              <a:srgbClr val="1F2937"/>
            </a:solidFill>
            <a:prstDash val="solid"/>
          </a:ln>
        </p:spPr>
      </p:sp>
      <p:sp>
        <p:nvSpPr>
          <p:cNvPr id="32" name="S03-mark68"/>
          <p:cNvSpPr/>
          <p:nvPr/>
        </p:nvSpPr>
        <p:spPr>
          <a:xfrm>
            <a:off x="3210101" y="2925935"/>
            <a:ext cx="197035" cy="291269"/>
          </a:xfrm>
          <a:custGeom>
            <a:avLst/>
            <a:gdLst/>
            <a:ahLst/>
            <a:cxnLst/>
            <a:rect l="l" t="t" r="r" b="b"/>
            <a:pathLst>
              <a:path w="197035" h="291269">
                <a:moveTo>
                  <a:pt x="197035" y="0"/>
                </a:moveTo>
                <a:lnTo>
                  <a:pt x="0" y="42834"/>
                </a:lnTo>
                <a:lnTo>
                  <a:pt x="0" y="291269"/>
                </a:lnTo>
                <a:lnTo>
                  <a:pt x="197035" y="248435"/>
                </a:lnTo>
                <a:close/>
              </a:path>
            </a:pathLst>
          </a:custGeom>
          <a:solidFill>
            <a:srgbClr val="3D5A80"/>
          </a:solidFill>
          <a:ln w="15875">
            <a:solidFill>
              <a:srgbClr val="1F2937"/>
            </a:solidFill>
            <a:prstDash val="solid"/>
          </a:ln>
        </p:spPr>
      </p:sp>
      <p:sp>
        <p:nvSpPr>
          <p:cNvPr id="33" name="S03-mark69"/>
          <p:cNvSpPr/>
          <p:nvPr/>
        </p:nvSpPr>
        <p:spPr>
          <a:xfrm>
            <a:off x="1471053" y="4369430"/>
            <a:ext cx="51400" cy="171335"/>
          </a:xfrm>
          <a:custGeom>
            <a:avLst/>
            <a:gdLst/>
            <a:ahLst/>
            <a:cxnLst/>
            <a:rect l="l" t="t" r="r" b="b"/>
            <a:pathLst>
              <a:path w="51400" h="171335">
                <a:moveTo>
                  <a:pt x="0" y="171335"/>
                </a:moveTo>
                <a:lnTo>
                  <a:pt x="51400" y="171335"/>
                </a:lnTo>
                <a:lnTo>
                  <a:pt x="51400" y="0"/>
                </a:lnTo>
                <a:lnTo>
                  <a:pt x="0" y="0"/>
                </a:lnTo>
                <a:close/>
              </a:path>
            </a:pathLst>
          </a:custGeom>
          <a:solidFill>
            <a:srgbClr val="8B5E3C"/>
          </a:solidFill>
          <a:ln/>
        </p:spPr>
      </p:sp>
      <p:sp>
        <p:nvSpPr>
          <p:cNvPr id="34" name="S03-mark70"/>
          <p:cNvSpPr/>
          <p:nvPr/>
        </p:nvSpPr>
        <p:spPr>
          <a:xfrm>
            <a:off x="1355402" y="4155261"/>
            <a:ext cx="282702" cy="282702"/>
          </a:xfrm>
          <a:custGeom>
            <a:avLst/>
            <a:gdLst/>
            <a:ahLst/>
            <a:cxnLst/>
            <a:rect l="l" t="t" r="r" b="b"/>
            <a:pathLst>
              <a:path w="282702" h="282702">
                <a:moveTo>
                  <a:pt x="282702" y="141351"/>
                </a:moveTo>
                <a:lnTo>
                  <a:pt x="275849" y="97661"/>
                </a:lnTo>
                <a:lnTo>
                  <a:pt x="255717" y="58254"/>
                </a:lnTo>
                <a:lnTo>
                  <a:pt x="224448" y="26985"/>
                </a:lnTo>
                <a:lnTo>
                  <a:pt x="185041" y="6853"/>
                </a:lnTo>
                <a:lnTo>
                  <a:pt x="141351" y="0"/>
                </a:lnTo>
                <a:lnTo>
                  <a:pt x="97661" y="6853"/>
                </a:lnTo>
                <a:lnTo>
                  <a:pt x="58254" y="26985"/>
                </a:lnTo>
                <a:lnTo>
                  <a:pt x="26985" y="58254"/>
                </a:lnTo>
                <a:lnTo>
                  <a:pt x="6853" y="97661"/>
                </a:lnTo>
                <a:lnTo>
                  <a:pt x="0" y="141351"/>
                </a:lnTo>
                <a:lnTo>
                  <a:pt x="6853" y="185041"/>
                </a:lnTo>
                <a:lnTo>
                  <a:pt x="26985" y="224448"/>
                </a:lnTo>
                <a:lnTo>
                  <a:pt x="58254" y="255717"/>
                </a:lnTo>
                <a:lnTo>
                  <a:pt x="97661" y="275849"/>
                </a:lnTo>
                <a:lnTo>
                  <a:pt x="141351" y="282702"/>
                </a:lnTo>
                <a:lnTo>
                  <a:pt x="185041" y="275849"/>
                </a:lnTo>
                <a:lnTo>
                  <a:pt x="224448" y="255717"/>
                </a:lnTo>
                <a:lnTo>
                  <a:pt x="255717" y="224448"/>
                </a:lnTo>
                <a:lnTo>
                  <a:pt x="275849" y="185041"/>
                </a:lnTo>
                <a:close/>
              </a:path>
            </a:pathLst>
          </a:custGeom>
          <a:solidFill>
            <a:srgbClr val="2A9D8F"/>
          </a:solidFill>
          <a:ln w="15875">
            <a:solidFill>
              <a:srgbClr val="1F2937"/>
            </a:solidFill>
            <a:prstDash val="solid"/>
          </a:ln>
        </p:spPr>
      </p:sp>
      <p:sp>
        <p:nvSpPr>
          <p:cNvPr id="35" name="S03-mark71"/>
          <p:cNvSpPr/>
          <p:nvPr/>
        </p:nvSpPr>
        <p:spPr>
          <a:xfrm>
            <a:off x="3038766" y="4176678"/>
            <a:ext cx="342669" cy="342669"/>
          </a:xfrm>
          <a:custGeom>
            <a:avLst/>
            <a:gdLst/>
            <a:ahLst/>
            <a:cxnLst/>
            <a:rect l="l" t="t" r="r" b="b"/>
            <a:pathLst>
              <a:path w="342669" h="342669">
                <a:moveTo>
                  <a:pt x="342669" y="171335"/>
                </a:moveTo>
                <a:lnTo>
                  <a:pt x="334103" y="118221"/>
                </a:lnTo>
                <a:lnTo>
                  <a:pt x="310116" y="70676"/>
                </a:lnTo>
                <a:lnTo>
                  <a:pt x="271994" y="32554"/>
                </a:lnTo>
                <a:lnTo>
                  <a:pt x="224448" y="8567"/>
                </a:lnTo>
                <a:lnTo>
                  <a:pt x="171335" y="0"/>
                </a:lnTo>
                <a:lnTo>
                  <a:pt x="118221" y="8567"/>
                </a:lnTo>
                <a:lnTo>
                  <a:pt x="70676" y="32554"/>
                </a:lnTo>
                <a:lnTo>
                  <a:pt x="32554" y="70676"/>
                </a:lnTo>
                <a:lnTo>
                  <a:pt x="8567" y="118221"/>
                </a:lnTo>
                <a:lnTo>
                  <a:pt x="0" y="171335"/>
                </a:lnTo>
                <a:lnTo>
                  <a:pt x="8567" y="224448"/>
                </a:lnTo>
                <a:lnTo>
                  <a:pt x="32554" y="271994"/>
                </a:lnTo>
                <a:lnTo>
                  <a:pt x="70676" y="310116"/>
                </a:lnTo>
                <a:lnTo>
                  <a:pt x="118221" y="334103"/>
                </a:lnTo>
                <a:lnTo>
                  <a:pt x="171335" y="342669"/>
                </a:lnTo>
                <a:lnTo>
                  <a:pt x="224448" y="334103"/>
                </a:lnTo>
                <a:lnTo>
                  <a:pt x="271994" y="310116"/>
                </a:lnTo>
                <a:lnTo>
                  <a:pt x="310116" y="271994"/>
                </a:lnTo>
                <a:lnTo>
                  <a:pt x="334103" y="224448"/>
                </a:lnTo>
                <a:close/>
              </a:path>
            </a:pathLst>
          </a:custGeom>
          <a:solidFill>
            <a:srgbClr val="FFFFFF"/>
          </a:solidFill>
          <a:ln w="25400">
            <a:solidFill>
              <a:srgbClr val="C8434E"/>
            </a:solidFill>
            <a:prstDash val="solid"/>
          </a:ln>
        </p:spPr>
      </p:sp>
      <p:sp>
        <p:nvSpPr>
          <p:cNvPr id="36" name="S03-mark72"/>
          <p:cNvSpPr/>
          <p:nvPr/>
        </p:nvSpPr>
        <p:spPr>
          <a:xfrm>
            <a:off x="3180117" y="4232362"/>
            <a:ext cx="59967" cy="231302"/>
          </a:xfrm>
          <a:custGeom>
            <a:avLst/>
            <a:gdLst/>
            <a:ahLst/>
            <a:cxnLst/>
            <a:rect l="l" t="t" r="r" b="b"/>
            <a:pathLst>
              <a:path w="59967" h="231302">
                <a:moveTo>
                  <a:pt x="0" y="231302"/>
                </a:moveTo>
                <a:lnTo>
                  <a:pt x="59967" y="231302"/>
                </a:lnTo>
                <a:lnTo>
                  <a:pt x="59967" y="0"/>
                </a:lnTo>
                <a:lnTo>
                  <a:pt x="0" y="0"/>
                </a:lnTo>
                <a:close/>
              </a:path>
            </a:pathLst>
          </a:custGeom>
          <a:solidFill>
            <a:srgbClr val="C8434E"/>
          </a:solidFill>
          <a:ln/>
        </p:spPr>
      </p:sp>
      <p:sp>
        <p:nvSpPr>
          <p:cNvPr id="37" name="S03-mark73"/>
          <p:cNvSpPr/>
          <p:nvPr/>
        </p:nvSpPr>
        <p:spPr>
          <a:xfrm>
            <a:off x="3094450" y="4318029"/>
            <a:ext cx="231302" cy="59967"/>
          </a:xfrm>
          <a:custGeom>
            <a:avLst/>
            <a:gdLst/>
            <a:ahLst/>
            <a:cxnLst/>
            <a:rect l="l" t="t" r="r" b="b"/>
            <a:pathLst>
              <a:path w="231302" h="59967">
                <a:moveTo>
                  <a:pt x="0" y="59967"/>
                </a:moveTo>
                <a:lnTo>
                  <a:pt x="231302" y="59967"/>
                </a:lnTo>
                <a:lnTo>
                  <a:pt x="231302" y="0"/>
                </a:lnTo>
                <a:lnTo>
                  <a:pt x="0" y="0"/>
                </a:lnTo>
                <a:close/>
              </a:path>
            </a:pathLst>
          </a:custGeom>
          <a:solidFill>
            <a:srgbClr val="C8434E"/>
          </a:solidFill>
          <a:ln/>
        </p:spPr>
      </p:sp>
      <p:sp>
        <p:nvSpPr>
          <p:cNvPr id="38" name="S03-mark74"/>
          <p:cNvSpPr/>
          <p:nvPr/>
        </p:nvSpPr>
        <p:spPr>
          <a:xfrm>
            <a:off x="4769246" y="2883101"/>
            <a:ext cx="308402" cy="342669"/>
          </a:xfrm>
          <a:custGeom>
            <a:avLst/>
            <a:gdLst/>
            <a:ahLst/>
            <a:cxnLst/>
            <a:rect l="l" t="t" r="r" b="b"/>
            <a:pathLst>
              <a:path w="308402" h="342669">
                <a:moveTo>
                  <a:pt x="0" y="342669"/>
                </a:moveTo>
                <a:lnTo>
                  <a:pt x="308402" y="342669"/>
                </a:lnTo>
                <a:lnTo>
                  <a:pt x="308402" y="145635"/>
                </a:lnTo>
                <a:lnTo>
                  <a:pt x="154201" y="0"/>
                </a:lnTo>
                <a:lnTo>
                  <a:pt x="0" y="145635"/>
                </a:lnTo>
                <a:close/>
              </a:path>
            </a:pathLst>
          </a:custGeom>
          <a:solidFill>
            <a:srgbClr val="F2C14E"/>
          </a:solidFill>
          <a:ln w="15875">
            <a:solidFill>
              <a:srgbClr val="1F2937"/>
            </a:solidFill>
            <a:prstDash val="solid"/>
          </a:ln>
        </p:spPr>
      </p:sp>
      <p:sp>
        <p:nvSpPr>
          <p:cNvPr id="39" name="S03-mark75"/>
          <p:cNvSpPr/>
          <p:nvPr/>
        </p:nvSpPr>
        <p:spPr>
          <a:xfrm>
            <a:off x="5735146" y="2065835"/>
            <a:ext cx="346953" cy="300692"/>
          </a:xfrm>
          <a:custGeom>
            <a:avLst/>
            <a:gdLst/>
            <a:ahLst/>
            <a:cxnLst/>
            <a:rect l="l" t="t" r="r" b="b"/>
            <a:pathLst>
              <a:path w="346953" h="300692">
                <a:moveTo>
                  <a:pt x="0" y="300692"/>
                </a:moveTo>
                <a:lnTo>
                  <a:pt x="346953" y="300692"/>
                </a:lnTo>
                <a:lnTo>
                  <a:pt x="173476" y="0"/>
                </a:lnTo>
                <a:close/>
              </a:path>
            </a:pathLst>
          </a:custGeom>
          <a:solidFill>
            <a:srgbClr val="8B5E3C"/>
          </a:solidFill>
          <a:ln w="15875">
            <a:solidFill>
              <a:srgbClr val="1F2937"/>
            </a:solidFill>
            <a:prstDash val="solid"/>
          </a:ln>
        </p:spPr>
      </p:sp>
      <p:sp>
        <p:nvSpPr>
          <p:cNvPr id="40" name="S03-mark76"/>
          <p:cNvSpPr/>
          <p:nvPr/>
        </p:nvSpPr>
        <p:spPr>
          <a:xfrm>
            <a:off x="5792971" y="2559707"/>
            <a:ext cx="277562" cy="192752"/>
          </a:xfrm>
          <a:custGeom>
            <a:avLst/>
            <a:gdLst/>
            <a:ahLst/>
            <a:cxnLst/>
            <a:rect l="l" t="t" r="r" b="b"/>
            <a:pathLst>
              <a:path w="277562" h="192752">
                <a:moveTo>
                  <a:pt x="0" y="0"/>
                </a:moveTo>
                <a:lnTo>
                  <a:pt x="277562" y="96376"/>
                </a:lnTo>
                <a:lnTo>
                  <a:pt x="0" y="192752"/>
                </a:lnTo>
                <a:close/>
              </a:path>
            </a:pathLst>
          </a:custGeom>
          <a:solidFill>
            <a:srgbClr val="E9762B"/>
          </a:solidFill>
          <a:ln w="15875">
            <a:solidFill>
              <a:srgbClr val="1F2937"/>
            </a:solidFill>
            <a:prstDash val="solid"/>
          </a:ln>
        </p:spPr>
      </p:sp>
      <p:sp>
        <p:nvSpPr>
          <p:cNvPr id="41" name="S03-mark77"/>
          <p:cNvSpPr/>
          <p:nvPr/>
        </p:nvSpPr>
        <p:spPr>
          <a:xfrm>
            <a:off x="5769841" y="2559707"/>
            <a:ext cx="46260" cy="346953"/>
          </a:xfrm>
          <a:custGeom>
            <a:avLst/>
            <a:gdLst/>
            <a:ahLst/>
            <a:cxnLst/>
            <a:rect l="l" t="t" r="r" b="b"/>
            <a:pathLst>
              <a:path w="46260" h="346953">
                <a:moveTo>
                  <a:pt x="0" y="346953"/>
                </a:moveTo>
                <a:lnTo>
                  <a:pt x="46260" y="346953"/>
                </a:lnTo>
                <a:lnTo>
                  <a:pt x="46260" y="0"/>
                </a:lnTo>
                <a:lnTo>
                  <a:pt x="0" y="0"/>
                </a:lnTo>
                <a:close/>
              </a:path>
            </a:pathLst>
          </a:custGeom>
          <a:solidFill>
            <a:srgbClr val="1F2937"/>
          </a:solidFill>
          <a:ln/>
        </p:spPr>
      </p:sp>
      <p:sp>
        <p:nvSpPr>
          <p:cNvPr id="42" name="S03-mark78"/>
          <p:cNvSpPr/>
          <p:nvPr/>
        </p:nvSpPr>
        <p:spPr>
          <a:xfrm>
            <a:off x="5731291" y="3115260"/>
            <a:ext cx="177331" cy="262142"/>
          </a:xfrm>
          <a:custGeom>
            <a:avLst/>
            <a:gdLst/>
            <a:ahLst/>
            <a:cxnLst/>
            <a:rect l="l" t="t" r="r" b="b"/>
            <a:pathLst>
              <a:path w="177331" h="262142">
                <a:moveTo>
                  <a:pt x="0" y="0"/>
                </a:moveTo>
                <a:lnTo>
                  <a:pt x="177331" y="38550"/>
                </a:lnTo>
                <a:lnTo>
                  <a:pt x="177331" y="262142"/>
                </a:lnTo>
                <a:lnTo>
                  <a:pt x="0" y="223592"/>
                </a:lnTo>
                <a:close/>
              </a:path>
            </a:pathLst>
          </a:custGeom>
          <a:solidFill>
            <a:srgbClr val="3D5A80"/>
          </a:solidFill>
          <a:ln w="15875">
            <a:solidFill>
              <a:srgbClr val="1F2937"/>
            </a:solidFill>
            <a:prstDash val="solid"/>
          </a:ln>
        </p:spPr>
      </p:sp>
      <p:sp>
        <p:nvSpPr>
          <p:cNvPr id="43" name="S03-mark79"/>
          <p:cNvSpPr/>
          <p:nvPr/>
        </p:nvSpPr>
        <p:spPr>
          <a:xfrm>
            <a:off x="5908622" y="3115260"/>
            <a:ext cx="177331" cy="262142"/>
          </a:xfrm>
          <a:custGeom>
            <a:avLst/>
            <a:gdLst/>
            <a:ahLst/>
            <a:cxnLst/>
            <a:rect l="l" t="t" r="r" b="b"/>
            <a:pathLst>
              <a:path w="177331" h="262142">
                <a:moveTo>
                  <a:pt x="177331" y="0"/>
                </a:moveTo>
                <a:lnTo>
                  <a:pt x="0" y="38550"/>
                </a:lnTo>
                <a:lnTo>
                  <a:pt x="0" y="262142"/>
                </a:lnTo>
                <a:lnTo>
                  <a:pt x="177331" y="223592"/>
                </a:lnTo>
                <a:close/>
              </a:path>
            </a:pathLst>
          </a:custGeom>
          <a:solidFill>
            <a:srgbClr val="3D5A80"/>
          </a:solidFill>
          <a:ln w="15875">
            <a:solidFill>
              <a:srgbClr val="1F2937"/>
            </a:solidFill>
            <a:prstDash val="solid"/>
          </a:ln>
        </p:spPr>
      </p:sp>
      <p:sp>
        <p:nvSpPr>
          <p:cNvPr id="44" name="S03-mark80"/>
          <p:cNvSpPr/>
          <p:nvPr/>
        </p:nvSpPr>
        <p:spPr>
          <a:xfrm>
            <a:off x="5754421" y="3589857"/>
            <a:ext cx="308402" cy="308402"/>
          </a:xfrm>
          <a:custGeom>
            <a:avLst/>
            <a:gdLst/>
            <a:ahLst/>
            <a:cxnLst/>
            <a:rect l="l" t="t" r="r" b="b"/>
            <a:pathLst>
              <a:path w="308402" h="308402">
                <a:moveTo>
                  <a:pt x="308402" y="154201"/>
                </a:moveTo>
                <a:lnTo>
                  <a:pt x="300692" y="106656"/>
                </a:lnTo>
                <a:lnTo>
                  <a:pt x="278847" y="63394"/>
                </a:lnTo>
                <a:lnTo>
                  <a:pt x="245009" y="29555"/>
                </a:lnTo>
                <a:lnTo>
                  <a:pt x="201747" y="7710"/>
                </a:lnTo>
                <a:lnTo>
                  <a:pt x="154201" y="0"/>
                </a:lnTo>
                <a:lnTo>
                  <a:pt x="106656" y="7710"/>
                </a:lnTo>
                <a:lnTo>
                  <a:pt x="63394" y="29555"/>
                </a:lnTo>
                <a:lnTo>
                  <a:pt x="29555" y="63394"/>
                </a:lnTo>
                <a:lnTo>
                  <a:pt x="7710" y="106656"/>
                </a:lnTo>
                <a:lnTo>
                  <a:pt x="0" y="154201"/>
                </a:lnTo>
                <a:lnTo>
                  <a:pt x="7710" y="201747"/>
                </a:lnTo>
                <a:lnTo>
                  <a:pt x="29555" y="245009"/>
                </a:lnTo>
                <a:lnTo>
                  <a:pt x="63394" y="278847"/>
                </a:lnTo>
                <a:lnTo>
                  <a:pt x="106656" y="300692"/>
                </a:lnTo>
                <a:lnTo>
                  <a:pt x="154201" y="308402"/>
                </a:lnTo>
                <a:lnTo>
                  <a:pt x="201747" y="300692"/>
                </a:lnTo>
                <a:lnTo>
                  <a:pt x="245009" y="278847"/>
                </a:lnTo>
                <a:lnTo>
                  <a:pt x="278847" y="245009"/>
                </a:lnTo>
                <a:lnTo>
                  <a:pt x="300692" y="201747"/>
                </a:lnTo>
                <a:close/>
              </a:path>
            </a:pathLst>
          </a:custGeom>
          <a:solidFill>
            <a:srgbClr val="FFFFFF"/>
          </a:solidFill>
          <a:ln w="25400">
            <a:solidFill>
              <a:srgbClr val="C8434E"/>
            </a:solidFill>
            <a:prstDash val="solid"/>
          </a:ln>
        </p:spPr>
      </p:sp>
      <p:sp>
        <p:nvSpPr>
          <p:cNvPr id="45" name="S03-mark81"/>
          <p:cNvSpPr/>
          <p:nvPr/>
        </p:nvSpPr>
        <p:spPr>
          <a:xfrm>
            <a:off x="5881637" y="3639972"/>
            <a:ext cx="53970" cy="208172"/>
          </a:xfrm>
          <a:custGeom>
            <a:avLst/>
            <a:gdLst/>
            <a:ahLst/>
            <a:cxnLst/>
            <a:rect l="l" t="t" r="r" b="b"/>
            <a:pathLst>
              <a:path w="53970" h="208172">
                <a:moveTo>
                  <a:pt x="0" y="208172"/>
                </a:moveTo>
                <a:lnTo>
                  <a:pt x="53970" y="208172"/>
                </a:lnTo>
                <a:lnTo>
                  <a:pt x="53970" y="0"/>
                </a:lnTo>
                <a:lnTo>
                  <a:pt x="0" y="0"/>
                </a:lnTo>
                <a:close/>
              </a:path>
            </a:pathLst>
          </a:custGeom>
          <a:solidFill>
            <a:srgbClr val="C8434E"/>
          </a:solidFill>
          <a:ln/>
        </p:spPr>
      </p:sp>
      <p:sp>
        <p:nvSpPr>
          <p:cNvPr id="46" name="S03-mark82"/>
          <p:cNvSpPr/>
          <p:nvPr/>
        </p:nvSpPr>
        <p:spPr>
          <a:xfrm>
            <a:off x="5804536" y="3717073"/>
            <a:ext cx="208172" cy="53970"/>
          </a:xfrm>
          <a:custGeom>
            <a:avLst/>
            <a:gdLst/>
            <a:ahLst/>
            <a:cxnLst/>
            <a:rect l="l" t="t" r="r" b="b"/>
            <a:pathLst>
              <a:path w="208172" h="53970">
                <a:moveTo>
                  <a:pt x="0" y="53970"/>
                </a:moveTo>
                <a:lnTo>
                  <a:pt x="208172" y="53970"/>
                </a:lnTo>
                <a:lnTo>
                  <a:pt x="208172" y="0"/>
                </a:lnTo>
                <a:lnTo>
                  <a:pt x="0" y="0"/>
                </a:lnTo>
                <a:close/>
              </a:path>
            </a:pathLst>
          </a:custGeom>
          <a:solidFill>
            <a:srgbClr val="C8434E"/>
          </a:solidFill>
          <a:ln/>
        </p:spPr>
      </p:sp>
      <p:sp>
        <p:nvSpPr>
          <p:cNvPr id="47" name="S03-mark83"/>
          <p:cNvSpPr/>
          <p:nvPr/>
        </p:nvSpPr>
        <p:spPr>
          <a:xfrm>
            <a:off x="5885492" y="4268771"/>
            <a:ext cx="46260" cy="154201"/>
          </a:xfrm>
          <a:custGeom>
            <a:avLst/>
            <a:gdLst/>
            <a:ahLst/>
            <a:cxnLst/>
            <a:rect l="l" t="t" r="r" b="b"/>
            <a:pathLst>
              <a:path w="46260" h="154201">
                <a:moveTo>
                  <a:pt x="0" y="154201"/>
                </a:moveTo>
                <a:lnTo>
                  <a:pt x="46260" y="154201"/>
                </a:lnTo>
                <a:lnTo>
                  <a:pt x="46260" y="0"/>
                </a:lnTo>
                <a:lnTo>
                  <a:pt x="0" y="0"/>
                </a:lnTo>
                <a:close/>
              </a:path>
            </a:pathLst>
          </a:custGeom>
          <a:solidFill>
            <a:srgbClr val="8B5E3C"/>
          </a:solidFill>
          <a:ln/>
        </p:spPr>
      </p:sp>
      <p:sp>
        <p:nvSpPr>
          <p:cNvPr id="48" name="S03-mark84"/>
          <p:cNvSpPr/>
          <p:nvPr/>
        </p:nvSpPr>
        <p:spPr>
          <a:xfrm>
            <a:off x="5781406" y="4076019"/>
            <a:ext cx="254432" cy="254432"/>
          </a:xfrm>
          <a:custGeom>
            <a:avLst/>
            <a:gdLst/>
            <a:ahLst/>
            <a:cxnLst/>
            <a:rect l="l" t="t" r="r" b="b"/>
            <a:pathLst>
              <a:path w="254432" h="254432">
                <a:moveTo>
                  <a:pt x="254432" y="127216"/>
                </a:moveTo>
                <a:lnTo>
                  <a:pt x="248007" y="87809"/>
                </a:lnTo>
                <a:lnTo>
                  <a:pt x="230017" y="52257"/>
                </a:lnTo>
                <a:lnTo>
                  <a:pt x="202175" y="24415"/>
                </a:lnTo>
                <a:lnTo>
                  <a:pt x="166623" y="6425"/>
                </a:lnTo>
                <a:lnTo>
                  <a:pt x="127216" y="0"/>
                </a:lnTo>
                <a:lnTo>
                  <a:pt x="87809" y="6425"/>
                </a:lnTo>
                <a:lnTo>
                  <a:pt x="52257" y="24415"/>
                </a:lnTo>
                <a:lnTo>
                  <a:pt x="24415" y="52257"/>
                </a:lnTo>
                <a:lnTo>
                  <a:pt x="6425" y="87809"/>
                </a:lnTo>
                <a:lnTo>
                  <a:pt x="0" y="127216"/>
                </a:lnTo>
                <a:lnTo>
                  <a:pt x="6425" y="166623"/>
                </a:lnTo>
                <a:lnTo>
                  <a:pt x="24415" y="202175"/>
                </a:lnTo>
                <a:lnTo>
                  <a:pt x="52257" y="230017"/>
                </a:lnTo>
                <a:lnTo>
                  <a:pt x="87809" y="248007"/>
                </a:lnTo>
                <a:lnTo>
                  <a:pt x="127216" y="254432"/>
                </a:lnTo>
                <a:lnTo>
                  <a:pt x="166623" y="248007"/>
                </a:lnTo>
                <a:lnTo>
                  <a:pt x="202175" y="230017"/>
                </a:lnTo>
                <a:lnTo>
                  <a:pt x="230017" y="202175"/>
                </a:lnTo>
                <a:lnTo>
                  <a:pt x="248007" y="166623"/>
                </a:lnTo>
                <a:close/>
              </a:path>
            </a:pathLst>
          </a:custGeom>
          <a:solidFill>
            <a:srgbClr val="2A9D8F"/>
          </a:solidFill>
          <a:ln w="15875">
            <a:solidFill>
              <a:srgbClr val="1F2937"/>
            </a:solidFill>
            <a:prstDash val="solid"/>
          </a:ln>
        </p:spPr>
      </p:sp>
      <p:sp>
        <p:nvSpPr>
          <p:cNvPr id="49" name="S03-mark85"/>
          <p:cNvSpPr/>
          <p:nvPr/>
        </p:nvSpPr>
        <p:spPr>
          <a:xfrm>
            <a:off x="5769841" y="4593022"/>
            <a:ext cx="277562" cy="308402"/>
          </a:xfrm>
          <a:custGeom>
            <a:avLst/>
            <a:gdLst/>
            <a:ahLst/>
            <a:cxnLst/>
            <a:rect l="l" t="t" r="r" b="b"/>
            <a:pathLst>
              <a:path w="277562" h="308402">
                <a:moveTo>
                  <a:pt x="0" y="308402"/>
                </a:moveTo>
                <a:lnTo>
                  <a:pt x="277562" y="308402"/>
                </a:lnTo>
                <a:lnTo>
                  <a:pt x="277562" y="131071"/>
                </a:lnTo>
                <a:lnTo>
                  <a:pt x="138781" y="0"/>
                </a:lnTo>
                <a:lnTo>
                  <a:pt x="0" y="131071"/>
                </a:lnTo>
                <a:close/>
              </a:path>
            </a:pathLst>
          </a:custGeom>
          <a:solidFill>
            <a:srgbClr val="F2C14E"/>
          </a:solidFill>
          <a:ln w="15875">
            <a:solidFill>
              <a:srgbClr val="1F2937"/>
            </a:solidFill>
            <a:prstDash val="solid"/>
          </a:ln>
        </p:spPr>
      </p:sp>
      <p:sp>
        <p:nvSpPr>
          <p:cNvPr id="50" name="S03-mark86"/>
          <p:cNvSpPr/>
          <p:nvPr/>
        </p:nvSpPr>
        <p:spPr>
          <a:xfrm>
            <a:off x="5651620" y="1520990"/>
            <a:ext cx="1884682" cy="4501819"/>
          </a:xfrm>
          <a:custGeom>
            <a:avLst/>
            <a:gdLst/>
            <a:ahLst/>
            <a:cxnLst/>
            <a:rect l="l" t="t" r="r" b="b"/>
            <a:pathLst>
              <a:path w="1884682" h="4501819">
                <a:moveTo>
                  <a:pt x="0" y="4501819"/>
                </a:moveTo>
                <a:lnTo>
                  <a:pt x="1884682" y="4501819"/>
                </a:lnTo>
                <a:lnTo>
                  <a:pt x="1884682" y="0"/>
                </a:lnTo>
                <a:lnTo>
                  <a:pt x="0" y="0"/>
                </a:lnTo>
                <a:lnTo>
                  <a:pt x="0" y="4501819"/>
                </a:lnTo>
              </a:path>
            </a:pathLst>
          </a:custGeom>
          <a:noFill/>
          <a:ln w="15875">
            <a:solidFill>
              <a:srgbClr val="1F2937"/>
            </a:solidFill>
            <a:prstDash val="solid"/>
          </a:ln>
        </p:spPr>
      </p:sp>
      <p:sp>
        <p:nvSpPr>
          <p:cNvPr id="51" name="S03-mark87"/>
          <p:cNvSpPr/>
          <p:nvPr/>
        </p:nvSpPr>
        <p:spPr>
          <a:xfrm>
            <a:off x="5651620" y="1949327"/>
            <a:ext cx="1884682" cy="9144"/>
          </a:xfrm>
          <a:custGeom>
            <a:avLst/>
            <a:gdLst/>
            <a:ahLst/>
            <a:cxnLst/>
            <a:rect l="l" t="t" r="r" b="b"/>
            <a:pathLst>
              <a:path w="1884682" h="9144">
                <a:moveTo>
                  <a:pt x="0" y="0"/>
                </a:moveTo>
                <a:lnTo>
                  <a:pt x="1884682" y="0"/>
                </a:lnTo>
              </a:path>
            </a:pathLst>
          </a:custGeom>
          <a:noFill/>
          <a:ln w="12700">
            <a:solidFill>
              <a:srgbClr val="1F2937"/>
            </a:solidFill>
            <a:prstDash val="solid"/>
          </a:ln>
        </p:spPr>
      </p:sp>
      <p:sp>
        <p:nvSpPr>
          <p:cNvPr id="52" name="S03-mark88"/>
          <p:cNvSpPr/>
          <p:nvPr/>
        </p:nvSpPr>
        <p:spPr>
          <a:xfrm flipV="1">
            <a:off x="4923448" y="2291996"/>
            <a:ext cx="0" cy="428337"/>
          </a:xfrm>
          <a:prstGeom prst="line">
            <a:avLst/>
          </a:prstGeom>
          <a:noFill/>
          <a:ln w="31750">
            <a:solidFill>
              <a:srgbClr val="1F2937"/>
            </a:solidFill>
            <a:prstDash val="solid"/>
            <a:tailEnd type="triangle"/>
          </a:ln>
        </p:spPr>
      </p:sp>
      <p:sp>
        <p:nvSpPr>
          <p:cNvPr id="53" name="S03-mark89"/>
          <p:cNvSpPr/>
          <p:nvPr/>
        </p:nvSpPr>
        <p:spPr>
          <a:xfrm>
            <a:off x="4773530" y="2506165"/>
            <a:ext cx="299836" cy="0"/>
          </a:xfrm>
          <a:prstGeom prst="line">
            <a:avLst/>
          </a:prstGeom>
          <a:noFill/>
          <a:ln w="25400">
            <a:solidFill>
              <a:srgbClr val="1F2937"/>
            </a:solidFill>
            <a:prstDash val="solid"/>
          </a:ln>
        </p:spPr>
      </p:sp>
      <p:sp>
        <p:nvSpPr>
          <p:cNvPr id="54" name="S03-mark90"/>
          <p:cNvSpPr/>
          <p:nvPr/>
        </p:nvSpPr>
        <p:spPr>
          <a:xfrm>
            <a:off x="640080" y="5525939"/>
            <a:ext cx="428337" cy="0"/>
          </a:xfrm>
          <a:prstGeom prst="line">
            <a:avLst/>
          </a:prstGeom>
          <a:noFill/>
          <a:ln w="38100">
            <a:solidFill>
              <a:srgbClr val="1F2937"/>
            </a:solidFill>
            <a:prstDash val="solid"/>
          </a:ln>
        </p:spPr>
      </p:sp>
      <p:sp>
        <p:nvSpPr>
          <p:cNvPr id="55" name="S03-mark91"/>
          <p:cNvSpPr/>
          <p:nvPr/>
        </p:nvSpPr>
        <p:spPr>
          <a:xfrm>
            <a:off x="640080" y="5431705"/>
            <a:ext cx="0" cy="188468"/>
          </a:xfrm>
          <a:prstGeom prst="line">
            <a:avLst/>
          </a:prstGeom>
          <a:noFill/>
          <a:ln w="25400">
            <a:solidFill>
              <a:srgbClr val="1F2937"/>
            </a:solidFill>
            <a:prstDash val="solid"/>
          </a:ln>
        </p:spPr>
      </p:sp>
      <p:sp>
        <p:nvSpPr>
          <p:cNvPr id="56" name="S03-mark92"/>
          <p:cNvSpPr/>
          <p:nvPr/>
        </p:nvSpPr>
        <p:spPr>
          <a:xfrm>
            <a:off x="1068417" y="5431705"/>
            <a:ext cx="0" cy="188468"/>
          </a:xfrm>
          <a:prstGeom prst="line">
            <a:avLst/>
          </a:prstGeom>
          <a:noFill/>
          <a:ln w="25400">
            <a:solidFill>
              <a:srgbClr val="1F2937"/>
            </a:solidFill>
            <a:prstDash val="solid"/>
          </a:ln>
        </p:spPr>
      </p:sp>
      <p:sp>
        <p:nvSpPr>
          <p:cNvPr id="57" name="S03-mark93"/>
          <p:cNvSpPr/>
          <p:nvPr/>
        </p:nvSpPr>
        <p:spPr>
          <a:xfrm>
            <a:off x="5715871" y="5260370"/>
            <a:ext cx="385503" cy="0"/>
          </a:xfrm>
          <a:prstGeom prst="line">
            <a:avLst/>
          </a:prstGeom>
          <a:noFill/>
          <a:ln w="88900">
            <a:solidFill>
              <a:srgbClr val="A3AAB4"/>
            </a:solidFill>
            <a:prstDash val="solid"/>
          </a:ln>
        </p:spPr>
      </p:sp>
      <p:sp>
        <p:nvSpPr>
          <p:cNvPr id="58" name="S03-mark94"/>
          <p:cNvSpPr/>
          <p:nvPr/>
        </p:nvSpPr>
        <p:spPr>
          <a:xfrm>
            <a:off x="5715871" y="5765808"/>
            <a:ext cx="385503" cy="0"/>
          </a:xfrm>
          <a:prstGeom prst="line">
            <a:avLst/>
          </a:prstGeom>
          <a:noFill/>
          <a:ln w="88900">
            <a:solidFill>
              <a:srgbClr val="4A90C8"/>
            </a:solidFill>
            <a:prstDash val="solid"/>
          </a:ln>
        </p:spPr>
      </p:sp>
      <p:sp>
        <p:nvSpPr>
          <p:cNvPr id="59" name="S03-label96"/>
          <p:cNvSpPr txBox="1"/>
          <p:nvPr/>
        </p:nvSpPr>
        <p:spPr>
          <a:xfrm>
            <a:off x="4719232" y="1865911"/>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60" name="S03-label98"/>
          <p:cNvSpPr txBox="1"/>
          <p:nvPr/>
        </p:nvSpPr>
        <p:spPr>
          <a:xfrm>
            <a:off x="1248725" y="5335439"/>
            <a:ext cx="1054608" cy="381000"/>
          </a:xfrm>
          <a:prstGeom prst="rect">
            <a:avLst/>
          </a:prstGeom>
          <a:noFill/>
          <a:ln/>
        </p:spPr>
        <p:txBody>
          <a:bodyPr wrap="square" lIns="0" tIns="0" rIns="0" bIns="0" rtlCol="0" anchor="ctr"/>
          <a:lstStyle/>
          <a:p>
            <a:pPr eaLnBrk="0" algn="ctr" indent="0" marL="0">
              <a:buNone/>
            </a:pPr>
            <a:r>
              <a:rPr lang="en-US" altLang="ko-KR" sz="2400" b="1" dirty="0">
                <a:solidFill>
                  <a:srgbClr val="1F2937"/>
                </a:solidFill>
                <a:latin typeface="맑은 고딕" pitchFamily="34" charset="0"/>
                <a:ea typeface="맑은 고딕" pitchFamily="34" charset="-122"/>
                <a:cs typeface="맑은 고딕" pitchFamily="34" charset="-120"/>
              </a:rPr>
              <a:t>100 m</a:t>
            </a:r>
            <a:endParaRPr lang="ko-KR" sz="2400" dirty="0"/>
          </a:p>
        </p:txBody>
      </p:sp>
      <p:sp>
        <p:nvSpPr>
          <p:cNvPr id="61" name="S03-label100"/>
          <p:cNvSpPr txBox="1"/>
          <p:nvPr/>
        </p:nvSpPr>
        <p:spPr>
          <a:xfrm>
            <a:off x="6240393" y="1544659"/>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범례</a:t>
            </a:r>
            <a:endParaRPr lang="ko-KR" sz="2400" dirty="0"/>
          </a:p>
        </p:txBody>
      </p:sp>
      <p:sp>
        <p:nvSpPr>
          <p:cNvPr id="62" name="S03-label102"/>
          <p:cNvSpPr txBox="1"/>
          <p:nvPr/>
        </p:nvSpPr>
        <p:spPr>
          <a:xfrm>
            <a:off x="6182858" y="2037246"/>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산</a:t>
            </a:r>
            <a:endParaRPr lang="ko-KR" sz="2400" dirty="0"/>
          </a:p>
        </p:txBody>
      </p:sp>
      <p:sp>
        <p:nvSpPr>
          <p:cNvPr id="63" name="S03-label104"/>
          <p:cNvSpPr txBox="1"/>
          <p:nvPr/>
        </p:nvSpPr>
        <p:spPr>
          <a:xfrm>
            <a:off x="6233111" y="2542683"/>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64" name="S03-label106"/>
          <p:cNvSpPr txBox="1"/>
          <p:nvPr/>
        </p:nvSpPr>
        <p:spPr>
          <a:xfrm>
            <a:off x="6283793" y="3048121"/>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65" name="S03-label108"/>
          <p:cNvSpPr txBox="1"/>
          <p:nvPr/>
        </p:nvSpPr>
        <p:spPr>
          <a:xfrm>
            <a:off x="6233111" y="3553558"/>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66" name="S03-label110"/>
          <p:cNvSpPr txBox="1"/>
          <p:nvPr/>
        </p:nvSpPr>
        <p:spPr>
          <a:xfrm>
            <a:off x="6233111" y="4058995"/>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67" name="S03-label112"/>
          <p:cNvSpPr txBox="1"/>
          <p:nvPr/>
        </p:nvSpPr>
        <p:spPr>
          <a:xfrm>
            <a:off x="6182858" y="4564433"/>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집</a:t>
            </a:r>
            <a:endParaRPr lang="ko-KR" sz="2400" dirty="0"/>
          </a:p>
        </p:txBody>
      </p:sp>
      <p:sp>
        <p:nvSpPr>
          <p:cNvPr id="68" name="S03-label114"/>
          <p:cNvSpPr txBox="1"/>
          <p:nvPr/>
        </p:nvSpPr>
        <p:spPr>
          <a:xfrm>
            <a:off x="6233111" y="506987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도로</a:t>
            </a:r>
            <a:endParaRPr lang="ko-KR" sz="2400" dirty="0"/>
          </a:p>
        </p:txBody>
      </p:sp>
      <p:sp>
        <p:nvSpPr>
          <p:cNvPr id="69" name="S03-label116"/>
          <p:cNvSpPr txBox="1"/>
          <p:nvPr/>
        </p:nvSpPr>
        <p:spPr>
          <a:xfrm>
            <a:off x="6233111" y="5575308"/>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하천</a:t>
            </a:r>
            <a:endParaRPr lang="ko-KR" sz="2400" dirty="0"/>
          </a:p>
        </p:txBody>
      </p:sp>
      <p:sp>
        <p:nvSpPr>
          <p:cNvPr id="70" name="S03-card117"/>
          <p:cNvSpPr/>
          <p:nvPr/>
        </p:nvSpPr>
        <p:spPr>
          <a:xfrm>
            <a:off x="7993502" y="2043684"/>
            <a:ext cx="3646810" cy="1613916"/>
          </a:xfrm>
          <a:prstGeom prst="roundRect">
            <a:avLst>
              <a:gd name="adj" fmla="val 6799"/>
            </a:avLst>
          </a:prstGeom>
          <a:solidFill>
            <a:srgbClr val="EAF3F1"/>
          </a:solidFill>
          <a:ln w="12700">
            <a:solidFill>
              <a:srgbClr val="EAF3F1"/>
            </a:solidFill>
            <a:prstDash val="solid"/>
          </a:ln>
        </p:spPr>
      </p:sp>
      <p:sp>
        <p:nvSpPr>
          <p:cNvPr id="71" name="S03-cardtext118"/>
          <p:cNvSpPr txBox="1"/>
          <p:nvPr/>
        </p:nvSpPr>
        <p:spPr>
          <a:xfrm>
            <a:off x="8267822" y="2180844"/>
            <a:ext cx="3098170" cy="1339596"/>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기호</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땅 위의 모습을 간단히 나타낸 약속</a:t>
            </a:r>
            <a:endParaRPr lang="ko-KR" sz="3000" dirty="0"/>
          </a:p>
        </p:txBody>
      </p:sp>
      <p:sp>
        <p:nvSpPr>
          <p:cNvPr id="72" name="S03-card119"/>
          <p:cNvSpPr/>
          <p:nvPr/>
        </p:nvSpPr>
        <p:spPr>
          <a:xfrm>
            <a:off x="7993502" y="3886200"/>
            <a:ext cx="3646810" cy="1613916"/>
          </a:xfrm>
          <a:prstGeom prst="roundRect">
            <a:avLst>
              <a:gd name="adj" fmla="val 6799"/>
            </a:avLst>
          </a:prstGeom>
          <a:solidFill>
            <a:srgbClr val="EAF3F1"/>
          </a:solidFill>
          <a:ln w="12700">
            <a:solidFill>
              <a:srgbClr val="EAF3F1"/>
            </a:solidFill>
            <a:prstDash val="solid"/>
          </a:ln>
        </p:spPr>
      </p:sp>
      <p:sp>
        <p:nvSpPr>
          <p:cNvPr id="73" name="S03-cardtext120"/>
          <p:cNvSpPr txBox="1"/>
          <p:nvPr/>
        </p:nvSpPr>
        <p:spPr>
          <a:xfrm>
            <a:off x="8267822" y="4023360"/>
            <a:ext cx="3098170" cy="1339596"/>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범례</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기호의 뜻을 모아 놓은 곳</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방위표로 방향을 알아요</a:t>
            </a:r>
            <a:endParaRPr lang="ko-KR" sz="4000" dirty="0"/>
          </a:p>
        </p:txBody>
      </p:sp>
      <p:sp>
        <p:nvSpPr>
          <p:cNvPr id="3" name="S04-figure121" descr="방위표: 위쪽 화살표가 북쪽, 아래가 남쪽, 오른쪽이 동쪽, 왼쪽이 서쪽"/>
          <p:cNvSpPr/>
          <p:nvPr/>
        </p:nvSpPr>
        <p:spPr>
          <a:xfrm flipV="1">
            <a:off x="2693822" y="2400300"/>
            <a:ext cx="0" cy="2743200"/>
          </a:xfrm>
          <a:prstGeom prst="line">
            <a:avLst/>
          </a:prstGeom>
          <a:noFill/>
          <a:ln w="31750">
            <a:solidFill>
              <a:srgbClr val="1F2937"/>
            </a:solidFill>
            <a:prstDash val="solid"/>
            <a:tailEnd type="triangle"/>
          </a:ln>
        </p:spPr>
      </p:sp>
      <p:sp>
        <p:nvSpPr>
          <p:cNvPr id="4" name="S04-mark122"/>
          <p:cNvSpPr/>
          <p:nvPr/>
        </p:nvSpPr>
        <p:spPr>
          <a:xfrm>
            <a:off x="1733702" y="3771900"/>
            <a:ext cx="1920240" cy="0"/>
          </a:xfrm>
          <a:prstGeom prst="line">
            <a:avLst/>
          </a:prstGeom>
          <a:noFill/>
          <a:ln w="25400">
            <a:solidFill>
              <a:srgbClr val="1F2937"/>
            </a:solidFill>
            <a:prstDash val="solid"/>
          </a:ln>
        </p:spPr>
      </p:sp>
      <p:sp>
        <p:nvSpPr>
          <p:cNvPr id="5" name="S04-label124"/>
          <p:cNvSpPr txBox="1"/>
          <p:nvPr/>
        </p:nvSpPr>
        <p:spPr>
          <a:xfrm>
            <a:off x="2489606" y="166116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6" name="S04-label126"/>
          <p:cNvSpPr txBox="1"/>
          <p:nvPr/>
        </p:nvSpPr>
        <p:spPr>
          <a:xfrm>
            <a:off x="2489606" y="550164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남</a:t>
            </a:r>
            <a:endParaRPr lang="ko-KR" sz="2400" dirty="0"/>
          </a:p>
        </p:txBody>
      </p:sp>
      <p:sp>
        <p:nvSpPr>
          <p:cNvPr id="7" name="S04-label128"/>
          <p:cNvSpPr txBox="1"/>
          <p:nvPr/>
        </p:nvSpPr>
        <p:spPr>
          <a:xfrm>
            <a:off x="3998366" y="358140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동</a:t>
            </a:r>
            <a:endParaRPr lang="ko-KR" sz="2400" dirty="0"/>
          </a:p>
        </p:txBody>
      </p:sp>
      <p:sp>
        <p:nvSpPr>
          <p:cNvPr id="8" name="S04-label130"/>
          <p:cNvSpPr txBox="1"/>
          <p:nvPr/>
        </p:nvSpPr>
        <p:spPr>
          <a:xfrm>
            <a:off x="980846" y="358140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서</a:t>
            </a:r>
            <a:endParaRPr lang="ko-KR" sz="2400" dirty="0"/>
          </a:p>
        </p:txBody>
      </p:sp>
      <p:sp>
        <p:nvSpPr>
          <p:cNvPr id="9" name="S04-card131"/>
          <p:cNvSpPr/>
          <p:nvPr/>
        </p:nvSpPr>
        <p:spPr>
          <a:xfrm>
            <a:off x="5204765" y="1655064"/>
            <a:ext cx="6435547" cy="1258824"/>
          </a:xfrm>
          <a:prstGeom prst="roundRect">
            <a:avLst>
              <a:gd name="adj" fmla="val 8717"/>
            </a:avLst>
          </a:prstGeom>
          <a:solidFill>
            <a:srgbClr val="EAF3F1"/>
          </a:solidFill>
          <a:ln w="12700">
            <a:solidFill>
              <a:srgbClr val="EAF3F1"/>
            </a:solidFill>
            <a:prstDash val="solid"/>
          </a:ln>
        </p:spPr>
      </p:sp>
      <p:sp>
        <p:nvSpPr>
          <p:cNvPr id="10" name="S04-cardtext132"/>
          <p:cNvSpPr txBox="1"/>
          <p:nvPr/>
        </p:nvSpPr>
        <p:spPr>
          <a:xfrm>
            <a:off x="5479085" y="1792224"/>
            <a:ext cx="5886907"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방위표의 화살표가 가리키는 쪽이 북쪽이에요.</a:t>
            </a:r>
            <a:endParaRPr lang="ko-KR" sz="3000" dirty="0"/>
          </a:p>
        </p:txBody>
      </p:sp>
      <p:sp>
        <p:nvSpPr>
          <p:cNvPr id="11" name="S04-card133"/>
          <p:cNvSpPr/>
          <p:nvPr/>
        </p:nvSpPr>
        <p:spPr>
          <a:xfrm>
            <a:off x="5204765" y="3142488"/>
            <a:ext cx="6435547" cy="1258824"/>
          </a:xfrm>
          <a:prstGeom prst="roundRect">
            <a:avLst>
              <a:gd name="adj" fmla="val 8717"/>
            </a:avLst>
          </a:prstGeom>
          <a:solidFill>
            <a:srgbClr val="EAF3F1"/>
          </a:solidFill>
          <a:ln w="12700">
            <a:solidFill>
              <a:srgbClr val="EAF3F1"/>
            </a:solidFill>
            <a:prstDash val="solid"/>
          </a:ln>
        </p:spPr>
      </p:sp>
      <p:sp>
        <p:nvSpPr>
          <p:cNvPr id="12" name="S04-cardtext134"/>
          <p:cNvSpPr txBox="1"/>
          <p:nvPr/>
        </p:nvSpPr>
        <p:spPr>
          <a:xfrm>
            <a:off x="5479085" y="3279648"/>
            <a:ext cx="5886907"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북쪽을 보고 서면 오른쪽이 동쪽, 왼쪽이 서쪽이에요.</a:t>
            </a:r>
            <a:endParaRPr lang="ko-KR" sz="3000" dirty="0"/>
          </a:p>
        </p:txBody>
      </p:sp>
      <p:sp>
        <p:nvSpPr>
          <p:cNvPr id="13" name="S04-card135"/>
          <p:cNvSpPr/>
          <p:nvPr/>
        </p:nvSpPr>
        <p:spPr>
          <a:xfrm>
            <a:off x="5204765" y="4629912"/>
            <a:ext cx="6435547" cy="1258824"/>
          </a:xfrm>
          <a:prstGeom prst="roundRect">
            <a:avLst>
              <a:gd name="adj" fmla="val 8717"/>
            </a:avLst>
          </a:prstGeom>
          <a:solidFill>
            <a:srgbClr val="EAF3F1"/>
          </a:solidFill>
          <a:ln w="12700">
            <a:solidFill>
              <a:srgbClr val="EAF3F1"/>
            </a:solidFill>
            <a:prstDash val="solid"/>
          </a:ln>
        </p:spPr>
      </p:sp>
      <p:sp>
        <p:nvSpPr>
          <p:cNvPr id="14" name="S04-cardtext136"/>
          <p:cNvSpPr txBox="1"/>
          <p:nvPr/>
        </p:nvSpPr>
        <p:spPr>
          <a:xfrm>
            <a:off x="5479085" y="4767072"/>
            <a:ext cx="5886907"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방위표가 없으면 지도의 위쪽이 북쪽이에요.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어느 쪽에 있나요?</a:t>
            </a:r>
            <a:endParaRPr lang="ko-KR" sz="4000" dirty="0"/>
          </a:p>
        </p:txBody>
      </p:sp>
      <p:sp>
        <p:nvSpPr>
          <p:cNvPr id="3" name="S05-card137"/>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4" name="S05-cardtext138"/>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‘○○에서 보면’의 ○○에 손가락을 두고 방위표를 봐요.</a:t>
            </a:r>
            <a:endParaRPr lang="ko-KR" sz="3000" dirty="0"/>
          </a:p>
        </p:txBody>
      </p:sp>
      <p:sp>
        <p:nvSpPr>
          <p:cNvPr id="5" name="S05-figure139" descr="별빛마을 지도(모눈 한 칸 = 100 m). 범례: 산, 학교, 도서관, 병원, 공원, 집, 도로, 하천. 학교의 북쪽 2칸에 산, 동쪽 4칸에 도서관, 남쪽 3칸에 공원이 있다. 도서관의 남쪽 3칸에 병원, 공원의 동쪽 4칸에 병원이 있다. 하천은 마을 동쪽을 북에서 남으로 흐르고, 집은 하천 건너 도서관의 동쪽 4칸에 있다. 오른쪽 위에 북쪽을 가리키는 방위표가 있다."/>
          <p:cNvSpPr/>
          <p:nvPr/>
        </p:nvSpPr>
        <p:spPr>
          <a:xfrm>
            <a:off x="6368796"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6" name="S05-mark140"/>
          <p:cNvSpPr/>
          <p:nvPr/>
        </p:nvSpPr>
        <p:spPr>
          <a:xfrm>
            <a:off x="6690540"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7" name="S05-mark141"/>
          <p:cNvSpPr/>
          <p:nvPr/>
        </p:nvSpPr>
        <p:spPr>
          <a:xfrm>
            <a:off x="7012284"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8" name="S05-mark142"/>
          <p:cNvSpPr/>
          <p:nvPr/>
        </p:nvSpPr>
        <p:spPr>
          <a:xfrm>
            <a:off x="7334028"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9" name="S05-mark143"/>
          <p:cNvSpPr/>
          <p:nvPr/>
        </p:nvSpPr>
        <p:spPr>
          <a:xfrm>
            <a:off x="7655771"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0" name="S05-mark144"/>
          <p:cNvSpPr/>
          <p:nvPr/>
        </p:nvSpPr>
        <p:spPr>
          <a:xfrm>
            <a:off x="7977515"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1" name="S05-mark145"/>
          <p:cNvSpPr/>
          <p:nvPr/>
        </p:nvSpPr>
        <p:spPr>
          <a:xfrm>
            <a:off x="8299259"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2" name="S05-mark146"/>
          <p:cNvSpPr/>
          <p:nvPr/>
        </p:nvSpPr>
        <p:spPr>
          <a:xfrm>
            <a:off x="8621003"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3" name="S05-mark147"/>
          <p:cNvSpPr/>
          <p:nvPr/>
        </p:nvSpPr>
        <p:spPr>
          <a:xfrm>
            <a:off x="8942747"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4" name="S05-mark148"/>
          <p:cNvSpPr/>
          <p:nvPr/>
        </p:nvSpPr>
        <p:spPr>
          <a:xfrm>
            <a:off x="9264491"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5" name="S05-mark149"/>
          <p:cNvSpPr/>
          <p:nvPr/>
        </p:nvSpPr>
        <p:spPr>
          <a:xfrm>
            <a:off x="9586235"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6" name="S05-mark150"/>
          <p:cNvSpPr/>
          <p:nvPr/>
        </p:nvSpPr>
        <p:spPr>
          <a:xfrm>
            <a:off x="9907978"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7" name="S05-mark151"/>
          <p:cNvSpPr/>
          <p:nvPr/>
        </p:nvSpPr>
        <p:spPr>
          <a:xfrm>
            <a:off x="6368796" y="4299493"/>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18" name="S05-mark152"/>
          <p:cNvSpPr/>
          <p:nvPr/>
        </p:nvSpPr>
        <p:spPr>
          <a:xfrm>
            <a:off x="6368796" y="3977749"/>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19" name="S05-mark153"/>
          <p:cNvSpPr/>
          <p:nvPr/>
        </p:nvSpPr>
        <p:spPr>
          <a:xfrm>
            <a:off x="6368796" y="3656005"/>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0" name="S05-mark154"/>
          <p:cNvSpPr/>
          <p:nvPr/>
        </p:nvSpPr>
        <p:spPr>
          <a:xfrm>
            <a:off x="6368796" y="3334262"/>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1" name="S05-mark155"/>
          <p:cNvSpPr/>
          <p:nvPr/>
        </p:nvSpPr>
        <p:spPr>
          <a:xfrm>
            <a:off x="6368796" y="3012518"/>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2" name="S05-mark156"/>
          <p:cNvSpPr/>
          <p:nvPr/>
        </p:nvSpPr>
        <p:spPr>
          <a:xfrm>
            <a:off x="6368796" y="2690774"/>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3" name="S05-mark157"/>
          <p:cNvSpPr/>
          <p:nvPr/>
        </p:nvSpPr>
        <p:spPr>
          <a:xfrm>
            <a:off x="6368796" y="2369030"/>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4" name="S05-mark158"/>
          <p:cNvSpPr/>
          <p:nvPr/>
        </p:nvSpPr>
        <p:spPr>
          <a:xfrm>
            <a:off x="6368796" y="2047286"/>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5" name="S05-mark159"/>
          <p:cNvSpPr/>
          <p:nvPr/>
        </p:nvSpPr>
        <p:spPr>
          <a:xfrm>
            <a:off x="6368796" y="1725542"/>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6" name="S05-mark160"/>
          <p:cNvSpPr/>
          <p:nvPr/>
        </p:nvSpPr>
        <p:spPr>
          <a:xfrm>
            <a:off x="8974921" y="1725542"/>
            <a:ext cx="128698" cy="2573951"/>
          </a:xfrm>
          <a:custGeom>
            <a:avLst/>
            <a:gdLst/>
            <a:ahLst/>
            <a:cxnLst/>
            <a:rect l="l" t="t" r="r" b="b"/>
            <a:pathLst>
              <a:path w="128698" h="2573951">
                <a:moveTo>
                  <a:pt x="96523" y="0"/>
                </a:moveTo>
                <a:lnTo>
                  <a:pt x="0" y="482616"/>
                </a:lnTo>
                <a:lnTo>
                  <a:pt x="128698" y="965232"/>
                </a:lnTo>
                <a:lnTo>
                  <a:pt x="32174" y="1447847"/>
                </a:lnTo>
                <a:lnTo>
                  <a:pt x="128698" y="1930463"/>
                </a:lnTo>
                <a:lnTo>
                  <a:pt x="32174" y="2573951"/>
                </a:lnTo>
              </a:path>
            </a:pathLst>
          </a:custGeom>
          <a:noFill/>
          <a:ln w="88900">
            <a:solidFill>
              <a:srgbClr val="4A90C8"/>
            </a:solidFill>
            <a:prstDash val="solid"/>
          </a:ln>
        </p:spPr>
      </p:sp>
      <p:sp>
        <p:nvSpPr>
          <p:cNvPr id="27" name="S05-mark161"/>
          <p:cNvSpPr/>
          <p:nvPr/>
        </p:nvSpPr>
        <p:spPr>
          <a:xfrm>
            <a:off x="6368796" y="3173390"/>
            <a:ext cx="3539182" cy="9144"/>
          </a:xfrm>
          <a:custGeom>
            <a:avLst/>
            <a:gdLst/>
            <a:ahLst/>
            <a:cxnLst/>
            <a:rect l="l" t="t" r="r" b="b"/>
            <a:pathLst>
              <a:path w="3539182" h="9144">
                <a:moveTo>
                  <a:pt x="0" y="0"/>
                </a:moveTo>
                <a:lnTo>
                  <a:pt x="3539182" y="0"/>
                </a:lnTo>
              </a:path>
            </a:pathLst>
          </a:custGeom>
          <a:noFill/>
          <a:ln w="88900">
            <a:solidFill>
              <a:srgbClr val="A3AAB4"/>
            </a:solidFill>
            <a:prstDash val="solid"/>
          </a:ln>
        </p:spPr>
      </p:sp>
      <p:sp>
        <p:nvSpPr>
          <p:cNvPr id="28" name="S05-mark162"/>
          <p:cNvSpPr/>
          <p:nvPr/>
        </p:nvSpPr>
        <p:spPr>
          <a:xfrm>
            <a:off x="7816643" y="1725542"/>
            <a:ext cx="9144" cy="2573951"/>
          </a:xfrm>
          <a:custGeom>
            <a:avLst/>
            <a:gdLst/>
            <a:ahLst/>
            <a:cxnLst/>
            <a:rect l="l" t="t" r="r" b="b"/>
            <a:pathLst>
              <a:path w="9144" h="2573951">
                <a:moveTo>
                  <a:pt x="0" y="2573951"/>
                </a:moveTo>
                <a:lnTo>
                  <a:pt x="0" y="0"/>
                </a:lnTo>
              </a:path>
            </a:pathLst>
          </a:custGeom>
          <a:noFill/>
          <a:ln w="88900">
            <a:solidFill>
              <a:srgbClr val="A3AAB4"/>
            </a:solidFill>
            <a:prstDash val="solid"/>
          </a:ln>
        </p:spPr>
      </p:sp>
      <p:sp>
        <p:nvSpPr>
          <p:cNvPr id="29" name="S05-mark163"/>
          <p:cNvSpPr/>
          <p:nvPr/>
        </p:nvSpPr>
        <p:spPr>
          <a:xfrm>
            <a:off x="6368796" y="1725542"/>
            <a:ext cx="3539182" cy="2573951"/>
          </a:xfrm>
          <a:custGeom>
            <a:avLst/>
            <a:gdLst/>
            <a:ahLst/>
            <a:cxnLst/>
            <a:rect l="l" t="t" r="r" b="b"/>
            <a:pathLst>
              <a:path w="3539182" h="2573951">
                <a:moveTo>
                  <a:pt x="0" y="2573951"/>
                </a:moveTo>
                <a:lnTo>
                  <a:pt x="3539182" y="2573951"/>
                </a:lnTo>
                <a:lnTo>
                  <a:pt x="3539182" y="0"/>
                </a:lnTo>
                <a:lnTo>
                  <a:pt x="0" y="0"/>
                </a:lnTo>
                <a:lnTo>
                  <a:pt x="0" y="2573951"/>
                </a:lnTo>
              </a:path>
            </a:pathLst>
          </a:custGeom>
          <a:noFill/>
          <a:ln w="19050">
            <a:solidFill>
              <a:srgbClr val="1F2937"/>
            </a:solidFill>
            <a:prstDash val="solid"/>
          </a:ln>
        </p:spPr>
      </p:sp>
      <p:sp>
        <p:nvSpPr>
          <p:cNvPr id="30" name="S05-mark164"/>
          <p:cNvSpPr/>
          <p:nvPr/>
        </p:nvSpPr>
        <p:spPr>
          <a:xfrm>
            <a:off x="6867499" y="1912154"/>
            <a:ext cx="289569" cy="250960"/>
          </a:xfrm>
          <a:custGeom>
            <a:avLst/>
            <a:gdLst/>
            <a:ahLst/>
            <a:cxnLst/>
            <a:rect l="l" t="t" r="r" b="b"/>
            <a:pathLst>
              <a:path w="289569" h="250960">
                <a:moveTo>
                  <a:pt x="0" y="250960"/>
                </a:moveTo>
                <a:lnTo>
                  <a:pt x="289569" y="250960"/>
                </a:lnTo>
                <a:lnTo>
                  <a:pt x="144785" y="0"/>
                </a:lnTo>
                <a:close/>
              </a:path>
            </a:pathLst>
          </a:custGeom>
          <a:solidFill>
            <a:srgbClr val="8B5E3C"/>
          </a:solidFill>
          <a:ln w="15875">
            <a:solidFill>
              <a:srgbClr val="1F2937"/>
            </a:solidFill>
            <a:prstDash val="solid"/>
          </a:ln>
        </p:spPr>
      </p:sp>
      <p:sp>
        <p:nvSpPr>
          <p:cNvPr id="31" name="S05-mark165"/>
          <p:cNvSpPr/>
          <p:nvPr/>
        </p:nvSpPr>
        <p:spPr>
          <a:xfrm>
            <a:off x="6915761" y="2545989"/>
            <a:ext cx="231656" cy="160872"/>
          </a:xfrm>
          <a:custGeom>
            <a:avLst/>
            <a:gdLst/>
            <a:ahLst/>
            <a:cxnLst/>
            <a:rect l="l" t="t" r="r" b="b"/>
            <a:pathLst>
              <a:path w="231656" h="160872">
                <a:moveTo>
                  <a:pt x="0" y="0"/>
                </a:moveTo>
                <a:lnTo>
                  <a:pt x="231656" y="80436"/>
                </a:lnTo>
                <a:lnTo>
                  <a:pt x="0" y="160872"/>
                </a:lnTo>
                <a:close/>
              </a:path>
            </a:pathLst>
          </a:custGeom>
          <a:solidFill>
            <a:srgbClr val="E9762B"/>
          </a:solidFill>
          <a:ln w="15875">
            <a:solidFill>
              <a:srgbClr val="1F2937"/>
            </a:solidFill>
            <a:prstDash val="solid"/>
          </a:ln>
        </p:spPr>
      </p:sp>
      <p:sp>
        <p:nvSpPr>
          <p:cNvPr id="32" name="S05-mark166"/>
          <p:cNvSpPr/>
          <p:nvPr/>
        </p:nvSpPr>
        <p:spPr>
          <a:xfrm>
            <a:off x="6896456" y="2545989"/>
            <a:ext cx="38609" cy="289569"/>
          </a:xfrm>
          <a:custGeom>
            <a:avLst/>
            <a:gdLst/>
            <a:ahLst/>
            <a:cxnLst/>
            <a:rect l="l" t="t" r="r" b="b"/>
            <a:pathLst>
              <a:path w="38609" h="289569">
                <a:moveTo>
                  <a:pt x="0" y="289569"/>
                </a:moveTo>
                <a:lnTo>
                  <a:pt x="38609" y="289569"/>
                </a:lnTo>
                <a:lnTo>
                  <a:pt x="38609" y="0"/>
                </a:lnTo>
                <a:lnTo>
                  <a:pt x="0" y="0"/>
                </a:lnTo>
                <a:close/>
              </a:path>
            </a:pathLst>
          </a:custGeom>
          <a:solidFill>
            <a:srgbClr val="1F2937"/>
          </a:solidFill>
          <a:ln/>
        </p:spPr>
      </p:sp>
      <p:sp>
        <p:nvSpPr>
          <p:cNvPr id="33" name="S05-mark167"/>
          <p:cNvSpPr/>
          <p:nvPr/>
        </p:nvSpPr>
        <p:spPr>
          <a:xfrm>
            <a:off x="8151257" y="2587816"/>
            <a:ext cx="148002" cy="218786"/>
          </a:xfrm>
          <a:custGeom>
            <a:avLst/>
            <a:gdLst/>
            <a:ahLst/>
            <a:cxnLst/>
            <a:rect l="l" t="t" r="r" b="b"/>
            <a:pathLst>
              <a:path w="148002" h="218786">
                <a:moveTo>
                  <a:pt x="0" y="0"/>
                </a:moveTo>
                <a:lnTo>
                  <a:pt x="148002" y="32174"/>
                </a:lnTo>
                <a:lnTo>
                  <a:pt x="148002" y="218786"/>
                </a:lnTo>
                <a:lnTo>
                  <a:pt x="0" y="186611"/>
                </a:lnTo>
                <a:close/>
              </a:path>
            </a:pathLst>
          </a:custGeom>
          <a:solidFill>
            <a:srgbClr val="3D5A80"/>
          </a:solidFill>
          <a:ln w="15875">
            <a:solidFill>
              <a:srgbClr val="1F2937"/>
            </a:solidFill>
            <a:prstDash val="solid"/>
          </a:ln>
        </p:spPr>
      </p:sp>
      <p:sp>
        <p:nvSpPr>
          <p:cNvPr id="34" name="S05-mark168"/>
          <p:cNvSpPr/>
          <p:nvPr/>
        </p:nvSpPr>
        <p:spPr>
          <a:xfrm>
            <a:off x="8299259" y="2587816"/>
            <a:ext cx="148002" cy="218786"/>
          </a:xfrm>
          <a:custGeom>
            <a:avLst/>
            <a:gdLst/>
            <a:ahLst/>
            <a:cxnLst/>
            <a:rect l="l" t="t" r="r" b="b"/>
            <a:pathLst>
              <a:path w="148002" h="218786">
                <a:moveTo>
                  <a:pt x="148002" y="0"/>
                </a:moveTo>
                <a:lnTo>
                  <a:pt x="0" y="32174"/>
                </a:lnTo>
                <a:lnTo>
                  <a:pt x="0" y="218786"/>
                </a:lnTo>
                <a:lnTo>
                  <a:pt x="148002" y="186611"/>
                </a:lnTo>
                <a:close/>
              </a:path>
            </a:pathLst>
          </a:custGeom>
          <a:solidFill>
            <a:srgbClr val="3D5A80"/>
          </a:solidFill>
          <a:ln w="15875">
            <a:solidFill>
              <a:srgbClr val="1F2937"/>
            </a:solidFill>
            <a:prstDash val="solid"/>
          </a:ln>
        </p:spPr>
      </p:sp>
      <p:sp>
        <p:nvSpPr>
          <p:cNvPr id="35" name="S05-mark169"/>
          <p:cNvSpPr/>
          <p:nvPr/>
        </p:nvSpPr>
        <p:spPr>
          <a:xfrm>
            <a:off x="6992979" y="3672093"/>
            <a:ext cx="38609" cy="128698"/>
          </a:xfrm>
          <a:custGeom>
            <a:avLst/>
            <a:gdLst/>
            <a:ahLst/>
            <a:cxnLst/>
            <a:rect l="l" t="t" r="r" b="b"/>
            <a:pathLst>
              <a:path w="38609" h="128698">
                <a:moveTo>
                  <a:pt x="0" y="128698"/>
                </a:moveTo>
                <a:lnTo>
                  <a:pt x="38609" y="128698"/>
                </a:lnTo>
                <a:lnTo>
                  <a:pt x="38609" y="0"/>
                </a:lnTo>
                <a:lnTo>
                  <a:pt x="0" y="0"/>
                </a:lnTo>
                <a:close/>
              </a:path>
            </a:pathLst>
          </a:custGeom>
          <a:solidFill>
            <a:srgbClr val="8B5E3C"/>
          </a:solidFill>
          <a:ln/>
        </p:spPr>
      </p:sp>
      <p:sp>
        <p:nvSpPr>
          <p:cNvPr id="36" name="S05-mark170"/>
          <p:cNvSpPr/>
          <p:nvPr/>
        </p:nvSpPr>
        <p:spPr>
          <a:xfrm>
            <a:off x="6906108" y="3511221"/>
            <a:ext cx="212351" cy="212351"/>
          </a:xfrm>
          <a:custGeom>
            <a:avLst/>
            <a:gdLst/>
            <a:ahLst/>
            <a:cxnLst/>
            <a:rect l="l" t="t" r="r" b="b"/>
            <a:pathLst>
              <a:path w="212351" h="212351">
                <a:moveTo>
                  <a:pt x="212351" y="106175"/>
                </a:moveTo>
                <a:lnTo>
                  <a:pt x="207203" y="73358"/>
                </a:lnTo>
                <a:lnTo>
                  <a:pt x="192081" y="43757"/>
                </a:lnTo>
                <a:lnTo>
                  <a:pt x="168594" y="20270"/>
                </a:lnTo>
                <a:lnTo>
                  <a:pt x="138993" y="5148"/>
                </a:lnTo>
                <a:lnTo>
                  <a:pt x="106175" y="0"/>
                </a:lnTo>
                <a:lnTo>
                  <a:pt x="73358" y="5148"/>
                </a:lnTo>
                <a:lnTo>
                  <a:pt x="43757" y="20270"/>
                </a:lnTo>
                <a:lnTo>
                  <a:pt x="20270" y="43757"/>
                </a:lnTo>
                <a:lnTo>
                  <a:pt x="5148" y="73358"/>
                </a:lnTo>
                <a:lnTo>
                  <a:pt x="0" y="106175"/>
                </a:lnTo>
                <a:lnTo>
                  <a:pt x="5148" y="138993"/>
                </a:lnTo>
                <a:lnTo>
                  <a:pt x="20270" y="168594"/>
                </a:lnTo>
                <a:lnTo>
                  <a:pt x="43757" y="192081"/>
                </a:lnTo>
                <a:lnTo>
                  <a:pt x="73358" y="207203"/>
                </a:lnTo>
                <a:lnTo>
                  <a:pt x="106175" y="212351"/>
                </a:lnTo>
                <a:lnTo>
                  <a:pt x="138993" y="207203"/>
                </a:lnTo>
                <a:lnTo>
                  <a:pt x="168594" y="192081"/>
                </a:lnTo>
                <a:lnTo>
                  <a:pt x="192081" y="168594"/>
                </a:lnTo>
                <a:lnTo>
                  <a:pt x="207203" y="138993"/>
                </a:lnTo>
                <a:close/>
              </a:path>
            </a:pathLst>
          </a:custGeom>
          <a:solidFill>
            <a:srgbClr val="2A9D8F"/>
          </a:solidFill>
          <a:ln w="15875">
            <a:solidFill>
              <a:srgbClr val="1F2937"/>
            </a:solidFill>
            <a:prstDash val="solid"/>
          </a:ln>
        </p:spPr>
      </p:sp>
      <p:sp>
        <p:nvSpPr>
          <p:cNvPr id="37" name="S05-mark171"/>
          <p:cNvSpPr/>
          <p:nvPr/>
        </p:nvSpPr>
        <p:spPr>
          <a:xfrm>
            <a:off x="8170562" y="3527308"/>
            <a:ext cx="257395" cy="257395"/>
          </a:xfrm>
          <a:custGeom>
            <a:avLst/>
            <a:gdLst/>
            <a:ahLst/>
            <a:cxnLst/>
            <a:rect l="l" t="t" r="r" b="b"/>
            <a:pathLst>
              <a:path w="257395" h="257395">
                <a:moveTo>
                  <a:pt x="257395" y="128698"/>
                </a:moveTo>
                <a:lnTo>
                  <a:pt x="250960" y="88801"/>
                </a:lnTo>
                <a:lnTo>
                  <a:pt x="232943" y="53088"/>
                </a:lnTo>
                <a:lnTo>
                  <a:pt x="204307" y="24453"/>
                </a:lnTo>
                <a:lnTo>
                  <a:pt x="168594" y="6435"/>
                </a:lnTo>
                <a:lnTo>
                  <a:pt x="128698" y="0"/>
                </a:lnTo>
                <a:lnTo>
                  <a:pt x="88801" y="6435"/>
                </a:lnTo>
                <a:lnTo>
                  <a:pt x="53088" y="24453"/>
                </a:lnTo>
                <a:lnTo>
                  <a:pt x="24453" y="53088"/>
                </a:lnTo>
                <a:lnTo>
                  <a:pt x="6435" y="88801"/>
                </a:lnTo>
                <a:lnTo>
                  <a:pt x="0" y="128698"/>
                </a:lnTo>
                <a:lnTo>
                  <a:pt x="6435" y="168594"/>
                </a:lnTo>
                <a:lnTo>
                  <a:pt x="24453" y="204307"/>
                </a:lnTo>
                <a:lnTo>
                  <a:pt x="53088" y="232943"/>
                </a:lnTo>
                <a:lnTo>
                  <a:pt x="88801" y="250960"/>
                </a:lnTo>
                <a:lnTo>
                  <a:pt x="128698" y="257395"/>
                </a:lnTo>
                <a:lnTo>
                  <a:pt x="168594" y="250960"/>
                </a:lnTo>
                <a:lnTo>
                  <a:pt x="204307" y="232943"/>
                </a:lnTo>
                <a:lnTo>
                  <a:pt x="232943" y="204307"/>
                </a:lnTo>
                <a:lnTo>
                  <a:pt x="250960" y="168594"/>
                </a:lnTo>
                <a:close/>
              </a:path>
            </a:pathLst>
          </a:custGeom>
          <a:solidFill>
            <a:srgbClr val="FFFFFF"/>
          </a:solidFill>
          <a:ln w="25400">
            <a:solidFill>
              <a:srgbClr val="C8434E"/>
            </a:solidFill>
            <a:prstDash val="solid"/>
          </a:ln>
        </p:spPr>
      </p:sp>
      <p:sp>
        <p:nvSpPr>
          <p:cNvPr id="38" name="S05-mark172"/>
          <p:cNvSpPr/>
          <p:nvPr/>
        </p:nvSpPr>
        <p:spPr>
          <a:xfrm>
            <a:off x="8276737" y="3569135"/>
            <a:ext cx="45044" cy="173742"/>
          </a:xfrm>
          <a:custGeom>
            <a:avLst/>
            <a:gdLst/>
            <a:ahLst/>
            <a:cxnLst/>
            <a:rect l="l" t="t" r="r" b="b"/>
            <a:pathLst>
              <a:path w="45044" h="173742">
                <a:moveTo>
                  <a:pt x="0" y="173742"/>
                </a:moveTo>
                <a:lnTo>
                  <a:pt x="45044" y="173742"/>
                </a:lnTo>
                <a:lnTo>
                  <a:pt x="45044" y="0"/>
                </a:lnTo>
                <a:lnTo>
                  <a:pt x="0" y="0"/>
                </a:lnTo>
                <a:close/>
              </a:path>
            </a:pathLst>
          </a:custGeom>
          <a:solidFill>
            <a:srgbClr val="C8434E"/>
          </a:solidFill>
          <a:ln/>
        </p:spPr>
      </p:sp>
      <p:sp>
        <p:nvSpPr>
          <p:cNvPr id="39" name="S05-mark173"/>
          <p:cNvSpPr/>
          <p:nvPr/>
        </p:nvSpPr>
        <p:spPr>
          <a:xfrm>
            <a:off x="8212388" y="3633483"/>
            <a:ext cx="173742" cy="45044"/>
          </a:xfrm>
          <a:custGeom>
            <a:avLst/>
            <a:gdLst/>
            <a:ahLst/>
            <a:cxnLst/>
            <a:rect l="l" t="t" r="r" b="b"/>
            <a:pathLst>
              <a:path w="173742" h="45044">
                <a:moveTo>
                  <a:pt x="0" y="45044"/>
                </a:moveTo>
                <a:lnTo>
                  <a:pt x="173742" y="45044"/>
                </a:lnTo>
                <a:lnTo>
                  <a:pt x="173742" y="0"/>
                </a:lnTo>
                <a:lnTo>
                  <a:pt x="0" y="0"/>
                </a:lnTo>
                <a:close/>
              </a:path>
            </a:pathLst>
          </a:custGeom>
          <a:solidFill>
            <a:srgbClr val="C8434E"/>
          </a:solidFill>
          <a:ln/>
        </p:spPr>
      </p:sp>
      <p:sp>
        <p:nvSpPr>
          <p:cNvPr id="40" name="S05-mark174"/>
          <p:cNvSpPr/>
          <p:nvPr/>
        </p:nvSpPr>
        <p:spPr>
          <a:xfrm>
            <a:off x="9470407" y="2555642"/>
            <a:ext cx="231656" cy="257395"/>
          </a:xfrm>
          <a:custGeom>
            <a:avLst/>
            <a:gdLst/>
            <a:ahLst/>
            <a:cxnLst/>
            <a:rect l="l" t="t" r="r" b="b"/>
            <a:pathLst>
              <a:path w="231656" h="257395">
                <a:moveTo>
                  <a:pt x="0" y="257395"/>
                </a:moveTo>
                <a:lnTo>
                  <a:pt x="231656" y="257395"/>
                </a:lnTo>
                <a:lnTo>
                  <a:pt x="231656" y="109393"/>
                </a:lnTo>
                <a:lnTo>
                  <a:pt x="115828" y="0"/>
                </a:lnTo>
                <a:lnTo>
                  <a:pt x="0" y="109393"/>
                </a:lnTo>
                <a:close/>
              </a:path>
            </a:pathLst>
          </a:custGeom>
          <a:solidFill>
            <a:srgbClr val="F2C14E"/>
          </a:solidFill>
          <a:ln w="15875">
            <a:solidFill>
              <a:srgbClr val="1F2937"/>
            </a:solidFill>
            <a:prstDash val="solid"/>
          </a:ln>
        </p:spPr>
      </p:sp>
      <p:sp>
        <p:nvSpPr>
          <p:cNvPr id="41" name="S05-mark175"/>
          <p:cNvSpPr/>
          <p:nvPr/>
        </p:nvSpPr>
        <p:spPr>
          <a:xfrm>
            <a:off x="10195939" y="1941754"/>
            <a:ext cx="260613" cy="225864"/>
          </a:xfrm>
          <a:custGeom>
            <a:avLst/>
            <a:gdLst/>
            <a:ahLst/>
            <a:cxnLst/>
            <a:rect l="l" t="t" r="r" b="b"/>
            <a:pathLst>
              <a:path w="260613" h="225864">
                <a:moveTo>
                  <a:pt x="0" y="225864"/>
                </a:moveTo>
                <a:lnTo>
                  <a:pt x="260613" y="225864"/>
                </a:lnTo>
                <a:lnTo>
                  <a:pt x="130306" y="0"/>
                </a:lnTo>
                <a:close/>
              </a:path>
            </a:pathLst>
          </a:custGeom>
          <a:solidFill>
            <a:srgbClr val="8B5E3C"/>
          </a:solidFill>
          <a:ln w="15875">
            <a:solidFill>
              <a:srgbClr val="1F2937"/>
            </a:solidFill>
            <a:prstDash val="solid"/>
          </a:ln>
        </p:spPr>
      </p:sp>
      <p:sp>
        <p:nvSpPr>
          <p:cNvPr id="42" name="S05-mark176"/>
          <p:cNvSpPr/>
          <p:nvPr/>
        </p:nvSpPr>
        <p:spPr>
          <a:xfrm>
            <a:off x="10239375" y="2312725"/>
            <a:ext cx="208490" cy="144785"/>
          </a:xfrm>
          <a:custGeom>
            <a:avLst/>
            <a:gdLst/>
            <a:ahLst/>
            <a:cxnLst/>
            <a:rect l="l" t="t" r="r" b="b"/>
            <a:pathLst>
              <a:path w="208490" h="144785">
                <a:moveTo>
                  <a:pt x="0" y="0"/>
                </a:moveTo>
                <a:lnTo>
                  <a:pt x="208490" y="72392"/>
                </a:lnTo>
                <a:lnTo>
                  <a:pt x="0" y="144785"/>
                </a:lnTo>
                <a:close/>
              </a:path>
            </a:pathLst>
          </a:custGeom>
          <a:solidFill>
            <a:srgbClr val="E9762B"/>
          </a:solidFill>
          <a:ln w="15875">
            <a:solidFill>
              <a:srgbClr val="1F2937"/>
            </a:solidFill>
            <a:prstDash val="solid"/>
          </a:ln>
        </p:spPr>
      </p:sp>
      <p:sp>
        <p:nvSpPr>
          <p:cNvPr id="43" name="S05-mark177"/>
          <p:cNvSpPr/>
          <p:nvPr/>
        </p:nvSpPr>
        <p:spPr>
          <a:xfrm>
            <a:off x="10222000" y="2312725"/>
            <a:ext cx="34748" cy="260613"/>
          </a:xfrm>
          <a:custGeom>
            <a:avLst/>
            <a:gdLst/>
            <a:ahLst/>
            <a:cxnLst/>
            <a:rect l="l" t="t" r="r" b="b"/>
            <a:pathLst>
              <a:path w="34748" h="260613">
                <a:moveTo>
                  <a:pt x="0" y="260613"/>
                </a:moveTo>
                <a:lnTo>
                  <a:pt x="34748" y="260613"/>
                </a:lnTo>
                <a:lnTo>
                  <a:pt x="34748" y="0"/>
                </a:lnTo>
                <a:lnTo>
                  <a:pt x="0" y="0"/>
                </a:lnTo>
                <a:close/>
              </a:path>
            </a:pathLst>
          </a:custGeom>
          <a:solidFill>
            <a:srgbClr val="1F2937"/>
          </a:solidFill>
          <a:ln/>
        </p:spPr>
      </p:sp>
      <p:sp>
        <p:nvSpPr>
          <p:cNvPr id="44" name="S05-mark178"/>
          <p:cNvSpPr/>
          <p:nvPr/>
        </p:nvSpPr>
        <p:spPr>
          <a:xfrm>
            <a:off x="10193043" y="2730027"/>
            <a:ext cx="133202" cy="196907"/>
          </a:xfrm>
          <a:custGeom>
            <a:avLst/>
            <a:gdLst/>
            <a:ahLst/>
            <a:cxnLst/>
            <a:rect l="l" t="t" r="r" b="b"/>
            <a:pathLst>
              <a:path w="133202" h="196907">
                <a:moveTo>
                  <a:pt x="0" y="0"/>
                </a:moveTo>
                <a:lnTo>
                  <a:pt x="133202" y="28957"/>
                </a:lnTo>
                <a:lnTo>
                  <a:pt x="133202" y="196907"/>
                </a:lnTo>
                <a:lnTo>
                  <a:pt x="0" y="167950"/>
                </a:lnTo>
                <a:close/>
              </a:path>
            </a:pathLst>
          </a:custGeom>
          <a:solidFill>
            <a:srgbClr val="3D5A80"/>
          </a:solidFill>
          <a:ln w="15875">
            <a:solidFill>
              <a:srgbClr val="1F2937"/>
            </a:solidFill>
            <a:prstDash val="solid"/>
          </a:ln>
        </p:spPr>
      </p:sp>
      <p:sp>
        <p:nvSpPr>
          <p:cNvPr id="45" name="S05-mark179"/>
          <p:cNvSpPr/>
          <p:nvPr/>
        </p:nvSpPr>
        <p:spPr>
          <a:xfrm>
            <a:off x="10326245" y="2730027"/>
            <a:ext cx="133202" cy="196907"/>
          </a:xfrm>
          <a:custGeom>
            <a:avLst/>
            <a:gdLst/>
            <a:ahLst/>
            <a:cxnLst/>
            <a:rect l="l" t="t" r="r" b="b"/>
            <a:pathLst>
              <a:path w="133202" h="196907">
                <a:moveTo>
                  <a:pt x="133202" y="0"/>
                </a:moveTo>
                <a:lnTo>
                  <a:pt x="0" y="28957"/>
                </a:lnTo>
                <a:lnTo>
                  <a:pt x="0" y="196907"/>
                </a:lnTo>
                <a:lnTo>
                  <a:pt x="133202" y="167950"/>
                </a:lnTo>
                <a:close/>
              </a:path>
            </a:pathLst>
          </a:custGeom>
          <a:solidFill>
            <a:srgbClr val="3D5A80"/>
          </a:solidFill>
          <a:ln w="15875">
            <a:solidFill>
              <a:srgbClr val="1F2937"/>
            </a:solidFill>
            <a:prstDash val="solid"/>
          </a:ln>
        </p:spPr>
      </p:sp>
      <p:sp>
        <p:nvSpPr>
          <p:cNvPr id="46" name="S05-mark180"/>
          <p:cNvSpPr/>
          <p:nvPr/>
        </p:nvSpPr>
        <p:spPr>
          <a:xfrm>
            <a:off x="10210418" y="3086519"/>
            <a:ext cx="231656" cy="231656"/>
          </a:xfrm>
          <a:custGeom>
            <a:avLst/>
            <a:gdLst/>
            <a:ahLst/>
            <a:cxnLst/>
            <a:rect l="l" t="t" r="r" b="b"/>
            <a:pathLst>
              <a:path w="231656" h="231656">
                <a:moveTo>
                  <a:pt x="231656" y="115828"/>
                </a:moveTo>
                <a:lnTo>
                  <a:pt x="225864" y="80114"/>
                </a:lnTo>
                <a:lnTo>
                  <a:pt x="209455" y="47618"/>
                </a:lnTo>
                <a:lnTo>
                  <a:pt x="184037" y="22200"/>
                </a:lnTo>
                <a:lnTo>
                  <a:pt x="151541" y="5791"/>
                </a:lnTo>
                <a:lnTo>
                  <a:pt x="115828" y="0"/>
                </a:lnTo>
                <a:lnTo>
                  <a:pt x="80114" y="5791"/>
                </a:lnTo>
                <a:lnTo>
                  <a:pt x="47618" y="22200"/>
                </a:lnTo>
                <a:lnTo>
                  <a:pt x="22200" y="47618"/>
                </a:lnTo>
                <a:lnTo>
                  <a:pt x="5791" y="80114"/>
                </a:lnTo>
                <a:lnTo>
                  <a:pt x="0" y="115828"/>
                </a:lnTo>
                <a:lnTo>
                  <a:pt x="5791" y="151541"/>
                </a:lnTo>
                <a:lnTo>
                  <a:pt x="22200" y="184037"/>
                </a:lnTo>
                <a:lnTo>
                  <a:pt x="47618" y="209455"/>
                </a:lnTo>
                <a:lnTo>
                  <a:pt x="80114" y="225864"/>
                </a:lnTo>
                <a:lnTo>
                  <a:pt x="115828" y="231656"/>
                </a:lnTo>
                <a:lnTo>
                  <a:pt x="151541" y="225864"/>
                </a:lnTo>
                <a:lnTo>
                  <a:pt x="184037" y="209455"/>
                </a:lnTo>
                <a:lnTo>
                  <a:pt x="209455" y="184037"/>
                </a:lnTo>
                <a:lnTo>
                  <a:pt x="225864" y="151541"/>
                </a:lnTo>
                <a:close/>
              </a:path>
            </a:pathLst>
          </a:custGeom>
          <a:solidFill>
            <a:srgbClr val="FFFFFF"/>
          </a:solidFill>
          <a:ln w="25400">
            <a:solidFill>
              <a:srgbClr val="C8434E"/>
            </a:solidFill>
            <a:prstDash val="solid"/>
          </a:ln>
        </p:spPr>
      </p:sp>
      <p:sp>
        <p:nvSpPr>
          <p:cNvPr id="47" name="S05-mark181"/>
          <p:cNvSpPr/>
          <p:nvPr/>
        </p:nvSpPr>
        <p:spPr>
          <a:xfrm>
            <a:off x="10305976" y="3124163"/>
            <a:ext cx="40540" cy="156368"/>
          </a:xfrm>
          <a:custGeom>
            <a:avLst/>
            <a:gdLst/>
            <a:ahLst/>
            <a:cxnLst/>
            <a:rect l="l" t="t" r="r" b="b"/>
            <a:pathLst>
              <a:path w="40540" h="156368">
                <a:moveTo>
                  <a:pt x="0" y="156368"/>
                </a:moveTo>
                <a:lnTo>
                  <a:pt x="40540" y="156368"/>
                </a:lnTo>
                <a:lnTo>
                  <a:pt x="40540" y="0"/>
                </a:lnTo>
                <a:lnTo>
                  <a:pt x="0" y="0"/>
                </a:lnTo>
                <a:close/>
              </a:path>
            </a:pathLst>
          </a:custGeom>
          <a:solidFill>
            <a:srgbClr val="C8434E"/>
          </a:solidFill>
          <a:ln/>
        </p:spPr>
      </p:sp>
      <p:sp>
        <p:nvSpPr>
          <p:cNvPr id="48" name="S05-mark182"/>
          <p:cNvSpPr/>
          <p:nvPr/>
        </p:nvSpPr>
        <p:spPr>
          <a:xfrm>
            <a:off x="10248062" y="3182077"/>
            <a:ext cx="156368" cy="40540"/>
          </a:xfrm>
          <a:custGeom>
            <a:avLst/>
            <a:gdLst/>
            <a:ahLst/>
            <a:cxnLst/>
            <a:rect l="l" t="t" r="r" b="b"/>
            <a:pathLst>
              <a:path w="156368" h="40540">
                <a:moveTo>
                  <a:pt x="0" y="40540"/>
                </a:moveTo>
                <a:lnTo>
                  <a:pt x="156368" y="40540"/>
                </a:lnTo>
                <a:lnTo>
                  <a:pt x="156368" y="0"/>
                </a:lnTo>
                <a:lnTo>
                  <a:pt x="0" y="0"/>
                </a:lnTo>
                <a:close/>
              </a:path>
            </a:pathLst>
          </a:custGeom>
          <a:solidFill>
            <a:srgbClr val="C8434E"/>
          </a:solidFill>
          <a:ln/>
        </p:spPr>
      </p:sp>
      <p:sp>
        <p:nvSpPr>
          <p:cNvPr id="49" name="S05-mark183"/>
          <p:cNvSpPr/>
          <p:nvPr/>
        </p:nvSpPr>
        <p:spPr>
          <a:xfrm>
            <a:off x="10308871" y="3596483"/>
            <a:ext cx="34748" cy="115828"/>
          </a:xfrm>
          <a:custGeom>
            <a:avLst/>
            <a:gdLst/>
            <a:ahLst/>
            <a:cxnLst/>
            <a:rect l="l" t="t" r="r" b="b"/>
            <a:pathLst>
              <a:path w="34748" h="115828">
                <a:moveTo>
                  <a:pt x="0" y="115828"/>
                </a:moveTo>
                <a:lnTo>
                  <a:pt x="34748" y="115828"/>
                </a:lnTo>
                <a:lnTo>
                  <a:pt x="34748" y="0"/>
                </a:lnTo>
                <a:lnTo>
                  <a:pt x="0" y="0"/>
                </a:lnTo>
                <a:close/>
              </a:path>
            </a:pathLst>
          </a:custGeom>
          <a:solidFill>
            <a:srgbClr val="8B5E3C"/>
          </a:solidFill>
          <a:ln/>
        </p:spPr>
      </p:sp>
      <p:sp>
        <p:nvSpPr>
          <p:cNvPr id="50" name="S05-mark184"/>
          <p:cNvSpPr/>
          <p:nvPr/>
        </p:nvSpPr>
        <p:spPr>
          <a:xfrm>
            <a:off x="10230687" y="3451698"/>
            <a:ext cx="191116" cy="191116"/>
          </a:xfrm>
          <a:custGeom>
            <a:avLst/>
            <a:gdLst/>
            <a:ahLst/>
            <a:cxnLst/>
            <a:rect l="l" t="t" r="r" b="b"/>
            <a:pathLst>
              <a:path w="191116" h="191116">
                <a:moveTo>
                  <a:pt x="191116" y="95558"/>
                </a:moveTo>
                <a:lnTo>
                  <a:pt x="186290" y="65957"/>
                </a:lnTo>
                <a:lnTo>
                  <a:pt x="172776" y="39253"/>
                </a:lnTo>
                <a:lnTo>
                  <a:pt x="151863" y="18339"/>
                </a:lnTo>
                <a:lnTo>
                  <a:pt x="125158" y="4826"/>
                </a:lnTo>
                <a:lnTo>
                  <a:pt x="95558" y="0"/>
                </a:lnTo>
                <a:lnTo>
                  <a:pt x="65957" y="4826"/>
                </a:lnTo>
                <a:lnTo>
                  <a:pt x="39253" y="18339"/>
                </a:lnTo>
                <a:lnTo>
                  <a:pt x="18339" y="39253"/>
                </a:lnTo>
                <a:lnTo>
                  <a:pt x="4826" y="65957"/>
                </a:lnTo>
                <a:lnTo>
                  <a:pt x="0" y="95558"/>
                </a:lnTo>
                <a:lnTo>
                  <a:pt x="4826" y="125158"/>
                </a:lnTo>
                <a:lnTo>
                  <a:pt x="18339" y="151863"/>
                </a:lnTo>
                <a:lnTo>
                  <a:pt x="39253" y="172776"/>
                </a:lnTo>
                <a:lnTo>
                  <a:pt x="65957" y="186290"/>
                </a:lnTo>
                <a:lnTo>
                  <a:pt x="95558" y="191116"/>
                </a:lnTo>
                <a:lnTo>
                  <a:pt x="125158" y="186290"/>
                </a:lnTo>
                <a:lnTo>
                  <a:pt x="151863" y="172776"/>
                </a:lnTo>
                <a:lnTo>
                  <a:pt x="172776" y="151863"/>
                </a:lnTo>
                <a:lnTo>
                  <a:pt x="186290" y="125158"/>
                </a:lnTo>
                <a:close/>
              </a:path>
            </a:pathLst>
          </a:custGeom>
          <a:solidFill>
            <a:srgbClr val="2A9D8F"/>
          </a:solidFill>
          <a:ln w="15875">
            <a:solidFill>
              <a:srgbClr val="1F2937"/>
            </a:solidFill>
            <a:prstDash val="solid"/>
          </a:ln>
        </p:spPr>
      </p:sp>
      <p:sp>
        <p:nvSpPr>
          <p:cNvPr id="51" name="S05-mark185"/>
          <p:cNvSpPr/>
          <p:nvPr/>
        </p:nvSpPr>
        <p:spPr>
          <a:xfrm>
            <a:off x="10222000" y="3840043"/>
            <a:ext cx="208490" cy="231656"/>
          </a:xfrm>
          <a:custGeom>
            <a:avLst/>
            <a:gdLst/>
            <a:ahLst/>
            <a:cxnLst/>
            <a:rect l="l" t="t" r="r" b="b"/>
            <a:pathLst>
              <a:path w="208490" h="231656">
                <a:moveTo>
                  <a:pt x="0" y="231656"/>
                </a:moveTo>
                <a:lnTo>
                  <a:pt x="208490" y="231656"/>
                </a:lnTo>
                <a:lnTo>
                  <a:pt x="208490" y="98454"/>
                </a:lnTo>
                <a:lnTo>
                  <a:pt x="104245" y="0"/>
                </a:lnTo>
                <a:lnTo>
                  <a:pt x="0" y="98454"/>
                </a:lnTo>
                <a:close/>
              </a:path>
            </a:pathLst>
          </a:custGeom>
          <a:solidFill>
            <a:srgbClr val="F2C14E"/>
          </a:solidFill>
          <a:ln w="15875">
            <a:solidFill>
              <a:srgbClr val="1F2937"/>
            </a:solidFill>
            <a:prstDash val="solid"/>
          </a:ln>
        </p:spPr>
      </p:sp>
      <p:sp>
        <p:nvSpPr>
          <p:cNvPr id="52" name="S05-mark186"/>
          <p:cNvSpPr/>
          <p:nvPr/>
        </p:nvSpPr>
        <p:spPr>
          <a:xfrm>
            <a:off x="10133199" y="1532496"/>
            <a:ext cx="1415673" cy="3381528"/>
          </a:xfrm>
          <a:custGeom>
            <a:avLst/>
            <a:gdLst/>
            <a:ahLst/>
            <a:cxnLst/>
            <a:rect l="l" t="t" r="r" b="b"/>
            <a:pathLst>
              <a:path w="1415673" h="3381528">
                <a:moveTo>
                  <a:pt x="0" y="3381528"/>
                </a:moveTo>
                <a:lnTo>
                  <a:pt x="1415673" y="3381528"/>
                </a:lnTo>
                <a:lnTo>
                  <a:pt x="1415673" y="0"/>
                </a:lnTo>
                <a:lnTo>
                  <a:pt x="0" y="0"/>
                </a:lnTo>
                <a:lnTo>
                  <a:pt x="0" y="3381528"/>
                </a:lnTo>
              </a:path>
            </a:pathLst>
          </a:custGeom>
          <a:noFill/>
          <a:ln w="15875">
            <a:solidFill>
              <a:srgbClr val="1F2937"/>
            </a:solidFill>
            <a:prstDash val="solid"/>
          </a:ln>
        </p:spPr>
      </p:sp>
      <p:sp>
        <p:nvSpPr>
          <p:cNvPr id="53" name="S05-mark187"/>
          <p:cNvSpPr/>
          <p:nvPr/>
        </p:nvSpPr>
        <p:spPr>
          <a:xfrm>
            <a:off x="10133199" y="1854240"/>
            <a:ext cx="1415673" cy="9144"/>
          </a:xfrm>
          <a:custGeom>
            <a:avLst/>
            <a:gdLst/>
            <a:ahLst/>
            <a:cxnLst/>
            <a:rect l="l" t="t" r="r" b="b"/>
            <a:pathLst>
              <a:path w="1415673" h="9144">
                <a:moveTo>
                  <a:pt x="0" y="0"/>
                </a:moveTo>
                <a:lnTo>
                  <a:pt x="1415673" y="0"/>
                </a:lnTo>
              </a:path>
            </a:pathLst>
          </a:custGeom>
          <a:noFill/>
          <a:ln w="12700">
            <a:solidFill>
              <a:srgbClr val="1F2937"/>
            </a:solidFill>
            <a:prstDash val="solid"/>
          </a:ln>
        </p:spPr>
      </p:sp>
      <p:sp>
        <p:nvSpPr>
          <p:cNvPr id="54" name="S05-mark188"/>
          <p:cNvSpPr/>
          <p:nvPr/>
        </p:nvSpPr>
        <p:spPr>
          <a:xfrm flipV="1">
            <a:off x="9586235" y="2111635"/>
            <a:ext cx="0" cy="321744"/>
          </a:xfrm>
          <a:prstGeom prst="line">
            <a:avLst/>
          </a:prstGeom>
          <a:noFill/>
          <a:ln w="31750">
            <a:solidFill>
              <a:srgbClr val="1F2937"/>
            </a:solidFill>
            <a:prstDash val="solid"/>
            <a:tailEnd type="triangle"/>
          </a:ln>
        </p:spPr>
      </p:sp>
      <p:sp>
        <p:nvSpPr>
          <p:cNvPr id="55" name="S05-mark189"/>
          <p:cNvSpPr/>
          <p:nvPr/>
        </p:nvSpPr>
        <p:spPr>
          <a:xfrm>
            <a:off x="9473624" y="2272507"/>
            <a:ext cx="225221" cy="0"/>
          </a:xfrm>
          <a:prstGeom prst="line">
            <a:avLst/>
          </a:prstGeom>
          <a:noFill/>
          <a:ln w="25400">
            <a:solidFill>
              <a:srgbClr val="1F2937"/>
            </a:solidFill>
            <a:prstDash val="solid"/>
          </a:ln>
        </p:spPr>
      </p:sp>
      <p:sp>
        <p:nvSpPr>
          <p:cNvPr id="56" name="S05-mark190"/>
          <p:cNvSpPr/>
          <p:nvPr/>
        </p:nvSpPr>
        <p:spPr>
          <a:xfrm>
            <a:off x="6368796" y="4540801"/>
            <a:ext cx="321744" cy="0"/>
          </a:xfrm>
          <a:prstGeom prst="line">
            <a:avLst/>
          </a:prstGeom>
          <a:noFill/>
          <a:ln w="38100">
            <a:solidFill>
              <a:srgbClr val="1F2937"/>
            </a:solidFill>
            <a:prstDash val="solid"/>
          </a:ln>
        </p:spPr>
      </p:sp>
      <p:sp>
        <p:nvSpPr>
          <p:cNvPr id="57" name="S05-mark191"/>
          <p:cNvSpPr/>
          <p:nvPr/>
        </p:nvSpPr>
        <p:spPr>
          <a:xfrm>
            <a:off x="6368796" y="4470017"/>
            <a:ext cx="0" cy="141567"/>
          </a:xfrm>
          <a:prstGeom prst="line">
            <a:avLst/>
          </a:prstGeom>
          <a:noFill/>
          <a:ln w="25400">
            <a:solidFill>
              <a:srgbClr val="1F2937"/>
            </a:solidFill>
            <a:prstDash val="solid"/>
          </a:ln>
        </p:spPr>
      </p:sp>
      <p:sp>
        <p:nvSpPr>
          <p:cNvPr id="58" name="S05-mark192"/>
          <p:cNvSpPr/>
          <p:nvPr/>
        </p:nvSpPr>
        <p:spPr>
          <a:xfrm>
            <a:off x="6690540" y="4470017"/>
            <a:ext cx="0" cy="141567"/>
          </a:xfrm>
          <a:prstGeom prst="line">
            <a:avLst/>
          </a:prstGeom>
          <a:noFill/>
          <a:ln w="25400">
            <a:solidFill>
              <a:srgbClr val="1F2937"/>
            </a:solidFill>
            <a:prstDash val="solid"/>
          </a:ln>
        </p:spPr>
      </p:sp>
      <p:sp>
        <p:nvSpPr>
          <p:cNvPr id="59" name="S05-mark193"/>
          <p:cNvSpPr/>
          <p:nvPr/>
        </p:nvSpPr>
        <p:spPr>
          <a:xfrm>
            <a:off x="10181461" y="4341320"/>
            <a:ext cx="289569" cy="0"/>
          </a:xfrm>
          <a:prstGeom prst="line">
            <a:avLst/>
          </a:prstGeom>
          <a:noFill/>
          <a:ln w="88900">
            <a:solidFill>
              <a:srgbClr val="A3AAB4"/>
            </a:solidFill>
            <a:prstDash val="solid"/>
          </a:ln>
        </p:spPr>
      </p:sp>
      <p:sp>
        <p:nvSpPr>
          <p:cNvPr id="60" name="S05-mark194"/>
          <p:cNvSpPr/>
          <p:nvPr/>
        </p:nvSpPr>
        <p:spPr>
          <a:xfrm>
            <a:off x="10181461" y="4720978"/>
            <a:ext cx="289569" cy="0"/>
          </a:xfrm>
          <a:prstGeom prst="line">
            <a:avLst/>
          </a:prstGeom>
          <a:noFill/>
          <a:ln w="88900">
            <a:solidFill>
              <a:srgbClr val="4A90C8"/>
            </a:solidFill>
            <a:prstDash val="solid"/>
          </a:ln>
        </p:spPr>
      </p:sp>
      <p:sp>
        <p:nvSpPr>
          <p:cNvPr id="61" name="S05-label196"/>
          <p:cNvSpPr txBox="1"/>
          <p:nvPr/>
        </p:nvSpPr>
        <p:spPr>
          <a:xfrm>
            <a:off x="9382019" y="1744176"/>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62" name="S05-label198"/>
          <p:cNvSpPr txBox="1"/>
          <p:nvPr/>
        </p:nvSpPr>
        <p:spPr>
          <a:xfrm>
            <a:off x="6694757" y="4350301"/>
            <a:ext cx="1054608" cy="381000"/>
          </a:xfrm>
          <a:prstGeom prst="rect">
            <a:avLst/>
          </a:prstGeom>
          <a:noFill/>
          <a:ln/>
        </p:spPr>
        <p:txBody>
          <a:bodyPr wrap="square" lIns="0" tIns="0" rIns="0" bIns="0" rtlCol="0" anchor="ctr"/>
          <a:lstStyle/>
          <a:p>
            <a:pPr eaLnBrk="0" algn="ctr" indent="0" marL="0">
              <a:buNone/>
            </a:pPr>
            <a:r>
              <a:rPr lang="en-US" altLang="ko-KR" sz="2400" b="1" dirty="0">
                <a:solidFill>
                  <a:srgbClr val="1F2937"/>
                </a:solidFill>
                <a:latin typeface="맑은 고딕" pitchFamily="34" charset="0"/>
                <a:ea typeface="맑은 고딕" pitchFamily="34" charset="-122"/>
                <a:cs typeface="맑은 고딕" pitchFamily="34" charset="-120"/>
              </a:rPr>
              <a:t>100 m</a:t>
            </a:r>
            <a:endParaRPr lang="ko-KR" sz="2400" dirty="0"/>
          </a:p>
        </p:txBody>
      </p:sp>
      <p:sp>
        <p:nvSpPr>
          <p:cNvPr id="63" name="S05-label200"/>
          <p:cNvSpPr txBox="1"/>
          <p:nvPr/>
        </p:nvSpPr>
        <p:spPr>
          <a:xfrm>
            <a:off x="10487468" y="1502868"/>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범례</a:t>
            </a:r>
            <a:endParaRPr lang="ko-KR" sz="2400" dirty="0"/>
          </a:p>
        </p:txBody>
      </p:sp>
      <p:sp>
        <p:nvSpPr>
          <p:cNvPr id="64" name="S05-label202"/>
          <p:cNvSpPr txBox="1"/>
          <p:nvPr/>
        </p:nvSpPr>
        <p:spPr>
          <a:xfrm>
            <a:off x="10481417" y="1872873"/>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산</a:t>
            </a:r>
            <a:endParaRPr lang="ko-KR" sz="2400" dirty="0"/>
          </a:p>
        </p:txBody>
      </p:sp>
      <p:sp>
        <p:nvSpPr>
          <p:cNvPr id="65" name="S05-label204"/>
          <p:cNvSpPr txBox="1"/>
          <p:nvPr/>
        </p:nvSpPr>
        <p:spPr>
          <a:xfrm>
            <a:off x="10481998" y="2252531"/>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66" name="S05-label206"/>
          <p:cNvSpPr txBox="1"/>
          <p:nvPr/>
        </p:nvSpPr>
        <p:spPr>
          <a:xfrm>
            <a:off x="10482900" y="2632189"/>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67" name="S05-label208"/>
          <p:cNvSpPr txBox="1"/>
          <p:nvPr/>
        </p:nvSpPr>
        <p:spPr>
          <a:xfrm>
            <a:off x="10481998" y="3011847"/>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68" name="S05-label210"/>
          <p:cNvSpPr txBox="1"/>
          <p:nvPr/>
        </p:nvSpPr>
        <p:spPr>
          <a:xfrm>
            <a:off x="10481998" y="3391504"/>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69" name="S05-label212"/>
          <p:cNvSpPr txBox="1"/>
          <p:nvPr/>
        </p:nvSpPr>
        <p:spPr>
          <a:xfrm>
            <a:off x="10481417" y="3771162"/>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집</a:t>
            </a:r>
            <a:endParaRPr lang="ko-KR" sz="2400" dirty="0"/>
          </a:p>
        </p:txBody>
      </p:sp>
      <p:sp>
        <p:nvSpPr>
          <p:cNvPr id="70" name="S05-label214"/>
          <p:cNvSpPr txBox="1"/>
          <p:nvPr/>
        </p:nvSpPr>
        <p:spPr>
          <a:xfrm>
            <a:off x="10481998" y="415082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도로</a:t>
            </a:r>
            <a:endParaRPr lang="ko-KR" sz="2400" dirty="0"/>
          </a:p>
        </p:txBody>
      </p:sp>
      <p:sp>
        <p:nvSpPr>
          <p:cNvPr id="71" name="S05-label216"/>
          <p:cNvSpPr txBox="1"/>
          <p:nvPr/>
        </p:nvSpPr>
        <p:spPr>
          <a:xfrm>
            <a:off x="10481998" y="4530478"/>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하천</a:t>
            </a:r>
            <a:endParaRPr lang="ko-KR" sz="2400" dirty="0"/>
          </a:p>
        </p:txBody>
      </p:sp>
      <p:sp>
        <p:nvSpPr>
          <p:cNvPr id="72" name="S05-chip217"/>
          <p:cNvSpPr txBox="1"/>
          <p:nvPr/>
        </p:nvSpPr>
        <p:spPr>
          <a:xfrm>
            <a:off x="548640" y="16139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3" name="S05-text218"/>
          <p:cNvSpPr txBox="1"/>
          <p:nvPr/>
        </p:nvSpPr>
        <p:spPr>
          <a:xfrm>
            <a:off x="1344168" y="1325880"/>
            <a:ext cx="4567428" cy="11430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학교에서 보면 공원은 어느 쪽에 있나요?</a:t>
            </a:r>
            <a:endParaRPr lang="ko-KR" sz="3000" dirty="0"/>
          </a:p>
        </p:txBody>
      </p:sp>
      <p:sp>
        <p:nvSpPr>
          <p:cNvPr id="74" name="S05-chip219"/>
          <p:cNvSpPr txBox="1"/>
          <p:nvPr/>
        </p:nvSpPr>
        <p:spPr>
          <a:xfrm>
            <a:off x="548640" y="29397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75" name="S05-text220"/>
          <p:cNvSpPr txBox="1"/>
          <p:nvPr/>
        </p:nvSpPr>
        <p:spPr>
          <a:xfrm>
            <a:off x="1344168" y="2651760"/>
            <a:ext cx="4567428" cy="11430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도서관의 남쪽에 있는 곳은?</a:t>
            </a:r>
            <a:endParaRPr lang="ko-KR" sz="3000" dirty="0"/>
          </a:p>
        </p:txBody>
      </p:sp>
      <p:sp>
        <p:nvSpPr>
          <p:cNvPr id="76" name="S05-chip221"/>
          <p:cNvSpPr txBox="1"/>
          <p:nvPr/>
        </p:nvSpPr>
        <p:spPr>
          <a:xfrm>
            <a:off x="548640" y="42656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77" name="S05-text222"/>
          <p:cNvSpPr txBox="1"/>
          <p:nvPr/>
        </p:nvSpPr>
        <p:spPr>
          <a:xfrm>
            <a:off x="1344168" y="3977640"/>
            <a:ext cx="4567428" cy="11430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하천은 학교의 어느 쪽에 있나요?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오른쪽일까요, 동쪽일까요?</a:t>
            </a:r>
            <a:endParaRPr lang="ko-KR" sz="4000" dirty="0"/>
          </a:p>
        </p:txBody>
      </p:sp>
      <p:sp>
        <p:nvSpPr>
          <p:cNvPr id="3" name="S06-card223"/>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06-cardtext224"/>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두 친구가 별빛마을 지도를 보고 말했어요.</a:t>
            </a:r>
            <a:endParaRPr lang="ko-KR" sz="3000" dirty="0"/>
          </a:p>
        </p:txBody>
      </p:sp>
      <p:sp>
        <p:nvSpPr>
          <p:cNvPr id="5" name="S06-card225"/>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06-cardtext226"/>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지도를 거꾸로 돌려 보아도 그대로 맞는 말은 어느 쪽일까요?</a:t>
            </a:r>
            <a:endParaRPr lang="ko-KR" sz="3000" dirty="0"/>
          </a:p>
        </p:txBody>
      </p:sp>
      <p:sp>
        <p:nvSpPr>
          <p:cNvPr id="7" name="S06-chip227"/>
          <p:cNvSpPr txBox="1"/>
          <p:nvPr/>
        </p:nvSpPr>
        <p:spPr>
          <a:xfrm>
            <a:off x="548640"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가</a:t>
            </a:r>
            <a:endParaRPr lang="ko-KR" sz="2400" dirty="0"/>
          </a:p>
        </p:txBody>
      </p:sp>
      <p:sp>
        <p:nvSpPr>
          <p:cNvPr id="8" name="S06-text228"/>
          <p:cNvSpPr txBox="1"/>
          <p:nvPr/>
        </p:nvSpPr>
        <p:spPr>
          <a:xfrm>
            <a:off x="548640" y="3154680"/>
            <a:ext cx="5362956" cy="196596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“도서관은 학교의</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오른쪽에 있어요.”</a:t>
            </a:r>
            <a:endParaRPr lang="ko-KR" sz="3000" dirty="0"/>
          </a:p>
        </p:txBody>
      </p:sp>
      <p:sp>
        <p:nvSpPr>
          <p:cNvPr id="9" name="S06-chip229"/>
          <p:cNvSpPr txBox="1"/>
          <p:nvPr/>
        </p:nvSpPr>
        <p:spPr>
          <a:xfrm>
            <a:off x="6277356"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나</a:t>
            </a:r>
            <a:endParaRPr lang="ko-KR" sz="2400" dirty="0"/>
          </a:p>
        </p:txBody>
      </p:sp>
      <p:sp>
        <p:nvSpPr>
          <p:cNvPr id="10" name="S06-text230"/>
          <p:cNvSpPr txBox="1"/>
          <p:nvPr/>
        </p:nvSpPr>
        <p:spPr>
          <a:xfrm>
            <a:off x="6277356" y="3154680"/>
            <a:ext cx="5362956" cy="196596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“도서관은 학교의</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동쪽에 있어요.”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축척으로 거리를 알아요</a:t>
            </a:r>
            <a:endParaRPr lang="ko-KR" sz="4000" dirty="0"/>
          </a:p>
        </p:txBody>
      </p:sp>
      <p:sp>
        <p:nvSpPr>
          <p:cNvPr id="3" name="S07-text231"/>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축척: 실제 거리를 지도에 줄인 정도</a:t>
            </a:r>
            <a:endParaRPr lang="ko-KR" sz="3000" dirty="0"/>
          </a:p>
        </p:txBody>
      </p:sp>
      <p:sp>
        <p:nvSpPr>
          <p:cNvPr id="4" name="S07-figure232" descr="모눈 지도 일부: 학교와 도서관 사이가 4칸이다. 아래에 한 칸이 100 m인 축척 막대가 있다."/>
          <p:cNvSpPr/>
          <p:nvPr/>
        </p:nvSpPr>
        <p:spPr>
          <a:xfrm>
            <a:off x="6583314" y="2335475"/>
            <a:ext cx="9144" cy="1655186"/>
          </a:xfrm>
          <a:custGeom>
            <a:avLst/>
            <a:gdLst/>
            <a:ahLst/>
            <a:cxnLst/>
            <a:rect l="l" t="t" r="r" b="b"/>
            <a:pathLst>
              <a:path w="9144" h="1655186">
                <a:moveTo>
                  <a:pt x="0" y="1655186"/>
                </a:moveTo>
                <a:lnTo>
                  <a:pt x="0" y="0"/>
                </a:lnTo>
              </a:path>
            </a:pathLst>
          </a:custGeom>
          <a:noFill/>
          <a:ln w="9525">
            <a:solidFill>
              <a:srgbClr val="B8C2CC"/>
            </a:solidFill>
            <a:prstDash val="solid"/>
          </a:ln>
        </p:spPr>
      </p:sp>
      <p:sp>
        <p:nvSpPr>
          <p:cNvPr id="5" name="S07-mark233"/>
          <p:cNvSpPr/>
          <p:nvPr/>
        </p:nvSpPr>
        <p:spPr>
          <a:xfrm>
            <a:off x="7410907" y="2335475"/>
            <a:ext cx="9144" cy="1655186"/>
          </a:xfrm>
          <a:custGeom>
            <a:avLst/>
            <a:gdLst/>
            <a:ahLst/>
            <a:cxnLst/>
            <a:rect l="l" t="t" r="r" b="b"/>
            <a:pathLst>
              <a:path w="9144" h="1655186">
                <a:moveTo>
                  <a:pt x="0" y="1655186"/>
                </a:moveTo>
                <a:lnTo>
                  <a:pt x="0" y="0"/>
                </a:lnTo>
              </a:path>
            </a:pathLst>
          </a:custGeom>
          <a:noFill/>
          <a:ln w="9525">
            <a:solidFill>
              <a:srgbClr val="B8C2CC"/>
            </a:solidFill>
            <a:prstDash val="solid"/>
          </a:ln>
        </p:spPr>
      </p:sp>
      <p:sp>
        <p:nvSpPr>
          <p:cNvPr id="6" name="S07-mark234"/>
          <p:cNvSpPr/>
          <p:nvPr/>
        </p:nvSpPr>
        <p:spPr>
          <a:xfrm>
            <a:off x="8238500" y="2335475"/>
            <a:ext cx="9144" cy="1655186"/>
          </a:xfrm>
          <a:custGeom>
            <a:avLst/>
            <a:gdLst/>
            <a:ahLst/>
            <a:cxnLst/>
            <a:rect l="l" t="t" r="r" b="b"/>
            <a:pathLst>
              <a:path w="9144" h="1655186">
                <a:moveTo>
                  <a:pt x="0" y="1655186"/>
                </a:moveTo>
                <a:lnTo>
                  <a:pt x="0" y="0"/>
                </a:lnTo>
              </a:path>
            </a:pathLst>
          </a:custGeom>
          <a:noFill/>
          <a:ln w="9525">
            <a:solidFill>
              <a:srgbClr val="B8C2CC"/>
            </a:solidFill>
            <a:prstDash val="solid"/>
          </a:ln>
        </p:spPr>
      </p:sp>
      <p:sp>
        <p:nvSpPr>
          <p:cNvPr id="7" name="S07-mark235"/>
          <p:cNvSpPr/>
          <p:nvPr/>
        </p:nvSpPr>
        <p:spPr>
          <a:xfrm>
            <a:off x="9066093" y="2335475"/>
            <a:ext cx="9144" cy="1655186"/>
          </a:xfrm>
          <a:custGeom>
            <a:avLst/>
            <a:gdLst/>
            <a:ahLst/>
            <a:cxnLst/>
            <a:rect l="l" t="t" r="r" b="b"/>
            <a:pathLst>
              <a:path w="9144" h="1655186">
                <a:moveTo>
                  <a:pt x="0" y="1655186"/>
                </a:moveTo>
                <a:lnTo>
                  <a:pt x="0" y="0"/>
                </a:lnTo>
              </a:path>
            </a:pathLst>
          </a:custGeom>
          <a:noFill/>
          <a:ln w="9525">
            <a:solidFill>
              <a:srgbClr val="B8C2CC"/>
            </a:solidFill>
            <a:prstDash val="solid"/>
          </a:ln>
        </p:spPr>
      </p:sp>
      <p:sp>
        <p:nvSpPr>
          <p:cNvPr id="8" name="S07-mark236"/>
          <p:cNvSpPr/>
          <p:nvPr/>
        </p:nvSpPr>
        <p:spPr>
          <a:xfrm>
            <a:off x="9893686" y="2335475"/>
            <a:ext cx="9144" cy="1655186"/>
          </a:xfrm>
          <a:custGeom>
            <a:avLst/>
            <a:gdLst/>
            <a:ahLst/>
            <a:cxnLst/>
            <a:rect l="l" t="t" r="r" b="b"/>
            <a:pathLst>
              <a:path w="9144" h="1655186">
                <a:moveTo>
                  <a:pt x="0" y="1655186"/>
                </a:moveTo>
                <a:lnTo>
                  <a:pt x="0" y="0"/>
                </a:lnTo>
              </a:path>
            </a:pathLst>
          </a:custGeom>
          <a:noFill/>
          <a:ln w="9525">
            <a:solidFill>
              <a:srgbClr val="B8C2CC"/>
            </a:solidFill>
            <a:prstDash val="solid"/>
          </a:ln>
        </p:spPr>
      </p:sp>
      <p:sp>
        <p:nvSpPr>
          <p:cNvPr id="9" name="S07-mark237"/>
          <p:cNvSpPr/>
          <p:nvPr/>
        </p:nvSpPr>
        <p:spPr>
          <a:xfrm>
            <a:off x="10721279" y="2335475"/>
            <a:ext cx="9144" cy="1655186"/>
          </a:xfrm>
          <a:custGeom>
            <a:avLst/>
            <a:gdLst/>
            <a:ahLst/>
            <a:cxnLst/>
            <a:rect l="l" t="t" r="r" b="b"/>
            <a:pathLst>
              <a:path w="9144" h="1655186">
                <a:moveTo>
                  <a:pt x="0" y="1655186"/>
                </a:moveTo>
                <a:lnTo>
                  <a:pt x="0" y="0"/>
                </a:lnTo>
              </a:path>
            </a:pathLst>
          </a:custGeom>
          <a:noFill/>
          <a:ln w="9525">
            <a:solidFill>
              <a:srgbClr val="B8C2CC"/>
            </a:solidFill>
            <a:prstDash val="solid"/>
          </a:ln>
        </p:spPr>
      </p:sp>
      <p:sp>
        <p:nvSpPr>
          <p:cNvPr id="10" name="S07-mark238"/>
          <p:cNvSpPr/>
          <p:nvPr/>
        </p:nvSpPr>
        <p:spPr>
          <a:xfrm>
            <a:off x="11548872" y="2335475"/>
            <a:ext cx="9144" cy="1655186"/>
          </a:xfrm>
          <a:custGeom>
            <a:avLst/>
            <a:gdLst/>
            <a:ahLst/>
            <a:cxnLst/>
            <a:rect l="l" t="t" r="r" b="b"/>
            <a:pathLst>
              <a:path w="9144" h="1655186">
                <a:moveTo>
                  <a:pt x="0" y="1655186"/>
                </a:moveTo>
                <a:lnTo>
                  <a:pt x="0" y="0"/>
                </a:lnTo>
              </a:path>
            </a:pathLst>
          </a:custGeom>
          <a:noFill/>
          <a:ln w="9525">
            <a:solidFill>
              <a:srgbClr val="B8C2CC"/>
            </a:solidFill>
            <a:prstDash val="solid"/>
          </a:ln>
        </p:spPr>
      </p:sp>
      <p:sp>
        <p:nvSpPr>
          <p:cNvPr id="11" name="S07-mark239"/>
          <p:cNvSpPr/>
          <p:nvPr/>
        </p:nvSpPr>
        <p:spPr>
          <a:xfrm>
            <a:off x="6583314" y="3990661"/>
            <a:ext cx="4965558" cy="9144"/>
          </a:xfrm>
          <a:custGeom>
            <a:avLst/>
            <a:gdLst/>
            <a:ahLst/>
            <a:cxnLst/>
            <a:rect l="l" t="t" r="r" b="b"/>
            <a:pathLst>
              <a:path w="4965558" h="9144">
                <a:moveTo>
                  <a:pt x="0" y="0"/>
                </a:moveTo>
                <a:lnTo>
                  <a:pt x="4965558" y="0"/>
                </a:lnTo>
              </a:path>
            </a:pathLst>
          </a:custGeom>
          <a:noFill/>
          <a:ln w="9525">
            <a:solidFill>
              <a:srgbClr val="B8C2CC"/>
            </a:solidFill>
            <a:prstDash val="solid"/>
          </a:ln>
        </p:spPr>
      </p:sp>
      <p:sp>
        <p:nvSpPr>
          <p:cNvPr id="12" name="S07-mark240"/>
          <p:cNvSpPr/>
          <p:nvPr/>
        </p:nvSpPr>
        <p:spPr>
          <a:xfrm>
            <a:off x="6583314" y="3163068"/>
            <a:ext cx="4965558" cy="9144"/>
          </a:xfrm>
          <a:custGeom>
            <a:avLst/>
            <a:gdLst/>
            <a:ahLst/>
            <a:cxnLst/>
            <a:rect l="l" t="t" r="r" b="b"/>
            <a:pathLst>
              <a:path w="4965558" h="9144">
                <a:moveTo>
                  <a:pt x="0" y="0"/>
                </a:moveTo>
                <a:lnTo>
                  <a:pt x="4965558" y="0"/>
                </a:lnTo>
              </a:path>
            </a:pathLst>
          </a:custGeom>
          <a:noFill/>
          <a:ln w="9525">
            <a:solidFill>
              <a:srgbClr val="B8C2CC"/>
            </a:solidFill>
            <a:prstDash val="solid"/>
          </a:ln>
        </p:spPr>
      </p:sp>
      <p:sp>
        <p:nvSpPr>
          <p:cNvPr id="13" name="S07-mark241"/>
          <p:cNvSpPr/>
          <p:nvPr/>
        </p:nvSpPr>
        <p:spPr>
          <a:xfrm>
            <a:off x="6583314" y="2335475"/>
            <a:ext cx="4965558" cy="9144"/>
          </a:xfrm>
          <a:custGeom>
            <a:avLst/>
            <a:gdLst/>
            <a:ahLst/>
            <a:cxnLst/>
            <a:rect l="l" t="t" r="r" b="b"/>
            <a:pathLst>
              <a:path w="4965558" h="9144">
                <a:moveTo>
                  <a:pt x="0" y="0"/>
                </a:moveTo>
                <a:lnTo>
                  <a:pt x="4965558" y="0"/>
                </a:lnTo>
              </a:path>
            </a:pathLst>
          </a:custGeom>
          <a:noFill/>
          <a:ln w="9525">
            <a:solidFill>
              <a:srgbClr val="B8C2CC"/>
            </a:solidFill>
            <a:prstDash val="solid"/>
          </a:ln>
        </p:spPr>
      </p:sp>
      <p:sp>
        <p:nvSpPr>
          <p:cNvPr id="14" name="S07-mark242"/>
          <p:cNvSpPr/>
          <p:nvPr/>
        </p:nvSpPr>
        <p:spPr>
          <a:xfrm>
            <a:off x="6583314" y="2335475"/>
            <a:ext cx="4965558" cy="1655186"/>
          </a:xfrm>
          <a:custGeom>
            <a:avLst/>
            <a:gdLst/>
            <a:ahLst/>
            <a:cxnLst/>
            <a:rect l="l" t="t" r="r" b="b"/>
            <a:pathLst>
              <a:path w="4965558" h="1655186">
                <a:moveTo>
                  <a:pt x="0" y="1655186"/>
                </a:moveTo>
                <a:lnTo>
                  <a:pt x="4965558" y="1655186"/>
                </a:lnTo>
                <a:lnTo>
                  <a:pt x="4965558" y="0"/>
                </a:lnTo>
                <a:lnTo>
                  <a:pt x="0" y="0"/>
                </a:lnTo>
                <a:lnTo>
                  <a:pt x="0" y="1655186"/>
                </a:lnTo>
              </a:path>
            </a:pathLst>
          </a:custGeom>
          <a:noFill/>
          <a:ln w="15875">
            <a:solidFill>
              <a:srgbClr val="1F2937"/>
            </a:solidFill>
            <a:prstDash val="solid"/>
          </a:ln>
        </p:spPr>
      </p:sp>
      <p:sp>
        <p:nvSpPr>
          <p:cNvPr id="15" name="S07-mark243"/>
          <p:cNvSpPr/>
          <p:nvPr/>
        </p:nvSpPr>
        <p:spPr>
          <a:xfrm>
            <a:off x="7162629" y="2790651"/>
            <a:ext cx="595867" cy="413796"/>
          </a:xfrm>
          <a:custGeom>
            <a:avLst/>
            <a:gdLst/>
            <a:ahLst/>
            <a:cxnLst/>
            <a:rect l="l" t="t" r="r" b="b"/>
            <a:pathLst>
              <a:path w="595867" h="413796">
                <a:moveTo>
                  <a:pt x="0" y="0"/>
                </a:moveTo>
                <a:lnTo>
                  <a:pt x="595867" y="206898"/>
                </a:lnTo>
                <a:lnTo>
                  <a:pt x="0" y="413796"/>
                </a:lnTo>
                <a:close/>
              </a:path>
            </a:pathLst>
          </a:custGeom>
          <a:solidFill>
            <a:srgbClr val="E9762B"/>
          </a:solidFill>
          <a:ln w="15875">
            <a:solidFill>
              <a:srgbClr val="1F2937"/>
            </a:solidFill>
            <a:prstDash val="solid"/>
          </a:ln>
        </p:spPr>
      </p:sp>
      <p:sp>
        <p:nvSpPr>
          <p:cNvPr id="16" name="S07-mark244"/>
          <p:cNvSpPr/>
          <p:nvPr/>
        </p:nvSpPr>
        <p:spPr>
          <a:xfrm>
            <a:off x="7112974" y="2790651"/>
            <a:ext cx="99311" cy="744834"/>
          </a:xfrm>
          <a:custGeom>
            <a:avLst/>
            <a:gdLst/>
            <a:ahLst/>
            <a:cxnLst/>
            <a:rect l="l" t="t" r="r" b="b"/>
            <a:pathLst>
              <a:path w="99311" h="744834">
                <a:moveTo>
                  <a:pt x="0" y="744834"/>
                </a:moveTo>
                <a:lnTo>
                  <a:pt x="99311" y="744834"/>
                </a:lnTo>
                <a:lnTo>
                  <a:pt x="99311" y="0"/>
                </a:lnTo>
                <a:lnTo>
                  <a:pt x="0" y="0"/>
                </a:lnTo>
                <a:close/>
              </a:path>
            </a:pathLst>
          </a:custGeom>
          <a:solidFill>
            <a:srgbClr val="1F2937"/>
          </a:solidFill>
          <a:ln/>
        </p:spPr>
      </p:sp>
      <p:sp>
        <p:nvSpPr>
          <p:cNvPr id="17" name="S07-mark245"/>
          <p:cNvSpPr/>
          <p:nvPr/>
        </p:nvSpPr>
        <p:spPr>
          <a:xfrm>
            <a:off x="10340586" y="2898238"/>
            <a:ext cx="380693" cy="562763"/>
          </a:xfrm>
          <a:custGeom>
            <a:avLst/>
            <a:gdLst/>
            <a:ahLst/>
            <a:cxnLst/>
            <a:rect l="l" t="t" r="r" b="b"/>
            <a:pathLst>
              <a:path w="380693" h="562763">
                <a:moveTo>
                  <a:pt x="0" y="0"/>
                </a:moveTo>
                <a:lnTo>
                  <a:pt x="380693" y="82759"/>
                </a:lnTo>
                <a:lnTo>
                  <a:pt x="380693" y="562763"/>
                </a:lnTo>
                <a:lnTo>
                  <a:pt x="0" y="480004"/>
                </a:lnTo>
                <a:close/>
              </a:path>
            </a:pathLst>
          </a:custGeom>
          <a:solidFill>
            <a:srgbClr val="3D5A80"/>
          </a:solidFill>
          <a:ln w="15875">
            <a:solidFill>
              <a:srgbClr val="1F2937"/>
            </a:solidFill>
            <a:prstDash val="solid"/>
          </a:ln>
        </p:spPr>
      </p:sp>
      <p:sp>
        <p:nvSpPr>
          <p:cNvPr id="18" name="S07-mark246"/>
          <p:cNvSpPr/>
          <p:nvPr/>
        </p:nvSpPr>
        <p:spPr>
          <a:xfrm>
            <a:off x="10721279" y="2898238"/>
            <a:ext cx="380693" cy="562763"/>
          </a:xfrm>
          <a:custGeom>
            <a:avLst/>
            <a:gdLst/>
            <a:ahLst/>
            <a:cxnLst/>
            <a:rect l="l" t="t" r="r" b="b"/>
            <a:pathLst>
              <a:path w="380693" h="562763">
                <a:moveTo>
                  <a:pt x="380693" y="0"/>
                </a:moveTo>
                <a:lnTo>
                  <a:pt x="0" y="82759"/>
                </a:lnTo>
                <a:lnTo>
                  <a:pt x="0" y="562763"/>
                </a:lnTo>
                <a:lnTo>
                  <a:pt x="380693" y="480004"/>
                </a:lnTo>
                <a:close/>
              </a:path>
            </a:pathLst>
          </a:custGeom>
          <a:solidFill>
            <a:srgbClr val="3D5A80"/>
          </a:solidFill>
          <a:ln w="15875">
            <a:solidFill>
              <a:srgbClr val="1F2937"/>
            </a:solidFill>
            <a:prstDash val="solid"/>
          </a:ln>
        </p:spPr>
      </p:sp>
      <p:sp>
        <p:nvSpPr>
          <p:cNvPr id="19" name="S07-mark247"/>
          <p:cNvSpPr/>
          <p:nvPr/>
        </p:nvSpPr>
        <p:spPr>
          <a:xfrm>
            <a:off x="7410907" y="4445837"/>
            <a:ext cx="3310372" cy="0"/>
          </a:xfrm>
          <a:prstGeom prst="line">
            <a:avLst/>
          </a:prstGeom>
          <a:noFill/>
          <a:ln w="31750">
            <a:solidFill>
              <a:srgbClr val="E9762B"/>
            </a:solidFill>
            <a:prstDash val="solid"/>
            <a:headEnd type="triangle"/>
            <a:tailEnd type="triangle"/>
          </a:ln>
        </p:spPr>
      </p:sp>
      <p:sp>
        <p:nvSpPr>
          <p:cNvPr id="20" name="S07-mark248"/>
          <p:cNvSpPr/>
          <p:nvPr/>
        </p:nvSpPr>
        <p:spPr>
          <a:xfrm>
            <a:off x="7410907" y="3618244"/>
            <a:ext cx="0" cy="1034491"/>
          </a:xfrm>
          <a:prstGeom prst="line">
            <a:avLst/>
          </a:prstGeom>
          <a:noFill/>
          <a:ln w="15875">
            <a:solidFill>
              <a:srgbClr val="6B7280"/>
            </a:solidFill>
            <a:prstDash val="dash"/>
          </a:ln>
        </p:spPr>
      </p:sp>
      <p:sp>
        <p:nvSpPr>
          <p:cNvPr id="21" name="S07-mark249"/>
          <p:cNvSpPr/>
          <p:nvPr/>
        </p:nvSpPr>
        <p:spPr>
          <a:xfrm>
            <a:off x="10721279" y="3618244"/>
            <a:ext cx="0" cy="1034491"/>
          </a:xfrm>
          <a:prstGeom prst="line">
            <a:avLst/>
          </a:prstGeom>
          <a:noFill/>
          <a:ln w="15875">
            <a:solidFill>
              <a:srgbClr val="6B7280"/>
            </a:solidFill>
            <a:prstDash val="dash"/>
          </a:ln>
        </p:spPr>
      </p:sp>
      <p:sp>
        <p:nvSpPr>
          <p:cNvPr id="22" name="S07-mark250"/>
          <p:cNvSpPr/>
          <p:nvPr/>
        </p:nvSpPr>
        <p:spPr>
          <a:xfrm>
            <a:off x="6583314" y="5728606"/>
            <a:ext cx="827593" cy="0"/>
          </a:xfrm>
          <a:prstGeom prst="line">
            <a:avLst/>
          </a:prstGeom>
          <a:noFill/>
          <a:ln w="38100">
            <a:solidFill>
              <a:srgbClr val="1F2937"/>
            </a:solidFill>
            <a:prstDash val="solid"/>
          </a:ln>
        </p:spPr>
      </p:sp>
      <p:sp>
        <p:nvSpPr>
          <p:cNvPr id="23" name="S07-mark251"/>
          <p:cNvSpPr/>
          <p:nvPr/>
        </p:nvSpPr>
        <p:spPr>
          <a:xfrm>
            <a:off x="6583314" y="5563088"/>
            <a:ext cx="0" cy="331037"/>
          </a:xfrm>
          <a:prstGeom prst="line">
            <a:avLst/>
          </a:prstGeom>
          <a:noFill/>
          <a:ln w="25400">
            <a:solidFill>
              <a:srgbClr val="1F2937"/>
            </a:solidFill>
            <a:prstDash val="solid"/>
          </a:ln>
        </p:spPr>
      </p:sp>
      <p:sp>
        <p:nvSpPr>
          <p:cNvPr id="24" name="S07-mark252"/>
          <p:cNvSpPr/>
          <p:nvPr/>
        </p:nvSpPr>
        <p:spPr>
          <a:xfrm>
            <a:off x="7410907" y="5563088"/>
            <a:ext cx="0" cy="331037"/>
          </a:xfrm>
          <a:prstGeom prst="line">
            <a:avLst/>
          </a:prstGeom>
          <a:noFill/>
          <a:ln w="25400">
            <a:solidFill>
              <a:srgbClr val="1F2937"/>
            </a:solidFill>
            <a:prstDash val="solid"/>
          </a:ln>
        </p:spPr>
      </p:sp>
      <p:sp>
        <p:nvSpPr>
          <p:cNvPr id="25" name="S07-label254"/>
          <p:cNvSpPr txBox="1"/>
          <p:nvPr/>
        </p:nvSpPr>
        <p:spPr>
          <a:xfrm>
            <a:off x="8761293" y="4751893"/>
            <a:ext cx="60960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4칸</a:t>
            </a:r>
            <a:endParaRPr lang="ko-KR" sz="2400" dirty="0"/>
          </a:p>
        </p:txBody>
      </p:sp>
      <p:sp>
        <p:nvSpPr>
          <p:cNvPr id="26" name="S07-label256"/>
          <p:cNvSpPr txBox="1"/>
          <p:nvPr/>
        </p:nvSpPr>
        <p:spPr>
          <a:xfrm>
            <a:off x="7844439" y="5538106"/>
            <a:ext cx="1054608" cy="381000"/>
          </a:xfrm>
          <a:prstGeom prst="rect">
            <a:avLst/>
          </a:prstGeom>
          <a:noFill/>
          <a:ln/>
        </p:spPr>
        <p:txBody>
          <a:bodyPr wrap="square" lIns="0" tIns="0" rIns="0" bIns="0" rtlCol="0" anchor="ctr"/>
          <a:lstStyle/>
          <a:p>
            <a:pPr eaLnBrk="0" algn="ctr" indent="0" marL="0">
              <a:buNone/>
            </a:pPr>
            <a:r>
              <a:rPr lang="en-US" altLang="ko-KR" sz="2400" b="1" dirty="0">
                <a:solidFill>
                  <a:srgbClr val="1F2937"/>
                </a:solidFill>
                <a:latin typeface="맑은 고딕" pitchFamily="34" charset="0"/>
                <a:ea typeface="맑은 고딕" pitchFamily="34" charset="-122"/>
                <a:cs typeface="맑은 고딕" pitchFamily="34" charset="-120"/>
              </a:rPr>
              <a:t>100 m</a:t>
            </a:r>
            <a:endParaRPr lang="ko-KR" sz="2400" dirty="0"/>
          </a:p>
        </p:txBody>
      </p:sp>
      <p:sp>
        <p:nvSpPr>
          <p:cNvPr id="27" name="S07-stepno257"/>
          <p:cNvSpPr txBox="1"/>
          <p:nvPr/>
        </p:nvSpPr>
        <p:spPr>
          <a:xfrm>
            <a:off x="548640" y="260146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1</a:t>
            </a:r>
            <a:endParaRPr lang="ko-KR" sz="2400" dirty="0"/>
          </a:p>
        </p:txBody>
      </p:sp>
      <p:sp>
        <p:nvSpPr>
          <p:cNvPr id="28" name="S07-text258"/>
          <p:cNvSpPr txBox="1"/>
          <p:nvPr/>
        </p:nvSpPr>
        <p:spPr>
          <a:xfrm>
            <a:off x="1325880" y="2555748"/>
            <a:ext cx="4800234" cy="929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두 곳 사이가 몇 칸인지 세요.</a:t>
            </a:r>
            <a:endParaRPr lang="ko-KR" sz="3000" dirty="0"/>
          </a:p>
        </p:txBody>
      </p:sp>
      <p:sp>
        <p:nvSpPr>
          <p:cNvPr id="29" name="S07-stepno259"/>
          <p:cNvSpPr txBox="1"/>
          <p:nvPr/>
        </p:nvSpPr>
        <p:spPr>
          <a:xfrm>
            <a:off x="548640" y="3695700"/>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2</a:t>
            </a:r>
            <a:endParaRPr lang="ko-KR" sz="2400" dirty="0"/>
          </a:p>
        </p:txBody>
      </p:sp>
      <p:sp>
        <p:nvSpPr>
          <p:cNvPr id="30" name="S07-text260"/>
          <p:cNvSpPr txBox="1"/>
          <p:nvPr/>
        </p:nvSpPr>
        <p:spPr>
          <a:xfrm>
            <a:off x="1325880" y="3649980"/>
            <a:ext cx="4800234" cy="929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축척을 봐요. 한 칸은 100 m예요.</a:t>
            </a:r>
            <a:endParaRPr lang="ko-KR" sz="3000" dirty="0"/>
          </a:p>
        </p:txBody>
      </p:sp>
      <p:sp>
        <p:nvSpPr>
          <p:cNvPr id="31" name="S07-stepno261"/>
          <p:cNvSpPr txBox="1"/>
          <p:nvPr/>
        </p:nvSpPr>
        <p:spPr>
          <a:xfrm>
            <a:off x="548640" y="478993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3</a:t>
            </a:r>
            <a:endParaRPr lang="ko-KR" sz="2400" dirty="0"/>
          </a:p>
        </p:txBody>
      </p:sp>
      <p:sp>
        <p:nvSpPr>
          <p:cNvPr id="32" name="S07-text262"/>
          <p:cNvSpPr txBox="1"/>
          <p:nvPr/>
        </p:nvSpPr>
        <p:spPr>
          <a:xfrm>
            <a:off x="1325880" y="4744212"/>
            <a:ext cx="4800234" cy="929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칸 수만큼 100 m씩 세요.</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4칸 → 400 m</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실제로 몇 m일까요?</a:t>
            </a:r>
            <a:endParaRPr lang="ko-KR" sz="4000" dirty="0"/>
          </a:p>
        </p:txBody>
      </p:sp>
      <p:sp>
        <p:nvSpPr>
          <p:cNvPr id="3" name="S08-card263"/>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4" name="S08-cardtext26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한 칸 = 100 m. 칸을 세고 m를 붙여 말해요.</a:t>
            </a:r>
            <a:endParaRPr lang="ko-KR" sz="3000" dirty="0"/>
          </a:p>
        </p:txBody>
      </p:sp>
      <p:sp>
        <p:nvSpPr>
          <p:cNvPr id="5" name="S08-figure265" descr="별빛마을 지도(모눈 한 칸 = 100 m). 범례: 산, 학교, 도서관, 병원, 공원, 집, 도로, 하천. 학교의 북쪽 2칸에 산, 동쪽 4칸에 도서관, 남쪽 3칸에 공원이 있다. 도서관의 남쪽 3칸에 병원, 공원의 동쪽 4칸에 병원이 있다. 하천은 마을 동쪽을 북에서 남으로 흐르고, 집은 하천 건너 도서관의 동쪽 4칸에 있다. 오른쪽 위에 북쪽을 가리키는 방위표가 있다."/>
          <p:cNvSpPr/>
          <p:nvPr/>
        </p:nvSpPr>
        <p:spPr>
          <a:xfrm>
            <a:off x="6368796"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6" name="S08-mark266"/>
          <p:cNvSpPr/>
          <p:nvPr/>
        </p:nvSpPr>
        <p:spPr>
          <a:xfrm>
            <a:off x="6690540"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7" name="S08-mark267"/>
          <p:cNvSpPr/>
          <p:nvPr/>
        </p:nvSpPr>
        <p:spPr>
          <a:xfrm>
            <a:off x="7012284"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8" name="S08-mark268"/>
          <p:cNvSpPr/>
          <p:nvPr/>
        </p:nvSpPr>
        <p:spPr>
          <a:xfrm>
            <a:off x="7334028"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9" name="S08-mark269"/>
          <p:cNvSpPr/>
          <p:nvPr/>
        </p:nvSpPr>
        <p:spPr>
          <a:xfrm>
            <a:off x="7655771"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0" name="S08-mark270"/>
          <p:cNvSpPr/>
          <p:nvPr/>
        </p:nvSpPr>
        <p:spPr>
          <a:xfrm>
            <a:off x="7977515"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1" name="S08-mark271"/>
          <p:cNvSpPr/>
          <p:nvPr/>
        </p:nvSpPr>
        <p:spPr>
          <a:xfrm>
            <a:off x="8299259"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2" name="S08-mark272"/>
          <p:cNvSpPr/>
          <p:nvPr/>
        </p:nvSpPr>
        <p:spPr>
          <a:xfrm>
            <a:off x="8621003"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3" name="S08-mark273"/>
          <p:cNvSpPr/>
          <p:nvPr/>
        </p:nvSpPr>
        <p:spPr>
          <a:xfrm>
            <a:off x="8942747"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4" name="S08-mark274"/>
          <p:cNvSpPr/>
          <p:nvPr/>
        </p:nvSpPr>
        <p:spPr>
          <a:xfrm>
            <a:off x="9264491"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5" name="S08-mark275"/>
          <p:cNvSpPr/>
          <p:nvPr/>
        </p:nvSpPr>
        <p:spPr>
          <a:xfrm>
            <a:off x="9586235"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6" name="S08-mark276"/>
          <p:cNvSpPr/>
          <p:nvPr/>
        </p:nvSpPr>
        <p:spPr>
          <a:xfrm>
            <a:off x="9907978" y="172554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7" name="S08-mark277"/>
          <p:cNvSpPr/>
          <p:nvPr/>
        </p:nvSpPr>
        <p:spPr>
          <a:xfrm>
            <a:off x="6368796" y="4299493"/>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18" name="S08-mark278"/>
          <p:cNvSpPr/>
          <p:nvPr/>
        </p:nvSpPr>
        <p:spPr>
          <a:xfrm>
            <a:off x="6368796" y="3977749"/>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19" name="S08-mark279"/>
          <p:cNvSpPr/>
          <p:nvPr/>
        </p:nvSpPr>
        <p:spPr>
          <a:xfrm>
            <a:off x="6368796" y="3656005"/>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0" name="S08-mark280"/>
          <p:cNvSpPr/>
          <p:nvPr/>
        </p:nvSpPr>
        <p:spPr>
          <a:xfrm>
            <a:off x="6368796" y="3334262"/>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1" name="S08-mark281"/>
          <p:cNvSpPr/>
          <p:nvPr/>
        </p:nvSpPr>
        <p:spPr>
          <a:xfrm>
            <a:off x="6368796" y="3012518"/>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2" name="S08-mark282"/>
          <p:cNvSpPr/>
          <p:nvPr/>
        </p:nvSpPr>
        <p:spPr>
          <a:xfrm>
            <a:off x="6368796" y="2690774"/>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3" name="S08-mark283"/>
          <p:cNvSpPr/>
          <p:nvPr/>
        </p:nvSpPr>
        <p:spPr>
          <a:xfrm>
            <a:off x="6368796" y="2369030"/>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4" name="S08-mark284"/>
          <p:cNvSpPr/>
          <p:nvPr/>
        </p:nvSpPr>
        <p:spPr>
          <a:xfrm>
            <a:off x="6368796" y="2047286"/>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5" name="S08-mark285"/>
          <p:cNvSpPr/>
          <p:nvPr/>
        </p:nvSpPr>
        <p:spPr>
          <a:xfrm>
            <a:off x="6368796" y="1725542"/>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6" name="S08-mark286"/>
          <p:cNvSpPr/>
          <p:nvPr/>
        </p:nvSpPr>
        <p:spPr>
          <a:xfrm>
            <a:off x="8974921" y="1725542"/>
            <a:ext cx="128698" cy="2573951"/>
          </a:xfrm>
          <a:custGeom>
            <a:avLst/>
            <a:gdLst/>
            <a:ahLst/>
            <a:cxnLst/>
            <a:rect l="l" t="t" r="r" b="b"/>
            <a:pathLst>
              <a:path w="128698" h="2573951">
                <a:moveTo>
                  <a:pt x="96523" y="0"/>
                </a:moveTo>
                <a:lnTo>
                  <a:pt x="0" y="482616"/>
                </a:lnTo>
                <a:lnTo>
                  <a:pt x="128698" y="965232"/>
                </a:lnTo>
                <a:lnTo>
                  <a:pt x="32174" y="1447847"/>
                </a:lnTo>
                <a:lnTo>
                  <a:pt x="128698" y="1930463"/>
                </a:lnTo>
                <a:lnTo>
                  <a:pt x="32174" y="2573951"/>
                </a:lnTo>
              </a:path>
            </a:pathLst>
          </a:custGeom>
          <a:noFill/>
          <a:ln w="88900">
            <a:solidFill>
              <a:srgbClr val="4A90C8"/>
            </a:solidFill>
            <a:prstDash val="solid"/>
          </a:ln>
        </p:spPr>
      </p:sp>
      <p:sp>
        <p:nvSpPr>
          <p:cNvPr id="27" name="S08-mark287"/>
          <p:cNvSpPr/>
          <p:nvPr/>
        </p:nvSpPr>
        <p:spPr>
          <a:xfrm>
            <a:off x="6368796" y="3173390"/>
            <a:ext cx="3539182" cy="9144"/>
          </a:xfrm>
          <a:custGeom>
            <a:avLst/>
            <a:gdLst/>
            <a:ahLst/>
            <a:cxnLst/>
            <a:rect l="l" t="t" r="r" b="b"/>
            <a:pathLst>
              <a:path w="3539182" h="9144">
                <a:moveTo>
                  <a:pt x="0" y="0"/>
                </a:moveTo>
                <a:lnTo>
                  <a:pt x="3539182" y="0"/>
                </a:lnTo>
              </a:path>
            </a:pathLst>
          </a:custGeom>
          <a:noFill/>
          <a:ln w="88900">
            <a:solidFill>
              <a:srgbClr val="A3AAB4"/>
            </a:solidFill>
            <a:prstDash val="solid"/>
          </a:ln>
        </p:spPr>
      </p:sp>
      <p:sp>
        <p:nvSpPr>
          <p:cNvPr id="28" name="S08-mark288"/>
          <p:cNvSpPr/>
          <p:nvPr/>
        </p:nvSpPr>
        <p:spPr>
          <a:xfrm>
            <a:off x="7816643" y="1725542"/>
            <a:ext cx="9144" cy="2573951"/>
          </a:xfrm>
          <a:custGeom>
            <a:avLst/>
            <a:gdLst/>
            <a:ahLst/>
            <a:cxnLst/>
            <a:rect l="l" t="t" r="r" b="b"/>
            <a:pathLst>
              <a:path w="9144" h="2573951">
                <a:moveTo>
                  <a:pt x="0" y="2573951"/>
                </a:moveTo>
                <a:lnTo>
                  <a:pt x="0" y="0"/>
                </a:lnTo>
              </a:path>
            </a:pathLst>
          </a:custGeom>
          <a:noFill/>
          <a:ln w="88900">
            <a:solidFill>
              <a:srgbClr val="A3AAB4"/>
            </a:solidFill>
            <a:prstDash val="solid"/>
          </a:ln>
        </p:spPr>
      </p:sp>
      <p:sp>
        <p:nvSpPr>
          <p:cNvPr id="29" name="S08-mark289"/>
          <p:cNvSpPr/>
          <p:nvPr/>
        </p:nvSpPr>
        <p:spPr>
          <a:xfrm>
            <a:off x="6368796" y="1725542"/>
            <a:ext cx="3539182" cy="2573951"/>
          </a:xfrm>
          <a:custGeom>
            <a:avLst/>
            <a:gdLst/>
            <a:ahLst/>
            <a:cxnLst/>
            <a:rect l="l" t="t" r="r" b="b"/>
            <a:pathLst>
              <a:path w="3539182" h="2573951">
                <a:moveTo>
                  <a:pt x="0" y="2573951"/>
                </a:moveTo>
                <a:lnTo>
                  <a:pt x="3539182" y="2573951"/>
                </a:lnTo>
                <a:lnTo>
                  <a:pt x="3539182" y="0"/>
                </a:lnTo>
                <a:lnTo>
                  <a:pt x="0" y="0"/>
                </a:lnTo>
                <a:lnTo>
                  <a:pt x="0" y="2573951"/>
                </a:lnTo>
              </a:path>
            </a:pathLst>
          </a:custGeom>
          <a:noFill/>
          <a:ln w="19050">
            <a:solidFill>
              <a:srgbClr val="1F2937"/>
            </a:solidFill>
            <a:prstDash val="solid"/>
          </a:ln>
        </p:spPr>
      </p:sp>
      <p:sp>
        <p:nvSpPr>
          <p:cNvPr id="30" name="S08-mark290"/>
          <p:cNvSpPr/>
          <p:nvPr/>
        </p:nvSpPr>
        <p:spPr>
          <a:xfrm>
            <a:off x="6867499" y="1912154"/>
            <a:ext cx="289569" cy="250960"/>
          </a:xfrm>
          <a:custGeom>
            <a:avLst/>
            <a:gdLst/>
            <a:ahLst/>
            <a:cxnLst/>
            <a:rect l="l" t="t" r="r" b="b"/>
            <a:pathLst>
              <a:path w="289569" h="250960">
                <a:moveTo>
                  <a:pt x="0" y="250960"/>
                </a:moveTo>
                <a:lnTo>
                  <a:pt x="289569" y="250960"/>
                </a:lnTo>
                <a:lnTo>
                  <a:pt x="144785" y="0"/>
                </a:lnTo>
                <a:close/>
              </a:path>
            </a:pathLst>
          </a:custGeom>
          <a:solidFill>
            <a:srgbClr val="8B5E3C"/>
          </a:solidFill>
          <a:ln w="15875">
            <a:solidFill>
              <a:srgbClr val="1F2937"/>
            </a:solidFill>
            <a:prstDash val="solid"/>
          </a:ln>
        </p:spPr>
      </p:sp>
      <p:sp>
        <p:nvSpPr>
          <p:cNvPr id="31" name="S08-mark291"/>
          <p:cNvSpPr/>
          <p:nvPr/>
        </p:nvSpPr>
        <p:spPr>
          <a:xfrm>
            <a:off x="6915761" y="2545989"/>
            <a:ext cx="231656" cy="160872"/>
          </a:xfrm>
          <a:custGeom>
            <a:avLst/>
            <a:gdLst/>
            <a:ahLst/>
            <a:cxnLst/>
            <a:rect l="l" t="t" r="r" b="b"/>
            <a:pathLst>
              <a:path w="231656" h="160872">
                <a:moveTo>
                  <a:pt x="0" y="0"/>
                </a:moveTo>
                <a:lnTo>
                  <a:pt x="231656" y="80436"/>
                </a:lnTo>
                <a:lnTo>
                  <a:pt x="0" y="160872"/>
                </a:lnTo>
                <a:close/>
              </a:path>
            </a:pathLst>
          </a:custGeom>
          <a:solidFill>
            <a:srgbClr val="E9762B"/>
          </a:solidFill>
          <a:ln w="15875">
            <a:solidFill>
              <a:srgbClr val="1F2937"/>
            </a:solidFill>
            <a:prstDash val="solid"/>
          </a:ln>
        </p:spPr>
      </p:sp>
      <p:sp>
        <p:nvSpPr>
          <p:cNvPr id="32" name="S08-mark292"/>
          <p:cNvSpPr/>
          <p:nvPr/>
        </p:nvSpPr>
        <p:spPr>
          <a:xfrm>
            <a:off x="6896456" y="2545989"/>
            <a:ext cx="38609" cy="289569"/>
          </a:xfrm>
          <a:custGeom>
            <a:avLst/>
            <a:gdLst/>
            <a:ahLst/>
            <a:cxnLst/>
            <a:rect l="l" t="t" r="r" b="b"/>
            <a:pathLst>
              <a:path w="38609" h="289569">
                <a:moveTo>
                  <a:pt x="0" y="289569"/>
                </a:moveTo>
                <a:lnTo>
                  <a:pt x="38609" y="289569"/>
                </a:lnTo>
                <a:lnTo>
                  <a:pt x="38609" y="0"/>
                </a:lnTo>
                <a:lnTo>
                  <a:pt x="0" y="0"/>
                </a:lnTo>
                <a:close/>
              </a:path>
            </a:pathLst>
          </a:custGeom>
          <a:solidFill>
            <a:srgbClr val="1F2937"/>
          </a:solidFill>
          <a:ln/>
        </p:spPr>
      </p:sp>
      <p:sp>
        <p:nvSpPr>
          <p:cNvPr id="33" name="S08-mark293"/>
          <p:cNvSpPr/>
          <p:nvPr/>
        </p:nvSpPr>
        <p:spPr>
          <a:xfrm>
            <a:off x="8151257" y="2587816"/>
            <a:ext cx="148002" cy="218786"/>
          </a:xfrm>
          <a:custGeom>
            <a:avLst/>
            <a:gdLst/>
            <a:ahLst/>
            <a:cxnLst/>
            <a:rect l="l" t="t" r="r" b="b"/>
            <a:pathLst>
              <a:path w="148002" h="218786">
                <a:moveTo>
                  <a:pt x="0" y="0"/>
                </a:moveTo>
                <a:lnTo>
                  <a:pt x="148002" y="32174"/>
                </a:lnTo>
                <a:lnTo>
                  <a:pt x="148002" y="218786"/>
                </a:lnTo>
                <a:lnTo>
                  <a:pt x="0" y="186611"/>
                </a:lnTo>
                <a:close/>
              </a:path>
            </a:pathLst>
          </a:custGeom>
          <a:solidFill>
            <a:srgbClr val="3D5A80"/>
          </a:solidFill>
          <a:ln w="15875">
            <a:solidFill>
              <a:srgbClr val="1F2937"/>
            </a:solidFill>
            <a:prstDash val="solid"/>
          </a:ln>
        </p:spPr>
      </p:sp>
      <p:sp>
        <p:nvSpPr>
          <p:cNvPr id="34" name="S08-mark294"/>
          <p:cNvSpPr/>
          <p:nvPr/>
        </p:nvSpPr>
        <p:spPr>
          <a:xfrm>
            <a:off x="8299259" y="2587816"/>
            <a:ext cx="148002" cy="218786"/>
          </a:xfrm>
          <a:custGeom>
            <a:avLst/>
            <a:gdLst/>
            <a:ahLst/>
            <a:cxnLst/>
            <a:rect l="l" t="t" r="r" b="b"/>
            <a:pathLst>
              <a:path w="148002" h="218786">
                <a:moveTo>
                  <a:pt x="148002" y="0"/>
                </a:moveTo>
                <a:lnTo>
                  <a:pt x="0" y="32174"/>
                </a:lnTo>
                <a:lnTo>
                  <a:pt x="0" y="218786"/>
                </a:lnTo>
                <a:lnTo>
                  <a:pt x="148002" y="186611"/>
                </a:lnTo>
                <a:close/>
              </a:path>
            </a:pathLst>
          </a:custGeom>
          <a:solidFill>
            <a:srgbClr val="3D5A80"/>
          </a:solidFill>
          <a:ln w="15875">
            <a:solidFill>
              <a:srgbClr val="1F2937"/>
            </a:solidFill>
            <a:prstDash val="solid"/>
          </a:ln>
        </p:spPr>
      </p:sp>
      <p:sp>
        <p:nvSpPr>
          <p:cNvPr id="35" name="S08-mark295"/>
          <p:cNvSpPr/>
          <p:nvPr/>
        </p:nvSpPr>
        <p:spPr>
          <a:xfrm>
            <a:off x="6992979" y="3672093"/>
            <a:ext cx="38609" cy="128698"/>
          </a:xfrm>
          <a:custGeom>
            <a:avLst/>
            <a:gdLst/>
            <a:ahLst/>
            <a:cxnLst/>
            <a:rect l="l" t="t" r="r" b="b"/>
            <a:pathLst>
              <a:path w="38609" h="128698">
                <a:moveTo>
                  <a:pt x="0" y="128698"/>
                </a:moveTo>
                <a:lnTo>
                  <a:pt x="38609" y="128698"/>
                </a:lnTo>
                <a:lnTo>
                  <a:pt x="38609" y="0"/>
                </a:lnTo>
                <a:lnTo>
                  <a:pt x="0" y="0"/>
                </a:lnTo>
                <a:close/>
              </a:path>
            </a:pathLst>
          </a:custGeom>
          <a:solidFill>
            <a:srgbClr val="8B5E3C"/>
          </a:solidFill>
          <a:ln/>
        </p:spPr>
      </p:sp>
      <p:sp>
        <p:nvSpPr>
          <p:cNvPr id="36" name="S08-mark296"/>
          <p:cNvSpPr/>
          <p:nvPr/>
        </p:nvSpPr>
        <p:spPr>
          <a:xfrm>
            <a:off x="6906108" y="3511221"/>
            <a:ext cx="212351" cy="212351"/>
          </a:xfrm>
          <a:custGeom>
            <a:avLst/>
            <a:gdLst/>
            <a:ahLst/>
            <a:cxnLst/>
            <a:rect l="l" t="t" r="r" b="b"/>
            <a:pathLst>
              <a:path w="212351" h="212351">
                <a:moveTo>
                  <a:pt x="212351" y="106175"/>
                </a:moveTo>
                <a:lnTo>
                  <a:pt x="207203" y="73358"/>
                </a:lnTo>
                <a:lnTo>
                  <a:pt x="192081" y="43757"/>
                </a:lnTo>
                <a:lnTo>
                  <a:pt x="168594" y="20270"/>
                </a:lnTo>
                <a:lnTo>
                  <a:pt x="138993" y="5148"/>
                </a:lnTo>
                <a:lnTo>
                  <a:pt x="106175" y="0"/>
                </a:lnTo>
                <a:lnTo>
                  <a:pt x="73358" y="5148"/>
                </a:lnTo>
                <a:lnTo>
                  <a:pt x="43757" y="20270"/>
                </a:lnTo>
                <a:lnTo>
                  <a:pt x="20270" y="43757"/>
                </a:lnTo>
                <a:lnTo>
                  <a:pt x="5148" y="73358"/>
                </a:lnTo>
                <a:lnTo>
                  <a:pt x="0" y="106175"/>
                </a:lnTo>
                <a:lnTo>
                  <a:pt x="5148" y="138993"/>
                </a:lnTo>
                <a:lnTo>
                  <a:pt x="20270" y="168594"/>
                </a:lnTo>
                <a:lnTo>
                  <a:pt x="43757" y="192081"/>
                </a:lnTo>
                <a:lnTo>
                  <a:pt x="73358" y="207203"/>
                </a:lnTo>
                <a:lnTo>
                  <a:pt x="106175" y="212351"/>
                </a:lnTo>
                <a:lnTo>
                  <a:pt x="138993" y="207203"/>
                </a:lnTo>
                <a:lnTo>
                  <a:pt x="168594" y="192081"/>
                </a:lnTo>
                <a:lnTo>
                  <a:pt x="192081" y="168594"/>
                </a:lnTo>
                <a:lnTo>
                  <a:pt x="207203" y="138993"/>
                </a:lnTo>
                <a:close/>
              </a:path>
            </a:pathLst>
          </a:custGeom>
          <a:solidFill>
            <a:srgbClr val="2A9D8F"/>
          </a:solidFill>
          <a:ln w="15875">
            <a:solidFill>
              <a:srgbClr val="1F2937"/>
            </a:solidFill>
            <a:prstDash val="solid"/>
          </a:ln>
        </p:spPr>
      </p:sp>
      <p:sp>
        <p:nvSpPr>
          <p:cNvPr id="37" name="S08-mark297"/>
          <p:cNvSpPr/>
          <p:nvPr/>
        </p:nvSpPr>
        <p:spPr>
          <a:xfrm>
            <a:off x="8170562" y="3527308"/>
            <a:ext cx="257395" cy="257395"/>
          </a:xfrm>
          <a:custGeom>
            <a:avLst/>
            <a:gdLst/>
            <a:ahLst/>
            <a:cxnLst/>
            <a:rect l="l" t="t" r="r" b="b"/>
            <a:pathLst>
              <a:path w="257395" h="257395">
                <a:moveTo>
                  <a:pt x="257395" y="128698"/>
                </a:moveTo>
                <a:lnTo>
                  <a:pt x="250960" y="88801"/>
                </a:lnTo>
                <a:lnTo>
                  <a:pt x="232943" y="53088"/>
                </a:lnTo>
                <a:lnTo>
                  <a:pt x="204307" y="24453"/>
                </a:lnTo>
                <a:lnTo>
                  <a:pt x="168594" y="6435"/>
                </a:lnTo>
                <a:lnTo>
                  <a:pt x="128698" y="0"/>
                </a:lnTo>
                <a:lnTo>
                  <a:pt x="88801" y="6435"/>
                </a:lnTo>
                <a:lnTo>
                  <a:pt x="53088" y="24453"/>
                </a:lnTo>
                <a:lnTo>
                  <a:pt x="24453" y="53088"/>
                </a:lnTo>
                <a:lnTo>
                  <a:pt x="6435" y="88801"/>
                </a:lnTo>
                <a:lnTo>
                  <a:pt x="0" y="128698"/>
                </a:lnTo>
                <a:lnTo>
                  <a:pt x="6435" y="168594"/>
                </a:lnTo>
                <a:lnTo>
                  <a:pt x="24453" y="204307"/>
                </a:lnTo>
                <a:lnTo>
                  <a:pt x="53088" y="232943"/>
                </a:lnTo>
                <a:lnTo>
                  <a:pt x="88801" y="250960"/>
                </a:lnTo>
                <a:lnTo>
                  <a:pt x="128698" y="257395"/>
                </a:lnTo>
                <a:lnTo>
                  <a:pt x="168594" y="250960"/>
                </a:lnTo>
                <a:lnTo>
                  <a:pt x="204307" y="232943"/>
                </a:lnTo>
                <a:lnTo>
                  <a:pt x="232943" y="204307"/>
                </a:lnTo>
                <a:lnTo>
                  <a:pt x="250960" y="168594"/>
                </a:lnTo>
                <a:close/>
              </a:path>
            </a:pathLst>
          </a:custGeom>
          <a:solidFill>
            <a:srgbClr val="FFFFFF"/>
          </a:solidFill>
          <a:ln w="25400">
            <a:solidFill>
              <a:srgbClr val="C8434E"/>
            </a:solidFill>
            <a:prstDash val="solid"/>
          </a:ln>
        </p:spPr>
      </p:sp>
      <p:sp>
        <p:nvSpPr>
          <p:cNvPr id="38" name="S08-mark298"/>
          <p:cNvSpPr/>
          <p:nvPr/>
        </p:nvSpPr>
        <p:spPr>
          <a:xfrm>
            <a:off x="8276737" y="3569135"/>
            <a:ext cx="45044" cy="173742"/>
          </a:xfrm>
          <a:custGeom>
            <a:avLst/>
            <a:gdLst/>
            <a:ahLst/>
            <a:cxnLst/>
            <a:rect l="l" t="t" r="r" b="b"/>
            <a:pathLst>
              <a:path w="45044" h="173742">
                <a:moveTo>
                  <a:pt x="0" y="173742"/>
                </a:moveTo>
                <a:lnTo>
                  <a:pt x="45044" y="173742"/>
                </a:lnTo>
                <a:lnTo>
                  <a:pt x="45044" y="0"/>
                </a:lnTo>
                <a:lnTo>
                  <a:pt x="0" y="0"/>
                </a:lnTo>
                <a:close/>
              </a:path>
            </a:pathLst>
          </a:custGeom>
          <a:solidFill>
            <a:srgbClr val="C8434E"/>
          </a:solidFill>
          <a:ln/>
        </p:spPr>
      </p:sp>
      <p:sp>
        <p:nvSpPr>
          <p:cNvPr id="39" name="S08-mark299"/>
          <p:cNvSpPr/>
          <p:nvPr/>
        </p:nvSpPr>
        <p:spPr>
          <a:xfrm>
            <a:off x="8212388" y="3633483"/>
            <a:ext cx="173742" cy="45044"/>
          </a:xfrm>
          <a:custGeom>
            <a:avLst/>
            <a:gdLst/>
            <a:ahLst/>
            <a:cxnLst/>
            <a:rect l="l" t="t" r="r" b="b"/>
            <a:pathLst>
              <a:path w="173742" h="45044">
                <a:moveTo>
                  <a:pt x="0" y="45044"/>
                </a:moveTo>
                <a:lnTo>
                  <a:pt x="173742" y="45044"/>
                </a:lnTo>
                <a:lnTo>
                  <a:pt x="173742" y="0"/>
                </a:lnTo>
                <a:lnTo>
                  <a:pt x="0" y="0"/>
                </a:lnTo>
                <a:close/>
              </a:path>
            </a:pathLst>
          </a:custGeom>
          <a:solidFill>
            <a:srgbClr val="C8434E"/>
          </a:solidFill>
          <a:ln/>
        </p:spPr>
      </p:sp>
      <p:sp>
        <p:nvSpPr>
          <p:cNvPr id="40" name="S08-mark300"/>
          <p:cNvSpPr/>
          <p:nvPr/>
        </p:nvSpPr>
        <p:spPr>
          <a:xfrm>
            <a:off x="9470407" y="2555642"/>
            <a:ext cx="231656" cy="257395"/>
          </a:xfrm>
          <a:custGeom>
            <a:avLst/>
            <a:gdLst/>
            <a:ahLst/>
            <a:cxnLst/>
            <a:rect l="l" t="t" r="r" b="b"/>
            <a:pathLst>
              <a:path w="231656" h="257395">
                <a:moveTo>
                  <a:pt x="0" y="257395"/>
                </a:moveTo>
                <a:lnTo>
                  <a:pt x="231656" y="257395"/>
                </a:lnTo>
                <a:lnTo>
                  <a:pt x="231656" y="109393"/>
                </a:lnTo>
                <a:lnTo>
                  <a:pt x="115828" y="0"/>
                </a:lnTo>
                <a:lnTo>
                  <a:pt x="0" y="109393"/>
                </a:lnTo>
                <a:close/>
              </a:path>
            </a:pathLst>
          </a:custGeom>
          <a:solidFill>
            <a:srgbClr val="F2C14E"/>
          </a:solidFill>
          <a:ln w="15875">
            <a:solidFill>
              <a:srgbClr val="1F2937"/>
            </a:solidFill>
            <a:prstDash val="solid"/>
          </a:ln>
        </p:spPr>
      </p:sp>
      <p:sp>
        <p:nvSpPr>
          <p:cNvPr id="41" name="S08-mark301"/>
          <p:cNvSpPr/>
          <p:nvPr/>
        </p:nvSpPr>
        <p:spPr>
          <a:xfrm>
            <a:off x="10195939" y="1941754"/>
            <a:ext cx="260613" cy="225864"/>
          </a:xfrm>
          <a:custGeom>
            <a:avLst/>
            <a:gdLst/>
            <a:ahLst/>
            <a:cxnLst/>
            <a:rect l="l" t="t" r="r" b="b"/>
            <a:pathLst>
              <a:path w="260613" h="225864">
                <a:moveTo>
                  <a:pt x="0" y="225864"/>
                </a:moveTo>
                <a:lnTo>
                  <a:pt x="260613" y="225864"/>
                </a:lnTo>
                <a:lnTo>
                  <a:pt x="130306" y="0"/>
                </a:lnTo>
                <a:close/>
              </a:path>
            </a:pathLst>
          </a:custGeom>
          <a:solidFill>
            <a:srgbClr val="8B5E3C"/>
          </a:solidFill>
          <a:ln w="15875">
            <a:solidFill>
              <a:srgbClr val="1F2937"/>
            </a:solidFill>
            <a:prstDash val="solid"/>
          </a:ln>
        </p:spPr>
      </p:sp>
      <p:sp>
        <p:nvSpPr>
          <p:cNvPr id="42" name="S08-mark302"/>
          <p:cNvSpPr/>
          <p:nvPr/>
        </p:nvSpPr>
        <p:spPr>
          <a:xfrm>
            <a:off x="10239375" y="2312725"/>
            <a:ext cx="208490" cy="144785"/>
          </a:xfrm>
          <a:custGeom>
            <a:avLst/>
            <a:gdLst/>
            <a:ahLst/>
            <a:cxnLst/>
            <a:rect l="l" t="t" r="r" b="b"/>
            <a:pathLst>
              <a:path w="208490" h="144785">
                <a:moveTo>
                  <a:pt x="0" y="0"/>
                </a:moveTo>
                <a:lnTo>
                  <a:pt x="208490" y="72392"/>
                </a:lnTo>
                <a:lnTo>
                  <a:pt x="0" y="144785"/>
                </a:lnTo>
                <a:close/>
              </a:path>
            </a:pathLst>
          </a:custGeom>
          <a:solidFill>
            <a:srgbClr val="E9762B"/>
          </a:solidFill>
          <a:ln w="15875">
            <a:solidFill>
              <a:srgbClr val="1F2937"/>
            </a:solidFill>
            <a:prstDash val="solid"/>
          </a:ln>
        </p:spPr>
      </p:sp>
      <p:sp>
        <p:nvSpPr>
          <p:cNvPr id="43" name="S08-mark303"/>
          <p:cNvSpPr/>
          <p:nvPr/>
        </p:nvSpPr>
        <p:spPr>
          <a:xfrm>
            <a:off x="10222000" y="2312725"/>
            <a:ext cx="34748" cy="260613"/>
          </a:xfrm>
          <a:custGeom>
            <a:avLst/>
            <a:gdLst/>
            <a:ahLst/>
            <a:cxnLst/>
            <a:rect l="l" t="t" r="r" b="b"/>
            <a:pathLst>
              <a:path w="34748" h="260613">
                <a:moveTo>
                  <a:pt x="0" y="260613"/>
                </a:moveTo>
                <a:lnTo>
                  <a:pt x="34748" y="260613"/>
                </a:lnTo>
                <a:lnTo>
                  <a:pt x="34748" y="0"/>
                </a:lnTo>
                <a:lnTo>
                  <a:pt x="0" y="0"/>
                </a:lnTo>
                <a:close/>
              </a:path>
            </a:pathLst>
          </a:custGeom>
          <a:solidFill>
            <a:srgbClr val="1F2937"/>
          </a:solidFill>
          <a:ln/>
        </p:spPr>
      </p:sp>
      <p:sp>
        <p:nvSpPr>
          <p:cNvPr id="44" name="S08-mark304"/>
          <p:cNvSpPr/>
          <p:nvPr/>
        </p:nvSpPr>
        <p:spPr>
          <a:xfrm>
            <a:off x="10193043" y="2730027"/>
            <a:ext cx="133202" cy="196907"/>
          </a:xfrm>
          <a:custGeom>
            <a:avLst/>
            <a:gdLst/>
            <a:ahLst/>
            <a:cxnLst/>
            <a:rect l="l" t="t" r="r" b="b"/>
            <a:pathLst>
              <a:path w="133202" h="196907">
                <a:moveTo>
                  <a:pt x="0" y="0"/>
                </a:moveTo>
                <a:lnTo>
                  <a:pt x="133202" y="28957"/>
                </a:lnTo>
                <a:lnTo>
                  <a:pt x="133202" y="196907"/>
                </a:lnTo>
                <a:lnTo>
                  <a:pt x="0" y="167950"/>
                </a:lnTo>
                <a:close/>
              </a:path>
            </a:pathLst>
          </a:custGeom>
          <a:solidFill>
            <a:srgbClr val="3D5A80"/>
          </a:solidFill>
          <a:ln w="15875">
            <a:solidFill>
              <a:srgbClr val="1F2937"/>
            </a:solidFill>
            <a:prstDash val="solid"/>
          </a:ln>
        </p:spPr>
      </p:sp>
      <p:sp>
        <p:nvSpPr>
          <p:cNvPr id="45" name="S08-mark305"/>
          <p:cNvSpPr/>
          <p:nvPr/>
        </p:nvSpPr>
        <p:spPr>
          <a:xfrm>
            <a:off x="10326245" y="2730027"/>
            <a:ext cx="133202" cy="196907"/>
          </a:xfrm>
          <a:custGeom>
            <a:avLst/>
            <a:gdLst/>
            <a:ahLst/>
            <a:cxnLst/>
            <a:rect l="l" t="t" r="r" b="b"/>
            <a:pathLst>
              <a:path w="133202" h="196907">
                <a:moveTo>
                  <a:pt x="133202" y="0"/>
                </a:moveTo>
                <a:lnTo>
                  <a:pt x="0" y="28957"/>
                </a:lnTo>
                <a:lnTo>
                  <a:pt x="0" y="196907"/>
                </a:lnTo>
                <a:lnTo>
                  <a:pt x="133202" y="167950"/>
                </a:lnTo>
                <a:close/>
              </a:path>
            </a:pathLst>
          </a:custGeom>
          <a:solidFill>
            <a:srgbClr val="3D5A80"/>
          </a:solidFill>
          <a:ln w="15875">
            <a:solidFill>
              <a:srgbClr val="1F2937"/>
            </a:solidFill>
            <a:prstDash val="solid"/>
          </a:ln>
        </p:spPr>
      </p:sp>
      <p:sp>
        <p:nvSpPr>
          <p:cNvPr id="46" name="S08-mark306"/>
          <p:cNvSpPr/>
          <p:nvPr/>
        </p:nvSpPr>
        <p:spPr>
          <a:xfrm>
            <a:off x="10210418" y="3086519"/>
            <a:ext cx="231656" cy="231656"/>
          </a:xfrm>
          <a:custGeom>
            <a:avLst/>
            <a:gdLst/>
            <a:ahLst/>
            <a:cxnLst/>
            <a:rect l="l" t="t" r="r" b="b"/>
            <a:pathLst>
              <a:path w="231656" h="231656">
                <a:moveTo>
                  <a:pt x="231656" y="115828"/>
                </a:moveTo>
                <a:lnTo>
                  <a:pt x="225864" y="80114"/>
                </a:lnTo>
                <a:lnTo>
                  <a:pt x="209455" y="47618"/>
                </a:lnTo>
                <a:lnTo>
                  <a:pt x="184037" y="22200"/>
                </a:lnTo>
                <a:lnTo>
                  <a:pt x="151541" y="5791"/>
                </a:lnTo>
                <a:lnTo>
                  <a:pt x="115828" y="0"/>
                </a:lnTo>
                <a:lnTo>
                  <a:pt x="80114" y="5791"/>
                </a:lnTo>
                <a:lnTo>
                  <a:pt x="47618" y="22200"/>
                </a:lnTo>
                <a:lnTo>
                  <a:pt x="22200" y="47618"/>
                </a:lnTo>
                <a:lnTo>
                  <a:pt x="5791" y="80114"/>
                </a:lnTo>
                <a:lnTo>
                  <a:pt x="0" y="115828"/>
                </a:lnTo>
                <a:lnTo>
                  <a:pt x="5791" y="151541"/>
                </a:lnTo>
                <a:lnTo>
                  <a:pt x="22200" y="184037"/>
                </a:lnTo>
                <a:lnTo>
                  <a:pt x="47618" y="209455"/>
                </a:lnTo>
                <a:lnTo>
                  <a:pt x="80114" y="225864"/>
                </a:lnTo>
                <a:lnTo>
                  <a:pt x="115828" y="231656"/>
                </a:lnTo>
                <a:lnTo>
                  <a:pt x="151541" y="225864"/>
                </a:lnTo>
                <a:lnTo>
                  <a:pt x="184037" y="209455"/>
                </a:lnTo>
                <a:lnTo>
                  <a:pt x="209455" y="184037"/>
                </a:lnTo>
                <a:lnTo>
                  <a:pt x="225864" y="151541"/>
                </a:lnTo>
                <a:close/>
              </a:path>
            </a:pathLst>
          </a:custGeom>
          <a:solidFill>
            <a:srgbClr val="FFFFFF"/>
          </a:solidFill>
          <a:ln w="25400">
            <a:solidFill>
              <a:srgbClr val="C8434E"/>
            </a:solidFill>
            <a:prstDash val="solid"/>
          </a:ln>
        </p:spPr>
      </p:sp>
      <p:sp>
        <p:nvSpPr>
          <p:cNvPr id="47" name="S08-mark307"/>
          <p:cNvSpPr/>
          <p:nvPr/>
        </p:nvSpPr>
        <p:spPr>
          <a:xfrm>
            <a:off x="10305976" y="3124163"/>
            <a:ext cx="40540" cy="156368"/>
          </a:xfrm>
          <a:custGeom>
            <a:avLst/>
            <a:gdLst/>
            <a:ahLst/>
            <a:cxnLst/>
            <a:rect l="l" t="t" r="r" b="b"/>
            <a:pathLst>
              <a:path w="40540" h="156368">
                <a:moveTo>
                  <a:pt x="0" y="156368"/>
                </a:moveTo>
                <a:lnTo>
                  <a:pt x="40540" y="156368"/>
                </a:lnTo>
                <a:lnTo>
                  <a:pt x="40540" y="0"/>
                </a:lnTo>
                <a:lnTo>
                  <a:pt x="0" y="0"/>
                </a:lnTo>
                <a:close/>
              </a:path>
            </a:pathLst>
          </a:custGeom>
          <a:solidFill>
            <a:srgbClr val="C8434E"/>
          </a:solidFill>
          <a:ln/>
        </p:spPr>
      </p:sp>
      <p:sp>
        <p:nvSpPr>
          <p:cNvPr id="48" name="S08-mark308"/>
          <p:cNvSpPr/>
          <p:nvPr/>
        </p:nvSpPr>
        <p:spPr>
          <a:xfrm>
            <a:off x="10248062" y="3182077"/>
            <a:ext cx="156368" cy="40540"/>
          </a:xfrm>
          <a:custGeom>
            <a:avLst/>
            <a:gdLst/>
            <a:ahLst/>
            <a:cxnLst/>
            <a:rect l="l" t="t" r="r" b="b"/>
            <a:pathLst>
              <a:path w="156368" h="40540">
                <a:moveTo>
                  <a:pt x="0" y="40540"/>
                </a:moveTo>
                <a:lnTo>
                  <a:pt x="156368" y="40540"/>
                </a:lnTo>
                <a:lnTo>
                  <a:pt x="156368" y="0"/>
                </a:lnTo>
                <a:lnTo>
                  <a:pt x="0" y="0"/>
                </a:lnTo>
                <a:close/>
              </a:path>
            </a:pathLst>
          </a:custGeom>
          <a:solidFill>
            <a:srgbClr val="C8434E"/>
          </a:solidFill>
          <a:ln/>
        </p:spPr>
      </p:sp>
      <p:sp>
        <p:nvSpPr>
          <p:cNvPr id="49" name="S08-mark309"/>
          <p:cNvSpPr/>
          <p:nvPr/>
        </p:nvSpPr>
        <p:spPr>
          <a:xfrm>
            <a:off x="10308871" y="3596483"/>
            <a:ext cx="34748" cy="115828"/>
          </a:xfrm>
          <a:custGeom>
            <a:avLst/>
            <a:gdLst/>
            <a:ahLst/>
            <a:cxnLst/>
            <a:rect l="l" t="t" r="r" b="b"/>
            <a:pathLst>
              <a:path w="34748" h="115828">
                <a:moveTo>
                  <a:pt x="0" y="115828"/>
                </a:moveTo>
                <a:lnTo>
                  <a:pt x="34748" y="115828"/>
                </a:lnTo>
                <a:lnTo>
                  <a:pt x="34748" y="0"/>
                </a:lnTo>
                <a:lnTo>
                  <a:pt x="0" y="0"/>
                </a:lnTo>
                <a:close/>
              </a:path>
            </a:pathLst>
          </a:custGeom>
          <a:solidFill>
            <a:srgbClr val="8B5E3C"/>
          </a:solidFill>
          <a:ln/>
        </p:spPr>
      </p:sp>
      <p:sp>
        <p:nvSpPr>
          <p:cNvPr id="50" name="S08-mark310"/>
          <p:cNvSpPr/>
          <p:nvPr/>
        </p:nvSpPr>
        <p:spPr>
          <a:xfrm>
            <a:off x="10230687" y="3451698"/>
            <a:ext cx="191116" cy="191116"/>
          </a:xfrm>
          <a:custGeom>
            <a:avLst/>
            <a:gdLst/>
            <a:ahLst/>
            <a:cxnLst/>
            <a:rect l="l" t="t" r="r" b="b"/>
            <a:pathLst>
              <a:path w="191116" h="191116">
                <a:moveTo>
                  <a:pt x="191116" y="95558"/>
                </a:moveTo>
                <a:lnTo>
                  <a:pt x="186290" y="65957"/>
                </a:lnTo>
                <a:lnTo>
                  <a:pt x="172776" y="39253"/>
                </a:lnTo>
                <a:lnTo>
                  <a:pt x="151863" y="18339"/>
                </a:lnTo>
                <a:lnTo>
                  <a:pt x="125158" y="4826"/>
                </a:lnTo>
                <a:lnTo>
                  <a:pt x="95558" y="0"/>
                </a:lnTo>
                <a:lnTo>
                  <a:pt x="65957" y="4826"/>
                </a:lnTo>
                <a:lnTo>
                  <a:pt x="39253" y="18339"/>
                </a:lnTo>
                <a:lnTo>
                  <a:pt x="18339" y="39253"/>
                </a:lnTo>
                <a:lnTo>
                  <a:pt x="4826" y="65957"/>
                </a:lnTo>
                <a:lnTo>
                  <a:pt x="0" y="95558"/>
                </a:lnTo>
                <a:lnTo>
                  <a:pt x="4826" y="125158"/>
                </a:lnTo>
                <a:lnTo>
                  <a:pt x="18339" y="151863"/>
                </a:lnTo>
                <a:lnTo>
                  <a:pt x="39253" y="172776"/>
                </a:lnTo>
                <a:lnTo>
                  <a:pt x="65957" y="186290"/>
                </a:lnTo>
                <a:lnTo>
                  <a:pt x="95558" y="191116"/>
                </a:lnTo>
                <a:lnTo>
                  <a:pt x="125158" y="186290"/>
                </a:lnTo>
                <a:lnTo>
                  <a:pt x="151863" y="172776"/>
                </a:lnTo>
                <a:lnTo>
                  <a:pt x="172776" y="151863"/>
                </a:lnTo>
                <a:lnTo>
                  <a:pt x="186290" y="125158"/>
                </a:lnTo>
                <a:close/>
              </a:path>
            </a:pathLst>
          </a:custGeom>
          <a:solidFill>
            <a:srgbClr val="2A9D8F"/>
          </a:solidFill>
          <a:ln w="15875">
            <a:solidFill>
              <a:srgbClr val="1F2937"/>
            </a:solidFill>
            <a:prstDash val="solid"/>
          </a:ln>
        </p:spPr>
      </p:sp>
      <p:sp>
        <p:nvSpPr>
          <p:cNvPr id="51" name="S08-mark311"/>
          <p:cNvSpPr/>
          <p:nvPr/>
        </p:nvSpPr>
        <p:spPr>
          <a:xfrm>
            <a:off x="10222000" y="3840043"/>
            <a:ext cx="208490" cy="231656"/>
          </a:xfrm>
          <a:custGeom>
            <a:avLst/>
            <a:gdLst/>
            <a:ahLst/>
            <a:cxnLst/>
            <a:rect l="l" t="t" r="r" b="b"/>
            <a:pathLst>
              <a:path w="208490" h="231656">
                <a:moveTo>
                  <a:pt x="0" y="231656"/>
                </a:moveTo>
                <a:lnTo>
                  <a:pt x="208490" y="231656"/>
                </a:lnTo>
                <a:lnTo>
                  <a:pt x="208490" y="98454"/>
                </a:lnTo>
                <a:lnTo>
                  <a:pt x="104245" y="0"/>
                </a:lnTo>
                <a:lnTo>
                  <a:pt x="0" y="98454"/>
                </a:lnTo>
                <a:close/>
              </a:path>
            </a:pathLst>
          </a:custGeom>
          <a:solidFill>
            <a:srgbClr val="F2C14E"/>
          </a:solidFill>
          <a:ln w="15875">
            <a:solidFill>
              <a:srgbClr val="1F2937"/>
            </a:solidFill>
            <a:prstDash val="solid"/>
          </a:ln>
        </p:spPr>
      </p:sp>
      <p:sp>
        <p:nvSpPr>
          <p:cNvPr id="52" name="S08-mark312"/>
          <p:cNvSpPr/>
          <p:nvPr/>
        </p:nvSpPr>
        <p:spPr>
          <a:xfrm>
            <a:off x="10133199" y="1532496"/>
            <a:ext cx="1415673" cy="3381528"/>
          </a:xfrm>
          <a:custGeom>
            <a:avLst/>
            <a:gdLst/>
            <a:ahLst/>
            <a:cxnLst/>
            <a:rect l="l" t="t" r="r" b="b"/>
            <a:pathLst>
              <a:path w="1415673" h="3381528">
                <a:moveTo>
                  <a:pt x="0" y="3381528"/>
                </a:moveTo>
                <a:lnTo>
                  <a:pt x="1415673" y="3381528"/>
                </a:lnTo>
                <a:lnTo>
                  <a:pt x="1415673" y="0"/>
                </a:lnTo>
                <a:lnTo>
                  <a:pt x="0" y="0"/>
                </a:lnTo>
                <a:lnTo>
                  <a:pt x="0" y="3381528"/>
                </a:lnTo>
              </a:path>
            </a:pathLst>
          </a:custGeom>
          <a:noFill/>
          <a:ln w="15875">
            <a:solidFill>
              <a:srgbClr val="1F2937"/>
            </a:solidFill>
            <a:prstDash val="solid"/>
          </a:ln>
        </p:spPr>
      </p:sp>
      <p:sp>
        <p:nvSpPr>
          <p:cNvPr id="53" name="S08-mark313"/>
          <p:cNvSpPr/>
          <p:nvPr/>
        </p:nvSpPr>
        <p:spPr>
          <a:xfrm>
            <a:off x="10133199" y="1854240"/>
            <a:ext cx="1415673" cy="9144"/>
          </a:xfrm>
          <a:custGeom>
            <a:avLst/>
            <a:gdLst/>
            <a:ahLst/>
            <a:cxnLst/>
            <a:rect l="l" t="t" r="r" b="b"/>
            <a:pathLst>
              <a:path w="1415673" h="9144">
                <a:moveTo>
                  <a:pt x="0" y="0"/>
                </a:moveTo>
                <a:lnTo>
                  <a:pt x="1415673" y="0"/>
                </a:lnTo>
              </a:path>
            </a:pathLst>
          </a:custGeom>
          <a:noFill/>
          <a:ln w="12700">
            <a:solidFill>
              <a:srgbClr val="1F2937"/>
            </a:solidFill>
            <a:prstDash val="solid"/>
          </a:ln>
        </p:spPr>
      </p:sp>
      <p:sp>
        <p:nvSpPr>
          <p:cNvPr id="54" name="S08-mark314"/>
          <p:cNvSpPr/>
          <p:nvPr/>
        </p:nvSpPr>
        <p:spPr>
          <a:xfrm flipV="1">
            <a:off x="9586235" y="2111635"/>
            <a:ext cx="0" cy="321744"/>
          </a:xfrm>
          <a:prstGeom prst="line">
            <a:avLst/>
          </a:prstGeom>
          <a:noFill/>
          <a:ln w="31750">
            <a:solidFill>
              <a:srgbClr val="1F2937"/>
            </a:solidFill>
            <a:prstDash val="solid"/>
            <a:tailEnd type="triangle"/>
          </a:ln>
        </p:spPr>
      </p:sp>
      <p:sp>
        <p:nvSpPr>
          <p:cNvPr id="55" name="S08-mark315"/>
          <p:cNvSpPr/>
          <p:nvPr/>
        </p:nvSpPr>
        <p:spPr>
          <a:xfrm>
            <a:off x="9473624" y="2272507"/>
            <a:ext cx="225221" cy="0"/>
          </a:xfrm>
          <a:prstGeom prst="line">
            <a:avLst/>
          </a:prstGeom>
          <a:noFill/>
          <a:ln w="25400">
            <a:solidFill>
              <a:srgbClr val="1F2937"/>
            </a:solidFill>
            <a:prstDash val="solid"/>
          </a:ln>
        </p:spPr>
      </p:sp>
      <p:sp>
        <p:nvSpPr>
          <p:cNvPr id="56" name="S08-mark316"/>
          <p:cNvSpPr/>
          <p:nvPr/>
        </p:nvSpPr>
        <p:spPr>
          <a:xfrm>
            <a:off x="6368796" y="4540801"/>
            <a:ext cx="321744" cy="0"/>
          </a:xfrm>
          <a:prstGeom prst="line">
            <a:avLst/>
          </a:prstGeom>
          <a:noFill/>
          <a:ln w="38100">
            <a:solidFill>
              <a:srgbClr val="1F2937"/>
            </a:solidFill>
            <a:prstDash val="solid"/>
          </a:ln>
        </p:spPr>
      </p:sp>
      <p:sp>
        <p:nvSpPr>
          <p:cNvPr id="57" name="S08-mark317"/>
          <p:cNvSpPr/>
          <p:nvPr/>
        </p:nvSpPr>
        <p:spPr>
          <a:xfrm>
            <a:off x="6368796" y="4470017"/>
            <a:ext cx="0" cy="141567"/>
          </a:xfrm>
          <a:prstGeom prst="line">
            <a:avLst/>
          </a:prstGeom>
          <a:noFill/>
          <a:ln w="25400">
            <a:solidFill>
              <a:srgbClr val="1F2937"/>
            </a:solidFill>
            <a:prstDash val="solid"/>
          </a:ln>
        </p:spPr>
      </p:sp>
      <p:sp>
        <p:nvSpPr>
          <p:cNvPr id="58" name="S08-mark318"/>
          <p:cNvSpPr/>
          <p:nvPr/>
        </p:nvSpPr>
        <p:spPr>
          <a:xfrm>
            <a:off x="6690540" y="4470017"/>
            <a:ext cx="0" cy="141567"/>
          </a:xfrm>
          <a:prstGeom prst="line">
            <a:avLst/>
          </a:prstGeom>
          <a:noFill/>
          <a:ln w="25400">
            <a:solidFill>
              <a:srgbClr val="1F2937"/>
            </a:solidFill>
            <a:prstDash val="solid"/>
          </a:ln>
        </p:spPr>
      </p:sp>
      <p:sp>
        <p:nvSpPr>
          <p:cNvPr id="59" name="S08-mark319"/>
          <p:cNvSpPr/>
          <p:nvPr/>
        </p:nvSpPr>
        <p:spPr>
          <a:xfrm>
            <a:off x="10181461" y="4341320"/>
            <a:ext cx="289569" cy="0"/>
          </a:xfrm>
          <a:prstGeom prst="line">
            <a:avLst/>
          </a:prstGeom>
          <a:noFill/>
          <a:ln w="88900">
            <a:solidFill>
              <a:srgbClr val="A3AAB4"/>
            </a:solidFill>
            <a:prstDash val="solid"/>
          </a:ln>
        </p:spPr>
      </p:sp>
      <p:sp>
        <p:nvSpPr>
          <p:cNvPr id="60" name="S08-mark320"/>
          <p:cNvSpPr/>
          <p:nvPr/>
        </p:nvSpPr>
        <p:spPr>
          <a:xfrm>
            <a:off x="10181461" y="4720978"/>
            <a:ext cx="289569" cy="0"/>
          </a:xfrm>
          <a:prstGeom prst="line">
            <a:avLst/>
          </a:prstGeom>
          <a:noFill/>
          <a:ln w="88900">
            <a:solidFill>
              <a:srgbClr val="4A90C8"/>
            </a:solidFill>
            <a:prstDash val="solid"/>
          </a:ln>
        </p:spPr>
      </p:sp>
      <p:sp>
        <p:nvSpPr>
          <p:cNvPr id="61" name="S08-label322"/>
          <p:cNvSpPr txBox="1"/>
          <p:nvPr/>
        </p:nvSpPr>
        <p:spPr>
          <a:xfrm>
            <a:off x="9382019" y="1744176"/>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62" name="S08-label324"/>
          <p:cNvSpPr txBox="1"/>
          <p:nvPr/>
        </p:nvSpPr>
        <p:spPr>
          <a:xfrm>
            <a:off x="6694757" y="4350301"/>
            <a:ext cx="1054608" cy="381000"/>
          </a:xfrm>
          <a:prstGeom prst="rect">
            <a:avLst/>
          </a:prstGeom>
          <a:noFill/>
          <a:ln/>
        </p:spPr>
        <p:txBody>
          <a:bodyPr wrap="square" lIns="0" tIns="0" rIns="0" bIns="0" rtlCol="0" anchor="ctr"/>
          <a:lstStyle/>
          <a:p>
            <a:pPr eaLnBrk="0" algn="ctr" indent="0" marL="0">
              <a:buNone/>
            </a:pPr>
            <a:r>
              <a:rPr lang="en-US" altLang="ko-KR" sz="2400" b="1" dirty="0">
                <a:solidFill>
                  <a:srgbClr val="1F2937"/>
                </a:solidFill>
                <a:latin typeface="맑은 고딕" pitchFamily="34" charset="0"/>
                <a:ea typeface="맑은 고딕" pitchFamily="34" charset="-122"/>
                <a:cs typeface="맑은 고딕" pitchFamily="34" charset="-120"/>
              </a:rPr>
              <a:t>100 m</a:t>
            </a:r>
            <a:endParaRPr lang="ko-KR" sz="2400" dirty="0"/>
          </a:p>
        </p:txBody>
      </p:sp>
      <p:sp>
        <p:nvSpPr>
          <p:cNvPr id="63" name="S08-label326"/>
          <p:cNvSpPr txBox="1"/>
          <p:nvPr/>
        </p:nvSpPr>
        <p:spPr>
          <a:xfrm>
            <a:off x="10487468" y="1502868"/>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범례</a:t>
            </a:r>
            <a:endParaRPr lang="ko-KR" sz="2400" dirty="0"/>
          </a:p>
        </p:txBody>
      </p:sp>
      <p:sp>
        <p:nvSpPr>
          <p:cNvPr id="64" name="S08-label328"/>
          <p:cNvSpPr txBox="1"/>
          <p:nvPr/>
        </p:nvSpPr>
        <p:spPr>
          <a:xfrm>
            <a:off x="10481417" y="1872873"/>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산</a:t>
            </a:r>
            <a:endParaRPr lang="ko-KR" sz="2400" dirty="0"/>
          </a:p>
        </p:txBody>
      </p:sp>
      <p:sp>
        <p:nvSpPr>
          <p:cNvPr id="65" name="S08-label330"/>
          <p:cNvSpPr txBox="1"/>
          <p:nvPr/>
        </p:nvSpPr>
        <p:spPr>
          <a:xfrm>
            <a:off x="10481998" y="2252531"/>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66" name="S08-label332"/>
          <p:cNvSpPr txBox="1"/>
          <p:nvPr/>
        </p:nvSpPr>
        <p:spPr>
          <a:xfrm>
            <a:off x="10482900" y="2632189"/>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67" name="S08-label334"/>
          <p:cNvSpPr txBox="1"/>
          <p:nvPr/>
        </p:nvSpPr>
        <p:spPr>
          <a:xfrm>
            <a:off x="10481998" y="3011847"/>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68" name="S08-label336"/>
          <p:cNvSpPr txBox="1"/>
          <p:nvPr/>
        </p:nvSpPr>
        <p:spPr>
          <a:xfrm>
            <a:off x="10481998" y="3391504"/>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69" name="S08-label338"/>
          <p:cNvSpPr txBox="1"/>
          <p:nvPr/>
        </p:nvSpPr>
        <p:spPr>
          <a:xfrm>
            <a:off x="10481417" y="3771162"/>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집</a:t>
            </a:r>
            <a:endParaRPr lang="ko-KR" sz="2400" dirty="0"/>
          </a:p>
        </p:txBody>
      </p:sp>
      <p:sp>
        <p:nvSpPr>
          <p:cNvPr id="70" name="S08-label340"/>
          <p:cNvSpPr txBox="1"/>
          <p:nvPr/>
        </p:nvSpPr>
        <p:spPr>
          <a:xfrm>
            <a:off x="10481998" y="415082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도로</a:t>
            </a:r>
            <a:endParaRPr lang="ko-KR" sz="2400" dirty="0"/>
          </a:p>
        </p:txBody>
      </p:sp>
      <p:sp>
        <p:nvSpPr>
          <p:cNvPr id="71" name="S08-label342"/>
          <p:cNvSpPr txBox="1"/>
          <p:nvPr/>
        </p:nvSpPr>
        <p:spPr>
          <a:xfrm>
            <a:off x="10481998" y="4530478"/>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하천</a:t>
            </a:r>
            <a:endParaRPr lang="ko-KR" sz="2400" dirty="0"/>
          </a:p>
        </p:txBody>
      </p:sp>
      <p:sp>
        <p:nvSpPr>
          <p:cNvPr id="72" name="S08-chip343"/>
          <p:cNvSpPr txBox="1"/>
          <p:nvPr/>
        </p:nvSpPr>
        <p:spPr>
          <a:xfrm>
            <a:off x="548640" y="16139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3" name="S08-text344"/>
          <p:cNvSpPr txBox="1"/>
          <p:nvPr/>
        </p:nvSpPr>
        <p:spPr>
          <a:xfrm>
            <a:off x="1344168" y="1325880"/>
            <a:ext cx="4567428" cy="11430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학교에서 공원까지</a:t>
            </a:r>
            <a:endParaRPr lang="ko-KR" sz="3000" dirty="0"/>
          </a:p>
        </p:txBody>
      </p:sp>
      <p:sp>
        <p:nvSpPr>
          <p:cNvPr id="74" name="S08-chip345"/>
          <p:cNvSpPr txBox="1"/>
          <p:nvPr/>
        </p:nvSpPr>
        <p:spPr>
          <a:xfrm>
            <a:off x="548640" y="29397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75" name="S08-text346"/>
          <p:cNvSpPr txBox="1"/>
          <p:nvPr/>
        </p:nvSpPr>
        <p:spPr>
          <a:xfrm>
            <a:off x="1344168" y="2651760"/>
            <a:ext cx="4567428" cy="11430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산에서 공원까지</a:t>
            </a:r>
            <a:endParaRPr lang="ko-KR" sz="3000" dirty="0"/>
          </a:p>
        </p:txBody>
      </p:sp>
      <p:sp>
        <p:nvSpPr>
          <p:cNvPr id="76" name="S08-chip347"/>
          <p:cNvSpPr txBox="1"/>
          <p:nvPr/>
        </p:nvSpPr>
        <p:spPr>
          <a:xfrm>
            <a:off x="548640" y="42656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77" name="S08-text348"/>
          <p:cNvSpPr txBox="1"/>
          <p:nvPr/>
        </p:nvSpPr>
        <p:spPr>
          <a:xfrm>
            <a:off x="1344168" y="3977640"/>
            <a:ext cx="4567428" cy="11430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학교에서 도서관에 갔다가 돌아오면?</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등고선으로 높낮이를 알아요</a:t>
            </a:r>
            <a:endParaRPr lang="ko-KR" sz="4000" dirty="0"/>
          </a:p>
        </p:txBody>
      </p:sp>
      <p:sp>
        <p:nvSpPr>
          <p:cNvPr id="3" name="S09-figure349" descr="등고선 그림. 위: 위에서 본 산(바깥부터 100 m, 200 m, 300 m 등고선, 서쪽은 간격이 넓고 동쪽은 간격이 좁음). 아래: 같은 산을 옆에서 본 모습(서쪽은 완만하게, 동쪽은 급하게 올라감). 점선이 등고선과 옆모습의 같은 높이를 잇는다."/>
          <p:cNvSpPr/>
          <p:nvPr/>
        </p:nvSpPr>
        <p:spPr>
          <a:xfrm>
            <a:off x="1830160" y="1919312"/>
            <a:ext cx="3872507" cy="2007967"/>
          </a:xfrm>
          <a:custGeom>
            <a:avLst/>
            <a:gdLst/>
            <a:ahLst/>
            <a:cxnLst/>
            <a:rect l="l" t="t" r="r" b="b"/>
            <a:pathLst>
              <a:path w="3872507" h="2007967">
                <a:moveTo>
                  <a:pt x="3872507" y="1003983"/>
                </a:moveTo>
                <a:lnTo>
                  <a:pt x="3857208" y="829481"/>
                </a:lnTo>
                <a:lnTo>
                  <a:pt x="3811790" y="660717"/>
                </a:lnTo>
                <a:lnTo>
                  <a:pt x="3738165" y="501992"/>
                </a:lnTo>
                <a:lnTo>
                  <a:pt x="3637766" y="358565"/>
                </a:lnTo>
                <a:lnTo>
                  <a:pt x="3513942" y="234741"/>
                </a:lnTo>
                <a:lnTo>
                  <a:pt x="3370516" y="134343"/>
                </a:lnTo>
                <a:lnTo>
                  <a:pt x="3211791" y="60717"/>
                </a:lnTo>
                <a:lnTo>
                  <a:pt x="3043026" y="15299"/>
                </a:lnTo>
                <a:lnTo>
                  <a:pt x="2868524" y="0"/>
                </a:lnTo>
                <a:lnTo>
                  <a:pt x="2370357" y="15299"/>
                </a:lnTo>
                <a:lnTo>
                  <a:pt x="1887489" y="60717"/>
                </a:lnTo>
                <a:lnTo>
                  <a:pt x="1434262" y="134343"/>
                </a:lnTo>
                <a:lnTo>
                  <a:pt x="1024541" y="234741"/>
                </a:lnTo>
                <a:lnTo>
                  <a:pt x="671235" y="358565"/>
                </a:lnTo>
                <a:lnTo>
                  <a:pt x="384382" y="501992"/>
                </a:lnTo>
                <a:lnTo>
                  <a:pt x="173068" y="660717"/>
                </a:lnTo>
                <a:lnTo>
                  <a:pt x="43506" y="829481"/>
                </a:lnTo>
                <a:lnTo>
                  <a:pt x="0" y="1003983"/>
                </a:lnTo>
                <a:lnTo>
                  <a:pt x="43506" y="1178485"/>
                </a:lnTo>
                <a:lnTo>
                  <a:pt x="173068" y="1347250"/>
                </a:lnTo>
                <a:lnTo>
                  <a:pt x="384382" y="1505975"/>
                </a:lnTo>
                <a:lnTo>
                  <a:pt x="671235" y="1649401"/>
                </a:lnTo>
                <a:lnTo>
                  <a:pt x="1024541" y="1773226"/>
                </a:lnTo>
                <a:lnTo>
                  <a:pt x="1434262" y="1873624"/>
                </a:lnTo>
                <a:lnTo>
                  <a:pt x="1887489" y="1947250"/>
                </a:lnTo>
                <a:lnTo>
                  <a:pt x="2370357" y="1992668"/>
                </a:lnTo>
                <a:lnTo>
                  <a:pt x="2868524" y="2007967"/>
                </a:lnTo>
                <a:lnTo>
                  <a:pt x="3043026" y="1992668"/>
                </a:lnTo>
                <a:lnTo>
                  <a:pt x="3211791" y="1947250"/>
                </a:lnTo>
                <a:lnTo>
                  <a:pt x="3370516" y="1873624"/>
                </a:lnTo>
                <a:lnTo>
                  <a:pt x="3513942" y="1773226"/>
                </a:lnTo>
                <a:lnTo>
                  <a:pt x="3637766" y="1649401"/>
                </a:lnTo>
                <a:lnTo>
                  <a:pt x="3738165" y="1505975"/>
                </a:lnTo>
                <a:lnTo>
                  <a:pt x="3811790" y="1347250"/>
                </a:lnTo>
                <a:lnTo>
                  <a:pt x="3857208" y="1178485"/>
                </a:lnTo>
                <a:close/>
              </a:path>
            </a:pathLst>
          </a:custGeom>
          <a:solidFill>
            <a:srgbClr val="D5ECC8"/>
          </a:solidFill>
          <a:ln w="25400">
            <a:solidFill>
              <a:srgbClr val="1F2937"/>
            </a:solidFill>
            <a:prstDash val="solid"/>
          </a:ln>
        </p:spPr>
      </p:sp>
      <p:sp>
        <p:nvSpPr>
          <p:cNvPr id="4" name="S09-mark350"/>
          <p:cNvSpPr/>
          <p:nvPr/>
        </p:nvSpPr>
        <p:spPr>
          <a:xfrm>
            <a:off x="2977570" y="2206164"/>
            <a:ext cx="2438245" cy="1434262"/>
          </a:xfrm>
          <a:custGeom>
            <a:avLst/>
            <a:gdLst/>
            <a:ahLst/>
            <a:cxnLst/>
            <a:rect l="l" t="t" r="r" b="b"/>
            <a:pathLst>
              <a:path w="2438245" h="1434262">
                <a:moveTo>
                  <a:pt x="2438245" y="717131"/>
                </a:moveTo>
                <a:lnTo>
                  <a:pt x="2427249" y="592828"/>
                </a:lnTo>
                <a:lnTo>
                  <a:pt x="2395217" y="471872"/>
                </a:lnTo>
                <a:lnTo>
                  <a:pt x="2342150" y="358565"/>
                </a:lnTo>
                <a:lnTo>
                  <a:pt x="2270437" y="256255"/>
                </a:lnTo>
                <a:lnTo>
                  <a:pt x="2181990" y="167809"/>
                </a:lnTo>
                <a:lnTo>
                  <a:pt x="2079680" y="96096"/>
                </a:lnTo>
                <a:lnTo>
                  <a:pt x="1966373" y="43028"/>
                </a:lnTo>
                <a:lnTo>
                  <a:pt x="1845417" y="10996"/>
                </a:lnTo>
                <a:lnTo>
                  <a:pt x="1721114" y="0"/>
                </a:lnTo>
                <a:lnTo>
                  <a:pt x="1422310" y="10996"/>
                </a:lnTo>
                <a:lnTo>
                  <a:pt x="1132589" y="43028"/>
                </a:lnTo>
                <a:lnTo>
                  <a:pt x="860557" y="96096"/>
                </a:lnTo>
                <a:lnTo>
                  <a:pt x="614820" y="167809"/>
                </a:lnTo>
                <a:lnTo>
                  <a:pt x="402550" y="256255"/>
                </a:lnTo>
                <a:lnTo>
                  <a:pt x="230438" y="358565"/>
                </a:lnTo>
                <a:lnTo>
                  <a:pt x="103745" y="471872"/>
                </a:lnTo>
                <a:lnTo>
                  <a:pt x="26295" y="592828"/>
                </a:lnTo>
                <a:lnTo>
                  <a:pt x="0" y="717131"/>
                </a:lnTo>
                <a:lnTo>
                  <a:pt x="26295" y="841434"/>
                </a:lnTo>
                <a:lnTo>
                  <a:pt x="103745" y="962390"/>
                </a:lnTo>
                <a:lnTo>
                  <a:pt x="230438" y="1075696"/>
                </a:lnTo>
                <a:lnTo>
                  <a:pt x="402550" y="1178007"/>
                </a:lnTo>
                <a:lnTo>
                  <a:pt x="614820" y="1266453"/>
                </a:lnTo>
                <a:lnTo>
                  <a:pt x="860557" y="1338166"/>
                </a:lnTo>
                <a:lnTo>
                  <a:pt x="1132589" y="1391234"/>
                </a:lnTo>
                <a:lnTo>
                  <a:pt x="1422310" y="1423266"/>
                </a:lnTo>
                <a:lnTo>
                  <a:pt x="1721114" y="1434262"/>
                </a:lnTo>
                <a:lnTo>
                  <a:pt x="1845417" y="1423266"/>
                </a:lnTo>
                <a:lnTo>
                  <a:pt x="1966373" y="1391234"/>
                </a:lnTo>
                <a:lnTo>
                  <a:pt x="2079680" y="1338166"/>
                </a:lnTo>
                <a:lnTo>
                  <a:pt x="2181990" y="1266453"/>
                </a:lnTo>
                <a:lnTo>
                  <a:pt x="2270437" y="1178007"/>
                </a:lnTo>
                <a:lnTo>
                  <a:pt x="2342150" y="1075696"/>
                </a:lnTo>
                <a:lnTo>
                  <a:pt x="2395217" y="962390"/>
                </a:lnTo>
                <a:lnTo>
                  <a:pt x="2427249" y="841434"/>
                </a:lnTo>
                <a:close/>
              </a:path>
            </a:pathLst>
          </a:custGeom>
          <a:solidFill>
            <a:srgbClr val="F3E6AE"/>
          </a:solidFill>
          <a:ln w="25400">
            <a:solidFill>
              <a:srgbClr val="1F2937"/>
            </a:solidFill>
            <a:prstDash val="solid"/>
          </a:ln>
        </p:spPr>
      </p:sp>
      <p:sp>
        <p:nvSpPr>
          <p:cNvPr id="5" name="S09-mark351"/>
          <p:cNvSpPr/>
          <p:nvPr/>
        </p:nvSpPr>
        <p:spPr>
          <a:xfrm>
            <a:off x="4124979" y="2516921"/>
            <a:ext cx="1003983" cy="812748"/>
          </a:xfrm>
          <a:custGeom>
            <a:avLst/>
            <a:gdLst/>
            <a:ahLst/>
            <a:cxnLst/>
            <a:rect l="l" t="t" r="r" b="b"/>
            <a:pathLst>
              <a:path w="1003983" h="812748">
                <a:moveTo>
                  <a:pt x="1003983" y="406374"/>
                </a:moveTo>
                <a:lnTo>
                  <a:pt x="997290" y="335617"/>
                </a:lnTo>
                <a:lnTo>
                  <a:pt x="978167" y="267251"/>
                </a:lnTo>
                <a:lnTo>
                  <a:pt x="946135" y="203187"/>
                </a:lnTo>
                <a:lnTo>
                  <a:pt x="903107" y="145339"/>
                </a:lnTo>
                <a:lnTo>
                  <a:pt x="850517" y="95139"/>
                </a:lnTo>
                <a:lnTo>
                  <a:pt x="788844" y="54502"/>
                </a:lnTo>
                <a:lnTo>
                  <a:pt x="720956" y="24382"/>
                </a:lnTo>
                <a:lnTo>
                  <a:pt x="648286" y="6215"/>
                </a:lnTo>
                <a:lnTo>
                  <a:pt x="573705" y="0"/>
                </a:lnTo>
                <a:lnTo>
                  <a:pt x="474263" y="6215"/>
                </a:lnTo>
                <a:lnTo>
                  <a:pt x="377689" y="24382"/>
                </a:lnTo>
                <a:lnTo>
                  <a:pt x="286852" y="54502"/>
                </a:lnTo>
                <a:lnTo>
                  <a:pt x="205099" y="95139"/>
                </a:lnTo>
                <a:lnTo>
                  <a:pt x="134343" y="145339"/>
                </a:lnTo>
                <a:lnTo>
                  <a:pt x="76972" y="203187"/>
                </a:lnTo>
                <a:lnTo>
                  <a:pt x="34422" y="267251"/>
                </a:lnTo>
                <a:lnTo>
                  <a:pt x="8606" y="335617"/>
                </a:lnTo>
                <a:lnTo>
                  <a:pt x="0" y="406374"/>
                </a:lnTo>
                <a:lnTo>
                  <a:pt x="8606" y="477131"/>
                </a:lnTo>
                <a:lnTo>
                  <a:pt x="34422" y="545498"/>
                </a:lnTo>
                <a:lnTo>
                  <a:pt x="76972" y="609561"/>
                </a:lnTo>
                <a:lnTo>
                  <a:pt x="134343" y="667410"/>
                </a:lnTo>
                <a:lnTo>
                  <a:pt x="205099" y="717609"/>
                </a:lnTo>
                <a:lnTo>
                  <a:pt x="286852" y="758246"/>
                </a:lnTo>
                <a:lnTo>
                  <a:pt x="377689" y="788366"/>
                </a:lnTo>
                <a:lnTo>
                  <a:pt x="474263" y="806533"/>
                </a:lnTo>
                <a:lnTo>
                  <a:pt x="573705" y="812748"/>
                </a:lnTo>
                <a:lnTo>
                  <a:pt x="648286" y="806533"/>
                </a:lnTo>
                <a:lnTo>
                  <a:pt x="720956" y="788366"/>
                </a:lnTo>
                <a:lnTo>
                  <a:pt x="788844" y="758246"/>
                </a:lnTo>
                <a:lnTo>
                  <a:pt x="850517" y="717609"/>
                </a:lnTo>
                <a:lnTo>
                  <a:pt x="903107" y="667410"/>
                </a:lnTo>
                <a:lnTo>
                  <a:pt x="946135" y="609561"/>
                </a:lnTo>
                <a:lnTo>
                  <a:pt x="978167" y="545498"/>
                </a:lnTo>
                <a:lnTo>
                  <a:pt x="997290" y="477131"/>
                </a:lnTo>
                <a:close/>
              </a:path>
            </a:pathLst>
          </a:custGeom>
          <a:solidFill>
            <a:srgbClr val="E6C097"/>
          </a:solidFill>
          <a:ln w="25400">
            <a:solidFill>
              <a:srgbClr val="1F2937"/>
            </a:solidFill>
            <a:prstDash val="solid"/>
          </a:ln>
        </p:spPr>
      </p:sp>
      <p:sp>
        <p:nvSpPr>
          <p:cNvPr id="6" name="S09-mark352"/>
          <p:cNvSpPr/>
          <p:nvPr/>
        </p:nvSpPr>
        <p:spPr>
          <a:xfrm>
            <a:off x="4569600" y="2802817"/>
            <a:ext cx="258167" cy="223745"/>
          </a:xfrm>
          <a:custGeom>
            <a:avLst/>
            <a:gdLst/>
            <a:ahLst/>
            <a:cxnLst/>
            <a:rect l="l" t="t" r="r" b="b"/>
            <a:pathLst>
              <a:path w="258167" h="223745">
                <a:moveTo>
                  <a:pt x="0" y="223745"/>
                </a:moveTo>
                <a:lnTo>
                  <a:pt x="258167" y="223745"/>
                </a:lnTo>
                <a:lnTo>
                  <a:pt x="129084" y="0"/>
                </a:lnTo>
                <a:close/>
              </a:path>
            </a:pathLst>
          </a:custGeom>
          <a:solidFill>
            <a:srgbClr val="8B5E3C"/>
          </a:solidFill>
          <a:ln w="15875">
            <a:solidFill>
              <a:srgbClr val="1F2937"/>
            </a:solidFill>
            <a:prstDash val="solid"/>
          </a:ln>
        </p:spPr>
      </p:sp>
      <p:sp>
        <p:nvSpPr>
          <p:cNvPr id="7" name="S09-mark353"/>
          <p:cNvSpPr/>
          <p:nvPr/>
        </p:nvSpPr>
        <p:spPr>
          <a:xfrm>
            <a:off x="1495499" y="4281063"/>
            <a:ext cx="4541829" cy="1319521"/>
          </a:xfrm>
          <a:custGeom>
            <a:avLst/>
            <a:gdLst/>
            <a:ahLst/>
            <a:cxnLst/>
            <a:rect l="l" t="t" r="r" b="b"/>
            <a:pathLst>
              <a:path w="4541829" h="1319521">
                <a:moveTo>
                  <a:pt x="0" y="1056573"/>
                </a:moveTo>
                <a:lnTo>
                  <a:pt x="334661" y="937051"/>
                </a:lnTo>
                <a:lnTo>
                  <a:pt x="1482071" y="554581"/>
                </a:lnTo>
                <a:lnTo>
                  <a:pt x="2629480" y="172111"/>
                </a:lnTo>
                <a:lnTo>
                  <a:pt x="3203185" y="0"/>
                </a:lnTo>
                <a:lnTo>
                  <a:pt x="3633464" y="172111"/>
                </a:lnTo>
                <a:lnTo>
                  <a:pt x="3920316" y="554581"/>
                </a:lnTo>
                <a:lnTo>
                  <a:pt x="4207168" y="937051"/>
                </a:lnTo>
                <a:lnTo>
                  <a:pt x="4541829" y="1056573"/>
                </a:lnTo>
                <a:lnTo>
                  <a:pt x="4541829" y="1319521"/>
                </a:lnTo>
                <a:lnTo>
                  <a:pt x="0" y="1319521"/>
                </a:lnTo>
                <a:close/>
              </a:path>
            </a:pathLst>
          </a:custGeom>
          <a:solidFill>
            <a:srgbClr val="E6C097"/>
          </a:solidFill>
          <a:ln w="25400">
            <a:solidFill>
              <a:srgbClr val="1F2937"/>
            </a:solidFill>
            <a:prstDash val="solid"/>
          </a:ln>
        </p:spPr>
      </p:sp>
      <p:sp>
        <p:nvSpPr>
          <p:cNvPr id="8" name="S09-mark354"/>
          <p:cNvSpPr/>
          <p:nvPr/>
        </p:nvSpPr>
        <p:spPr>
          <a:xfrm>
            <a:off x="1830160" y="2923295"/>
            <a:ext cx="0" cy="2294819"/>
          </a:xfrm>
          <a:prstGeom prst="line">
            <a:avLst/>
          </a:prstGeom>
          <a:noFill/>
          <a:ln w="15875">
            <a:solidFill>
              <a:srgbClr val="6B7280"/>
            </a:solidFill>
            <a:prstDash val="dash"/>
          </a:ln>
        </p:spPr>
      </p:sp>
      <p:sp>
        <p:nvSpPr>
          <p:cNvPr id="9" name="S09-mark355"/>
          <p:cNvSpPr/>
          <p:nvPr/>
        </p:nvSpPr>
        <p:spPr>
          <a:xfrm>
            <a:off x="5702667" y="2923295"/>
            <a:ext cx="0" cy="2294819"/>
          </a:xfrm>
          <a:prstGeom prst="line">
            <a:avLst/>
          </a:prstGeom>
          <a:noFill/>
          <a:ln w="15875">
            <a:solidFill>
              <a:srgbClr val="6B7280"/>
            </a:solidFill>
            <a:prstDash val="dash"/>
          </a:ln>
        </p:spPr>
      </p:sp>
      <p:sp>
        <p:nvSpPr>
          <p:cNvPr id="10" name="S09-mark356"/>
          <p:cNvSpPr/>
          <p:nvPr/>
        </p:nvSpPr>
        <p:spPr>
          <a:xfrm>
            <a:off x="2977570" y="2923295"/>
            <a:ext cx="0" cy="1912349"/>
          </a:xfrm>
          <a:prstGeom prst="line">
            <a:avLst/>
          </a:prstGeom>
          <a:noFill/>
          <a:ln w="15875">
            <a:solidFill>
              <a:srgbClr val="6B7280"/>
            </a:solidFill>
            <a:prstDash val="dash"/>
          </a:ln>
        </p:spPr>
      </p:sp>
      <p:sp>
        <p:nvSpPr>
          <p:cNvPr id="11" name="S09-mark357"/>
          <p:cNvSpPr/>
          <p:nvPr/>
        </p:nvSpPr>
        <p:spPr>
          <a:xfrm>
            <a:off x="5415815" y="2923295"/>
            <a:ext cx="0" cy="1912349"/>
          </a:xfrm>
          <a:prstGeom prst="line">
            <a:avLst/>
          </a:prstGeom>
          <a:noFill/>
          <a:ln w="15875">
            <a:solidFill>
              <a:srgbClr val="6B7280"/>
            </a:solidFill>
            <a:prstDash val="dash"/>
          </a:ln>
        </p:spPr>
      </p:sp>
      <p:sp>
        <p:nvSpPr>
          <p:cNvPr id="12" name="S09-mark358"/>
          <p:cNvSpPr/>
          <p:nvPr/>
        </p:nvSpPr>
        <p:spPr>
          <a:xfrm>
            <a:off x="4124979" y="2923295"/>
            <a:ext cx="0" cy="1529879"/>
          </a:xfrm>
          <a:prstGeom prst="line">
            <a:avLst/>
          </a:prstGeom>
          <a:noFill/>
          <a:ln w="15875">
            <a:solidFill>
              <a:srgbClr val="6B7280"/>
            </a:solidFill>
            <a:prstDash val="dash"/>
          </a:ln>
        </p:spPr>
      </p:sp>
      <p:sp>
        <p:nvSpPr>
          <p:cNvPr id="13" name="S09-mark359"/>
          <p:cNvSpPr/>
          <p:nvPr/>
        </p:nvSpPr>
        <p:spPr>
          <a:xfrm>
            <a:off x="5128962" y="2923295"/>
            <a:ext cx="0" cy="1529879"/>
          </a:xfrm>
          <a:prstGeom prst="line">
            <a:avLst/>
          </a:prstGeom>
          <a:noFill/>
          <a:ln w="15875">
            <a:solidFill>
              <a:srgbClr val="6B7280"/>
            </a:solidFill>
            <a:prstDash val="dash"/>
          </a:ln>
        </p:spPr>
      </p:sp>
      <p:sp>
        <p:nvSpPr>
          <p:cNvPr id="14" name="S09-labelbg361"/>
          <p:cNvSpPr/>
          <p:nvPr/>
        </p:nvSpPr>
        <p:spPr>
          <a:xfrm>
            <a:off x="1519264" y="2770895"/>
            <a:ext cx="621792" cy="304800"/>
          </a:xfrm>
          <a:prstGeom prst="rect">
            <a:avLst/>
          </a:prstGeom>
          <a:solidFill>
            <a:srgbClr val="FFFFFF"/>
          </a:solidFill>
          <a:ln/>
        </p:spPr>
      </p:sp>
      <p:sp>
        <p:nvSpPr>
          <p:cNvPr id="15" name="S09-label362"/>
          <p:cNvSpPr txBox="1"/>
          <p:nvPr/>
        </p:nvSpPr>
        <p:spPr>
          <a:xfrm>
            <a:off x="1473544" y="2732795"/>
            <a:ext cx="7132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100</a:t>
            </a:r>
            <a:endParaRPr lang="ko-KR" sz="2400" dirty="0"/>
          </a:p>
        </p:txBody>
      </p:sp>
      <p:sp>
        <p:nvSpPr>
          <p:cNvPr id="16" name="S09-labelbg364"/>
          <p:cNvSpPr/>
          <p:nvPr/>
        </p:nvSpPr>
        <p:spPr>
          <a:xfrm>
            <a:off x="2666674" y="2770895"/>
            <a:ext cx="621792" cy="304800"/>
          </a:xfrm>
          <a:prstGeom prst="rect">
            <a:avLst/>
          </a:prstGeom>
          <a:solidFill>
            <a:srgbClr val="FFFFFF"/>
          </a:solidFill>
          <a:ln/>
        </p:spPr>
      </p:sp>
      <p:sp>
        <p:nvSpPr>
          <p:cNvPr id="17" name="S09-label365"/>
          <p:cNvSpPr txBox="1"/>
          <p:nvPr/>
        </p:nvSpPr>
        <p:spPr>
          <a:xfrm>
            <a:off x="2620954" y="2732795"/>
            <a:ext cx="7132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200</a:t>
            </a:r>
            <a:endParaRPr lang="ko-KR" sz="2400" dirty="0"/>
          </a:p>
        </p:txBody>
      </p:sp>
      <p:sp>
        <p:nvSpPr>
          <p:cNvPr id="18" name="S09-labelbg367"/>
          <p:cNvSpPr/>
          <p:nvPr/>
        </p:nvSpPr>
        <p:spPr>
          <a:xfrm>
            <a:off x="3814083" y="2770895"/>
            <a:ext cx="621792" cy="304800"/>
          </a:xfrm>
          <a:prstGeom prst="rect">
            <a:avLst/>
          </a:prstGeom>
          <a:solidFill>
            <a:srgbClr val="FFFFFF"/>
          </a:solidFill>
          <a:ln/>
        </p:spPr>
      </p:sp>
      <p:sp>
        <p:nvSpPr>
          <p:cNvPr id="19" name="S09-label368"/>
          <p:cNvSpPr txBox="1"/>
          <p:nvPr/>
        </p:nvSpPr>
        <p:spPr>
          <a:xfrm>
            <a:off x="3768363" y="2732795"/>
            <a:ext cx="7132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300</a:t>
            </a:r>
            <a:endParaRPr lang="ko-KR" sz="2400" dirty="0"/>
          </a:p>
        </p:txBody>
      </p:sp>
      <p:sp>
        <p:nvSpPr>
          <p:cNvPr id="20" name="S09-label370"/>
          <p:cNvSpPr txBox="1"/>
          <p:nvPr/>
        </p:nvSpPr>
        <p:spPr>
          <a:xfrm>
            <a:off x="2700093" y="1441959"/>
            <a:ext cx="20848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위에서 본 모습</a:t>
            </a:r>
            <a:endParaRPr lang="ko-KR" sz="2400" dirty="0"/>
          </a:p>
        </p:txBody>
      </p:sp>
      <p:sp>
        <p:nvSpPr>
          <p:cNvPr id="21" name="S09-label372"/>
          <p:cNvSpPr txBox="1"/>
          <p:nvPr/>
        </p:nvSpPr>
        <p:spPr>
          <a:xfrm>
            <a:off x="2700093" y="5720841"/>
            <a:ext cx="20848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옆에서 본 모습</a:t>
            </a:r>
            <a:endParaRPr lang="ko-KR" sz="2400" dirty="0"/>
          </a:p>
        </p:txBody>
      </p:sp>
      <p:sp>
        <p:nvSpPr>
          <p:cNvPr id="22" name="S09-card373"/>
          <p:cNvSpPr/>
          <p:nvPr/>
        </p:nvSpPr>
        <p:spPr>
          <a:xfrm>
            <a:off x="7349947" y="1655064"/>
            <a:ext cx="4290365" cy="1258824"/>
          </a:xfrm>
          <a:prstGeom prst="roundRect">
            <a:avLst>
              <a:gd name="adj" fmla="val 8717"/>
            </a:avLst>
          </a:prstGeom>
          <a:solidFill>
            <a:srgbClr val="EAF3F1"/>
          </a:solidFill>
          <a:ln w="12700">
            <a:solidFill>
              <a:srgbClr val="EAF3F1"/>
            </a:solidFill>
            <a:prstDash val="solid"/>
          </a:ln>
        </p:spPr>
      </p:sp>
      <p:sp>
        <p:nvSpPr>
          <p:cNvPr id="23" name="S09-cardtext374"/>
          <p:cNvSpPr txBox="1"/>
          <p:nvPr/>
        </p:nvSpPr>
        <p:spPr>
          <a:xfrm>
            <a:off x="7624267" y="1792224"/>
            <a:ext cx="3741725"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등고선: 높이가 같은 곳을 이은 선</a:t>
            </a:r>
            <a:endParaRPr lang="ko-KR" sz="3000" dirty="0"/>
          </a:p>
        </p:txBody>
      </p:sp>
      <p:sp>
        <p:nvSpPr>
          <p:cNvPr id="24" name="S09-card375"/>
          <p:cNvSpPr/>
          <p:nvPr/>
        </p:nvSpPr>
        <p:spPr>
          <a:xfrm>
            <a:off x="7349947" y="3142488"/>
            <a:ext cx="4290365" cy="1258824"/>
          </a:xfrm>
          <a:prstGeom prst="roundRect">
            <a:avLst>
              <a:gd name="adj" fmla="val 8717"/>
            </a:avLst>
          </a:prstGeom>
          <a:solidFill>
            <a:srgbClr val="EAF3F1"/>
          </a:solidFill>
          <a:ln w="12700">
            <a:solidFill>
              <a:srgbClr val="EAF3F1"/>
            </a:solidFill>
            <a:prstDash val="solid"/>
          </a:ln>
        </p:spPr>
      </p:sp>
      <p:sp>
        <p:nvSpPr>
          <p:cNvPr id="25" name="S09-cardtext376"/>
          <p:cNvSpPr txBox="1"/>
          <p:nvPr/>
        </p:nvSpPr>
        <p:spPr>
          <a:xfrm>
            <a:off x="7624267" y="3279648"/>
            <a:ext cx="3741725"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숫자가 클수록 높은 곳이에요.</a:t>
            </a:r>
            <a:endParaRPr lang="ko-KR" sz="3000" dirty="0"/>
          </a:p>
        </p:txBody>
      </p:sp>
      <p:sp>
        <p:nvSpPr>
          <p:cNvPr id="26" name="S09-card377"/>
          <p:cNvSpPr/>
          <p:nvPr/>
        </p:nvSpPr>
        <p:spPr>
          <a:xfrm>
            <a:off x="7349947" y="4629912"/>
            <a:ext cx="4290365" cy="1258824"/>
          </a:xfrm>
          <a:prstGeom prst="roundRect">
            <a:avLst>
              <a:gd name="adj" fmla="val 8717"/>
            </a:avLst>
          </a:prstGeom>
          <a:solidFill>
            <a:srgbClr val="EAF3F1"/>
          </a:solidFill>
          <a:ln w="12700">
            <a:solidFill>
              <a:srgbClr val="EAF3F1"/>
            </a:solidFill>
            <a:prstDash val="solid"/>
          </a:ln>
        </p:spPr>
      </p:sp>
      <p:sp>
        <p:nvSpPr>
          <p:cNvPr id="27" name="S09-cardtext378"/>
          <p:cNvSpPr txBox="1"/>
          <p:nvPr/>
        </p:nvSpPr>
        <p:spPr>
          <a:xfrm>
            <a:off x="7624267" y="4767072"/>
            <a:ext cx="3741725"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간격이 좁을수록 경사가 급해요.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어느 길이 더 가파를까요?</a:t>
            </a:r>
            <a:endParaRPr lang="ko-KR" sz="4000" dirty="0"/>
          </a:p>
        </p:txBody>
      </p:sp>
      <p:sp>
        <p:nvSpPr>
          <p:cNvPr id="3" name="S10-card379"/>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4" name="S10-cardtext38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등고선 사이가 좁은 길이 가팔라요.</a:t>
            </a:r>
            <a:endParaRPr lang="ko-KR" sz="3000" dirty="0"/>
          </a:p>
        </p:txBody>
      </p:sp>
      <p:sp>
        <p:nvSpPr>
          <p:cNvPr id="5" name="S10-figure381" descr="등고선 지도. 바깥부터 100 m, 200 m, 300 m 등고선. 북쪽은 등고선 간격이 넓고 남쪽은 좁다. 가 길은 북쪽에서, 나 길은 남쪽에서 산꼭대기(▲)로 올라간다. 산꼭대기는 300 m 등고선 안에 있다."/>
          <p:cNvSpPr/>
          <p:nvPr/>
        </p:nvSpPr>
        <p:spPr>
          <a:xfrm>
            <a:off x="7514082" y="1898904"/>
            <a:ext cx="3050032" cy="1926336"/>
          </a:xfrm>
          <a:custGeom>
            <a:avLst/>
            <a:gdLst/>
            <a:ahLst/>
            <a:cxnLst/>
            <a:rect l="l" t="t" r="r" b="b"/>
            <a:pathLst>
              <a:path w="3050032" h="1926336">
                <a:moveTo>
                  <a:pt x="3050032" y="1324356"/>
                </a:moveTo>
                <a:lnTo>
                  <a:pt x="3026755" y="1094400"/>
                </a:lnTo>
                <a:lnTo>
                  <a:pt x="2958130" y="871266"/>
                </a:lnTo>
                <a:lnTo>
                  <a:pt x="2845760" y="662178"/>
                </a:lnTo>
                <a:lnTo>
                  <a:pt x="2693259" y="473156"/>
                </a:lnTo>
                <a:lnTo>
                  <a:pt x="2505441" y="309819"/>
                </a:lnTo>
                <a:lnTo>
                  <a:pt x="2287524" y="177383"/>
                </a:lnTo>
                <a:lnTo>
                  <a:pt x="2046732" y="79863"/>
                </a:lnTo>
                <a:lnTo>
                  <a:pt x="1789887" y="20066"/>
                </a:lnTo>
                <a:lnTo>
                  <a:pt x="1525016" y="0"/>
                </a:lnTo>
                <a:lnTo>
                  <a:pt x="1260145" y="20066"/>
                </a:lnTo>
                <a:lnTo>
                  <a:pt x="1003300" y="79863"/>
                </a:lnTo>
                <a:lnTo>
                  <a:pt x="762508" y="177383"/>
                </a:lnTo>
                <a:lnTo>
                  <a:pt x="544591" y="309819"/>
                </a:lnTo>
                <a:lnTo>
                  <a:pt x="356773" y="473156"/>
                </a:lnTo>
                <a:lnTo>
                  <a:pt x="204272" y="662178"/>
                </a:lnTo>
                <a:lnTo>
                  <a:pt x="91902" y="871266"/>
                </a:lnTo>
                <a:lnTo>
                  <a:pt x="23277" y="1094400"/>
                </a:lnTo>
                <a:lnTo>
                  <a:pt x="0" y="1324356"/>
                </a:lnTo>
                <a:lnTo>
                  <a:pt x="23277" y="1428699"/>
                </a:lnTo>
                <a:lnTo>
                  <a:pt x="91902" y="1530233"/>
                </a:lnTo>
                <a:lnTo>
                  <a:pt x="204272" y="1625346"/>
                </a:lnTo>
                <a:lnTo>
                  <a:pt x="356773" y="1711228"/>
                </a:lnTo>
                <a:lnTo>
                  <a:pt x="544591" y="1785473"/>
                </a:lnTo>
                <a:lnTo>
                  <a:pt x="762508" y="1845671"/>
                </a:lnTo>
                <a:lnTo>
                  <a:pt x="1003300" y="1890217"/>
                </a:lnTo>
                <a:lnTo>
                  <a:pt x="1260145" y="1917106"/>
                </a:lnTo>
                <a:lnTo>
                  <a:pt x="1525016" y="1926336"/>
                </a:lnTo>
                <a:lnTo>
                  <a:pt x="1789887" y="1917106"/>
                </a:lnTo>
                <a:lnTo>
                  <a:pt x="2046732" y="1890217"/>
                </a:lnTo>
                <a:lnTo>
                  <a:pt x="2287524" y="1845671"/>
                </a:lnTo>
                <a:lnTo>
                  <a:pt x="2505441" y="1785473"/>
                </a:lnTo>
                <a:lnTo>
                  <a:pt x="2693259" y="1711228"/>
                </a:lnTo>
                <a:lnTo>
                  <a:pt x="2845760" y="1625346"/>
                </a:lnTo>
                <a:lnTo>
                  <a:pt x="2958130" y="1530233"/>
                </a:lnTo>
                <a:lnTo>
                  <a:pt x="3026755" y="1428699"/>
                </a:lnTo>
                <a:close/>
              </a:path>
            </a:pathLst>
          </a:custGeom>
          <a:solidFill>
            <a:srgbClr val="D5ECC8"/>
          </a:solidFill>
          <a:ln w="25400">
            <a:solidFill>
              <a:srgbClr val="1F2937"/>
            </a:solidFill>
            <a:prstDash val="solid"/>
          </a:ln>
        </p:spPr>
      </p:sp>
      <p:sp>
        <p:nvSpPr>
          <p:cNvPr id="6" name="S10-mark382"/>
          <p:cNvSpPr/>
          <p:nvPr/>
        </p:nvSpPr>
        <p:spPr>
          <a:xfrm>
            <a:off x="7955534" y="2380488"/>
            <a:ext cx="2167128" cy="1244092"/>
          </a:xfrm>
          <a:custGeom>
            <a:avLst/>
            <a:gdLst/>
            <a:ahLst/>
            <a:cxnLst/>
            <a:rect l="l" t="t" r="r" b="b"/>
            <a:pathLst>
              <a:path w="2167128" h="1244092">
                <a:moveTo>
                  <a:pt x="2167128" y="842772"/>
                </a:moveTo>
                <a:lnTo>
                  <a:pt x="2150674" y="696290"/>
                </a:lnTo>
                <a:lnTo>
                  <a:pt x="2101713" y="554624"/>
                </a:lnTo>
                <a:lnTo>
                  <a:pt x="2021850" y="421386"/>
                </a:lnTo>
                <a:lnTo>
                  <a:pt x="1913494" y="300990"/>
                </a:lnTo>
                <a:lnTo>
                  <a:pt x="1780256" y="197048"/>
                </a:lnTo>
                <a:lnTo>
                  <a:pt x="1625346" y="112771"/>
                </a:lnTo>
                <a:lnTo>
                  <a:pt x="1453982" y="50968"/>
                </a:lnTo>
                <a:lnTo>
                  <a:pt x="1271783" y="12842"/>
                </a:lnTo>
                <a:lnTo>
                  <a:pt x="1083564" y="0"/>
                </a:lnTo>
                <a:lnTo>
                  <a:pt x="895345" y="12842"/>
                </a:lnTo>
                <a:lnTo>
                  <a:pt x="713146" y="50968"/>
                </a:lnTo>
                <a:lnTo>
                  <a:pt x="541782" y="112771"/>
                </a:lnTo>
                <a:lnTo>
                  <a:pt x="386872" y="197048"/>
                </a:lnTo>
                <a:lnTo>
                  <a:pt x="253634" y="300990"/>
                </a:lnTo>
                <a:lnTo>
                  <a:pt x="145278" y="421386"/>
                </a:lnTo>
                <a:lnTo>
                  <a:pt x="65415" y="554624"/>
                </a:lnTo>
                <a:lnTo>
                  <a:pt x="16454" y="696290"/>
                </a:lnTo>
                <a:lnTo>
                  <a:pt x="0" y="842772"/>
                </a:lnTo>
                <a:lnTo>
                  <a:pt x="16454" y="912602"/>
                </a:lnTo>
                <a:lnTo>
                  <a:pt x="65415" y="980023"/>
                </a:lnTo>
                <a:lnTo>
                  <a:pt x="145278" y="1043432"/>
                </a:lnTo>
                <a:lnTo>
                  <a:pt x="253634" y="1100821"/>
                </a:lnTo>
                <a:lnTo>
                  <a:pt x="386872" y="1150183"/>
                </a:lnTo>
                <a:lnTo>
                  <a:pt x="541782" y="1190315"/>
                </a:lnTo>
                <a:lnTo>
                  <a:pt x="713146" y="1220013"/>
                </a:lnTo>
                <a:lnTo>
                  <a:pt x="895345" y="1238072"/>
                </a:lnTo>
                <a:lnTo>
                  <a:pt x="1083564" y="1244092"/>
                </a:lnTo>
                <a:lnTo>
                  <a:pt x="1271783" y="1238072"/>
                </a:lnTo>
                <a:lnTo>
                  <a:pt x="1453982" y="1220013"/>
                </a:lnTo>
                <a:lnTo>
                  <a:pt x="1625346" y="1190315"/>
                </a:lnTo>
                <a:lnTo>
                  <a:pt x="1780256" y="1150183"/>
                </a:lnTo>
                <a:lnTo>
                  <a:pt x="1913494" y="1100821"/>
                </a:lnTo>
                <a:lnTo>
                  <a:pt x="2021850" y="1043432"/>
                </a:lnTo>
                <a:lnTo>
                  <a:pt x="2101713" y="980023"/>
                </a:lnTo>
                <a:lnTo>
                  <a:pt x="2150674" y="912602"/>
                </a:lnTo>
                <a:close/>
              </a:path>
            </a:pathLst>
          </a:custGeom>
          <a:solidFill>
            <a:srgbClr val="F3E6AE"/>
          </a:solidFill>
          <a:ln w="25400">
            <a:solidFill>
              <a:srgbClr val="1F2937"/>
            </a:solidFill>
            <a:prstDash val="solid"/>
          </a:ln>
        </p:spPr>
      </p:sp>
      <p:sp>
        <p:nvSpPr>
          <p:cNvPr id="7" name="S10-mark383"/>
          <p:cNvSpPr/>
          <p:nvPr/>
        </p:nvSpPr>
        <p:spPr>
          <a:xfrm>
            <a:off x="8437118" y="2821940"/>
            <a:ext cx="1203960" cy="601980"/>
          </a:xfrm>
          <a:custGeom>
            <a:avLst/>
            <a:gdLst/>
            <a:ahLst/>
            <a:cxnLst/>
            <a:rect l="l" t="t" r="r" b="b"/>
            <a:pathLst>
              <a:path w="1203960" h="601980">
                <a:moveTo>
                  <a:pt x="1203960" y="401320"/>
                </a:moveTo>
                <a:lnTo>
                  <a:pt x="1194730" y="331490"/>
                </a:lnTo>
                <a:lnTo>
                  <a:pt x="1167841" y="264069"/>
                </a:lnTo>
                <a:lnTo>
                  <a:pt x="1123295" y="200660"/>
                </a:lnTo>
                <a:lnTo>
                  <a:pt x="1063097" y="143271"/>
                </a:lnTo>
                <a:lnTo>
                  <a:pt x="988852" y="93909"/>
                </a:lnTo>
                <a:lnTo>
                  <a:pt x="902970" y="53777"/>
                </a:lnTo>
                <a:lnTo>
                  <a:pt x="807857" y="24079"/>
                </a:lnTo>
                <a:lnTo>
                  <a:pt x="706323" y="6020"/>
                </a:lnTo>
                <a:lnTo>
                  <a:pt x="601980" y="0"/>
                </a:lnTo>
                <a:lnTo>
                  <a:pt x="497637" y="6020"/>
                </a:lnTo>
                <a:lnTo>
                  <a:pt x="396103" y="24079"/>
                </a:lnTo>
                <a:lnTo>
                  <a:pt x="300990" y="53777"/>
                </a:lnTo>
                <a:lnTo>
                  <a:pt x="215108" y="93909"/>
                </a:lnTo>
                <a:lnTo>
                  <a:pt x="140863" y="143271"/>
                </a:lnTo>
                <a:lnTo>
                  <a:pt x="80665" y="200660"/>
                </a:lnTo>
                <a:lnTo>
                  <a:pt x="36119" y="264069"/>
                </a:lnTo>
                <a:lnTo>
                  <a:pt x="9230" y="331490"/>
                </a:lnTo>
                <a:lnTo>
                  <a:pt x="0" y="401320"/>
                </a:lnTo>
                <a:lnTo>
                  <a:pt x="9230" y="436235"/>
                </a:lnTo>
                <a:lnTo>
                  <a:pt x="36119" y="469946"/>
                </a:lnTo>
                <a:lnTo>
                  <a:pt x="80665" y="501650"/>
                </a:lnTo>
                <a:lnTo>
                  <a:pt x="140863" y="530144"/>
                </a:lnTo>
                <a:lnTo>
                  <a:pt x="215108" y="555026"/>
                </a:lnTo>
                <a:lnTo>
                  <a:pt x="300990" y="575092"/>
                </a:lnTo>
                <a:lnTo>
                  <a:pt x="396103" y="589940"/>
                </a:lnTo>
                <a:lnTo>
                  <a:pt x="497637" y="598769"/>
                </a:lnTo>
                <a:lnTo>
                  <a:pt x="601980" y="601980"/>
                </a:lnTo>
                <a:lnTo>
                  <a:pt x="706323" y="598769"/>
                </a:lnTo>
                <a:lnTo>
                  <a:pt x="807857" y="589940"/>
                </a:lnTo>
                <a:lnTo>
                  <a:pt x="902970" y="575092"/>
                </a:lnTo>
                <a:lnTo>
                  <a:pt x="988852" y="555026"/>
                </a:lnTo>
                <a:lnTo>
                  <a:pt x="1063097" y="530144"/>
                </a:lnTo>
                <a:lnTo>
                  <a:pt x="1123295" y="501650"/>
                </a:lnTo>
                <a:lnTo>
                  <a:pt x="1167841" y="469946"/>
                </a:lnTo>
                <a:lnTo>
                  <a:pt x="1194730" y="436235"/>
                </a:lnTo>
                <a:close/>
              </a:path>
            </a:pathLst>
          </a:custGeom>
          <a:solidFill>
            <a:srgbClr val="E6C097"/>
          </a:solidFill>
          <a:ln w="25400">
            <a:solidFill>
              <a:srgbClr val="1F2937"/>
            </a:solidFill>
            <a:prstDash val="solid"/>
          </a:ln>
        </p:spPr>
      </p:sp>
      <p:sp>
        <p:nvSpPr>
          <p:cNvPr id="8" name="S10-mark384"/>
          <p:cNvSpPr/>
          <p:nvPr/>
        </p:nvSpPr>
        <p:spPr>
          <a:xfrm>
            <a:off x="8939972" y="3130555"/>
            <a:ext cx="198252" cy="172166"/>
          </a:xfrm>
          <a:custGeom>
            <a:avLst/>
            <a:gdLst/>
            <a:ahLst/>
            <a:cxnLst/>
            <a:rect l="l" t="t" r="r" b="b"/>
            <a:pathLst>
              <a:path w="198252" h="172166">
                <a:moveTo>
                  <a:pt x="0" y="172166"/>
                </a:moveTo>
                <a:lnTo>
                  <a:pt x="198252" y="172166"/>
                </a:lnTo>
                <a:lnTo>
                  <a:pt x="99126" y="0"/>
                </a:lnTo>
                <a:close/>
              </a:path>
            </a:pathLst>
          </a:custGeom>
          <a:solidFill>
            <a:srgbClr val="8B5E3C"/>
          </a:solidFill>
          <a:ln w="15875">
            <a:solidFill>
              <a:srgbClr val="1F2937"/>
            </a:solidFill>
            <a:prstDash val="solid"/>
          </a:ln>
        </p:spPr>
      </p:sp>
      <p:sp>
        <p:nvSpPr>
          <p:cNvPr id="9" name="S10-mark385"/>
          <p:cNvSpPr/>
          <p:nvPr/>
        </p:nvSpPr>
        <p:spPr>
          <a:xfrm>
            <a:off x="7554214" y="1818640"/>
            <a:ext cx="1324356" cy="1304290"/>
          </a:xfrm>
          <a:custGeom>
            <a:avLst/>
            <a:gdLst/>
            <a:ahLst/>
            <a:cxnLst/>
            <a:rect l="l" t="t" r="r" b="b"/>
            <a:pathLst>
              <a:path w="1324356" h="1304290">
                <a:moveTo>
                  <a:pt x="0" y="0"/>
                </a:moveTo>
                <a:lnTo>
                  <a:pt x="642112" y="481584"/>
                </a:lnTo>
                <a:lnTo>
                  <a:pt x="1324356" y="1304290"/>
                </a:lnTo>
              </a:path>
            </a:pathLst>
          </a:custGeom>
          <a:noFill/>
          <a:ln w="44450">
            <a:solidFill>
              <a:srgbClr val="C8434E"/>
            </a:solidFill>
            <a:prstDash val="dash"/>
          </a:ln>
        </p:spPr>
      </p:sp>
      <p:sp>
        <p:nvSpPr>
          <p:cNvPr id="10" name="S10-mark386"/>
          <p:cNvSpPr/>
          <p:nvPr/>
        </p:nvSpPr>
        <p:spPr>
          <a:xfrm>
            <a:off x="9079230" y="3363722"/>
            <a:ext cx="321056" cy="1264158"/>
          </a:xfrm>
          <a:custGeom>
            <a:avLst/>
            <a:gdLst/>
            <a:ahLst/>
            <a:cxnLst/>
            <a:rect l="l" t="t" r="r" b="b"/>
            <a:pathLst>
              <a:path w="321056" h="1264158">
                <a:moveTo>
                  <a:pt x="321056" y="1264158"/>
                </a:moveTo>
                <a:lnTo>
                  <a:pt x="180594" y="622046"/>
                </a:lnTo>
                <a:lnTo>
                  <a:pt x="0" y="0"/>
                </a:lnTo>
              </a:path>
            </a:pathLst>
          </a:custGeom>
          <a:noFill/>
          <a:ln w="44450">
            <a:solidFill>
              <a:srgbClr val="C8434E"/>
            </a:solidFill>
            <a:prstDash val="dash"/>
          </a:ln>
        </p:spPr>
      </p:sp>
      <p:sp>
        <p:nvSpPr>
          <p:cNvPr id="11" name="S10-labelbg388"/>
          <p:cNvSpPr/>
          <p:nvPr/>
        </p:nvSpPr>
        <p:spPr>
          <a:xfrm>
            <a:off x="7195058" y="1485646"/>
            <a:ext cx="316992" cy="304800"/>
          </a:xfrm>
          <a:prstGeom prst="rect">
            <a:avLst/>
          </a:prstGeom>
          <a:solidFill>
            <a:srgbClr val="FFFFFF"/>
          </a:solidFill>
          <a:ln/>
        </p:spPr>
      </p:sp>
      <p:sp>
        <p:nvSpPr>
          <p:cNvPr id="12" name="S10-label389"/>
          <p:cNvSpPr txBox="1"/>
          <p:nvPr/>
        </p:nvSpPr>
        <p:spPr>
          <a:xfrm>
            <a:off x="7149338" y="1447546"/>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가</a:t>
            </a:r>
            <a:endParaRPr lang="ko-KR" sz="2400" dirty="0"/>
          </a:p>
        </p:txBody>
      </p:sp>
      <p:sp>
        <p:nvSpPr>
          <p:cNvPr id="13" name="S10-labelbg391"/>
          <p:cNvSpPr/>
          <p:nvPr/>
        </p:nvSpPr>
        <p:spPr>
          <a:xfrm>
            <a:off x="9442450" y="4656074"/>
            <a:ext cx="316992" cy="304800"/>
          </a:xfrm>
          <a:prstGeom prst="rect">
            <a:avLst/>
          </a:prstGeom>
          <a:solidFill>
            <a:srgbClr val="FFFFFF"/>
          </a:solidFill>
          <a:ln/>
        </p:spPr>
      </p:sp>
      <p:sp>
        <p:nvSpPr>
          <p:cNvPr id="14" name="S10-label392"/>
          <p:cNvSpPr txBox="1"/>
          <p:nvPr/>
        </p:nvSpPr>
        <p:spPr>
          <a:xfrm>
            <a:off x="9396730" y="4617974"/>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나</a:t>
            </a:r>
            <a:endParaRPr lang="ko-KR" sz="2400" dirty="0"/>
          </a:p>
        </p:txBody>
      </p:sp>
      <p:sp>
        <p:nvSpPr>
          <p:cNvPr id="15" name="S10-labelbg394"/>
          <p:cNvSpPr/>
          <p:nvPr/>
        </p:nvSpPr>
        <p:spPr>
          <a:xfrm>
            <a:off x="9708627" y="2056323"/>
            <a:ext cx="621792" cy="304800"/>
          </a:xfrm>
          <a:prstGeom prst="rect">
            <a:avLst/>
          </a:prstGeom>
          <a:solidFill>
            <a:srgbClr val="FFFFFF"/>
          </a:solidFill>
          <a:ln/>
        </p:spPr>
      </p:sp>
      <p:sp>
        <p:nvSpPr>
          <p:cNvPr id="16" name="S10-label395"/>
          <p:cNvSpPr txBox="1"/>
          <p:nvPr/>
        </p:nvSpPr>
        <p:spPr>
          <a:xfrm>
            <a:off x="9662907" y="2018223"/>
            <a:ext cx="7132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100</a:t>
            </a:r>
            <a:endParaRPr lang="ko-KR" sz="2400" dirty="0"/>
          </a:p>
        </p:txBody>
      </p:sp>
      <p:sp>
        <p:nvSpPr>
          <p:cNvPr id="17" name="S10-labelbg397"/>
          <p:cNvSpPr/>
          <p:nvPr/>
        </p:nvSpPr>
        <p:spPr>
          <a:xfrm>
            <a:off x="9424894" y="2425136"/>
            <a:ext cx="621792" cy="304800"/>
          </a:xfrm>
          <a:prstGeom prst="rect">
            <a:avLst/>
          </a:prstGeom>
          <a:solidFill>
            <a:srgbClr val="FFFFFF"/>
          </a:solidFill>
          <a:ln/>
        </p:spPr>
      </p:sp>
      <p:sp>
        <p:nvSpPr>
          <p:cNvPr id="18" name="S10-label398"/>
          <p:cNvSpPr txBox="1"/>
          <p:nvPr/>
        </p:nvSpPr>
        <p:spPr>
          <a:xfrm>
            <a:off x="9379174" y="2387036"/>
            <a:ext cx="7132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200</a:t>
            </a:r>
            <a:endParaRPr lang="ko-KR" sz="2400" dirty="0"/>
          </a:p>
        </p:txBody>
      </p:sp>
      <p:sp>
        <p:nvSpPr>
          <p:cNvPr id="19" name="S10-labelbg400"/>
          <p:cNvSpPr/>
          <p:nvPr/>
        </p:nvSpPr>
        <p:spPr>
          <a:xfrm>
            <a:off x="9115074" y="2763449"/>
            <a:ext cx="621792" cy="304800"/>
          </a:xfrm>
          <a:prstGeom prst="rect">
            <a:avLst/>
          </a:prstGeom>
          <a:solidFill>
            <a:srgbClr val="FFFFFF"/>
          </a:solidFill>
          <a:ln/>
        </p:spPr>
      </p:sp>
      <p:sp>
        <p:nvSpPr>
          <p:cNvPr id="20" name="S10-label401"/>
          <p:cNvSpPr txBox="1"/>
          <p:nvPr/>
        </p:nvSpPr>
        <p:spPr>
          <a:xfrm>
            <a:off x="9069354" y="2725349"/>
            <a:ext cx="7132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300</a:t>
            </a:r>
            <a:endParaRPr lang="ko-KR" sz="2400" dirty="0"/>
          </a:p>
        </p:txBody>
      </p:sp>
      <p:sp>
        <p:nvSpPr>
          <p:cNvPr id="21" name="S10-chip402"/>
          <p:cNvSpPr txBox="1"/>
          <p:nvPr/>
        </p:nvSpPr>
        <p:spPr>
          <a:xfrm>
            <a:off x="548640" y="16139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22" name="S10-text403"/>
          <p:cNvSpPr txBox="1"/>
          <p:nvPr/>
        </p:nvSpPr>
        <p:spPr>
          <a:xfrm>
            <a:off x="1344168" y="1325880"/>
            <a:ext cx="4567428" cy="11430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산꼭대기(▲)는 몇 m보다 높을까요?</a:t>
            </a:r>
            <a:endParaRPr lang="ko-KR" sz="3000" dirty="0"/>
          </a:p>
        </p:txBody>
      </p:sp>
      <p:sp>
        <p:nvSpPr>
          <p:cNvPr id="23" name="S10-chip404"/>
          <p:cNvSpPr txBox="1"/>
          <p:nvPr/>
        </p:nvSpPr>
        <p:spPr>
          <a:xfrm>
            <a:off x="548640" y="29397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24" name="S10-text405"/>
          <p:cNvSpPr txBox="1"/>
          <p:nvPr/>
        </p:nvSpPr>
        <p:spPr>
          <a:xfrm>
            <a:off x="1344168" y="2651760"/>
            <a:ext cx="4567428" cy="11430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가 길과 나 길 중 더 가파른 길은?</a:t>
            </a:r>
            <a:endParaRPr lang="ko-KR" sz="3000" dirty="0"/>
          </a:p>
        </p:txBody>
      </p:sp>
      <p:sp>
        <p:nvSpPr>
          <p:cNvPr id="25" name="S10-chip406"/>
          <p:cNvSpPr txBox="1"/>
          <p:nvPr/>
        </p:nvSpPr>
        <p:spPr>
          <a:xfrm>
            <a:off x="548640" y="42656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26" name="S10-text407"/>
          <p:cNvSpPr txBox="1"/>
          <p:nvPr/>
        </p:nvSpPr>
        <p:spPr>
          <a:xfrm>
            <a:off x="1344168" y="3977640"/>
            <a:ext cx="4567428" cy="11430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천천히 쉽게 오르려면 어느 길이 좋을까요?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a:t>
            </a:r>
            <a:endParaRPr lang="ko-KR" sz="4000" dirty="0"/>
          </a:p>
        </p:txBody>
      </p:sp>
      <p:sp>
        <p:nvSpPr>
          <p:cNvPr id="3" name="S11-figure408" descr="별빛마을 지도(모눈 한 칸 = 100 m). 범례: 산, 학교, 도서관, 병원, 공원, 집, 도로, 하천. 학교의 북쪽 2칸에 산, 동쪽 4칸에 도서관, 남쪽 3칸에 공원이 있다. 도서관의 남쪽 3칸에 병원, 공원의 동쪽 4칸에 병원이 있다. 하천은 마을 동쪽을 북에서 남으로 흐르고, 집은 하천 건너 도서관의 동쪽 4칸에 있다. 오른쪽 위에 북쪽을 가리키는 방위표가 있다."/>
          <p:cNvSpPr/>
          <p:nvPr/>
        </p:nvSpPr>
        <p:spPr>
          <a:xfrm>
            <a:off x="6368796" y="227418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4" name="S11-mark409"/>
          <p:cNvSpPr/>
          <p:nvPr/>
        </p:nvSpPr>
        <p:spPr>
          <a:xfrm>
            <a:off x="6690540" y="227418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5" name="S11-mark410"/>
          <p:cNvSpPr/>
          <p:nvPr/>
        </p:nvSpPr>
        <p:spPr>
          <a:xfrm>
            <a:off x="7012284" y="227418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6" name="S11-mark411"/>
          <p:cNvSpPr/>
          <p:nvPr/>
        </p:nvSpPr>
        <p:spPr>
          <a:xfrm>
            <a:off x="7334028" y="227418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7" name="S11-mark412"/>
          <p:cNvSpPr/>
          <p:nvPr/>
        </p:nvSpPr>
        <p:spPr>
          <a:xfrm>
            <a:off x="7655771" y="227418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8" name="S11-mark413"/>
          <p:cNvSpPr/>
          <p:nvPr/>
        </p:nvSpPr>
        <p:spPr>
          <a:xfrm>
            <a:off x="7977515" y="227418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9" name="S11-mark414"/>
          <p:cNvSpPr/>
          <p:nvPr/>
        </p:nvSpPr>
        <p:spPr>
          <a:xfrm>
            <a:off x="8299259" y="227418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0" name="S11-mark415"/>
          <p:cNvSpPr/>
          <p:nvPr/>
        </p:nvSpPr>
        <p:spPr>
          <a:xfrm>
            <a:off x="8621003" y="227418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1" name="S11-mark416"/>
          <p:cNvSpPr/>
          <p:nvPr/>
        </p:nvSpPr>
        <p:spPr>
          <a:xfrm>
            <a:off x="8942747" y="227418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2" name="S11-mark417"/>
          <p:cNvSpPr/>
          <p:nvPr/>
        </p:nvSpPr>
        <p:spPr>
          <a:xfrm>
            <a:off x="9264491" y="227418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3" name="S11-mark418"/>
          <p:cNvSpPr/>
          <p:nvPr/>
        </p:nvSpPr>
        <p:spPr>
          <a:xfrm>
            <a:off x="9586235" y="227418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4" name="S11-mark419"/>
          <p:cNvSpPr/>
          <p:nvPr/>
        </p:nvSpPr>
        <p:spPr>
          <a:xfrm>
            <a:off x="9907978" y="2274182"/>
            <a:ext cx="9144" cy="2573951"/>
          </a:xfrm>
          <a:custGeom>
            <a:avLst/>
            <a:gdLst/>
            <a:ahLst/>
            <a:cxnLst/>
            <a:rect l="l" t="t" r="r" b="b"/>
            <a:pathLst>
              <a:path w="9144" h="2573951">
                <a:moveTo>
                  <a:pt x="0" y="2573951"/>
                </a:moveTo>
                <a:lnTo>
                  <a:pt x="0" y="0"/>
                </a:lnTo>
              </a:path>
            </a:pathLst>
          </a:custGeom>
          <a:noFill/>
          <a:ln w="9525">
            <a:solidFill>
              <a:srgbClr val="B8C2CC"/>
            </a:solidFill>
            <a:prstDash val="solid"/>
          </a:ln>
        </p:spPr>
      </p:sp>
      <p:sp>
        <p:nvSpPr>
          <p:cNvPr id="15" name="S11-mark420"/>
          <p:cNvSpPr/>
          <p:nvPr/>
        </p:nvSpPr>
        <p:spPr>
          <a:xfrm>
            <a:off x="6368796" y="4848133"/>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16" name="S11-mark421"/>
          <p:cNvSpPr/>
          <p:nvPr/>
        </p:nvSpPr>
        <p:spPr>
          <a:xfrm>
            <a:off x="6368796" y="4526389"/>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17" name="S11-mark422"/>
          <p:cNvSpPr/>
          <p:nvPr/>
        </p:nvSpPr>
        <p:spPr>
          <a:xfrm>
            <a:off x="6368796" y="4204645"/>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18" name="S11-mark423"/>
          <p:cNvSpPr/>
          <p:nvPr/>
        </p:nvSpPr>
        <p:spPr>
          <a:xfrm>
            <a:off x="6368796" y="3882902"/>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19" name="S11-mark424"/>
          <p:cNvSpPr/>
          <p:nvPr/>
        </p:nvSpPr>
        <p:spPr>
          <a:xfrm>
            <a:off x="6368796" y="3561158"/>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0" name="S11-mark425"/>
          <p:cNvSpPr/>
          <p:nvPr/>
        </p:nvSpPr>
        <p:spPr>
          <a:xfrm>
            <a:off x="6368796" y="3239414"/>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1" name="S11-mark426"/>
          <p:cNvSpPr/>
          <p:nvPr/>
        </p:nvSpPr>
        <p:spPr>
          <a:xfrm>
            <a:off x="6368796" y="2917670"/>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2" name="S11-mark427"/>
          <p:cNvSpPr/>
          <p:nvPr/>
        </p:nvSpPr>
        <p:spPr>
          <a:xfrm>
            <a:off x="6368796" y="2595926"/>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3" name="S11-mark428"/>
          <p:cNvSpPr/>
          <p:nvPr/>
        </p:nvSpPr>
        <p:spPr>
          <a:xfrm>
            <a:off x="6368796" y="2274182"/>
            <a:ext cx="3539182" cy="9144"/>
          </a:xfrm>
          <a:custGeom>
            <a:avLst/>
            <a:gdLst/>
            <a:ahLst/>
            <a:cxnLst/>
            <a:rect l="l" t="t" r="r" b="b"/>
            <a:pathLst>
              <a:path w="3539182" h="9144">
                <a:moveTo>
                  <a:pt x="0" y="0"/>
                </a:moveTo>
                <a:lnTo>
                  <a:pt x="3539182" y="0"/>
                </a:lnTo>
              </a:path>
            </a:pathLst>
          </a:custGeom>
          <a:noFill/>
          <a:ln w="9525">
            <a:solidFill>
              <a:srgbClr val="B8C2CC"/>
            </a:solidFill>
            <a:prstDash val="solid"/>
          </a:ln>
        </p:spPr>
      </p:sp>
      <p:sp>
        <p:nvSpPr>
          <p:cNvPr id="24" name="S11-mark429"/>
          <p:cNvSpPr/>
          <p:nvPr/>
        </p:nvSpPr>
        <p:spPr>
          <a:xfrm>
            <a:off x="8974921" y="2274182"/>
            <a:ext cx="128698" cy="2573951"/>
          </a:xfrm>
          <a:custGeom>
            <a:avLst/>
            <a:gdLst/>
            <a:ahLst/>
            <a:cxnLst/>
            <a:rect l="l" t="t" r="r" b="b"/>
            <a:pathLst>
              <a:path w="128698" h="2573951">
                <a:moveTo>
                  <a:pt x="96523" y="0"/>
                </a:moveTo>
                <a:lnTo>
                  <a:pt x="0" y="482616"/>
                </a:lnTo>
                <a:lnTo>
                  <a:pt x="128698" y="965232"/>
                </a:lnTo>
                <a:lnTo>
                  <a:pt x="32174" y="1447847"/>
                </a:lnTo>
                <a:lnTo>
                  <a:pt x="128698" y="1930463"/>
                </a:lnTo>
                <a:lnTo>
                  <a:pt x="32174" y="2573951"/>
                </a:lnTo>
              </a:path>
            </a:pathLst>
          </a:custGeom>
          <a:noFill/>
          <a:ln w="88900">
            <a:solidFill>
              <a:srgbClr val="4A90C8"/>
            </a:solidFill>
            <a:prstDash val="solid"/>
          </a:ln>
        </p:spPr>
      </p:sp>
      <p:sp>
        <p:nvSpPr>
          <p:cNvPr id="25" name="S11-mark430"/>
          <p:cNvSpPr/>
          <p:nvPr/>
        </p:nvSpPr>
        <p:spPr>
          <a:xfrm>
            <a:off x="6368796" y="3722030"/>
            <a:ext cx="3539182" cy="9144"/>
          </a:xfrm>
          <a:custGeom>
            <a:avLst/>
            <a:gdLst/>
            <a:ahLst/>
            <a:cxnLst/>
            <a:rect l="l" t="t" r="r" b="b"/>
            <a:pathLst>
              <a:path w="3539182" h="9144">
                <a:moveTo>
                  <a:pt x="0" y="0"/>
                </a:moveTo>
                <a:lnTo>
                  <a:pt x="3539182" y="0"/>
                </a:lnTo>
              </a:path>
            </a:pathLst>
          </a:custGeom>
          <a:noFill/>
          <a:ln w="88900">
            <a:solidFill>
              <a:srgbClr val="A3AAB4"/>
            </a:solidFill>
            <a:prstDash val="solid"/>
          </a:ln>
        </p:spPr>
      </p:sp>
      <p:sp>
        <p:nvSpPr>
          <p:cNvPr id="26" name="S11-mark431"/>
          <p:cNvSpPr/>
          <p:nvPr/>
        </p:nvSpPr>
        <p:spPr>
          <a:xfrm>
            <a:off x="7816643" y="2274182"/>
            <a:ext cx="9144" cy="2573951"/>
          </a:xfrm>
          <a:custGeom>
            <a:avLst/>
            <a:gdLst/>
            <a:ahLst/>
            <a:cxnLst/>
            <a:rect l="l" t="t" r="r" b="b"/>
            <a:pathLst>
              <a:path w="9144" h="2573951">
                <a:moveTo>
                  <a:pt x="0" y="2573951"/>
                </a:moveTo>
                <a:lnTo>
                  <a:pt x="0" y="0"/>
                </a:lnTo>
              </a:path>
            </a:pathLst>
          </a:custGeom>
          <a:noFill/>
          <a:ln w="88900">
            <a:solidFill>
              <a:srgbClr val="A3AAB4"/>
            </a:solidFill>
            <a:prstDash val="solid"/>
          </a:ln>
        </p:spPr>
      </p:sp>
      <p:sp>
        <p:nvSpPr>
          <p:cNvPr id="27" name="S11-mark432"/>
          <p:cNvSpPr/>
          <p:nvPr/>
        </p:nvSpPr>
        <p:spPr>
          <a:xfrm>
            <a:off x="6368796" y="2274182"/>
            <a:ext cx="3539182" cy="2573951"/>
          </a:xfrm>
          <a:custGeom>
            <a:avLst/>
            <a:gdLst/>
            <a:ahLst/>
            <a:cxnLst/>
            <a:rect l="l" t="t" r="r" b="b"/>
            <a:pathLst>
              <a:path w="3539182" h="2573951">
                <a:moveTo>
                  <a:pt x="0" y="2573951"/>
                </a:moveTo>
                <a:lnTo>
                  <a:pt x="3539182" y="2573951"/>
                </a:lnTo>
                <a:lnTo>
                  <a:pt x="3539182" y="0"/>
                </a:lnTo>
                <a:lnTo>
                  <a:pt x="0" y="0"/>
                </a:lnTo>
                <a:lnTo>
                  <a:pt x="0" y="2573951"/>
                </a:lnTo>
              </a:path>
            </a:pathLst>
          </a:custGeom>
          <a:noFill/>
          <a:ln w="19050">
            <a:solidFill>
              <a:srgbClr val="1F2937"/>
            </a:solidFill>
            <a:prstDash val="solid"/>
          </a:ln>
        </p:spPr>
      </p:sp>
      <p:sp>
        <p:nvSpPr>
          <p:cNvPr id="28" name="S11-mark433"/>
          <p:cNvSpPr/>
          <p:nvPr/>
        </p:nvSpPr>
        <p:spPr>
          <a:xfrm>
            <a:off x="6867499" y="2460794"/>
            <a:ext cx="289569" cy="250960"/>
          </a:xfrm>
          <a:custGeom>
            <a:avLst/>
            <a:gdLst/>
            <a:ahLst/>
            <a:cxnLst/>
            <a:rect l="l" t="t" r="r" b="b"/>
            <a:pathLst>
              <a:path w="289569" h="250960">
                <a:moveTo>
                  <a:pt x="0" y="250960"/>
                </a:moveTo>
                <a:lnTo>
                  <a:pt x="289569" y="250960"/>
                </a:lnTo>
                <a:lnTo>
                  <a:pt x="144785" y="0"/>
                </a:lnTo>
                <a:close/>
              </a:path>
            </a:pathLst>
          </a:custGeom>
          <a:solidFill>
            <a:srgbClr val="8B5E3C"/>
          </a:solidFill>
          <a:ln w="15875">
            <a:solidFill>
              <a:srgbClr val="1F2937"/>
            </a:solidFill>
            <a:prstDash val="solid"/>
          </a:ln>
        </p:spPr>
      </p:sp>
      <p:sp>
        <p:nvSpPr>
          <p:cNvPr id="29" name="S11-mark434"/>
          <p:cNvSpPr/>
          <p:nvPr/>
        </p:nvSpPr>
        <p:spPr>
          <a:xfrm>
            <a:off x="6915761" y="3094629"/>
            <a:ext cx="231656" cy="160872"/>
          </a:xfrm>
          <a:custGeom>
            <a:avLst/>
            <a:gdLst/>
            <a:ahLst/>
            <a:cxnLst/>
            <a:rect l="l" t="t" r="r" b="b"/>
            <a:pathLst>
              <a:path w="231656" h="160872">
                <a:moveTo>
                  <a:pt x="0" y="0"/>
                </a:moveTo>
                <a:lnTo>
                  <a:pt x="231656" y="80436"/>
                </a:lnTo>
                <a:lnTo>
                  <a:pt x="0" y="160872"/>
                </a:lnTo>
                <a:close/>
              </a:path>
            </a:pathLst>
          </a:custGeom>
          <a:solidFill>
            <a:srgbClr val="E9762B"/>
          </a:solidFill>
          <a:ln w="15875">
            <a:solidFill>
              <a:srgbClr val="1F2937"/>
            </a:solidFill>
            <a:prstDash val="solid"/>
          </a:ln>
        </p:spPr>
      </p:sp>
      <p:sp>
        <p:nvSpPr>
          <p:cNvPr id="30" name="S11-mark435"/>
          <p:cNvSpPr/>
          <p:nvPr/>
        </p:nvSpPr>
        <p:spPr>
          <a:xfrm>
            <a:off x="6896456" y="3094629"/>
            <a:ext cx="38609" cy="289569"/>
          </a:xfrm>
          <a:custGeom>
            <a:avLst/>
            <a:gdLst/>
            <a:ahLst/>
            <a:cxnLst/>
            <a:rect l="l" t="t" r="r" b="b"/>
            <a:pathLst>
              <a:path w="38609" h="289569">
                <a:moveTo>
                  <a:pt x="0" y="289569"/>
                </a:moveTo>
                <a:lnTo>
                  <a:pt x="38609" y="289569"/>
                </a:lnTo>
                <a:lnTo>
                  <a:pt x="38609" y="0"/>
                </a:lnTo>
                <a:lnTo>
                  <a:pt x="0" y="0"/>
                </a:lnTo>
                <a:close/>
              </a:path>
            </a:pathLst>
          </a:custGeom>
          <a:solidFill>
            <a:srgbClr val="1F2937"/>
          </a:solidFill>
          <a:ln/>
        </p:spPr>
      </p:sp>
      <p:sp>
        <p:nvSpPr>
          <p:cNvPr id="31" name="S11-mark436"/>
          <p:cNvSpPr/>
          <p:nvPr/>
        </p:nvSpPr>
        <p:spPr>
          <a:xfrm>
            <a:off x="8151257" y="3136456"/>
            <a:ext cx="148002" cy="218786"/>
          </a:xfrm>
          <a:custGeom>
            <a:avLst/>
            <a:gdLst/>
            <a:ahLst/>
            <a:cxnLst/>
            <a:rect l="l" t="t" r="r" b="b"/>
            <a:pathLst>
              <a:path w="148002" h="218786">
                <a:moveTo>
                  <a:pt x="0" y="0"/>
                </a:moveTo>
                <a:lnTo>
                  <a:pt x="148002" y="32174"/>
                </a:lnTo>
                <a:lnTo>
                  <a:pt x="148002" y="218786"/>
                </a:lnTo>
                <a:lnTo>
                  <a:pt x="0" y="186611"/>
                </a:lnTo>
                <a:close/>
              </a:path>
            </a:pathLst>
          </a:custGeom>
          <a:solidFill>
            <a:srgbClr val="3D5A80"/>
          </a:solidFill>
          <a:ln w="15875">
            <a:solidFill>
              <a:srgbClr val="1F2937"/>
            </a:solidFill>
            <a:prstDash val="solid"/>
          </a:ln>
        </p:spPr>
      </p:sp>
      <p:sp>
        <p:nvSpPr>
          <p:cNvPr id="32" name="S11-mark437"/>
          <p:cNvSpPr/>
          <p:nvPr/>
        </p:nvSpPr>
        <p:spPr>
          <a:xfrm>
            <a:off x="8299259" y="3136456"/>
            <a:ext cx="148002" cy="218786"/>
          </a:xfrm>
          <a:custGeom>
            <a:avLst/>
            <a:gdLst/>
            <a:ahLst/>
            <a:cxnLst/>
            <a:rect l="l" t="t" r="r" b="b"/>
            <a:pathLst>
              <a:path w="148002" h="218786">
                <a:moveTo>
                  <a:pt x="148002" y="0"/>
                </a:moveTo>
                <a:lnTo>
                  <a:pt x="0" y="32174"/>
                </a:lnTo>
                <a:lnTo>
                  <a:pt x="0" y="218786"/>
                </a:lnTo>
                <a:lnTo>
                  <a:pt x="148002" y="186611"/>
                </a:lnTo>
                <a:close/>
              </a:path>
            </a:pathLst>
          </a:custGeom>
          <a:solidFill>
            <a:srgbClr val="3D5A80"/>
          </a:solidFill>
          <a:ln w="15875">
            <a:solidFill>
              <a:srgbClr val="1F2937"/>
            </a:solidFill>
            <a:prstDash val="solid"/>
          </a:ln>
        </p:spPr>
      </p:sp>
      <p:sp>
        <p:nvSpPr>
          <p:cNvPr id="33" name="S11-mark438"/>
          <p:cNvSpPr/>
          <p:nvPr/>
        </p:nvSpPr>
        <p:spPr>
          <a:xfrm>
            <a:off x="6992979" y="4220733"/>
            <a:ext cx="38609" cy="128698"/>
          </a:xfrm>
          <a:custGeom>
            <a:avLst/>
            <a:gdLst/>
            <a:ahLst/>
            <a:cxnLst/>
            <a:rect l="l" t="t" r="r" b="b"/>
            <a:pathLst>
              <a:path w="38609" h="128698">
                <a:moveTo>
                  <a:pt x="0" y="128698"/>
                </a:moveTo>
                <a:lnTo>
                  <a:pt x="38609" y="128698"/>
                </a:lnTo>
                <a:lnTo>
                  <a:pt x="38609" y="0"/>
                </a:lnTo>
                <a:lnTo>
                  <a:pt x="0" y="0"/>
                </a:lnTo>
                <a:close/>
              </a:path>
            </a:pathLst>
          </a:custGeom>
          <a:solidFill>
            <a:srgbClr val="8B5E3C"/>
          </a:solidFill>
          <a:ln/>
        </p:spPr>
      </p:sp>
      <p:sp>
        <p:nvSpPr>
          <p:cNvPr id="34" name="S11-mark439"/>
          <p:cNvSpPr/>
          <p:nvPr/>
        </p:nvSpPr>
        <p:spPr>
          <a:xfrm>
            <a:off x="6906108" y="4059861"/>
            <a:ext cx="212351" cy="212351"/>
          </a:xfrm>
          <a:custGeom>
            <a:avLst/>
            <a:gdLst/>
            <a:ahLst/>
            <a:cxnLst/>
            <a:rect l="l" t="t" r="r" b="b"/>
            <a:pathLst>
              <a:path w="212351" h="212351">
                <a:moveTo>
                  <a:pt x="212351" y="106175"/>
                </a:moveTo>
                <a:lnTo>
                  <a:pt x="207203" y="73358"/>
                </a:lnTo>
                <a:lnTo>
                  <a:pt x="192081" y="43757"/>
                </a:lnTo>
                <a:lnTo>
                  <a:pt x="168594" y="20270"/>
                </a:lnTo>
                <a:lnTo>
                  <a:pt x="138993" y="5148"/>
                </a:lnTo>
                <a:lnTo>
                  <a:pt x="106175" y="0"/>
                </a:lnTo>
                <a:lnTo>
                  <a:pt x="73358" y="5148"/>
                </a:lnTo>
                <a:lnTo>
                  <a:pt x="43757" y="20270"/>
                </a:lnTo>
                <a:lnTo>
                  <a:pt x="20270" y="43757"/>
                </a:lnTo>
                <a:lnTo>
                  <a:pt x="5148" y="73358"/>
                </a:lnTo>
                <a:lnTo>
                  <a:pt x="0" y="106175"/>
                </a:lnTo>
                <a:lnTo>
                  <a:pt x="5148" y="138993"/>
                </a:lnTo>
                <a:lnTo>
                  <a:pt x="20270" y="168594"/>
                </a:lnTo>
                <a:lnTo>
                  <a:pt x="43757" y="192081"/>
                </a:lnTo>
                <a:lnTo>
                  <a:pt x="73358" y="207203"/>
                </a:lnTo>
                <a:lnTo>
                  <a:pt x="106175" y="212351"/>
                </a:lnTo>
                <a:lnTo>
                  <a:pt x="138993" y="207203"/>
                </a:lnTo>
                <a:lnTo>
                  <a:pt x="168594" y="192081"/>
                </a:lnTo>
                <a:lnTo>
                  <a:pt x="192081" y="168594"/>
                </a:lnTo>
                <a:lnTo>
                  <a:pt x="207203" y="138993"/>
                </a:lnTo>
                <a:close/>
              </a:path>
            </a:pathLst>
          </a:custGeom>
          <a:solidFill>
            <a:srgbClr val="2A9D8F"/>
          </a:solidFill>
          <a:ln w="15875">
            <a:solidFill>
              <a:srgbClr val="1F2937"/>
            </a:solidFill>
            <a:prstDash val="solid"/>
          </a:ln>
        </p:spPr>
      </p:sp>
      <p:sp>
        <p:nvSpPr>
          <p:cNvPr id="35" name="S11-mark440"/>
          <p:cNvSpPr/>
          <p:nvPr/>
        </p:nvSpPr>
        <p:spPr>
          <a:xfrm>
            <a:off x="8170562" y="4075948"/>
            <a:ext cx="257395" cy="257395"/>
          </a:xfrm>
          <a:custGeom>
            <a:avLst/>
            <a:gdLst/>
            <a:ahLst/>
            <a:cxnLst/>
            <a:rect l="l" t="t" r="r" b="b"/>
            <a:pathLst>
              <a:path w="257395" h="257395">
                <a:moveTo>
                  <a:pt x="257395" y="128698"/>
                </a:moveTo>
                <a:lnTo>
                  <a:pt x="250960" y="88801"/>
                </a:lnTo>
                <a:lnTo>
                  <a:pt x="232943" y="53088"/>
                </a:lnTo>
                <a:lnTo>
                  <a:pt x="204307" y="24453"/>
                </a:lnTo>
                <a:lnTo>
                  <a:pt x="168594" y="6435"/>
                </a:lnTo>
                <a:lnTo>
                  <a:pt x="128698" y="0"/>
                </a:lnTo>
                <a:lnTo>
                  <a:pt x="88801" y="6435"/>
                </a:lnTo>
                <a:lnTo>
                  <a:pt x="53088" y="24453"/>
                </a:lnTo>
                <a:lnTo>
                  <a:pt x="24453" y="53088"/>
                </a:lnTo>
                <a:lnTo>
                  <a:pt x="6435" y="88801"/>
                </a:lnTo>
                <a:lnTo>
                  <a:pt x="0" y="128698"/>
                </a:lnTo>
                <a:lnTo>
                  <a:pt x="6435" y="168594"/>
                </a:lnTo>
                <a:lnTo>
                  <a:pt x="24453" y="204307"/>
                </a:lnTo>
                <a:lnTo>
                  <a:pt x="53088" y="232943"/>
                </a:lnTo>
                <a:lnTo>
                  <a:pt x="88801" y="250960"/>
                </a:lnTo>
                <a:lnTo>
                  <a:pt x="128698" y="257395"/>
                </a:lnTo>
                <a:lnTo>
                  <a:pt x="168594" y="250960"/>
                </a:lnTo>
                <a:lnTo>
                  <a:pt x="204307" y="232943"/>
                </a:lnTo>
                <a:lnTo>
                  <a:pt x="232943" y="204307"/>
                </a:lnTo>
                <a:lnTo>
                  <a:pt x="250960" y="168594"/>
                </a:lnTo>
                <a:close/>
              </a:path>
            </a:pathLst>
          </a:custGeom>
          <a:solidFill>
            <a:srgbClr val="FFFFFF"/>
          </a:solidFill>
          <a:ln w="25400">
            <a:solidFill>
              <a:srgbClr val="C8434E"/>
            </a:solidFill>
            <a:prstDash val="solid"/>
          </a:ln>
        </p:spPr>
      </p:sp>
      <p:sp>
        <p:nvSpPr>
          <p:cNvPr id="36" name="S11-mark441"/>
          <p:cNvSpPr/>
          <p:nvPr/>
        </p:nvSpPr>
        <p:spPr>
          <a:xfrm>
            <a:off x="8276737" y="4117775"/>
            <a:ext cx="45044" cy="173742"/>
          </a:xfrm>
          <a:custGeom>
            <a:avLst/>
            <a:gdLst/>
            <a:ahLst/>
            <a:cxnLst/>
            <a:rect l="l" t="t" r="r" b="b"/>
            <a:pathLst>
              <a:path w="45044" h="173742">
                <a:moveTo>
                  <a:pt x="0" y="173742"/>
                </a:moveTo>
                <a:lnTo>
                  <a:pt x="45044" y="173742"/>
                </a:lnTo>
                <a:lnTo>
                  <a:pt x="45044" y="0"/>
                </a:lnTo>
                <a:lnTo>
                  <a:pt x="0" y="0"/>
                </a:lnTo>
                <a:close/>
              </a:path>
            </a:pathLst>
          </a:custGeom>
          <a:solidFill>
            <a:srgbClr val="C8434E"/>
          </a:solidFill>
          <a:ln/>
        </p:spPr>
      </p:sp>
      <p:sp>
        <p:nvSpPr>
          <p:cNvPr id="37" name="S11-mark442"/>
          <p:cNvSpPr/>
          <p:nvPr/>
        </p:nvSpPr>
        <p:spPr>
          <a:xfrm>
            <a:off x="8212388" y="4182123"/>
            <a:ext cx="173742" cy="45044"/>
          </a:xfrm>
          <a:custGeom>
            <a:avLst/>
            <a:gdLst/>
            <a:ahLst/>
            <a:cxnLst/>
            <a:rect l="l" t="t" r="r" b="b"/>
            <a:pathLst>
              <a:path w="173742" h="45044">
                <a:moveTo>
                  <a:pt x="0" y="45044"/>
                </a:moveTo>
                <a:lnTo>
                  <a:pt x="173742" y="45044"/>
                </a:lnTo>
                <a:lnTo>
                  <a:pt x="173742" y="0"/>
                </a:lnTo>
                <a:lnTo>
                  <a:pt x="0" y="0"/>
                </a:lnTo>
                <a:close/>
              </a:path>
            </a:pathLst>
          </a:custGeom>
          <a:solidFill>
            <a:srgbClr val="C8434E"/>
          </a:solidFill>
          <a:ln/>
        </p:spPr>
      </p:sp>
      <p:sp>
        <p:nvSpPr>
          <p:cNvPr id="38" name="S11-mark443"/>
          <p:cNvSpPr/>
          <p:nvPr/>
        </p:nvSpPr>
        <p:spPr>
          <a:xfrm>
            <a:off x="9470407" y="3104282"/>
            <a:ext cx="231656" cy="257395"/>
          </a:xfrm>
          <a:custGeom>
            <a:avLst/>
            <a:gdLst/>
            <a:ahLst/>
            <a:cxnLst/>
            <a:rect l="l" t="t" r="r" b="b"/>
            <a:pathLst>
              <a:path w="231656" h="257395">
                <a:moveTo>
                  <a:pt x="0" y="257395"/>
                </a:moveTo>
                <a:lnTo>
                  <a:pt x="231656" y="257395"/>
                </a:lnTo>
                <a:lnTo>
                  <a:pt x="231656" y="109393"/>
                </a:lnTo>
                <a:lnTo>
                  <a:pt x="115828" y="0"/>
                </a:lnTo>
                <a:lnTo>
                  <a:pt x="0" y="109393"/>
                </a:lnTo>
                <a:close/>
              </a:path>
            </a:pathLst>
          </a:custGeom>
          <a:solidFill>
            <a:srgbClr val="F2C14E"/>
          </a:solidFill>
          <a:ln w="15875">
            <a:solidFill>
              <a:srgbClr val="1F2937"/>
            </a:solidFill>
            <a:prstDash val="solid"/>
          </a:ln>
        </p:spPr>
      </p:sp>
      <p:sp>
        <p:nvSpPr>
          <p:cNvPr id="39" name="S11-mark444"/>
          <p:cNvSpPr/>
          <p:nvPr/>
        </p:nvSpPr>
        <p:spPr>
          <a:xfrm>
            <a:off x="10195939" y="2490394"/>
            <a:ext cx="260613" cy="225864"/>
          </a:xfrm>
          <a:custGeom>
            <a:avLst/>
            <a:gdLst/>
            <a:ahLst/>
            <a:cxnLst/>
            <a:rect l="l" t="t" r="r" b="b"/>
            <a:pathLst>
              <a:path w="260613" h="225864">
                <a:moveTo>
                  <a:pt x="0" y="225864"/>
                </a:moveTo>
                <a:lnTo>
                  <a:pt x="260613" y="225864"/>
                </a:lnTo>
                <a:lnTo>
                  <a:pt x="130306" y="0"/>
                </a:lnTo>
                <a:close/>
              </a:path>
            </a:pathLst>
          </a:custGeom>
          <a:solidFill>
            <a:srgbClr val="8B5E3C"/>
          </a:solidFill>
          <a:ln w="15875">
            <a:solidFill>
              <a:srgbClr val="1F2937"/>
            </a:solidFill>
            <a:prstDash val="solid"/>
          </a:ln>
        </p:spPr>
      </p:sp>
      <p:sp>
        <p:nvSpPr>
          <p:cNvPr id="40" name="S11-mark445"/>
          <p:cNvSpPr/>
          <p:nvPr/>
        </p:nvSpPr>
        <p:spPr>
          <a:xfrm>
            <a:off x="10239375" y="2861365"/>
            <a:ext cx="208490" cy="144785"/>
          </a:xfrm>
          <a:custGeom>
            <a:avLst/>
            <a:gdLst/>
            <a:ahLst/>
            <a:cxnLst/>
            <a:rect l="l" t="t" r="r" b="b"/>
            <a:pathLst>
              <a:path w="208490" h="144785">
                <a:moveTo>
                  <a:pt x="0" y="0"/>
                </a:moveTo>
                <a:lnTo>
                  <a:pt x="208490" y="72392"/>
                </a:lnTo>
                <a:lnTo>
                  <a:pt x="0" y="144785"/>
                </a:lnTo>
                <a:close/>
              </a:path>
            </a:pathLst>
          </a:custGeom>
          <a:solidFill>
            <a:srgbClr val="E9762B"/>
          </a:solidFill>
          <a:ln w="15875">
            <a:solidFill>
              <a:srgbClr val="1F2937"/>
            </a:solidFill>
            <a:prstDash val="solid"/>
          </a:ln>
        </p:spPr>
      </p:sp>
      <p:sp>
        <p:nvSpPr>
          <p:cNvPr id="41" name="S11-mark446"/>
          <p:cNvSpPr/>
          <p:nvPr/>
        </p:nvSpPr>
        <p:spPr>
          <a:xfrm>
            <a:off x="10222000" y="2861365"/>
            <a:ext cx="34748" cy="260613"/>
          </a:xfrm>
          <a:custGeom>
            <a:avLst/>
            <a:gdLst/>
            <a:ahLst/>
            <a:cxnLst/>
            <a:rect l="l" t="t" r="r" b="b"/>
            <a:pathLst>
              <a:path w="34748" h="260613">
                <a:moveTo>
                  <a:pt x="0" y="260613"/>
                </a:moveTo>
                <a:lnTo>
                  <a:pt x="34748" y="260613"/>
                </a:lnTo>
                <a:lnTo>
                  <a:pt x="34748" y="0"/>
                </a:lnTo>
                <a:lnTo>
                  <a:pt x="0" y="0"/>
                </a:lnTo>
                <a:close/>
              </a:path>
            </a:pathLst>
          </a:custGeom>
          <a:solidFill>
            <a:srgbClr val="1F2937"/>
          </a:solidFill>
          <a:ln/>
        </p:spPr>
      </p:sp>
      <p:sp>
        <p:nvSpPr>
          <p:cNvPr id="42" name="S11-mark447"/>
          <p:cNvSpPr/>
          <p:nvPr/>
        </p:nvSpPr>
        <p:spPr>
          <a:xfrm>
            <a:off x="10193043" y="3278667"/>
            <a:ext cx="133202" cy="196907"/>
          </a:xfrm>
          <a:custGeom>
            <a:avLst/>
            <a:gdLst/>
            <a:ahLst/>
            <a:cxnLst/>
            <a:rect l="l" t="t" r="r" b="b"/>
            <a:pathLst>
              <a:path w="133202" h="196907">
                <a:moveTo>
                  <a:pt x="0" y="0"/>
                </a:moveTo>
                <a:lnTo>
                  <a:pt x="133202" y="28957"/>
                </a:lnTo>
                <a:lnTo>
                  <a:pt x="133202" y="196907"/>
                </a:lnTo>
                <a:lnTo>
                  <a:pt x="0" y="167950"/>
                </a:lnTo>
                <a:close/>
              </a:path>
            </a:pathLst>
          </a:custGeom>
          <a:solidFill>
            <a:srgbClr val="3D5A80"/>
          </a:solidFill>
          <a:ln w="15875">
            <a:solidFill>
              <a:srgbClr val="1F2937"/>
            </a:solidFill>
            <a:prstDash val="solid"/>
          </a:ln>
        </p:spPr>
      </p:sp>
      <p:sp>
        <p:nvSpPr>
          <p:cNvPr id="43" name="S11-mark448"/>
          <p:cNvSpPr/>
          <p:nvPr/>
        </p:nvSpPr>
        <p:spPr>
          <a:xfrm>
            <a:off x="10326245" y="3278667"/>
            <a:ext cx="133202" cy="196907"/>
          </a:xfrm>
          <a:custGeom>
            <a:avLst/>
            <a:gdLst/>
            <a:ahLst/>
            <a:cxnLst/>
            <a:rect l="l" t="t" r="r" b="b"/>
            <a:pathLst>
              <a:path w="133202" h="196907">
                <a:moveTo>
                  <a:pt x="133202" y="0"/>
                </a:moveTo>
                <a:lnTo>
                  <a:pt x="0" y="28957"/>
                </a:lnTo>
                <a:lnTo>
                  <a:pt x="0" y="196907"/>
                </a:lnTo>
                <a:lnTo>
                  <a:pt x="133202" y="167950"/>
                </a:lnTo>
                <a:close/>
              </a:path>
            </a:pathLst>
          </a:custGeom>
          <a:solidFill>
            <a:srgbClr val="3D5A80"/>
          </a:solidFill>
          <a:ln w="15875">
            <a:solidFill>
              <a:srgbClr val="1F2937"/>
            </a:solidFill>
            <a:prstDash val="solid"/>
          </a:ln>
        </p:spPr>
      </p:sp>
      <p:sp>
        <p:nvSpPr>
          <p:cNvPr id="44" name="S11-mark449"/>
          <p:cNvSpPr/>
          <p:nvPr/>
        </p:nvSpPr>
        <p:spPr>
          <a:xfrm>
            <a:off x="10210418" y="3635159"/>
            <a:ext cx="231656" cy="231656"/>
          </a:xfrm>
          <a:custGeom>
            <a:avLst/>
            <a:gdLst/>
            <a:ahLst/>
            <a:cxnLst/>
            <a:rect l="l" t="t" r="r" b="b"/>
            <a:pathLst>
              <a:path w="231656" h="231656">
                <a:moveTo>
                  <a:pt x="231656" y="115828"/>
                </a:moveTo>
                <a:lnTo>
                  <a:pt x="225864" y="80114"/>
                </a:lnTo>
                <a:lnTo>
                  <a:pt x="209455" y="47618"/>
                </a:lnTo>
                <a:lnTo>
                  <a:pt x="184037" y="22200"/>
                </a:lnTo>
                <a:lnTo>
                  <a:pt x="151541" y="5791"/>
                </a:lnTo>
                <a:lnTo>
                  <a:pt x="115828" y="0"/>
                </a:lnTo>
                <a:lnTo>
                  <a:pt x="80114" y="5791"/>
                </a:lnTo>
                <a:lnTo>
                  <a:pt x="47618" y="22200"/>
                </a:lnTo>
                <a:lnTo>
                  <a:pt x="22200" y="47618"/>
                </a:lnTo>
                <a:lnTo>
                  <a:pt x="5791" y="80114"/>
                </a:lnTo>
                <a:lnTo>
                  <a:pt x="0" y="115828"/>
                </a:lnTo>
                <a:lnTo>
                  <a:pt x="5791" y="151541"/>
                </a:lnTo>
                <a:lnTo>
                  <a:pt x="22200" y="184037"/>
                </a:lnTo>
                <a:lnTo>
                  <a:pt x="47618" y="209455"/>
                </a:lnTo>
                <a:lnTo>
                  <a:pt x="80114" y="225864"/>
                </a:lnTo>
                <a:lnTo>
                  <a:pt x="115828" y="231656"/>
                </a:lnTo>
                <a:lnTo>
                  <a:pt x="151541" y="225864"/>
                </a:lnTo>
                <a:lnTo>
                  <a:pt x="184037" y="209455"/>
                </a:lnTo>
                <a:lnTo>
                  <a:pt x="209455" y="184037"/>
                </a:lnTo>
                <a:lnTo>
                  <a:pt x="225864" y="151541"/>
                </a:lnTo>
                <a:close/>
              </a:path>
            </a:pathLst>
          </a:custGeom>
          <a:solidFill>
            <a:srgbClr val="FFFFFF"/>
          </a:solidFill>
          <a:ln w="25400">
            <a:solidFill>
              <a:srgbClr val="C8434E"/>
            </a:solidFill>
            <a:prstDash val="solid"/>
          </a:ln>
        </p:spPr>
      </p:sp>
      <p:sp>
        <p:nvSpPr>
          <p:cNvPr id="45" name="S11-mark450"/>
          <p:cNvSpPr/>
          <p:nvPr/>
        </p:nvSpPr>
        <p:spPr>
          <a:xfrm>
            <a:off x="10305976" y="3672803"/>
            <a:ext cx="40540" cy="156368"/>
          </a:xfrm>
          <a:custGeom>
            <a:avLst/>
            <a:gdLst/>
            <a:ahLst/>
            <a:cxnLst/>
            <a:rect l="l" t="t" r="r" b="b"/>
            <a:pathLst>
              <a:path w="40540" h="156368">
                <a:moveTo>
                  <a:pt x="0" y="156368"/>
                </a:moveTo>
                <a:lnTo>
                  <a:pt x="40540" y="156368"/>
                </a:lnTo>
                <a:lnTo>
                  <a:pt x="40540" y="0"/>
                </a:lnTo>
                <a:lnTo>
                  <a:pt x="0" y="0"/>
                </a:lnTo>
                <a:close/>
              </a:path>
            </a:pathLst>
          </a:custGeom>
          <a:solidFill>
            <a:srgbClr val="C8434E"/>
          </a:solidFill>
          <a:ln/>
        </p:spPr>
      </p:sp>
      <p:sp>
        <p:nvSpPr>
          <p:cNvPr id="46" name="S11-mark451"/>
          <p:cNvSpPr/>
          <p:nvPr/>
        </p:nvSpPr>
        <p:spPr>
          <a:xfrm>
            <a:off x="10248062" y="3730717"/>
            <a:ext cx="156368" cy="40540"/>
          </a:xfrm>
          <a:custGeom>
            <a:avLst/>
            <a:gdLst/>
            <a:ahLst/>
            <a:cxnLst/>
            <a:rect l="l" t="t" r="r" b="b"/>
            <a:pathLst>
              <a:path w="156368" h="40540">
                <a:moveTo>
                  <a:pt x="0" y="40540"/>
                </a:moveTo>
                <a:lnTo>
                  <a:pt x="156368" y="40540"/>
                </a:lnTo>
                <a:lnTo>
                  <a:pt x="156368" y="0"/>
                </a:lnTo>
                <a:lnTo>
                  <a:pt x="0" y="0"/>
                </a:lnTo>
                <a:close/>
              </a:path>
            </a:pathLst>
          </a:custGeom>
          <a:solidFill>
            <a:srgbClr val="C8434E"/>
          </a:solidFill>
          <a:ln/>
        </p:spPr>
      </p:sp>
      <p:sp>
        <p:nvSpPr>
          <p:cNvPr id="47" name="S11-mark452"/>
          <p:cNvSpPr/>
          <p:nvPr/>
        </p:nvSpPr>
        <p:spPr>
          <a:xfrm>
            <a:off x="10308871" y="4145123"/>
            <a:ext cx="34748" cy="115828"/>
          </a:xfrm>
          <a:custGeom>
            <a:avLst/>
            <a:gdLst/>
            <a:ahLst/>
            <a:cxnLst/>
            <a:rect l="l" t="t" r="r" b="b"/>
            <a:pathLst>
              <a:path w="34748" h="115828">
                <a:moveTo>
                  <a:pt x="0" y="115828"/>
                </a:moveTo>
                <a:lnTo>
                  <a:pt x="34748" y="115828"/>
                </a:lnTo>
                <a:lnTo>
                  <a:pt x="34748" y="0"/>
                </a:lnTo>
                <a:lnTo>
                  <a:pt x="0" y="0"/>
                </a:lnTo>
                <a:close/>
              </a:path>
            </a:pathLst>
          </a:custGeom>
          <a:solidFill>
            <a:srgbClr val="8B5E3C"/>
          </a:solidFill>
          <a:ln/>
        </p:spPr>
      </p:sp>
      <p:sp>
        <p:nvSpPr>
          <p:cNvPr id="48" name="S11-mark453"/>
          <p:cNvSpPr/>
          <p:nvPr/>
        </p:nvSpPr>
        <p:spPr>
          <a:xfrm>
            <a:off x="10230687" y="4000338"/>
            <a:ext cx="191116" cy="191116"/>
          </a:xfrm>
          <a:custGeom>
            <a:avLst/>
            <a:gdLst/>
            <a:ahLst/>
            <a:cxnLst/>
            <a:rect l="l" t="t" r="r" b="b"/>
            <a:pathLst>
              <a:path w="191116" h="191116">
                <a:moveTo>
                  <a:pt x="191116" y="95558"/>
                </a:moveTo>
                <a:lnTo>
                  <a:pt x="186290" y="65957"/>
                </a:lnTo>
                <a:lnTo>
                  <a:pt x="172776" y="39253"/>
                </a:lnTo>
                <a:lnTo>
                  <a:pt x="151863" y="18339"/>
                </a:lnTo>
                <a:lnTo>
                  <a:pt x="125158" y="4826"/>
                </a:lnTo>
                <a:lnTo>
                  <a:pt x="95558" y="0"/>
                </a:lnTo>
                <a:lnTo>
                  <a:pt x="65957" y="4826"/>
                </a:lnTo>
                <a:lnTo>
                  <a:pt x="39253" y="18339"/>
                </a:lnTo>
                <a:lnTo>
                  <a:pt x="18339" y="39253"/>
                </a:lnTo>
                <a:lnTo>
                  <a:pt x="4826" y="65957"/>
                </a:lnTo>
                <a:lnTo>
                  <a:pt x="0" y="95558"/>
                </a:lnTo>
                <a:lnTo>
                  <a:pt x="4826" y="125158"/>
                </a:lnTo>
                <a:lnTo>
                  <a:pt x="18339" y="151863"/>
                </a:lnTo>
                <a:lnTo>
                  <a:pt x="39253" y="172776"/>
                </a:lnTo>
                <a:lnTo>
                  <a:pt x="65957" y="186290"/>
                </a:lnTo>
                <a:lnTo>
                  <a:pt x="95558" y="191116"/>
                </a:lnTo>
                <a:lnTo>
                  <a:pt x="125158" y="186290"/>
                </a:lnTo>
                <a:lnTo>
                  <a:pt x="151863" y="172776"/>
                </a:lnTo>
                <a:lnTo>
                  <a:pt x="172776" y="151863"/>
                </a:lnTo>
                <a:lnTo>
                  <a:pt x="186290" y="125158"/>
                </a:lnTo>
                <a:close/>
              </a:path>
            </a:pathLst>
          </a:custGeom>
          <a:solidFill>
            <a:srgbClr val="2A9D8F"/>
          </a:solidFill>
          <a:ln w="15875">
            <a:solidFill>
              <a:srgbClr val="1F2937"/>
            </a:solidFill>
            <a:prstDash val="solid"/>
          </a:ln>
        </p:spPr>
      </p:sp>
      <p:sp>
        <p:nvSpPr>
          <p:cNvPr id="49" name="S11-mark454"/>
          <p:cNvSpPr/>
          <p:nvPr/>
        </p:nvSpPr>
        <p:spPr>
          <a:xfrm>
            <a:off x="10222000" y="4388683"/>
            <a:ext cx="208490" cy="231656"/>
          </a:xfrm>
          <a:custGeom>
            <a:avLst/>
            <a:gdLst/>
            <a:ahLst/>
            <a:cxnLst/>
            <a:rect l="l" t="t" r="r" b="b"/>
            <a:pathLst>
              <a:path w="208490" h="231656">
                <a:moveTo>
                  <a:pt x="0" y="231656"/>
                </a:moveTo>
                <a:lnTo>
                  <a:pt x="208490" y="231656"/>
                </a:lnTo>
                <a:lnTo>
                  <a:pt x="208490" y="98454"/>
                </a:lnTo>
                <a:lnTo>
                  <a:pt x="104245" y="0"/>
                </a:lnTo>
                <a:lnTo>
                  <a:pt x="0" y="98454"/>
                </a:lnTo>
                <a:close/>
              </a:path>
            </a:pathLst>
          </a:custGeom>
          <a:solidFill>
            <a:srgbClr val="F2C14E"/>
          </a:solidFill>
          <a:ln w="15875">
            <a:solidFill>
              <a:srgbClr val="1F2937"/>
            </a:solidFill>
            <a:prstDash val="solid"/>
          </a:ln>
        </p:spPr>
      </p:sp>
      <p:sp>
        <p:nvSpPr>
          <p:cNvPr id="50" name="S11-mark455"/>
          <p:cNvSpPr/>
          <p:nvPr/>
        </p:nvSpPr>
        <p:spPr>
          <a:xfrm>
            <a:off x="10133199" y="2081136"/>
            <a:ext cx="1415673" cy="3381528"/>
          </a:xfrm>
          <a:custGeom>
            <a:avLst/>
            <a:gdLst/>
            <a:ahLst/>
            <a:cxnLst/>
            <a:rect l="l" t="t" r="r" b="b"/>
            <a:pathLst>
              <a:path w="1415673" h="3381528">
                <a:moveTo>
                  <a:pt x="0" y="3381528"/>
                </a:moveTo>
                <a:lnTo>
                  <a:pt x="1415673" y="3381528"/>
                </a:lnTo>
                <a:lnTo>
                  <a:pt x="1415673" y="0"/>
                </a:lnTo>
                <a:lnTo>
                  <a:pt x="0" y="0"/>
                </a:lnTo>
                <a:lnTo>
                  <a:pt x="0" y="3381528"/>
                </a:lnTo>
              </a:path>
            </a:pathLst>
          </a:custGeom>
          <a:noFill/>
          <a:ln w="15875">
            <a:solidFill>
              <a:srgbClr val="1F2937"/>
            </a:solidFill>
            <a:prstDash val="solid"/>
          </a:ln>
        </p:spPr>
      </p:sp>
      <p:sp>
        <p:nvSpPr>
          <p:cNvPr id="51" name="S11-mark456"/>
          <p:cNvSpPr/>
          <p:nvPr/>
        </p:nvSpPr>
        <p:spPr>
          <a:xfrm>
            <a:off x="10133199" y="2402880"/>
            <a:ext cx="1415673" cy="9144"/>
          </a:xfrm>
          <a:custGeom>
            <a:avLst/>
            <a:gdLst/>
            <a:ahLst/>
            <a:cxnLst/>
            <a:rect l="l" t="t" r="r" b="b"/>
            <a:pathLst>
              <a:path w="1415673" h="9144">
                <a:moveTo>
                  <a:pt x="0" y="0"/>
                </a:moveTo>
                <a:lnTo>
                  <a:pt x="1415673" y="0"/>
                </a:lnTo>
              </a:path>
            </a:pathLst>
          </a:custGeom>
          <a:noFill/>
          <a:ln w="12700">
            <a:solidFill>
              <a:srgbClr val="1F2937"/>
            </a:solidFill>
            <a:prstDash val="solid"/>
          </a:ln>
        </p:spPr>
      </p:sp>
      <p:sp>
        <p:nvSpPr>
          <p:cNvPr id="52" name="S11-mark457"/>
          <p:cNvSpPr/>
          <p:nvPr/>
        </p:nvSpPr>
        <p:spPr>
          <a:xfrm flipV="1">
            <a:off x="9586235" y="2660275"/>
            <a:ext cx="0" cy="321744"/>
          </a:xfrm>
          <a:prstGeom prst="line">
            <a:avLst/>
          </a:prstGeom>
          <a:noFill/>
          <a:ln w="31750">
            <a:solidFill>
              <a:srgbClr val="1F2937"/>
            </a:solidFill>
            <a:prstDash val="solid"/>
            <a:tailEnd type="triangle"/>
          </a:ln>
        </p:spPr>
      </p:sp>
      <p:sp>
        <p:nvSpPr>
          <p:cNvPr id="53" name="S11-mark458"/>
          <p:cNvSpPr/>
          <p:nvPr/>
        </p:nvSpPr>
        <p:spPr>
          <a:xfrm>
            <a:off x="9473624" y="2821147"/>
            <a:ext cx="225221" cy="0"/>
          </a:xfrm>
          <a:prstGeom prst="line">
            <a:avLst/>
          </a:prstGeom>
          <a:noFill/>
          <a:ln w="25400">
            <a:solidFill>
              <a:srgbClr val="1F2937"/>
            </a:solidFill>
            <a:prstDash val="solid"/>
          </a:ln>
        </p:spPr>
      </p:sp>
      <p:sp>
        <p:nvSpPr>
          <p:cNvPr id="54" name="S11-mark459"/>
          <p:cNvSpPr/>
          <p:nvPr/>
        </p:nvSpPr>
        <p:spPr>
          <a:xfrm>
            <a:off x="6368796" y="5089441"/>
            <a:ext cx="321744" cy="0"/>
          </a:xfrm>
          <a:prstGeom prst="line">
            <a:avLst/>
          </a:prstGeom>
          <a:noFill/>
          <a:ln w="38100">
            <a:solidFill>
              <a:srgbClr val="1F2937"/>
            </a:solidFill>
            <a:prstDash val="solid"/>
          </a:ln>
        </p:spPr>
      </p:sp>
      <p:sp>
        <p:nvSpPr>
          <p:cNvPr id="55" name="S11-mark460"/>
          <p:cNvSpPr/>
          <p:nvPr/>
        </p:nvSpPr>
        <p:spPr>
          <a:xfrm>
            <a:off x="6368796" y="5018657"/>
            <a:ext cx="0" cy="141567"/>
          </a:xfrm>
          <a:prstGeom prst="line">
            <a:avLst/>
          </a:prstGeom>
          <a:noFill/>
          <a:ln w="25400">
            <a:solidFill>
              <a:srgbClr val="1F2937"/>
            </a:solidFill>
            <a:prstDash val="solid"/>
          </a:ln>
        </p:spPr>
      </p:sp>
      <p:sp>
        <p:nvSpPr>
          <p:cNvPr id="56" name="S11-mark461"/>
          <p:cNvSpPr/>
          <p:nvPr/>
        </p:nvSpPr>
        <p:spPr>
          <a:xfrm>
            <a:off x="6690540" y="5018657"/>
            <a:ext cx="0" cy="141567"/>
          </a:xfrm>
          <a:prstGeom prst="line">
            <a:avLst/>
          </a:prstGeom>
          <a:noFill/>
          <a:ln w="25400">
            <a:solidFill>
              <a:srgbClr val="1F2937"/>
            </a:solidFill>
            <a:prstDash val="solid"/>
          </a:ln>
        </p:spPr>
      </p:sp>
      <p:sp>
        <p:nvSpPr>
          <p:cNvPr id="57" name="S11-mark462"/>
          <p:cNvSpPr/>
          <p:nvPr/>
        </p:nvSpPr>
        <p:spPr>
          <a:xfrm>
            <a:off x="10181461" y="4889960"/>
            <a:ext cx="289569" cy="0"/>
          </a:xfrm>
          <a:prstGeom prst="line">
            <a:avLst/>
          </a:prstGeom>
          <a:noFill/>
          <a:ln w="88900">
            <a:solidFill>
              <a:srgbClr val="A3AAB4"/>
            </a:solidFill>
            <a:prstDash val="solid"/>
          </a:ln>
        </p:spPr>
      </p:sp>
      <p:sp>
        <p:nvSpPr>
          <p:cNvPr id="58" name="S11-mark463"/>
          <p:cNvSpPr/>
          <p:nvPr/>
        </p:nvSpPr>
        <p:spPr>
          <a:xfrm>
            <a:off x="10181461" y="5269618"/>
            <a:ext cx="289569" cy="0"/>
          </a:xfrm>
          <a:prstGeom prst="line">
            <a:avLst/>
          </a:prstGeom>
          <a:noFill/>
          <a:ln w="88900">
            <a:solidFill>
              <a:srgbClr val="4A90C8"/>
            </a:solidFill>
            <a:prstDash val="solid"/>
          </a:ln>
        </p:spPr>
      </p:sp>
      <p:sp>
        <p:nvSpPr>
          <p:cNvPr id="59" name="S11-label465"/>
          <p:cNvSpPr txBox="1"/>
          <p:nvPr/>
        </p:nvSpPr>
        <p:spPr>
          <a:xfrm>
            <a:off x="9382019" y="2292816"/>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60" name="S11-label467"/>
          <p:cNvSpPr txBox="1"/>
          <p:nvPr/>
        </p:nvSpPr>
        <p:spPr>
          <a:xfrm>
            <a:off x="6694757" y="4898941"/>
            <a:ext cx="1054608" cy="381000"/>
          </a:xfrm>
          <a:prstGeom prst="rect">
            <a:avLst/>
          </a:prstGeom>
          <a:noFill/>
          <a:ln/>
        </p:spPr>
        <p:txBody>
          <a:bodyPr wrap="square" lIns="0" tIns="0" rIns="0" bIns="0" rtlCol="0" anchor="ctr"/>
          <a:lstStyle/>
          <a:p>
            <a:pPr eaLnBrk="0" algn="ctr" indent="0" marL="0">
              <a:buNone/>
            </a:pPr>
            <a:r>
              <a:rPr lang="en-US" altLang="ko-KR" sz="2400" b="1" dirty="0">
                <a:solidFill>
                  <a:srgbClr val="1F2937"/>
                </a:solidFill>
                <a:latin typeface="맑은 고딕" pitchFamily="34" charset="0"/>
                <a:ea typeface="맑은 고딕" pitchFamily="34" charset="-122"/>
                <a:cs typeface="맑은 고딕" pitchFamily="34" charset="-120"/>
              </a:rPr>
              <a:t>100 m</a:t>
            </a:r>
            <a:endParaRPr lang="ko-KR" sz="2400" dirty="0"/>
          </a:p>
        </p:txBody>
      </p:sp>
      <p:sp>
        <p:nvSpPr>
          <p:cNvPr id="61" name="S11-label469"/>
          <p:cNvSpPr txBox="1"/>
          <p:nvPr/>
        </p:nvSpPr>
        <p:spPr>
          <a:xfrm>
            <a:off x="10487468" y="2051508"/>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범례</a:t>
            </a:r>
            <a:endParaRPr lang="ko-KR" sz="2400" dirty="0"/>
          </a:p>
        </p:txBody>
      </p:sp>
      <p:sp>
        <p:nvSpPr>
          <p:cNvPr id="62" name="S11-label471"/>
          <p:cNvSpPr txBox="1"/>
          <p:nvPr/>
        </p:nvSpPr>
        <p:spPr>
          <a:xfrm>
            <a:off x="10481417" y="2421513"/>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산</a:t>
            </a:r>
            <a:endParaRPr lang="ko-KR" sz="2400" dirty="0"/>
          </a:p>
        </p:txBody>
      </p:sp>
      <p:sp>
        <p:nvSpPr>
          <p:cNvPr id="63" name="S11-label473"/>
          <p:cNvSpPr txBox="1"/>
          <p:nvPr/>
        </p:nvSpPr>
        <p:spPr>
          <a:xfrm>
            <a:off x="10481998" y="2801171"/>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64" name="S11-label475"/>
          <p:cNvSpPr txBox="1"/>
          <p:nvPr/>
        </p:nvSpPr>
        <p:spPr>
          <a:xfrm>
            <a:off x="10482900" y="3180829"/>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65" name="S11-label477"/>
          <p:cNvSpPr txBox="1"/>
          <p:nvPr/>
        </p:nvSpPr>
        <p:spPr>
          <a:xfrm>
            <a:off x="10481998" y="3560487"/>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66" name="S11-label479"/>
          <p:cNvSpPr txBox="1"/>
          <p:nvPr/>
        </p:nvSpPr>
        <p:spPr>
          <a:xfrm>
            <a:off x="10481998" y="3940144"/>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67" name="S11-label481"/>
          <p:cNvSpPr txBox="1"/>
          <p:nvPr/>
        </p:nvSpPr>
        <p:spPr>
          <a:xfrm>
            <a:off x="10481417" y="4319802"/>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집</a:t>
            </a:r>
            <a:endParaRPr lang="ko-KR" sz="2400" dirty="0"/>
          </a:p>
        </p:txBody>
      </p:sp>
      <p:sp>
        <p:nvSpPr>
          <p:cNvPr id="68" name="S11-label483"/>
          <p:cNvSpPr txBox="1"/>
          <p:nvPr/>
        </p:nvSpPr>
        <p:spPr>
          <a:xfrm>
            <a:off x="10481998" y="469946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도로</a:t>
            </a:r>
            <a:endParaRPr lang="ko-KR" sz="2400" dirty="0"/>
          </a:p>
        </p:txBody>
      </p:sp>
      <p:sp>
        <p:nvSpPr>
          <p:cNvPr id="69" name="S11-label485"/>
          <p:cNvSpPr txBox="1"/>
          <p:nvPr/>
        </p:nvSpPr>
        <p:spPr>
          <a:xfrm>
            <a:off x="10481998" y="5079118"/>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하천</a:t>
            </a:r>
            <a:endParaRPr lang="ko-KR" sz="2400" dirty="0"/>
          </a:p>
        </p:txBody>
      </p:sp>
      <p:sp>
        <p:nvSpPr>
          <p:cNvPr id="70" name="S11-chip486"/>
          <p:cNvSpPr txBox="1"/>
          <p:nvPr/>
        </p:nvSpPr>
        <p:spPr>
          <a:xfrm>
            <a:off x="548640" y="17739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1" name="S11-text487"/>
          <p:cNvSpPr txBox="1"/>
          <p:nvPr/>
        </p:nvSpPr>
        <p:spPr>
          <a:xfrm>
            <a:off x="1344168" y="132588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산은 학교의 어느 쪽에 있나요?</a:t>
            </a:r>
            <a:endParaRPr lang="ko-KR" sz="3000" dirty="0"/>
          </a:p>
        </p:txBody>
      </p:sp>
      <p:sp>
        <p:nvSpPr>
          <p:cNvPr id="72" name="S11-chip488"/>
          <p:cNvSpPr txBox="1"/>
          <p:nvPr/>
        </p:nvSpPr>
        <p:spPr>
          <a:xfrm>
            <a:off x="548640" y="34655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73" name="S11-text489"/>
          <p:cNvSpPr txBox="1"/>
          <p:nvPr/>
        </p:nvSpPr>
        <p:spPr>
          <a:xfrm>
            <a:off x="1344168" y="301752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병원에서 보면 공원은 어느 쪽?</a:t>
            </a:r>
            <a:endParaRPr lang="ko-KR" sz="3000" dirty="0"/>
          </a:p>
        </p:txBody>
      </p:sp>
      <p:sp>
        <p:nvSpPr>
          <p:cNvPr id="74" name="S11-chip490"/>
          <p:cNvSpPr txBox="1"/>
          <p:nvPr/>
        </p:nvSpPr>
        <p:spPr>
          <a:xfrm>
            <a:off x="548640" y="51572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75" name="S11-text491"/>
          <p:cNvSpPr txBox="1"/>
          <p:nvPr/>
        </p:nvSpPr>
        <p:spPr>
          <a:xfrm>
            <a:off x="1344168" y="470916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병원에서 공원까지 실제로 몇 m?</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정답 확인</a:t>
            </a:r>
            <a:endParaRPr lang="ko-KR" sz="4000" dirty="0"/>
          </a:p>
        </p:txBody>
      </p:sp>
      <p:sp>
        <p:nvSpPr>
          <p:cNvPr id="3" name="S12-card492"/>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2-cardtext493"/>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방위는 방위표로, 거리는 축척으로 읽어요.</a:t>
            </a:r>
            <a:endParaRPr lang="ko-KR" sz="3000" dirty="0"/>
          </a:p>
        </p:txBody>
      </p:sp>
      <p:sp>
        <p:nvSpPr>
          <p:cNvPr id="5" name="S12-chip494"/>
          <p:cNvSpPr txBox="1"/>
          <p:nvPr/>
        </p:nvSpPr>
        <p:spPr>
          <a:xfrm>
            <a:off x="548640" y="1325880"/>
            <a:ext cx="5362956" cy="548640"/>
          </a:xfrm>
          <a:prstGeom prst="roundRect">
            <a:avLst>
              <a:gd name="adj" fmla="val 26667"/>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정답</a:t>
            </a:r>
            <a:endParaRPr lang="ko-KR" sz="2400" dirty="0"/>
          </a:p>
        </p:txBody>
      </p:sp>
      <p:sp>
        <p:nvSpPr>
          <p:cNvPr id="6" name="S12-text495"/>
          <p:cNvSpPr txBox="1"/>
          <p:nvPr/>
        </p:nvSpPr>
        <p:spPr>
          <a:xfrm>
            <a:off x="548640" y="2057400"/>
            <a:ext cx="2681478" cy="9296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① 북쪽</a:t>
            </a:r>
            <a:endParaRPr lang="ko-KR" sz="3000" dirty="0"/>
          </a:p>
        </p:txBody>
      </p:sp>
      <p:sp>
        <p:nvSpPr>
          <p:cNvPr id="7" name="S12-text496"/>
          <p:cNvSpPr txBox="1"/>
          <p:nvPr/>
        </p:nvSpPr>
        <p:spPr>
          <a:xfrm>
            <a:off x="3367278" y="2057400"/>
            <a:ext cx="2544318" cy="9296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학교 위쪽</a:t>
            </a:r>
            <a:endParaRPr lang="ko-KR" sz="2400" dirty="0"/>
          </a:p>
        </p:txBody>
      </p:sp>
      <p:sp>
        <p:nvSpPr>
          <p:cNvPr id="8" name="S12-text497"/>
          <p:cNvSpPr txBox="1"/>
          <p:nvPr/>
        </p:nvSpPr>
        <p:spPr>
          <a:xfrm>
            <a:off x="548640" y="3124200"/>
            <a:ext cx="2681478" cy="9296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② 서쪽</a:t>
            </a:r>
            <a:endParaRPr lang="ko-KR" sz="3000" dirty="0"/>
          </a:p>
        </p:txBody>
      </p:sp>
      <p:sp>
        <p:nvSpPr>
          <p:cNvPr id="9" name="S12-text498"/>
          <p:cNvSpPr txBox="1"/>
          <p:nvPr/>
        </p:nvSpPr>
        <p:spPr>
          <a:xfrm>
            <a:off x="3367278" y="3124200"/>
            <a:ext cx="2544318" cy="9296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방위표로 확인</a:t>
            </a:r>
            <a:endParaRPr lang="ko-KR" sz="2400" dirty="0"/>
          </a:p>
        </p:txBody>
      </p:sp>
      <p:sp>
        <p:nvSpPr>
          <p:cNvPr id="10" name="S12-text499"/>
          <p:cNvSpPr txBox="1"/>
          <p:nvPr/>
        </p:nvSpPr>
        <p:spPr>
          <a:xfrm>
            <a:off x="548640" y="4191000"/>
            <a:ext cx="2681478" cy="9296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③ 400 m</a:t>
            </a:r>
            <a:endParaRPr lang="ko-KR" sz="3000" dirty="0"/>
          </a:p>
        </p:txBody>
      </p:sp>
      <p:sp>
        <p:nvSpPr>
          <p:cNvPr id="11" name="S12-text500"/>
          <p:cNvSpPr txBox="1"/>
          <p:nvPr/>
        </p:nvSpPr>
        <p:spPr>
          <a:xfrm>
            <a:off x="3367278" y="4191000"/>
            <a:ext cx="2544318" cy="9296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4칸 × 100 m</a:t>
            </a:r>
            <a:endParaRPr lang="ko-KR" sz="2400" dirty="0"/>
          </a:p>
        </p:txBody>
      </p:sp>
      <p:sp>
        <p:nvSpPr>
          <p:cNvPr id="12" name="S12-chip501"/>
          <p:cNvSpPr txBox="1"/>
          <p:nvPr/>
        </p:nvSpPr>
        <p:spPr>
          <a:xfrm>
            <a:off x="6277356" y="1325880"/>
            <a:ext cx="5362956" cy="548640"/>
          </a:xfrm>
          <a:prstGeom prst="roundRect">
            <a:avLst>
              <a:gd name="adj" fmla="val 26667"/>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흔한 실수</a:t>
            </a:r>
            <a:endParaRPr lang="ko-KR" sz="2400" dirty="0"/>
          </a:p>
        </p:txBody>
      </p:sp>
      <p:sp>
        <p:nvSpPr>
          <p:cNvPr id="13" name="S12-text502"/>
          <p:cNvSpPr txBox="1"/>
          <p:nvPr/>
        </p:nvSpPr>
        <p:spPr>
          <a:xfrm>
            <a:off x="6277356" y="2057400"/>
            <a:ext cx="2681478" cy="12344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왼쪽</a:t>
            </a:r>
            <a:endParaRPr lang="ko-KR" sz="3000" dirty="0"/>
          </a:p>
        </p:txBody>
      </p:sp>
      <p:sp>
        <p:nvSpPr>
          <p:cNvPr id="14" name="S12-text503"/>
          <p:cNvSpPr txBox="1"/>
          <p:nvPr/>
        </p:nvSpPr>
        <p:spPr>
          <a:xfrm>
            <a:off x="9095994" y="2057400"/>
            <a:ext cx="2544318" cy="12344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보는 사람에 따라</a:t>
            </a:r>
            <a:endParaRPr lang="ko-KR" sz="2400" dirty="0"/>
          </a:p>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바뀌는 말</a:t>
            </a:r>
            <a:endParaRPr lang="ko-KR" sz="2400" dirty="0"/>
          </a:p>
        </p:txBody>
      </p:sp>
      <p:sp>
        <p:nvSpPr>
          <p:cNvPr id="15" name="S12-text504"/>
          <p:cNvSpPr txBox="1"/>
          <p:nvPr/>
        </p:nvSpPr>
        <p:spPr>
          <a:xfrm>
            <a:off x="6277356" y="3429000"/>
            <a:ext cx="2681478" cy="12344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4 m</a:t>
            </a:r>
            <a:endParaRPr lang="ko-KR" sz="3000" dirty="0"/>
          </a:p>
        </p:txBody>
      </p:sp>
      <p:sp>
        <p:nvSpPr>
          <p:cNvPr id="16" name="S12-text505"/>
          <p:cNvSpPr txBox="1"/>
          <p:nvPr/>
        </p:nvSpPr>
        <p:spPr>
          <a:xfrm>
            <a:off x="9095994" y="3429000"/>
            <a:ext cx="2544318" cy="12344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축척을 보지</a:t>
            </a:r>
            <a:endParaRPr lang="ko-KR" sz="2400" dirty="0"/>
          </a:p>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않음</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처음 보는 지도 읽기</a:t>
            </a:r>
            <a:endParaRPr lang="ko-KR" sz="4000" dirty="0"/>
          </a:p>
        </p:txBody>
      </p:sp>
      <p:sp>
        <p:nvSpPr>
          <p:cNvPr id="3" name="S13-figure506" descr="등고선 지도. 바깥부터 100 m, 200 m, 300 m 등고선. 서쪽은 등고선 간격이 좁고 동쪽은 넓다. 산꼭대기(▲)는 300 m 등고선 안에 있고, 마을은 산꼭대기의 남쪽에 있다. 왼쪽 위에 북쪽을 가리키는 방위표가 있다."/>
          <p:cNvSpPr/>
          <p:nvPr/>
        </p:nvSpPr>
        <p:spPr>
          <a:xfrm>
            <a:off x="7496748" y="2320539"/>
            <a:ext cx="3895134" cy="2822561"/>
          </a:xfrm>
          <a:custGeom>
            <a:avLst/>
            <a:gdLst/>
            <a:ahLst/>
            <a:cxnLst/>
            <a:rect l="l" t="t" r="r" b="b"/>
            <a:pathLst>
              <a:path w="3895134" h="2822561">
                <a:moveTo>
                  <a:pt x="3895134" y="1411280"/>
                </a:moveTo>
                <a:lnTo>
                  <a:pt x="3852231" y="1166282"/>
                </a:lnTo>
                <a:lnTo>
                  <a:pt x="3724651" y="928622"/>
                </a:lnTo>
                <a:lnTo>
                  <a:pt x="3516910" y="705640"/>
                </a:lnTo>
                <a:lnTo>
                  <a:pt x="3234654" y="504109"/>
                </a:lnTo>
                <a:lnTo>
                  <a:pt x="2886915" y="330240"/>
                </a:lnTo>
                <a:lnTo>
                  <a:pt x="2483853" y="189112"/>
                </a:lnTo>
                <a:lnTo>
                  <a:pt x="2037889" y="85241"/>
                </a:lnTo>
                <a:lnTo>
                  <a:pt x="1562570" y="21451"/>
                </a:lnTo>
                <a:lnTo>
                  <a:pt x="1072573" y="0"/>
                </a:lnTo>
                <a:lnTo>
                  <a:pt x="886284" y="21451"/>
                </a:lnTo>
                <a:lnTo>
                  <a:pt x="705640" y="85241"/>
                </a:lnTo>
                <a:lnTo>
                  <a:pt x="536287" y="189112"/>
                </a:lnTo>
                <a:lnTo>
                  <a:pt x="383304" y="330240"/>
                </a:lnTo>
                <a:lnTo>
                  <a:pt x="251208" y="504109"/>
                </a:lnTo>
                <a:lnTo>
                  <a:pt x="143951" y="705640"/>
                </a:lnTo>
                <a:lnTo>
                  <a:pt x="64919" y="928622"/>
                </a:lnTo>
                <a:lnTo>
                  <a:pt x="16371" y="1166282"/>
                </a:lnTo>
                <a:lnTo>
                  <a:pt x="0" y="1411280"/>
                </a:lnTo>
                <a:lnTo>
                  <a:pt x="16371" y="1656279"/>
                </a:lnTo>
                <a:lnTo>
                  <a:pt x="64919" y="1893938"/>
                </a:lnTo>
                <a:lnTo>
                  <a:pt x="143951" y="2116920"/>
                </a:lnTo>
                <a:lnTo>
                  <a:pt x="251208" y="2318451"/>
                </a:lnTo>
                <a:lnTo>
                  <a:pt x="383304" y="2492321"/>
                </a:lnTo>
                <a:lnTo>
                  <a:pt x="536287" y="2633449"/>
                </a:lnTo>
                <a:lnTo>
                  <a:pt x="705640" y="2737319"/>
                </a:lnTo>
                <a:lnTo>
                  <a:pt x="886284" y="2801109"/>
                </a:lnTo>
                <a:lnTo>
                  <a:pt x="1072573" y="2822561"/>
                </a:lnTo>
                <a:lnTo>
                  <a:pt x="1562570" y="2801109"/>
                </a:lnTo>
                <a:lnTo>
                  <a:pt x="2037889" y="2737319"/>
                </a:lnTo>
                <a:lnTo>
                  <a:pt x="2483853" y="2633449"/>
                </a:lnTo>
                <a:lnTo>
                  <a:pt x="2886915" y="2492321"/>
                </a:lnTo>
                <a:lnTo>
                  <a:pt x="3234654" y="2318451"/>
                </a:lnTo>
                <a:lnTo>
                  <a:pt x="3516910" y="2116920"/>
                </a:lnTo>
                <a:lnTo>
                  <a:pt x="3724651" y="1893938"/>
                </a:lnTo>
                <a:lnTo>
                  <a:pt x="3852231" y="1656279"/>
                </a:lnTo>
                <a:close/>
              </a:path>
            </a:pathLst>
          </a:custGeom>
          <a:solidFill>
            <a:srgbClr val="D5ECC8"/>
          </a:solidFill>
          <a:ln w="25400">
            <a:solidFill>
              <a:srgbClr val="1F2937"/>
            </a:solidFill>
            <a:prstDash val="solid"/>
          </a:ln>
        </p:spPr>
      </p:sp>
      <p:sp>
        <p:nvSpPr>
          <p:cNvPr id="4" name="S13-mark507"/>
          <p:cNvSpPr/>
          <p:nvPr/>
        </p:nvSpPr>
        <p:spPr>
          <a:xfrm>
            <a:off x="7863681" y="2772149"/>
            <a:ext cx="2624981" cy="1919341"/>
          </a:xfrm>
          <a:custGeom>
            <a:avLst/>
            <a:gdLst/>
            <a:ahLst/>
            <a:cxnLst/>
            <a:rect l="l" t="t" r="r" b="b"/>
            <a:pathLst>
              <a:path w="2624981" h="1919341">
                <a:moveTo>
                  <a:pt x="2624981" y="959671"/>
                </a:moveTo>
                <a:lnTo>
                  <a:pt x="2595627" y="793140"/>
                </a:lnTo>
                <a:lnTo>
                  <a:pt x="2509256" y="631689"/>
                </a:lnTo>
                <a:lnTo>
                  <a:pt x="2367564" y="479835"/>
                </a:lnTo>
                <a:lnTo>
                  <a:pt x="2176194" y="342659"/>
                </a:lnTo>
                <a:lnTo>
                  <a:pt x="1939099" y="224676"/>
                </a:lnTo>
                <a:lnTo>
                  <a:pt x="1665311" y="128709"/>
                </a:lnTo>
                <a:lnTo>
                  <a:pt x="1362168" y="58145"/>
                </a:lnTo>
                <a:lnTo>
                  <a:pt x="1038702" y="14677"/>
                </a:lnTo>
                <a:lnTo>
                  <a:pt x="705640" y="0"/>
                </a:lnTo>
                <a:lnTo>
                  <a:pt x="583141" y="14677"/>
                </a:lnTo>
                <a:lnTo>
                  <a:pt x="464029" y="58145"/>
                </a:lnTo>
                <a:lnTo>
                  <a:pt x="352820" y="128709"/>
                </a:lnTo>
                <a:lnTo>
                  <a:pt x="252337" y="224676"/>
                </a:lnTo>
                <a:lnTo>
                  <a:pt x="164838" y="342659"/>
                </a:lnTo>
                <a:lnTo>
                  <a:pt x="94274" y="479835"/>
                </a:lnTo>
                <a:lnTo>
                  <a:pt x="42338" y="631689"/>
                </a:lnTo>
                <a:lnTo>
                  <a:pt x="10726" y="793140"/>
                </a:lnTo>
                <a:lnTo>
                  <a:pt x="0" y="959671"/>
                </a:lnTo>
                <a:lnTo>
                  <a:pt x="10726" y="1126202"/>
                </a:lnTo>
                <a:lnTo>
                  <a:pt x="42338" y="1287652"/>
                </a:lnTo>
                <a:lnTo>
                  <a:pt x="94274" y="1439506"/>
                </a:lnTo>
                <a:lnTo>
                  <a:pt x="164838" y="1576682"/>
                </a:lnTo>
                <a:lnTo>
                  <a:pt x="252337" y="1694665"/>
                </a:lnTo>
                <a:lnTo>
                  <a:pt x="352820" y="1790632"/>
                </a:lnTo>
                <a:lnTo>
                  <a:pt x="464029" y="1861196"/>
                </a:lnTo>
                <a:lnTo>
                  <a:pt x="583141" y="1904664"/>
                </a:lnTo>
                <a:lnTo>
                  <a:pt x="705640" y="1919341"/>
                </a:lnTo>
                <a:lnTo>
                  <a:pt x="1038702" y="1904664"/>
                </a:lnTo>
                <a:lnTo>
                  <a:pt x="1362168" y="1861196"/>
                </a:lnTo>
                <a:lnTo>
                  <a:pt x="1665311" y="1790632"/>
                </a:lnTo>
                <a:lnTo>
                  <a:pt x="1939099" y="1694665"/>
                </a:lnTo>
                <a:lnTo>
                  <a:pt x="2176194" y="1576682"/>
                </a:lnTo>
                <a:lnTo>
                  <a:pt x="2367564" y="1439506"/>
                </a:lnTo>
                <a:lnTo>
                  <a:pt x="2509256" y="1287652"/>
                </a:lnTo>
                <a:lnTo>
                  <a:pt x="2595627" y="1126202"/>
                </a:lnTo>
                <a:close/>
              </a:path>
            </a:pathLst>
          </a:custGeom>
          <a:solidFill>
            <a:srgbClr val="F3E6AE"/>
          </a:solidFill>
          <a:ln w="25400">
            <a:solidFill>
              <a:srgbClr val="1F2937"/>
            </a:solidFill>
            <a:prstDash val="solid"/>
          </a:ln>
        </p:spPr>
      </p:sp>
      <p:sp>
        <p:nvSpPr>
          <p:cNvPr id="5" name="S13-mark508"/>
          <p:cNvSpPr/>
          <p:nvPr/>
        </p:nvSpPr>
        <p:spPr>
          <a:xfrm>
            <a:off x="8230613" y="3223759"/>
            <a:ext cx="1354829" cy="1016122"/>
          </a:xfrm>
          <a:custGeom>
            <a:avLst/>
            <a:gdLst/>
            <a:ahLst/>
            <a:cxnLst/>
            <a:rect l="l" t="t" r="r" b="b"/>
            <a:pathLst>
              <a:path w="1354829" h="1016122">
                <a:moveTo>
                  <a:pt x="1354829" y="508061"/>
                </a:moveTo>
                <a:lnTo>
                  <a:pt x="1339587" y="419997"/>
                </a:lnTo>
                <a:lnTo>
                  <a:pt x="1293297" y="334191"/>
                </a:lnTo>
                <a:lnTo>
                  <a:pt x="1218782" y="254030"/>
                </a:lnTo>
                <a:lnTo>
                  <a:pt x="1117169" y="181208"/>
                </a:lnTo>
                <a:lnTo>
                  <a:pt x="991848" y="119112"/>
                </a:lnTo>
                <a:lnTo>
                  <a:pt x="846768" y="68306"/>
                </a:lnTo>
                <a:lnTo>
                  <a:pt x="686447" y="30484"/>
                </a:lnTo>
                <a:lnTo>
                  <a:pt x="515400" y="7903"/>
                </a:lnTo>
                <a:lnTo>
                  <a:pt x="338707" y="0"/>
                </a:lnTo>
                <a:lnTo>
                  <a:pt x="279998" y="7903"/>
                </a:lnTo>
                <a:lnTo>
                  <a:pt x="222982" y="30484"/>
                </a:lnTo>
                <a:lnTo>
                  <a:pt x="169354" y="68306"/>
                </a:lnTo>
                <a:lnTo>
                  <a:pt x="120806" y="119112"/>
                </a:lnTo>
                <a:lnTo>
                  <a:pt x="79032" y="181208"/>
                </a:lnTo>
                <a:lnTo>
                  <a:pt x="45161" y="254030"/>
                </a:lnTo>
                <a:lnTo>
                  <a:pt x="20322" y="334191"/>
                </a:lnTo>
                <a:lnTo>
                  <a:pt x="5081" y="419997"/>
                </a:lnTo>
                <a:lnTo>
                  <a:pt x="0" y="508061"/>
                </a:lnTo>
                <a:lnTo>
                  <a:pt x="5081" y="596125"/>
                </a:lnTo>
                <a:lnTo>
                  <a:pt x="20322" y="681931"/>
                </a:lnTo>
                <a:lnTo>
                  <a:pt x="45161" y="762091"/>
                </a:lnTo>
                <a:lnTo>
                  <a:pt x="79032" y="834913"/>
                </a:lnTo>
                <a:lnTo>
                  <a:pt x="120806" y="897010"/>
                </a:lnTo>
                <a:lnTo>
                  <a:pt x="169354" y="947816"/>
                </a:lnTo>
                <a:lnTo>
                  <a:pt x="222982" y="985638"/>
                </a:lnTo>
                <a:lnTo>
                  <a:pt x="279998" y="1008219"/>
                </a:lnTo>
                <a:lnTo>
                  <a:pt x="338707" y="1016122"/>
                </a:lnTo>
                <a:lnTo>
                  <a:pt x="515400" y="1008219"/>
                </a:lnTo>
                <a:lnTo>
                  <a:pt x="686447" y="985638"/>
                </a:lnTo>
                <a:lnTo>
                  <a:pt x="846768" y="947816"/>
                </a:lnTo>
                <a:lnTo>
                  <a:pt x="991848" y="897010"/>
                </a:lnTo>
                <a:lnTo>
                  <a:pt x="1117169" y="834913"/>
                </a:lnTo>
                <a:lnTo>
                  <a:pt x="1218782" y="762091"/>
                </a:lnTo>
                <a:lnTo>
                  <a:pt x="1293297" y="681931"/>
                </a:lnTo>
                <a:lnTo>
                  <a:pt x="1339587" y="596125"/>
                </a:lnTo>
                <a:close/>
              </a:path>
            </a:pathLst>
          </a:custGeom>
          <a:solidFill>
            <a:srgbClr val="E6C097"/>
          </a:solidFill>
          <a:ln w="25400">
            <a:solidFill>
              <a:srgbClr val="1F2937"/>
            </a:solidFill>
            <a:prstDash val="solid"/>
          </a:ln>
        </p:spPr>
      </p:sp>
      <p:sp>
        <p:nvSpPr>
          <p:cNvPr id="6" name="S13-mark509"/>
          <p:cNvSpPr/>
          <p:nvPr/>
        </p:nvSpPr>
        <p:spPr>
          <a:xfrm>
            <a:off x="8429886" y="3601417"/>
            <a:ext cx="278869" cy="242176"/>
          </a:xfrm>
          <a:custGeom>
            <a:avLst/>
            <a:gdLst/>
            <a:ahLst/>
            <a:cxnLst/>
            <a:rect l="l" t="t" r="r" b="b"/>
            <a:pathLst>
              <a:path w="278869" h="242176">
                <a:moveTo>
                  <a:pt x="0" y="242176"/>
                </a:moveTo>
                <a:lnTo>
                  <a:pt x="278869" y="242176"/>
                </a:lnTo>
                <a:lnTo>
                  <a:pt x="139434" y="0"/>
                </a:lnTo>
                <a:close/>
              </a:path>
            </a:pathLst>
          </a:custGeom>
          <a:solidFill>
            <a:srgbClr val="8B5E3C"/>
          </a:solidFill>
          <a:ln w="15875">
            <a:solidFill>
              <a:srgbClr val="1F2937"/>
            </a:solidFill>
            <a:prstDash val="solid"/>
          </a:ln>
        </p:spPr>
      </p:sp>
      <p:sp>
        <p:nvSpPr>
          <p:cNvPr id="7" name="S13-mark510"/>
          <p:cNvSpPr/>
          <p:nvPr/>
        </p:nvSpPr>
        <p:spPr>
          <a:xfrm>
            <a:off x="8386419" y="5720031"/>
            <a:ext cx="365804" cy="406449"/>
          </a:xfrm>
          <a:custGeom>
            <a:avLst/>
            <a:gdLst/>
            <a:ahLst/>
            <a:cxnLst/>
            <a:rect l="l" t="t" r="r" b="b"/>
            <a:pathLst>
              <a:path w="365804" h="406449">
                <a:moveTo>
                  <a:pt x="0" y="406449"/>
                </a:moveTo>
                <a:lnTo>
                  <a:pt x="365804" y="406449"/>
                </a:lnTo>
                <a:lnTo>
                  <a:pt x="365804" y="172741"/>
                </a:lnTo>
                <a:lnTo>
                  <a:pt x="182902" y="0"/>
                </a:lnTo>
                <a:lnTo>
                  <a:pt x="0" y="172741"/>
                </a:lnTo>
                <a:close/>
              </a:path>
            </a:pathLst>
          </a:custGeom>
          <a:solidFill>
            <a:srgbClr val="F2C14E"/>
          </a:solidFill>
          <a:ln w="15875">
            <a:solidFill>
              <a:srgbClr val="1F2937"/>
            </a:solidFill>
            <a:prstDash val="solid"/>
          </a:ln>
        </p:spPr>
      </p:sp>
      <p:sp>
        <p:nvSpPr>
          <p:cNvPr id="8" name="S13-mark511"/>
          <p:cNvSpPr/>
          <p:nvPr/>
        </p:nvSpPr>
        <p:spPr>
          <a:xfrm flipV="1">
            <a:off x="6762882" y="1981832"/>
            <a:ext cx="0" cy="677415"/>
          </a:xfrm>
          <a:prstGeom prst="line">
            <a:avLst/>
          </a:prstGeom>
          <a:noFill/>
          <a:ln w="31750">
            <a:solidFill>
              <a:srgbClr val="1F2937"/>
            </a:solidFill>
            <a:prstDash val="solid"/>
            <a:tailEnd type="triangle"/>
          </a:ln>
        </p:spPr>
      </p:sp>
      <p:sp>
        <p:nvSpPr>
          <p:cNvPr id="9" name="S13-mark512"/>
          <p:cNvSpPr/>
          <p:nvPr/>
        </p:nvSpPr>
        <p:spPr>
          <a:xfrm>
            <a:off x="6525787" y="2320539"/>
            <a:ext cx="474190" cy="0"/>
          </a:xfrm>
          <a:prstGeom prst="line">
            <a:avLst/>
          </a:prstGeom>
          <a:noFill/>
          <a:ln w="25400">
            <a:solidFill>
              <a:srgbClr val="1F2937"/>
            </a:solidFill>
            <a:prstDash val="solid"/>
          </a:ln>
        </p:spPr>
      </p:sp>
      <p:sp>
        <p:nvSpPr>
          <p:cNvPr id="10" name="S13-labelbg514"/>
          <p:cNvSpPr/>
          <p:nvPr/>
        </p:nvSpPr>
        <p:spPr>
          <a:xfrm>
            <a:off x="10570666" y="2769909"/>
            <a:ext cx="621792" cy="304800"/>
          </a:xfrm>
          <a:prstGeom prst="rect">
            <a:avLst/>
          </a:prstGeom>
          <a:solidFill>
            <a:srgbClr val="FFFFFF"/>
          </a:solidFill>
          <a:ln/>
        </p:spPr>
      </p:sp>
      <p:sp>
        <p:nvSpPr>
          <p:cNvPr id="11" name="S13-label515"/>
          <p:cNvSpPr txBox="1"/>
          <p:nvPr/>
        </p:nvSpPr>
        <p:spPr>
          <a:xfrm>
            <a:off x="10524946" y="2731809"/>
            <a:ext cx="7132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100</a:t>
            </a:r>
            <a:endParaRPr lang="ko-KR" sz="2400" dirty="0"/>
          </a:p>
        </p:txBody>
      </p:sp>
      <p:sp>
        <p:nvSpPr>
          <p:cNvPr id="12" name="S13-labelbg517"/>
          <p:cNvSpPr/>
          <p:nvPr/>
        </p:nvSpPr>
        <p:spPr>
          <a:xfrm>
            <a:off x="9830591" y="3029020"/>
            <a:ext cx="621792" cy="304800"/>
          </a:xfrm>
          <a:prstGeom prst="rect">
            <a:avLst/>
          </a:prstGeom>
          <a:solidFill>
            <a:srgbClr val="FFFFFF"/>
          </a:solidFill>
          <a:ln/>
        </p:spPr>
      </p:sp>
      <p:sp>
        <p:nvSpPr>
          <p:cNvPr id="13" name="S13-label518"/>
          <p:cNvSpPr txBox="1"/>
          <p:nvPr/>
        </p:nvSpPr>
        <p:spPr>
          <a:xfrm>
            <a:off x="9784871" y="2990920"/>
            <a:ext cx="7132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200</a:t>
            </a:r>
            <a:endParaRPr lang="ko-KR" sz="2400" dirty="0"/>
          </a:p>
        </p:txBody>
      </p:sp>
      <p:sp>
        <p:nvSpPr>
          <p:cNvPr id="14" name="S13-labelbg520"/>
          <p:cNvSpPr/>
          <p:nvPr/>
        </p:nvSpPr>
        <p:spPr>
          <a:xfrm>
            <a:off x="9090515" y="3288131"/>
            <a:ext cx="621792" cy="304800"/>
          </a:xfrm>
          <a:prstGeom prst="rect">
            <a:avLst/>
          </a:prstGeom>
          <a:solidFill>
            <a:srgbClr val="FFFFFF"/>
          </a:solidFill>
          <a:ln/>
        </p:spPr>
      </p:sp>
      <p:sp>
        <p:nvSpPr>
          <p:cNvPr id="15" name="S13-label521"/>
          <p:cNvSpPr txBox="1"/>
          <p:nvPr/>
        </p:nvSpPr>
        <p:spPr>
          <a:xfrm>
            <a:off x="9044795" y="3250031"/>
            <a:ext cx="7132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300</a:t>
            </a:r>
            <a:endParaRPr lang="ko-KR" sz="2400" dirty="0"/>
          </a:p>
        </p:txBody>
      </p:sp>
      <p:sp>
        <p:nvSpPr>
          <p:cNvPr id="16" name="S13-label523"/>
          <p:cNvSpPr txBox="1"/>
          <p:nvPr/>
        </p:nvSpPr>
        <p:spPr>
          <a:xfrm>
            <a:off x="9006070" y="5742917"/>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마을</a:t>
            </a:r>
            <a:endParaRPr lang="ko-KR" sz="2400" dirty="0"/>
          </a:p>
        </p:txBody>
      </p:sp>
      <p:sp>
        <p:nvSpPr>
          <p:cNvPr id="17" name="S13-label525"/>
          <p:cNvSpPr txBox="1"/>
          <p:nvPr/>
        </p:nvSpPr>
        <p:spPr>
          <a:xfrm>
            <a:off x="6558666" y="148085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북</a:t>
            </a:r>
            <a:endParaRPr lang="ko-KR" sz="2400" dirty="0"/>
          </a:p>
        </p:txBody>
      </p:sp>
      <p:sp>
        <p:nvSpPr>
          <p:cNvPr id="18" name="S13-chip526"/>
          <p:cNvSpPr txBox="1"/>
          <p:nvPr/>
        </p:nvSpPr>
        <p:spPr>
          <a:xfrm>
            <a:off x="548640" y="17739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19" name="S13-text527"/>
          <p:cNvSpPr txBox="1"/>
          <p:nvPr/>
        </p:nvSpPr>
        <p:spPr>
          <a:xfrm>
            <a:off x="1344168" y="132588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마을에서 보면 산꼭대기는 어느 쪽?</a:t>
            </a:r>
            <a:endParaRPr lang="ko-KR" sz="3000" dirty="0"/>
          </a:p>
        </p:txBody>
      </p:sp>
      <p:sp>
        <p:nvSpPr>
          <p:cNvPr id="20" name="S13-chip528"/>
          <p:cNvSpPr txBox="1"/>
          <p:nvPr/>
        </p:nvSpPr>
        <p:spPr>
          <a:xfrm>
            <a:off x="548640" y="34655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21" name="S13-text529"/>
          <p:cNvSpPr txBox="1"/>
          <p:nvPr/>
        </p:nvSpPr>
        <p:spPr>
          <a:xfrm>
            <a:off x="1344168" y="301752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서쪽과 동쪽 중 경사가 급한 쪽은? 왜?</a:t>
            </a:r>
            <a:endParaRPr lang="ko-KR" sz="3000" dirty="0"/>
          </a:p>
        </p:txBody>
      </p:sp>
      <p:sp>
        <p:nvSpPr>
          <p:cNvPr id="22" name="S13-chip530"/>
          <p:cNvSpPr txBox="1"/>
          <p:nvPr/>
        </p:nvSpPr>
        <p:spPr>
          <a:xfrm>
            <a:off x="548640" y="51572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23" name="S13-text531"/>
          <p:cNvSpPr txBox="1"/>
          <p:nvPr/>
        </p:nvSpPr>
        <p:spPr>
          <a:xfrm>
            <a:off x="1344168" y="470916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산꼭대기는 몇 m보다 높을까요?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4-card532"/>
          <p:cNvSpPr/>
          <p:nvPr/>
        </p:nvSpPr>
        <p:spPr>
          <a:xfrm>
            <a:off x="548640" y="1325880"/>
            <a:ext cx="11091672" cy="1258824"/>
          </a:xfrm>
          <a:prstGeom prst="roundRect">
            <a:avLst>
              <a:gd name="adj" fmla="val 8717"/>
            </a:avLst>
          </a:prstGeom>
          <a:solidFill>
            <a:srgbClr val="32606F"/>
          </a:solidFill>
          <a:ln w="12700">
            <a:solidFill>
              <a:srgbClr val="32606F"/>
            </a:solidFill>
            <a:prstDash val="solid"/>
          </a:ln>
        </p:spPr>
      </p:sp>
      <p:sp>
        <p:nvSpPr>
          <p:cNvPr id="4" name="S14-cardtext533"/>
          <p:cNvSpPr txBox="1"/>
          <p:nvPr/>
        </p:nvSpPr>
        <p:spPr>
          <a:xfrm>
            <a:off x="822960" y="1463040"/>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범례로 기호를 읽고, 방위표로 방향을, 축척으로 거리를,</a:t>
            </a:r>
            <a:endParaRPr lang="ko-KR" sz="3000" dirty="0"/>
          </a:p>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등고선으로 높낮이를 알아요.</a:t>
            </a:r>
            <a:endParaRPr lang="ko-KR" sz="3000" dirty="0"/>
          </a:p>
        </p:txBody>
      </p:sp>
      <p:sp>
        <p:nvSpPr>
          <p:cNvPr id="5" name="S14-chip534"/>
          <p:cNvSpPr txBox="1"/>
          <p:nvPr/>
        </p:nvSpPr>
        <p:spPr>
          <a:xfrm>
            <a:off x="548640" y="2813304"/>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동서남북으로 말하기</a:t>
            </a:r>
            <a:endParaRPr lang="ko-KR" sz="2400" dirty="0"/>
          </a:p>
        </p:txBody>
      </p:sp>
      <p:sp>
        <p:nvSpPr>
          <p:cNvPr id="6" name="S14-chip535"/>
          <p:cNvSpPr txBox="1"/>
          <p:nvPr/>
        </p:nvSpPr>
        <p:spPr>
          <a:xfrm>
            <a:off x="6208776" y="2813304"/>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칸 수를 그대로 거리로 말하기</a:t>
            </a:r>
            <a:endParaRPr lang="ko-KR" sz="2400" dirty="0"/>
          </a:p>
        </p:txBody>
      </p:sp>
      <p:sp>
        <p:nvSpPr>
          <p:cNvPr id="7" name="S14-text536"/>
          <p:cNvSpPr txBox="1"/>
          <p:nvPr/>
        </p:nvSpPr>
        <p:spPr>
          <a:xfrm>
            <a:off x="548640" y="3636264"/>
            <a:ext cx="11091672" cy="457200"/>
          </a:xfrm>
          <a:prstGeom prst="rect">
            <a:avLst/>
          </a:prstGeom>
          <a:noFill/>
          <a:ln/>
        </p:spPr>
        <p:txBody>
          <a:bodyPr wrap="square" lIns="0" tIns="0" rIns="0" bIns="0" rtlCol="0" anchor="t"/>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400" dirty="0"/>
          </a:p>
        </p:txBody>
      </p:sp>
      <p:sp>
        <p:nvSpPr>
          <p:cNvPr id="8" name="S14-text537"/>
          <p:cNvSpPr txBox="1"/>
          <p:nvPr/>
        </p:nvSpPr>
        <p:spPr>
          <a:xfrm>
            <a:off x="548640"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① 방위표가 없으면</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북쪽은?</a:t>
            </a:r>
            <a:endParaRPr lang="ko-KR" sz="2400" dirty="0"/>
          </a:p>
        </p:txBody>
      </p:sp>
      <p:sp>
        <p:nvSpPr>
          <p:cNvPr id="9" name="S14-text538"/>
          <p:cNvSpPr txBox="1"/>
          <p:nvPr/>
        </p:nvSpPr>
        <p:spPr>
          <a:xfrm>
            <a:off x="4322064"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② 한 칸이 100 m면</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6칸은 몇 m?</a:t>
            </a:r>
            <a:endParaRPr lang="ko-KR" sz="2400" dirty="0"/>
          </a:p>
        </p:txBody>
      </p:sp>
      <p:sp>
        <p:nvSpPr>
          <p:cNvPr id="10" name="S14-text539"/>
          <p:cNvSpPr txBox="1"/>
          <p:nvPr/>
        </p:nvSpPr>
        <p:spPr>
          <a:xfrm>
            <a:off x="8095488"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③ 등고선 간격이</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좁으면?</a:t>
            </a:r>
            <a:endParaRPr lang="ko-KR" sz="2400" dirty="0"/>
          </a:p>
        </p:txBody>
      </p:sp>
      <p:sp>
        <p:nvSpPr>
          <p:cNvPr id="11" name="S14-text540"/>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400" dirty="0">
                <a:solidFill>
                  <a:srgbClr val="C9DCD8"/>
                </a:solidFill>
                <a:latin typeface="맑은 고딕" pitchFamily="34" charset="0"/>
                <a:ea typeface="맑은 고딕" pitchFamily="34" charset="-122"/>
                <a:cs typeface="맑은 고딕" pitchFamily="34" charset="-120"/>
              </a:rPr>
              <a:t>다음 시간: 촌락과 도시</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기호와 위치 말하기</a:t>
            </a:r>
            <a:endParaRPr lang="ko-KR" sz="4000" dirty="0"/>
          </a:p>
        </p:txBody>
      </p:sp>
      <p:sp>
        <p:nvSpPr>
          <p:cNvPr id="3" name="S15-card541"/>
          <p:cNvSpPr/>
          <p:nvPr/>
        </p:nvSpPr>
        <p:spPr>
          <a:xfrm>
            <a:off x="548640" y="4494276"/>
            <a:ext cx="5431536" cy="1723644"/>
          </a:xfrm>
          <a:prstGeom prst="roundRect">
            <a:avLst>
              <a:gd name="adj" fmla="val 6366"/>
            </a:avLst>
          </a:prstGeom>
          <a:solidFill>
            <a:srgbClr val="EAF3F1"/>
          </a:solidFill>
          <a:ln w="12700">
            <a:solidFill>
              <a:srgbClr val="EAF3F1"/>
            </a:solidFill>
            <a:prstDash val="solid"/>
          </a:ln>
        </p:spPr>
      </p:sp>
      <p:sp>
        <p:nvSpPr>
          <p:cNvPr id="4" name="S15-cardtext542"/>
          <p:cNvSpPr txBox="1"/>
          <p:nvPr/>
        </p:nvSpPr>
        <p:spPr>
          <a:xfrm>
            <a:off x="822960" y="4631436"/>
            <a:ext cx="4882896" cy="144932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기호는 장소를 간단한 그림으로 나타낸 약속이에요.</a:t>
            </a:r>
            <a:endParaRPr lang="ko-KR" sz="3000" dirty="0"/>
          </a:p>
        </p:txBody>
      </p:sp>
      <p:sp>
        <p:nvSpPr>
          <p:cNvPr id="5" name="S15-card543"/>
          <p:cNvSpPr/>
          <p:nvPr/>
        </p:nvSpPr>
        <p:spPr>
          <a:xfrm>
            <a:off x="6208776" y="4494276"/>
            <a:ext cx="5431536" cy="1723644"/>
          </a:xfrm>
          <a:prstGeom prst="roundRect">
            <a:avLst>
              <a:gd name="adj" fmla="val 6366"/>
            </a:avLst>
          </a:prstGeom>
          <a:solidFill>
            <a:srgbClr val="EAF3F1"/>
          </a:solidFill>
          <a:ln w="12700">
            <a:solidFill>
              <a:srgbClr val="EAF3F1"/>
            </a:solidFill>
            <a:prstDash val="solid"/>
          </a:ln>
        </p:spPr>
      </p:sp>
      <p:sp>
        <p:nvSpPr>
          <p:cNvPr id="6" name="S15-cardtext544"/>
          <p:cNvSpPr txBox="1"/>
          <p:nvPr/>
        </p:nvSpPr>
        <p:spPr>
          <a:xfrm>
            <a:off x="6483096" y="4631436"/>
            <a:ext cx="4882896" cy="144932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기준이 되는 곳을 먼저 정하고 ‘옆, 사이, 앞’으로 말해요.</a:t>
            </a:r>
            <a:endParaRPr lang="ko-KR" sz="3000" dirty="0"/>
          </a:p>
        </p:txBody>
      </p:sp>
      <p:sp>
        <p:nvSpPr>
          <p:cNvPr id="7" name="S15-figure545" descr="간단한 지도: 왼쪽부터 집, 공원, 학교가 길을 따라 있다. 아래에 기호의 약속(집, 공원, 학교)이 있다."/>
          <p:cNvSpPr/>
          <p:nvPr/>
        </p:nvSpPr>
        <p:spPr>
          <a:xfrm>
            <a:off x="2748535" y="2459441"/>
            <a:ext cx="6691882" cy="9144"/>
          </a:xfrm>
          <a:custGeom>
            <a:avLst/>
            <a:gdLst/>
            <a:ahLst/>
            <a:cxnLst/>
            <a:rect l="l" t="t" r="r" b="b"/>
            <a:pathLst>
              <a:path w="6691882" h="9144">
                <a:moveTo>
                  <a:pt x="0" y="0"/>
                </a:moveTo>
                <a:lnTo>
                  <a:pt x="6691882" y="0"/>
                </a:lnTo>
              </a:path>
            </a:pathLst>
          </a:custGeom>
          <a:noFill/>
          <a:ln w="114300">
            <a:solidFill>
              <a:srgbClr val="A3AAB4"/>
            </a:solidFill>
            <a:prstDash val="solid"/>
          </a:ln>
        </p:spPr>
      </p:sp>
      <p:sp>
        <p:nvSpPr>
          <p:cNvPr id="8" name="S15-mark546"/>
          <p:cNvSpPr/>
          <p:nvPr/>
        </p:nvSpPr>
        <p:spPr>
          <a:xfrm>
            <a:off x="3518101" y="1440323"/>
            <a:ext cx="552080" cy="613423"/>
          </a:xfrm>
          <a:custGeom>
            <a:avLst/>
            <a:gdLst/>
            <a:ahLst/>
            <a:cxnLst/>
            <a:rect l="l" t="t" r="r" b="b"/>
            <a:pathLst>
              <a:path w="552080" h="613423">
                <a:moveTo>
                  <a:pt x="0" y="613423"/>
                </a:moveTo>
                <a:lnTo>
                  <a:pt x="552080" y="613423"/>
                </a:lnTo>
                <a:lnTo>
                  <a:pt x="552080" y="260705"/>
                </a:lnTo>
                <a:lnTo>
                  <a:pt x="276040" y="0"/>
                </a:lnTo>
                <a:lnTo>
                  <a:pt x="0" y="260705"/>
                </a:lnTo>
                <a:close/>
              </a:path>
            </a:pathLst>
          </a:custGeom>
          <a:solidFill>
            <a:srgbClr val="F2C14E"/>
          </a:solidFill>
          <a:ln w="15875">
            <a:solidFill>
              <a:srgbClr val="1F2937"/>
            </a:solidFill>
            <a:prstDash val="solid"/>
          </a:ln>
        </p:spPr>
      </p:sp>
      <p:sp>
        <p:nvSpPr>
          <p:cNvPr id="9" name="S15-mark547"/>
          <p:cNvSpPr/>
          <p:nvPr/>
        </p:nvSpPr>
        <p:spPr>
          <a:xfrm>
            <a:off x="6048469" y="1800709"/>
            <a:ext cx="92013" cy="306711"/>
          </a:xfrm>
          <a:custGeom>
            <a:avLst/>
            <a:gdLst/>
            <a:ahLst/>
            <a:cxnLst/>
            <a:rect l="l" t="t" r="r" b="b"/>
            <a:pathLst>
              <a:path w="92013" h="306711">
                <a:moveTo>
                  <a:pt x="0" y="306711"/>
                </a:moveTo>
                <a:lnTo>
                  <a:pt x="92013" y="306711"/>
                </a:lnTo>
                <a:lnTo>
                  <a:pt x="92013" y="0"/>
                </a:lnTo>
                <a:lnTo>
                  <a:pt x="0" y="0"/>
                </a:lnTo>
                <a:close/>
              </a:path>
            </a:pathLst>
          </a:custGeom>
          <a:solidFill>
            <a:srgbClr val="8B5E3C"/>
          </a:solidFill>
          <a:ln/>
        </p:spPr>
      </p:sp>
      <p:sp>
        <p:nvSpPr>
          <p:cNvPr id="10" name="S15-mark548"/>
          <p:cNvSpPr/>
          <p:nvPr/>
        </p:nvSpPr>
        <p:spPr>
          <a:xfrm>
            <a:off x="5841439" y="1417320"/>
            <a:ext cx="506074" cy="506074"/>
          </a:xfrm>
          <a:custGeom>
            <a:avLst/>
            <a:gdLst/>
            <a:ahLst/>
            <a:cxnLst/>
            <a:rect l="l" t="t" r="r" b="b"/>
            <a:pathLst>
              <a:path w="506074" h="506074">
                <a:moveTo>
                  <a:pt x="506074" y="253037"/>
                </a:moveTo>
                <a:lnTo>
                  <a:pt x="493526" y="174965"/>
                </a:lnTo>
                <a:lnTo>
                  <a:pt x="457976" y="104561"/>
                </a:lnTo>
                <a:lnTo>
                  <a:pt x="401513" y="48098"/>
                </a:lnTo>
                <a:lnTo>
                  <a:pt x="331109" y="12547"/>
                </a:lnTo>
                <a:lnTo>
                  <a:pt x="253037" y="0"/>
                </a:lnTo>
                <a:lnTo>
                  <a:pt x="174965" y="12547"/>
                </a:lnTo>
                <a:lnTo>
                  <a:pt x="104561" y="48098"/>
                </a:lnTo>
                <a:lnTo>
                  <a:pt x="48098" y="104561"/>
                </a:lnTo>
                <a:lnTo>
                  <a:pt x="12547" y="174965"/>
                </a:lnTo>
                <a:lnTo>
                  <a:pt x="0" y="253037"/>
                </a:lnTo>
                <a:lnTo>
                  <a:pt x="12547" y="331109"/>
                </a:lnTo>
                <a:lnTo>
                  <a:pt x="48098" y="401513"/>
                </a:lnTo>
                <a:lnTo>
                  <a:pt x="104561" y="457976"/>
                </a:lnTo>
                <a:lnTo>
                  <a:pt x="174965" y="493526"/>
                </a:lnTo>
                <a:lnTo>
                  <a:pt x="253037" y="506074"/>
                </a:lnTo>
                <a:lnTo>
                  <a:pt x="331109" y="493526"/>
                </a:lnTo>
                <a:lnTo>
                  <a:pt x="401513" y="457976"/>
                </a:lnTo>
                <a:lnTo>
                  <a:pt x="457976" y="401513"/>
                </a:lnTo>
                <a:lnTo>
                  <a:pt x="493526" y="331109"/>
                </a:lnTo>
                <a:close/>
              </a:path>
            </a:pathLst>
          </a:custGeom>
          <a:solidFill>
            <a:srgbClr val="2A9D8F"/>
          </a:solidFill>
          <a:ln w="15875">
            <a:solidFill>
              <a:srgbClr val="1F2937"/>
            </a:solidFill>
            <a:prstDash val="solid"/>
          </a:ln>
        </p:spPr>
      </p:sp>
      <p:sp>
        <p:nvSpPr>
          <p:cNvPr id="11" name="S15-mark549"/>
          <p:cNvSpPr/>
          <p:nvPr/>
        </p:nvSpPr>
        <p:spPr>
          <a:xfrm>
            <a:off x="8164777" y="1417320"/>
            <a:ext cx="552080" cy="383389"/>
          </a:xfrm>
          <a:custGeom>
            <a:avLst/>
            <a:gdLst/>
            <a:ahLst/>
            <a:cxnLst/>
            <a:rect l="l" t="t" r="r" b="b"/>
            <a:pathLst>
              <a:path w="552080" h="383389">
                <a:moveTo>
                  <a:pt x="0" y="0"/>
                </a:moveTo>
                <a:lnTo>
                  <a:pt x="552080" y="191695"/>
                </a:lnTo>
                <a:lnTo>
                  <a:pt x="0" y="383389"/>
                </a:lnTo>
                <a:close/>
              </a:path>
            </a:pathLst>
          </a:custGeom>
          <a:solidFill>
            <a:srgbClr val="E9762B"/>
          </a:solidFill>
          <a:ln w="15875">
            <a:solidFill>
              <a:srgbClr val="1F2937"/>
            </a:solidFill>
            <a:prstDash val="solid"/>
          </a:ln>
        </p:spPr>
      </p:sp>
      <p:sp>
        <p:nvSpPr>
          <p:cNvPr id="12" name="S15-mark550"/>
          <p:cNvSpPr/>
          <p:nvPr/>
        </p:nvSpPr>
        <p:spPr>
          <a:xfrm>
            <a:off x="8118770" y="1417320"/>
            <a:ext cx="92013" cy="690100"/>
          </a:xfrm>
          <a:custGeom>
            <a:avLst/>
            <a:gdLst/>
            <a:ahLst/>
            <a:cxnLst/>
            <a:rect l="l" t="t" r="r" b="b"/>
            <a:pathLst>
              <a:path w="92013" h="690100">
                <a:moveTo>
                  <a:pt x="0" y="690100"/>
                </a:moveTo>
                <a:lnTo>
                  <a:pt x="92013" y="690100"/>
                </a:lnTo>
                <a:lnTo>
                  <a:pt x="92013" y="0"/>
                </a:lnTo>
                <a:lnTo>
                  <a:pt x="0" y="0"/>
                </a:lnTo>
                <a:close/>
              </a:path>
            </a:pathLst>
          </a:custGeom>
          <a:solidFill>
            <a:srgbClr val="1F2937"/>
          </a:solidFill>
          <a:ln/>
        </p:spPr>
      </p:sp>
      <p:sp>
        <p:nvSpPr>
          <p:cNvPr id="13" name="S15-mark551"/>
          <p:cNvSpPr/>
          <p:nvPr/>
        </p:nvSpPr>
        <p:spPr>
          <a:xfrm>
            <a:off x="2748535" y="3295926"/>
            <a:ext cx="6691882" cy="9144"/>
          </a:xfrm>
          <a:custGeom>
            <a:avLst/>
            <a:gdLst/>
            <a:ahLst/>
            <a:cxnLst/>
            <a:rect l="l" t="t" r="r" b="b"/>
            <a:pathLst>
              <a:path w="6691882" h="9144">
                <a:moveTo>
                  <a:pt x="0" y="0"/>
                </a:moveTo>
                <a:lnTo>
                  <a:pt x="6691882" y="0"/>
                </a:lnTo>
              </a:path>
            </a:pathLst>
          </a:custGeom>
          <a:noFill/>
          <a:ln w="12700">
            <a:solidFill>
              <a:srgbClr val="CBD5E1"/>
            </a:solidFill>
            <a:prstDash val="solid"/>
          </a:ln>
        </p:spPr>
      </p:sp>
      <p:sp>
        <p:nvSpPr>
          <p:cNvPr id="14" name="S15-mark552"/>
          <p:cNvSpPr/>
          <p:nvPr/>
        </p:nvSpPr>
        <p:spPr>
          <a:xfrm>
            <a:off x="3175142" y="3689075"/>
            <a:ext cx="401513" cy="446125"/>
          </a:xfrm>
          <a:custGeom>
            <a:avLst/>
            <a:gdLst/>
            <a:ahLst/>
            <a:cxnLst/>
            <a:rect l="l" t="t" r="r" b="b"/>
            <a:pathLst>
              <a:path w="401513" h="446125">
                <a:moveTo>
                  <a:pt x="0" y="446125"/>
                </a:moveTo>
                <a:lnTo>
                  <a:pt x="401513" y="446125"/>
                </a:lnTo>
                <a:lnTo>
                  <a:pt x="401513" y="189603"/>
                </a:lnTo>
                <a:lnTo>
                  <a:pt x="200756" y="0"/>
                </a:lnTo>
                <a:lnTo>
                  <a:pt x="0" y="189603"/>
                </a:lnTo>
                <a:close/>
              </a:path>
            </a:pathLst>
          </a:custGeom>
          <a:solidFill>
            <a:srgbClr val="F2C14E"/>
          </a:solidFill>
          <a:ln w="15875">
            <a:solidFill>
              <a:srgbClr val="1F2937"/>
            </a:solidFill>
            <a:prstDash val="solid"/>
          </a:ln>
        </p:spPr>
      </p:sp>
      <p:sp>
        <p:nvSpPr>
          <p:cNvPr id="15" name="S15-mark553"/>
          <p:cNvSpPr/>
          <p:nvPr/>
        </p:nvSpPr>
        <p:spPr>
          <a:xfrm>
            <a:off x="5433653" y="3951173"/>
            <a:ext cx="66919" cy="223063"/>
          </a:xfrm>
          <a:custGeom>
            <a:avLst/>
            <a:gdLst/>
            <a:ahLst/>
            <a:cxnLst/>
            <a:rect l="l" t="t" r="r" b="b"/>
            <a:pathLst>
              <a:path w="66919" h="223063">
                <a:moveTo>
                  <a:pt x="0" y="223063"/>
                </a:moveTo>
                <a:lnTo>
                  <a:pt x="66919" y="223063"/>
                </a:lnTo>
                <a:lnTo>
                  <a:pt x="66919" y="0"/>
                </a:lnTo>
                <a:lnTo>
                  <a:pt x="0" y="0"/>
                </a:lnTo>
                <a:close/>
              </a:path>
            </a:pathLst>
          </a:custGeom>
          <a:solidFill>
            <a:srgbClr val="8B5E3C"/>
          </a:solidFill>
          <a:ln/>
        </p:spPr>
      </p:sp>
      <p:sp>
        <p:nvSpPr>
          <p:cNvPr id="16" name="S15-mark554"/>
          <p:cNvSpPr/>
          <p:nvPr/>
        </p:nvSpPr>
        <p:spPr>
          <a:xfrm>
            <a:off x="5283085" y="3672345"/>
            <a:ext cx="368054" cy="368054"/>
          </a:xfrm>
          <a:custGeom>
            <a:avLst/>
            <a:gdLst/>
            <a:ahLst/>
            <a:cxnLst/>
            <a:rect l="l" t="t" r="r" b="b"/>
            <a:pathLst>
              <a:path w="368054" h="368054">
                <a:moveTo>
                  <a:pt x="368054" y="184027"/>
                </a:moveTo>
                <a:lnTo>
                  <a:pt x="358992" y="126867"/>
                </a:lnTo>
                <a:lnTo>
                  <a:pt x="333200" y="75981"/>
                </a:lnTo>
                <a:lnTo>
                  <a:pt x="292073" y="34854"/>
                </a:lnTo>
                <a:lnTo>
                  <a:pt x="241187" y="9062"/>
                </a:lnTo>
                <a:lnTo>
                  <a:pt x="184027" y="0"/>
                </a:lnTo>
                <a:lnTo>
                  <a:pt x="126867" y="9062"/>
                </a:lnTo>
                <a:lnTo>
                  <a:pt x="75981" y="34854"/>
                </a:lnTo>
                <a:lnTo>
                  <a:pt x="34854" y="75981"/>
                </a:lnTo>
                <a:lnTo>
                  <a:pt x="9062" y="126867"/>
                </a:lnTo>
                <a:lnTo>
                  <a:pt x="0" y="184027"/>
                </a:lnTo>
                <a:lnTo>
                  <a:pt x="9062" y="241187"/>
                </a:lnTo>
                <a:lnTo>
                  <a:pt x="34854" y="292073"/>
                </a:lnTo>
                <a:lnTo>
                  <a:pt x="75981" y="333200"/>
                </a:lnTo>
                <a:lnTo>
                  <a:pt x="126867" y="358992"/>
                </a:lnTo>
                <a:lnTo>
                  <a:pt x="184027" y="368054"/>
                </a:lnTo>
                <a:lnTo>
                  <a:pt x="241187" y="358992"/>
                </a:lnTo>
                <a:lnTo>
                  <a:pt x="292073" y="333200"/>
                </a:lnTo>
                <a:lnTo>
                  <a:pt x="333200" y="292073"/>
                </a:lnTo>
                <a:lnTo>
                  <a:pt x="358992" y="241187"/>
                </a:lnTo>
                <a:close/>
              </a:path>
            </a:pathLst>
          </a:custGeom>
          <a:solidFill>
            <a:srgbClr val="2A9D8F"/>
          </a:solidFill>
          <a:ln w="15875">
            <a:solidFill>
              <a:srgbClr val="1F2937"/>
            </a:solidFill>
            <a:prstDash val="solid"/>
          </a:ln>
        </p:spPr>
      </p:sp>
      <p:sp>
        <p:nvSpPr>
          <p:cNvPr id="17" name="S15-mark555"/>
          <p:cNvSpPr/>
          <p:nvPr/>
        </p:nvSpPr>
        <p:spPr>
          <a:xfrm>
            <a:off x="7600149" y="3672345"/>
            <a:ext cx="401513" cy="278828"/>
          </a:xfrm>
          <a:custGeom>
            <a:avLst/>
            <a:gdLst/>
            <a:ahLst/>
            <a:cxnLst/>
            <a:rect l="l" t="t" r="r" b="b"/>
            <a:pathLst>
              <a:path w="401513" h="278828">
                <a:moveTo>
                  <a:pt x="0" y="0"/>
                </a:moveTo>
                <a:lnTo>
                  <a:pt x="401513" y="139414"/>
                </a:lnTo>
                <a:lnTo>
                  <a:pt x="0" y="278828"/>
                </a:lnTo>
                <a:close/>
              </a:path>
            </a:pathLst>
          </a:custGeom>
          <a:solidFill>
            <a:srgbClr val="E9762B"/>
          </a:solidFill>
          <a:ln w="15875">
            <a:solidFill>
              <a:srgbClr val="1F2937"/>
            </a:solidFill>
            <a:prstDash val="solid"/>
          </a:ln>
        </p:spPr>
      </p:sp>
      <p:sp>
        <p:nvSpPr>
          <p:cNvPr id="18" name="S15-mark556"/>
          <p:cNvSpPr/>
          <p:nvPr/>
        </p:nvSpPr>
        <p:spPr>
          <a:xfrm>
            <a:off x="7566690" y="3672345"/>
            <a:ext cx="66919" cy="501891"/>
          </a:xfrm>
          <a:custGeom>
            <a:avLst/>
            <a:gdLst/>
            <a:ahLst/>
            <a:cxnLst/>
            <a:rect l="l" t="t" r="r" b="b"/>
            <a:pathLst>
              <a:path w="66919" h="501891">
                <a:moveTo>
                  <a:pt x="0" y="501891"/>
                </a:moveTo>
                <a:lnTo>
                  <a:pt x="66919" y="501891"/>
                </a:lnTo>
                <a:lnTo>
                  <a:pt x="66919" y="0"/>
                </a:lnTo>
                <a:lnTo>
                  <a:pt x="0" y="0"/>
                </a:lnTo>
                <a:close/>
              </a:path>
            </a:pathLst>
          </a:custGeom>
          <a:solidFill>
            <a:srgbClr val="1F2937"/>
          </a:solidFill>
          <a:ln/>
        </p:spPr>
      </p:sp>
      <p:sp>
        <p:nvSpPr>
          <p:cNvPr id="19" name="S15-label558"/>
          <p:cNvSpPr txBox="1"/>
          <p:nvPr/>
        </p:nvSpPr>
        <p:spPr>
          <a:xfrm>
            <a:off x="4043022" y="373279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집</a:t>
            </a:r>
            <a:endParaRPr lang="ko-KR" sz="2400" dirty="0"/>
          </a:p>
        </p:txBody>
      </p:sp>
      <p:sp>
        <p:nvSpPr>
          <p:cNvPr id="20" name="S15-label560"/>
          <p:cNvSpPr txBox="1"/>
          <p:nvPr/>
        </p:nvSpPr>
        <p:spPr>
          <a:xfrm>
            <a:off x="5984883" y="373279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21" name="S15-label562"/>
          <p:cNvSpPr txBox="1"/>
          <p:nvPr/>
        </p:nvSpPr>
        <p:spPr>
          <a:xfrm>
            <a:off x="8285217" y="373279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초4 사회·역사 지도 읽기</dc:title>
  <dc:subject>KR22-G04-SOC-MAP-L01</dc:subject>
  <dc:creator>education-ppt</dc:creator>
  <cp:lastModifiedBy>education-ppt</cp:lastModifiedBy>
  <cp:revision>1</cp:revision>
  <dcterms:created xsi:type="dcterms:W3CDTF">2026-10-26T09:29:11Z</dcterms:created>
  <dcterms:modified xsi:type="dcterms:W3CDTF">2026-10-26T09:29:11Z</dcterms:modified>
</cp:coreProperties>
</file>