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d0e03952-3574-178d-03da-39fc6d90138c}">
          <p14:sldIdLst>
            <p14:sldId id="256"/>
            <p14:sldId id="257"/>
          </p14:sldIdLst>
        </p14:section>
        <p14:section name="개념" id="{c1add382-db61-d6be-0aa0-4509778cc1b0}">
          <p14:sldIdLst>
            <p14:sldId id="258"/>
            <p14:sldId id="259"/>
            <p14:sldId id="261"/>
            <p14:sldId id="263"/>
          </p14:sldIdLst>
        </p14:section>
        <p14:section name="연습" id="{e2a022e6-d7cf-19b0-621d-98b320017496}">
          <p14:sldIdLst>
            <p14:sldId id="260"/>
            <p14:sldId id="262"/>
            <p14:sldId id="264"/>
            <p14:sldId id="265"/>
          </p14:sldIdLst>
        </p14:section>
        <p14:section name="개념" id="{eef252e9-edb9-75cb-c1c4-40aca7363ac4}">
          <p14:sldIdLst/>
        </p14:section>
        <p14:section name="연습" id="{63949aa2-e9ac-3bf6-96e6-33bcd6d2eec9}">
          <p14:sldIdLst/>
        </p14:section>
        <p14:section name="개념" id="{69e74a25-f1e6-2d5e-b942-2d4473080f47}">
          <p14:sldIdLst/>
        </p14:section>
        <p14:section name="연습" id="{14c58ca2-066a-502a-f12c-4637ff5e9426}">
          <p14:sldIdLst/>
        </p14:section>
        <p14:section name="확인" id="{2425135d-b720-4cc3-313c-e4e36ed35f70}">
          <p14:sldIdLst>
            <p14:sldId id="266"/>
            <p14:sldId id="267"/>
            <p14:sldId id="268"/>
          </p14:sldIdLst>
        </p14:section>
        <p14:section name="정리" id="{7f9e66ac-72f2-df6d-935a-34b7de1ca26a}">
          <p14:sldIdLst>
            <p14:sldId id="269"/>
          </p14:sldIdLst>
        </p14:section>
        <p14:section name="보충" id="{13b13500-71ad-c4bb-67fb-d340b24ddadd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것을 알리고, 먹을거리가 오는 곳을 떠올리며 촌락과 도시의 관계에 관심을 갖게 합니다.
시간: 약 2분
이렇게 말해 보세요
- “오늘 아침에 먹은 밥(쌀)은 어디에서 왔을까? 생선이나 채소는?”
- “농사를 짓거나 고기를 잡는 곳도 있고, 높은 건물이 많은 곳도 있어. 오늘은 이런 곳들이 어떻게 다르고, 어떻게 서로 돕는지 알아볼 거야.”
예상 답
- “마트에서요.” “시골에서요.” “바다에서요.”
막히면
- 냉장고에서 채소나 쌀 봉지를 꺼내 생산지가 적힌 곳을 함께 찾아봅니다(활동지 4에서 다시 합니다).
주의
- ‘마트에서요’도 맞는 말입니다. “그럼 마트에는 어디에서 왔을까?”라고 한 번 더 물어 먹을거리를 기르는 곳까지 생각하게 합니다.
- 어느 곳이 더 좋다, 나쁘다가 아니라 ‘어떻게 다른지’를 비교하는 수업입니다. 부모님도 판단하는 말(“시골은 불편해” 등)을 쓰지 않도록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확인(지도 읽기)]
목적: 앞 차시 ‘지도 읽기’(KR22-G04-SOC-MAP-L01)의 방위·축척·등고선을 쓸 수 있는지 확인합니다. 오늘은 이 지도로 촌락과 도시를 찾습니다.
시간: 약 3분
이렇게 말해 보세요
- “방위표와 축척(한 칸 = 1 km)을 먼저 찾아볼래? 그다음 ①부터 답해 줘.”
- “③은 가 마을 둘레의 선을 봐. 지난 시간에 배운 선이지? 무엇을 알려 주는 선이었어?”
정답
- ① 동쪽
- ② 5칸 → 5 km
- ③ 등고선이 여러 겹 있어서 높은 산과 비탈이 있는 곳이에요.
막히면
- 방위표나 축척을 찾지 못하면 S15(보충)를 먼저 합니다.
주의
- ②를 ‘5칸’이라고만 하면 “한 칸이 실제로 몇 km였지?”라고 묻습니다. 이 지도는 한 칸이 1 km로, 지난 시간(100 m)과 축척이 다릅니다.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촌락과 도시의 뜻]
목적: 촌락과 도시의 뜻을 알려 주고, 나누는 기준(자연환경과 주로 하는 일)을 정합니다(목표 A).
시간: 약 2분
이렇게 말해 보세요
- “촌락은 산이나 들, 바다 같은 자연을 이용해서 일하는 사람이 많은 곳이야. 도시는 사람과 건물이 많고 회사, 가게, 공장처럼 여러 가지 일을 하는 곳이야.”
- “우리가 사는 곳은 어느 쪽에 더 가까울까? 오늘 끝날 때 다시 생각해 보자.”
예상 답
- “도시 같아요. 아파트가 많아요.” “촌락 같아요. 논이 있어요.”
막히면
- “할머니 댁(친척 집, 여행 갔던 곳)은 어떤 곳이었어? 무엇이 많았어?”처럼 아이가 가 본 곳을 떠올리게 합니다.
주의
- ‘시골’이라는 말을 쓰면 교과서에서는 ‘촌락’이라고 한다고 알려 줍니다. 우리 지역이 어느 쪽인지는 S10과 활동지 5에서 함께 살펴봅니다.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세 가지 촌락]
목적: 촌락을 자연환경과 주로 하는 일에 따라 농촌·어촌·산지촌으로 나누어 알려 줍니다(목표 A).
시간: 약 3분
이렇게 말해 보세요
- “농촌은 들(평평하고 넓은 땅)이 있는 곳, 어촌은 바닷가, 산지촌은 산이 많은 곳이야.”
- “어촌 사람들은 왜 고기잡이를 많이 할까? 산지촌에서 논농사를 크게 하기 어려운 까닭은?”
예상 답
- “바다가 가까워서요.” “산은 비탈져서 넓은 논을 만들기 어려워요.”
막히면
- 카드마다 “어디에 있는 마을이야? 그래서 무슨 일을 해?”로 두 가지만 짝지어 말하게 합니다.
주의
- 한 촌락에서 한 가지 일만 하는 것은 아닙니다. 어촌에도 밭이 있고, 요즘은 체험·관광 일을 함께 하는 촌락도 많다고 덧붙여 줍니다.
- ‘가난하다, 불편하다’ 같은 판단이 아니라 ‘자연환경과 하는 일’로만 비교합니다.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지도 보고 촌락 짐작하기]
목적: 지도에 나타난 자연환경(등고선, 논밭, 바다)을 보고 어떤 촌락일지 짐작하고 까닭을 말합니다(목표 A).
시간: 약 3분
이렇게 말해 보세요
- “가 마을 둘레에는 무엇이 있어? 그럼 가 마을 사람들은 주로 어떤 일을 할 것 같아? 어떤 촌락일까?”
- “나, 다 마을도 같은 방법으로 말해 볼래? ‘○○이 있으니까 ○○촌이에요.’처럼 까닭을 붙여서.”
정답
- 가: 산지촌(등고선이 여러 겹인 산비탈에 있어요)
- 나: 농촌(넓은 논밭 옆에 있어요)
- 다: 어촌(바닷가에 있고 배가 있어요)
막히면
- S04의 카드를 다시 보여 주고, 마을을 하나씩 짚으며 “둘레에 산이 있어, 들이 있어, 바다가 있어?”라고 묻습니다.
주의
- 지도로는 짐작만 할 수 있습니다. 실제로는 사람들이 주로 하는 일을 알아봐야 확실하다는 것을 S07에서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촌락과 도시 비교]
목적: 촌락과 도시를 세 가지 기준(모습, 주로 하는 일, 사는 사람)으로 나란히 비교합니다(목표 A).
시간: 약 3분
이렇게 말해 보세요
- “기준마다 촌락과 도시를 하나씩 읽어 볼까? 엄마(아빠)가 촌락 칸, 네가 도시 칸을 읽어 보자.”
- “두 곳의 같은 점도 있을까? 어디든 사람들이 집에서 살고, 학교와 가게가 있지.”
예상 답
- “도시는 사람이 많고, 촌락은 자연이 많아요.”
막히면
- 표의 한 줄만 가리고 “촌락은 이렇다면 도시는 어떨까?”라고 짝을 맞혀 보게 합니다.
주의
- 비교는 차이를 아는 것이지 어느 곳이 더 낫다는 뜻이 아닙니다. 아이가 “도시가 더 좋아요.”라고 하면 “어떤 점이 다른지 말해 볼까?”로 바꾸어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오해 비교(위치만 보고 나누기)]
목적: 위치(바닷가)만으로 촌락을 정하지 않고, 사람들이 주로 하는 일과 모습을 함께 보아야 한다는 것을 알게 합니다(목표 A, 오해 M1).
시간: 약 2분
이렇게 말해 보세요
- “물결시도 바닷가에 있어. 그런데 사람들은 주로 어디에서 일해?”
- “그럼 어촌일까, 도시일까? 무엇을 보고 정했어?”
정답
- 나. 바닷가에 있어도 높은 건물이 많고 회사·가게에서 일하는 사람이 많으면 도시입니다. 촌락과 도시는 사람들이 주로 하는 일과 모습을 함께 보고 나눕니다.
막히면
- S06의 표를 다시 보여 주고 ‘주로 하는 일’ 줄을 함께 읽습니다.
주의
- 바닷가나 산 가까이에도 도시가 있다는 것을 알려 줍니다. 물결시는 수업을 위해 지어낸 곳입니다.
- 아이가 지치면 여기서 쉬고, 다음 날 S08부터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촌락과 도시가 서로 돕는 관계]
목적: 촌락과 도시가 서로 필요한 것을 주고받으며 돕는다는 것을 양쪽 방향으로 보여 줍니다(목표 B).
시간: 약 3분
이렇게 말해 보세요
- “도시 사람들이 먹는 쌀, 채소, 생선은 대부분 촌락에서 와. 도시 사람들은 주말에 촌락에 가서 농사 체험을 하거나 쉬기도 해.”
- “촌락 사람들은 도시의 공장에서 만든 농기계나 옷을 쓰고, 큰 병원이나 공연장이 필요할 때 도시에 가. 새로운 농사 기술을 배우기도 해.”
- “그러니까 촌락과 도시는 어떤 사이일까?”
예상 답
- “서로 필요한 걸 주고받아요.” “서로 도와요.”
막히면
- “만약 촌락이 없으면 도시 사람들은 무엇을 먹을까? 도시가 없으면 농기계는 어디에서 살까?”라고 반대로 물어봅니다.
주의
- ‘주는 것’에는 물건만이 아니라 체험, 병원 진료, 기술처럼 서비스와 정보도 들어간다는 것을 짚어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주고받는 방향 알기]
목적: 촌락과 도시 사이에 오가는 물건과 도움의 방향을 구별합니다(목표 B, 오해 M2).
시간: 약 3분
이렇게 말해 보세요
- “①의 사과는 어디에서 길러서 어디로 갈까? 화살표 방향으로 말해 볼래?”
- “③은 물건이 아니라 도움이야. 누가 누구에게 도움을 받는 걸까?”
정답
- ① 촌락 → 도시(먹을거리)
- ② 도시 → 촌락(물건)
- ③ 도시 → 촌락(촌락 사람이 도시의 병원을 이용해요)
- ④ 촌락 → 도시(도시 사람이 촌락에서 체험과 쉼을 얻어요)
막히면
- “처음에 어디에 있던 거야? 그게 누구에게 필요해?” 두 가지로 나누어 묻습니다.
- ③·④는 사람이 움직이는 방향과 도움의 방향이 반대라 어렵습니다. “누가 도움을 받았지?”만 물어도 됩니다.
주의
- “도시는 공장과 가게가 있으니 촌락이 필요 없어요.”라고 하면 ①을 다시 보며 도시 사람들이 먹는 것이 어디에서 오는지 묻습니다(오해 M2).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우리 지역 살펴보기(부모와 조사 안내)]
목적: 우리 지역이 촌락과 도시 가운데 어디에 가까운지, 우리 집 먹을거리가 어디에서 오는지 부모와 함께 조사하는 방법을 안내합니다(목표 A·B). 실제 조사는 수업 뒤에 해도 됩니다.
시간: 약 3분
이렇게 말해 보세요
- “우리 지역은 촌락에 가까울까, 도시에 가까울까? 직접 살펴보고 정해 보자. 무엇을 보면 알 수 있을까?”
- “집에 있는 쌀 봉지나 채소 상자, 생선 포장에 어디에서 왔는지(생산지·원산지) 쓰여 있어. 같이 찾아볼까?”
예상 답
- “높은 건물이 많으니까 도시에 가까워요.” “논이 많으니까 농촌에 가까워요.”
- 생산지 예: 쌀 봉지에 적힌 ○○군, 채소 상자에 적힌 ○○시
정답
- 기준: 조사한 모습(많이 보이는 것 두 가지)을 까닭으로 들어 ‘촌락에 가깝다/도시에 가깝다’를 말하고, 다른 지역(촌락)에서 온 먹을거리를 한 가지 이상 찾으면 잘한 것입니다. 우리 지역의 모습은 사는 곳에 따라 다르므로 정해진 답이 없습니다.
막히면
- 밖에 나가기 어렵다면 지도 앱의 위성 사진(하늘에서 본 사진)으로 집 둘레를 함께 봅니다.
- 생산지가 어떤 곳인지 모르면 지도 앱에서 그 지역을 찾아 논밭·바다·산이 많은지 함께 봅니다.
주의
- 도시와 촌락의 모습이 섞여 있는 지역도 많습니다. ‘둘 다 있어요’라고 하면 무엇이 더 많은지 이야기해 보게 합니다.
- 조사 결과는 다음 수업을 시작할 때 이야기 나누면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해 보기(설명 보고 나누기)]
목적: 도움 없이 설명을 읽고 어떤 곳인지 나누며, 까닭을 말하는지 확인합니다(목표 A).
시간: 약 4분
이렇게 말해 보세요
- “이번에는 혼자 해 볼래? 하나씩 고르고, 어떤 말을 보고 골랐는지도 말해 줘.”
정답
- ① 산지촌(산비탈, 버섯)
- ② 어촌(배, 고기잡이, 김)
- ③ 도시(높은 건물, 회사·가게)
- ④ 농촌(넓은 들, 벼농사)
막히면
- 설명에서 자연환경을 나타내는 낱말(산비탈, 배, 들)에 밑줄을 긋게 합니다.
- 도움을 받아 풀었다면 기록표에 ‘도움’으로 표시합니다.
주의
- 답과 함께 까닭이 되는 낱말을 말해야 목표 A 확인 완료입니다.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확인하고 흔한 실수와 비교합니다.
시간: 약 2분
이렇게 말해 보세요
- “네 답과 까닭이 왼쪽과 같아? ①은 밭이 있는데 왜 농촌이 아닐까?”
예상 답
- “산비탈에 있고 버섯을 키우니까 산지촌이에요.”
정답
- ① 산지촌 ② 어촌 ③ 도시 ④ 농촌
막히면
- S04의 카드와 하나씩 맞대어 봅니다.
주의
- 이 장은 학생용 파일에서 빠집니다. ①을 농촌이라고 했어도 ‘밭’을 근거로 들었다면 까닭을 찾은 점을 칭찬하고, ‘산비탈’도 함께 보게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확인(서로 돕는 관계 설명)]
목적: 처음 보는 어촌과 도시에 대해 양쪽 방향의 도움을 들어 서로 돕는 관계를 설명하는지 확인합니다(목표 B).
시간: 약 3분
이렇게 말해 보세요
- “파도마을은 어촌이야. 별빛시 사람들에게 무엇을 줄 수 있을까? 반대로 별빛시는 파도마을에 무엇을 줄까?”
- “두 가지를 이어서 한 문장으로 말해 볼래?”
정답
- ① 예: 생선, 김, 미역, 조개 / 바다 체험, 쉴 곳
- ② 예: 배를 고치는 기계·그물 같은 물건, 큰 병원 진료, 새로운 기술이나 정보
- ③ 예: “파도마을은 별빛시에 생선을 주고, 별빛시는 파도마을에 물건과 병원 진료를 주며 서로 도와요.” (양쪽 방향의 예가 하나씩 있으면 맞음)
막히면
- S08의 그림을 보여 주지 않고 “어촌에서는 무엇을 잡지?”부터 묻습니다. 그래도 어려우면 S08을 보여 주고 기록표에 ‘도움’으로 적습니다.
주의
- 한쪽만(촌락 → 도시) 말하면 “그럼 도시는 파도마을에 무엇을 줄까?”라고 한 번 더 묻습니다. 파도마을은 수업을 위해 지어낸 곳입니다.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다음 학습과 복습]
목적: 핵심을 정리하고 다음 수업의 복습 질문을 알려 줍니다.
시간: 약 2분
이렇게 말해 보세요
- “촌락과 도시가 어떻게 다르고, 어떻게 서로 돕는지 한두 문장으로 말해 볼래?”
예상 답
- “촌락은 농사나 고기잡이를 하고, 도시는 회사나 가게에서 일해요. 서로 필요한 걸 주고받아요.”
정답
- ① 농촌, 어촌, 산지촌 ② 예: 높은 건물이 많다, 사람이 많이 모여 산다, 회사·가게·공장에서 여러 가지 일을 한다 ③ 예: 촌락 → 도시 먹을거리·나무, 도시 → 촌락 물건·병원·기술
막히면
- S04, S06, S08을 다시 보여 줍니다.
주의
- 활동지 4·5의 조사는 다음 수업 전까지 함께 해 오면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보충(지도에서 방위와 거리 읽기)]
목적: 방위표와 축척을 다시 찾아 쓰는 연습을 합니다. 오늘 수업의 지도를 읽는 데 필요합니다.
시간: 약 4분
이렇게 말해 보세요
- “먼저 방위표를 손가락으로 짚어 봐. 화살표가 가리키는 쪽은 무슨 방위야?”
- “별빛시에서 나 마을까지 칸을 하나씩 세어 볼까? 한 칸이 1 km니까 몇 km야?”
정답
- ① 북쪽
- ② 3칸 → 3 km
- ③ 동쪽
막히면
- 지도를 손가락으로 따라가며 ‘위쪽 = 북쪽, 오른쪽 = 동쪽’을 소리 내어 말하게 합니다.
- 보충으로도 어렵다면 앞 차시 ‘지도 읽기’(KR22-G04-SOC-MAP-L01)를 먼저 다시 합니다.
주의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사회·역사 · 지도와지역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사회·역사 · 촌락과 도시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사회·역사 · 촌락과 도시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사회·역사 · 촌락과 도시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촌락과 도시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먹은 밥과 반찬은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어디에서 왔을까요?</a:t>
            </a:r>
            <a:endParaRPr lang="ko-KR" sz="3000" dirty="0"/>
          </a:p>
        </p:txBody>
      </p:sp>
      <p:sp>
        <p:nvSpPr>
          <p:cNvPr id="4" name="S01-card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촌락과 도시의 특징을 비교할 수 있어요.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촌락과 도시가 서로 돕는 모습을 말할 수 있어요.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지도를 읽어 볼까요?</a:t>
            </a:r>
            <a:endParaRPr lang="ko-KR" sz="40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별빛시와 둘레 마을의 지도예요.</a:t>
            </a:r>
            <a:endParaRPr lang="ko-KR" sz="3000" dirty="0"/>
          </a:p>
        </p:txBody>
      </p:sp>
      <p:sp>
        <p:nvSpPr>
          <p:cNvPr id="4" name="S02-figure4" descr="별빛시 둘레의 지도(모눈 한 칸 = 1 km). 가운데 아래에 높은 건물이 모인 별빛시가 있다. 별빛시의 서쪽 5칸, 등고선이 여러 겹인 산비탈에 가 마을, 북쪽 3칸 논밭 옆에 나 마을, 동쪽 4칸 바닷가에 다 마을이 있다. 동쪽에는 바다와 배가 있다. 왼쪽 아래에 북쪽을 가리키는 방위표가 있다."/>
          <p:cNvSpPr/>
          <p:nvPr/>
        </p:nvSpPr>
        <p:spPr>
          <a:xfrm>
            <a:off x="6368796" y="240537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" name="S02-mark5"/>
          <p:cNvSpPr/>
          <p:nvPr/>
        </p:nvSpPr>
        <p:spPr>
          <a:xfrm>
            <a:off x="6714134" y="240537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" name="S02-mark6"/>
          <p:cNvSpPr/>
          <p:nvPr/>
        </p:nvSpPr>
        <p:spPr>
          <a:xfrm>
            <a:off x="7059473" y="240537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02-mark7"/>
          <p:cNvSpPr/>
          <p:nvPr/>
        </p:nvSpPr>
        <p:spPr>
          <a:xfrm>
            <a:off x="7404811" y="240537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2-mark8"/>
          <p:cNvSpPr/>
          <p:nvPr/>
        </p:nvSpPr>
        <p:spPr>
          <a:xfrm>
            <a:off x="7750150" y="240537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2-mark9"/>
          <p:cNvSpPr/>
          <p:nvPr/>
        </p:nvSpPr>
        <p:spPr>
          <a:xfrm>
            <a:off x="8095488" y="240537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2-mark10"/>
          <p:cNvSpPr/>
          <p:nvPr/>
        </p:nvSpPr>
        <p:spPr>
          <a:xfrm>
            <a:off x="8440826" y="240537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2-mark11"/>
          <p:cNvSpPr/>
          <p:nvPr/>
        </p:nvSpPr>
        <p:spPr>
          <a:xfrm>
            <a:off x="8786165" y="240537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2-mark12"/>
          <p:cNvSpPr/>
          <p:nvPr/>
        </p:nvSpPr>
        <p:spPr>
          <a:xfrm>
            <a:off x="9131503" y="240537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2-mark13"/>
          <p:cNvSpPr/>
          <p:nvPr/>
        </p:nvSpPr>
        <p:spPr>
          <a:xfrm>
            <a:off x="9476842" y="240537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2-mark14"/>
          <p:cNvSpPr/>
          <p:nvPr/>
        </p:nvSpPr>
        <p:spPr>
          <a:xfrm>
            <a:off x="9822180" y="240537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2-mark15"/>
          <p:cNvSpPr/>
          <p:nvPr/>
        </p:nvSpPr>
        <p:spPr>
          <a:xfrm>
            <a:off x="10167518" y="240537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2-mark16"/>
          <p:cNvSpPr/>
          <p:nvPr/>
        </p:nvSpPr>
        <p:spPr>
          <a:xfrm>
            <a:off x="10512857" y="240537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2-mark17"/>
          <p:cNvSpPr/>
          <p:nvPr/>
        </p:nvSpPr>
        <p:spPr>
          <a:xfrm>
            <a:off x="10858195" y="240537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2-mark18"/>
          <p:cNvSpPr/>
          <p:nvPr/>
        </p:nvSpPr>
        <p:spPr>
          <a:xfrm>
            <a:off x="11203534" y="240537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2-mark19"/>
          <p:cNvSpPr/>
          <p:nvPr/>
        </p:nvSpPr>
        <p:spPr>
          <a:xfrm>
            <a:off x="11548872" y="240537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02-mark20"/>
          <p:cNvSpPr/>
          <p:nvPr/>
        </p:nvSpPr>
        <p:spPr>
          <a:xfrm>
            <a:off x="6368796" y="5513421"/>
            <a:ext cx="5180076" cy="9144"/>
          </a:xfrm>
          <a:custGeom>
            <a:avLst/>
            <a:gdLst/>
            <a:ahLst/>
            <a:cxnLst/>
            <a:rect l="l" t="t" r="r" b="b"/>
            <a:pathLst>
              <a:path w="5180076" h="9144">
                <a:moveTo>
                  <a:pt x="0" y="0"/>
                </a:moveTo>
                <a:lnTo>
                  <a:pt x="5180076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02-mark21"/>
          <p:cNvSpPr/>
          <p:nvPr/>
        </p:nvSpPr>
        <p:spPr>
          <a:xfrm>
            <a:off x="6368796" y="5168082"/>
            <a:ext cx="5180076" cy="9144"/>
          </a:xfrm>
          <a:custGeom>
            <a:avLst/>
            <a:gdLst/>
            <a:ahLst/>
            <a:cxnLst/>
            <a:rect l="l" t="t" r="r" b="b"/>
            <a:pathLst>
              <a:path w="5180076" h="9144">
                <a:moveTo>
                  <a:pt x="0" y="0"/>
                </a:moveTo>
                <a:lnTo>
                  <a:pt x="5180076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02-mark22"/>
          <p:cNvSpPr/>
          <p:nvPr/>
        </p:nvSpPr>
        <p:spPr>
          <a:xfrm>
            <a:off x="6368796" y="4822744"/>
            <a:ext cx="5180076" cy="9144"/>
          </a:xfrm>
          <a:custGeom>
            <a:avLst/>
            <a:gdLst/>
            <a:ahLst/>
            <a:cxnLst/>
            <a:rect l="l" t="t" r="r" b="b"/>
            <a:pathLst>
              <a:path w="5180076" h="9144">
                <a:moveTo>
                  <a:pt x="0" y="0"/>
                </a:moveTo>
                <a:lnTo>
                  <a:pt x="5180076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02-mark23"/>
          <p:cNvSpPr/>
          <p:nvPr/>
        </p:nvSpPr>
        <p:spPr>
          <a:xfrm>
            <a:off x="6368796" y="4477405"/>
            <a:ext cx="5180076" cy="9144"/>
          </a:xfrm>
          <a:custGeom>
            <a:avLst/>
            <a:gdLst/>
            <a:ahLst/>
            <a:cxnLst/>
            <a:rect l="l" t="t" r="r" b="b"/>
            <a:pathLst>
              <a:path w="5180076" h="9144">
                <a:moveTo>
                  <a:pt x="0" y="0"/>
                </a:moveTo>
                <a:lnTo>
                  <a:pt x="5180076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02-mark24"/>
          <p:cNvSpPr/>
          <p:nvPr/>
        </p:nvSpPr>
        <p:spPr>
          <a:xfrm>
            <a:off x="6368796" y="4132067"/>
            <a:ext cx="5180076" cy="9144"/>
          </a:xfrm>
          <a:custGeom>
            <a:avLst/>
            <a:gdLst/>
            <a:ahLst/>
            <a:cxnLst/>
            <a:rect l="l" t="t" r="r" b="b"/>
            <a:pathLst>
              <a:path w="5180076" h="9144">
                <a:moveTo>
                  <a:pt x="0" y="0"/>
                </a:moveTo>
                <a:lnTo>
                  <a:pt x="5180076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5" name="S02-mark25"/>
          <p:cNvSpPr/>
          <p:nvPr/>
        </p:nvSpPr>
        <p:spPr>
          <a:xfrm>
            <a:off x="6368796" y="3786729"/>
            <a:ext cx="5180076" cy="9144"/>
          </a:xfrm>
          <a:custGeom>
            <a:avLst/>
            <a:gdLst/>
            <a:ahLst/>
            <a:cxnLst/>
            <a:rect l="l" t="t" r="r" b="b"/>
            <a:pathLst>
              <a:path w="5180076" h="9144">
                <a:moveTo>
                  <a:pt x="0" y="0"/>
                </a:moveTo>
                <a:lnTo>
                  <a:pt x="5180076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6" name="S02-mark26"/>
          <p:cNvSpPr/>
          <p:nvPr/>
        </p:nvSpPr>
        <p:spPr>
          <a:xfrm>
            <a:off x="6368796" y="3441390"/>
            <a:ext cx="5180076" cy="9144"/>
          </a:xfrm>
          <a:custGeom>
            <a:avLst/>
            <a:gdLst/>
            <a:ahLst/>
            <a:cxnLst/>
            <a:rect l="l" t="t" r="r" b="b"/>
            <a:pathLst>
              <a:path w="5180076" h="9144">
                <a:moveTo>
                  <a:pt x="0" y="0"/>
                </a:moveTo>
                <a:lnTo>
                  <a:pt x="5180076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7" name="S02-mark27"/>
          <p:cNvSpPr/>
          <p:nvPr/>
        </p:nvSpPr>
        <p:spPr>
          <a:xfrm>
            <a:off x="6368796" y="3096052"/>
            <a:ext cx="5180076" cy="9144"/>
          </a:xfrm>
          <a:custGeom>
            <a:avLst/>
            <a:gdLst/>
            <a:ahLst/>
            <a:cxnLst/>
            <a:rect l="l" t="t" r="r" b="b"/>
            <a:pathLst>
              <a:path w="5180076" h="9144">
                <a:moveTo>
                  <a:pt x="0" y="0"/>
                </a:moveTo>
                <a:lnTo>
                  <a:pt x="5180076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8" name="S02-mark28"/>
          <p:cNvSpPr/>
          <p:nvPr/>
        </p:nvSpPr>
        <p:spPr>
          <a:xfrm>
            <a:off x="6368796" y="2750713"/>
            <a:ext cx="5180076" cy="9144"/>
          </a:xfrm>
          <a:custGeom>
            <a:avLst/>
            <a:gdLst/>
            <a:ahLst/>
            <a:cxnLst/>
            <a:rect l="l" t="t" r="r" b="b"/>
            <a:pathLst>
              <a:path w="5180076" h="9144">
                <a:moveTo>
                  <a:pt x="0" y="0"/>
                </a:moveTo>
                <a:lnTo>
                  <a:pt x="5180076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9" name="S02-mark29"/>
          <p:cNvSpPr/>
          <p:nvPr/>
        </p:nvSpPr>
        <p:spPr>
          <a:xfrm>
            <a:off x="6368796" y="2405375"/>
            <a:ext cx="5180076" cy="9144"/>
          </a:xfrm>
          <a:custGeom>
            <a:avLst/>
            <a:gdLst/>
            <a:ahLst/>
            <a:cxnLst/>
            <a:rect l="l" t="t" r="r" b="b"/>
            <a:pathLst>
              <a:path w="5180076" h="9144">
                <a:moveTo>
                  <a:pt x="0" y="0"/>
                </a:moveTo>
                <a:lnTo>
                  <a:pt x="5180076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0" name="S02-mark30"/>
          <p:cNvSpPr/>
          <p:nvPr/>
        </p:nvSpPr>
        <p:spPr>
          <a:xfrm>
            <a:off x="10823661" y="2405375"/>
            <a:ext cx="725211" cy="3108046"/>
          </a:xfrm>
          <a:custGeom>
            <a:avLst/>
            <a:gdLst/>
            <a:ahLst/>
            <a:cxnLst/>
            <a:rect l="l" t="t" r="r" b="b"/>
            <a:pathLst>
              <a:path w="725211" h="3108046">
                <a:moveTo>
                  <a:pt x="138135" y="0"/>
                </a:moveTo>
                <a:lnTo>
                  <a:pt x="0" y="518008"/>
                </a:lnTo>
                <a:lnTo>
                  <a:pt x="207203" y="1208684"/>
                </a:lnTo>
                <a:lnTo>
                  <a:pt x="34534" y="1864827"/>
                </a:lnTo>
                <a:lnTo>
                  <a:pt x="172669" y="2486436"/>
                </a:lnTo>
                <a:lnTo>
                  <a:pt x="69068" y="3108046"/>
                </a:lnTo>
                <a:lnTo>
                  <a:pt x="725211" y="3108046"/>
                </a:lnTo>
                <a:lnTo>
                  <a:pt x="725211" y="0"/>
                </a:lnTo>
                <a:close/>
              </a:path>
            </a:pathLst>
          </a:custGeom>
          <a:solidFill>
            <a:srgbClr val="CFE3F5"/>
          </a:solidFill>
          <a:ln w="19050">
            <a:solidFill>
              <a:srgbClr val="4A90C8"/>
            </a:solidFill>
            <a:prstDash val="solid"/>
          </a:ln>
        </p:spPr>
      </p:sp>
      <p:sp>
        <p:nvSpPr>
          <p:cNvPr id="31" name="S02-mark31"/>
          <p:cNvSpPr/>
          <p:nvPr/>
        </p:nvSpPr>
        <p:spPr>
          <a:xfrm>
            <a:off x="6506931" y="2957916"/>
            <a:ext cx="1795760" cy="1657624"/>
          </a:xfrm>
          <a:custGeom>
            <a:avLst/>
            <a:gdLst/>
            <a:ahLst/>
            <a:cxnLst/>
            <a:rect l="l" t="t" r="r" b="b"/>
            <a:pathLst>
              <a:path w="1795760" h="1657624">
                <a:moveTo>
                  <a:pt x="1795760" y="863346"/>
                </a:moveTo>
                <a:lnTo>
                  <a:pt x="1782291" y="713469"/>
                </a:lnTo>
                <a:lnTo>
                  <a:pt x="1741542" y="568082"/>
                </a:lnTo>
                <a:lnTo>
                  <a:pt x="1675582" y="431673"/>
                </a:lnTo>
                <a:lnTo>
                  <a:pt x="1585794" y="308387"/>
                </a:lnTo>
                <a:lnTo>
                  <a:pt x="1474940" y="202023"/>
                </a:lnTo>
                <a:lnTo>
                  <a:pt x="1346820" y="115688"/>
                </a:lnTo>
                <a:lnTo>
                  <a:pt x="1204886" y="52146"/>
                </a:lnTo>
                <a:lnTo>
                  <a:pt x="1053627" y="13123"/>
                </a:lnTo>
                <a:lnTo>
                  <a:pt x="897880" y="0"/>
                </a:lnTo>
                <a:lnTo>
                  <a:pt x="742132" y="13123"/>
                </a:lnTo>
                <a:lnTo>
                  <a:pt x="590874" y="52146"/>
                </a:lnTo>
                <a:lnTo>
                  <a:pt x="448940" y="115688"/>
                </a:lnTo>
                <a:lnTo>
                  <a:pt x="320819" y="202023"/>
                </a:lnTo>
                <a:lnTo>
                  <a:pt x="209966" y="308387"/>
                </a:lnTo>
                <a:lnTo>
                  <a:pt x="120178" y="431673"/>
                </a:lnTo>
                <a:lnTo>
                  <a:pt x="54218" y="568082"/>
                </a:lnTo>
                <a:lnTo>
                  <a:pt x="13468" y="713469"/>
                </a:lnTo>
                <a:lnTo>
                  <a:pt x="0" y="863346"/>
                </a:lnTo>
                <a:lnTo>
                  <a:pt x="13468" y="1001136"/>
                </a:lnTo>
                <a:lnTo>
                  <a:pt x="54218" y="1135127"/>
                </a:lnTo>
                <a:lnTo>
                  <a:pt x="120178" y="1260485"/>
                </a:lnTo>
                <a:lnTo>
                  <a:pt x="209966" y="1373756"/>
                </a:lnTo>
                <a:lnTo>
                  <a:pt x="320819" y="1471832"/>
                </a:lnTo>
                <a:lnTo>
                  <a:pt x="448940" y="1551260"/>
                </a:lnTo>
                <a:lnTo>
                  <a:pt x="590874" y="1609622"/>
                </a:lnTo>
                <a:lnTo>
                  <a:pt x="742132" y="1645537"/>
                </a:lnTo>
                <a:lnTo>
                  <a:pt x="897880" y="1657624"/>
                </a:lnTo>
                <a:lnTo>
                  <a:pt x="1053627" y="1645537"/>
                </a:lnTo>
                <a:lnTo>
                  <a:pt x="1204886" y="1609622"/>
                </a:lnTo>
                <a:lnTo>
                  <a:pt x="1346820" y="1551260"/>
                </a:lnTo>
                <a:lnTo>
                  <a:pt x="1474940" y="1471832"/>
                </a:lnTo>
                <a:lnTo>
                  <a:pt x="1585794" y="1373756"/>
                </a:lnTo>
                <a:lnTo>
                  <a:pt x="1675582" y="1260485"/>
                </a:lnTo>
                <a:lnTo>
                  <a:pt x="1741542" y="1135127"/>
                </a:lnTo>
                <a:lnTo>
                  <a:pt x="1782291" y="1001136"/>
                </a:lnTo>
                <a:close/>
              </a:path>
            </a:pathLst>
          </a:custGeom>
          <a:solidFill>
            <a:srgbClr val="D5ECC8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2" name="S02-mark32"/>
          <p:cNvSpPr/>
          <p:nvPr/>
        </p:nvSpPr>
        <p:spPr>
          <a:xfrm>
            <a:off x="6817736" y="3268721"/>
            <a:ext cx="1174151" cy="1036015"/>
          </a:xfrm>
          <a:custGeom>
            <a:avLst/>
            <a:gdLst/>
            <a:ahLst/>
            <a:cxnLst/>
            <a:rect l="l" t="t" r="r" b="b"/>
            <a:pathLst>
              <a:path w="1174151" h="1036015">
                <a:moveTo>
                  <a:pt x="1174151" y="552541"/>
                </a:moveTo>
                <a:lnTo>
                  <a:pt x="1165172" y="456537"/>
                </a:lnTo>
                <a:lnTo>
                  <a:pt x="1138581" y="363641"/>
                </a:lnTo>
                <a:lnTo>
                  <a:pt x="1095413" y="276271"/>
                </a:lnTo>
                <a:lnTo>
                  <a:pt x="1036706" y="197534"/>
                </a:lnTo>
                <a:lnTo>
                  <a:pt x="964530" y="129157"/>
                </a:lnTo>
                <a:lnTo>
                  <a:pt x="880613" y="73902"/>
                </a:lnTo>
                <a:lnTo>
                  <a:pt x="787717" y="33152"/>
                </a:lnTo>
                <a:lnTo>
                  <a:pt x="688950" y="8288"/>
                </a:lnTo>
                <a:lnTo>
                  <a:pt x="587075" y="0"/>
                </a:lnTo>
                <a:lnTo>
                  <a:pt x="485200" y="8288"/>
                </a:lnTo>
                <a:lnTo>
                  <a:pt x="386434" y="33152"/>
                </a:lnTo>
                <a:lnTo>
                  <a:pt x="293538" y="73902"/>
                </a:lnTo>
                <a:lnTo>
                  <a:pt x="209620" y="129157"/>
                </a:lnTo>
                <a:lnTo>
                  <a:pt x="137445" y="197534"/>
                </a:lnTo>
                <a:lnTo>
                  <a:pt x="78737" y="276271"/>
                </a:lnTo>
                <a:lnTo>
                  <a:pt x="35570" y="363641"/>
                </a:lnTo>
                <a:lnTo>
                  <a:pt x="8979" y="456537"/>
                </a:lnTo>
                <a:lnTo>
                  <a:pt x="0" y="552541"/>
                </a:lnTo>
                <a:lnTo>
                  <a:pt x="8979" y="636459"/>
                </a:lnTo>
                <a:lnTo>
                  <a:pt x="35570" y="717959"/>
                </a:lnTo>
                <a:lnTo>
                  <a:pt x="78737" y="794278"/>
                </a:lnTo>
                <a:lnTo>
                  <a:pt x="137445" y="863346"/>
                </a:lnTo>
                <a:lnTo>
                  <a:pt x="209620" y="922744"/>
                </a:lnTo>
                <a:lnTo>
                  <a:pt x="293538" y="971092"/>
                </a:lnTo>
                <a:lnTo>
                  <a:pt x="386434" y="1007007"/>
                </a:lnTo>
                <a:lnTo>
                  <a:pt x="485200" y="1028763"/>
                </a:lnTo>
                <a:lnTo>
                  <a:pt x="587075" y="1036015"/>
                </a:lnTo>
                <a:lnTo>
                  <a:pt x="688950" y="1028763"/>
                </a:lnTo>
                <a:lnTo>
                  <a:pt x="787717" y="1007007"/>
                </a:lnTo>
                <a:lnTo>
                  <a:pt x="880613" y="971092"/>
                </a:lnTo>
                <a:lnTo>
                  <a:pt x="964530" y="922744"/>
                </a:lnTo>
                <a:lnTo>
                  <a:pt x="1036706" y="863346"/>
                </a:lnTo>
                <a:lnTo>
                  <a:pt x="1095413" y="794278"/>
                </a:lnTo>
                <a:lnTo>
                  <a:pt x="1138581" y="717959"/>
                </a:lnTo>
                <a:lnTo>
                  <a:pt x="1165172" y="636459"/>
                </a:lnTo>
                <a:close/>
              </a:path>
            </a:pathLst>
          </a:custGeom>
          <a:solidFill>
            <a:srgbClr val="F3E6AE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3" name="S02-mark33"/>
          <p:cNvSpPr/>
          <p:nvPr/>
        </p:nvSpPr>
        <p:spPr>
          <a:xfrm>
            <a:off x="7128540" y="3544992"/>
            <a:ext cx="552541" cy="518008"/>
          </a:xfrm>
          <a:custGeom>
            <a:avLst/>
            <a:gdLst/>
            <a:ahLst/>
            <a:cxnLst/>
            <a:rect l="l" t="t" r="r" b="b"/>
            <a:pathLst>
              <a:path w="552541" h="518008">
                <a:moveTo>
                  <a:pt x="552541" y="276271"/>
                </a:moveTo>
                <a:lnTo>
                  <a:pt x="548397" y="228269"/>
                </a:lnTo>
                <a:lnTo>
                  <a:pt x="535965" y="181648"/>
                </a:lnTo>
                <a:lnTo>
                  <a:pt x="515590" y="138135"/>
                </a:lnTo>
                <a:lnTo>
                  <a:pt x="487963" y="98767"/>
                </a:lnTo>
                <a:lnTo>
                  <a:pt x="453775" y="64578"/>
                </a:lnTo>
                <a:lnTo>
                  <a:pt x="414406" y="36951"/>
                </a:lnTo>
                <a:lnTo>
                  <a:pt x="370893" y="16576"/>
                </a:lnTo>
                <a:lnTo>
                  <a:pt x="324273" y="4144"/>
                </a:lnTo>
                <a:lnTo>
                  <a:pt x="276271" y="0"/>
                </a:lnTo>
                <a:lnTo>
                  <a:pt x="228269" y="4144"/>
                </a:lnTo>
                <a:lnTo>
                  <a:pt x="181648" y="16576"/>
                </a:lnTo>
                <a:lnTo>
                  <a:pt x="138135" y="36951"/>
                </a:lnTo>
                <a:lnTo>
                  <a:pt x="98767" y="64578"/>
                </a:lnTo>
                <a:lnTo>
                  <a:pt x="64578" y="98767"/>
                </a:lnTo>
                <a:lnTo>
                  <a:pt x="36951" y="138135"/>
                </a:lnTo>
                <a:lnTo>
                  <a:pt x="16576" y="181648"/>
                </a:lnTo>
                <a:lnTo>
                  <a:pt x="4144" y="228269"/>
                </a:lnTo>
                <a:lnTo>
                  <a:pt x="0" y="276271"/>
                </a:lnTo>
                <a:lnTo>
                  <a:pt x="4144" y="318402"/>
                </a:lnTo>
                <a:lnTo>
                  <a:pt x="16576" y="358807"/>
                </a:lnTo>
                <a:lnTo>
                  <a:pt x="36951" y="397139"/>
                </a:lnTo>
                <a:lnTo>
                  <a:pt x="64578" y="431673"/>
                </a:lnTo>
                <a:lnTo>
                  <a:pt x="98767" y="461372"/>
                </a:lnTo>
                <a:lnTo>
                  <a:pt x="138135" y="485546"/>
                </a:lnTo>
                <a:lnTo>
                  <a:pt x="181648" y="503503"/>
                </a:lnTo>
                <a:lnTo>
                  <a:pt x="228269" y="514209"/>
                </a:lnTo>
                <a:lnTo>
                  <a:pt x="276271" y="518008"/>
                </a:lnTo>
                <a:lnTo>
                  <a:pt x="324273" y="514209"/>
                </a:lnTo>
                <a:lnTo>
                  <a:pt x="370893" y="503503"/>
                </a:lnTo>
                <a:lnTo>
                  <a:pt x="414406" y="485546"/>
                </a:lnTo>
                <a:lnTo>
                  <a:pt x="453775" y="461372"/>
                </a:lnTo>
                <a:lnTo>
                  <a:pt x="487963" y="431673"/>
                </a:lnTo>
                <a:lnTo>
                  <a:pt x="515590" y="397139"/>
                </a:lnTo>
                <a:lnTo>
                  <a:pt x="535965" y="358807"/>
                </a:lnTo>
                <a:lnTo>
                  <a:pt x="548397" y="318402"/>
                </a:lnTo>
                <a:close/>
              </a:path>
            </a:pathLst>
          </a:custGeom>
          <a:solidFill>
            <a:srgbClr val="E6C097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4" name="S02-mark34"/>
          <p:cNvSpPr/>
          <p:nvPr/>
        </p:nvSpPr>
        <p:spPr>
          <a:xfrm>
            <a:off x="7311570" y="3699703"/>
            <a:ext cx="186483" cy="161618"/>
          </a:xfrm>
          <a:custGeom>
            <a:avLst/>
            <a:gdLst/>
            <a:ahLst/>
            <a:cxnLst/>
            <a:rect l="l" t="t" r="r" b="b"/>
            <a:pathLst>
              <a:path w="186483" h="161618">
                <a:moveTo>
                  <a:pt x="0" y="161618"/>
                </a:moveTo>
                <a:lnTo>
                  <a:pt x="186483" y="161618"/>
                </a:lnTo>
                <a:lnTo>
                  <a:pt x="93241" y="0"/>
                </a:lnTo>
                <a:close/>
              </a:path>
            </a:pathLst>
          </a:custGeom>
          <a:solidFill>
            <a:srgbClr val="8B5E3C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35" name="S02-mark35"/>
          <p:cNvSpPr/>
          <p:nvPr/>
        </p:nvSpPr>
        <p:spPr>
          <a:xfrm>
            <a:off x="8509894" y="2854315"/>
            <a:ext cx="483474" cy="310805"/>
          </a:xfrm>
          <a:custGeom>
            <a:avLst/>
            <a:gdLst/>
            <a:ahLst/>
            <a:cxnLst/>
            <a:rect l="l" t="t" r="r" b="b"/>
            <a:pathLst>
              <a:path w="483474" h="310805">
                <a:moveTo>
                  <a:pt x="0" y="310805"/>
                </a:moveTo>
                <a:lnTo>
                  <a:pt x="483474" y="310805"/>
                </a:lnTo>
                <a:lnTo>
                  <a:pt x="483474" y="0"/>
                </a:lnTo>
                <a:lnTo>
                  <a:pt x="0" y="0"/>
                </a:lnTo>
                <a:close/>
              </a:path>
            </a:pathLst>
          </a:custGeom>
          <a:solidFill>
            <a:srgbClr val="BFE0A6"/>
          </a:solidFill>
          <a:ln w="12700">
            <a:solidFill>
              <a:srgbClr val="5B8C3A"/>
            </a:solidFill>
            <a:prstDash val="solid"/>
          </a:ln>
        </p:spPr>
      </p:sp>
      <p:sp>
        <p:nvSpPr>
          <p:cNvPr id="36" name="S02-mark36"/>
          <p:cNvSpPr/>
          <p:nvPr/>
        </p:nvSpPr>
        <p:spPr>
          <a:xfrm>
            <a:off x="9062436" y="2854315"/>
            <a:ext cx="483474" cy="310805"/>
          </a:xfrm>
          <a:custGeom>
            <a:avLst/>
            <a:gdLst/>
            <a:ahLst/>
            <a:cxnLst/>
            <a:rect l="l" t="t" r="r" b="b"/>
            <a:pathLst>
              <a:path w="483474" h="310805">
                <a:moveTo>
                  <a:pt x="0" y="310805"/>
                </a:moveTo>
                <a:lnTo>
                  <a:pt x="483474" y="310805"/>
                </a:lnTo>
                <a:lnTo>
                  <a:pt x="483474" y="0"/>
                </a:lnTo>
                <a:lnTo>
                  <a:pt x="0" y="0"/>
                </a:lnTo>
                <a:close/>
              </a:path>
            </a:pathLst>
          </a:custGeom>
          <a:solidFill>
            <a:srgbClr val="BFE0A6"/>
          </a:solidFill>
          <a:ln w="12700">
            <a:solidFill>
              <a:srgbClr val="5B8C3A"/>
            </a:solidFill>
            <a:prstDash val="solid"/>
          </a:ln>
        </p:spPr>
      </p:sp>
      <p:sp>
        <p:nvSpPr>
          <p:cNvPr id="37" name="S02-mark37"/>
          <p:cNvSpPr/>
          <p:nvPr/>
        </p:nvSpPr>
        <p:spPr>
          <a:xfrm>
            <a:off x="9614977" y="2854315"/>
            <a:ext cx="414406" cy="310805"/>
          </a:xfrm>
          <a:custGeom>
            <a:avLst/>
            <a:gdLst/>
            <a:ahLst/>
            <a:cxnLst/>
            <a:rect l="l" t="t" r="r" b="b"/>
            <a:pathLst>
              <a:path w="414406" h="310805">
                <a:moveTo>
                  <a:pt x="0" y="310805"/>
                </a:moveTo>
                <a:lnTo>
                  <a:pt x="414406" y="310805"/>
                </a:lnTo>
                <a:lnTo>
                  <a:pt x="414406" y="0"/>
                </a:lnTo>
                <a:lnTo>
                  <a:pt x="0" y="0"/>
                </a:lnTo>
                <a:close/>
              </a:path>
            </a:pathLst>
          </a:custGeom>
          <a:solidFill>
            <a:srgbClr val="BFE0A6"/>
          </a:solidFill>
          <a:ln w="12700">
            <a:solidFill>
              <a:srgbClr val="5B8C3A"/>
            </a:solidFill>
            <a:prstDash val="solid"/>
          </a:ln>
        </p:spPr>
      </p:sp>
      <p:sp>
        <p:nvSpPr>
          <p:cNvPr id="38" name="S02-mark38"/>
          <p:cNvSpPr/>
          <p:nvPr/>
        </p:nvSpPr>
        <p:spPr>
          <a:xfrm>
            <a:off x="8509894" y="2474443"/>
            <a:ext cx="483474" cy="310805"/>
          </a:xfrm>
          <a:custGeom>
            <a:avLst/>
            <a:gdLst/>
            <a:ahLst/>
            <a:cxnLst/>
            <a:rect l="l" t="t" r="r" b="b"/>
            <a:pathLst>
              <a:path w="483474" h="310805">
                <a:moveTo>
                  <a:pt x="0" y="310805"/>
                </a:moveTo>
                <a:lnTo>
                  <a:pt x="483474" y="310805"/>
                </a:lnTo>
                <a:lnTo>
                  <a:pt x="483474" y="0"/>
                </a:lnTo>
                <a:lnTo>
                  <a:pt x="0" y="0"/>
                </a:lnTo>
                <a:close/>
              </a:path>
            </a:pathLst>
          </a:custGeom>
          <a:solidFill>
            <a:srgbClr val="BFE0A6"/>
          </a:solidFill>
          <a:ln w="12700">
            <a:solidFill>
              <a:srgbClr val="5B8C3A"/>
            </a:solidFill>
            <a:prstDash val="solid"/>
          </a:ln>
        </p:spPr>
      </p:sp>
      <p:sp>
        <p:nvSpPr>
          <p:cNvPr id="39" name="S02-mark39"/>
          <p:cNvSpPr/>
          <p:nvPr/>
        </p:nvSpPr>
        <p:spPr>
          <a:xfrm>
            <a:off x="9062436" y="2474443"/>
            <a:ext cx="483474" cy="310805"/>
          </a:xfrm>
          <a:custGeom>
            <a:avLst/>
            <a:gdLst/>
            <a:ahLst/>
            <a:cxnLst/>
            <a:rect l="l" t="t" r="r" b="b"/>
            <a:pathLst>
              <a:path w="483474" h="310805">
                <a:moveTo>
                  <a:pt x="0" y="310805"/>
                </a:moveTo>
                <a:lnTo>
                  <a:pt x="483474" y="310805"/>
                </a:lnTo>
                <a:lnTo>
                  <a:pt x="483474" y="0"/>
                </a:lnTo>
                <a:lnTo>
                  <a:pt x="0" y="0"/>
                </a:lnTo>
                <a:close/>
              </a:path>
            </a:pathLst>
          </a:custGeom>
          <a:solidFill>
            <a:srgbClr val="BFE0A6"/>
          </a:solidFill>
          <a:ln w="12700">
            <a:solidFill>
              <a:srgbClr val="5B8C3A"/>
            </a:solidFill>
            <a:prstDash val="solid"/>
          </a:ln>
        </p:spPr>
      </p:sp>
      <p:sp>
        <p:nvSpPr>
          <p:cNvPr id="40" name="S02-mark40"/>
          <p:cNvSpPr/>
          <p:nvPr/>
        </p:nvSpPr>
        <p:spPr>
          <a:xfrm>
            <a:off x="9614977" y="2474443"/>
            <a:ext cx="414406" cy="310805"/>
          </a:xfrm>
          <a:custGeom>
            <a:avLst/>
            <a:gdLst/>
            <a:ahLst/>
            <a:cxnLst/>
            <a:rect l="l" t="t" r="r" b="b"/>
            <a:pathLst>
              <a:path w="414406" h="310805">
                <a:moveTo>
                  <a:pt x="0" y="310805"/>
                </a:moveTo>
                <a:lnTo>
                  <a:pt x="414406" y="310805"/>
                </a:lnTo>
                <a:lnTo>
                  <a:pt x="414406" y="0"/>
                </a:lnTo>
                <a:lnTo>
                  <a:pt x="0" y="0"/>
                </a:lnTo>
                <a:close/>
              </a:path>
            </a:pathLst>
          </a:custGeom>
          <a:solidFill>
            <a:srgbClr val="BFE0A6"/>
          </a:solidFill>
          <a:ln w="12700">
            <a:solidFill>
              <a:srgbClr val="5B8C3A"/>
            </a:solidFill>
            <a:prstDash val="solid"/>
          </a:ln>
        </p:spPr>
      </p:sp>
      <p:sp>
        <p:nvSpPr>
          <p:cNvPr id="41" name="S02-mark41"/>
          <p:cNvSpPr/>
          <p:nvPr/>
        </p:nvSpPr>
        <p:spPr>
          <a:xfrm>
            <a:off x="7577480" y="4477405"/>
            <a:ext cx="1036015" cy="9144"/>
          </a:xfrm>
          <a:custGeom>
            <a:avLst/>
            <a:gdLst/>
            <a:ahLst/>
            <a:cxnLst/>
            <a:rect l="l" t="t" r="r" b="b"/>
            <a:pathLst>
              <a:path w="1036015" h="9144">
                <a:moveTo>
                  <a:pt x="0" y="0"/>
                </a:moveTo>
                <a:lnTo>
                  <a:pt x="1036015" y="0"/>
                </a:lnTo>
              </a:path>
            </a:pathLst>
          </a:custGeom>
          <a:noFill/>
          <a:ln w="63500">
            <a:solidFill>
              <a:srgbClr val="A3AAB4"/>
            </a:solidFill>
            <a:prstDash val="solid"/>
          </a:ln>
        </p:spPr>
      </p:sp>
      <p:sp>
        <p:nvSpPr>
          <p:cNvPr id="42" name="S02-mark42"/>
          <p:cNvSpPr/>
          <p:nvPr/>
        </p:nvSpPr>
        <p:spPr>
          <a:xfrm>
            <a:off x="9131503" y="3614059"/>
            <a:ext cx="9144" cy="414406"/>
          </a:xfrm>
          <a:custGeom>
            <a:avLst/>
            <a:gdLst/>
            <a:ahLst/>
            <a:cxnLst/>
            <a:rect l="l" t="t" r="r" b="b"/>
            <a:pathLst>
              <a:path w="9144" h="414406">
                <a:moveTo>
                  <a:pt x="0" y="414406"/>
                </a:moveTo>
                <a:lnTo>
                  <a:pt x="0" y="0"/>
                </a:lnTo>
              </a:path>
            </a:pathLst>
          </a:custGeom>
          <a:noFill/>
          <a:ln w="63500">
            <a:solidFill>
              <a:srgbClr val="A3AAB4"/>
            </a:solidFill>
            <a:prstDash val="solid"/>
          </a:ln>
        </p:spPr>
      </p:sp>
      <p:sp>
        <p:nvSpPr>
          <p:cNvPr id="43" name="S02-mark43"/>
          <p:cNvSpPr/>
          <p:nvPr/>
        </p:nvSpPr>
        <p:spPr>
          <a:xfrm>
            <a:off x="9684045" y="4477405"/>
            <a:ext cx="621609" cy="9144"/>
          </a:xfrm>
          <a:custGeom>
            <a:avLst/>
            <a:gdLst/>
            <a:ahLst/>
            <a:cxnLst/>
            <a:rect l="l" t="t" r="r" b="b"/>
            <a:pathLst>
              <a:path w="621609" h="9144">
                <a:moveTo>
                  <a:pt x="0" y="0"/>
                </a:moveTo>
                <a:lnTo>
                  <a:pt x="621609" y="0"/>
                </a:lnTo>
              </a:path>
            </a:pathLst>
          </a:custGeom>
          <a:noFill/>
          <a:ln w="63500">
            <a:solidFill>
              <a:srgbClr val="A3AAB4"/>
            </a:solidFill>
            <a:prstDash val="solid"/>
          </a:ln>
        </p:spPr>
      </p:sp>
      <p:sp>
        <p:nvSpPr>
          <p:cNvPr id="44" name="S02-mark44"/>
          <p:cNvSpPr/>
          <p:nvPr/>
        </p:nvSpPr>
        <p:spPr>
          <a:xfrm>
            <a:off x="6368796" y="2405375"/>
            <a:ext cx="5180076" cy="3108046"/>
          </a:xfrm>
          <a:custGeom>
            <a:avLst/>
            <a:gdLst/>
            <a:ahLst/>
            <a:cxnLst/>
            <a:rect l="l" t="t" r="r" b="b"/>
            <a:pathLst>
              <a:path w="5180076" h="3108046">
                <a:moveTo>
                  <a:pt x="0" y="3108046"/>
                </a:moveTo>
                <a:lnTo>
                  <a:pt x="5180076" y="3108046"/>
                </a:lnTo>
                <a:lnTo>
                  <a:pt x="5180076" y="0"/>
                </a:lnTo>
                <a:lnTo>
                  <a:pt x="0" y="0"/>
                </a:lnTo>
                <a:lnTo>
                  <a:pt x="0" y="3108046"/>
                </a:lnTo>
              </a:path>
            </a:pathLst>
          </a:cu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5" name="S02-mark45"/>
          <p:cNvSpPr/>
          <p:nvPr/>
        </p:nvSpPr>
        <p:spPr>
          <a:xfrm>
            <a:off x="8665296" y="4287469"/>
            <a:ext cx="172669" cy="448940"/>
          </a:xfrm>
          <a:custGeom>
            <a:avLst/>
            <a:gdLst/>
            <a:ahLst/>
            <a:cxnLst/>
            <a:rect l="l" t="t" r="r" b="b"/>
            <a:pathLst>
              <a:path w="172669" h="448940">
                <a:moveTo>
                  <a:pt x="0" y="448940"/>
                </a:moveTo>
                <a:lnTo>
                  <a:pt x="172669" y="448940"/>
                </a:lnTo>
                <a:lnTo>
                  <a:pt x="172669" y="0"/>
                </a:lnTo>
                <a:lnTo>
                  <a:pt x="0" y="0"/>
                </a:lnTo>
                <a:close/>
              </a:path>
            </a:pathLst>
          </a:custGeom>
          <a:solidFill>
            <a:srgbClr val="B8C2CC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46" name="S02-mark46"/>
          <p:cNvSpPr/>
          <p:nvPr/>
        </p:nvSpPr>
        <p:spPr>
          <a:xfrm>
            <a:off x="8872499" y="4097533"/>
            <a:ext cx="172669" cy="656143"/>
          </a:xfrm>
          <a:custGeom>
            <a:avLst/>
            <a:gdLst/>
            <a:ahLst/>
            <a:cxnLst/>
            <a:rect l="l" t="t" r="r" b="b"/>
            <a:pathLst>
              <a:path w="172669" h="656143">
                <a:moveTo>
                  <a:pt x="0" y="656143"/>
                </a:moveTo>
                <a:lnTo>
                  <a:pt x="172669" y="656143"/>
                </a:lnTo>
                <a:lnTo>
                  <a:pt x="172669" y="0"/>
                </a:lnTo>
                <a:lnTo>
                  <a:pt x="0" y="0"/>
                </a:lnTo>
                <a:close/>
              </a:path>
            </a:pathLst>
          </a:custGeom>
          <a:solidFill>
            <a:srgbClr val="B8C2CC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47" name="S02-mark47"/>
          <p:cNvSpPr/>
          <p:nvPr/>
        </p:nvSpPr>
        <p:spPr>
          <a:xfrm>
            <a:off x="9071069" y="4339270"/>
            <a:ext cx="189936" cy="414406"/>
          </a:xfrm>
          <a:custGeom>
            <a:avLst/>
            <a:gdLst/>
            <a:ahLst/>
            <a:cxnLst/>
            <a:rect l="l" t="t" r="r" b="b"/>
            <a:pathLst>
              <a:path w="189936" h="414406">
                <a:moveTo>
                  <a:pt x="0" y="414406"/>
                </a:moveTo>
                <a:lnTo>
                  <a:pt x="189936" y="414406"/>
                </a:lnTo>
                <a:lnTo>
                  <a:pt x="189936" y="0"/>
                </a:lnTo>
                <a:lnTo>
                  <a:pt x="0" y="0"/>
                </a:lnTo>
                <a:close/>
              </a:path>
            </a:pathLst>
          </a:custGeom>
          <a:solidFill>
            <a:srgbClr val="B8C2CC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48" name="S02-mark48"/>
          <p:cNvSpPr/>
          <p:nvPr/>
        </p:nvSpPr>
        <p:spPr>
          <a:xfrm>
            <a:off x="9286905" y="4045732"/>
            <a:ext cx="172669" cy="690677"/>
          </a:xfrm>
          <a:custGeom>
            <a:avLst/>
            <a:gdLst/>
            <a:ahLst/>
            <a:cxnLst/>
            <a:rect l="l" t="t" r="r" b="b"/>
            <a:pathLst>
              <a:path w="172669" h="690677">
                <a:moveTo>
                  <a:pt x="0" y="690677"/>
                </a:moveTo>
                <a:lnTo>
                  <a:pt x="172669" y="690677"/>
                </a:lnTo>
                <a:lnTo>
                  <a:pt x="172669" y="0"/>
                </a:lnTo>
                <a:lnTo>
                  <a:pt x="0" y="0"/>
                </a:lnTo>
                <a:close/>
              </a:path>
            </a:pathLst>
          </a:custGeom>
          <a:solidFill>
            <a:srgbClr val="B8C2CC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49" name="S02-mark49"/>
          <p:cNvSpPr/>
          <p:nvPr/>
        </p:nvSpPr>
        <p:spPr>
          <a:xfrm>
            <a:off x="9485475" y="4287469"/>
            <a:ext cx="155402" cy="448940"/>
          </a:xfrm>
          <a:custGeom>
            <a:avLst/>
            <a:gdLst/>
            <a:ahLst/>
            <a:cxnLst/>
            <a:rect l="l" t="t" r="r" b="b"/>
            <a:pathLst>
              <a:path w="155402" h="448940">
                <a:moveTo>
                  <a:pt x="0" y="448940"/>
                </a:moveTo>
                <a:lnTo>
                  <a:pt x="155402" y="448940"/>
                </a:lnTo>
                <a:lnTo>
                  <a:pt x="155402" y="0"/>
                </a:lnTo>
                <a:lnTo>
                  <a:pt x="0" y="0"/>
                </a:lnTo>
                <a:close/>
              </a:path>
            </a:pathLst>
          </a:custGeom>
          <a:solidFill>
            <a:srgbClr val="B8C2CC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50" name="S02-mark50"/>
          <p:cNvSpPr/>
          <p:nvPr/>
        </p:nvSpPr>
        <p:spPr>
          <a:xfrm>
            <a:off x="7198299" y="4414899"/>
            <a:ext cx="136754" cy="151949"/>
          </a:xfrm>
          <a:custGeom>
            <a:avLst/>
            <a:gdLst/>
            <a:ahLst/>
            <a:cxnLst/>
            <a:rect l="l" t="t" r="r" b="b"/>
            <a:pathLst>
              <a:path w="136754" h="151949">
                <a:moveTo>
                  <a:pt x="0" y="151949"/>
                </a:moveTo>
                <a:lnTo>
                  <a:pt x="136754" y="151949"/>
                </a:lnTo>
                <a:lnTo>
                  <a:pt x="136754" y="64578"/>
                </a:lnTo>
                <a:lnTo>
                  <a:pt x="68377" y="0"/>
                </a:lnTo>
                <a:lnTo>
                  <a:pt x="0" y="64578"/>
                </a:lnTo>
                <a:close/>
              </a:path>
            </a:pathLst>
          </a:custGeom>
          <a:solidFill>
            <a:srgbClr val="F2C14E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51" name="S02-mark51"/>
          <p:cNvSpPr/>
          <p:nvPr/>
        </p:nvSpPr>
        <p:spPr>
          <a:xfrm>
            <a:off x="7457303" y="4363098"/>
            <a:ext cx="136754" cy="151949"/>
          </a:xfrm>
          <a:custGeom>
            <a:avLst/>
            <a:gdLst/>
            <a:ahLst/>
            <a:cxnLst/>
            <a:rect l="l" t="t" r="r" b="b"/>
            <a:pathLst>
              <a:path w="136754" h="151949">
                <a:moveTo>
                  <a:pt x="0" y="151949"/>
                </a:moveTo>
                <a:lnTo>
                  <a:pt x="136754" y="151949"/>
                </a:lnTo>
                <a:lnTo>
                  <a:pt x="136754" y="64578"/>
                </a:lnTo>
                <a:lnTo>
                  <a:pt x="68377" y="0"/>
                </a:lnTo>
                <a:lnTo>
                  <a:pt x="0" y="64578"/>
                </a:lnTo>
                <a:close/>
              </a:path>
            </a:pathLst>
          </a:custGeom>
          <a:solidFill>
            <a:srgbClr val="F2C14E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52" name="S02-mark52"/>
          <p:cNvSpPr/>
          <p:nvPr/>
        </p:nvSpPr>
        <p:spPr>
          <a:xfrm>
            <a:off x="8924991" y="3361617"/>
            <a:ext cx="136754" cy="151949"/>
          </a:xfrm>
          <a:custGeom>
            <a:avLst/>
            <a:gdLst/>
            <a:ahLst/>
            <a:cxnLst/>
            <a:rect l="l" t="t" r="r" b="b"/>
            <a:pathLst>
              <a:path w="136754" h="151949">
                <a:moveTo>
                  <a:pt x="0" y="151949"/>
                </a:moveTo>
                <a:lnTo>
                  <a:pt x="136754" y="151949"/>
                </a:lnTo>
                <a:lnTo>
                  <a:pt x="136754" y="64578"/>
                </a:lnTo>
                <a:lnTo>
                  <a:pt x="68377" y="0"/>
                </a:lnTo>
                <a:lnTo>
                  <a:pt x="0" y="64578"/>
                </a:lnTo>
                <a:close/>
              </a:path>
            </a:pathLst>
          </a:custGeom>
          <a:solidFill>
            <a:srgbClr val="F2C14E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53" name="S02-mark53"/>
          <p:cNvSpPr/>
          <p:nvPr/>
        </p:nvSpPr>
        <p:spPr>
          <a:xfrm>
            <a:off x="9183995" y="3361617"/>
            <a:ext cx="136754" cy="151949"/>
          </a:xfrm>
          <a:custGeom>
            <a:avLst/>
            <a:gdLst/>
            <a:ahLst/>
            <a:cxnLst/>
            <a:rect l="l" t="t" r="r" b="b"/>
            <a:pathLst>
              <a:path w="136754" h="151949">
                <a:moveTo>
                  <a:pt x="0" y="151949"/>
                </a:moveTo>
                <a:lnTo>
                  <a:pt x="136754" y="151949"/>
                </a:lnTo>
                <a:lnTo>
                  <a:pt x="136754" y="64578"/>
                </a:lnTo>
                <a:lnTo>
                  <a:pt x="68377" y="0"/>
                </a:lnTo>
                <a:lnTo>
                  <a:pt x="0" y="64578"/>
                </a:lnTo>
                <a:close/>
              </a:path>
            </a:pathLst>
          </a:custGeom>
          <a:solidFill>
            <a:srgbClr val="F2C14E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54" name="S02-mark54"/>
          <p:cNvSpPr/>
          <p:nvPr/>
        </p:nvSpPr>
        <p:spPr>
          <a:xfrm>
            <a:off x="10323611" y="4380365"/>
            <a:ext cx="136754" cy="151949"/>
          </a:xfrm>
          <a:custGeom>
            <a:avLst/>
            <a:gdLst/>
            <a:ahLst/>
            <a:cxnLst/>
            <a:rect l="l" t="t" r="r" b="b"/>
            <a:pathLst>
              <a:path w="136754" h="151949">
                <a:moveTo>
                  <a:pt x="0" y="151949"/>
                </a:moveTo>
                <a:lnTo>
                  <a:pt x="136754" y="151949"/>
                </a:lnTo>
                <a:lnTo>
                  <a:pt x="136754" y="64578"/>
                </a:lnTo>
                <a:lnTo>
                  <a:pt x="68377" y="0"/>
                </a:lnTo>
                <a:lnTo>
                  <a:pt x="0" y="64578"/>
                </a:lnTo>
                <a:close/>
              </a:path>
            </a:pathLst>
          </a:custGeom>
          <a:solidFill>
            <a:srgbClr val="F2C14E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55" name="S02-mark55"/>
          <p:cNvSpPr/>
          <p:nvPr/>
        </p:nvSpPr>
        <p:spPr>
          <a:xfrm>
            <a:off x="10565348" y="4432166"/>
            <a:ext cx="136754" cy="151949"/>
          </a:xfrm>
          <a:custGeom>
            <a:avLst/>
            <a:gdLst/>
            <a:ahLst/>
            <a:cxnLst/>
            <a:rect l="l" t="t" r="r" b="b"/>
            <a:pathLst>
              <a:path w="136754" h="151949">
                <a:moveTo>
                  <a:pt x="0" y="151949"/>
                </a:moveTo>
                <a:lnTo>
                  <a:pt x="136754" y="151949"/>
                </a:lnTo>
                <a:lnTo>
                  <a:pt x="136754" y="64578"/>
                </a:lnTo>
                <a:lnTo>
                  <a:pt x="68377" y="0"/>
                </a:lnTo>
                <a:lnTo>
                  <a:pt x="0" y="64578"/>
                </a:lnTo>
                <a:close/>
              </a:path>
            </a:pathLst>
          </a:custGeom>
          <a:solidFill>
            <a:srgbClr val="F2C14E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56" name="S02-mark56"/>
          <p:cNvSpPr/>
          <p:nvPr/>
        </p:nvSpPr>
        <p:spPr>
          <a:xfrm>
            <a:off x="11117199" y="4632808"/>
            <a:ext cx="345338" cy="138135"/>
          </a:xfrm>
          <a:custGeom>
            <a:avLst/>
            <a:gdLst/>
            <a:ahLst/>
            <a:cxnLst/>
            <a:rect l="l" t="t" r="r" b="b"/>
            <a:pathLst>
              <a:path w="345338" h="138135">
                <a:moveTo>
                  <a:pt x="0" y="0"/>
                </a:moveTo>
                <a:lnTo>
                  <a:pt x="345338" y="0"/>
                </a:lnTo>
                <a:lnTo>
                  <a:pt x="259004" y="138135"/>
                </a:lnTo>
                <a:lnTo>
                  <a:pt x="86335" y="138135"/>
                </a:lnTo>
                <a:close/>
              </a:path>
            </a:pathLst>
          </a:custGeom>
          <a:solidFill>
            <a:srgbClr val="8B5E3C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7" name="S02-mark57"/>
          <p:cNvSpPr/>
          <p:nvPr/>
        </p:nvSpPr>
        <p:spPr>
          <a:xfrm>
            <a:off x="11279508" y="4356537"/>
            <a:ext cx="27627" cy="276271"/>
          </a:xfrm>
          <a:custGeom>
            <a:avLst/>
            <a:gdLst/>
            <a:ahLst/>
            <a:cxnLst/>
            <a:rect l="l" t="t" r="r" b="b"/>
            <a:pathLst>
              <a:path w="27627" h="276271">
                <a:moveTo>
                  <a:pt x="0" y="276271"/>
                </a:moveTo>
                <a:lnTo>
                  <a:pt x="27627" y="276271"/>
                </a:lnTo>
                <a:lnTo>
                  <a:pt x="27627" y="0"/>
                </a:lnTo>
                <a:lnTo>
                  <a:pt x="0" y="0"/>
                </a:ln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58" name="S02-mark58"/>
          <p:cNvSpPr/>
          <p:nvPr/>
        </p:nvSpPr>
        <p:spPr>
          <a:xfrm>
            <a:off x="11307135" y="4373804"/>
            <a:ext cx="155402" cy="207203"/>
          </a:xfrm>
          <a:custGeom>
            <a:avLst/>
            <a:gdLst/>
            <a:ahLst/>
            <a:cxnLst/>
            <a:rect l="l" t="t" r="r" b="b"/>
            <a:pathLst>
              <a:path w="155402" h="207203">
                <a:moveTo>
                  <a:pt x="0" y="0"/>
                </a:moveTo>
                <a:lnTo>
                  <a:pt x="155402" y="207203"/>
                </a:lnTo>
                <a:lnTo>
                  <a:pt x="0" y="207203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9" name="S02-mark59"/>
          <p:cNvSpPr/>
          <p:nvPr/>
        </p:nvSpPr>
        <p:spPr>
          <a:xfrm flipV="1">
            <a:off x="6679601" y="4960879"/>
            <a:ext cx="0" cy="345338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60" name="S02-mark60"/>
          <p:cNvSpPr/>
          <p:nvPr/>
        </p:nvSpPr>
        <p:spPr>
          <a:xfrm>
            <a:off x="6558732" y="5133548"/>
            <a:ext cx="241737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1" name="S02-mark61"/>
          <p:cNvSpPr/>
          <p:nvPr/>
        </p:nvSpPr>
        <p:spPr>
          <a:xfrm>
            <a:off x="6368796" y="5755157"/>
            <a:ext cx="345338" cy="0"/>
          </a:xfrm>
          <a:prstGeom prst="line">
            <a:avLst/>
          </a:prstGeom>
          <a:noFill/>
          <a:ln w="38100">
            <a:solidFill>
              <a:srgbClr val="1F2937"/>
            </a:solidFill>
            <a:prstDash val="solid"/>
          </a:ln>
        </p:spPr>
      </p:sp>
      <p:sp>
        <p:nvSpPr>
          <p:cNvPr id="62" name="S02-mark62"/>
          <p:cNvSpPr/>
          <p:nvPr/>
        </p:nvSpPr>
        <p:spPr>
          <a:xfrm>
            <a:off x="6368796" y="5686090"/>
            <a:ext cx="0" cy="138135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3" name="S02-mark63"/>
          <p:cNvSpPr/>
          <p:nvPr/>
        </p:nvSpPr>
        <p:spPr>
          <a:xfrm>
            <a:off x="6714134" y="5686090"/>
            <a:ext cx="0" cy="138135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4" name="S02-label65"/>
          <p:cNvSpPr txBox="1"/>
          <p:nvPr/>
        </p:nvSpPr>
        <p:spPr>
          <a:xfrm>
            <a:off x="10919033" y="2767416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</a:t>
            </a:r>
            <a:endParaRPr lang="ko-KR" sz="2400" dirty="0"/>
          </a:p>
        </p:txBody>
      </p:sp>
      <p:sp>
        <p:nvSpPr>
          <p:cNvPr id="65" name="S02-labelbg67"/>
          <p:cNvSpPr/>
          <p:nvPr/>
        </p:nvSpPr>
        <p:spPr>
          <a:xfrm>
            <a:off x="10118674" y="2511979"/>
            <a:ext cx="615696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S02-label68"/>
          <p:cNvSpPr txBox="1"/>
          <p:nvPr/>
        </p:nvSpPr>
        <p:spPr>
          <a:xfrm>
            <a:off x="10072954" y="2473879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논밭</a:t>
            </a:r>
            <a:endParaRPr lang="ko-KR" sz="2400" dirty="0"/>
          </a:p>
        </p:txBody>
      </p:sp>
      <p:sp>
        <p:nvSpPr>
          <p:cNvPr id="67" name="S02-labelbg70"/>
          <p:cNvSpPr/>
          <p:nvPr/>
        </p:nvSpPr>
        <p:spPr>
          <a:xfrm>
            <a:off x="8674303" y="4894814"/>
            <a:ext cx="914400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8" name="S02-label71"/>
          <p:cNvSpPr txBox="1"/>
          <p:nvPr/>
        </p:nvSpPr>
        <p:spPr>
          <a:xfrm>
            <a:off x="8628583" y="4856714"/>
            <a:ext cx="100584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별빛시</a:t>
            </a:r>
            <a:endParaRPr lang="ko-KR" sz="2400" dirty="0"/>
          </a:p>
        </p:txBody>
      </p:sp>
      <p:sp>
        <p:nvSpPr>
          <p:cNvPr id="69" name="S02-labelbg73"/>
          <p:cNvSpPr/>
          <p:nvPr/>
        </p:nvSpPr>
        <p:spPr>
          <a:xfrm>
            <a:off x="7643454" y="4514941"/>
            <a:ext cx="316992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0" name="S02-label74"/>
          <p:cNvSpPr txBox="1"/>
          <p:nvPr/>
        </p:nvSpPr>
        <p:spPr>
          <a:xfrm>
            <a:off x="7597734" y="4476841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71" name="S02-labelbg76"/>
          <p:cNvSpPr/>
          <p:nvPr/>
        </p:nvSpPr>
        <p:spPr>
          <a:xfrm>
            <a:off x="9421947" y="3461659"/>
            <a:ext cx="316992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2" name="S02-label77"/>
          <p:cNvSpPr txBox="1"/>
          <p:nvPr/>
        </p:nvSpPr>
        <p:spPr>
          <a:xfrm>
            <a:off x="9376227" y="3423559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73" name="S02-labelbg79"/>
          <p:cNvSpPr/>
          <p:nvPr/>
        </p:nvSpPr>
        <p:spPr>
          <a:xfrm>
            <a:off x="10354361" y="4670344"/>
            <a:ext cx="316992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4" name="S02-label80"/>
          <p:cNvSpPr txBox="1"/>
          <p:nvPr/>
        </p:nvSpPr>
        <p:spPr>
          <a:xfrm>
            <a:off x="10308641" y="4632244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400" dirty="0"/>
          </a:p>
        </p:txBody>
      </p:sp>
      <p:sp>
        <p:nvSpPr>
          <p:cNvPr id="75" name="S02-label82"/>
          <p:cNvSpPr txBox="1"/>
          <p:nvPr/>
        </p:nvSpPr>
        <p:spPr>
          <a:xfrm>
            <a:off x="6475385" y="4580443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</a:t>
            </a:r>
            <a:endParaRPr lang="ko-KR" sz="2400" dirty="0"/>
          </a:p>
        </p:txBody>
      </p:sp>
      <p:sp>
        <p:nvSpPr>
          <p:cNvPr id="76" name="S02-label84"/>
          <p:cNvSpPr txBox="1"/>
          <p:nvPr/>
        </p:nvSpPr>
        <p:spPr>
          <a:xfrm>
            <a:off x="6729838" y="5564657"/>
            <a:ext cx="8229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km</a:t>
            </a:r>
            <a:endParaRPr lang="ko-KR" sz="2400" dirty="0"/>
          </a:p>
        </p:txBody>
      </p:sp>
      <p:sp>
        <p:nvSpPr>
          <p:cNvPr id="77" name="S02-chip85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8" name="S02-text86"/>
          <p:cNvSpPr txBox="1"/>
          <p:nvPr/>
        </p:nvSpPr>
        <p:spPr>
          <a:xfrm>
            <a:off x="1344168" y="201168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별빛시에서 보면 다 마을은 어느 쪽에 있나요?</a:t>
            </a:r>
            <a:endParaRPr lang="ko-KR" sz="3000" dirty="0"/>
          </a:p>
        </p:txBody>
      </p:sp>
      <p:sp>
        <p:nvSpPr>
          <p:cNvPr id="79" name="S02-chip87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80" name="S02-text88"/>
          <p:cNvSpPr txBox="1"/>
          <p:nvPr/>
        </p:nvSpPr>
        <p:spPr>
          <a:xfrm>
            <a:off x="1344168" y="347472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별빛시에서 가 마을까지 실제로 몇 km?</a:t>
            </a:r>
            <a:endParaRPr lang="ko-KR" sz="3000" dirty="0"/>
          </a:p>
        </p:txBody>
      </p:sp>
      <p:sp>
        <p:nvSpPr>
          <p:cNvPr id="81" name="S02-chip89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2" name="S02-text90"/>
          <p:cNvSpPr txBox="1"/>
          <p:nvPr/>
        </p:nvSpPr>
        <p:spPr>
          <a:xfrm>
            <a:off x="1344168" y="493776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마을 둘레의 땅은 어떤 모습일까요?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촌락과 도시</a:t>
            </a:r>
            <a:endParaRPr lang="ko-KR" sz="4000" dirty="0"/>
          </a:p>
        </p:txBody>
      </p:sp>
      <p:sp>
        <p:nvSpPr>
          <p:cNvPr id="3" name="S03-card9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9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자연환경에서, 주로 무슨 일을 하는지 보고 나눠요.</a:t>
            </a:r>
            <a:endParaRPr lang="ko-KR" sz="3000" dirty="0"/>
          </a:p>
        </p:txBody>
      </p:sp>
      <p:sp>
        <p:nvSpPr>
          <p:cNvPr id="5" name="S03-card93"/>
          <p:cNvSpPr/>
          <p:nvPr/>
        </p:nvSpPr>
        <p:spPr>
          <a:xfrm>
            <a:off x="548640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3F4F1"/>
          </a:solidFill>
          <a:ln w="12700">
            <a:solidFill>
              <a:srgbClr val="E3F4F1"/>
            </a:solidFill>
            <a:prstDash val="solid"/>
          </a:ln>
        </p:spPr>
      </p:sp>
      <p:sp>
        <p:nvSpPr>
          <p:cNvPr id="6" name="S03-cardtext94"/>
          <p:cNvSpPr txBox="1"/>
          <p:nvPr/>
        </p:nvSpPr>
        <p:spPr>
          <a:xfrm>
            <a:off x="822960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촌락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산·들·바다 같은 자연을 이용해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농사, 고기잡이 등을 하며 사는 곳</a:t>
            </a:r>
            <a:endParaRPr lang="ko-KR" sz="3000" dirty="0"/>
          </a:p>
        </p:txBody>
      </p:sp>
      <p:sp>
        <p:nvSpPr>
          <p:cNvPr id="7" name="S03-card95"/>
          <p:cNvSpPr/>
          <p:nvPr/>
        </p:nvSpPr>
        <p:spPr>
          <a:xfrm>
            <a:off x="6208776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8" name="S03-cardtext96"/>
          <p:cNvSpPr txBox="1"/>
          <p:nvPr/>
        </p:nvSpPr>
        <p:spPr>
          <a:xfrm>
            <a:off x="6483096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사람과 건물이 많이 모여 있고,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가지 일을 하며 사는 곳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촌락에는 세 가지가 있어요</a:t>
            </a:r>
            <a:endParaRPr lang="ko-KR" sz="4000" dirty="0"/>
          </a:p>
        </p:txBody>
      </p:sp>
      <p:sp>
        <p:nvSpPr>
          <p:cNvPr id="3" name="S04-card9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9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자연환경에 따라 사람들이 주로 하는 일이 달라요.</a:t>
            </a:r>
            <a:endParaRPr lang="ko-KR" sz="3000" dirty="0"/>
          </a:p>
        </p:txBody>
      </p:sp>
      <p:sp>
        <p:nvSpPr>
          <p:cNvPr id="5" name="S04-card99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4-cardtext100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농촌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넓은 들에서 벼, 채소, 과일을 길러요.</a:t>
            </a:r>
            <a:endParaRPr lang="ko-KR" sz="3000" dirty="0"/>
          </a:p>
        </p:txBody>
      </p:sp>
      <p:sp>
        <p:nvSpPr>
          <p:cNvPr id="7" name="S04-card101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4-cardtext102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어촌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바닷가에서 고기를 잡고 김, 미역을 길러요.</a:t>
            </a:r>
            <a:endParaRPr lang="ko-KR" sz="3000" dirty="0"/>
          </a:p>
        </p:txBody>
      </p:sp>
      <p:sp>
        <p:nvSpPr>
          <p:cNvPr id="9" name="S04-card103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4-cardtext104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산지촌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산비탈 밭을 일구고 버섯을 기르거나 나무를 가꿔요.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마을일까요?</a:t>
            </a:r>
            <a:endParaRPr lang="ko-KR" sz="4000" dirty="0"/>
          </a:p>
        </p:txBody>
      </p:sp>
      <p:sp>
        <p:nvSpPr>
          <p:cNvPr id="3" name="S05-card10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5-cardtext10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마을 둘레에 산·들·바다 중 무엇이 있는지 봐요.</a:t>
            </a:r>
            <a:endParaRPr lang="ko-KR" sz="3000" dirty="0"/>
          </a:p>
        </p:txBody>
      </p:sp>
      <p:sp>
        <p:nvSpPr>
          <p:cNvPr id="5" name="S05-figure107" descr="별빛시 둘레의 지도(모눈 한 칸 = 1 km). 가운데 아래에 높은 건물이 모인 별빛시가 있다. 별빛시의 서쪽 5칸, 등고선이 여러 겹인 산비탈에 가 마을, 북쪽 3칸 논밭 옆에 나 마을, 동쪽 4칸 바닷가에 다 마을이 있다. 동쪽에는 바다와 배가 있다. 왼쪽 아래에 북쪽을 가리키는 방위표가 있다."/>
          <p:cNvSpPr/>
          <p:nvPr/>
        </p:nvSpPr>
        <p:spPr>
          <a:xfrm>
            <a:off x="6368796" y="151383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" name="S05-mark108"/>
          <p:cNvSpPr/>
          <p:nvPr/>
        </p:nvSpPr>
        <p:spPr>
          <a:xfrm>
            <a:off x="6714134" y="151383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05-mark109"/>
          <p:cNvSpPr/>
          <p:nvPr/>
        </p:nvSpPr>
        <p:spPr>
          <a:xfrm>
            <a:off x="7059473" y="151383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5-mark110"/>
          <p:cNvSpPr/>
          <p:nvPr/>
        </p:nvSpPr>
        <p:spPr>
          <a:xfrm>
            <a:off x="7404811" y="151383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5-mark111"/>
          <p:cNvSpPr/>
          <p:nvPr/>
        </p:nvSpPr>
        <p:spPr>
          <a:xfrm>
            <a:off x="7750150" y="151383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5-mark112"/>
          <p:cNvSpPr/>
          <p:nvPr/>
        </p:nvSpPr>
        <p:spPr>
          <a:xfrm>
            <a:off x="8095488" y="151383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5-mark113"/>
          <p:cNvSpPr/>
          <p:nvPr/>
        </p:nvSpPr>
        <p:spPr>
          <a:xfrm>
            <a:off x="8440826" y="151383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5-mark114"/>
          <p:cNvSpPr/>
          <p:nvPr/>
        </p:nvSpPr>
        <p:spPr>
          <a:xfrm>
            <a:off x="8786165" y="151383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5-mark115"/>
          <p:cNvSpPr/>
          <p:nvPr/>
        </p:nvSpPr>
        <p:spPr>
          <a:xfrm>
            <a:off x="9131503" y="151383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5-mark116"/>
          <p:cNvSpPr/>
          <p:nvPr/>
        </p:nvSpPr>
        <p:spPr>
          <a:xfrm>
            <a:off x="9476842" y="151383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5-mark117"/>
          <p:cNvSpPr/>
          <p:nvPr/>
        </p:nvSpPr>
        <p:spPr>
          <a:xfrm>
            <a:off x="9822180" y="151383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5-mark118"/>
          <p:cNvSpPr/>
          <p:nvPr/>
        </p:nvSpPr>
        <p:spPr>
          <a:xfrm>
            <a:off x="10167518" y="151383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5-mark119"/>
          <p:cNvSpPr/>
          <p:nvPr/>
        </p:nvSpPr>
        <p:spPr>
          <a:xfrm>
            <a:off x="10512857" y="151383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5-mark120"/>
          <p:cNvSpPr/>
          <p:nvPr/>
        </p:nvSpPr>
        <p:spPr>
          <a:xfrm>
            <a:off x="10858195" y="151383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5-mark121"/>
          <p:cNvSpPr/>
          <p:nvPr/>
        </p:nvSpPr>
        <p:spPr>
          <a:xfrm>
            <a:off x="11203534" y="151383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05-mark122"/>
          <p:cNvSpPr/>
          <p:nvPr/>
        </p:nvSpPr>
        <p:spPr>
          <a:xfrm>
            <a:off x="11548872" y="151383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05-mark123"/>
          <p:cNvSpPr/>
          <p:nvPr/>
        </p:nvSpPr>
        <p:spPr>
          <a:xfrm>
            <a:off x="6368796" y="4621881"/>
            <a:ext cx="5180076" cy="9144"/>
          </a:xfrm>
          <a:custGeom>
            <a:avLst/>
            <a:gdLst/>
            <a:ahLst/>
            <a:cxnLst/>
            <a:rect l="l" t="t" r="r" b="b"/>
            <a:pathLst>
              <a:path w="5180076" h="9144">
                <a:moveTo>
                  <a:pt x="0" y="0"/>
                </a:moveTo>
                <a:lnTo>
                  <a:pt x="5180076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05-mark124"/>
          <p:cNvSpPr/>
          <p:nvPr/>
        </p:nvSpPr>
        <p:spPr>
          <a:xfrm>
            <a:off x="6368796" y="4276542"/>
            <a:ext cx="5180076" cy="9144"/>
          </a:xfrm>
          <a:custGeom>
            <a:avLst/>
            <a:gdLst/>
            <a:ahLst/>
            <a:cxnLst/>
            <a:rect l="l" t="t" r="r" b="b"/>
            <a:pathLst>
              <a:path w="5180076" h="9144">
                <a:moveTo>
                  <a:pt x="0" y="0"/>
                </a:moveTo>
                <a:lnTo>
                  <a:pt x="5180076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05-mark125"/>
          <p:cNvSpPr/>
          <p:nvPr/>
        </p:nvSpPr>
        <p:spPr>
          <a:xfrm>
            <a:off x="6368796" y="3931204"/>
            <a:ext cx="5180076" cy="9144"/>
          </a:xfrm>
          <a:custGeom>
            <a:avLst/>
            <a:gdLst/>
            <a:ahLst/>
            <a:cxnLst/>
            <a:rect l="l" t="t" r="r" b="b"/>
            <a:pathLst>
              <a:path w="5180076" h="9144">
                <a:moveTo>
                  <a:pt x="0" y="0"/>
                </a:moveTo>
                <a:lnTo>
                  <a:pt x="5180076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05-mark126"/>
          <p:cNvSpPr/>
          <p:nvPr/>
        </p:nvSpPr>
        <p:spPr>
          <a:xfrm>
            <a:off x="6368796" y="3585865"/>
            <a:ext cx="5180076" cy="9144"/>
          </a:xfrm>
          <a:custGeom>
            <a:avLst/>
            <a:gdLst/>
            <a:ahLst/>
            <a:cxnLst/>
            <a:rect l="l" t="t" r="r" b="b"/>
            <a:pathLst>
              <a:path w="5180076" h="9144">
                <a:moveTo>
                  <a:pt x="0" y="0"/>
                </a:moveTo>
                <a:lnTo>
                  <a:pt x="5180076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5" name="S05-mark127"/>
          <p:cNvSpPr/>
          <p:nvPr/>
        </p:nvSpPr>
        <p:spPr>
          <a:xfrm>
            <a:off x="6368796" y="3240527"/>
            <a:ext cx="5180076" cy="9144"/>
          </a:xfrm>
          <a:custGeom>
            <a:avLst/>
            <a:gdLst/>
            <a:ahLst/>
            <a:cxnLst/>
            <a:rect l="l" t="t" r="r" b="b"/>
            <a:pathLst>
              <a:path w="5180076" h="9144">
                <a:moveTo>
                  <a:pt x="0" y="0"/>
                </a:moveTo>
                <a:lnTo>
                  <a:pt x="5180076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6" name="S05-mark128"/>
          <p:cNvSpPr/>
          <p:nvPr/>
        </p:nvSpPr>
        <p:spPr>
          <a:xfrm>
            <a:off x="6368796" y="2895189"/>
            <a:ext cx="5180076" cy="9144"/>
          </a:xfrm>
          <a:custGeom>
            <a:avLst/>
            <a:gdLst/>
            <a:ahLst/>
            <a:cxnLst/>
            <a:rect l="l" t="t" r="r" b="b"/>
            <a:pathLst>
              <a:path w="5180076" h="9144">
                <a:moveTo>
                  <a:pt x="0" y="0"/>
                </a:moveTo>
                <a:lnTo>
                  <a:pt x="5180076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7" name="S05-mark129"/>
          <p:cNvSpPr/>
          <p:nvPr/>
        </p:nvSpPr>
        <p:spPr>
          <a:xfrm>
            <a:off x="6368796" y="2549850"/>
            <a:ext cx="5180076" cy="9144"/>
          </a:xfrm>
          <a:custGeom>
            <a:avLst/>
            <a:gdLst/>
            <a:ahLst/>
            <a:cxnLst/>
            <a:rect l="l" t="t" r="r" b="b"/>
            <a:pathLst>
              <a:path w="5180076" h="9144">
                <a:moveTo>
                  <a:pt x="0" y="0"/>
                </a:moveTo>
                <a:lnTo>
                  <a:pt x="5180076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8" name="S05-mark130"/>
          <p:cNvSpPr/>
          <p:nvPr/>
        </p:nvSpPr>
        <p:spPr>
          <a:xfrm>
            <a:off x="6368796" y="2204512"/>
            <a:ext cx="5180076" cy="9144"/>
          </a:xfrm>
          <a:custGeom>
            <a:avLst/>
            <a:gdLst/>
            <a:ahLst/>
            <a:cxnLst/>
            <a:rect l="l" t="t" r="r" b="b"/>
            <a:pathLst>
              <a:path w="5180076" h="9144">
                <a:moveTo>
                  <a:pt x="0" y="0"/>
                </a:moveTo>
                <a:lnTo>
                  <a:pt x="5180076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9" name="S05-mark131"/>
          <p:cNvSpPr/>
          <p:nvPr/>
        </p:nvSpPr>
        <p:spPr>
          <a:xfrm>
            <a:off x="6368796" y="1859173"/>
            <a:ext cx="5180076" cy="9144"/>
          </a:xfrm>
          <a:custGeom>
            <a:avLst/>
            <a:gdLst/>
            <a:ahLst/>
            <a:cxnLst/>
            <a:rect l="l" t="t" r="r" b="b"/>
            <a:pathLst>
              <a:path w="5180076" h="9144">
                <a:moveTo>
                  <a:pt x="0" y="0"/>
                </a:moveTo>
                <a:lnTo>
                  <a:pt x="5180076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0" name="S05-mark132"/>
          <p:cNvSpPr/>
          <p:nvPr/>
        </p:nvSpPr>
        <p:spPr>
          <a:xfrm>
            <a:off x="6368796" y="1513835"/>
            <a:ext cx="5180076" cy="9144"/>
          </a:xfrm>
          <a:custGeom>
            <a:avLst/>
            <a:gdLst/>
            <a:ahLst/>
            <a:cxnLst/>
            <a:rect l="l" t="t" r="r" b="b"/>
            <a:pathLst>
              <a:path w="5180076" h="9144">
                <a:moveTo>
                  <a:pt x="0" y="0"/>
                </a:moveTo>
                <a:lnTo>
                  <a:pt x="5180076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1" name="S05-mark133"/>
          <p:cNvSpPr/>
          <p:nvPr/>
        </p:nvSpPr>
        <p:spPr>
          <a:xfrm>
            <a:off x="10823661" y="1513835"/>
            <a:ext cx="725211" cy="3108046"/>
          </a:xfrm>
          <a:custGeom>
            <a:avLst/>
            <a:gdLst/>
            <a:ahLst/>
            <a:cxnLst/>
            <a:rect l="l" t="t" r="r" b="b"/>
            <a:pathLst>
              <a:path w="725211" h="3108046">
                <a:moveTo>
                  <a:pt x="138135" y="0"/>
                </a:moveTo>
                <a:lnTo>
                  <a:pt x="0" y="518008"/>
                </a:lnTo>
                <a:lnTo>
                  <a:pt x="207203" y="1208684"/>
                </a:lnTo>
                <a:lnTo>
                  <a:pt x="34534" y="1864827"/>
                </a:lnTo>
                <a:lnTo>
                  <a:pt x="172669" y="2486436"/>
                </a:lnTo>
                <a:lnTo>
                  <a:pt x="69068" y="3108046"/>
                </a:lnTo>
                <a:lnTo>
                  <a:pt x="725211" y="3108046"/>
                </a:lnTo>
                <a:lnTo>
                  <a:pt x="725211" y="0"/>
                </a:lnTo>
                <a:close/>
              </a:path>
            </a:pathLst>
          </a:custGeom>
          <a:solidFill>
            <a:srgbClr val="CFE3F5"/>
          </a:solidFill>
          <a:ln w="19050">
            <a:solidFill>
              <a:srgbClr val="4A90C8"/>
            </a:solidFill>
            <a:prstDash val="solid"/>
          </a:ln>
        </p:spPr>
      </p:sp>
      <p:sp>
        <p:nvSpPr>
          <p:cNvPr id="32" name="S05-mark134"/>
          <p:cNvSpPr/>
          <p:nvPr/>
        </p:nvSpPr>
        <p:spPr>
          <a:xfrm>
            <a:off x="6506931" y="2066376"/>
            <a:ext cx="1795760" cy="1657624"/>
          </a:xfrm>
          <a:custGeom>
            <a:avLst/>
            <a:gdLst/>
            <a:ahLst/>
            <a:cxnLst/>
            <a:rect l="l" t="t" r="r" b="b"/>
            <a:pathLst>
              <a:path w="1795760" h="1657624">
                <a:moveTo>
                  <a:pt x="1795760" y="863346"/>
                </a:moveTo>
                <a:lnTo>
                  <a:pt x="1782291" y="713469"/>
                </a:lnTo>
                <a:lnTo>
                  <a:pt x="1741542" y="568082"/>
                </a:lnTo>
                <a:lnTo>
                  <a:pt x="1675582" y="431673"/>
                </a:lnTo>
                <a:lnTo>
                  <a:pt x="1585794" y="308387"/>
                </a:lnTo>
                <a:lnTo>
                  <a:pt x="1474940" y="202023"/>
                </a:lnTo>
                <a:lnTo>
                  <a:pt x="1346820" y="115688"/>
                </a:lnTo>
                <a:lnTo>
                  <a:pt x="1204886" y="52146"/>
                </a:lnTo>
                <a:lnTo>
                  <a:pt x="1053627" y="13123"/>
                </a:lnTo>
                <a:lnTo>
                  <a:pt x="897880" y="0"/>
                </a:lnTo>
                <a:lnTo>
                  <a:pt x="742132" y="13123"/>
                </a:lnTo>
                <a:lnTo>
                  <a:pt x="590874" y="52146"/>
                </a:lnTo>
                <a:lnTo>
                  <a:pt x="448940" y="115688"/>
                </a:lnTo>
                <a:lnTo>
                  <a:pt x="320819" y="202023"/>
                </a:lnTo>
                <a:lnTo>
                  <a:pt x="209966" y="308387"/>
                </a:lnTo>
                <a:lnTo>
                  <a:pt x="120178" y="431673"/>
                </a:lnTo>
                <a:lnTo>
                  <a:pt x="54218" y="568082"/>
                </a:lnTo>
                <a:lnTo>
                  <a:pt x="13468" y="713469"/>
                </a:lnTo>
                <a:lnTo>
                  <a:pt x="0" y="863346"/>
                </a:lnTo>
                <a:lnTo>
                  <a:pt x="13468" y="1001136"/>
                </a:lnTo>
                <a:lnTo>
                  <a:pt x="54218" y="1135127"/>
                </a:lnTo>
                <a:lnTo>
                  <a:pt x="120178" y="1260485"/>
                </a:lnTo>
                <a:lnTo>
                  <a:pt x="209966" y="1373756"/>
                </a:lnTo>
                <a:lnTo>
                  <a:pt x="320819" y="1471832"/>
                </a:lnTo>
                <a:lnTo>
                  <a:pt x="448940" y="1551260"/>
                </a:lnTo>
                <a:lnTo>
                  <a:pt x="590874" y="1609622"/>
                </a:lnTo>
                <a:lnTo>
                  <a:pt x="742132" y="1645537"/>
                </a:lnTo>
                <a:lnTo>
                  <a:pt x="897880" y="1657624"/>
                </a:lnTo>
                <a:lnTo>
                  <a:pt x="1053627" y="1645537"/>
                </a:lnTo>
                <a:lnTo>
                  <a:pt x="1204886" y="1609622"/>
                </a:lnTo>
                <a:lnTo>
                  <a:pt x="1346820" y="1551260"/>
                </a:lnTo>
                <a:lnTo>
                  <a:pt x="1474940" y="1471832"/>
                </a:lnTo>
                <a:lnTo>
                  <a:pt x="1585794" y="1373756"/>
                </a:lnTo>
                <a:lnTo>
                  <a:pt x="1675582" y="1260485"/>
                </a:lnTo>
                <a:lnTo>
                  <a:pt x="1741542" y="1135127"/>
                </a:lnTo>
                <a:lnTo>
                  <a:pt x="1782291" y="1001136"/>
                </a:lnTo>
                <a:close/>
              </a:path>
            </a:pathLst>
          </a:custGeom>
          <a:solidFill>
            <a:srgbClr val="D5ECC8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3" name="S05-mark135"/>
          <p:cNvSpPr/>
          <p:nvPr/>
        </p:nvSpPr>
        <p:spPr>
          <a:xfrm>
            <a:off x="6817736" y="2377181"/>
            <a:ext cx="1174151" cy="1036015"/>
          </a:xfrm>
          <a:custGeom>
            <a:avLst/>
            <a:gdLst/>
            <a:ahLst/>
            <a:cxnLst/>
            <a:rect l="l" t="t" r="r" b="b"/>
            <a:pathLst>
              <a:path w="1174151" h="1036015">
                <a:moveTo>
                  <a:pt x="1174151" y="552541"/>
                </a:moveTo>
                <a:lnTo>
                  <a:pt x="1165172" y="456537"/>
                </a:lnTo>
                <a:lnTo>
                  <a:pt x="1138581" y="363641"/>
                </a:lnTo>
                <a:lnTo>
                  <a:pt x="1095413" y="276271"/>
                </a:lnTo>
                <a:lnTo>
                  <a:pt x="1036706" y="197534"/>
                </a:lnTo>
                <a:lnTo>
                  <a:pt x="964530" y="129157"/>
                </a:lnTo>
                <a:lnTo>
                  <a:pt x="880613" y="73902"/>
                </a:lnTo>
                <a:lnTo>
                  <a:pt x="787717" y="33152"/>
                </a:lnTo>
                <a:lnTo>
                  <a:pt x="688950" y="8288"/>
                </a:lnTo>
                <a:lnTo>
                  <a:pt x="587075" y="0"/>
                </a:lnTo>
                <a:lnTo>
                  <a:pt x="485200" y="8288"/>
                </a:lnTo>
                <a:lnTo>
                  <a:pt x="386434" y="33152"/>
                </a:lnTo>
                <a:lnTo>
                  <a:pt x="293538" y="73902"/>
                </a:lnTo>
                <a:lnTo>
                  <a:pt x="209620" y="129157"/>
                </a:lnTo>
                <a:lnTo>
                  <a:pt x="137445" y="197534"/>
                </a:lnTo>
                <a:lnTo>
                  <a:pt x="78737" y="276271"/>
                </a:lnTo>
                <a:lnTo>
                  <a:pt x="35570" y="363641"/>
                </a:lnTo>
                <a:lnTo>
                  <a:pt x="8979" y="456537"/>
                </a:lnTo>
                <a:lnTo>
                  <a:pt x="0" y="552541"/>
                </a:lnTo>
                <a:lnTo>
                  <a:pt x="8979" y="636459"/>
                </a:lnTo>
                <a:lnTo>
                  <a:pt x="35570" y="717959"/>
                </a:lnTo>
                <a:lnTo>
                  <a:pt x="78737" y="794278"/>
                </a:lnTo>
                <a:lnTo>
                  <a:pt x="137445" y="863346"/>
                </a:lnTo>
                <a:lnTo>
                  <a:pt x="209620" y="922744"/>
                </a:lnTo>
                <a:lnTo>
                  <a:pt x="293538" y="971092"/>
                </a:lnTo>
                <a:lnTo>
                  <a:pt x="386434" y="1007007"/>
                </a:lnTo>
                <a:lnTo>
                  <a:pt x="485200" y="1028763"/>
                </a:lnTo>
                <a:lnTo>
                  <a:pt x="587075" y="1036015"/>
                </a:lnTo>
                <a:lnTo>
                  <a:pt x="688950" y="1028763"/>
                </a:lnTo>
                <a:lnTo>
                  <a:pt x="787717" y="1007007"/>
                </a:lnTo>
                <a:lnTo>
                  <a:pt x="880613" y="971092"/>
                </a:lnTo>
                <a:lnTo>
                  <a:pt x="964530" y="922744"/>
                </a:lnTo>
                <a:lnTo>
                  <a:pt x="1036706" y="863346"/>
                </a:lnTo>
                <a:lnTo>
                  <a:pt x="1095413" y="794278"/>
                </a:lnTo>
                <a:lnTo>
                  <a:pt x="1138581" y="717959"/>
                </a:lnTo>
                <a:lnTo>
                  <a:pt x="1165172" y="636459"/>
                </a:lnTo>
                <a:close/>
              </a:path>
            </a:pathLst>
          </a:custGeom>
          <a:solidFill>
            <a:srgbClr val="F3E6AE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4" name="S05-mark136"/>
          <p:cNvSpPr/>
          <p:nvPr/>
        </p:nvSpPr>
        <p:spPr>
          <a:xfrm>
            <a:off x="7128540" y="2653452"/>
            <a:ext cx="552541" cy="518008"/>
          </a:xfrm>
          <a:custGeom>
            <a:avLst/>
            <a:gdLst/>
            <a:ahLst/>
            <a:cxnLst/>
            <a:rect l="l" t="t" r="r" b="b"/>
            <a:pathLst>
              <a:path w="552541" h="518008">
                <a:moveTo>
                  <a:pt x="552541" y="276271"/>
                </a:moveTo>
                <a:lnTo>
                  <a:pt x="548397" y="228269"/>
                </a:lnTo>
                <a:lnTo>
                  <a:pt x="535965" y="181648"/>
                </a:lnTo>
                <a:lnTo>
                  <a:pt x="515590" y="138135"/>
                </a:lnTo>
                <a:lnTo>
                  <a:pt x="487963" y="98767"/>
                </a:lnTo>
                <a:lnTo>
                  <a:pt x="453775" y="64578"/>
                </a:lnTo>
                <a:lnTo>
                  <a:pt x="414406" y="36951"/>
                </a:lnTo>
                <a:lnTo>
                  <a:pt x="370893" y="16576"/>
                </a:lnTo>
                <a:lnTo>
                  <a:pt x="324273" y="4144"/>
                </a:lnTo>
                <a:lnTo>
                  <a:pt x="276271" y="0"/>
                </a:lnTo>
                <a:lnTo>
                  <a:pt x="228269" y="4144"/>
                </a:lnTo>
                <a:lnTo>
                  <a:pt x="181648" y="16576"/>
                </a:lnTo>
                <a:lnTo>
                  <a:pt x="138135" y="36951"/>
                </a:lnTo>
                <a:lnTo>
                  <a:pt x="98767" y="64578"/>
                </a:lnTo>
                <a:lnTo>
                  <a:pt x="64578" y="98767"/>
                </a:lnTo>
                <a:lnTo>
                  <a:pt x="36951" y="138135"/>
                </a:lnTo>
                <a:lnTo>
                  <a:pt x="16576" y="181648"/>
                </a:lnTo>
                <a:lnTo>
                  <a:pt x="4144" y="228269"/>
                </a:lnTo>
                <a:lnTo>
                  <a:pt x="0" y="276271"/>
                </a:lnTo>
                <a:lnTo>
                  <a:pt x="4144" y="318402"/>
                </a:lnTo>
                <a:lnTo>
                  <a:pt x="16576" y="358807"/>
                </a:lnTo>
                <a:lnTo>
                  <a:pt x="36951" y="397139"/>
                </a:lnTo>
                <a:lnTo>
                  <a:pt x="64578" y="431673"/>
                </a:lnTo>
                <a:lnTo>
                  <a:pt x="98767" y="461372"/>
                </a:lnTo>
                <a:lnTo>
                  <a:pt x="138135" y="485546"/>
                </a:lnTo>
                <a:lnTo>
                  <a:pt x="181648" y="503503"/>
                </a:lnTo>
                <a:lnTo>
                  <a:pt x="228269" y="514209"/>
                </a:lnTo>
                <a:lnTo>
                  <a:pt x="276271" y="518008"/>
                </a:lnTo>
                <a:lnTo>
                  <a:pt x="324273" y="514209"/>
                </a:lnTo>
                <a:lnTo>
                  <a:pt x="370893" y="503503"/>
                </a:lnTo>
                <a:lnTo>
                  <a:pt x="414406" y="485546"/>
                </a:lnTo>
                <a:lnTo>
                  <a:pt x="453775" y="461372"/>
                </a:lnTo>
                <a:lnTo>
                  <a:pt x="487963" y="431673"/>
                </a:lnTo>
                <a:lnTo>
                  <a:pt x="515590" y="397139"/>
                </a:lnTo>
                <a:lnTo>
                  <a:pt x="535965" y="358807"/>
                </a:lnTo>
                <a:lnTo>
                  <a:pt x="548397" y="318402"/>
                </a:lnTo>
                <a:close/>
              </a:path>
            </a:pathLst>
          </a:custGeom>
          <a:solidFill>
            <a:srgbClr val="E6C097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5" name="S05-mark137"/>
          <p:cNvSpPr/>
          <p:nvPr/>
        </p:nvSpPr>
        <p:spPr>
          <a:xfrm>
            <a:off x="7311570" y="2808163"/>
            <a:ext cx="186483" cy="161618"/>
          </a:xfrm>
          <a:custGeom>
            <a:avLst/>
            <a:gdLst/>
            <a:ahLst/>
            <a:cxnLst/>
            <a:rect l="l" t="t" r="r" b="b"/>
            <a:pathLst>
              <a:path w="186483" h="161618">
                <a:moveTo>
                  <a:pt x="0" y="161618"/>
                </a:moveTo>
                <a:lnTo>
                  <a:pt x="186483" y="161618"/>
                </a:lnTo>
                <a:lnTo>
                  <a:pt x="93241" y="0"/>
                </a:lnTo>
                <a:close/>
              </a:path>
            </a:pathLst>
          </a:custGeom>
          <a:solidFill>
            <a:srgbClr val="8B5E3C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36" name="S05-mark138"/>
          <p:cNvSpPr/>
          <p:nvPr/>
        </p:nvSpPr>
        <p:spPr>
          <a:xfrm>
            <a:off x="8509894" y="1962775"/>
            <a:ext cx="483474" cy="310805"/>
          </a:xfrm>
          <a:custGeom>
            <a:avLst/>
            <a:gdLst/>
            <a:ahLst/>
            <a:cxnLst/>
            <a:rect l="l" t="t" r="r" b="b"/>
            <a:pathLst>
              <a:path w="483474" h="310805">
                <a:moveTo>
                  <a:pt x="0" y="310805"/>
                </a:moveTo>
                <a:lnTo>
                  <a:pt x="483474" y="310805"/>
                </a:lnTo>
                <a:lnTo>
                  <a:pt x="483474" y="0"/>
                </a:lnTo>
                <a:lnTo>
                  <a:pt x="0" y="0"/>
                </a:lnTo>
                <a:close/>
              </a:path>
            </a:pathLst>
          </a:custGeom>
          <a:solidFill>
            <a:srgbClr val="BFE0A6"/>
          </a:solidFill>
          <a:ln w="12700">
            <a:solidFill>
              <a:srgbClr val="5B8C3A"/>
            </a:solidFill>
            <a:prstDash val="solid"/>
          </a:ln>
        </p:spPr>
      </p:sp>
      <p:sp>
        <p:nvSpPr>
          <p:cNvPr id="37" name="S05-mark139"/>
          <p:cNvSpPr/>
          <p:nvPr/>
        </p:nvSpPr>
        <p:spPr>
          <a:xfrm>
            <a:off x="9062436" y="1962775"/>
            <a:ext cx="483474" cy="310805"/>
          </a:xfrm>
          <a:custGeom>
            <a:avLst/>
            <a:gdLst/>
            <a:ahLst/>
            <a:cxnLst/>
            <a:rect l="l" t="t" r="r" b="b"/>
            <a:pathLst>
              <a:path w="483474" h="310805">
                <a:moveTo>
                  <a:pt x="0" y="310805"/>
                </a:moveTo>
                <a:lnTo>
                  <a:pt x="483474" y="310805"/>
                </a:lnTo>
                <a:lnTo>
                  <a:pt x="483474" y="0"/>
                </a:lnTo>
                <a:lnTo>
                  <a:pt x="0" y="0"/>
                </a:lnTo>
                <a:close/>
              </a:path>
            </a:pathLst>
          </a:custGeom>
          <a:solidFill>
            <a:srgbClr val="BFE0A6"/>
          </a:solidFill>
          <a:ln w="12700">
            <a:solidFill>
              <a:srgbClr val="5B8C3A"/>
            </a:solidFill>
            <a:prstDash val="solid"/>
          </a:ln>
        </p:spPr>
      </p:sp>
      <p:sp>
        <p:nvSpPr>
          <p:cNvPr id="38" name="S05-mark140"/>
          <p:cNvSpPr/>
          <p:nvPr/>
        </p:nvSpPr>
        <p:spPr>
          <a:xfrm>
            <a:off x="9614977" y="1962775"/>
            <a:ext cx="414406" cy="310805"/>
          </a:xfrm>
          <a:custGeom>
            <a:avLst/>
            <a:gdLst/>
            <a:ahLst/>
            <a:cxnLst/>
            <a:rect l="l" t="t" r="r" b="b"/>
            <a:pathLst>
              <a:path w="414406" h="310805">
                <a:moveTo>
                  <a:pt x="0" y="310805"/>
                </a:moveTo>
                <a:lnTo>
                  <a:pt x="414406" y="310805"/>
                </a:lnTo>
                <a:lnTo>
                  <a:pt x="414406" y="0"/>
                </a:lnTo>
                <a:lnTo>
                  <a:pt x="0" y="0"/>
                </a:lnTo>
                <a:close/>
              </a:path>
            </a:pathLst>
          </a:custGeom>
          <a:solidFill>
            <a:srgbClr val="BFE0A6"/>
          </a:solidFill>
          <a:ln w="12700">
            <a:solidFill>
              <a:srgbClr val="5B8C3A"/>
            </a:solidFill>
            <a:prstDash val="solid"/>
          </a:ln>
        </p:spPr>
      </p:sp>
      <p:sp>
        <p:nvSpPr>
          <p:cNvPr id="39" name="S05-mark141"/>
          <p:cNvSpPr/>
          <p:nvPr/>
        </p:nvSpPr>
        <p:spPr>
          <a:xfrm>
            <a:off x="8509894" y="1582903"/>
            <a:ext cx="483474" cy="310805"/>
          </a:xfrm>
          <a:custGeom>
            <a:avLst/>
            <a:gdLst/>
            <a:ahLst/>
            <a:cxnLst/>
            <a:rect l="l" t="t" r="r" b="b"/>
            <a:pathLst>
              <a:path w="483474" h="310805">
                <a:moveTo>
                  <a:pt x="0" y="310805"/>
                </a:moveTo>
                <a:lnTo>
                  <a:pt x="483474" y="310805"/>
                </a:lnTo>
                <a:lnTo>
                  <a:pt x="483474" y="0"/>
                </a:lnTo>
                <a:lnTo>
                  <a:pt x="0" y="0"/>
                </a:lnTo>
                <a:close/>
              </a:path>
            </a:pathLst>
          </a:custGeom>
          <a:solidFill>
            <a:srgbClr val="BFE0A6"/>
          </a:solidFill>
          <a:ln w="12700">
            <a:solidFill>
              <a:srgbClr val="5B8C3A"/>
            </a:solidFill>
            <a:prstDash val="solid"/>
          </a:ln>
        </p:spPr>
      </p:sp>
      <p:sp>
        <p:nvSpPr>
          <p:cNvPr id="40" name="S05-mark142"/>
          <p:cNvSpPr/>
          <p:nvPr/>
        </p:nvSpPr>
        <p:spPr>
          <a:xfrm>
            <a:off x="9062436" y="1582903"/>
            <a:ext cx="483474" cy="310805"/>
          </a:xfrm>
          <a:custGeom>
            <a:avLst/>
            <a:gdLst/>
            <a:ahLst/>
            <a:cxnLst/>
            <a:rect l="l" t="t" r="r" b="b"/>
            <a:pathLst>
              <a:path w="483474" h="310805">
                <a:moveTo>
                  <a:pt x="0" y="310805"/>
                </a:moveTo>
                <a:lnTo>
                  <a:pt x="483474" y="310805"/>
                </a:lnTo>
                <a:lnTo>
                  <a:pt x="483474" y="0"/>
                </a:lnTo>
                <a:lnTo>
                  <a:pt x="0" y="0"/>
                </a:lnTo>
                <a:close/>
              </a:path>
            </a:pathLst>
          </a:custGeom>
          <a:solidFill>
            <a:srgbClr val="BFE0A6"/>
          </a:solidFill>
          <a:ln w="12700">
            <a:solidFill>
              <a:srgbClr val="5B8C3A"/>
            </a:solidFill>
            <a:prstDash val="solid"/>
          </a:ln>
        </p:spPr>
      </p:sp>
      <p:sp>
        <p:nvSpPr>
          <p:cNvPr id="41" name="S05-mark143"/>
          <p:cNvSpPr/>
          <p:nvPr/>
        </p:nvSpPr>
        <p:spPr>
          <a:xfrm>
            <a:off x="9614977" y="1582903"/>
            <a:ext cx="414406" cy="310805"/>
          </a:xfrm>
          <a:custGeom>
            <a:avLst/>
            <a:gdLst/>
            <a:ahLst/>
            <a:cxnLst/>
            <a:rect l="l" t="t" r="r" b="b"/>
            <a:pathLst>
              <a:path w="414406" h="310805">
                <a:moveTo>
                  <a:pt x="0" y="310805"/>
                </a:moveTo>
                <a:lnTo>
                  <a:pt x="414406" y="310805"/>
                </a:lnTo>
                <a:lnTo>
                  <a:pt x="414406" y="0"/>
                </a:lnTo>
                <a:lnTo>
                  <a:pt x="0" y="0"/>
                </a:lnTo>
                <a:close/>
              </a:path>
            </a:pathLst>
          </a:custGeom>
          <a:solidFill>
            <a:srgbClr val="BFE0A6"/>
          </a:solidFill>
          <a:ln w="12700">
            <a:solidFill>
              <a:srgbClr val="5B8C3A"/>
            </a:solidFill>
            <a:prstDash val="solid"/>
          </a:ln>
        </p:spPr>
      </p:sp>
      <p:sp>
        <p:nvSpPr>
          <p:cNvPr id="42" name="S05-mark144"/>
          <p:cNvSpPr/>
          <p:nvPr/>
        </p:nvSpPr>
        <p:spPr>
          <a:xfrm>
            <a:off x="7577480" y="3585865"/>
            <a:ext cx="1036015" cy="9144"/>
          </a:xfrm>
          <a:custGeom>
            <a:avLst/>
            <a:gdLst/>
            <a:ahLst/>
            <a:cxnLst/>
            <a:rect l="l" t="t" r="r" b="b"/>
            <a:pathLst>
              <a:path w="1036015" h="9144">
                <a:moveTo>
                  <a:pt x="0" y="0"/>
                </a:moveTo>
                <a:lnTo>
                  <a:pt x="1036015" y="0"/>
                </a:lnTo>
              </a:path>
            </a:pathLst>
          </a:custGeom>
          <a:noFill/>
          <a:ln w="63500">
            <a:solidFill>
              <a:srgbClr val="A3AAB4"/>
            </a:solidFill>
            <a:prstDash val="solid"/>
          </a:ln>
        </p:spPr>
      </p:sp>
      <p:sp>
        <p:nvSpPr>
          <p:cNvPr id="43" name="S05-mark145"/>
          <p:cNvSpPr/>
          <p:nvPr/>
        </p:nvSpPr>
        <p:spPr>
          <a:xfrm>
            <a:off x="9131503" y="2722519"/>
            <a:ext cx="9144" cy="414406"/>
          </a:xfrm>
          <a:custGeom>
            <a:avLst/>
            <a:gdLst/>
            <a:ahLst/>
            <a:cxnLst/>
            <a:rect l="l" t="t" r="r" b="b"/>
            <a:pathLst>
              <a:path w="9144" h="414406">
                <a:moveTo>
                  <a:pt x="0" y="414406"/>
                </a:moveTo>
                <a:lnTo>
                  <a:pt x="0" y="0"/>
                </a:lnTo>
              </a:path>
            </a:pathLst>
          </a:custGeom>
          <a:noFill/>
          <a:ln w="63500">
            <a:solidFill>
              <a:srgbClr val="A3AAB4"/>
            </a:solidFill>
            <a:prstDash val="solid"/>
          </a:ln>
        </p:spPr>
      </p:sp>
      <p:sp>
        <p:nvSpPr>
          <p:cNvPr id="44" name="S05-mark146"/>
          <p:cNvSpPr/>
          <p:nvPr/>
        </p:nvSpPr>
        <p:spPr>
          <a:xfrm>
            <a:off x="9684045" y="3585865"/>
            <a:ext cx="621609" cy="9144"/>
          </a:xfrm>
          <a:custGeom>
            <a:avLst/>
            <a:gdLst/>
            <a:ahLst/>
            <a:cxnLst/>
            <a:rect l="l" t="t" r="r" b="b"/>
            <a:pathLst>
              <a:path w="621609" h="9144">
                <a:moveTo>
                  <a:pt x="0" y="0"/>
                </a:moveTo>
                <a:lnTo>
                  <a:pt x="621609" y="0"/>
                </a:lnTo>
              </a:path>
            </a:pathLst>
          </a:custGeom>
          <a:noFill/>
          <a:ln w="63500">
            <a:solidFill>
              <a:srgbClr val="A3AAB4"/>
            </a:solidFill>
            <a:prstDash val="solid"/>
          </a:ln>
        </p:spPr>
      </p:sp>
      <p:sp>
        <p:nvSpPr>
          <p:cNvPr id="45" name="S05-mark147"/>
          <p:cNvSpPr/>
          <p:nvPr/>
        </p:nvSpPr>
        <p:spPr>
          <a:xfrm>
            <a:off x="6368796" y="1513835"/>
            <a:ext cx="5180076" cy="3108046"/>
          </a:xfrm>
          <a:custGeom>
            <a:avLst/>
            <a:gdLst/>
            <a:ahLst/>
            <a:cxnLst/>
            <a:rect l="l" t="t" r="r" b="b"/>
            <a:pathLst>
              <a:path w="5180076" h="3108046">
                <a:moveTo>
                  <a:pt x="0" y="3108046"/>
                </a:moveTo>
                <a:lnTo>
                  <a:pt x="5180076" y="3108046"/>
                </a:lnTo>
                <a:lnTo>
                  <a:pt x="5180076" y="0"/>
                </a:lnTo>
                <a:lnTo>
                  <a:pt x="0" y="0"/>
                </a:lnTo>
                <a:lnTo>
                  <a:pt x="0" y="3108046"/>
                </a:lnTo>
              </a:path>
            </a:pathLst>
          </a:cu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6" name="S05-mark148"/>
          <p:cNvSpPr/>
          <p:nvPr/>
        </p:nvSpPr>
        <p:spPr>
          <a:xfrm>
            <a:off x="8665296" y="3395929"/>
            <a:ext cx="172669" cy="448940"/>
          </a:xfrm>
          <a:custGeom>
            <a:avLst/>
            <a:gdLst/>
            <a:ahLst/>
            <a:cxnLst/>
            <a:rect l="l" t="t" r="r" b="b"/>
            <a:pathLst>
              <a:path w="172669" h="448940">
                <a:moveTo>
                  <a:pt x="0" y="448940"/>
                </a:moveTo>
                <a:lnTo>
                  <a:pt x="172669" y="448940"/>
                </a:lnTo>
                <a:lnTo>
                  <a:pt x="172669" y="0"/>
                </a:lnTo>
                <a:lnTo>
                  <a:pt x="0" y="0"/>
                </a:lnTo>
                <a:close/>
              </a:path>
            </a:pathLst>
          </a:custGeom>
          <a:solidFill>
            <a:srgbClr val="B8C2CC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47" name="S05-mark149"/>
          <p:cNvSpPr/>
          <p:nvPr/>
        </p:nvSpPr>
        <p:spPr>
          <a:xfrm>
            <a:off x="8872499" y="3205993"/>
            <a:ext cx="172669" cy="656143"/>
          </a:xfrm>
          <a:custGeom>
            <a:avLst/>
            <a:gdLst/>
            <a:ahLst/>
            <a:cxnLst/>
            <a:rect l="l" t="t" r="r" b="b"/>
            <a:pathLst>
              <a:path w="172669" h="656143">
                <a:moveTo>
                  <a:pt x="0" y="656143"/>
                </a:moveTo>
                <a:lnTo>
                  <a:pt x="172669" y="656143"/>
                </a:lnTo>
                <a:lnTo>
                  <a:pt x="172669" y="0"/>
                </a:lnTo>
                <a:lnTo>
                  <a:pt x="0" y="0"/>
                </a:lnTo>
                <a:close/>
              </a:path>
            </a:pathLst>
          </a:custGeom>
          <a:solidFill>
            <a:srgbClr val="B8C2CC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48" name="S05-mark150"/>
          <p:cNvSpPr/>
          <p:nvPr/>
        </p:nvSpPr>
        <p:spPr>
          <a:xfrm>
            <a:off x="9071069" y="3447730"/>
            <a:ext cx="189936" cy="414406"/>
          </a:xfrm>
          <a:custGeom>
            <a:avLst/>
            <a:gdLst/>
            <a:ahLst/>
            <a:cxnLst/>
            <a:rect l="l" t="t" r="r" b="b"/>
            <a:pathLst>
              <a:path w="189936" h="414406">
                <a:moveTo>
                  <a:pt x="0" y="414406"/>
                </a:moveTo>
                <a:lnTo>
                  <a:pt x="189936" y="414406"/>
                </a:lnTo>
                <a:lnTo>
                  <a:pt x="189936" y="0"/>
                </a:lnTo>
                <a:lnTo>
                  <a:pt x="0" y="0"/>
                </a:lnTo>
                <a:close/>
              </a:path>
            </a:pathLst>
          </a:custGeom>
          <a:solidFill>
            <a:srgbClr val="B8C2CC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49" name="S05-mark151"/>
          <p:cNvSpPr/>
          <p:nvPr/>
        </p:nvSpPr>
        <p:spPr>
          <a:xfrm>
            <a:off x="9286905" y="3154192"/>
            <a:ext cx="172669" cy="690677"/>
          </a:xfrm>
          <a:custGeom>
            <a:avLst/>
            <a:gdLst/>
            <a:ahLst/>
            <a:cxnLst/>
            <a:rect l="l" t="t" r="r" b="b"/>
            <a:pathLst>
              <a:path w="172669" h="690677">
                <a:moveTo>
                  <a:pt x="0" y="690677"/>
                </a:moveTo>
                <a:lnTo>
                  <a:pt x="172669" y="690677"/>
                </a:lnTo>
                <a:lnTo>
                  <a:pt x="172669" y="0"/>
                </a:lnTo>
                <a:lnTo>
                  <a:pt x="0" y="0"/>
                </a:lnTo>
                <a:close/>
              </a:path>
            </a:pathLst>
          </a:custGeom>
          <a:solidFill>
            <a:srgbClr val="B8C2CC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50" name="S05-mark152"/>
          <p:cNvSpPr/>
          <p:nvPr/>
        </p:nvSpPr>
        <p:spPr>
          <a:xfrm>
            <a:off x="9485475" y="3395929"/>
            <a:ext cx="155402" cy="448940"/>
          </a:xfrm>
          <a:custGeom>
            <a:avLst/>
            <a:gdLst/>
            <a:ahLst/>
            <a:cxnLst/>
            <a:rect l="l" t="t" r="r" b="b"/>
            <a:pathLst>
              <a:path w="155402" h="448940">
                <a:moveTo>
                  <a:pt x="0" y="448940"/>
                </a:moveTo>
                <a:lnTo>
                  <a:pt x="155402" y="448940"/>
                </a:lnTo>
                <a:lnTo>
                  <a:pt x="155402" y="0"/>
                </a:lnTo>
                <a:lnTo>
                  <a:pt x="0" y="0"/>
                </a:lnTo>
                <a:close/>
              </a:path>
            </a:pathLst>
          </a:custGeom>
          <a:solidFill>
            <a:srgbClr val="B8C2CC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51" name="S05-mark153"/>
          <p:cNvSpPr/>
          <p:nvPr/>
        </p:nvSpPr>
        <p:spPr>
          <a:xfrm>
            <a:off x="7198299" y="3523359"/>
            <a:ext cx="136754" cy="151949"/>
          </a:xfrm>
          <a:custGeom>
            <a:avLst/>
            <a:gdLst/>
            <a:ahLst/>
            <a:cxnLst/>
            <a:rect l="l" t="t" r="r" b="b"/>
            <a:pathLst>
              <a:path w="136754" h="151949">
                <a:moveTo>
                  <a:pt x="0" y="151949"/>
                </a:moveTo>
                <a:lnTo>
                  <a:pt x="136754" y="151949"/>
                </a:lnTo>
                <a:lnTo>
                  <a:pt x="136754" y="64578"/>
                </a:lnTo>
                <a:lnTo>
                  <a:pt x="68377" y="0"/>
                </a:lnTo>
                <a:lnTo>
                  <a:pt x="0" y="64578"/>
                </a:lnTo>
                <a:close/>
              </a:path>
            </a:pathLst>
          </a:custGeom>
          <a:solidFill>
            <a:srgbClr val="F2C14E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52" name="S05-mark154"/>
          <p:cNvSpPr/>
          <p:nvPr/>
        </p:nvSpPr>
        <p:spPr>
          <a:xfrm>
            <a:off x="7457303" y="3471558"/>
            <a:ext cx="136754" cy="151949"/>
          </a:xfrm>
          <a:custGeom>
            <a:avLst/>
            <a:gdLst/>
            <a:ahLst/>
            <a:cxnLst/>
            <a:rect l="l" t="t" r="r" b="b"/>
            <a:pathLst>
              <a:path w="136754" h="151949">
                <a:moveTo>
                  <a:pt x="0" y="151949"/>
                </a:moveTo>
                <a:lnTo>
                  <a:pt x="136754" y="151949"/>
                </a:lnTo>
                <a:lnTo>
                  <a:pt x="136754" y="64578"/>
                </a:lnTo>
                <a:lnTo>
                  <a:pt x="68377" y="0"/>
                </a:lnTo>
                <a:lnTo>
                  <a:pt x="0" y="64578"/>
                </a:lnTo>
                <a:close/>
              </a:path>
            </a:pathLst>
          </a:custGeom>
          <a:solidFill>
            <a:srgbClr val="F2C14E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53" name="S05-mark155"/>
          <p:cNvSpPr/>
          <p:nvPr/>
        </p:nvSpPr>
        <p:spPr>
          <a:xfrm>
            <a:off x="8924991" y="2470077"/>
            <a:ext cx="136754" cy="151949"/>
          </a:xfrm>
          <a:custGeom>
            <a:avLst/>
            <a:gdLst/>
            <a:ahLst/>
            <a:cxnLst/>
            <a:rect l="l" t="t" r="r" b="b"/>
            <a:pathLst>
              <a:path w="136754" h="151949">
                <a:moveTo>
                  <a:pt x="0" y="151949"/>
                </a:moveTo>
                <a:lnTo>
                  <a:pt x="136754" y="151949"/>
                </a:lnTo>
                <a:lnTo>
                  <a:pt x="136754" y="64578"/>
                </a:lnTo>
                <a:lnTo>
                  <a:pt x="68377" y="0"/>
                </a:lnTo>
                <a:lnTo>
                  <a:pt x="0" y="64578"/>
                </a:lnTo>
                <a:close/>
              </a:path>
            </a:pathLst>
          </a:custGeom>
          <a:solidFill>
            <a:srgbClr val="F2C14E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54" name="S05-mark156"/>
          <p:cNvSpPr/>
          <p:nvPr/>
        </p:nvSpPr>
        <p:spPr>
          <a:xfrm>
            <a:off x="9183995" y="2470077"/>
            <a:ext cx="136754" cy="151949"/>
          </a:xfrm>
          <a:custGeom>
            <a:avLst/>
            <a:gdLst/>
            <a:ahLst/>
            <a:cxnLst/>
            <a:rect l="l" t="t" r="r" b="b"/>
            <a:pathLst>
              <a:path w="136754" h="151949">
                <a:moveTo>
                  <a:pt x="0" y="151949"/>
                </a:moveTo>
                <a:lnTo>
                  <a:pt x="136754" y="151949"/>
                </a:lnTo>
                <a:lnTo>
                  <a:pt x="136754" y="64578"/>
                </a:lnTo>
                <a:lnTo>
                  <a:pt x="68377" y="0"/>
                </a:lnTo>
                <a:lnTo>
                  <a:pt x="0" y="64578"/>
                </a:lnTo>
                <a:close/>
              </a:path>
            </a:pathLst>
          </a:custGeom>
          <a:solidFill>
            <a:srgbClr val="F2C14E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55" name="S05-mark157"/>
          <p:cNvSpPr/>
          <p:nvPr/>
        </p:nvSpPr>
        <p:spPr>
          <a:xfrm>
            <a:off x="10323611" y="3488825"/>
            <a:ext cx="136754" cy="151949"/>
          </a:xfrm>
          <a:custGeom>
            <a:avLst/>
            <a:gdLst/>
            <a:ahLst/>
            <a:cxnLst/>
            <a:rect l="l" t="t" r="r" b="b"/>
            <a:pathLst>
              <a:path w="136754" h="151949">
                <a:moveTo>
                  <a:pt x="0" y="151949"/>
                </a:moveTo>
                <a:lnTo>
                  <a:pt x="136754" y="151949"/>
                </a:lnTo>
                <a:lnTo>
                  <a:pt x="136754" y="64578"/>
                </a:lnTo>
                <a:lnTo>
                  <a:pt x="68377" y="0"/>
                </a:lnTo>
                <a:lnTo>
                  <a:pt x="0" y="64578"/>
                </a:lnTo>
                <a:close/>
              </a:path>
            </a:pathLst>
          </a:custGeom>
          <a:solidFill>
            <a:srgbClr val="F2C14E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56" name="S05-mark158"/>
          <p:cNvSpPr/>
          <p:nvPr/>
        </p:nvSpPr>
        <p:spPr>
          <a:xfrm>
            <a:off x="10565348" y="3540626"/>
            <a:ext cx="136754" cy="151949"/>
          </a:xfrm>
          <a:custGeom>
            <a:avLst/>
            <a:gdLst/>
            <a:ahLst/>
            <a:cxnLst/>
            <a:rect l="l" t="t" r="r" b="b"/>
            <a:pathLst>
              <a:path w="136754" h="151949">
                <a:moveTo>
                  <a:pt x="0" y="151949"/>
                </a:moveTo>
                <a:lnTo>
                  <a:pt x="136754" y="151949"/>
                </a:lnTo>
                <a:lnTo>
                  <a:pt x="136754" y="64578"/>
                </a:lnTo>
                <a:lnTo>
                  <a:pt x="68377" y="0"/>
                </a:lnTo>
                <a:lnTo>
                  <a:pt x="0" y="64578"/>
                </a:lnTo>
                <a:close/>
              </a:path>
            </a:pathLst>
          </a:custGeom>
          <a:solidFill>
            <a:srgbClr val="F2C14E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57" name="S05-mark159"/>
          <p:cNvSpPr/>
          <p:nvPr/>
        </p:nvSpPr>
        <p:spPr>
          <a:xfrm>
            <a:off x="11117199" y="3741268"/>
            <a:ext cx="345338" cy="138135"/>
          </a:xfrm>
          <a:custGeom>
            <a:avLst/>
            <a:gdLst/>
            <a:ahLst/>
            <a:cxnLst/>
            <a:rect l="l" t="t" r="r" b="b"/>
            <a:pathLst>
              <a:path w="345338" h="138135">
                <a:moveTo>
                  <a:pt x="0" y="0"/>
                </a:moveTo>
                <a:lnTo>
                  <a:pt x="345338" y="0"/>
                </a:lnTo>
                <a:lnTo>
                  <a:pt x="259004" y="138135"/>
                </a:lnTo>
                <a:lnTo>
                  <a:pt x="86335" y="138135"/>
                </a:lnTo>
                <a:close/>
              </a:path>
            </a:pathLst>
          </a:custGeom>
          <a:solidFill>
            <a:srgbClr val="8B5E3C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8" name="S05-mark160"/>
          <p:cNvSpPr/>
          <p:nvPr/>
        </p:nvSpPr>
        <p:spPr>
          <a:xfrm>
            <a:off x="11279508" y="3464997"/>
            <a:ext cx="27627" cy="276271"/>
          </a:xfrm>
          <a:custGeom>
            <a:avLst/>
            <a:gdLst/>
            <a:ahLst/>
            <a:cxnLst/>
            <a:rect l="l" t="t" r="r" b="b"/>
            <a:pathLst>
              <a:path w="27627" h="276271">
                <a:moveTo>
                  <a:pt x="0" y="276271"/>
                </a:moveTo>
                <a:lnTo>
                  <a:pt x="27627" y="276271"/>
                </a:lnTo>
                <a:lnTo>
                  <a:pt x="27627" y="0"/>
                </a:lnTo>
                <a:lnTo>
                  <a:pt x="0" y="0"/>
                </a:ln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59" name="S05-mark161"/>
          <p:cNvSpPr/>
          <p:nvPr/>
        </p:nvSpPr>
        <p:spPr>
          <a:xfrm>
            <a:off x="11307135" y="3482264"/>
            <a:ext cx="155402" cy="207203"/>
          </a:xfrm>
          <a:custGeom>
            <a:avLst/>
            <a:gdLst/>
            <a:ahLst/>
            <a:cxnLst/>
            <a:rect l="l" t="t" r="r" b="b"/>
            <a:pathLst>
              <a:path w="155402" h="207203">
                <a:moveTo>
                  <a:pt x="0" y="0"/>
                </a:moveTo>
                <a:lnTo>
                  <a:pt x="155402" y="207203"/>
                </a:lnTo>
                <a:lnTo>
                  <a:pt x="0" y="207203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0" name="S05-mark162"/>
          <p:cNvSpPr/>
          <p:nvPr/>
        </p:nvSpPr>
        <p:spPr>
          <a:xfrm flipV="1">
            <a:off x="6679601" y="4069339"/>
            <a:ext cx="0" cy="345338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61" name="S05-mark163"/>
          <p:cNvSpPr/>
          <p:nvPr/>
        </p:nvSpPr>
        <p:spPr>
          <a:xfrm>
            <a:off x="6558732" y="4242008"/>
            <a:ext cx="241737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2" name="S05-mark164"/>
          <p:cNvSpPr/>
          <p:nvPr/>
        </p:nvSpPr>
        <p:spPr>
          <a:xfrm>
            <a:off x="6368796" y="4863617"/>
            <a:ext cx="345338" cy="0"/>
          </a:xfrm>
          <a:prstGeom prst="line">
            <a:avLst/>
          </a:prstGeom>
          <a:noFill/>
          <a:ln w="38100">
            <a:solidFill>
              <a:srgbClr val="1F2937"/>
            </a:solidFill>
            <a:prstDash val="solid"/>
          </a:ln>
        </p:spPr>
      </p:sp>
      <p:sp>
        <p:nvSpPr>
          <p:cNvPr id="63" name="S05-mark165"/>
          <p:cNvSpPr/>
          <p:nvPr/>
        </p:nvSpPr>
        <p:spPr>
          <a:xfrm>
            <a:off x="6368796" y="4794550"/>
            <a:ext cx="0" cy="138135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4" name="S05-mark166"/>
          <p:cNvSpPr/>
          <p:nvPr/>
        </p:nvSpPr>
        <p:spPr>
          <a:xfrm>
            <a:off x="6714134" y="4794550"/>
            <a:ext cx="0" cy="138135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5" name="S05-label168"/>
          <p:cNvSpPr txBox="1"/>
          <p:nvPr/>
        </p:nvSpPr>
        <p:spPr>
          <a:xfrm>
            <a:off x="10919033" y="1875876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</a:t>
            </a:r>
            <a:endParaRPr lang="ko-KR" sz="2400" dirty="0"/>
          </a:p>
        </p:txBody>
      </p:sp>
      <p:sp>
        <p:nvSpPr>
          <p:cNvPr id="66" name="S05-labelbg170"/>
          <p:cNvSpPr/>
          <p:nvPr/>
        </p:nvSpPr>
        <p:spPr>
          <a:xfrm>
            <a:off x="10118674" y="1620439"/>
            <a:ext cx="615696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7" name="S05-label171"/>
          <p:cNvSpPr txBox="1"/>
          <p:nvPr/>
        </p:nvSpPr>
        <p:spPr>
          <a:xfrm>
            <a:off x="10072954" y="1582339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논밭</a:t>
            </a:r>
            <a:endParaRPr lang="ko-KR" sz="2400" dirty="0"/>
          </a:p>
        </p:txBody>
      </p:sp>
      <p:sp>
        <p:nvSpPr>
          <p:cNvPr id="68" name="S05-labelbg173"/>
          <p:cNvSpPr/>
          <p:nvPr/>
        </p:nvSpPr>
        <p:spPr>
          <a:xfrm>
            <a:off x="8674303" y="4003274"/>
            <a:ext cx="914400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9" name="S05-label174"/>
          <p:cNvSpPr txBox="1"/>
          <p:nvPr/>
        </p:nvSpPr>
        <p:spPr>
          <a:xfrm>
            <a:off x="8628583" y="3965174"/>
            <a:ext cx="100584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별빛시</a:t>
            </a:r>
            <a:endParaRPr lang="ko-KR" sz="2400" dirty="0"/>
          </a:p>
        </p:txBody>
      </p:sp>
      <p:sp>
        <p:nvSpPr>
          <p:cNvPr id="70" name="S05-labelbg176"/>
          <p:cNvSpPr/>
          <p:nvPr/>
        </p:nvSpPr>
        <p:spPr>
          <a:xfrm>
            <a:off x="7643454" y="3623401"/>
            <a:ext cx="316992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1" name="S05-label177"/>
          <p:cNvSpPr txBox="1"/>
          <p:nvPr/>
        </p:nvSpPr>
        <p:spPr>
          <a:xfrm>
            <a:off x="7597734" y="3585301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72" name="S05-labelbg179"/>
          <p:cNvSpPr/>
          <p:nvPr/>
        </p:nvSpPr>
        <p:spPr>
          <a:xfrm>
            <a:off x="9421947" y="2570119"/>
            <a:ext cx="316992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3" name="S05-label180"/>
          <p:cNvSpPr txBox="1"/>
          <p:nvPr/>
        </p:nvSpPr>
        <p:spPr>
          <a:xfrm>
            <a:off x="9376227" y="2532019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74" name="S05-labelbg182"/>
          <p:cNvSpPr/>
          <p:nvPr/>
        </p:nvSpPr>
        <p:spPr>
          <a:xfrm>
            <a:off x="10354361" y="3778804"/>
            <a:ext cx="316992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5" name="S05-label183"/>
          <p:cNvSpPr txBox="1"/>
          <p:nvPr/>
        </p:nvSpPr>
        <p:spPr>
          <a:xfrm>
            <a:off x="10308641" y="3740704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400" dirty="0"/>
          </a:p>
        </p:txBody>
      </p:sp>
      <p:sp>
        <p:nvSpPr>
          <p:cNvPr id="76" name="S05-label185"/>
          <p:cNvSpPr txBox="1"/>
          <p:nvPr/>
        </p:nvSpPr>
        <p:spPr>
          <a:xfrm>
            <a:off x="6475385" y="3688903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</a:t>
            </a:r>
            <a:endParaRPr lang="ko-KR" sz="2400" dirty="0"/>
          </a:p>
        </p:txBody>
      </p:sp>
      <p:sp>
        <p:nvSpPr>
          <p:cNvPr id="77" name="S05-label187"/>
          <p:cNvSpPr txBox="1"/>
          <p:nvPr/>
        </p:nvSpPr>
        <p:spPr>
          <a:xfrm>
            <a:off x="6729838" y="4673117"/>
            <a:ext cx="8229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km</a:t>
            </a:r>
            <a:endParaRPr lang="ko-KR" sz="2400" dirty="0"/>
          </a:p>
        </p:txBody>
      </p:sp>
      <p:sp>
        <p:nvSpPr>
          <p:cNvPr id="78" name="S05-chip188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9" name="S05-text189"/>
          <p:cNvSpPr txBox="1"/>
          <p:nvPr/>
        </p:nvSpPr>
        <p:spPr>
          <a:xfrm>
            <a:off x="1344168" y="132588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마을</a:t>
            </a:r>
            <a:endParaRPr lang="ko-KR" sz="3000" dirty="0"/>
          </a:p>
        </p:txBody>
      </p:sp>
      <p:sp>
        <p:nvSpPr>
          <p:cNvPr id="80" name="S05-chip190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81" name="S05-text191"/>
          <p:cNvSpPr txBox="1"/>
          <p:nvPr/>
        </p:nvSpPr>
        <p:spPr>
          <a:xfrm>
            <a:off x="1344168" y="265176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 마을</a:t>
            </a:r>
            <a:endParaRPr lang="ko-KR" sz="3000" dirty="0"/>
          </a:p>
        </p:txBody>
      </p:sp>
      <p:sp>
        <p:nvSpPr>
          <p:cNvPr id="82" name="S05-chip192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3" name="S05-text193"/>
          <p:cNvSpPr txBox="1"/>
          <p:nvPr/>
        </p:nvSpPr>
        <p:spPr>
          <a:xfrm>
            <a:off x="1344168" y="397764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마을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촌락과 도시를 비교해요</a:t>
            </a:r>
            <a:endParaRPr lang="ko-KR" sz="4000" dirty="0"/>
          </a:p>
        </p:txBody>
      </p:sp>
      <p:graphicFrame>
        <p:nvGraphicFramePr>
          <p:cNvPr id="7" name="S06-table19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250948"/>
          <a:ext cx="109728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389120"/>
                <a:gridCol w="4389120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기준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촌락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모습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산·들·바다 같은 자연이 넓어요.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높은 건물과 넓은 도로가 많아요.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주로 하는 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농사, 고기잡이, 나무 가꾸기처럼 자연을 이용해요.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회사·가게·공장·병원 등에서 여러 가지 일을 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사는 사람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집이 띄엄띄엄 있고 사람이 적은 편이에요.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사람이 많이 모여 살아요.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바닷가에 있으면 어촌일까요?</a:t>
            </a:r>
            <a:endParaRPr lang="ko-KR" sz="4000" dirty="0"/>
          </a:p>
        </p:txBody>
      </p:sp>
      <p:sp>
        <p:nvSpPr>
          <p:cNvPr id="3" name="S07-card195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196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바닷가에 있는 ‘물결시’에는 높은 건물, 회사, 가게가 많고 사람들이 많이 모여 살아요.</a:t>
            </a:r>
            <a:endParaRPr lang="ko-KR" sz="3000" dirty="0"/>
          </a:p>
        </p:txBody>
      </p:sp>
      <p:sp>
        <p:nvSpPr>
          <p:cNvPr id="5" name="S07-card19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19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누구의 생각이 알맞을까요? 무엇을 보고 나누어야 할까요?</a:t>
            </a:r>
            <a:endParaRPr lang="ko-KR" sz="3000" dirty="0"/>
          </a:p>
        </p:txBody>
      </p:sp>
      <p:sp>
        <p:nvSpPr>
          <p:cNvPr id="7" name="S07-chip199"/>
          <p:cNvSpPr txBox="1"/>
          <p:nvPr/>
        </p:nvSpPr>
        <p:spPr>
          <a:xfrm>
            <a:off x="548640" y="2813304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8" name="S07-text200"/>
          <p:cNvSpPr txBox="1"/>
          <p:nvPr/>
        </p:nvSpPr>
        <p:spPr>
          <a:xfrm>
            <a:off x="548640" y="3544824"/>
            <a:ext cx="5362956" cy="1575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“바닷가에 있으니까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어촌이에요.”</a:t>
            </a:r>
            <a:endParaRPr lang="ko-KR" sz="3000" dirty="0"/>
          </a:p>
        </p:txBody>
      </p:sp>
      <p:sp>
        <p:nvSpPr>
          <p:cNvPr id="9" name="S07-chip201"/>
          <p:cNvSpPr txBox="1"/>
          <p:nvPr/>
        </p:nvSpPr>
        <p:spPr>
          <a:xfrm>
            <a:off x="6277356" y="2813304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10" name="S07-text202"/>
          <p:cNvSpPr txBox="1"/>
          <p:nvPr/>
        </p:nvSpPr>
        <p:spPr>
          <a:xfrm>
            <a:off x="6277356" y="3544824"/>
            <a:ext cx="5362956" cy="1575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“사람들이 하는 일과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모습을 보니 도시예요.”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촌락과 도시는 서로 도와요</a:t>
            </a:r>
            <a:endParaRPr lang="ko-KR" sz="4000" dirty="0"/>
          </a:p>
        </p:txBody>
      </p:sp>
      <p:sp>
        <p:nvSpPr>
          <p:cNvPr id="3" name="S08-card203"/>
          <p:cNvSpPr/>
          <p:nvPr/>
        </p:nvSpPr>
        <p:spPr>
          <a:xfrm>
            <a:off x="548640" y="4604004"/>
            <a:ext cx="5431536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204"/>
          <p:cNvSpPr txBox="1"/>
          <p:nvPr/>
        </p:nvSpPr>
        <p:spPr>
          <a:xfrm>
            <a:off x="822960" y="4741164"/>
            <a:ext cx="4882896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촌락 → 도시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쌀·채소·생선 같은 먹을거리, 나무, 자연 체험</a:t>
            </a:r>
            <a:endParaRPr lang="ko-KR" sz="3000" dirty="0"/>
          </a:p>
        </p:txBody>
      </p:sp>
      <p:sp>
        <p:nvSpPr>
          <p:cNvPr id="5" name="S08-card205"/>
          <p:cNvSpPr/>
          <p:nvPr/>
        </p:nvSpPr>
        <p:spPr>
          <a:xfrm>
            <a:off x="6208776" y="4604004"/>
            <a:ext cx="5431536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8-cardtext206"/>
          <p:cNvSpPr txBox="1"/>
          <p:nvPr/>
        </p:nvSpPr>
        <p:spPr>
          <a:xfrm>
            <a:off x="6483096" y="4741164"/>
            <a:ext cx="4882896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도시 → 촌락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농기계·옷 같은 물건, 큰 병원과 공연장, 새 기술</a:t>
            </a:r>
            <a:endParaRPr lang="ko-KR" sz="3000" dirty="0"/>
          </a:p>
        </p:txBody>
      </p:sp>
      <p:sp>
        <p:nvSpPr>
          <p:cNvPr id="7" name="S08-figure207" descr="촌락과 도시가 주고받는 것: 촌락에서 도시로 먹을거리와 나무, 도시에서 촌락으로 물건·병원·기술이 오가는 두 화살표"/>
          <p:cNvSpPr/>
          <p:nvPr/>
        </p:nvSpPr>
        <p:spPr>
          <a:xfrm>
            <a:off x="640080" y="1759763"/>
            <a:ext cx="2727198" cy="2181758"/>
          </a:xfrm>
          <a:custGeom>
            <a:avLst/>
            <a:gdLst/>
            <a:ahLst/>
            <a:cxnLst/>
            <a:rect l="l" t="t" r="r" b="b"/>
            <a:pathLst>
              <a:path w="2727198" h="2181758">
                <a:moveTo>
                  <a:pt x="0" y="2181758"/>
                </a:moveTo>
                <a:lnTo>
                  <a:pt x="2727198" y="2181758"/>
                </a:lnTo>
                <a:lnTo>
                  <a:pt x="2727198" y="0"/>
                </a:lnTo>
                <a:lnTo>
                  <a:pt x="0" y="0"/>
                </a:lnTo>
                <a:close/>
              </a:path>
            </a:pathLst>
          </a:custGeom>
          <a:solidFill>
            <a:srgbClr val="D5ECC8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8-mark208"/>
          <p:cNvSpPr/>
          <p:nvPr/>
        </p:nvSpPr>
        <p:spPr>
          <a:xfrm>
            <a:off x="8821674" y="1759763"/>
            <a:ext cx="2727198" cy="2181758"/>
          </a:xfrm>
          <a:custGeom>
            <a:avLst/>
            <a:gdLst/>
            <a:ahLst/>
            <a:cxnLst/>
            <a:rect l="l" t="t" r="r" b="b"/>
            <a:pathLst>
              <a:path w="2727198" h="2181758">
                <a:moveTo>
                  <a:pt x="0" y="2181758"/>
                </a:moveTo>
                <a:lnTo>
                  <a:pt x="2727198" y="2181758"/>
                </a:lnTo>
                <a:lnTo>
                  <a:pt x="2727198" y="0"/>
                </a:lnTo>
                <a:lnTo>
                  <a:pt x="0" y="0"/>
                </a:lnTo>
                <a:close/>
              </a:path>
            </a:pathLst>
          </a:custGeom>
          <a:solidFill>
            <a:srgbClr val="D9DEE5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8-mark209"/>
          <p:cNvSpPr/>
          <p:nvPr/>
        </p:nvSpPr>
        <p:spPr>
          <a:xfrm>
            <a:off x="3594545" y="2441562"/>
            <a:ext cx="4999863" cy="0"/>
          </a:xfrm>
          <a:prstGeom prst="line">
            <a:avLst/>
          </a:prstGeom>
          <a:noFill/>
          <a:ln w="38100">
            <a:solidFill>
              <a:srgbClr val="2A9D8F"/>
            </a:solidFill>
            <a:prstDash val="solid"/>
            <a:tailEnd type="triangle"/>
          </a:ln>
        </p:spPr>
      </p:sp>
      <p:sp>
        <p:nvSpPr>
          <p:cNvPr id="10" name="S08-mark210"/>
          <p:cNvSpPr/>
          <p:nvPr/>
        </p:nvSpPr>
        <p:spPr>
          <a:xfrm flipH="1">
            <a:off x="3594545" y="3259722"/>
            <a:ext cx="4999863" cy="0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1" name="S08-label212"/>
          <p:cNvSpPr txBox="1"/>
          <p:nvPr/>
        </p:nvSpPr>
        <p:spPr>
          <a:xfrm>
            <a:off x="1650111" y="2660142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촌락</a:t>
            </a:r>
            <a:endParaRPr lang="ko-KR" sz="2400" dirty="0"/>
          </a:p>
        </p:txBody>
      </p:sp>
      <p:sp>
        <p:nvSpPr>
          <p:cNvPr id="12" name="S08-label214"/>
          <p:cNvSpPr txBox="1"/>
          <p:nvPr/>
        </p:nvSpPr>
        <p:spPr>
          <a:xfrm>
            <a:off x="9831705" y="2660142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도시</a:t>
            </a:r>
            <a:endParaRPr lang="ko-KR" sz="2400" dirty="0"/>
          </a:p>
        </p:txBody>
      </p:sp>
      <p:sp>
        <p:nvSpPr>
          <p:cNvPr id="13" name="S08-label216"/>
          <p:cNvSpPr txBox="1"/>
          <p:nvPr/>
        </p:nvSpPr>
        <p:spPr>
          <a:xfrm>
            <a:off x="4902708" y="1705623"/>
            <a:ext cx="2383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먹을거리 · 나무</a:t>
            </a:r>
            <a:endParaRPr lang="ko-KR" sz="2400" dirty="0"/>
          </a:p>
        </p:txBody>
      </p:sp>
      <p:sp>
        <p:nvSpPr>
          <p:cNvPr id="14" name="S08-label218"/>
          <p:cNvSpPr txBox="1"/>
          <p:nvPr/>
        </p:nvSpPr>
        <p:spPr>
          <a:xfrm>
            <a:off x="4661916" y="3614661"/>
            <a:ext cx="28651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 · 병원 · 기술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쪽으로 갈까요?</a:t>
            </a:r>
            <a:endParaRPr lang="ko-KR" sz="4000" dirty="0"/>
          </a:p>
        </p:txBody>
      </p:sp>
      <p:sp>
        <p:nvSpPr>
          <p:cNvPr id="3" name="S09-text21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촌락 → 도시일까요, 도시 → 촌락일까요?</a:t>
            </a:r>
            <a:endParaRPr lang="ko-KR" sz="3000" dirty="0"/>
          </a:p>
        </p:txBody>
      </p:sp>
      <p:sp>
        <p:nvSpPr>
          <p:cNvPr id="4" name="S09-chip220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9-text221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 마을에서 기른 사과</a:t>
            </a:r>
            <a:endParaRPr lang="ko-KR" sz="3000" dirty="0"/>
          </a:p>
        </p:txBody>
      </p:sp>
      <p:sp>
        <p:nvSpPr>
          <p:cNvPr id="6" name="S09-chip222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09-text223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별빛시 공장에서 만든 농기계</a:t>
            </a:r>
            <a:endParaRPr lang="ko-KR" sz="3000" dirty="0"/>
          </a:p>
        </p:txBody>
      </p:sp>
      <p:sp>
        <p:nvSpPr>
          <p:cNvPr id="8" name="S09-chip224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09-text225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마을 할머니가 별빛시 큰 병원에서 진료받기</a:t>
            </a:r>
            <a:endParaRPr lang="ko-KR" sz="3000" dirty="0"/>
          </a:p>
        </p:txBody>
      </p:sp>
      <p:sp>
        <p:nvSpPr>
          <p:cNvPr id="10" name="S09-chip226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1" name="S09-text227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별빛시 가족이 가 마을에서 버섯 따기 체험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지역 살펴보기</a:t>
            </a:r>
            <a:endParaRPr lang="ko-KR" sz="4000" dirty="0"/>
          </a:p>
        </p:txBody>
      </p:sp>
      <p:sp>
        <p:nvSpPr>
          <p:cNvPr id="3" name="S10-text22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엄마(아빠)와 함께 조사해요.</a:t>
            </a:r>
            <a:endParaRPr lang="ko-KR" sz="3000" dirty="0"/>
          </a:p>
        </p:txBody>
      </p:sp>
      <p:sp>
        <p:nvSpPr>
          <p:cNvPr id="4" name="S10-card22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0-cardtext23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밖에서는 꼭 어른과 함께 다니고 찻길을 조심해요.</a:t>
            </a:r>
            <a:endParaRPr lang="ko-KR" sz="3000" dirty="0"/>
          </a:p>
        </p:txBody>
      </p:sp>
      <p:sp>
        <p:nvSpPr>
          <p:cNvPr id="6" name="S10-card231"/>
          <p:cNvSpPr/>
          <p:nvPr/>
        </p:nvSpPr>
        <p:spPr>
          <a:xfrm>
            <a:off x="6813652" y="2011680"/>
            <a:ext cx="4826660" cy="3108960"/>
          </a:xfrm>
          <a:prstGeom prst="roundRect">
            <a:avLst>
              <a:gd name="adj" fmla="val 35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0-cardtext232"/>
          <p:cNvSpPr txBox="1"/>
          <p:nvPr/>
        </p:nvSpPr>
        <p:spPr>
          <a:xfrm>
            <a:off x="7087972" y="2148840"/>
            <a:ext cx="42780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많이 보이는 것 두 가지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가까운 쪽과 그 까닭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다른 지역에서 온 먹을거리</a:t>
            </a:r>
            <a:endParaRPr lang="ko-KR" sz="3000" dirty="0"/>
          </a:p>
        </p:txBody>
      </p:sp>
      <p:sp>
        <p:nvSpPr>
          <p:cNvPr id="8" name="S10-stepno233"/>
          <p:cNvSpPr txBox="1"/>
          <p:nvPr/>
        </p:nvSpPr>
        <p:spPr>
          <a:xfrm>
            <a:off x="548640" y="20772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9" name="S10-text234"/>
          <p:cNvSpPr txBox="1"/>
          <p:nvPr/>
        </p:nvSpPr>
        <p:spPr>
          <a:xfrm>
            <a:off x="1325880" y="2031492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걷거나 지도 앱으로 우리 지역을 봐요.</a:t>
            </a:r>
            <a:endParaRPr lang="ko-KR" sz="3000" dirty="0"/>
          </a:p>
        </p:txBody>
      </p:sp>
      <p:sp>
        <p:nvSpPr>
          <p:cNvPr id="10" name="S10-stepno235"/>
          <p:cNvSpPr txBox="1"/>
          <p:nvPr/>
        </p:nvSpPr>
        <p:spPr>
          <a:xfrm>
            <a:off x="548640" y="31257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1" name="S10-text236"/>
          <p:cNvSpPr txBox="1"/>
          <p:nvPr/>
        </p:nvSpPr>
        <p:spPr>
          <a:xfrm>
            <a:off x="1325880" y="312572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많이 보이는 것을 찾아요.</a:t>
            </a:r>
            <a:endParaRPr lang="ko-KR" sz="3000" dirty="0"/>
          </a:p>
        </p:txBody>
      </p:sp>
      <p:sp>
        <p:nvSpPr>
          <p:cNvPr id="12" name="S10-stepno237"/>
          <p:cNvSpPr txBox="1"/>
          <p:nvPr/>
        </p:nvSpPr>
        <p:spPr>
          <a:xfrm>
            <a:off x="548640" y="38389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3" name="S10-text238"/>
          <p:cNvSpPr txBox="1"/>
          <p:nvPr/>
        </p:nvSpPr>
        <p:spPr>
          <a:xfrm>
            <a:off x="1325880" y="383895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먹을거리의 생산지를 찾아요.</a:t>
            </a:r>
            <a:endParaRPr lang="ko-KR" sz="3000" dirty="0"/>
          </a:p>
        </p:txBody>
      </p:sp>
      <p:sp>
        <p:nvSpPr>
          <p:cNvPr id="14" name="S10-stepno239"/>
          <p:cNvSpPr txBox="1"/>
          <p:nvPr/>
        </p:nvSpPr>
        <p:spPr>
          <a:xfrm>
            <a:off x="548640" y="45521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5" name="S10-text240"/>
          <p:cNvSpPr txBox="1"/>
          <p:nvPr/>
        </p:nvSpPr>
        <p:spPr>
          <a:xfrm>
            <a:off x="1325880" y="455218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4·5에 써요.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24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농촌·어촌·산지촌·도시 가운데 골라요.</a:t>
            </a:r>
            <a:endParaRPr lang="ko-KR" sz="3000" dirty="0"/>
          </a:p>
        </p:txBody>
      </p:sp>
      <p:sp>
        <p:nvSpPr>
          <p:cNvPr id="4" name="S11-chip242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1-text243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산비탈 밭에서 배추를 기르고 버섯을 키워요.</a:t>
            </a:r>
            <a:endParaRPr lang="ko-KR" sz="3000" dirty="0"/>
          </a:p>
        </p:txBody>
      </p:sp>
      <p:sp>
        <p:nvSpPr>
          <p:cNvPr id="6" name="S11-chip244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11-text245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배를 타고 나가 고기를 잡고 김을 길러요.</a:t>
            </a:r>
            <a:endParaRPr lang="ko-KR" sz="3000" dirty="0"/>
          </a:p>
        </p:txBody>
      </p:sp>
      <p:sp>
        <p:nvSpPr>
          <p:cNvPr id="8" name="S11-chip246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11-text247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높은 건물이 많고 회사와 가게에서 일해요.</a:t>
            </a:r>
            <a:endParaRPr lang="ko-KR" sz="3000" dirty="0"/>
          </a:p>
        </p:txBody>
      </p:sp>
      <p:sp>
        <p:nvSpPr>
          <p:cNvPr id="10" name="S11-chip248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1" name="S11-text249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넓은 들에서 벼농사를 지어요.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000" dirty="0"/>
          </a:p>
        </p:txBody>
      </p:sp>
      <p:sp>
        <p:nvSpPr>
          <p:cNvPr id="3" name="S12-card25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25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자연환경과 주로 하는 일을 까닭으로 말해요.</a:t>
            </a:r>
            <a:endParaRPr lang="ko-KR" sz="3000" dirty="0"/>
          </a:p>
        </p:txBody>
      </p:sp>
      <p:sp>
        <p:nvSpPr>
          <p:cNvPr id="5" name="S12-chip252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2-text253"/>
          <p:cNvSpPr txBox="1"/>
          <p:nvPr/>
        </p:nvSpPr>
        <p:spPr>
          <a:xfrm>
            <a:off x="548640" y="20574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산지촌</a:t>
            </a:r>
            <a:endParaRPr lang="ko-KR" sz="3000" dirty="0"/>
          </a:p>
        </p:txBody>
      </p:sp>
      <p:sp>
        <p:nvSpPr>
          <p:cNvPr id="7" name="S12-text254"/>
          <p:cNvSpPr txBox="1"/>
          <p:nvPr/>
        </p:nvSpPr>
        <p:spPr>
          <a:xfrm>
            <a:off x="3367278" y="20574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산비탈, 버섯</a:t>
            </a:r>
            <a:endParaRPr lang="ko-KR" sz="2400" dirty="0"/>
          </a:p>
        </p:txBody>
      </p:sp>
      <p:sp>
        <p:nvSpPr>
          <p:cNvPr id="8" name="S12-text255"/>
          <p:cNvSpPr txBox="1"/>
          <p:nvPr/>
        </p:nvSpPr>
        <p:spPr>
          <a:xfrm>
            <a:off x="548640" y="28575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어촌</a:t>
            </a:r>
            <a:endParaRPr lang="ko-KR" sz="3000" dirty="0"/>
          </a:p>
        </p:txBody>
      </p:sp>
      <p:sp>
        <p:nvSpPr>
          <p:cNvPr id="9" name="S12-text256"/>
          <p:cNvSpPr txBox="1"/>
          <p:nvPr/>
        </p:nvSpPr>
        <p:spPr>
          <a:xfrm>
            <a:off x="3367278" y="28575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배, 고기잡이</a:t>
            </a:r>
            <a:endParaRPr lang="ko-KR" sz="2400" dirty="0"/>
          </a:p>
        </p:txBody>
      </p:sp>
      <p:sp>
        <p:nvSpPr>
          <p:cNvPr id="10" name="S12-text257"/>
          <p:cNvSpPr txBox="1"/>
          <p:nvPr/>
        </p:nvSpPr>
        <p:spPr>
          <a:xfrm>
            <a:off x="548640" y="36576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도시</a:t>
            </a:r>
            <a:endParaRPr lang="ko-KR" sz="3000" dirty="0"/>
          </a:p>
        </p:txBody>
      </p:sp>
      <p:sp>
        <p:nvSpPr>
          <p:cNvPr id="11" name="S12-text258"/>
          <p:cNvSpPr txBox="1"/>
          <p:nvPr/>
        </p:nvSpPr>
        <p:spPr>
          <a:xfrm>
            <a:off x="3367278" y="36576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높은 건물, 회사</a:t>
            </a:r>
            <a:endParaRPr lang="ko-KR" sz="2400" dirty="0"/>
          </a:p>
        </p:txBody>
      </p:sp>
      <p:sp>
        <p:nvSpPr>
          <p:cNvPr id="12" name="S12-text259"/>
          <p:cNvSpPr txBox="1"/>
          <p:nvPr/>
        </p:nvSpPr>
        <p:spPr>
          <a:xfrm>
            <a:off x="548640" y="44577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농촌</a:t>
            </a:r>
            <a:endParaRPr lang="ko-KR" sz="3000" dirty="0"/>
          </a:p>
        </p:txBody>
      </p:sp>
      <p:sp>
        <p:nvSpPr>
          <p:cNvPr id="13" name="S12-text260"/>
          <p:cNvSpPr txBox="1"/>
          <p:nvPr/>
        </p:nvSpPr>
        <p:spPr>
          <a:xfrm>
            <a:off x="3367278" y="44577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들, 벼농사</a:t>
            </a:r>
            <a:endParaRPr lang="ko-KR" sz="2400" dirty="0"/>
          </a:p>
        </p:txBody>
      </p:sp>
      <p:sp>
        <p:nvSpPr>
          <p:cNvPr id="14" name="S12-chip261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5" name="S12-text262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①을 농촌</a:t>
            </a:r>
            <a:endParaRPr lang="ko-KR" sz="3000" dirty="0"/>
          </a:p>
        </p:txBody>
      </p:sp>
      <p:sp>
        <p:nvSpPr>
          <p:cNvPr id="16" name="S12-text263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밭만 보고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산비탈을 놓침</a:t>
            </a:r>
            <a:endParaRPr lang="ko-KR" sz="2400" dirty="0"/>
          </a:p>
        </p:txBody>
      </p:sp>
      <p:sp>
        <p:nvSpPr>
          <p:cNvPr id="17" name="S12-text264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 없이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답만 말하기</a:t>
            </a:r>
            <a:endParaRPr lang="ko-KR" sz="3000" dirty="0"/>
          </a:p>
        </p:txBody>
      </p:sp>
      <p:sp>
        <p:nvSpPr>
          <p:cNvPr id="18" name="S12-text265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낱말을 찾아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까닭으로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서로 어떻게 도울까요?</a:t>
            </a:r>
            <a:endParaRPr lang="ko-KR" sz="4000" dirty="0"/>
          </a:p>
        </p:txBody>
      </p:sp>
      <p:sp>
        <p:nvSpPr>
          <p:cNvPr id="3" name="S13-text26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어촌인 ‘파도마을’과 도시인 ‘별빛시’가 있어요.</a:t>
            </a:r>
            <a:endParaRPr lang="ko-KR" sz="3000" dirty="0"/>
          </a:p>
        </p:txBody>
      </p:sp>
      <p:sp>
        <p:nvSpPr>
          <p:cNvPr id="4" name="S13-chip267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3-text268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파도마을이 별빛시에 주는 것은?</a:t>
            </a:r>
            <a:endParaRPr lang="ko-KR" sz="3000" dirty="0"/>
          </a:p>
        </p:txBody>
      </p:sp>
      <p:sp>
        <p:nvSpPr>
          <p:cNvPr id="6" name="S13-chip269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13-text270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별빛시가 파도마을에 주는 것은?</a:t>
            </a:r>
            <a:endParaRPr lang="ko-KR" sz="3000" dirty="0"/>
          </a:p>
        </p:txBody>
      </p:sp>
      <p:sp>
        <p:nvSpPr>
          <p:cNvPr id="8" name="S13-chip271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13-text272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곳은 어떤 사이인지 한 문장으로 말해요.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273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274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촌락은 자연을 이용해 일하고, 도시는 여러 가지 일을 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곳은 필요한 것을 주고받으며 서로 도와요.</a:t>
            </a:r>
            <a:endParaRPr lang="ko-KR" sz="3000" dirty="0"/>
          </a:p>
        </p:txBody>
      </p:sp>
      <p:sp>
        <p:nvSpPr>
          <p:cNvPr id="5" name="S14-chip275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하는 일과 모습으로 비교하기</a:t>
            </a:r>
            <a:endParaRPr lang="ko-KR" sz="2400" dirty="0"/>
          </a:p>
        </p:txBody>
      </p:sp>
      <p:sp>
        <p:nvSpPr>
          <p:cNvPr id="6" name="S14-chip276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어느 곳이 더 좋다고 판단하기</a:t>
            </a:r>
            <a:endParaRPr lang="ko-KR" sz="2400" dirty="0"/>
          </a:p>
        </p:txBody>
      </p:sp>
      <p:sp>
        <p:nvSpPr>
          <p:cNvPr id="7" name="S14-text277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4-text278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촌락의 세 가지는?</a:t>
            </a:r>
            <a:endParaRPr lang="ko-KR" sz="2400" dirty="0"/>
          </a:p>
        </p:txBody>
      </p:sp>
      <p:sp>
        <p:nvSpPr>
          <p:cNvPr id="9" name="S14-text279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도시의 특징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하나는?</a:t>
            </a:r>
            <a:endParaRPr lang="ko-KR" sz="2400" dirty="0"/>
          </a:p>
        </p:txBody>
      </p:sp>
      <p:sp>
        <p:nvSpPr>
          <p:cNvPr id="10" name="S14-text280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촌락과 도시가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주고받는 것은?</a:t>
            </a:r>
            <a:endParaRPr lang="ko-KR" sz="2400" dirty="0"/>
          </a:p>
        </p:txBody>
      </p:sp>
      <p:sp>
        <p:nvSpPr>
          <p:cNvPr id="11" name="S14-text281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지역의 문화유산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방위와 거리 다시 읽기</a:t>
            </a:r>
            <a:endParaRPr lang="ko-KR" sz="4000" dirty="0"/>
          </a:p>
        </p:txBody>
      </p:sp>
      <p:sp>
        <p:nvSpPr>
          <p:cNvPr id="3" name="S15-text28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방위표의 화살표 쪽이 북쪽, 한 칸은 1 km예요.</a:t>
            </a:r>
            <a:endParaRPr lang="ko-KR" sz="3000" dirty="0"/>
          </a:p>
        </p:txBody>
      </p:sp>
      <p:sp>
        <p:nvSpPr>
          <p:cNvPr id="4" name="S15-figure283" descr="별빛시 둘레의 지도(모눈 한 칸 = 1 km). 가운데 아래에 높은 건물이 모인 별빛시가 있다. 별빛시의 서쪽 5칸, 등고선이 여러 겹인 산비탈에 가 마을, 북쪽 3칸 논밭 옆에 나 마을, 동쪽 4칸 바닷가에 다 마을이 있다. 동쪽에는 바다와 배가 있다. 왼쪽 아래에 북쪽을 가리키는 방위표가 있다."/>
          <p:cNvSpPr/>
          <p:nvPr/>
        </p:nvSpPr>
        <p:spPr>
          <a:xfrm>
            <a:off x="6368796" y="240537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" name="S15-mark284"/>
          <p:cNvSpPr/>
          <p:nvPr/>
        </p:nvSpPr>
        <p:spPr>
          <a:xfrm>
            <a:off x="6714134" y="240537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" name="S15-mark285"/>
          <p:cNvSpPr/>
          <p:nvPr/>
        </p:nvSpPr>
        <p:spPr>
          <a:xfrm>
            <a:off x="7059473" y="240537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15-mark286"/>
          <p:cNvSpPr/>
          <p:nvPr/>
        </p:nvSpPr>
        <p:spPr>
          <a:xfrm>
            <a:off x="7404811" y="240537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15-mark287"/>
          <p:cNvSpPr/>
          <p:nvPr/>
        </p:nvSpPr>
        <p:spPr>
          <a:xfrm>
            <a:off x="7750150" y="240537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15-mark288"/>
          <p:cNvSpPr/>
          <p:nvPr/>
        </p:nvSpPr>
        <p:spPr>
          <a:xfrm>
            <a:off x="8095488" y="240537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15-mark289"/>
          <p:cNvSpPr/>
          <p:nvPr/>
        </p:nvSpPr>
        <p:spPr>
          <a:xfrm>
            <a:off x="8440826" y="240537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15-mark290"/>
          <p:cNvSpPr/>
          <p:nvPr/>
        </p:nvSpPr>
        <p:spPr>
          <a:xfrm>
            <a:off x="8786165" y="240537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15-mark291"/>
          <p:cNvSpPr/>
          <p:nvPr/>
        </p:nvSpPr>
        <p:spPr>
          <a:xfrm>
            <a:off x="9131503" y="240537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15-mark292"/>
          <p:cNvSpPr/>
          <p:nvPr/>
        </p:nvSpPr>
        <p:spPr>
          <a:xfrm>
            <a:off x="9476842" y="240537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15-mark293"/>
          <p:cNvSpPr/>
          <p:nvPr/>
        </p:nvSpPr>
        <p:spPr>
          <a:xfrm>
            <a:off x="9822180" y="240537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15-mark294"/>
          <p:cNvSpPr/>
          <p:nvPr/>
        </p:nvSpPr>
        <p:spPr>
          <a:xfrm>
            <a:off x="10167518" y="240537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15-mark295"/>
          <p:cNvSpPr/>
          <p:nvPr/>
        </p:nvSpPr>
        <p:spPr>
          <a:xfrm>
            <a:off x="10512857" y="240537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15-mark296"/>
          <p:cNvSpPr/>
          <p:nvPr/>
        </p:nvSpPr>
        <p:spPr>
          <a:xfrm>
            <a:off x="10858195" y="240537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15-mark297"/>
          <p:cNvSpPr/>
          <p:nvPr/>
        </p:nvSpPr>
        <p:spPr>
          <a:xfrm>
            <a:off x="11203534" y="240537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15-mark298"/>
          <p:cNvSpPr/>
          <p:nvPr/>
        </p:nvSpPr>
        <p:spPr>
          <a:xfrm>
            <a:off x="11548872" y="2405375"/>
            <a:ext cx="9144" cy="3108046"/>
          </a:xfrm>
          <a:custGeom>
            <a:avLst/>
            <a:gdLst/>
            <a:ahLst/>
            <a:cxnLst/>
            <a:rect l="l" t="t" r="r" b="b"/>
            <a:pathLst>
              <a:path w="9144" h="3108046">
                <a:moveTo>
                  <a:pt x="0" y="3108046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15-mark299"/>
          <p:cNvSpPr/>
          <p:nvPr/>
        </p:nvSpPr>
        <p:spPr>
          <a:xfrm>
            <a:off x="6368796" y="5513421"/>
            <a:ext cx="5180076" cy="9144"/>
          </a:xfrm>
          <a:custGeom>
            <a:avLst/>
            <a:gdLst/>
            <a:ahLst/>
            <a:cxnLst/>
            <a:rect l="l" t="t" r="r" b="b"/>
            <a:pathLst>
              <a:path w="5180076" h="9144">
                <a:moveTo>
                  <a:pt x="0" y="0"/>
                </a:moveTo>
                <a:lnTo>
                  <a:pt x="5180076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15-mark300"/>
          <p:cNvSpPr/>
          <p:nvPr/>
        </p:nvSpPr>
        <p:spPr>
          <a:xfrm>
            <a:off x="6368796" y="5168082"/>
            <a:ext cx="5180076" cy="9144"/>
          </a:xfrm>
          <a:custGeom>
            <a:avLst/>
            <a:gdLst/>
            <a:ahLst/>
            <a:cxnLst/>
            <a:rect l="l" t="t" r="r" b="b"/>
            <a:pathLst>
              <a:path w="5180076" h="9144">
                <a:moveTo>
                  <a:pt x="0" y="0"/>
                </a:moveTo>
                <a:lnTo>
                  <a:pt x="5180076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15-mark301"/>
          <p:cNvSpPr/>
          <p:nvPr/>
        </p:nvSpPr>
        <p:spPr>
          <a:xfrm>
            <a:off x="6368796" y="4822744"/>
            <a:ext cx="5180076" cy="9144"/>
          </a:xfrm>
          <a:custGeom>
            <a:avLst/>
            <a:gdLst/>
            <a:ahLst/>
            <a:cxnLst/>
            <a:rect l="l" t="t" r="r" b="b"/>
            <a:pathLst>
              <a:path w="5180076" h="9144">
                <a:moveTo>
                  <a:pt x="0" y="0"/>
                </a:moveTo>
                <a:lnTo>
                  <a:pt x="5180076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15-mark302"/>
          <p:cNvSpPr/>
          <p:nvPr/>
        </p:nvSpPr>
        <p:spPr>
          <a:xfrm>
            <a:off x="6368796" y="4477405"/>
            <a:ext cx="5180076" cy="9144"/>
          </a:xfrm>
          <a:custGeom>
            <a:avLst/>
            <a:gdLst/>
            <a:ahLst/>
            <a:cxnLst/>
            <a:rect l="l" t="t" r="r" b="b"/>
            <a:pathLst>
              <a:path w="5180076" h="9144">
                <a:moveTo>
                  <a:pt x="0" y="0"/>
                </a:moveTo>
                <a:lnTo>
                  <a:pt x="5180076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15-mark303"/>
          <p:cNvSpPr/>
          <p:nvPr/>
        </p:nvSpPr>
        <p:spPr>
          <a:xfrm>
            <a:off x="6368796" y="4132067"/>
            <a:ext cx="5180076" cy="9144"/>
          </a:xfrm>
          <a:custGeom>
            <a:avLst/>
            <a:gdLst/>
            <a:ahLst/>
            <a:cxnLst/>
            <a:rect l="l" t="t" r="r" b="b"/>
            <a:pathLst>
              <a:path w="5180076" h="9144">
                <a:moveTo>
                  <a:pt x="0" y="0"/>
                </a:moveTo>
                <a:lnTo>
                  <a:pt x="5180076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5" name="S15-mark304"/>
          <p:cNvSpPr/>
          <p:nvPr/>
        </p:nvSpPr>
        <p:spPr>
          <a:xfrm>
            <a:off x="6368796" y="3786729"/>
            <a:ext cx="5180076" cy="9144"/>
          </a:xfrm>
          <a:custGeom>
            <a:avLst/>
            <a:gdLst/>
            <a:ahLst/>
            <a:cxnLst/>
            <a:rect l="l" t="t" r="r" b="b"/>
            <a:pathLst>
              <a:path w="5180076" h="9144">
                <a:moveTo>
                  <a:pt x="0" y="0"/>
                </a:moveTo>
                <a:lnTo>
                  <a:pt x="5180076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6" name="S15-mark305"/>
          <p:cNvSpPr/>
          <p:nvPr/>
        </p:nvSpPr>
        <p:spPr>
          <a:xfrm>
            <a:off x="6368796" y="3441390"/>
            <a:ext cx="5180076" cy="9144"/>
          </a:xfrm>
          <a:custGeom>
            <a:avLst/>
            <a:gdLst/>
            <a:ahLst/>
            <a:cxnLst/>
            <a:rect l="l" t="t" r="r" b="b"/>
            <a:pathLst>
              <a:path w="5180076" h="9144">
                <a:moveTo>
                  <a:pt x="0" y="0"/>
                </a:moveTo>
                <a:lnTo>
                  <a:pt x="5180076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7" name="S15-mark306"/>
          <p:cNvSpPr/>
          <p:nvPr/>
        </p:nvSpPr>
        <p:spPr>
          <a:xfrm>
            <a:off x="6368796" y="3096052"/>
            <a:ext cx="5180076" cy="9144"/>
          </a:xfrm>
          <a:custGeom>
            <a:avLst/>
            <a:gdLst/>
            <a:ahLst/>
            <a:cxnLst/>
            <a:rect l="l" t="t" r="r" b="b"/>
            <a:pathLst>
              <a:path w="5180076" h="9144">
                <a:moveTo>
                  <a:pt x="0" y="0"/>
                </a:moveTo>
                <a:lnTo>
                  <a:pt x="5180076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8" name="S15-mark307"/>
          <p:cNvSpPr/>
          <p:nvPr/>
        </p:nvSpPr>
        <p:spPr>
          <a:xfrm>
            <a:off x="6368796" y="2750713"/>
            <a:ext cx="5180076" cy="9144"/>
          </a:xfrm>
          <a:custGeom>
            <a:avLst/>
            <a:gdLst/>
            <a:ahLst/>
            <a:cxnLst/>
            <a:rect l="l" t="t" r="r" b="b"/>
            <a:pathLst>
              <a:path w="5180076" h="9144">
                <a:moveTo>
                  <a:pt x="0" y="0"/>
                </a:moveTo>
                <a:lnTo>
                  <a:pt x="5180076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9" name="S15-mark308"/>
          <p:cNvSpPr/>
          <p:nvPr/>
        </p:nvSpPr>
        <p:spPr>
          <a:xfrm>
            <a:off x="6368796" y="2405375"/>
            <a:ext cx="5180076" cy="9144"/>
          </a:xfrm>
          <a:custGeom>
            <a:avLst/>
            <a:gdLst/>
            <a:ahLst/>
            <a:cxnLst/>
            <a:rect l="l" t="t" r="r" b="b"/>
            <a:pathLst>
              <a:path w="5180076" h="9144">
                <a:moveTo>
                  <a:pt x="0" y="0"/>
                </a:moveTo>
                <a:lnTo>
                  <a:pt x="5180076" y="0"/>
                </a:lnTo>
              </a:path>
            </a:pathLst>
          </a:cu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0" name="S15-mark309"/>
          <p:cNvSpPr/>
          <p:nvPr/>
        </p:nvSpPr>
        <p:spPr>
          <a:xfrm>
            <a:off x="10823661" y="2405375"/>
            <a:ext cx="725211" cy="3108046"/>
          </a:xfrm>
          <a:custGeom>
            <a:avLst/>
            <a:gdLst/>
            <a:ahLst/>
            <a:cxnLst/>
            <a:rect l="l" t="t" r="r" b="b"/>
            <a:pathLst>
              <a:path w="725211" h="3108046">
                <a:moveTo>
                  <a:pt x="138135" y="0"/>
                </a:moveTo>
                <a:lnTo>
                  <a:pt x="0" y="518008"/>
                </a:lnTo>
                <a:lnTo>
                  <a:pt x="207203" y="1208684"/>
                </a:lnTo>
                <a:lnTo>
                  <a:pt x="34534" y="1864827"/>
                </a:lnTo>
                <a:lnTo>
                  <a:pt x="172669" y="2486436"/>
                </a:lnTo>
                <a:lnTo>
                  <a:pt x="69068" y="3108046"/>
                </a:lnTo>
                <a:lnTo>
                  <a:pt x="725211" y="3108046"/>
                </a:lnTo>
                <a:lnTo>
                  <a:pt x="725211" y="0"/>
                </a:lnTo>
                <a:close/>
              </a:path>
            </a:pathLst>
          </a:custGeom>
          <a:solidFill>
            <a:srgbClr val="CFE3F5"/>
          </a:solidFill>
          <a:ln w="19050">
            <a:solidFill>
              <a:srgbClr val="4A90C8"/>
            </a:solidFill>
            <a:prstDash val="solid"/>
          </a:ln>
        </p:spPr>
      </p:sp>
      <p:sp>
        <p:nvSpPr>
          <p:cNvPr id="31" name="S15-mark310"/>
          <p:cNvSpPr/>
          <p:nvPr/>
        </p:nvSpPr>
        <p:spPr>
          <a:xfrm>
            <a:off x="6506931" y="2957916"/>
            <a:ext cx="1795760" cy="1657624"/>
          </a:xfrm>
          <a:custGeom>
            <a:avLst/>
            <a:gdLst/>
            <a:ahLst/>
            <a:cxnLst/>
            <a:rect l="l" t="t" r="r" b="b"/>
            <a:pathLst>
              <a:path w="1795760" h="1657624">
                <a:moveTo>
                  <a:pt x="1795760" y="863346"/>
                </a:moveTo>
                <a:lnTo>
                  <a:pt x="1782291" y="713469"/>
                </a:lnTo>
                <a:lnTo>
                  <a:pt x="1741542" y="568082"/>
                </a:lnTo>
                <a:lnTo>
                  <a:pt x="1675582" y="431673"/>
                </a:lnTo>
                <a:lnTo>
                  <a:pt x="1585794" y="308387"/>
                </a:lnTo>
                <a:lnTo>
                  <a:pt x="1474940" y="202023"/>
                </a:lnTo>
                <a:lnTo>
                  <a:pt x="1346820" y="115688"/>
                </a:lnTo>
                <a:lnTo>
                  <a:pt x="1204886" y="52146"/>
                </a:lnTo>
                <a:lnTo>
                  <a:pt x="1053627" y="13123"/>
                </a:lnTo>
                <a:lnTo>
                  <a:pt x="897880" y="0"/>
                </a:lnTo>
                <a:lnTo>
                  <a:pt x="742132" y="13123"/>
                </a:lnTo>
                <a:lnTo>
                  <a:pt x="590874" y="52146"/>
                </a:lnTo>
                <a:lnTo>
                  <a:pt x="448940" y="115688"/>
                </a:lnTo>
                <a:lnTo>
                  <a:pt x="320819" y="202023"/>
                </a:lnTo>
                <a:lnTo>
                  <a:pt x="209966" y="308387"/>
                </a:lnTo>
                <a:lnTo>
                  <a:pt x="120178" y="431673"/>
                </a:lnTo>
                <a:lnTo>
                  <a:pt x="54218" y="568082"/>
                </a:lnTo>
                <a:lnTo>
                  <a:pt x="13468" y="713469"/>
                </a:lnTo>
                <a:lnTo>
                  <a:pt x="0" y="863346"/>
                </a:lnTo>
                <a:lnTo>
                  <a:pt x="13468" y="1001136"/>
                </a:lnTo>
                <a:lnTo>
                  <a:pt x="54218" y="1135127"/>
                </a:lnTo>
                <a:lnTo>
                  <a:pt x="120178" y="1260485"/>
                </a:lnTo>
                <a:lnTo>
                  <a:pt x="209966" y="1373756"/>
                </a:lnTo>
                <a:lnTo>
                  <a:pt x="320819" y="1471832"/>
                </a:lnTo>
                <a:lnTo>
                  <a:pt x="448940" y="1551260"/>
                </a:lnTo>
                <a:lnTo>
                  <a:pt x="590874" y="1609622"/>
                </a:lnTo>
                <a:lnTo>
                  <a:pt x="742132" y="1645537"/>
                </a:lnTo>
                <a:lnTo>
                  <a:pt x="897880" y="1657624"/>
                </a:lnTo>
                <a:lnTo>
                  <a:pt x="1053627" y="1645537"/>
                </a:lnTo>
                <a:lnTo>
                  <a:pt x="1204886" y="1609622"/>
                </a:lnTo>
                <a:lnTo>
                  <a:pt x="1346820" y="1551260"/>
                </a:lnTo>
                <a:lnTo>
                  <a:pt x="1474940" y="1471832"/>
                </a:lnTo>
                <a:lnTo>
                  <a:pt x="1585794" y="1373756"/>
                </a:lnTo>
                <a:lnTo>
                  <a:pt x="1675582" y="1260485"/>
                </a:lnTo>
                <a:lnTo>
                  <a:pt x="1741542" y="1135127"/>
                </a:lnTo>
                <a:lnTo>
                  <a:pt x="1782291" y="1001136"/>
                </a:lnTo>
                <a:close/>
              </a:path>
            </a:pathLst>
          </a:custGeom>
          <a:solidFill>
            <a:srgbClr val="D5ECC8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2" name="S15-mark311"/>
          <p:cNvSpPr/>
          <p:nvPr/>
        </p:nvSpPr>
        <p:spPr>
          <a:xfrm>
            <a:off x="6817736" y="3268721"/>
            <a:ext cx="1174151" cy="1036015"/>
          </a:xfrm>
          <a:custGeom>
            <a:avLst/>
            <a:gdLst/>
            <a:ahLst/>
            <a:cxnLst/>
            <a:rect l="l" t="t" r="r" b="b"/>
            <a:pathLst>
              <a:path w="1174151" h="1036015">
                <a:moveTo>
                  <a:pt x="1174151" y="552541"/>
                </a:moveTo>
                <a:lnTo>
                  <a:pt x="1165172" y="456537"/>
                </a:lnTo>
                <a:lnTo>
                  <a:pt x="1138581" y="363641"/>
                </a:lnTo>
                <a:lnTo>
                  <a:pt x="1095413" y="276271"/>
                </a:lnTo>
                <a:lnTo>
                  <a:pt x="1036706" y="197534"/>
                </a:lnTo>
                <a:lnTo>
                  <a:pt x="964530" y="129157"/>
                </a:lnTo>
                <a:lnTo>
                  <a:pt x="880613" y="73902"/>
                </a:lnTo>
                <a:lnTo>
                  <a:pt x="787717" y="33152"/>
                </a:lnTo>
                <a:lnTo>
                  <a:pt x="688950" y="8288"/>
                </a:lnTo>
                <a:lnTo>
                  <a:pt x="587075" y="0"/>
                </a:lnTo>
                <a:lnTo>
                  <a:pt x="485200" y="8288"/>
                </a:lnTo>
                <a:lnTo>
                  <a:pt x="386434" y="33152"/>
                </a:lnTo>
                <a:lnTo>
                  <a:pt x="293538" y="73902"/>
                </a:lnTo>
                <a:lnTo>
                  <a:pt x="209620" y="129157"/>
                </a:lnTo>
                <a:lnTo>
                  <a:pt x="137445" y="197534"/>
                </a:lnTo>
                <a:lnTo>
                  <a:pt x="78737" y="276271"/>
                </a:lnTo>
                <a:lnTo>
                  <a:pt x="35570" y="363641"/>
                </a:lnTo>
                <a:lnTo>
                  <a:pt x="8979" y="456537"/>
                </a:lnTo>
                <a:lnTo>
                  <a:pt x="0" y="552541"/>
                </a:lnTo>
                <a:lnTo>
                  <a:pt x="8979" y="636459"/>
                </a:lnTo>
                <a:lnTo>
                  <a:pt x="35570" y="717959"/>
                </a:lnTo>
                <a:lnTo>
                  <a:pt x="78737" y="794278"/>
                </a:lnTo>
                <a:lnTo>
                  <a:pt x="137445" y="863346"/>
                </a:lnTo>
                <a:lnTo>
                  <a:pt x="209620" y="922744"/>
                </a:lnTo>
                <a:lnTo>
                  <a:pt x="293538" y="971092"/>
                </a:lnTo>
                <a:lnTo>
                  <a:pt x="386434" y="1007007"/>
                </a:lnTo>
                <a:lnTo>
                  <a:pt x="485200" y="1028763"/>
                </a:lnTo>
                <a:lnTo>
                  <a:pt x="587075" y="1036015"/>
                </a:lnTo>
                <a:lnTo>
                  <a:pt x="688950" y="1028763"/>
                </a:lnTo>
                <a:lnTo>
                  <a:pt x="787717" y="1007007"/>
                </a:lnTo>
                <a:lnTo>
                  <a:pt x="880613" y="971092"/>
                </a:lnTo>
                <a:lnTo>
                  <a:pt x="964530" y="922744"/>
                </a:lnTo>
                <a:lnTo>
                  <a:pt x="1036706" y="863346"/>
                </a:lnTo>
                <a:lnTo>
                  <a:pt x="1095413" y="794278"/>
                </a:lnTo>
                <a:lnTo>
                  <a:pt x="1138581" y="717959"/>
                </a:lnTo>
                <a:lnTo>
                  <a:pt x="1165172" y="636459"/>
                </a:lnTo>
                <a:close/>
              </a:path>
            </a:pathLst>
          </a:custGeom>
          <a:solidFill>
            <a:srgbClr val="F3E6AE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3" name="S15-mark312"/>
          <p:cNvSpPr/>
          <p:nvPr/>
        </p:nvSpPr>
        <p:spPr>
          <a:xfrm>
            <a:off x="7128540" y="3544992"/>
            <a:ext cx="552541" cy="518008"/>
          </a:xfrm>
          <a:custGeom>
            <a:avLst/>
            <a:gdLst/>
            <a:ahLst/>
            <a:cxnLst/>
            <a:rect l="l" t="t" r="r" b="b"/>
            <a:pathLst>
              <a:path w="552541" h="518008">
                <a:moveTo>
                  <a:pt x="552541" y="276271"/>
                </a:moveTo>
                <a:lnTo>
                  <a:pt x="548397" y="228269"/>
                </a:lnTo>
                <a:lnTo>
                  <a:pt x="535965" y="181648"/>
                </a:lnTo>
                <a:lnTo>
                  <a:pt x="515590" y="138135"/>
                </a:lnTo>
                <a:lnTo>
                  <a:pt x="487963" y="98767"/>
                </a:lnTo>
                <a:lnTo>
                  <a:pt x="453775" y="64578"/>
                </a:lnTo>
                <a:lnTo>
                  <a:pt x="414406" y="36951"/>
                </a:lnTo>
                <a:lnTo>
                  <a:pt x="370893" y="16576"/>
                </a:lnTo>
                <a:lnTo>
                  <a:pt x="324273" y="4144"/>
                </a:lnTo>
                <a:lnTo>
                  <a:pt x="276271" y="0"/>
                </a:lnTo>
                <a:lnTo>
                  <a:pt x="228269" y="4144"/>
                </a:lnTo>
                <a:lnTo>
                  <a:pt x="181648" y="16576"/>
                </a:lnTo>
                <a:lnTo>
                  <a:pt x="138135" y="36951"/>
                </a:lnTo>
                <a:lnTo>
                  <a:pt x="98767" y="64578"/>
                </a:lnTo>
                <a:lnTo>
                  <a:pt x="64578" y="98767"/>
                </a:lnTo>
                <a:lnTo>
                  <a:pt x="36951" y="138135"/>
                </a:lnTo>
                <a:lnTo>
                  <a:pt x="16576" y="181648"/>
                </a:lnTo>
                <a:lnTo>
                  <a:pt x="4144" y="228269"/>
                </a:lnTo>
                <a:lnTo>
                  <a:pt x="0" y="276271"/>
                </a:lnTo>
                <a:lnTo>
                  <a:pt x="4144" y="318402"/>
                </a:lnTo>
                <a:lnTo>
                  <a:pt x="16576" y="358807"/>
                </a:lnTo>
                <a:lnTo>
                  <a:pt x="36951" y="397139"/>
                </a:lnTo>
                <a:lnTo>
                  <a:pt x="64578" y="431673"/>
                </a:lnTo>
                <a:lnTo>
                  <a:pt x="98767" y="461372"/>
                </a:lnTo>
                <a:lnTo>
                  <a:pt x="138135" y="485546"/>
                </a:lnTo>
                <a:lnTo>
                  <a:pt x="181648" y="503503"/>
                </a:lnTo>
                <a:lnTo>
                  <a:pt x="228269" y="514209"/>
                </a:lnTo>
                <a:lnTo>
                  <a:pt x="276271" y="518008"/>
                </a:lnTo>
                <a:lnTo>
                  <a:pt x="324273" y="514209"/>
                </a:lnTo>
                <a:lnTo>
                  <a:pt x="370893" y="503503"/>
                </a:lnTo>
                <a:lnTo>
                  <a:pt x="414406" y="485546"/>
                </a:lnTo>
                <a:lnTo>
                  <a:pt x="453775" y="461372"/>
                </a:lnTo>
                <a:lnTo>
                  <a:pt x="487963" y="431673"/>
                </a:lnTo>
                <a:lnTo>
                  <a:pt x="515590" y="397139"/>
                </a:lnTo>
                <a:lnTo>
                  <a:pt x="535965" y="358807"/>
                </a:lnTo>
                <a:lnTo>
                  <a:pt x="548397" y="318402"/>
                </a:lnTo>
                <a:close/>
              </a:path>
            </a:pathLst>
          </a:custGeom>
          <a:solidFill>
            <a:srgbClr val="E6C097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4" name="S15-mark313"/>
          <p:cNvSpPr/>
          <p:nvPr/>
        </p:nvSpPr>
        <p:spPr>
          <a:xfrm>
            <a:off x="7311570" y="3699703"/>
            <a:ext cx="186483" cy="161618"/>
          </a:xfrm>
          <a:custGeom>
            <a:avLst/>
            <a:gdLst/>
            <a:ahLst/>
            <a:cxnLst/>
            <a:rect l="l" t="t" r="r" b="b"/>
            <a:pathLst>
              <a:path w="186483" h="161618">
                <a:moveTo>
                  <a:pt x="0" y="161618"/>
                </a:moveTo>
                <a:lnTo>
                  <a:pt x="186483" y="161618"/>
                </a:lnTo>
                <a:lnTo>
                  <a:pt x="93241" y="0"/>
                </a:lnTo>
                <a:close/>
              </a:path>
            </a:pathLst>
          </a:custGeom>
          <a:solidFill>
            <a:srgbClr val="8B5E3C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35" name="S15-mark314"/>
          <p:cNvSpPr/>
          <p:nvPr/>
        </p:nvSpPr>
        <p:spPr>
          <a:xfrm>
            <a:off x="8509894" y="2854315"/>
            <a:ext cx="483474" cy="310805"/>
          </a:xfrm>
          <a:custGeom>
            <a:avLst/>
            <a:gdLst/>
            <a:ahLst/>
            <a:cxnLst/>
            <a:rect l="l" t="t" r="r" b="b"/>
            <a:pathLst>
              <a:path w="483474" h="310805">
                <a:moveTo>
                  <a:pt x="0" y="310805"/>
                </a:moveTo>
                <a:lnTo>
                  <a:pt x="483474" y="310805"/>
                </a:lnTo>
                <a:lnTo>
                  <a:pt x="483474" y="0"/>
                </a:lnTo>
                <a:lnTo>
                  <a:pt x="0" y="0"/>
                </a:lnTo>
                <a:close/>
              </a:path>
            </a:pathLst>
          </a:custGeom>
          <a:solidFill>
            <a:srgbClr val="BFE0A6"/>
          </a:solidFill>
          <a:ln w="12700">
            <a:solidFill>
              <a:srgbClr val="5B8C3A"/>
            </a:solidFill>
            <a:prstDash val="solid"/>
          </a:ln>
        </p:spPr>
      </p:sp>
      <p:sp>
        <p:nvSpPr>
          <p:cNvPr id="36" name="S15-mark315"/>
          <p:cNvSpPr/>
          <p:nvPr/>
        </p:nvSpPr>
        <p:spPr>
          <a:xfrm>
            <a:off x="9062436" y="2854315"/>
            <a:ext cx="483474" cy="310805"/>
          </a:xfrm>
          <a:custGeom>
            <a:avLst/>
            <a:gdLst/>
            <a:ahLst/>
            <a:cxnLst/>
            <a:rect l="l" t="t" r="r" b="b"/>
            <a:pathLst>
              <a:path w="483474" h="310805">
                <a:moveTo>
                  <a:pt x="0" y="310805"/>
                </a:moveTo>
                <a:lnTo>
                  <a:pt x="483474" y="310805"/>
                </a:lnTo>
                <a:lnTo>
                  <a:pt x="483474" y="0"/>
                </a:lnTo>
                <a:lnTo>
                  <a:pt x="0" y="0"/>
                </a:lnTo>
                <a:close/>
              </a:path>
            </a:pathLst>
          </a:custGeom>
          <a:solidFill>
            <a:srgbClr val="BFE0A6"/>
          </a:solidFill>
          <a:ln w="12700">
            <a:solidFill>
              <a:srgbClr val="5B8C3A"/>
            </a:solidFill>
            <a:prstDash val="solid"/>
          </a:ln>
        </p:spPr>
      </p:sp>
      <p:sp>
        <p:nvSpPr>
          <p:cNvPr id="37" name="S15-mark316"/>
          <p:cNvSpPr/>
          <p:nvPr/>
        </p:nvSpPr>
        <p:spPr>
          <a:xfrm>
            <a:off x="9614977" y="2854315"/>
            <a:ext cx="414406" cy="310805"/>
          </a:xfrm>
          <a:custGeom>
            <a:avLst/>
            <a:gdLst/>
            <a:ahLst/>
            <a:cxnLst/>
            <a:rect l="l" t="t" r="r" b="b"/>
            <a:pathLst>
              <a:path w="414406" h="310805">
                <a:moveTo>
                  <a:pt x="0" y="310805"/>
                </a:moveTo>
                <a:lnTo>
                  <a:pt x="414406" y="310805"/>
                </a:lnTo>
                <a:lnTo>
                  <a:pt x="414406" y="0"/>
                </a:lnTo>
                <a:lnTo>
                  <a:pt x="0" y="0"/>
                </a:lnTo>
                <a:close/>
              </a:path>
            </a:pathLst>
          </a:custGeom>
          <a:solidFill>
            <a:srgbClr val="BFE0A6"/>
          </a:solidFill>
          <a:ln w="12700">
            <a:solidFill>
              <a:srgbClr val="5B8C3A"/>
            </a:solidFill>
            <a:prstDash val="solid"/>
          </a:ln>
        </p:spPr>
      </p:sp>
      <p:sp>
        <p:nvSpPr>
          <p:cNvPr id="38" name="S15-mark317"/>
          <p:cNvSpPr/>
          <p:nvPr/>
        </p:nvSpPr>
        <p:spPr>
          <a:xfrm>
            <a:off x="8509894" y="2474443"/>
            <a:ext cx="483474" cy="310805"/>
          </a:xfrm>
          <a:custGeom>
            <a:avLst/>
            <a:gdLst/>
            <a:ahLst/>
            <a:cxnLst/>
            <a:rect l="l" t="t" r="r" b="b"/>
            <a:pathLst>
              <a:path w="483474" h="310805">
                <a:moveTo>
                  <a:pt x="0" y="310805"/>
                </a:moveTo>
                <a:lnTo>
                  <a:pt x="483474" y="310805"/>
                </a:lnTo>
                <a:lnTo>
                  <a:pt x="483474" y="0"/>
                </a:lnTo>
                <a:lnTo>
                  <a:pt x="0" y="0"/>
                </a:lnTo>
                <a:close/>
              </a:path>
            </a:pathLst>
          </a:custGeom>
          <a:solidFill>
            <a:srgbClr val="BFE0A6"/>
          </a:solidFill>
          <a:ln w="12700">
            <a:solidFill>
              <a:srgbClr val="5B8C3A"/>
            </a:solidFill>
            <a:prstDash val="solid"/>
          </a:ln>
        </p:spPr>
      </p:sp>
      <p:sp>
        <p:nvSpPr>
          <p:cNvPr id="39" name="S15-mark318"/>
          <p:cNvSpPr/>
          <p:nvPr/>
        </p:nvSpPr>
        <p:spPr>
          <a:xfrm>
            <a:off x="9062436" y="2474443"/>
            <a:ext cx="483474" cy="310805"/>
          </a:xfrm>
          <a:custGeom>
            <a:avLst/>
            <a:gdLst/>
            <a:ahLst/>
            <a:cxnLst/>
            <a:rect l="l" t="t" r="r" b="b"/>
            <a:pathLst>
              <a:path w="483474" h="310805">
                <a:moveTo>
                  <a:pt x="0" y="310805"/>
                </a:moveTo>
                <a:lnTo>
                  <a:pt x="483474" y="310805"/>
                </a:lnTo>
                <a:lnTo>
                  <a:pt x="483474" y="0"/>
                </a:lnTo>
                <a:lnTo>
                  <a:pt x="0" y="0"/>
                </a:lnTo>
                <a:close/>
              </a:path>
            </a:pathLst>
          </a:custGeom>
          <a:solidFill>
            <a:srgbClr val="BFE0A6"/>
          </a:solidFill>
          <a:ln w="12700">
            <a:solidFill>
              <a:srgbClr val="5B8C3A"/>
            </a:solidFill>
            <a:prstDash val="solid"/>
          </a:ln>
        </p:spPr>
      </p:sp>
      <p:sp>
        <p:nvSpPr>
          <p:cNvPr id="40" name="S15-mark319"/>
          <p:cNvSpPr/>
          <p:nvPr/>
        </p:nvSpPr>
        <p:spPr>
          <a:xfrm>
            <a:off x="9614977" y="2474443"/>
            <a:ext cx="414406" cy="310805"/>
          </a:xfrm>
          <a:custGeom>
            <a:avLst/>
            <a:gdLst/>
            <a:ahLst/>
            <a:cxnLst/>
            <a:rect l="l" t="t" r="r" b="b"/>
            <a:pathLst>
              <a:path w="414406" h="310805">
                <a:moveTo>
                  <a:pt x="0" y="310805"/>
                </a:moveTo>
                <a:lnTo>
                  <a:pt x="414406" y="310805"/>
                </a:lnTo>
                <a:lnTo>
                  <a:pt x="414406" y="0"/>
                </a:lnTo>
                <a:lnTo>
                  <a:pt x="0" y="0"/>
                </a:lnTo>
                <a:close/>
              </a:path>
            </a:pathLst>
          </a:custGeom>
          <a:solidFill>
            <a:srgbClr val="BFE0A6"/>
          </a:solidFill>
          <a:ln w="12700">
            <a:solidFill>
              <a:srgbClr val="5B8C3A"/>
            </a:solidFill>
            <a:prstDash val="solid"/>
          </a:ln>
        </p:spPr>
      </p:sp>
      <p:sp>
        <p:nvSpPr>
          <p:cNvPr id="41" name="S15-mark320"/>
          <p:cNvSpPr/>
          <p:nvPr/>
        </p:nvSpPr>
        <p:spPr>
          <a:xfrm>
            <a:off x="7577480" y="4477405"/>
            <a:ext cx="1036015" cy="9144"/>
          </a:xfrm>
          <a:custGeom>
            <a:avLst/>
            <a:gdLst/>
            <a:ahLst/>
            <a:cxnLst/>
            <a:rect l="l" t="t" r="r" b="b"/>
            <a:pathLst>
              <a:path w="1036015" h="9144">
                <a:moveTo>
                  <a:pt x="0" y="0"/>
                </a:moveTo>
                <a:lnTo>
                  <a:pt x="1036015" y="0"/>
                </a:lnTo>
              </a:path>
            </a:pathLst>
          </a:custGeom>
          <a:noFill/>
          <a:ln w="63500">
            <a:solidFill>
              <a:srgbClr val="A3AAB4"/>
            </a:solidFill>
            <a:prstDash val="solid"/>
          </a:ln>
        </p:spPr>
      </p:sp>
      <p:sp>
        <p:nvSpPr>
          <p:cNvPr id="42" name="S15-mark321"/>
          <p:cNvSpPr/>
          <p:nvPr/>
        </p:nvSpPr>
        <p:spPr>
          <a:xfrm>
            <a:off x="9131503" y="3614059"/>
            <a:ext cx="9144" cy="414406"/>
          </a:xfrm>
          <a:custGeom>
            <a:avLst/>
            <a:gdLst/>
            <a:ahLst/>
            <a:cxnLst/>
            <a:rect l="l" t="t" r="r" b="b"/>
            <a:pathLst>
              <a:path w="9144" h="414406">
                <a:moveTo>
                  <a:pt x="0" y="414406"/>
                </a:moveTo>
                <a:lnTo>
                  <a:pt x="0" y="0"/>
                </a:lnTo>
              </a:path>
            </a:pathLst>
          </a:custGeom>
          <a:noFill/>
          <a:ln w="63500">
            <a:solidFill>
              <a:srgbClr val="A3AAB4"/>
            </a:solidFill>
            <a:prstDash val="solid"/>
          </a:ln>
        </p:spPr>
      </p:sp>
      <p:sp>
        <p:nvSpPr>
          <p:cNvPr id="43" name="S15-mark322"/>
          <p:cNvSpPr/>
          <p:nvPr/>
        </p:nvSpPr>
        <p:spPr>
          <a:xfrm>
            <a:off x="9684045" y="4477405"/>
            <a:ext cx="621609" cy="9144"/>
          </a:xfrm>
          <a:custGeom>
            <a:avLst/>
            <a:gdLst/>
            <a:ahLst/>
            <a:cxnLst/>
            <a:rect l="l" t="t" r="r" b="b"/>
            <a:pathLst>
              <a:path w="621609" h="9144">
                <a:moveTo>
                  <a:pt x="0" y="0"/>
                </a:moveTo>
                <a:lnTo>
                  <a:pt x="621609" y="0"/>
                </a:lnTo>
              </a:path>
            </a:pathLst>
          </a:custGeom>
          <a:noFill/>
          <a:ln w="63500">
            <a:solidFill>
              <a:srgbClr val="A3AAB4"/>
            </a:solidFill>
            <a:prstDash val="solid"/>
          </a:ln>
        </p:spPr>
      </p:sp>
      <p:sp>
        <p:nvSpPr>
          <p:cNvPr id="44" name="S15-mark323"/>
          <p:cNvSpPr/>
          <p:nvPr/>
        </p:nvSpPr>
        <p:spPr>
          <a:xfrm>
            <a:off x="6368796" y="2405375"/>
            <a:ext cx="5180076" cy="3108046"/>
          </a:xfrm>
          <a:custGeom>
            <a:avLst/>
            <a:gdLst/>
            <a:ahLst/>
            <a:cxnLst/>
            <a:rect l="l" t="t" r="r" b="b"/>
            <a:pathLst>
              <a:path w="5180076" h="3108046">
                <a:moveTo>
                  <a:pt x="0" y="3108046"/>
                </a:moveTo>
                <a:lnTo>
                  <a:pt x="5180076" y="3108046"/>
                </a:lnTo>
                <a:lnTo>
                  <a:pt x="5180076" y="0"/>
                </a:lnTo>
                <a:lnTo>
                  <a:pt x="0" y="0"/>
                </a:lnTo>
                <a:lnTo>
                  <a:pt x="0" y="3108046"/>
                </a:lnTo>
              </a:path>
            </a:pathLst>
          </a:cu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5" name="S15-mark324"/>
          <p:cNvSpPr/>
          <p:nvPr/>
        </p:nvSpPr>
        <p:spPr>
          <a:xfrm>
            <a:off x="8665296" y="4287469"/>
            <a:ext cx="172669" cy="448940"/>
          </a:xfrm>
          <a:custGeom>
            <a:avLst/>
            <a:gdLst/>
            <a:ahLst/>
            <a:cxnLst/>
            <a:rect l="l" t="t" r="r" b="b"/>
            <a:pathLst>
              <a:path w="172669" h="448940">
                <a:moveTo>
                  <a:pt x="0" y="448940"/>
                </a:moveTo>
                <a:lnTo>
                  <a:pt x="172669" y="448940"/>
                </a:lnTo>
                <a:lnTo>
                  <a:pt x="172669" y="0"/>
                </a:lnTo>
                <a:lnTo>
                  <a:pt x="0" y="0"/>
                </a:lnTo>
                <a:close/>
              </a:path>
            </a:pathLst>
          </a:custGeom>
          <a:solidFill>
            <a:srgbClr val="B8C2CC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46" name="S15-mark325"/>
          <p:cNvSpPr/>
          <p:nvPr/>
        </p:nvSpPr>
        <p:spPr>
          <a:xfrm>
            <a:off x="8872499" y="4097533"/>
            <a:ext cx="172669" cy="656143"/>
          </a:xfrm>
          <a:custGeom>
            <a:avLst/>
            <a:gdLst/>
            <a:ahLst/>
            <a:cxnLst/>
            <a:rect l="l" t="t" r="r" b="b"/>
            <a:pathLst>
              <a:path w="172669" h="656143">
                <a:moveTo>
                  <a:pt x="0" y="656143"/>
                </a:moveTo>
                <a:lnTo>
                  <a:pt x="172669" y="656143"/>
                </a:lnTo>
                <a:lnTo>
                  <a:pt x="172669" y="0"/>
                </a:lnTo>
                <a:lnTo>
                  <a:pt x="0" y="0"/>
                </a:lnTo>
                <a:close/>
              </a:path>
            </a:pathLst>
          </a:custGeom>
          <a:solidFill>
            <a:srgbClr val="B8C2CC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47" name="S15-mark326"/>
          <p:cNvSpPr/>
          <p:nvPr/>
        </p:nvSpPr>
        <p:spPr>
          <a:xfrm>
            <a:off x="9071069" y="4339270"/>
            <a:ext cx="189936" cy="414406"/>
          </a:xfrm>
          <a:custGeom>
            <a:avLst/>
            <a:gdLst/>
            <a:ahLst/>
            <a:cxnLst/>
            <a:rect l="l" t="t" r="r" b="b"/>
            <a:pathLst>
              <a:path w="189936" h="414406">
                <a:moveTo>
                  <a:pt x="0" y="414406"/>
                </a:moveTo>
                <a:lnTo>
                  <a:pt x="189936" y="414406"/>
                </a:lnTo>
                <a:lnTo>
                  <a:pt x="189936" y="0"/>
                </a:lnTo>
                <a:lnTo>
                  <a:pt x="0" y="0"/>
                </a:lnTo>
                <a:close/>
              </a:path>
            </a:pathLst>
          </a:custGeom>
          <a:solidFill>
            <a:srgbClr val="B8C2CC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48" name="S15-mark327"/>
          <p:cNvSpPr/>
          <p:nvPr/>
        </p:nvSpPr>
        <p:spPr>
          <a:xfrm>
            <a:off x="9286905" y="4045732"/>
            <a:ext cx="172669" cy="690677"/>
          </a:xfrm>
          <a:custGeom>
            <a:avLst/>
            <a:gdLst/>
            <a:ahLst/>
            <a:cxnLst/>
            <a:rect l="l" t="t" r="r" b="b"/>
            <a:pathLst>
              <a:path w="172669" h="690677">
                <a:moveTo>
                  <a:pt x="0" y="690677"/>
                </a:moveTo>
                <a:lnTo>
                  <a:pt x="172669" y="690677"/>
                </a:lnTo>
                <a:lnTo>
                  <a:pt x="172669" y="0"/>
                </a:lnTo>
                <a:lnTo>
                  <a:pt x="0" y="0"/>
                </a:lnTo>
                <a:close/>
              </a:path>
            </a:pathLst>
          </a:custGeom>
          <a:solidFill>
            <a:srgbClr val="B8C2CC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49" name="S15-mark328"/>
          <p:cNvSpPr/>
          <p:nvPr/>
        </p:nvSpPr>
        <p:spPr>
          <a:xfrm>
            <a:off x="9485475" y="4287469"/>
            <a:ext cx="155402" cy="448940"/>
          </a:xfrm>
          <a:custGeom>
            <a:avLst/>
            <a:gdLst/>
            <a:ahLst/>
            <a:cxnLst/>
            <a:rect l="l" t="t" r="r" b="b"/>
            <a:pathLst>
              <a:path w="155402" h="448940">
                <a:moveTo>
                  <a:pt x="0" y="448940"/>
                </a:moveTo>
                <a:lnTo>
                  <a:pt x="155402" y="448940"/>
                </a:lnTo>
                <a:lnTo>
                  <a:pt x="155402" y="0"/>
                </a:lnTo>
                <a:lnTo>
                  <a:pt x="0" y="0"/>
                </a:lnTo>
                <a:close/>
              </a:path>
            </a:pathLst>
          </a:custGeom>
          <a:solidFill>
            <a:srgbClr val="B8C2CC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50" name="S15-mark329"/>
          <p:cNvSpPr/>
          <p:nvPr/>
        </p:nvSpPr>
        <p:spPr>
          <a:xfrm>
            <a:off x="7198299" y="4414899"/>
            <a:ext cx="136754" cy="151949"/>
          </a:xfrm>
          <a:custGeom>
            <a:avLst/>
            <a:gdLst/>
            <a:ahLst/>
            <a:cxnLst/>
            <a:rect l="l" t="t" r="r" b="b"/>
            <a:pathLst>
              <a:path w="136754" h="151949">
                <a:moveTo>
                  <a:pt x="0" y="151949"/>
                </a:moveTo>
                <a:lnTo>
                  <a:pt x="136754" y="151949"/>
                </a:lnTo>
                <a:lnTo>
                  <a:pt x="136754" y="64578"/>
                </a:lnTo>
                <a:lnTo>
                  <a:pt x="68377" y="0"/>
                </a:lnTo>
                <a:lnTo>
                  <a:pt x="0" y="64578"/>
                </a:lnTo>
                <a:close/>
              </a:path>
            </a:pathLst>
          </a:custGeom>
          <a:solidFill>
            <a:srgbClr val="F2C14E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51" name="S15-mark330"/>
          <p:cNvSpPr/>
          <p:nvPr/>
        </p:nvSpPr>
        <p:spPr>
          <a:xfrm>
            <a:off x="7457303" y="4363098"/>
            <a:ext cx="136754" cy="151949"/>
          </a:xfrm>
          <a:custGeom>
            <a:avLst/>
            <a:gdLst/>
            <a:ahLst/>
            <a:cxnLst/>
            <a:rect l="l" t="t" r="r" b="b"/>
            <a:pathLst>
              <a:path w="136754" h="151949">
                <a:moveTo>
                  <a:pt x="0" y="151949"/>
                </a:moveTo>
                <a:lnTo>
                  <a:pt x="136754" y="151949"/>
                </a:lnTo>
                <a:lnTo>
                  <a:pt x="136754" y="64578"/>
                </a:lnTo>
                <a:lnTo>
                  <a:pt x="68377" y="0"/>
                </a:lnTo>
                <a:lnTo>
                  <a:pt x="0" y="64578"/>
                </a:lnTo>
                <a:close/>
              </a:path>
            </a:pathLst>
          </a:custGeom>
          <a:solidFill>
            <a:srgbClr val="F2C14E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52" name="S15-mark331"/>
          <p:cNvSpPr/>
          <p:nvPr/>
        </p:nvSpPr>
        <p:spPr>
          <a:xfrm>
            <a:off x="8924991" y="3361617"/>
            <a:ext cx="136754" cy="151949"/>
          </a:xfrm>
          <a:custGeom>
            <a:avLst/>
            <a:gdLst/>
            <a:ahLst/>
            <a:cxnLst/>
            <a:rect l="l" t="t" r="r" b="b"/>
            <a:pathLst>
              <a:path w="136754" h="151949">
                <a:moveTo>
                  <a:pt x="0" y="151949"/>
                </a:moveTo>
                <a:lnTo>
                  <a:pt x="136754" y="151949"/>
                </a:lnTo>
                <a:lnTo>
                  <a:pt x="136754" y="64578"/>
                </a:lnTo>
                <a:lnTo>
                  <a:pt x="68377" y="0"/>
                </a:lnTo>
                <a:lnTo>
                  <a:pt x="0" y="64578"/>
                </a:lnTo>
                <a:close/>
              </a:path>
            </a:pathLst>
          </a:custGeom>
          <a:solidFill>
            <a:srgbClr val="F2C14E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53" name="S15-mark332"/>
          <p:cNvSpPr/>
          <p:nvPr/>
        </p:nvSpPr>
        <p:spPr>
          <a:xfrm>
            <a:off x="9183995" y="3361617"/>
            <a:ext cx="136754" cy="151949"/>
          </a:xfrm>
          <a:custGeom>
            <a:avLst/>
            <a:gdLst/>
            <a:ahLst/>
            <a:cxnLst/>
            <a:rect l="l" t="t" r="r" b="b"/>
            <a:pathLst>
              <a:path w="136754" h="151949">
                <a:moveTo>
                  <a:pt x="0" y="151949"/>
                </a:moveTo>
                <a:lnTo>
                  <a:pt x="136754" y="151949"/>
                </a:lnTo>
                <a:lnTo>
                  <a:pt x="136754" y="64578"/>
                </a:lnTo>
                <a:lnTo>
                  <a:pt x="68377" y="0"/>
                </a:lnTo>
                <a:lnTo>
                  <a:pt x="0" y="64578"/>
                </a:lnTo>
                <a:close/>
              </a:path>
            </a:pathLst>
          </a:custGeom>
          <a:solidFill>
            <a:srgbClr val="F2C14E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54" name="S15-mark333"/>
          <p:cNvSpPr/>
          <p:nvPr/>
        </p:nvSpPr>
        <p:spPr>
          <a:xfrm>
            <a:off x="10323611" y="4380365"/>
            <a:ext cx="136754" cy="151949"/>
          </a:xfrm>
          <a:custGeom>
            <a:avLst/>
            <a:gdLst/>
            <a:ahLst/>
            <a:cxnLst/>
            <a:rect l="l" t="t" r="r" b="b"/>
            <a:pathLst>
              <a:path w="136754" h="151949">
                <a:moveTo>
                  <a:pt x="0" y="151949"/>
                </a:moveTo>
                <a:lnTo>
                  <a:pt x="136754" y="151949"/>
                </a:lnTo>
                <a:lnTo>
                  <a:pt x="136754" y="64578"/>
                </a:lnTo>
                <a:lnTo>
                  <a:pt x="68377" y="0"/>
                </a:lnTo>
                <a:lnTo>
                  <a:pt x="0" y="64578"/>
                </a:lnTo>
                <a:close/>
              </a:path>
            </a:pathLst>
          </a:custGeom>
          <a:solidFill>
            <a:srgbClr val="F2C14E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55" name="S15-mark334"/>
          <p:cNvSpPr/>
          <p:nvPr/>
        </p:nvSpPr>
        <p:spPr>
          <a:xfrm>
            <a:off x="10565348" y="4432166"/>
            <a:ext cx="136754" cy="151949"/>
          </a:xfrm>
          <a:custGeom>
            <a:avLst/>
            <a:gdLst/>
            <a:ahLst/>
            <a:cxnLst/>
            <a:rect l="l" t="t" r="r" b="b"/>
            <a:pathLst>
              <a:path w="136754" h="151949">
                <a:moveTo>
                  <a:pt x="0" y="151949"/>
                </a:moveTo>
                <a:lnTo>
                  <a:pt x="136754" y="151949"/>
                </a:lnTo>
                <a:lnTo>
                  <a:pt x="136754" y="64578"/>
                </a:lnTo>
                <a:lnTo>
                  <a:pt x="68377" y="0"/>
                </a:lnTo>
                <a:lnTo>
                  <a:pt x="0" y="64578"/>
                </a:lnTo>
                <a:close/>
              </a:path>
            </a:pathLst>
          </a:custGeom>
          <a:solidFill>
            <a:srgbClr val="F2C14E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56" name="S15-mark335"/>
          <p:cNvSpPr/>
          <p:nvPr/>
        </p:nvSpPr>
        <p:spPr>
          <a:xfrm>
            <a:off x="11117199" y="4632808"/>
            <a:ext cx="345338" cy="138135"/>
          </a:xfrm>
          <a:custGeom>
            <a:avLst/>
            <a:gdLst/>
            <a:ahLst/>
            <a:cxnLst/>
            <a:rect l="l" t="t" r="r" b="b"/>
            <a:pathLst>
              <a:path w="345338" h="138135">
                <a:moveTo>
                  <a:pt x="0" y="0"/>
                </a:moveTo>
                <a:lnTo>
                  <a:pt x="345338" y="0"/>
                </a:lnTo>
                <a:lnTo>
                  <a:pt x="259004" y="138135"/>
                </a:lnTo>
                <a:lnTo>
                  <a:pt x="86335" y="138135"/>
                </a:lnTo>
                <a:close/>
              </a:path>
            </a:pathLst>
          </a:custGeom>
          <a:solidFill>
            <a:srgbClr val="8B5E3C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7" name="S15-mark336"/>
          <p:cNvSpPr/>
          <p:nvPr/>
        </p:nvSpPr>
        <p:spPr>
          <a:xfrm>
            <a:off x="11279508" y="4356537"/>
            <a:ext cx="27627" cy="276271"/>
          </a:xfrm>
          <a:custGeom>
            <a:avLst/>
            <a:gdLst/>
            <a:ahLst/>
            <a:cxnLst/>
            <a:rect l="l" t="t" r="r" b="b"/>
            <a:pathLst>
              <a:path w="27627" h="276271">
                <a:moveTo>
                  <a:pt x="0" y="276271"/>
                </a:moveTo>
                <a:lnTo>
                  <a:pt x="27627" y="276271"/>
                </a:lnTo>
                <a:lnTo>
                  <a:pt x="27627" y="0"/>
                </a:lnTo>
                <a:lnTo>
                  <a:pt x="0" y="0"/>
                </a:ln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58" name="S15-mark337"/>
          <p:cNvSpPr/>
          <p:nvPr/>
        </p:nvSpPr>
        <p:spPr>
          <a:xfrm>
            <a:off x="11307135" y="4373804"/>
            <a:ext cx="155402" cy="207203"/>
          </a:xfrm>
          <a:custGeom>
            <a:avLst/>
            <a:gdLst/>
            <a:ahLst/>
            <a:cxnLst/>
            <a:rect l="l" t="t" r="r" b="b"/>
            <a:pathLst>
              <a:path w="155402" h="207203">
                <a:moveTo>
                  <a:pt x="0" y="0"/>
                </a:moveTo>
                <a:lnTo>
                  <a:pt x="155402" y="207203"/>
                </a:lnTo>
                <a:lnTo>
                  <a:pt x="0" y="207203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9" name="S15-mark338"/>
          <p:cNvSpPr/>
          <p:nvPr/>
        </p:nvSpPr>
        <p:spPr>
          <a:xfrm flipV="1">
            <a:off x="6679601" y="4960879"/>
            <a:ext cx="0" cy="345338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60" name="S15-mark339"/>
          <p:cNvSpPr/>
          <p:nvPr/>
        </p:nvSpPr>
        <p:spPr>
          <a:xfrm>
            <a:off x="6558732" y="5133548"/>
            <a:ext cx="241737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1" name="S15-mark340"/>
          <p:cNvSpPr/>
          <p:nvPr/>
        </p:nvSpPr>
        <p:spPr>
          <a:xfrm>
            <a:off x="6368796" y="5755157"/>
            <a:ext cx="345338" cy="0"/>
          </a:xfrm>
          <a:prstGeom prst="line">
            <a:avLst/>
          </a:prstGeom>
          <a:noFill/>
          <a:ln w="38100">
            <a:solidFill>
              <a:srgbClr val="1F2937"/>
            </a:solidFill>
            <a:prstDash val="solid"/>
          </a:ln>
        </p:spPr>
      </p:sp>
      <p:sp>
        <p:nvSpPr>
          <p:cNvPr id="62" name="S15-mark341"/>
          <p:cNvSpPr/>
          <p:nvPr/>
        </p:nvSpPr>
        <p:spPr>
          <a:xfrm>
            <a:off x="6368796" y="5686090"/>
            <a:ext cx="0" cy="138135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3" name="S15-mark342"/>
          <p:cNvSpPr/>
          <p:nvPr/>
        </p:nvSpPr>
        <p:spPr>
          <a:xfrm>
            <a:off x="6714134" y="5686090"/>
            <a:ext cx="0" cy="138135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4" name="S15-label344"/>
          <p:cNvSpPr txBox="1"/>
          <p:nvPr/>
        </p:nvSpPr>
        <p:spPr>
          <a:xfrm>
            <a:off x="10919033" y="2767416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</a:t>
            </a:r>
            <a:endParaRPr lang="ko-KR" sz="2400" dirty="0"/>
          </a:p>
        </p:txBody>
      </p:sp>
      <p:sp>
        <p:nvSpPr>
          <p:cNvPr id="65" name="S15-labelbg346"/>
          <p:cNvSpPr/>
          <p:nvPr/>
        </p:nvSpPr>
        <p:spPr>
          <a:xfrm>
            <a:off x="10118674" y="2511979"/>
            <a:ext cx="615696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S15-label347"/>
          <p:cNvSpPr txBox="1"/>
          <p:nvPr/>
        </p:nvSpPr>
        <p:spPr>
          <a:xfrm>
            <a:off x="10072954" y="2473879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논밭</a:t>
            </a:r>
            <a:endParaRPr lang="ko-KR" sz="2400" dirty="0"/>
          </a:p>
        </p:txBody>
      </p:sp>
      <p:sp>
        <p:nvSpPr>
          <p:cNvPr id="67" name="S15-labelbg349"/>
          <p:cNvSpPr/>
          <p:nvPr/>
        </p:nvSpPr>
        <p:spPr>
          <a:xfrm>
            <a:off x="8674303" y="4894814"/>
            <a:ext cx="914400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8" name="S15-label350"/>
          <p:cNvSpPr txBox="1"/>
          <p:nvPr/>
        </p:nvSpPr>
        <p:spPr>
          <a:xfrm>
            <a:off x="8628583" y="4856714"/>
            <a:ext cx="100584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별빛시</a:t>
            </a:r>
            <a:endParaRPr lang="ko-KR" sz="2400" dirty="0"/>
          </a:p>
        </p:txBody>
      </p:sp>
      <p:sp>
        <p:nvSpPr>
          <p:cNvPr id="69" name="S15-labelbg352"/>
          <p:cNvSpPr/>
          <p:nvPr/>
        </p:nvSpPr>
        <p:spPr>
          <a:xfrm>
            <a:off x="7643454" y="4514941"/>
            <a:ext cx="316992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0" name="S15-label353"/>
          <p:cNvSpPr txBox="1"/>
          <p:nvPr/>
        </p:nvSpPr>
        <p:spPr>
          <a:xfrm>
            <a:off x="7597734" y="4476841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71" name="S15-labelbg355"/>
          <p:cNvSpPr/>
          <p:nvPr/>
        </p:nvSpPr>
        <p:spPr>
          <a:xfrm>
            <a:off x="9421947" y="3461659"/>
            <a:ext cx="316992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2" name="S15-label356"/>
          <p:cNvSpPr txBox="1"/>
          <p:nvPr/>
        </p:nvSpPr>
        <p:spPr>
          <a:xfrm>
            <a:off x="9376227" y="3423559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73" name="S15-labelbg358"/>
          <p:cNvSpPr/>
          <p:nvPr/>
        </p:nvSpPr>
        <p:spPr>
          <a:xfrm>
            <a:off x="10354361" y="4670344"/>
            <a:ext cx="316992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4" name="S15-label359"/>
          <p:cNvSpPr txBox="1"/>
          <p:nvPr/>
        </p:nvSpPr>
        <p:spPr>
          <a:xfrm>
            <a:off x="10308641" y="4632244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400" dirty="0"/>
          </a:p>
        </p:txBody>
      </p:sp>
      <p:sp>
        <p:nvSpPr>
          <p:cNvPr id="75" name="S15-label361"/>
          <p:cNvSpPr txBox="1"/>
          <p:nvPr/>
        </p:nvSpPr>
        <p:spPr>
          <a:xfrm>
            <a:off x="6475385" y="4580443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</a:t>
            </a:r>
            <a:endParaRPr lang="ko-KR" sz="2400" dirty="0"/>
          </a:p>
        </p:txBody>
      </p:sp>
      <p:sp>
        <p:nvSpPr>
          <p:cNvPr id="76" name="S15-label363"/>
          <p:cNvSpPr txBox="1"/>
          <p:nvPr/>
        </p:nvSpPr>
        <p:spPr>
          <a:xfrm>
            <a:off x="6729838" y="5564657"/>
            <a:ext cx="8229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km</a:t>
            </a:r>
            <a:endParaRPr lang="ko-KR" sz="2400" dirty="0"/>
          </a:p>
        </p:txBody>
      </p:sp>
      <p:sp>
        <p:nvSpPr>
          <p:cNvPr id="77" name="S15-chip364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8" name="S15-text365"/>
          <p:cNvSpPr txBox="1"/>
          <p:nvPr/>
        </p:nvSpPr>
        <p:spPr>
          <a:xfrm>
            <a:off x="1344168" y="201168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별빛시에서 보면 나 마을은 어느 쪽?</a:t>
            </a:r>
            <a:endParaRPr lang="ko-KR" sz="3000" dirty="0"/>
          </a:p>
        </p:txBody>
      </p:sp>
      <p:sp>
        <p:nvSpPr>
          <p:cNvPr id="79" name="S15-chip366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80" name="S15-text367"/>
          <p:cNvSpPr txBox="1"/>
          <p:nvPr/>
        </p:nvSpPr>
        <p:spPr>
          <a:xfrm>
            <a:off x="1344168" y="347472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별빛시에서 나 마을까지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 칸, 몇 km?</a:t>
            </a:r>
            <a:endParaRPr lang="ko-KR" sz="3000" dirty="0"/>
          </a:p>
        </p:txBody>
      </p:sp>
      <p:sp>
        <p:nvSpPr>
          <p:cNvPr id="81" name="S15-chip368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2" name="S15-text369"/>
          <p:cNvSpPr txBox="1"/>
          <p:nvPr/>
        </p:nvSpPr>
        <p:spPr>
          <a:xfrm>
            <a:off x="1344168" y="493776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바다는 지도의 어느 쪽에 있나요?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사회·역사 촌락과 도시</dc:title>
  <dc:subject>KR22-G04-SOC-REGION-L01</dc:subject>
  <dc:creator>education-ppt</dc:creator>
  <cp:lastModifiedBy>education-ppt</cp:lastModifiedBy>
  <cp:revision>1</cp:revision>
  <dcterms:created xsi:type="dcterms:W3CDTF">2026-10-26T09:34:23Z</dcterms:created>
  <dcterms:modified xsi:type="dcterms:W3CDTF">2026-10-26T09:34:23Z</dcterms:modified>
</cp:coreProperties>
</file>