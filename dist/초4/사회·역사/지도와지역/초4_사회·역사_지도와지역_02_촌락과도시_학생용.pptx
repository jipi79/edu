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5dab4f0-6541-ffb0-e1f5-af0bd01703e5}">
          <p14:sldIdLst>
            <p14:sldId id="256"/>
            <p14:sldId id="257"/>
          </p14:sldIdLst>
        </p14:section>
        <p14:section name="개념" id="{3e5e01dd-e6ea-24ff-e962-dfdce686af81}">
          <p14:sldIdLst>
            <p14:sldId id="258"/>
            <p14:sldId id="259"/>
            <p14:sldId id="261"/>
            <p14:sldId id="263"/>
          </p14:sldIdLst>
        </p14:section>
        <p14:section name="연습" id="{1ca7aa27-61d4-8b92-40d1-9dcdaacd6935}">
          <p14:sldIdLst>
            <p14:sldId id="260"/>
            <p14:sldId id="262"/>
            <p14:sldId id="264"/>
            <p14:sldId id="265"/>
          </p14:sldIdLst>
        </p14:section>
        <p14:section name="개념" id="{4c280a93-b692-c8ff-9208-0fcf8a75784c}">
          <p14:sldIdLst/>
        </p14:section>
        <p14:section name="연습" id="{c92bca1f-d8be-0f50-4da1-42c20497d021}">
          <p14:sldIdLst/>
        </p14:section>
        <p14:section name="개념" id="{dde057ac-388d-2652-b596-7f734677c401}">
          <p14:sldIdLst/>
        </p14:section>
        <p14:section name="연습" id="{bb269585-b933-3e4b-1a74-52227f95cb0c}">
          <p14:sldIdLst/>
        </p14:section>
        <p14:section name="확인" id="{aa9366f3-b6f4-aab0-ab09-37bd50a58970}">
          <p14:sldIdLst>
            <p14:sldId id="266"/>
            <p14:sldId id="267"/>
          </p14:sldIdLst>
        </p14:section>
        <p14:section name="정리" id="{2a8f498b-45d4-8b7e-545e-6a199f5d8849}">
          <p14:sldIdLst>
            <p14:sldId id="268"/>
          </p14:sldIdLst>
        </p14:section>
        <p14:section name="보충" id="{1688e19a-7271-fbba-b231-6582bddfd497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지도와지역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촌락과 도시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촌락과 도시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사회·역사 · 촌락과 도시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촌락과 도시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먹은 밥과 반찬은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왔을까요?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촌락과 도시의 특징을 비교할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촌락과 도시가 서로 돕는 모습을 말할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지도를 읽어 볼까요?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별빛시와 둘레 마을의 지도예요.</a:t>
            </a:r>
            <a:endParaRPr lang="ko-KR" sz="3000" dirty="0"/>
          </a:p>
        </p:txBody>
      </p:sp>
      <p:sp>
        <p:nvSpPr>
          <p:cNvPr id="4" name="S02-figure4" descr="별빛시 둘레의 지도(모눈 한 칸 = 1 km). 가운데 아래에 높은 건물이 모인 별빛시가 있다. 별빛시의 서쪽 5칸, 등고선이 여러 겹인 산비탈에 가 마을, 북쪽 3칸 논밭 옆에 나 마을, 동쪽 4칸 바닷가에 다 마을이 있다. 동쪽에는 바다와 배가 있다. 왼쪽 아래에 북쪽을 가리키는 방위표가 있다."/>
          <p:cNvSpPr/>
          <p:nvPr/>
        </p:nvSpPr>
        <p:spPr>
          <a:xfrm>
            <a:off x="6368796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" name="S02-mark5"/>
          <p:cNvSpPr/>
          <p:nvPr/>
        </p:nvSpPr>
        <p:spPr>
          <a:xfrm>
            <a:off x="6714134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2-mark6"/>
          <p:cNvSpPr/>
          <p:nvPr/>
        </p:nvSpPr>
        <p:spPr>
          <a:xfrm>
            <a:off x="7059473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2-mark7"/>
          <p:cNvSpPr/>
          <p:nvPr/>
        </p:nvSpPr>
        <p:spPr>
          <a:xfrm>
            <a:off x="7404811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2-mark8"/>
          <p:cNvSpPr/>
          <p:nvPr/>
        </p:nvSpPr>
        <p:spPr>
          <a:xfrm>
            <a:off x="7750150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2-mark9"/>
          <p:cNvSpPr/>
          <p:nvPr/>
        </p:nvSpPr>
        <p:spPr>
          <a:xfrm>
            <a:off x="8095488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2-mark10"/>
          <p:cNvSpPr/>
          <p:nvPr/>
        </p:nvSpPr>
        <p:spPr>
          <a:xfrm>
            <a:off x="8440826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2-mark11"/>
          <p:cNvSpPr/>
          <p:nvPr/>
        </p:nvSpPr>
        <p:spPr>
          <a:xfrm>
            <a:off x="8786165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2-mark12"/>
          <p:cNvSpPr/>
          <p:nvPr/>
        </p:nvSpPr>
        <p:spPr>
          <a:xfrm>
            <a:off x="9131503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2-mark13"/>
          <p:cNvSpPr/>
          <p:nvPr/>
        </p:nvSpPr>
        <p:spPr>
          <a:xfrm>
            <a:off x="9476842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2-mark14"/>
          <p:cNvSpPr/>
          <p:nvPr/>
        </p:nvSpPr>
        <p:spPr>
          <a:xfrm>
            <a:off x="9822180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2-mark15"/>
          <p:cNvSpPr/>
          <p:nvPr/>
        </p:nvSpPr>
        <p:spPr>
          <a:xfrm>
            <a:off x="10167518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2-mark16"/>
          <p:cNvSpPr/>
          <p:nvPr/>
        </p:nvSpPr>
        <p:spPr>
          <a:xfrm>
            <a:off x="10512857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2-mark17"/>
          <p:cNvSpPr/>
          <p:nvPr/>
        </p:nvSpPr>
        <p:spPr>
          <a:xfrm>
            <a:off x="10858195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2-mark18"/>
          <p:cNvSpPr/>
          <p:nvPr/>
        </p:nvSpPr>
        <p:spPr>
          <a:xfrm>
            <a:off x="11203534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2-mark19"/>
          <p:cNvSpPr/>
          <p:nvPr/>
        </p:nvSpPr>
        <p:spPr>
          <a:xfrm>
            <a:off x="11548872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2-mark20"/>
          <p:cNvSpPr/>
          <p:nvPr/>
        </p:nvSpPr>
        <p:spPr>
          <a:xfrm>
            <a:off x="6368796" y="5513421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2-mark21"/>
          <p:cNvSpPr/>
          <p:nvPr/>
        </p:nvSpPr>
        <p:spPr>
          <a:xfrm>
            <a:off x="6368796" y="5168082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2-mark22"/>
          <p:cNvSpPr/>
          <p:nvPr/>
        </p:nvSpPr>
        <p:spPr>
          <a:xfrm>
            <a:off x="6368796" y="4822744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2-mark23"/>
          <p:cNvSpPr/>
          <p:nvPr/>
        </p:nvSpPr>
        <p:spPr>
          <a:xfrm>
            <a:off x="6368796" y="4477405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2-mark24"/>
          <p:cNvSpPr/>
          <p:nvPr/>
        </p:nvSpPr>
        <p:spPr>
          <a:xfrm>
            <a:off x="6368796" y="4132067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2-mark25"/>
          <p:cNvSpPr/>
          <p:nvPr/>
        </p:nvSpPr>
        <p:spPr>
          <a:xfrm>
            <a:off x="6368796" y="3786729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2-mark26"/>
          <p:cNvSpPr/>
          <p:nvPr/>
        </p:nvSpPr>
        <p:spPr>
          <a:xfrm>
            <a:off x="6368796" y="3441390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2-mark27"/>
          <p:cNvSpPr/>
          <p:nvPr/>
        </p:nvSpPr>
        <p:spPr>
          <a:xfrm>
            <a:off x="6368796" y="3096052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2-mark28"/>
          <p:cNvSpPr/>
          <p:nvPr/>
        </p:nvSpPr>
        <p:spPr>
          <a:xfrm>
            <a:off x="6368796" y="2750713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2-mark29"/>
          <p:cNvSpPr/>
          <p:nvPr/>
        </p:nvSpPr>
        <p:spPr>
          <a:xfrm>
            <a:off x="6368796" y="2405375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2-mark30"/>
          <p:cNvSpPr/>
          <p:nvPr/>
        </p:nvSpPr>
        <p:spPr>
          <a:xfrm>
            <a:off x="10823661" y="2405375"/>
            <a:ext cx="725211" cy="3108046"/>
          </a:xfrm>
          <a:custGeom>
            <a:avLst/>
            <a:gdLst/>
            <a:ahLst/>
            <a:cxnLst/>
            <a:rect l="l" t="t" r="r" b="b"/>
            <a:pathLst>
              <a:path w="725211" h="3108046">
                <a:moveTo>
                  <a:pt x="138135" y="0"/>
                </a:moveTo>
                <a:lnTo>
                  <a:pt x="0" y="518008"/>
                </a:lnTo>
                <a:lnTo>
                  <a:pt x="207203" y="1208684"/>
                </a:lnTo>
                <a:lnTo>
                  <a:pt x="34534" y="1864827"/>
                </a:lnTo>
                <a:lnTo>
                  <a:pt x="172669" y="2486436"/>
                </a:lnTo>
                <a:lnTo>
                  <a:pt x="69068" y="3108046"/>
                </a:lnTo>
                <a:lnTo>
                  <a:pt x="725211" y="3108046"/>
                </a:lnTo>
                <a:lnTo>
                  <a:pt x="725211" y="0"/>
                </a:lnTo>
                <a:close/>
              </a:path>
            </a:pathLst>
          </a:custGeom>
          <a:solidFill>
            <a:srgbClr val="CFE3F5"/>
          </a:solidFill>
          <a:ln w="19050">
            <a:solidFill>
              <a:srgbClr val="4A90C8"/>
            </a:solidFill>
            <a:prstDash val="solid"/>
          </a:ln>
        </p:spPr>
      </p:sp>
      <p:sp>
        <p:nvSpPr>
          <p:cNvPr id="31" name="S02-mark31"/>
          <p:cNvSpPr/>
          <p:nvPr/>
        </p:nvSpPr>
        <p:spPr>
          <a:xfrm>
            <a:off x="6506931" y="2957916"/>
            <a:ext cx="1795760" cy="1657624"/>
          </a:xfrm>
          <a:custGeom>
            <a:avLst/>
            <a:gdLst/>
            <a:ahLst/>
            <a:cxnLst/>
            <a:rect l="l" t="t" r="r" b="b"/>
            <a:pathLst>
              <a:path w="1795760" h="1657624">
                <a:moveTo>
                  <a:pt x="1795760" y="863346"/>
                </a:moveTo>
                <a:lnTo>
                  <a:pt x="1782291" y="713469"/>
                </a:lnTo>
                <a:lnTo>
                  <a:pt x="1741542" y="568082"/>
                </a:lnTo>
                <a:lnTo>
                  <a:pt x="1675582" y="431673"/>
                </a:lnTo>
                <a:lnTo>
                  <a:pt x="1585794" y="308387"/>
                </a:lnTo>
                <a:lnTo>
                  <a:pt x="1474940" y="202023"/>
                </a:lnTo>
                <a:lnTo>
                  <a:pt x="1346820" y="115688"/>
                </a:lnTo>
                <a:lnTo>
                  <a:pt x="1204886" y="52146"/>
                </a:lnTo>
                <a:lnTo>
                  <a:pt x="1053627" y="13123"/>
                </a:lnTo>
                <a:lnTo>
                  <a:pt x="897880" y="0"/>
                </a:lnTo>
                <a:lnTo>
                  <a:pt x="742132" y="13123"/>
                </a:lnTo>
                <a:lnTo>
                  <a:pt x="590874" y="52146"/>
                </a:lnTo>
                <a:lnTo>
                  <a:pt x="448940" y="115688"/>
                </a:lnTo>
                <a:lnTo>
                  <a:pt x="320819" y="202023"/>
                </a:lnTo>
                <a:lnTo>
                  <a:pt x="209966" y="308387"/>
                </a:lnTo>
                <a:lnTo>
                  <a:pt x="120178" y="431673"/>
                </a:lnTo>
                <a:lnTo>
                  <a:pt x="54218" y="568082"/>
                </a:lnTo>
                <a:lnTo>
                  <a:pt x="13468" y="713469"/>
                </a:lnTo>
                <a:lnTo>
                  <a:pt x="0" y="863346"/>
                </a:lnTo>
                <a:lnTo>
                  <a:pt x="13468" y="1001136"/>
                </a:lnTo>
                <a:lnTo>
                  <a:pt x="54218" y="1135127"/>
                </a:lnTo>
                <a:lnTo>
                  <a:pt x="120178" y="1260485"/>
                </a:lnTo>
                <a:lnTo>
                  <a:pt x="209966" y="1373756"/>
                </a:lnTo>
                <a:lnTo>
                  <a:pt x="320819" y="1471832"/>
                </a:lnTo>
                <a:lnTo>
                  <a:pt x="448940" y="1551260"/>
                </a:lnTo>
                <a:lnTo>
                  <a:pt x="590874" y="1609622"/>
                </a:lnTo>
                <a:lnTo>
                  <a:pt x="742132" y="1645537"/>
                </a:lnTo>
                <a:lnTo>
                  <a:pt x="897880" y="1657624"/>
                </a:lnTo>
                <a:lnTo>
                  <a:pt x="1053627" y="1645537"/>
                </a:lnTo>
                <a:lnTo>
                  <a:pt x="1204886" y="1609622"/>
                </a:lnTo>
                <a:lnTo>
                  <a:pt x="1346820" y="1551260"/>
                </a:lnTo>
                <a:lnTo>
                  <a:pt x="1474940" y="1471832"/>
                </a:lnTo>
                <a:lnTo>
                  <a:pt x="1585794" y="1373756"/>
                </a:lnTo>
                <a:lnTo>
                  <a:pt x="1675582" y="1260485"/>
                </a:lnTo>
                <a:lnTo>
                  <a:pt x="1741542" y="1135127"/>
                </a:lnTo>
                <a:lnTo>
                  <a:pt x="1782291" y="1001136"/>
                </a:lnTo>
                <a:close/>
              </a:path>
            </a:pathLst>
          </a:custGeom>
          <a:solidFill>
            <a:srgbClr val="D5ECC8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2" name="S02-mark32"/>
          <p:cNvSpPr/>
          <p:nvPr/>
        </p:nvSpPr>
        <p:spPr>
          <a:xfrm>
            <a:off x="6817736" y="3268721"/>
            <a:ext cx="1174151" cy="1036015"/>
          </a:xfrm>
          <a:custGeom>
            <a:avLst/>
            <a:gdLst/>
            <a:ahLst/>
            <a:cxnLst/>
            <a:rect l="l" t="t" r="r" b="b"/>
            <a:pathLst>
              <a:path w="1174151" h="1036015">
                <a:moveTo>
                  <a:pt x="1174151" y="552541"/>
                </a:moveTo>
                <a:lnTo>
                  <a:pt x="1165172" y="456537"/>
                </a:lnTo>
                <a:lnTo>
                  <a:pt x="1138581" y="363641"/>
                </a:lnTo>
                <a:lnTo>
                  <a:pt x="1095413" y="276271"/>
                </a:lnTo>
                <a:lnTo>
                  <a:pt x="1036706" y="197534"/>
                </a:lnTo>
                <a:lnTo>
                  <a:pt x="964530" y="129157"/>
                </a:lnTo>
                <a:lnTo>
                  <a:pt x="880613" y="73902"/>
                </a:lnTo>
                <a:lnTo>
                  <a:pt x="787717" y="33152"/>
                </a:lnTo>
                <a:lnTo>
                  <a:pt x="688950" y="8288"/>
                </a:lnTo>
                <a:lnTo>
                  <a:pt x="587075" y="0"/>
                </a:lnTo>
                <a:lnTo>
                  <a:pt x="485200" y="8288"/>
                </a:lnTo>
                <a:lnTo>
                  <a:pt x="386434" y="33152"/>
                </a:lnTo>
                <a:lnTo>
                  <a:pt x="293538" y="73902"/>
                </a:lnTo>
                <a:lnTo>
                  <a:pt x="209620" y="129157"/>
                </a:lnTo>
                <a:lnTo>
                  <a:pt x="137445" y="197534"/>
                </a:lnTo>
                <a:lnTo>
                  <a:pt x="78737" y="276271"/>
                </a:lnTo>
                <a:lnTo>
                  <a:pt x="35570" y="363641"/>
                </a:lnTo>
                <a:lnTo>
                  <a:pt x="8979" y="456537"/>
                </a:lnTo>
                <a:lnTo>
                  <a:pt x="0" y="552541"/>
                </a:lnTo>
                <a:lnTo>
                  <a:pt x="8979" y="636459"/>
                </a:lnTo>
                <a:lnTo>
                  <a:pt x="35570" y="717959"/>
                </a:lnTo>
                <a:lnTo>
                  <a:pt x="78737" y="794278"/>
                </a:lnTo>
                <a:lnTo>
                  <a:pt x="137445" y="863346"/>
                </a:lnTo>
                <a:lnTo>
                  <a:pt x="209620" y="922744"/>
                </a:lnTo>
                <a:lnTo>
                  <a:pt x="293538" y="971092"/>
                </a:lnTo>
                <a:lnTo>
                  <a:pt x="386434" y="1007007"/>
                </a:lnTo>
                <a:lnTo>
                  <a:pt x="485200" y="1028763"/>
                </a:lnTo>
                <a:lnTo>
                  <a:pt x="587075" y="1036015"/>
                </a:lnTo>
                <a:lnTo>
                  <a:pt x="688950" y="1028763"/>
                </a:lnTo>
                <a:lnTo>
                  <a:pt x="787717" y="1007007"/>
                </a:lnTo>
                <a:lnTo>
                  <a:pt x="880613" y="971092"/>
                </a:lnTo>
                <a:lnTo>
                  <a:pt x="964530" y="922744"/>
                </a:lnTo>
                <a:lnTo>
                  <a:pt x="1036706" y="863346"/>
                </a:lnTo>
                <a:lnTo>
                  <a:pt x="1095413" y="794278"/>
                </a:lnTo>
                <a:lnTo>
                  <a:pt x="1138581" y="717959"/>
                </a:lnTo>
                <a:lnTo>
                  <a:pt x="1165172" y="636459"/>
                </a:lnTo>
                <a:close/>
              </a:path>
            </a:pathLst>
          </a:custGeom>
          <a:solidFill>
            <a:srgbClr val="F3E6AE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3" name="S02-mark33"/>
          <p:cNvSpPr/>
          <p:nvPr/>
        </p:nvSpPr>
        <p:spPr>
          <a:xfrm>
            <a:off x="7128540" y="3544992"/>
            <a:ext cx="552541" cy="518008"/>
          </a:xfrm>
          <a:custGeom>
            <a:avLst/>
            <a:gdLst/>
            <a:ahLst/>
            <a:cxnLst/>
            <a:rect l="l" t="t" r="r" b="b"/>
            <a:pathLst>
              <a:path w="552541" h="518008">
                <a:moveTo>
                  <a:pt x="552541" y="276271"/>
                </a:moveTo>
                <a:lnTo>
                  <a:pt x="548397" y="228269"/>
                </a:lnTo>
                <a:lnTo>
                  <a:pt x="535965" y="181648"/>
                </a:lnTo>
                <a:lnTo>
                  <a:pt x="515590" y="138135"/>
                </a:lnTo>
                <a:lnTo>
                  <a:pt x="487963" y="98767"/>
                </a:lnTo>
                <a:lnTo>
                  <a:pt x="453775" y="64578"/>
                </a:lnTo>
                <a:lnTo>
                  <a:pt x="414406" y="36951"/>
                </a:lnTo>
                <a:lnTo>
                  <a:pt x="370893" y="16576"/>
                </a:lnTo>
                <a:lnTo>
                  <a:pt x="324273" y="4144"/>
                </a:lnTo>
                <a:lnTo>
                  <a:pt x="276271" y="0"/>
                </a:lnTo>
                <a:lnTo>
                  <a:pt x="228269" y="4144"/>
                </a:lnTo>
                <a:lnTo>
                  <a:pt x="181648" y="16576"/>
                </a:lnTo>
                <a:lnTo>
                  <a:pt x="138135" y="36951"/>
                </a:lnTo>
                <a:lnTo>
                  <a:pt x="98767" y="64578"/>
                </a:lnTo>
                <a:lnTo>
                  <a:pt x="64578" y="98767"/>
                </a:lnTo>
                <a:lnTo>
                  <a:pt x="36951" y="138135"/>
                </a:lnTo>
                <a:lnTo>
                  <a:pt x="16576" y="181648"/>
                </a:lnTo>
                <a:lnTo>
                  <a:pt x="4144" y="228269"/>
                </a:lnTo>
                <a:lnTo>
                  <a:pt x="0" y="276271"/>
                </a:lnTo>
                <a:lnTo>
                  <a:pt x="4144" y="318402"/>
                </a:lnTo>
                <a:lnTo>
                  <a:pt x="16576" y="358807"/>
                </a:lnTo>
                <a:lnTo>
                  <a:pt x="36951" y="397139"/>
                </a:lnTo>
                <a:lnTo>
                  <a:pt x="64578" y="431673"/>
                </a:lnTo>
                <a:lnTo>
                  <a:pt x="98767" y="461372"/>
                </a:lnTo>
                <a:lnTo>
                  <a:pt x="138135" y="485546"/>
                </a:lnTo>
                <a:lnTo>
                  <a:pt x="181648" y="503503"/>
                </a:lnTo>
                <a:lnTo>
                  <a:pt x="228269" y="514209"/>
                </a:lnTo>
                <a:lnTo>
                  <a:pt x="276271" y="518008"/>
                </a:lnTo>
                <a:lnTo>
                  <a:pt x="324273" y="514209"/>
                </a:lnTo>
                <a:lnTo>
                  <a:pt x="370893" y="503503"/>
                </a:lnTo>
                <a:lnTo>
                  <a:pt x="414406" y="485546"/>
                </a:lnTo>
                <a:lnTo>
                  <a:pt x="453775" y="461372"/>
                </a:lnTo>
                <a:lnTo>
                  <a:pt x="487963" y="431673"/>
                </a:lnTo>
                <a:lnTo>
                  <a:pt x="515590" y="397139"/>
                </a:lnTo>
                <a:lnTo>
                  <a:pt x="535965" y="358807"/>
                </a:lnTo>
                <a:lnTo>
                  <a:pt x="548397" y="318402"/>
                </a:lnTo>
                <a:close/>
              </a:path>
            </a:pathLst>
          </a:custGeom>
          <a:solidFill>
            <a:srgbClr val="E6C097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02-mark34"/>
          <p:cNvSpPr/>
          <p:nvPr/>
        </p:nvSpPr>
        <p:spPr>
          <a:xfrm>
            <a:off x="7311570" y="3699703"/>
            <a:ext cx="186483" cy="161618"/>
          </a:xfrm>
          <a:custGeom>
            <a:avLst/>
            <a:gdLst/>
            <a:ahLst/>
            <a:cxnLst/>
            <a:rect l="l" t="t" r="r" b="b"/>
            <a:pathLst>
              <a:path w="186483" h="161618">
                <a:moveTo>
                  <a:pt x="0" y="161618"/>
                </a:moveTo>
                <a:lnTo>
                  <a:pt x="186483" y="161618"/>
                </a:lnTo>
                <a:lnTo>
                  <a:pt x="93241" y="0"/>
                </a:lnTo>
                <a:close/>
              </a:path>
            </a:pathLst>
          </a:custGeom>
          <a:solidFill>
            <a:srgbClr val="8B5E3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5" name="S02-mark35"/>
          <p:cNvSpPr/>
          <p:nvPr/>
        </p:nvSpPr>
        <p:spPr>
          <a:xfrm>
            <a:off x="8509894" y="2854315"/>
            <a:ext cx="483474" cy="310805"/>
          </a:xfrm>
          <a:custGeom>
            <a:avLst/>
            <a:gdLst/>
            <a:ahLst/>
            <a:cxnLst/>
            <a:rect l="l" t="t" r="r" b="b"/>
            <a:pathLst>
              <a:path w="483474" h="310805">
                <a:moveTo>
                  <a:pt x="0" y="310805"/>
                </a:moveTo>
                <a:lnTo>
                  <a:pt x="483474" y="310805"/>
                </a:lnTo>
                <a:lnTo>
                  <a:pt x="48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36" name="S02-mark36"/>
          <p:cNvSpPr/>
          <p:nvPr/>
        </p:nvSpPr>
        <p:spPr>
          <a:xfrm>
            <a:off x="9062436" y="2854315"/>
            <a:ext cx="483474" cy="310805"/>
          </a:xfrm>
          <a:custGeom>
            <a:avLst/>
            <a:gdLst/>
            <a:ahLst/>
            <a:cxnLst/>
            <a:rect l="l" t="t" r="r" b="b"/>
            <a:pathLst>
              <a:path w="483474" h="310805">
                <a:moveTo>
                  <a:pt x="0" y="310805"/>
                </a:moveTo>
                <a:lnTo>
                  <a:pt x="483474" y="310805"/>
                </a:lnTo>
                <a:lnTo>
                  <a:pt x="48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37" name="S02-mark37"/>
          <p:cNvSpPr/>
          <p:nvPr/>
        </p:nvSpPr>
        <p:spPr>
          <a:xfrm>
            <a:off x="9614977" y="2854315"/>
            <a:ext cx="414406" cy="310805"/>
          </a:xfrm>
          <a:custGeom>
            <a:avLst/>
            <a:gdLst/>
            <a:ahLst/>
            <a:cxnLst/>
            <a:rect l="l" t="t" r="r" b="b"/>
            <a:pathLst>
              <a:path w="414406" h="310805">
                <a:moveTo>
                  <a:pt x="0" y="310805"/>
                </a:moveTo>
                <a:lnTo>
                  <a:pt x="414406" y="310805"/>
                </a:lnTo>
                <a:lnTo>
                  <a:pt x="414406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38" name="S02-mark38"/>
          <p:cNvSpPr/>
          <p:nvPr/>
        </p:nvSpPr>
        <p:spPr>
          <a:xfrm>
            <a:off x="8509894" y="2474443"/>
            <a:ext cx="483474" cy="310805"/>
          </a:xfrm>
          <a:custGeom>
            <a:avLst/>
            <a:gdLst/>
            <a:ahLst/>
            <a:cxnLst/>
            <a:rect l="l" t="t" r="r" b="b"/>
            <a:pathLst>
              <a:path w="483474" h="310805">
                <a:moveTo>
                  <a:pt x="0" y="310805"/>
                </a:moveTo>
                <a:lnTo>
                  <a:pt x="483474" y="310805"/>
                </a:lnTo>
                <a:lnTo>
                  <a:pt x="48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39" name="S02-mark39"/>
          <p:cNvSpPr/>
          <p:nvPr/>
        </p:nvSpPr>
        <p:spPr>
          <a:xfrm>
            <a:off x="9062436" y="2474443"/>
            <a:ext cx="483474" cy="310805"/>
          </a:xfrm>
          <a:custGeom>
            <a:avLst/>
            <a:gdLst/>
            <a:ahLst/>
            <a:cxnLst/>
            <a:rect l="l" t="t" r="r" b="b"/>
            <a:pathLst>
              <a:path w="483474" h="310805">
                <a:moveTo>
                  <a:pt x="0" y="310805"/>
                </a:moveTo>
                <a:lnTo>
                  <a:pt x="483474" y="310805"/>
                </a:lnTo>
                <a:lnTo>
                  <a:pt x="48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40" name="S02-mark40"/>
          <p:cNvSpPr/>
          <p:nvPr/>
        </p:nvSpPr>
        <p:spPr>
          <a:xfrm>
            <a:off x="9614977" y="2474443"/>
            <a:ext cx="414406" cy="310805"/>
          </a:xfrm>
          <a:custGeom>
            <a:avLst/>
            <a:gdLst/>
            <a:ahLst/>
            <a:cxnLst/>
            <a:rect l="l" t="t" r="r" b="b"/>
            <a:pathLst>
              <a:path w="414406" h="310805">
                <a:moveTo>
                  <a:pt x="0" y="310805"/>
                </a:moveTo>
                <a:lnTo>
                  <a:pt x="414406" y="310805"/>
                </a:lnTo>
                <a:lnTo>
                  <a:pt x="414406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41" name="S02-mark41"/>
          <p:cNvSpPr/>
          <p:nvPr/>
        </p:nvSpPr>
        <p:spPr>
          <a:xfrm>
            <a:off x="7577480" y="4477405"/>
            <a:ext cx="1036015" cy="9144"/>
          </a:xfrm>
          <a:custGeom>
            <a:avLst/>
            <a:gdLst/>
            <a:ahLst/>
            <a:cxnLst/>
            <a:rect l="l" t="t" r="r" b="b"/>
            <a:pathLst>
              <a:path w="1036015" h="9144">
                <a:moveTo>
                  <a:pt x="0" y="0"/>
                </a:moveTo>
                <a:lnTo>
                  <a:pt x="1036015" y="0"/>
                </a:lnTo>
              </a:path>
            </a:pathLst>
          </a:custGeom>
          <a:noFill/>
          <a:ln w="63500">
            <a:solidFill>
              <a:srgbClr val="A3AAB4"/>
            </a:solidFill>
            <a:prstDash val="solid"/>
          </a:ln>
        </p:spPr>
      </p:sp>
      <p:sp>
        <p:nvSpPr>
          <p:cNvPr id="42" name="S02-mark42"/>
          <p:cNvSpPr/>
          <p:nvPr/>
        </p:nvSpPr>
        <p:spPr>
          <a:xfrm>
            <a:off x="9131503" y="3614059"/>
            <a:ext cx="9144" cy="414406"/>
          </a:xfrm>
          <a:custGeom>
            <a:avLst/>
            <a:gdLst/>
            <a:ahLst/>
            <a:cxnLst/>
            <a:rect l="l" t="t" r="r" b="b"/>
            <a:pathLst>
              <a:path w="9144" h="414406">
                <a:moveTo>
                  <a:pt x="0" y="414406"/>
                </a:moveTo>
                <a:lnTo>
                  <a:pt x="0" y="0"/>
                </a:lnTo>
              </a:path>
            </a:pathLst>
          </a:custGeom>
          <a:noFill/>
          <a:ln w="63500">
            <a:solidFill>
              <a:srgbClr val="A3AAB4"/>
            </a:solidFill>
            <a:prstDash val="solid"/>
          </a:ln>
        </p:spPr>
      </p:sp>
      <p:sp>
        <p:nvSpPr>
          <p:cNvPr id="43" name="S02-mark43"/>
          <p:cNvSpPr/>
          <p:nvPr/>
        </p:nvSpPr>
        <p:spPr>
          <a:xfrm>
            <a:off x="9684045" y="4477405"/>
            <a:ext cx="621609" cy="9144"/>
          </a:xfrm>
          <a:custGeom>
            <a:avLst/>
            <a:gdLst/>
            <a:ahLst/>
            <a:cxnLst/>
            <a:rect l="l" t="t" r="r" b="b"/>
            <a:pathLst>
              <a:path w="621609" h="9144">
                <a:moveTo>
                  <a:pt x="0" y="0"/>
                </a:moveTo>
                <a:lnTo>
                  <a:pt x="621609" y="0"/>
                </a:lnTo>
              </a:path>
            </a:pathLst>
          </a:custGeom>
          <a:noFill/>
          <a:ln w="63500">
            <a:solidFill>
              <a:srgbClr val="A3AAB4"/>
            </a:solidFill>
            <a:prstDash val="solid"/>
          </a:ln>
        </p:spPr>
      </p:sp>
      <p:sp>
        <p:nvSpPr>
          <p:cNvPr id="44" name="S02-mark44"/>
          <p:cNvSpPr/>
          <p:nvPr/>
        </p:nvSpPr>
        <p:spPr>
          <a:xfrm>
            <a:off x="6368796" y="2405375"/>
            <a:ext cx="5180076" cy="3108046"/>
          </a:xfrm>
          <a:custGeom>
            <a:avLst/>
            <a:gdLst/>
            <a:ahLst/>
            <a:cxnLst/>
            <a:rect l="l" t="t" r="r" b="b"/>
            <a:pathLst>
              <a:path w="5180076" h="3108046">
                <a:moveTo>
                  <a:pt x="0" y="3108046"/>
                </a:moveTo>
                <a:lnTo>
                  <a:pt x="5180076" y="3108046"/>
                </a:lnTo>
                <a:lnTo>
                  <a:pt x="5180076" y="0"/>
                </a:lnTo>
                <a:lnTo>
                  <a:pt x="0" y="0"/>
                </a:lnTo>
                <a:lnTo>
                  <a:pt x="0" y="3108046"/>
                </a:lnTo>
              </a:path>
            </a:pathLst>
          </a:cu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5" name="S02-mark45"/>
          <p:cNvSpPr/>
          <p:nvPr/>
        </p:nvSpPr>
        <p:spPr>
          <a:xfrm>
            <a:off x="8665296" y="4287469"/>
            <a:ext cx="172669" cy="448940"/>
          </a:xfrm>
          <a:custGeom>
            <a:avLst/>
            <a:gdLst/>
            <a:ahLst/>
            <a:cxnLst/>
            <a:rect l="l" t="t" r="r" b="b"/>
            <a:pathLst>
              <a:path w="172669" h="448940">
                <a:moveTo>
                  <a:pt x="0" y="448940"/>
                </a:moveTo>
                <a:lnTo>
                  <a:pt x="172669" y="448940"/>
                </a:lnTo>
                <a:lnTo>
                  <a:pt x="172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6" name="S02-mark46"/>
          <p:cNvSpPr/>
          <p:nvPr/>
        </p:nvSpPr>
        <p:spPr>
          <a:xfrm>
            <a:off x="8872499" y="4097533"/>
            <a:ext cx="172669" cy="656143"/>
          </a:xfrm>
          <a:custGeom>
            <a:avLst/>
            <a:gdLst/>
            <a:ahLst/>
            <a:cxnLst/>
            <a:rect l="l" t="t" r="r" b="b"/>
            <a:pathLst>
              <a:path w="172669" h="656143">
                <a:moveTo>
                  <a:pt x="0" y="656143"/>
                </a:moveTo>
                <a:lnTo>
                  <a:pt x="172669" y="656143"/>
                </a:lnTo>
                <a:lnTo>
                  <a:pt x="172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7" name="S02-mark47"/>
          <p:cNvSpPr/>
          <p:nvPr/>
        </p:nvSpPr>
        <p:spPr>
          <a:xfrm>
            <a:off x="9071069" y="4339270"/>
            <a:ext cx="189936" cy="414406"/>
          </a:xfrm>
          <a:custGeom>
            <a:avLst/>
            <a:gdLst/>
            <a:ahLst/>
            <a:cxnLst/>
            <a:rect l="l" t="t" r="r" b="b"/>
            <a:pathLst>
              <a:path w="189936" h="414406">
                <a:moveTo>
                  <a:pt x="0" y="414406"/>
                </a:moveTo>
                <a:lnTo>
                  <a:pt x="189936" y="414406"/>
                </a:lnTo>
                <a:lnTo>
                  <a:pt x="189936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8" name="S02-mark48"/>
          <p:cNvSpPr/>
          <p:nvPr/>
        </p:nvSpPr>
        <p:spPr>
          <a:xfrm>
            <a:off x="9286905" y="4045732"/>
            <a:ext cx="172669" cy="690677"/>
          </a:xfrm>
          <a:custGeom>
            <a:avLst/>
            <a:gdLst/>
            <a:ahLst/>
            <a:cxnLst/>
            <a:rect l="l" t="t" r="r" b="b"/>
            <a:pathLst>
              <a:path w="172669" h="690677">
                <a:moveTo>
                  <a:pt x="0" y="690677"/>
                </a:moveTo>
                <a:lnTo>
                  <a:pt x="172669" y="690677"/>
                </a:lnTo>
                <a:lnTo>
                  <a:pt x="172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9" name="S02-mark49"/>
          <p:cNvSpPr/>
          <p:nvPr/>
        </p:nvSpPr>
        <p:spPr>
          <a:xfrm>
            <a:off x="9485475" y="4287469"/>
            <a:ext cx="155402" cy="448940"/>
          </a:xfrm>
          <a:custGeom>
            <a:avLst/>
            <a:gdLst/>
            <a:ahLst/>
            <a:cxnLst/>
            <a:rect l="l" t="t" r="r" b="b"/>
            <a:pathLst>
              <a:path w="155402" h="448940">
                <a:moveTo>
                  <a:pt x="0" y="448940"/>
                </a:moveTo>
                <a:lnTo>
                  <a:pt x="155402" y="448940"/>
                </a:lnTo>
                <a:lnTo>
                  <a:pt x="1554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0" name="S02-mark50"/>
          <p:cNvSpPr/>
          <p:nvPr/>
        </p:nvSpPr>
        <p:spPr>
          <a:xfrm>
            <a:off x="7198299" y="4414899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1" name="S02-mark51"/>
          <p:cNvSpPr/>
          <p:nvPr/>
        </p:nvSpPr>
        <p:spPr>
          <a:xfrm>
            <a:off x="7457303" y="4363098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2" name="S02-mark52"/>
          <p:cNvSpPr/>
          <p:nvPr/>
        </p:nvSpPr>
        <p:spPr>
          <a:xfrm>
            <a:off x="8924991" y="3361617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3" name="S02-mark53"/>
          <p:cNvSpPr/>
          <p:nvPr/>
        </p:nvSpPr>
        <p:spPr>
          <a:xfrm>
            <a:off x="9183995" y="3361617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4" name="S02-mark54"/>
          <p:cNvSpPr/>
          <p:nvPr/>
        </p:nvSpPr>
        <p:spPr>
          <a:xfrm>
            <a:off x="10323611" y="4380365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5" name="S02-mark55"/>
          <p:cNvSpPr/>
          <p:nvPr/>
        </p:nvSpPr>
        <p:spPr>
          <a:xfrm>
            <a:off x="10565348" y="4432166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6" name="S02-mark56"/>
          <p:cNvSpPr/>
          <p:nvPr/>
        </p:nvSpPr>
        <p:spPr>
          <a:xfrm>
            <a:off x="11117199" y="4632808"/>
            <a:ext cx="345338" cy="138135"/>
          </a:xfrm>
          <a:custGeom>
            <a:avLst/>
            <a:gdLst/>
            <a:ahLst/>
            <a:cxnLst/>
            <a:rect l="l" t="t" r="r" b="b"/>
            <a:pathLst>
              <a:path w="345338" h="138135">
                <a:moveTo>
                  <a:pt x="0" y="0"/>
                </a:moveTo>
                <a:lnTo>
                  <a:pt x="345338" y="0"/>
                </a:lnTo>
                <a:lnTo>
                  <a:pt x="259004" y="138135"/>
                </a:lnTo>
                <a:lnTo>
                  <a:pt x="86335" y="138135"/>
                </a:lnTo>
                <a:close/>
              </a:path>
            </a:pathLst>
          </a:custGeom>
          <a:solidFill>
            <a:srgbClr val="8B5E3C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S02-mark57"/>
          <p:cNvSpPr/>
          <p:nvPr/>
        </p:nvSpPr>
        <p:spPr>
          <a:xfrm>
            <a:off x="11279508" y="4356537"/>
            <a:ext cx="27627" cy="276271"/>
          </a:xfrm>
          <a:custGeom>
            <a:avLst/>
            <a:gdLst/>
            <a:ahLst/>
            <a:cxnLst/>
            <a:rect l="l" t="t" r="r" b="b"/>
            <a:pathLst>
              <a:path w="27627" h="276271">
                <a:moveTo>
                  <a:pt x="0" y="276271"/>
                </a:moveTo>
                <a:lnTo>
                  <a:pt x="27627" y="276271"/>
                </a:lnTo>
                <a:lnTo>
                  <a:pt x="27627" y="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58" name="S02-mark58"/>
          <p:cNvSpPr/>
          <p:nvPr/>
        </p:nvSpPr>
        <p:spPr>
          <a:xfrm>
            <a:off x="11307135" y="4373804"/>
            <a:ext cx="155402" cy="207203"/>
          </a:xfrm>
          <a:custGeom>
            <a:avLst/>
            <a:gdLst/>
            <a:ahLst/>
            <a:cxnLst/>
            <a:rect l="l" t="t" r="r" b="b"/>
            <a:pathLst>
              <a:path w="155402" h="207203">
                <a:moveTo>
                  <a:pt x="0" y="0"/>
                </a:moveTo>
                <a:lnTo>
                  <a:pt x="155402" y="207203"/>
                </a:lnTo>
                <a:lnTo>
                  <a:pt x="0" y="207203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9" name="S02-mark59"/>
          <p:cNvSpPr/>
          <p:nvPr/>
        </p:nvSpPr>
        <p:spPr>
          <a:xfrm flipV="1">
            <a:off x="6679601" y="4960879"/>
            <a:ext cx="0" cy="34533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60" name="S02-mark60"/>
          <p:cNvSpPr/>
          <p:nvPr/>
        </p:nvSpPr>
        <p:spPr>
          <a:xfrm>
            <a:off x="6558732" y="5133548"/>
            <a:ext cx="24173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2-mark61"/>
          <p:cNvSpPr/>
          <p:nvPr/>
        </p:nvSpPr>
        <p:spPr>
          <a:xfrm>
            <a:off x="6368796" y="5755157"/>
            <a:ext cx="345338" cy="0"/>
          </a:xfrm>
          <a:prstGeom prst="line">
            <a:avLst/>
          </a:prstGeom>
          <a:noFill/>
          <a:ln w="38100">
            <a:solidFill>
              <a:srgbClr val="1F2937"/>
            </a:solidFill>
            <a:prstDash val="solid"/>
          </a:ln>
        </p:spPr>
      </p:sp>
      <p:sp>
        <p:nvSpPr>
          <p:cNvPr id="62" name="S02-mark62"/>
          <p:cNvSpPr/>
          <p:nvPr/>
        </p:nvSpPr>
        <p:spPr>
          <a:xfrm>
            <a:off x="6368796" y="5686090"/>
            <a:ext cx="0" cy="1381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02-mark63"/>
          <p:cNvSpPr/>
          <p:nvPr/>
        </p:nvSpPr>
        <p:spPr>
          <a:xfrm>
            <a:off x="6714134" y="5686090"/>
            <a:ext cx="0" cy="1381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4" name="S02-label65"/>
          <p:cNvSpPr txBox="1"/>
          <p:nvPr/>
        </p:nvSpPr>
        <p:spPr>
          <a:xfrm>
            <a:off x="10919033" y="276741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400" dirty="0"/>
          </a:p>
        </p:txBody>
      </p:sp>
      <p:sp>
        <p:nvSpPr>
          <p:cNvPr id="65" name="S02-labelbg67"/>
          <p:cNvSpPr/>
          <p:nvPr/>
        </p:nvSpPr>
        <p:spPr>
          <a:xfrm>
            <a:off x="10118674" y="2511979"/>
            <a:ext cx="615696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02-label68"/>
          <p:cNvSpPr txBox="1"/>
          <p:nvPr/>
        </p:nvSpPr>
        <p:spPr>
          <a:xfrm>
            <a:off x="10072954" y="2473879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논밭</a:t>
            </a:r>
            <a:endParaRPr lang="ko-KR" sz="2400" dirty="0"/>
          </a:p>
        </p:txBody>
      </p:sp>
      <p:sp>
        <p:nvSpPr>
          <p:cNvPr id="67" name="S02-labelbg70"/>
          <p:cNvSpPr/>
          <p:nvPr/>
        </p:nvSpPr>
        <p:spPr>
          <a:xfrm>
            <a:off x="8674303" y="4894814"/>
            <a:ext cx="914400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02-label71"/>
          <p:cNvSpPr txBox="1"/>
          <p:nvPr/>
        </p:nvSpPr>
        <p:spPr>
          <a:xfrm>
            <a:off x="8628583" y="4856714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</a:t>
            </a:r>
            <a:endParaRPr lang="ko-KR" sz="2400" dirty="0"/>
          </a:p>
        </p:txBody>
      </p:sp>
      <p:sp>
        <p:nvSpPr>
          <p:cNvPr id="69" name="S02-labelbg73"/>
          <p:cNvSpPr/>
          <p:nvPr/>
        </p:nvSpPr>
        <p:spPr>
          <a:xfrm>
            <a:off x="7643454" y="4514941"/>
            <a:ext cx="316992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02-label74"/>
          <p:cNvSpPr txBox="1"/>
          <p:nvPr/>
        </p:nvSpPr>
        <p:spPr>
          <a:xfrm>
            <a:off x="7597734" y="447684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71" name="S02-labelbg76"/>
          <p:cNvSpPr/>
          <p:nvPr/>
        </p:nvSpPr>
        <p:spPr>
          <a:xfrm>
            <a:off x="9421947" y="3461659"/>
            <a:ext cx="316992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02-label77"/>
          <p:cNvSpPr txBox="1"/>
          <p:nvPr/>
        </p:nvSpPr>
        <p:spPr>
          <a:xfrm>
            <a:off x="9376227" y="3423559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73" name="S02-labelbg79"/>
          <p:cNvSpPr/>
          <p:nvPr/>
        </p:nvSpPr>
        <p:spPr>
          <a:xfrm>
            <a:off x="10354361" y="4670344"/>
            <a:ext cx="316992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02-label80"/>
          <p:cNvSpPr txBox="1"/>
          <p:nvPr/>
        </p:nvSpPr>
        <p:spPr>
          <a:xfrm>
            <a:off x="10308641" y="4632244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75" name="S02-label82"/>
          <p:cNvSpPr txBox="1"/>
          <p:nvPr/>
        </p:nvSpPr>
        <p:spPr>
          <a:xfrm>
            <a:off x="6475385" y="4580443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</a:t>
            </a:r>
            <a:endParaRPr lang="ko-KR" sz="2400" dirty="0"/>
          </a:p>
        </p:txBody>
      </p:sp>
      <p:sp>
        <p:nvSpPr>
          <p:cNvPr id="76" name="S02-label84"/>
          <p:cNvSpPr txBox="1"/>
          <p:nvPr/>
        </p:nvSpPr>
        <p:spPr>
          <a:xfrm>
            <a:off x="6729838" y="5564657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</a:t>
            </a:r>
            <a:endParaRPr lang="ko-KR" sz="2400" dirty="0"/>
          </a:p>
        </p:txBody>
      </p:sp>
      <p:sp>
        <p:nvSpPr>
          <p:cNvPr id="77" name="S02-chip8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8" name="S02-text86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별빛시에서 보면 다 마을은 어느 쪽에 있나요?</a:t>
            </a:r>
            <a:endParaRPr lang="ko-KR" sz="3000" dirty="0"/>
          </a:p>
        </p:txBody>
      </p:sp>
      <p:sp>
        <p:nvSpPr>
          <p:cNvPr id="79" name="S02-chip8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0" name="S02-text88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별빛시에서 가 마을까지 실제로 몇 km?</a:t>
            </a:r>
            <a:endParaRPr lang="ko-KR" sz="3000" dirty="0"/>
          </a:p>
        </p:txBody>
      </p:sp>
      <p:sp>
        <p:nvSpPr>
          <p:cNvPr id="81" name="S02-chip8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2" name="S02-text90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마을 둘레의 땅은 어떤 모습일까요?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촌락과 도시</a:t>
            </a:r>
            <a:endParaRPr lang="ko-KR" sz="4000" dirty="0"/>
          </a:p>
        </p:txBody>
      </p:sp>
      <p:sp>
        <p:nvSpPr>
          <p:cNvPr id="3" name="S03-card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자연환경에서, 주로 무슨 일을 하는지 보고 나눠요.</a:t>
            </a:r>
            <a:endParaRPr lang="ko-KR" sz="3000" dirty="0"/>
          </a:p>
        </p:txBody>
      </p:sp>
      <p:sp>
        <p:nvSpPr>
          <p:cNvPr id="5" name="S03-card93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6" name="S03-cardtext94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산·들·바다 같은 자연을 이용해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농사, 고기잡이 등을 하며 사는 곳</a:t>
            </a:r>
            <a:endParaRPr lang="ko-KR" sz="3000" dirty="0"/>
          </a:p>
        </p:txBody>
      </p:sp>
      <p:sp>
        <p:nvSpPr>
          <p:cNvPr id="7" name="S03-card95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8" name="S03-cardtext96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사람과 건물이 많이 모여 있고,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 일을 하며 사는 곳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촌락에는 세 가지가 있어요</a:t>
            </a:r>
            <a:endParaRPr lang="ko-KR" sz="4000" dirty="0"/>
          </a:p>
        </p:txBody>
      </p:sp>
      <p:sp>
        <p:nvSpPr>
          <p:cNvPr id="3" name="S04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자연환경에 따라 사람들이 주로 하는 일이 달라요.</a:t>
            </a:r>
            <a:endParaRPr lang="ko-KR" sz="3000" dirty="0"/>
          </a:p>
        </p:txBody>
      </p:sp>
      <p:sp>
        <p:nvSpPr>
          <p:cNvPr id="5" name="S04-card99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100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넓은 들에서 벼, 채소, 과일을 길러요.</a:t>
            </a:r>
            <a:endParaRPr lang="ko-KR" sz="3000" dirty="0"/>
          </a:p>
        </p:txBody>
      </p:sp>
      <p:sp>
        <p:nvSpPr>
          <p:cNvPr id="7" name="S04-card101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102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바닷가에서 고기를 잡고 김, 미역을 길러요.</a:t>
            </a:r>
            <a:endParaRPr lang="ko-KR" sz="3000" dirty="0"/>
          </a:p>
        </p:txBody>
      </p:sp>
      <p:sp>
        <p:nvSpPr>
          <p:cNvPr id="9" name="S04-card103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104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산지촌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산비탈 밭을 일구고 버섯을 기르거나 나무를 가꿔요.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마을일까요?</a:t>
            </a:r>
            <a:endParaRPr lang="ko-KR" sz="4000" dirty="0"/>
          </a:p>
        </p:txBody>
      </p:sp>
      <p:sp>
        <p:nvSpPr>
          <p:cNvPr id="3" name="S05-card10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10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 둘레에 산·들·바다 중 무엇이 있는지 봐요.</a:t>
            </a:r>
            <a:endParaRPr lang="ko-KR" sz="3000" dirty="0"/>
          </a:p>
        </p:txBody>
      </p:sp>
      <p:sp>
        <p:nvSpPr>
          <p:cNvPr id="5" name="S05-figure107" descr="별빛시 둘레의 지도(모눈 한 칸 = 1 km). 가운데 아래에 높은 건물이 모인 별빛시가 있다. 별빛시의 서쪽 5칸, 등고선이 여러 겹인 산비탈에 가 마을, 북쪽 3칸 논밭 옆에 나 마을, 동쪽 4칸 바닷가에 다 마을이 있다. 동쪽에는 바다와 배가 있다. 왼쪽 아래에 북쪽을 가리키는 방위표가 있다."/>
          <p:cNvSpPr/>
          <p:nvPr/>
        </p:nvSpPr>
        <p:spPr>
          <a:xfrm>
            <a:off x="6368796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5-mark108"/>
          <p:cNvSpPr/>
          <p:nvPr/>
        </p:nvSpPr>
        <p:spPr>
          <a:xfrm>
            <a:off x="6714134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5-mark109"/>
          <p:cNvSpPr/>
          <p:nvPr/>
        </p:nvSpPr>
        <p:spPr>
          <a:xfrm>
            <a:off x="7059473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5-mark110"/>
          <p:cNvSpPr/>
          <p:nvPr/>
        </p:nvSpPr>
        <p:spPr>
          <a:xfrm>
            <a:off x="7404811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5-mark111"/>
          <p:cNvSpPr/>
          <p:nvPr/>
        </p:nvSpPr>
        <p:spPr>
          <a:xfrm>
            <a:off x="7750150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5-mark112"/>
          <p:cNvSpPr/>
          <p:nvPr/>
        </p:nvSpPr>
        <p:spPr>
          <a:xfrm>
            <a:off x="8095488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5-mark113"/>
          <p:cNvSpPr/>
          <p:nvPr/>
        </p:nvSpPr>
        <p:spPr>
          <a:xfrm>
            <a:off x="8440826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5-mark114"/>
          <p:cNvSpPr/>
          <p:nvPr/>
        </p:nvSpPr>
        <p:spPr>
          <a:xfrm>
            <a:off x="8786165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5-mark115"/>
          <p:cNvSpPr/>
          <p:nvPr/>
        </p:nvSpPr>
        <p:spPr>
          <a:xfrm>
            <a:off x="9131503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5-mark116"/>
          <p:cNvSpPr/>
          <p:nvPr/>
        </p:nvSpPr>
        <p:spPr>
          <a:xfrm>
            <a:off x="9476842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5-mark117"/>
          <p:cNvSpPr/>
          <p:nvPr/>
        </p:nvSpPr>
        <p:spPr>
          <a:xfrm>
            <a:off x="9822180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5-mark118"/>
          <p:cNvSpPr/>
          <p:nvPr/>
        </p:nvSpPr>
        <p:spPr>
          <a:xfrm>
            <a:off x="10167518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5-mark119"/>
          <p:cNvSpPr/>
          <p:nvPr/>
        </p:nvSpPr>
        <p:spPr>
          <a:xfrm>
            <a:off x="10512857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5-mark120"/>
          <p:cNvSpPr/>
          <p:nvPr/>
        </p:nvSpPr>
        <p:spPr>
          <a:xfrm>
            <a:off x="10858195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5-mark121"/>
          <p:cNvSpPr/>
          <p:nvPr/>
        </p:nvSpPr>
        <p:spPr>
          <a:xfrm>
            <a:off x="11203534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5-mark122"/>
          <p:cNvSpPr/>
          <p:nvPr/>
        </p:nvSpPr>
        <p:spPr>
          <a:xfrm>
            <a:off x="11548872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5-mark123"/>
          <p:cNvSpPr/>
          <p:nvPr/>
        </p:nvSpPr>
        <p:spPr>
          <a:xfrm>
            <a:off x="6368796" y="4621881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5-mark124"/>
          <p:cNvSpPr/>
          <p:nvPr/>
        </p:nvSpPr>
        <p:spPr>
          <a:xfrm>
            <a:off x="6368796" y="4276542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5-mark125"/>
          <p:cNvSpPr/>
          <p:nvPr/>
        </p:nvSpPr>
        <p:spPr>
          <a:xfrm>
            <a:off x="6368796" y="3931204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5-mark126"/>
          <p:cNvSpPr/>
          <p:nvPr/>
        </p:nvSpPr>
        <p:spPr>
          <a:xfrm>
            <a:off x="6368796" y="3585865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5-mark127"/>
          <p:cNvSpPr/>
          <p:nvPr/>
        </p:nvSpPr>
        <p:spPr>
          <a:xfrm>
            <a:off x="6368796" y="3240527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5-mark128"/>
          <p:cNvSpPr/>
          <p:nvPr/>
        </p:nvSpPr>
        <p:spPr>
          <a:xfrm>
            <a:off x="6368796" y="2895189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5-mark129"/>
          <p:cNvSpPr/>
          <p:nvPr/>
        </p:nvSpPr>
        <p:spPr>
          <a:xfrm>
            <a:off x="6368796" y="2549850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5-mark130"/>
          <p:cNvSpPr/>
          <p:nvPr/>
        </p:nvSpPr>
        <p:spPr>
          <a:xfrm>
            <a:off x="6368796" y="2204512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5-mark131"/>
          <p:cNvSpPr/>
          <p:nvPr/>
        </p:nvSpPr>
        <p:spPr>
          <a:xfrm>
            <a:off x="6368796" y="1859173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5-mark132"/>
          <p:cNvSpPr/>
          <p:nvPr/>
        </p:nvSpPr>
        <p:spPr>
          <a:xfrm>
            <a:off x="6368796" y="1513835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5-mark133"/>
          <p:cNvSpPr/>
          <p:nvPr/>
        </p:nvSpPr>
        <p:spPr>
          <a:xfrm>
            <a:off x="10823661" y="1513835"/>
            <a:ext cx="725211" cy="3108046"/>
          </a:xfrm>
          <a:custGeom>
            <a:avLst/>
            <a:gdLst/>
            <a:ahLst/>
            <a:cxnLst/>
            <a:rect l="l" t="t" r="r" b="b"/>
            <a:pathLst>
              <a:path w="725211" h="3108046">
                <a:moveTo>
                  <a:pt x="138135" y="0"/>
                </a:moveTo>
                <a:lnTo>
                  <a:pt x="0" y="518008"/>
                </a:lnTo>
                <a:lnTo>
                  <a:pt x="207203" y="1208684"/>
                </a:lnTo>
                <a:lnTo>
                  <a:pt x="34534" y="1864827"/>
                </a:lnTo>
                <a:lnTo>
                  <a:pt x="172669" y="2486436"/>
                </a:lnTo>
                <a:lnTo>
                  <a:pt x="69068" y="3108046"/>
                </a:lnTo>
                <a:lnTo>
                  <a:pt x="725211" y="3108046"/>
                </a:lnTo>
                <a:lnTo>
                  <a:pt x="725211" y="0"/>
                </a:lnTo>
                <a:close/>
              </a:path>
            </a:pathLst>
          </a:custGeom>
          <a:solidFill>
            <a:srgbClr val="CFE3F5"/>
          </a:solidFill>
          <a:ln w="19050">
            <a:solidFill>
              <a:srgbClr val="4A90C8"/>
            </a:solidFill>
            <a:prstDash val="solid"/>
          </a:ln>
        </p:spPr>
      </p:sp>
      <p:sp>
        <p:nvSpPr>
          <p:cNvPr id="32" name="S05-mark134"/>
          <p:cNvSpPr/>
          <p:nvPr/>
        </p:nvSpPr>
        <p:spPr>
          <a:xfrm>
            <a:off x="6506931" y="2066376"/>
            <a:ext cx="1795760" cy="1657624"/>
          </a:xfrm>
          <a:custGeom>
            <a:avLst/>
            <a:gdLst/>
            <a:ahLst/>
            <a:cxnLst/>
            <a:rect l="l" t="t" r="r" b="b"/>
            <a:pathLst>
              <a:path w="1795760" h="1657624">
                <a:moveTo>
                  <a:pt x="1795760" y="863346"/>
                </a:moveTo>
                <a:lnTo>
                  <a:pt x="1782291" y="713469"/>
                </a:lnTo>
                <a:lnTo>
                  <a:pt x="1741542" y="568082"/>
                </a:lnTo>
                <a:lnTo>
                  <a:pt x="1675582" y="431673"/>
                </a:lnTo>
                <a:lnTo>
                  <a:pt x="1585794" y="308387"/>
                </a:lnTo>
                <a:lnTo>
                  <a:pt x="1474940" y="202023"/>
                </a:lnTo>
                <a:lnTo>
                  <a:pt x="1346820" y="115688"/>
                </a:lnTo>
                <a:lnTo>
                  <a:pt x="1204886" y="52146"/>
                </a:lnTo>
                <a:lnTo>
                  <a:pt x="1053627" y="13123"/>
                </a:lnTo>
                <a:lnTo>
                  <a:pt x="897880" y="0"/>
                </a:lnTo>
                <a:lnTo>
                  <a:pt x="742132" y="13123"/>
                </a:lnTo>
                <a:lnTo>
                  <a:pt x="590874" y="52146"/>
                </a:lnTo>
                <a:lnTo>
                  <a:pt x="448940" y="115688"/>
                </a:lnTo>
                <a:lnTo>
                  <a:pt x="320819" y="202023"/>
                </a:lnTo>
                <a:lnTo>
                  <a:pt x="209966" y="308387"/>
                </a:lnTo>
                <a:lnTo>
                  <a:pt x="120178" y="431673"/>
                </a:lnTo>
                <a:lnTo>
                  <a:pt x="54218" y="568082"/>
                </a:lnTo>
                <a:lnTo>
                  <a:pt x="13468" y="713469"/>
                </a:lnTo>
                <a:lnTo>
                  <a:pt x="0" y="863346"/>
                </a:lnTo>
                <a:lnTo>
                  <a:pt x="13468" y="1001136"/>
                </a:lnTo>
                <a:lnTo>
                  <a:pt x="54218" y="1135127"/>
                </a:lnTo>
                <a:lnTo>
                  <a:pt x="120178" y="1260485"/>
                </a:lnTo>
                <a:lnTo>
                  <a:pt x="209966" y="1373756"/>
                </a:lnTo>
                <a:lnTo>
                  <a:pt x="320819" y="1471832"/>
                </a:lnTo>
                <a:lnTo>
                  <a:pt x="448940" y="1551260"/>
                </a:lnTo>
                <a:lnTo>
                  <a:pt x="590874" y="1609622"/>
                </a:lnTo>
                <a:lnTo>
                  <a:pt x="742132" y="1645537"/>
                </a:lnTo>
                <a:lnTo>
                  <a:pt x="897880" y="1657624"/>
                </a:lnTo>
                <a:lnTo>
                  <a:pt x="1053627" y="1645537"/>
                </a:lnTo>
                <a:lnTo>
                  <a:pt x="1204886" y="1609622"/>
                </a:lnTo>
                <a:lnTo>
                  <a:pt x="1346820" y="1551260"/>
                </a:lnTo>
                <a:lnTo>
                  <a:pt x="1474940" y="1471832"/>
                </a:lnTo>
                <a:lnTo>
                  <a:pt x="1585794" y="1373756"/>
                </a:lnTo>
                <a:lnTo>
                  <a:pt x="1675582" y="1260485"/>
                </a:lnTo>
                <a:lnTo>
                  <a:pt x="1741542" y="1135127"/>
                </a:lnTo>
                <a:lnTo>
                  <a:pt x="1782291" y="1001136"/>
                </a:lnTo>
                <a:close/>
              </a:path>
            </a:pathLst>
          </a:custGeom>
          <a:solidFill>
            <a:srgbClr val="D5ECC8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3" name="S05-mark135"/>
          <p:cNvSpPr/>
          <p:nvPr/>
        </p:nvSpPr>
        <p:spPr>
          <a:xfrm>
            <a:off x="6817736" y="2377181"/>
            <a:ext cx="1174151" cy="1036015"/>
          </a:xfrm>
          <a:custGeom>
            <a:avLst/>
            <a:gdLst/>
            <a:ahLst/>
            <a:cxnLst/>
            <a:rect l="l" t="t" r="r" b="b"/>
            <a:pathLst>
              <a:path w="1174151" h="1036015">
                <a:moveTo>
                  <a:pt x="1174151" y="552541"/>
                </a:moveTo>
                <a:lnTo>
                  <a:pt x="1165172" y="456537"/>
                </a:lnTo>
                <a:lnTo>
                  <a:pt x="1138581" y="363641"/>
                </a:lnTo>
                <a:lnTo>
                  <a:pt x="1095413" y="276271"/>
                </a:lnTo>
                <a:lnTo>
                  <a:pt x="1036706" y="197534"/>
                </a:lnTo>
                <a:lnTo>
                  <a:pt x="964530" y="129157"/>
                </a:lnTo>
                <a:lnTo>
                  <a:pt x="880613" y="73902"/>
                </a:lnTo>
                <a:lnTo>
                  <a:pt x="787717" y="33152"/>
                </a:lnTo>
                <a:lnTo>
                  <a:pt x="688950" y="8288"/>
                </a:lnTo>
                <a:lnTo>
                  <a:pt x="587075" y="0"/>
                </a:lnTo>
                <a:lnTo>
                  <a:pt x="485200" y="8288"/>
                </a:lnTo>
                <a:lnTo>
                  <a:pt x="386434" y="33152"/>
                </a:lnTo>
                <a:lnTo>
                  <a:pt x="293538" y="73902"/>
                </a:lnTo>
                <a:lnTo>
                  <a:pt x="209620" y="129157"/>
                </a:lnTo>
                <a:lnTo>
                  <a:pt x="137445" y="197534"/>
                </a:lnTo>
                <a:lnTo>
                  <a:pt x="78737" y="276271"/>
                </a:lnTo>
                <a:lnTo>
                  <a:pt x="35570" y="363641"/>
                </a:lnTo>
                <a:lnTo>
                  <a:pt x="8979" y="456537"/>
                </a:lnTo>
                <a:lnTo>
                  <a:pt x="0" y="552541"/>
                </a:lnTo>
                <a:lnTo>
                  <a:pt x="8979" y="636459"/>
                </a:lnTo>
                <a:lnTo>
                  <a:pt x="35570" y="717959"/>
                </a:lnTo>
                <a:lnTo>
                  <a:pt x="78737" y="794278"/>
                </a:lnTo>
                <a:lnTo>
                  <a:pt x="137445" y="863346"/>
                </a:lnTo>
                <a:lnTo>
                  <a:pt x="209620" y="922744"/>
                </a:lnTo>
                <a:lnTo>
                  <a:pt x="293538" y="971092"/>
                </a:lnTo>
                <a:lnTo>
                  <a:pt x="386434" y="1007007"/>
                </a:lnTo>
                <a:lnTo>
                  <a:pt x="485200" y="1028763"/>
                </a:lnTo>
                <a:lnTo>
                  <a:pt x="587075" y="1036015"/>
                </a:lnTo>
                <a:lnTo>
                  <a:pt x="688950" y="1028763"/>
                </a:lnTo>
                <a:lnTo>
                  <a:pt x="787717" y="1007007"/>
                </a:lnTo>
                <a:lnTo>
                  <a:pt x="880613" y="971092"/>
                </a:lnTo>
                <a:lnTo>
                  <a:pt x="964530" y="922744"/>
                </a:lnTo>
                <a:lnTo>
                  <a:pt x="1036706" y="863346"/>
                </a:lnTo>
                <a:lnTo>
                  <a:pt x="1095413" y="794278"/>
                </a:lnTo>
                <a:lnTo>
                  <a:pt x="1138581" y="717959"/>
                </a:lnTo>
                <a:lnTo>
                  <a:pt x="1165172" y="636459"/>
                </a:lnTo>
                <a:close/>
              </a:path>
            </a:pathLst>
          </a:custGeom>
          <a:solidFill>
            <a:srgbClr val="F3E6AE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05-mark136"/>
          <p:cNvSpPr/>
          <p:nvPr/>
        </p:nvSpPr>
        <p:spPr>
          <a:xfrm>
            <a:off x="7128540" y="2653452"/>
            <a:ext cx="552541" cy="518008"/>
          </a:xfrm>
          <a:custGeom>
            <a:avLst/>
            <a:gdLst/>
            <a:ahLst/>
            <a:cxnLst/>
            <a:rect l="l" t="t" r="r" b="b"/>
            <a:pathLst>
              <a:path w="552541" h="518008">
                <a:moveTo>
                  <a:pt x="552541" y="276271"/>
                </a:moveTo>
                <a:lnTo>
                  <a:pt x="548397" y="228269"/>
                </a:lnTo>
                <a:lnTo>
                  <a:pt x="535965" y="181648"/>
                </a:lnTo>
                <a:lnTo>
                  <a:pt x="515590" y="138135"/>
                </a:lnTo>
                <a:lnTo>
                  <a:pt x="487963" y="98767"/>
                </a:lnTo>
                <a:lnTo>
                  <a:pt x="453775" y="64578"/>
                </a:lnTo>
                <a:lnTo>
                  <a:pt x="414406" y="36951"/>
                </a:lnTo>
                <a:lnTo>
                  <a:pt x="370893" y="16576"/>
                </a:lnTo>
                <a:lnTo>
                  <a:pt x="324273" y="4144"/>
                </a:lnTo>
                <a:lnTo>
                  <a:pt x="276271" y="0"/>
                </a:lnTo>
                <a:lnTo>
                  <a:pt x="228269" y="4144"/>
                </a:lnTo>
                <a:lnTo>
                  <a:pt x="181648" y="16576"/>
                </a:lnTo>
                <a:lnTo>
                  <a:pt x="138135" y="36951"/>
                </a:lnTo>
                <a:lnTo>
                  <a:pt x="98767" y="64578"/>
                </a:lnTo>
                <a:lnTo>
                  <a:pt x="64578" y="98767"/>
                </a:lnTo>
                <a:lnTo>
                  <a:pt x="36951" y="138135"/>
                </a:lnTo>
                <a:lnTo>
                  <a:pt x="16576" y="181648"/>
                </a:lnTo>
                <a:lnTo>
                  <a:pt x="4144" y="228269"/>
                </a:lnTo>
                <a:lnTo>
                  <a:pt x="0" y="276271"/>
                </a:lnTo>
                <a:lnTo>
                  <a:pt x="4144" y="318402"/>
                </a:lnTo>
                <a:lnTo>
                  <a:pt x="16576" y="358807"/>
                </a:lnTo>
                <a:lnTo>
                  <a:pt x="36951" y="397139"/>
                </a:lnTo>
                <a:lnTo>
                  <a:pt x="64578" y="431673"/>
                </a:lnTo>
                <a:lnTo>
                  <a:pt x="98767" y="461372"/>
                </a:lnTo>
                <a:lnTo>
                  <a:pt x="138135" y="485546"/>
                </a:lnTo>
                <a:lnTo>
                  <a:pt x="181648" y="503503"/>
                </a:lnTo>
                <a:lnTo>
                  <a:pt x="228269" y="514209"/>
                </a:lnTo>
                <a:lnTo>
                  <a:pt x="276271" y="518008"/>
                </a:lnTo>
                <a:lnTo>
                  <a:pt x="324273" y="514209"/>
                </a:lnTo>
                <a:lnTo>
                  <a:pt x="370893" y="503503"/>
                </a:lnTo>
                <a:lnTo>
                  <a:pt x="414406" y="485546"/>
                </a:lnTo>
                <a:lnTo>
                  <a:pt x="453775" y="461372"/>
                </a:lnTo>
                <a:lnTo>
                  <a:pt x="487963" y="431673"/>
                </a:lnTo>
                <a:lnTo>
                  <a:pt x="515590" y="397139"/>
                </a:lnTo>
                <a:lnTo>
                  <a:pt x="535965" y="358807"/>
                </a:lnTo>
                <a:lnTo>
                  <a:pt x="548397" y="318402"/>
                </a:lnTo>
                <a:close/>
              </a:path>
            </a:pathLst>
          </a:custGeom>
          <a:solidFill>
            <a:srgbClr val="E6C097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5" name="S05-mark137"/>
          <p:cNvSpPr/>
          <p:nvPr/>
        </p:nvSpPr>
        <p:spPr>
          <a:xfrm>
            <a:off x="7311570" y="2808163"/>
            <a:ext cx="186483" cy="161618"/>
          </a:xfrm>
          <a:custGeom>
            <a:avLst/>
            <a:gdLst/>
            <a:ahLst/>
            <a:cxnLst/>
            <a:rect l="l" t="t" r="r" b="b"/>
            <a:pathLst>
              <a:path w="186483" h="161618">
                <a:moveTo>
                  <a:pt x="0" y="161618"/>
                </a:moveTo>
                <a:lnTo>
                  <a:pt x="186483" y="161618"/>
                </a:lnTo>
                <a:lnTo>
                  <a:pt x="93241" y="0"/>
                </a:lnTo>
                <a:close/>
              </a:path>
            </a:pathLst>
          </a:custGeom>
          <a:solidFill>
            <a:srgbClr val="8B5E3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6" name="S05-mark138"/>
          <p:cNvSpPr/>
          <p:nvPr/>
        </p:nvSpPr>
        <p:spPr>
          <a:xfrm>
            <a:off x="8509894" y="1962775"/>
            <a:ext cx="483474" cy="310805"/>
          </a:xfrm>
          <a:custGeom>
            <a:avLst/>
            <a:gdLst/>
            <a:ahLst/>
            <a:cxnLst/>
            <a:rect l="l" t="t" r="r" b="b"/>
            <a:pathLst>
              <a:path w="483474" h="310805">
                <a:moveTo>
                  <a:pt x="0" y="310805"/>
                </a:moveTo>
                <a:lnTo>
                  <a:pt x="483474" y="310805"/>
                </a:lnTo>
                <a:lnTo>
                  <a:pt x="48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37" name="S05-mark139"/>
          <p:cNvSpPr/>
          <p:nvPr/>
        </p:nvSpPr>
        <p:spPr>
          <a:xfrm>
            <a:off x="9062436" y="1962775"/>
            <a:ext cx="483474" cy="310805"/>
          </a:xfrm>
          <a:custGeom>
            <a:avLst/>
            <a:gdLst/>
            <a:ahLst/>
            <a:cxnLst/>
            <a:rect l="l" t="t" r="r" b="b"/>
            <a:pathLst>
              <a:path w="483474" h="310805">
                <a:moveTo>
                  <a:pt x="0" y="310805"/>
                </a:moveTo>
                <a:lnTo>
                  <a:pt x="483474" y="310805"/>
                </a:lnTo>
                <a:lnTo>
                  <a:pt x="48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38" name="S05-mark140"/>
          <p:cNvSpPr/>
          <p:nvPr/>
        </p:nvSpPr>
        <p:spPr>
          <a:xfrm>
            <a:off x="9614977" y="1962775"/>
            <a:ext cx="414406" cy="310805"/>
          </a:xfrm>
          <a:custGeom>
            <a:avLst/>
            <a:gdLst/>
            <a:ahLst/>
            <a:cxnLst/>
            <a:rect l="l" t="t" r="r" b="b"/>
            <a:pathLst>
              <a:path w="414406" h="310805">
                <a:moveTo>
                  <a:pt x="0" y="310805"/>
                </a:moveTo>
                <a:lnTo>
                  <a:pt x="414406" y="310805"/>
                </a:lnTo>
                <a:lnTo>
                  <a:pt x="414406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39" name="S05-mark141"/>
          <p:cNvSpPr/>
          <p:nvPr/>
        </p:nvSpPr>
        <p:spPr>
          <a:xfrm>
            <a:off x="8509894" y="1582903"/>
            <a:ext cx="483474" cy="310805"/>
          </a:xfrm>
          <a:custGeom>
            <a:avLst/>
            <a:gdLst/>
            <a:ahLst/>
            <a:cxnLst/>
            <a:rect l="l" t="t" r="r" b="b"/>
            <a:pathLst>
              <a:path w="483474" h="310805">
                <a:moveTo>
                  <a:pt x="0" y="310805"/>
                </a:moveTo>
                <a:lnTo>
                  <a:pt x="483474" y="310805"/>
                </a:lnTo>
                <a:lnTo>
                  <a:pt x="48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40" name="S05-mark142"/>
          <p:cNvSpPr/>
          <p:nvPr/>
        </p:nvSpPr>
        <p:spPr>
          <a:xfrm>
            <a:off x="9062436" y="1582903"/>
            <a:ext cx="483474" cy="310805"/>
          </a:xfrm>
          <a:custGeom>
            <a:avLst/>
            <a:gdLst/>
            <a:ahLst/>
            <a:cxnLst/>
            <a:rect l="l" t="t" r="r" b="b"/>
            <a:pathLst>
              <a:path w="483474" h="310805">
                <a:moveTo>
                  <a:pt x="0" y="310805"/>
                </a:moveTo>
                <a:lnTo>
                  <a:pt x="483474" y="310805"/>
                </a:lnTo>
                <a:lnTo>
                  <a:pt x="48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41" name="S05-mark143"/>
          <p:cNvSpPr/>
          <p:nvPr/>
        </p:nvSpPr>
        <p:spPr>
          <a:xfrm>
            <a:off x="9614977" y="1582903"/>
            <a:ext cx="414406" cy="310805"/>
          </a:xfrm>
          <a:custGeom>
            <a:avLst/>
            <a:gdLst/>
            <a:ahLst/>
            <a:cxnLst/>
            <a:rect l="l" t="t" r="r" b="b"/>
            <a:pathLst>
              <a:path w="414406" h="310805">
                <a:moveTo>
                  <a:pt x="0" y="310805"/>
                </a:moveTo>
                <a:lnTo>
                  <a:pt x="414406" y="310805"/>
                </a:lnTo>
                <a:lnTo>
                  <a:pt x="414406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42" name="S05-mark144"/>
          <p:cNvSpPr/>
          <p:nvPr/>
        </p:nvSpPr>
        <p:spPr>
          <a:xfrm>
            <a:off x="7577480" y="3585865"/>
            <a:ext cx="1036015" cy="9144"/>
          </a:xfrm>
          <a:custGeom>
            <a:avLst/>
            <a:gdLst/>
            <a:ahLst/>
            <a:cxnLst/>
            <a:rect l="l" t="t" r="r" b="b"/>
            <a:pathLst>
              <a:path w="1036015" h="9144">
                <a:moveTo>
                  <a:pt x="0" y="0"/>
                </a:moveTo>
                <a:lnTo>
                  <a:pt x="1036015" y="0"/>
                </a:lnTo>
              </a:path>
            </a:pathLst>
          </a:custGeom>
          <a:noFill/>
          <a:ln w="63500">
            <a:solidFill>
              <a:srgbClr val="A3AAB4"/>
            </a:solidFill>
            <a:prstDash val="solid"/>
          </a:ln>
        </p:spPr>
      </p:sp>
      <p:sp>
        <p:nvSpPr>
          <p:cNvPr id="43" name="S05-mark145"/>
          <p:cNvSpPr/>
          <p:nvPr/>
        </p:nvSpPr>
        <p:spPr>
          <a:xfrm>
            <a:off x="9131503" y="2722519"/>
            <a:ext cx="9144" cy="414406"/>
          </a:xfrm>
          <a:custGeom>
            <a:avLst/>
            <a:gdLst/>
            <a:ahLst/>
            <a:cxnLst/>
            <a:rect l="l" t="t" r="r" b="b"/>
            <a:pathLst>
              <a:path w="9144" h="414406">
                <a:moveTo>
                  <a:pt x="0" y="414406"/>
                </a:moveTo>
                <a:lnTo>
                  <a:pt x="0" y="0"/>
                </a:lnTo>
              </a:path>
            </a:pathLst>
          </a:custGeom>
          <a:noFill/>
          <a:ln w="63500">
            <a:solidFill>
              <a:srgbClr val="A3AAB4"/>
            </a:solidFill>
            <a:prstDash val="solid"/>
          </a:ln>
        </p:spPr>
      </p:sp>
      <p:sp>
        <p:nvSpPr>
          <p:cNvPr id="44" name="S05-mark146"/>
          <p:cNvSpPr/>
          <p:nvPr/>
        </p:nvSpPr>
        <p:spPr>
          <a:xfrm>
            <a:off x="9684045" y="3585865"/>
            <a:ext cx="621609" cy="9144"/>
          </a:xfrm>
          <a:custGeom>
            <a:avLst/>
            <a:gdLst/>
            <a:ahLst/>
            <a:cxnLst/>
            <a:rect l="l" t="t" r="r" b="b"/>
            <a:pathLst>
              <a:path w="621609" h="9144">
                <a:moveTo>
                  <a:pt x="0" y="0"/>
                </a:moveTo>
                <a:lnTo>
                  <a:pt x="621609" y="0"/>
                </a:lnTo>
              </a:path>
            </a:pathLst>
          </a:custGeom>
          <a:noFill/>
          <a:ln w="63500">
            <a:solidFill>
              <a:srgbClr val="A3AAB4"/>
            </a:solidFill>
            <a:prstDash val="solid"/>
          </a:ln>
        </p:spPr>
      </p:sp>
      <p:sp>
        <p:nvSpPr>
          <p:cNvPr id="45" name="S05-mark147"/>
          <p:cNvSpPr/>
          <p:nvPr/>
        </p:nvSpPr>
        <p:spPr>
          <a:xfrm>
            <a:off x="6368796" y="1513835"/>
            <a:ext cx="5180076" cy="3108046"/>
          </a:xfrm>
          <a:custGeom>
            <a:avLst/>
            <a:gdLst/>
            <a:ahLst/>
            <a:cxnLst/>
            <a:rect l="l" t="t" r="r" b="b"/>
            <a:pathLst>
              <a:path w="5180076" h="3108046">
                <a:moveTo>
                  <a:pt x="0" y="3108046"/>
                </a:moveTo>
                <a:lnTo>
                  <a:pt x="5180076" y="3108046"/>
                </a:lnTo>
                <a:lnTo>
                  <a:pt x="5180076" y="0"/>
                </a:lnTo>
                <a:lnTo>
                  <a:pt x="0" y="0"/>
                </a:lnTo>
                <a:lnTo>
                  <a:pt x="0" y="3108046"/>
                </a:lnTo>
              </a:path>
            </a:pathLst>
          </a:cu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6" name="S05-mark148"/>
          <p:cNvSpPr/>
          <p:nvPr/>
        </p:nvSpPr>
        <p:spPr>
          <a:xfrm>
            <a:off x="8665296" y="3395929"/>
            <a:ext cx="172669" cy="448940"/>
          </a:xfrm>
          <a:custGeom>
            <a:avLst/>
            <a:gdLst/>
            <a:ahLst/>
            <a:cxnLst/>
            <a:rect l="l" t="t" r="r" b="b"/>
            <a:pathLst>
              <a:path w="172669" h="448940">
                <a:moveTo>
                  <a:pt x="0" y="448940"/>
                </a:moveTo>
                <a:lnTo>
                  <a:pt x="172669" y="448940"/>
                </a:lnTo>
                <a:lnTo>
                  <a:pt x="172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7" name="S05-mark149"/>
          <p:cNvSpPr/>
          <p:nvPr/>
        </p:nvSpPr>
        <p:spPr>
          <a:xfrm>
            <a:off x="8872499" y="3205993"/>
            <a:ext cx="172669" cy="656143"/>
          </a:xfrm>
          <a:custGeom>
            <a:avLst/>
            <a:gdLst/>
            <a:ahLst/>
            <a:cxnLst/>
            <a:rect l="l" t="t" r="r" b="b"/>
            <a:pathLst>
              <a:path w="172669" h="656143">
                <a:moveTo>
                  <a:pt x="0" y="656143"/>
                </a:moveTo>
                <a:lnTo>
                  <a:pt x="172669" y="656143"/>
                </a:lnTo>
                <a:lnTo>
                  <a:pt x="172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8" name="S05-mark150"/>
          <p:cNvSpPr/>
          <p:nvPr/>
        </p:nvSpPr>
        <p:spPr>
          <a:xfrm>
            <a:off x="9071069" y="3447730"/>
            <a:ext cx="189936" cy="414406"/>
          </a:xfrm>
          <a:custGeom>
            <a:avLst/>
            <a:gdLst/>
            <a:ahLst/>
            <a:cxnLst/>
            <a:rect l="l" t="t" r="r" b="b"/>
            <a:pathLst>
              <a:path w="189936" h="414406">
                <a:moveTo>
                  <a:pt x="0" y="414406"/>
                </a:moveTo>
                <a:lnTo>
                  <a:pt x="189936" y="414406"/>
                </a:lnTo>
                <a:lnTo>
                  <a:pt x="189936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9" name="S05-mark151"/>
          <p:cNvSpPr/>
          <p:nvPr/>
        </p:nvSpPr>
        <p:spPr>
          <a:xfrm>
            <a:off x="9286905" y="3154192"/>
            <a:ext cx="172669" cy="690677"/>
          </a:xfrm>
          <a:custGeom>
            <a:avLst/>
            <a:gdLst/>
            <a:ahLst/>
            <a:cxnLst/>
            <a:rect l="l" t="t" r="r" b="b"/>
            <a:pathLst>
              <a:path w="172669" h="690677">
                <a:moveTo>
                  <a:pt x="0" y="690677"/>
                </a:moveTo>
                <a:lnTo>
                  <a:pt x="172669" y="690677"/>
                </a:lnTo>
                <a:lnTo>
                  <a:pt x="172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0" name="S05-mark152"/>
          <p:cNvSpPr/>
          <p:nvPr/>
        </p:nvSpPr>
        <p:spPr>
          <a:xfrm>
            <a:off x="9485475" y="3395929"/>
            <a:ext cx="155402" cy="448940"/>
          </a:xfrm>
          <a:custGeom>
            <a:avLst/>
            <a:gdLst/>
            <a:ahLst/>
            <a:cxnLst/>
            <a:rect l="l" t="t" r="r" b="b"/>
            <a:pathLst>
              <a:path w="155402" h="448940">
                <a:moveTo>
                  <a:pt x="0" y="448940"/>
                </a:moveTo>
                <a:lnTo>
                  <a:pt x="155402" y="448940"/>
                </a:lnTo>
                <a:lnTo>
                  <a:pt x="1554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1" name="S05-mark153"/>
          <p:cNvSpPr/>
          <p:nvPr/>
        </p:nvSpPr>
        <p:spPr>
          <a:xfrm>
            <a:off x="7198299" y="3523359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2" name="S05-mark154"/>
          <p:cNvSpPr/>
          <p:nvPr/>
        </p:nvSpPr>
        <p:spPr>
          <a:xfrm>
            <a:off x="7457303" y="3471558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3" name="S05-mark155"/>
          <p:cNvSpPr/>
          <p:nvPr/>
        </p:nvSpPr>
        <p:spPr>
          <a:xfrm>
            <a:off x="8924991" y="2470077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4" name="S05-mark156"/>
          <p:cNvSpPr/>
          <p:nvPr/>
        </p:nvSpPr>
        <p:spPr>
          <a:xfrm>
            <a:off x="9183995" y="2470077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5" name="S05-mark157"/>
          <p:cNvSpPr/>
          <p:nvPr/>
        </p:nvSpPr>
        <p:spPr>
          <a:xfrm>
            <a:off x="10323611" y="3488825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6" name="S05-mark158"/>
          <p:cNvSpPr/>
          <p:nvPr/>
        </p:nvSpPr>
        <p:spPr>
          <a:xfrm>
            <a:off x="10565348" y="3540626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7" name="S05-mark159"/>
          <p:cNvSpPr/>
          <p:nvPr/>
        </p:nvSpPr>
        <p:spPr>
          <a:xfrm>
            <a:off x="11117199" y="3741268"/>
            <a:ext cx="345338" cy="138135"/>
          </a:xfrm>
          <a:custGeom>
            <a:avLst/>
            <a:gdLst/>
            <a:ahLst/>
            <a:cxnLst/>
            <a:rect l="l" t="t" r="r" b="b"/>
            <a:pathLst>
              <a:path w="345338" h="138135">
                <a:moveTo>
                  <a:pt x="0" y="0"/>
                </a:moveTo>
                <a:lnTo>
                  <a:pt x="345338" y="0"/>
                </a:lnTo>
                <a:lnTo>
                  <a:pt x="259004" y="138135"/>
                </a:lnTo>
                <a:lnTo>
                  <a:pt x="86335" y="138135"/>
                </a:lnTo>
                <a:close/>
              </a:path>
            </a:pathLst>
          </a:custGeom>
          <a:solidFill>
            <a:srgbClr val="8B5E3C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05-mark160"/>
          <p:cNvSpPr/>
          <p:nvPr/>
        </p:nvSpPr>
        <p:spPr>
          <a:xfrm>
            <a:off x="11279508" y="3464997"/>
            <a:ext cx="27627" cy="276271"/>
          </a:xfrm>
          <a:custGeom>
            <a:avLst/>
            <a:gdLst/>
            <a:ahLst/>
            <a:cxnLst/>
            <a:rect l="l" t="t" r="r" b="b"/>
            <a:pathLst>
              <a:path w="27627" h="276271">
                <a:moveTo>
                  <a:pt x="0" y="276271"/>
                </a:moveTo>
                <a:lnTo>
                  <a:pt x="27627" y="276271"/>
                </a:lnTo>
                <a:lnTo>
                  <a:pt x="27627" y="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59" name="S05-mark161"/>
          <p:cNvSpPr/>
          <p:nvPr/>
        </p:nvSpPr>
        <p:spPr>
          <a:xfrm>
            <a:off x="11307135" y="3482264"/>
            <a:ext cx="155402" cy="207203"/>
          </a:xfrm>
          <a:custGeom>
            <a:avLst/>
            <a:gdLst/>
            <a:ahLst/>
            <a:cxnLst/>
            <a:rect l="l" t="t" r="r" b="b"/>
            <a:pathLst>
              <a:path w="155402" h="207203">
                <a:moveTo>
                  <a:pt x="0" y="0"/>
                </a:moveTo>
                <a:lnTo>
                  <a:pt x="155402" y="207203"/>
                </a:lnTo>
                <a:lnTo>
                  <a:pt x="0" y="207203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0" name="S05-mark162"/>
          <p:cNvSpPr/>
          <p:nvPr/>
        </p:nvSpPr>
        <p:spPr>
          <a:xfrm flipV="1">
            <a:off x="6679601" y="4069339"/>
            <a:ext cx="0" cy="34533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61" name="S05-mark163"/>
          <p:cNvSpPr/>
          <p:nvPr/>
        </p:nvSpPr>
        <p:spPr>
          <a:xfrm>
            <a:off x="6558732" y="4242008"/>
            <a:ext cx="24173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05-mark164"/>
          <p:cNvSpPr/>
          <p:nvPr/>
        </p:nvSpPr>
        <p:spPr>
          <a:xfrm>
            <a:off x="6368796" y="4863617"/>
            <a:ext cx="345338" cy="0"/>
          </a:xfrm>
          <a:prstGeom prst="line">
            <a:avLst/>
          </a:prstGeom>
          <a:noFill/>
          <a:ln w="38100">
            <a:solidFill>
              <a:srgbClr val="1F2937"/>
            </a:solidFill>
            <a:prstDash val="solid"/>
          </a:ln>
        </p:spPr>
      </p:sp>
      <p:sp>
        <p:nvSpPr>
          <p:cNvPr id="63" name="S05-mark165"/>
          <p:cNvSpPr/>
          <p:nvPr/>
        </p:nvSpPr>
        <p:spPr>
          <a:xfrm>
            <a:off x="6368796" y="4794550"/>
            <a:ext cx="0" cy="1381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4" name="S05-mark166"/>
          <p:cNvSpPr/>
          <p:nvPr/>
        </p:nvSpPr>
        <p:spPr>
          <a:xfrm>
            <a:off x="6714134" y="4794550"/>
            <a:ext cx="0" cy="1381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5" name="S05-label168"/>
          <p:cNvSpPr txBox="1"/>
          <p:nvPr/>
        </p:nvSpPr>
        <p:spPr>
          <a:xfrm>
            <a:off x="10919033" y="187587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400" dirty="0"/>
          </a:p>
        </p:txBody>
      </p:sp>
      <p:sp>
        <p:nvSpPr>
          <p:cNvPr id="66" name="S05-labelbg170"/>
          <p:cNvSpPr/>
          <p:nvPr/>
        </p:nvSpPr>
        <p:spPr>
          <a:xfrm>
            <a:off x="10118674" y="1620439"/>
            <a:ext cx="615696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S05-label171"/>
          <p:cNvSpPr txBox="1"/>
          <p:nvPr/>
        </p:nvSpPr>
        <p:spPr>
          <a:xfrm>
            <a:off x="10072954" y="1582339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논밭</a:t>
            </a:r>
            <a:endParaRPr lang="ko-KR" sz="2400" dirty="0"/>
          </a:p>
        </p:txBody>
      </p:sp>
      <p:sp>
        <p:nvSpPr>
          <p:cNvPr id="68" name="S05-labelbg173"/>
          <p:cNvSpPr/>
          <p:nvPr/>
        </p:nvSpPr>
        <p:spPr>
          <a:xfrm>
            <a:off x="8674303" y="4003274"/>
            <a:ext cx="914400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S05-label174"/>
          <p:cNvSpPr txBox="1"/>
          <p:nvPr/>
        </p:nvSpPr>
        <p:spPr>
          <a:xfrm>
            <a:off x="8628583" y="3965174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</a:t>
            </a:r>
            <a:endParaRPr lang="ko-KR" sz="2400" dirty="0"/>
          </a:p>
        </p:txBody>
      </p:sp>
      <p:sp>
        <p:nvSpPr>
          <p:cNvPr id="70" name="S05-labelbg176"/>
          <p:cNvSpPr/>
          <p:nvPr/>
        </p:nvSpPr>
        <p:spPr>
          <a:xfrm>
            <a:off x="7643454" y="3623401"/>
            <a:ext cx="316992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S05-label177"/>
          <p:cNvSpPr txBox="1"/>
          <p:nvPr/>
        </p:nvSpPr>
        <p:spPr>
          <a:xfrm>
            <a:off x="7597734" y="358530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72" name="S05-labelbg179"/>
          <p:cNvSpPr/>
          <p:nvPr/>
        </p:nvSpPr>
        <p:spPr>
          <a:xfrm>
            <a:off x="9421947" y="2570119"/>
            <a:ext cx="316992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S05-label180"/>
          <p:cNvSpPr txBox="1"/>
          <p:nvPr/>
        </p:nvSpPr>
        <p:spPr>
          <a:xfrm>
            <a:off x="9376227" y="2532019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74" name="S05-labelbg182"/>
          <p:cNvSpPr/>
          <p:nvPr/>
        </p:nvSpPr>
        <p:spPr>
          <a:xfrm>
            <a:off x="10354361" y="3778804"/>
            <a:ext cx="316992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S05-label183"/>
          <p:cNvSpPr txBox="1"/>
          <p:nvPr/>
        </p:nvSpPr>
        <p:spPr>
          <a:xfrm>
            <a:off x="10308641" y="3740704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76" name="S05-label185"/>
          <p:cNvSpPr txBox="1"/>
          <p:nvPr/>
        </p:nvSpPr>
        <p:spPr>
          <a:xfrm>
            <a:off x="6475385" y="3688903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</a:t>
            </a:r>
            <a:endParaRPr lang="ko-KR" sz="2400" dirty="0"/>
          </a:p>
        </p:txBody>
      </p:sp>
      <p:sp>
        <p:nvSpPr>
          <p:cNvPr id="77" name="S05-label187"/>
          <p:cNvSpPr txBox="1"/>
          <p:nvPr/>
        </p:nvSpPr>
        <p:spPr>
          <a:xfrm>
            <a:off x="6729838" y="4673117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</a:t>
            </a:r>
            <a:endParaRPr lang="ko-KR" sz="2400" dirty="0"/>
          </a:p>
        </p:txBody>
      </p:sp>
      <p:sp>
        <p:nvSpPr>
          <p:cNvPr id="78" name="S05-chip188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9" name="S05-text189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마을</a:t>
            </a:r>
            <a:endParaRPr lang="ko-KR" sz="3000" dirty="0"/>
          </a:p>
        </p:txBody>
      </p:sp>
      <p:sp>
        <p:nvSpPr>
          <p:cNvPr id="80" name="S05-chip190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1" name="S05-text191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마을</a:t>
            </a:r>
            <a:endParaRPr lang="ko-KR" sz="3000" dirty="0"/>
          </a:p>
        </p:txBody>
      </p:sp>
      <p:sp>
        <p:nvSpPr>
          <p:cNvPr id="82" name="S05-chip192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3" name="S05-text193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마을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촌락과 도시를 비교해요</a:t>
            </a:r>
            <a:endParaRPr lang="ko-KR" sz="4000" dirty="0"/>
          </a:p>
        </p:txBody>
      </p:sp>
      <p:graphicFrame>
        <p:nvGraphicFramePr>
          <p:cNvPr id="7" name="S06-table1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250948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89120"/>
                <a:gridCol w="438912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촌락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모습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산·들·바다 같은 자연이 넓어요.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높은 건물과 넓은 도로가 많아요.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주로 하는 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농사, 고기잡이, 나무 가꾸기처럼 자연을 이용해요.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회사·가게·공장·병원 등에서 여러 가지 일을 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사는 사람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집이 띄엄띄엄 있고 사람이 적은 편이에요.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사람이 많이 모여 살아요.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바닷가에 있으면 어촌일까요?</a:t>
            </a:r>
            <a:endParaRPr lang="ko-KR" sz="4000" dirty="0"/>
          </a:p>
        </p:txBody>
      </p:sp>
      <p:sp>
        <p:nvSpPr>
          <p:cNvPr id="3" name="S07-card195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96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바닷가에 있는 ‘물결시’에는 높은 건물, 회사, 가게가 많고 사람들이 많이 모여 살아요.</a:t>
            </a:r>
            <a:endParaRPr lang="ko-KR" sz="3000" dirty="0"/>
          </a:p>
        </p:txBody>
      </p:sp>
      <p:sp>
        <p:nvSpPr>
          <p:cNvPr id="5" name="S07-card1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생각이 알맞을까요? 무엇을 보고 나누어야 할까요?</a:t>
            </a:r>
            <a:endParaRPr lang="ko-KR" sz="3000" dirty="0"/>
          </a:p>
        </p:txBody>
      </p:sp>
      <p:sp>
        <p:nvSpPr>
          <p:cNvPr id="7" name="S07-chip199"/>
          <p:cNvSpPr txBox="1"/>
          <p:nvPr/>
        </p:nvSpPr>
        <p:spPr>
          <a:xfrm>
            <a:off x="548640" y="2813304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7-text200"/>
          <p:cNvSpPr txBox="1"/>
          <p:nvPr/>
        </p:nvSpPr>
        <p:spPr>
          <a:xfrm>
            <a:off x="548640" y="3544824"/>
            <a:ext cx="5362956" cy="1575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“바닷가에 있으니까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어촌이에요.”</a:t>
            </a:r>
            <a:endParaRPr lang="ko-KR" sz="3000" dirty="0"/>
          </a:p>
        </p:txBody>
      </p:sp>
      <p:sp>
        <p:nvSpPr>
          <p:cNvPr id="9" name="S07-chip201"/>
          <p:cNvSpPr txBox="1"/>
          <p:nvPr/>
        </p:nvSpPr>
        <p:spPr>
          <a:xfrm>
            <a:off x="6277356" y="2813304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7-text202"/>
          <p:cNvSpPr txBox="1"/>
          <p:nvPr/>
        </p:nvSpPr>
        <p:spPr>
          <a:xfrm>
            <a:off x="6277356" y="3544824"/>
            <a:ext cx="5362956" cy="1575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“사람들이 하는 일과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모습을 보니 도시예요.”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촌락과 도시는 서로 도와요</a:t>
            </a:r>
            <a:endParaRPr lang="ko-KR" sz="4000" dirty="0"/>
          </a:p>
        </p:txBody>
      </p:sp>
      <p:sp>
        <p:nvSpPr>
          <p:cNvPr id="3" name="S08-card203"/>
          <p:cNvSpPr/>
          <p:nvPr/>
        </p:nvSpPr>
        <p:spPr>
          <a:xfrm>
            <a:off x="548640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204"/>
          <p:cNvSpPr txBox="1"/>
          <p:nvPr/>
        </p:nvSpPr>
        <p:spPr>
          <a:xfrm>
            <a:off x="822960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 → 도시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쌀·채소·생선 같은 먹을거리, 나무, 자연 체험</a:t>
            </a:r>
            <a:endParaRPr lang="ko-KR" sz="3000" dirty="0"/>
          </a:p>
        </p:txBody>
      </p:sp>
      <p:sp>
        <p:nvSpPr>
          <p:cNvPr id="5" name="S08-card205"/>
          <p:cNvSpPr/>
          <p:nvPr/>
        </p:nvSpPr>
        <p:spPr>
          <a:xfrm>
            <a:off x="6208776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206"/>
          <p:cNvSpPr txBox="1"/>
          <p:nvPr/>
        </p:nvSpPr>
        <p:spPr>
          <a:xfrm>
            <a:off x="6483096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 → 촌락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농기계·옷 같은 물건, 큰 병원과 공연장, 새 기술</a:t>
            </a:r>
            <a:endParaRPr lang="ko-KR" sz="3000" dirty="0"/>
          </a:p>
        </p:txBody>
      </p:sp>
      <p:sp>
        <p:nvSpPr>
          <p:cNvPr id="7" name="S08-figure207" descr="촌락과 도시가 주고받는 것: 촌락에서 도시로 먹을거리와 나무, 도시에서 촌락으로 물건·병원·기술이 오가는 두 화살표"/>
          <p:cNvSpPr/>
          <p:nvPr/>
        </p:nvSpPr>
        <p:spPr>
          <a:xfrm>
            <a:off x="640080" y="1759763"/>
            <a:ext cx="2727198" cy="2181758"/>
          </a:xfrm>
          <a:custGeom>
            <a:avLst/>
            <a:gdLst/>
            <a:ahLst/>
            <a:cxnLst/>
            <a:rect l="l" t="t" r="r" b="b"/>
            <a:pathLst>
              <a:path w="2727198" h="2181758">
                <a:moveTo>
                  <a:pt x="0" y="2181758"/>
                </a:moveTo>
                <a:lnTo>
                  <a:pt x="2727198" y="2181758"/>
                </a:lnTo>
                <a:lnTo>
                  <a:pt x="2727198" y="0"/>
                </a:lnTo>
                <a:lnTo>
                  <a:pt x="0" y="0"/>
                </a:lnTo>
                <a:close/>
              </a:path>
            </a:pathLst>
          </a:custGeom>
          <a:solidFill>
            <a:srgbClr val="D5ECC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8-mark208"/>
          <p:cNvSpPr/>
          <p:nvPr/>
        </p:nvSpPr>
        <p:spPr>
          <a:xfrm>
            <a:off x="8821674" y="1759763"/>
            <a:ext cx="2727198" cy="2181758"/>
          </a:xfrm>
          <a:custGeom>
            <a:avLst/>
            <a:gdLst/>
            <a:ahLst/>
            <a:cxnLst/>
            <a:rect l="l" t="t" r="r" b="b"/>
            <a:pathLst>
              <a:path w="2727198" h="2181758">
                <a:moveTo>
                  <a:pt x="0" y="2181758"/>
                </a:moveTo>
                <a:lnTo>
                  <a:pt x="2727198" y="2181758"/>
                </a:lnTo>
                <a:lnTo>
                  <a:pt x="2727198" y="0"/>
                </a:lnTo>
                <a:lnTo>
                  <a:pt x="0" y="0"/>
                </a:lnTo>
                <a:close/>
              </a:path>
            </a:pathLst>
          </a:custGeom>
          <a:solidFill>
            <a:srgbClr val="D9DEE5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8-mark209"/>
          <p:cNvSpPr/>
          <p:nvPr/>
        </p:nvSpPr>
        <p:spPr>
          <a:xfrm>
            <a:off x="3594545" y="2441562"/>
            <a:ext cx="4999863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0" name="S08-mark210"/>
          <p:cNvSpPr/>
          <p:nvPr/>
        </p:nvSpPr>
        <p:spPr>
          <a:xfrm flipH="1">
            <a:off x="3594545" y="3259722"/>
            <a:ext cx="4999863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1" name="S08-label212"/>
          <p:cNvSpPr txBox="1"/>
          <p:nvPr/>
        </p:nvSpPr>
        <p:spPr>
          <a:xfrm>
            <a:off x="1650111" y="2660142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</a:t>
            </a:r>
            <a:endParaRPr lang="ko-KR" sz="2400" dirty="0"/>
          </a:p>
        </p:txBody>
      </p:sp>
      <p:sp>
        <p:nvSpPr>
          <p:cNvPr id="12" name="S08-label214"/>
          <p:cNvSpPr txBox="1"/>
          <p:nvPr/>
        </p:nvSpPr>
        <p:spPr>
          <a:xfrm>
            <a:off x="9831705" y="2660142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</a:t>
            </a:r>
            <a:endParaRPr lang="ko-KR" sz="2400" dirty="0"/>
          </a:p>
        </p:txBody>
      </p:sp>
      <p:sp>
        <p:nvSpPr>
          <p:cNvPr id="13" name="S08-label216"/>
          <p:cNvSpPr txBox="1"/>
          <p:nvPr/>
        </p:nvSpPr>
        <p:spPr>
          <a:xfrm>
            <a:off x="4902708" y="1705623"/>
            <a:ext cx="2383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먹을거리 · 나무</a:t>
            </a:r>
            <a:endParaRPr lang="ko-KR" sz="2400" dirty="0"/>
          </a:p>
        </p:txBody>
      </p:sp>
      <p:sp>
        <p:nvSpPr>
          <p:cNvPr id="14" name="S08-label218"/>
          <p:cNvSpPr txBox="1"/>
          <p:nvPr/>
        </p:nvSpPr>
        <p:spPr>
          <a:xfrm>
            <a:off x="4661916" y="3614661"/>
            <a:ext cx="2865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· 병원 · 기술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쪽으로 갈까요?</a:t>
            </a:r>
            <a:endParaRPr lang="ko-KR" sz="4000" dirty="0"/>
          </a:p>
        </p:txBody>
      </p:sp>
      <p:sp>
        <p:nvSpPr>
          <p:cNvPr id="3" name="S09-text2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 → 도시일까요, 도시 → 촌락일까요?</a:t>
            </a:r>
            <a:endParaRPr lang="ko-KR" sz="3000" dirty="0"/>
          </a:p>
        </p:txBody>
      </p:sp>
      <p:sp>
        <p:nvSpPr>
          <p:cNvPr id="4" name="S09-chip22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9-text22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마을에서 기른 사과</a:t>
            </a:r>
            <a:endParaRPr lang="ko-KR" sz="3000" dirty="0"/>
          </a:p>
        </p:txBody>
      </p:sp>
      <p:sp>
        <p:nvSpPr>
          <p:cNvPr id="6" name="S09-chip22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9-text22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 공장에서 만든 농기계</a:t>
            </a:r>
            <a:endParaRPr lang="ko-KR" sz="3000" dirty="0"/>
          </a:p>
        </p:txBody>
      </p:sp>
      <p:sp>
        <p:nvSpPr>
          <p:cNvPr id="8" name="S09-chip224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9-text225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마을 할머니가 별빛시 큰 병원에서 진료받기</a:t>
            </a:r>
            <a:endParaRPr lang="ko-KR" sz="3000" dirty="0"/>
          </a:p>
        </p:txBody>
      </p:sp>
      <p:sp>
        <p:nvSpPr>
          <p:cNvPr id="10" name="S09-chip226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09-text227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 가족이 가 마을에서 버섯 따기 체험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지역 살펴보기</a:t>
            </a:r>
            <a:endParaRPr lang="ko-KR" sz="4000" dirty="0"/>
          </a:p>
        </p:txBody>
      </p:sp>
      <p:sp>
        <p:nvSpPr>
          <p:cNvPr id="3" name="S10-text2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함께 조사해요.</a:t>
            </a:r>
            <a:endParaRPr lang="ko-KR" sz="3000" dirty="0"/>
          </a:p>
        </p:txBody>
      </p:sp>
      <p:sp>
        <p:nvSpPr>
          <p:cNvPr id="4" name="S10-card2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2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밖에서는 꼭 어른과 함께 다니고 찻길을 조심해요.</a:t>
            </a:r>
            <a:endParaRPr lang="ko-KR" sz="3000" dirty="0"/>
          </a:p>
        </p:txBody>
      </p:sp>
      <p:sp>
        <p:nvSpPr>
          <p:cNvPr id="6" name="S10-card231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0-cardtext232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많이 보이는 것 두 가지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가까운 쪽과 그 까닭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다른 지역에서 온 먹을거리</a:t>
            </a:r>
            <a:endParaRPr lang="ko-KR" sz="3000" dirty="0"/>
          </a:p>
        </p:txBody>
      </p:sp>
      <p:sp>
        <p:nvSpPr>
          <p:cNvPr id="8" name="S10-stepno233"/>
          <p:cNvSpPr txBox="1"/>
          <p:nvPr/>
        </p:nvSpPr>
        <p:spPr>
          <a:xfrm>
            <a:off x="548640" y="20772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10-text234"/>
          <p:cNvSpPr txBox="1"/>
          <p:nvPr/>
        </p:nvSpPr>
        <p:spPr>
          <a:xfrm>
            <a:off x="1325880" y="203149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걷거나 지도 앱으로 우리 지역을 봐요.</a:t>
            </a:r>
            <a:endParaRPr lang="ko-KR" sz="3000" dirty="0"/>
          </a:p>
        </p:txBody>
      </p:sp>
      <p:sp>
        <p:nvSpPr>
          <p:cNvPr id="10" name="S10-stepno235"/>
          <p:cNvSpPr txBox="1"/>
          <p:nvPr/>
        </p:nvSpPr>
        <p:spPr>
          <a:xfrm>
            <a:off x="548640" y="31257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10-text236"/>
          <p:cNvSpPr txBox="1"/>
          <p:nvPr/>
        </p:nvSpPr>
        <p:spPr>
          <a:xfrm>
            <a:off x="1325880" y="31257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보이는 것을 찾아요.</a:t>
            </a:r>
            <a:endParaRPr lang="ko-KR" sz="3000" dirty="0"/>
          </a:p>
        </p:txBody>
      </p:sp>
      <p:sp>
        <p:nvSpPr>
          <p:cNvPr id="12" name="S10-stepno237"/>
          <p:cNvSpPr txBox="1"/>
          <p:nvPr/>
        </p:nvSpPr>
        <p:spPr>
          <a:xfrm>
            <a:off x="548640" y="38389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10-text238"/>
          <p:cNvSpPr txBox="1"/>
          <p:nvPr/>
        </p:nvSpPr>
        <p:spPr>
          <a:xfrm>
            <a:off x="1325880" y="38389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먹을거리의 생산지를 찾아요.</a:t>
            </a:r>
            <a:endParaRPr lang="ko-KR" sz="3000" dirty="0"/>
          </a:p>
        </p:txBody>
      </p:sp>
      <p:sp>
        <p:nvSpPr>
          <p:cNvPr id="14" name="S10-stepno239"/>
          <p:cNvSpPr txBox="1"/>
          <p:nvPr/>
        </p:nvSpPr>
        <p:spPr>
          <a:xfrm>
            <a:off x="548640" y="45521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10-text240"/>
          <p:cNvSpPr txBox="1"/>
          <p:nvPr/>
        </p:nvSpPr>
        <p:spPr>
          <a:xfrm>
            <a:off x="1325880" y="45521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4·5에 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농촌·어촌·산지촌·도시 가운데 골라요.</a:t>
            </a:r>
            <a:endParaRPr lang="ko-KR" sz="3000" dirty="0"/>
          </a:p>
        </p:txBody>
      </p:sp>
      <p:sp>
        <p:nvSpPr>
          <p:cNvPr id="4" name="S11-chip24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text24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산비탈 밭에서 배추를 기르고 버섯을 키워요.</a:t>
            </a:r>
            <a:endParaRPr lang="ko-KR" sz="3000" dirty="0"/>
          </a:p>
        </p:txBody>
      </p:sp>
      <p:sp>
        <p:nvSpPr>
          <p:cNvPr id="6" name="S11-chip24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1-text24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배를 타고 나가 고기를 잡고 김을 길러요.</a:t>
            </a:r>
            <a:endParaRPr lang="ko-KR" sz="3000" dirty="0"/>
          </a:p>
        </p:txBody>
      </p:sp>
      <p:sp>
        <p:nvSpPr>
          <p:cNvPr id="8" name="S11-chip24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1-text247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건물이 많고 회사와 가게에서 일해요.</a:t>
            </a:r>
            <a:endParaRPr lang="ko-KR" sz="3000" dirty="0"/>
          </a:p>
        </p:txBody>
      </p:sp>
      <p:sp>
        <p:nvSpPr>
          <p:cNvPr id="10" name="S11-chip248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1-text249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넓은 들에서 벼농사를 지어요.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어떻게 도울까요?</a:t>
            </a:r>
            <a:endParaRPr lang="ko-KR" sz="4000" dirty="0"/>
          </a:p>
        </p:txBody>
      </p:sp>
      <p:sp>
        <p:nvSpPr>
          <p:cNvPr id="3" name="S13-text2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어촌인 ‘파도마을’과 도시인 ‘별빛시’가 있어요.</a:t>
            </a:r>
            <a:endParaRPr lang="ko-KR" sz="3000" dirty="0"/>
          </a:p>
        </p:txBody>
      </p:sp>
      <p:sp>
        <p:nvSpPr>
          <p:cNvPr id="4" name="S13-chip251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3-text252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파도마을이 별빛시에 주는 것은?</a:t>
            </a:r>
            <a:endParaRPr lang="ko-KR" sz="3000" dirty="0"/>
          </a:p>
        </p:txBody>
      </p:sp>
      <p:sp>
        <p:nvSpPr>
          <p:cNvPr id="6" name="S13-chip25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3-text254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별빛시가 파도마을에 주는 것은?</a:t>
            </a:r>
            <a:endParaRPr lang="ko-KR" sz="3000" dirty="0"/>
          </a:p>
        </p:txBody>
      </p:sp>
      <p:sp>
        <p:nvSpPr>
          <p:cNvPr id="8" name="S13-chip255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3-text256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곳은 어떤 사이인지 한 문장으로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57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58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촌락은 자연을 이용해 일하고, 도시는 여러 가지 일을 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곳은 필요한 것을 주고받으며 서로 도와요.</a:t>
            </a:r>
            <a:endParaRPr lang="ko-KR" sz="3000" dirty="0"/>
          </a:p>
        </p:txBody>
      </p:sp>
      <p:sp>
        <p:nvSpPr>
          <p:cNvPr id="5" name="S14-chip259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하는 일과 모습으로 비교하기</a:t>
            </a:r>
            <a:endParaRPr lang="ko-KR" sz="2400" dirty="0"/>
          </a:p>
        </p:txBody>
      </p:sp>
      <p:sp>
        <p:nvSpPr>
          <p:cNvPr id="6" name="S14-chip260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어느 곳이 더 좋다고 판단하기</a:t>
            </a:r>
            <a:endParaRPr lang="ko-KR" sz="2400" dirty="0"/>
          </a:p>
        </p:txBody>
      </p:sp>
      <p:sp>
        <p:nvSpPr>
          <p:cNvPr id="7" name="S14-text261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262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촌락의 세 가지는?</a:t>
            </a:r>
            <a:endParaRPr lang="ko-KR" sz="2400" dirty="0"/>
          </a:p>
        </p:txBody>
      </p:sp>
      <p:sp>
        <p:nvSpPr>
          <p:cNvPr id="9" name="S14-text263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도시의 특징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하나는?</a:t>
            </a:r>
            <a:endParaRPr lang="ko-KR" sz="2400" dirty="0"/>
          </a:p>
        </p:txBody>
      </p:sp>
      <p:sp>
        <p:nvSpPr>
          <p:cNvPr id="10" name="S14-text264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촌락과 도시가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주고받는 것은?</a:t>
            </a:r>
            <a:endParaRPr lang="ko-KR" sz="2400" dirty="0"/>
          </a:p>
        </p:txBody>
      </p:sp>
      <p:sp>
        <p:nvSpPr>
          <p:cNvPr id="11" name="S14-text26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지역의 문화유산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방위와 거리 다시 읽기</a:t>
            </a:r>
            <a:endParaRPr lang="ko-KR" sz="4000" dirty="0"/>
          </a:p>
        </p:txBody>
      </p:sp>
      <p:sp>
        <p:nvSpPr>
          <p:cNvPr id="3" name="S15-text2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방위표의 화살표 쪽이 북쪽, 한 칸은 1 km예요.</a:t>
            </a:r>
            <a:endParaRPr lang="ko-KR" sz="3000" dirty="0"/>
          </a:p>
        </p:txBody>
      </p:sp>
      <p:sp>
        <p:nvSpPr>
          <p:cNvPr id="4" name="S15-figure267" descr="별빛시 둘레의 지도(모눈 한 칸 = 1 km). 가운데 아래에 높은 건물이 모인 별빛시가 있다. 별빛시의 서쪽 5칸, 등고선이 여러 겹인 산비탈에 가 마을, 북쪽 3칸 논밭 옆에 나 마을, 동쪽 4칸 바닷가에 다 마을이 있다. 동쪽에는 바다와 배가 있다. 왼쪽 아래에 북쪽을 가리키는 방위표가 있다."/>
          <p:cNvSpPr/>
          <p:nvPr/>
        </p:nvSpPr>
        <p:spPr>
          <a:xfrm>
            <a:off x="6368796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" name="S15-mark268"/>
          <p:cNvSpPr/>
          <p:nvPr/>
        </p:nvSpPr>
        <p:spPr>
          <a:xfrm>
            <a:off x="6714134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15-mark269"/>
          <p:cNvSpPr/>
          <p:nvPr/>
        </p:nvSpPr>
        <p:spPr>
          <a:xfrm>
            <a:off x="7059473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15-mark270"/>
          <p:cNvSpPr/>
          <p:nvPr/>
        </p:nvSpPr>
        <p:spPr>
          <a:xfrm>
            <a:off x="7404811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5-mark271"/>
          <p:cNvSpPr/>
          <p:nvPr/>
        </p:nvSpPr>
        <p:spPr>
          <a:xfrm>
            <a:off x="7750150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5-mark272"/>
          <p:cNvSpPr/>
          <p:nvPr/>
        </p:nvSpPr>
        <p:spPr>
          <a:xfrm>
            <a:off x="8095488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5-mark273"/>
          <p:cNvSpPr/>
          <p:nvPr/>
        </p:nvSpPr>
        <p:spPr>
          <a:xfrm>
            <a:off x="8440826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5-mark274"/>
          <p:cNvSpPr/>
          <p:nvPr/>
        </p:nvSpPr>
        <p:spPr>
          <a:xfrm>
            <a:off x="8786165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5-mark275"/>
          <p:cNvSpPr/>
          <p:nvPr/>
        </p:nvSpPr>
        <p:spPr>
          <a:xfrm>
            <a:off x="9131503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5-mark276"/>
          <p:cNvSpPr/>
          <p:nvPr/>
        </p:nvSpPr>
        <p:spPr>
          <a:xfrm>
            <a:off x="9476842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5-mark277"/>
          <p:cNvSpPr/>
          <p:nvPr/>
        </p:nvSpPr>
        <p:spPr>
          <a:xfrm>
            <a:off x="9822180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5-mark278"/>
          <p:cNvSpPr/>
          <p:nvPr/>
        </p:nvSpPr>
        <p:spPr>
          <a:xfrm>
            <a:off x="10167518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5-mark279"/>
          <p:cNvSpPr/>
          <p:nvPr/>
        </p:nvSpPr>
        <p:spPr>
          <a:xfrm>
            <a:off x="10512857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5-mark280"/>
          <p:cNvSpPr/>
          <p:nvPr/>
        </p:nvSpPr>
        <p:spPr>
          <a:xfrm>
            <a:off x="10858195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5-mark281"/>
          <p:cNvSpPr/>
          <p:nvPr/>
        </p:nvSpPr>
        <p:spPr>
          <a:xfrm>
            <a:off x="11203534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5-mark282"/>
          <p:cNvSpPr/>
          <p:nvPr/>
        </p:nvSpPr>
        <p:spPr>
          <a:xfrm>
            <a:off x="11548872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5-mark283"/>
          <p:cNvSpPr/>
          <p:nvPr/>
        </p:nvSpPr>
        <p:spPr>
          <a:xfrm>
            <a:off x="6368796" y="5513421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5-mark284"/>
          <p:cNvSpPr/>
          <p:nvPr/>
        </p:nvSpPr>
        <p:spPr>
          <a:xfrm>
            <a:off x="6368796" y="5168082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5-mark285"/>
          <p:cNvSpPr/>
          <p:nvPr/>
        </p:nvSpPr>
        <p:spPr>
          <a:xfrm>
            <a:off x="6368796" y="4822744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15-mark286"/>
          <p:cNvSpPr/>
          <p:nvPr/>
        </p:nvSpPr>
        <p:spPr>
          <a:xfrm>
            <a:off x="6368796" y="4477405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15-mark287"/>
          <p:cNvSpPr/>
          <p:nvPr/>
        </p:nvSpPr>
        <p:spPr>
          <a:xfrm>
            <a:off x="6368796" y="4132067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15-mark288"/>
          <p:cNvSpPr/>
          <p:nvPr/>
        </p:nvSpPr>
        <p:spPr>
          <a:xfrm>
            <a:off x="6368796" y="3786729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15-mark289"/>
          <p:cNvSpPr/>
          <p:nvPr/>
        </p:nvSpPr>
        <p:spPr>
          <a:xfrm>
            <a:off x="6368796" y="3441390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15-mark290"/>
          <p:cNvSpPr/>
          <p:nvPr/>
        </p:nvSpPr>
        <p:spPr>
          <a:xfrm>
            <a:off x="6368796" y="3096052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15-mark291"/>
          <p:cNvSpPr/>
          <p:nvPr/>
        </p:nvSpPr>
        <p:spPr>
          <a:xfrm>
            <a:off x="6368796" y="2750713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15-mark292"/>
          <p:cNvSpPr/>
          <p:nvPr/>
        </p:nvSpPr>
        <p:spPr>
          <a:xfrm>
            <a:off x="6368796" y="2405375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15-mark293"/>
          <p:cNvSpPr/>
          <p:nvPr/>
        </p:nvSpPr>
        <p:spPr>
          <a:xfrm>
            <a:off x="10823661" y="2405375"/>
            <a:ext cx="725211" cy="3108046"/>
          </a:xfrm>
          <a:custGeom>
            <a:avLst/>
            <a:gdLst/>
            <a:ahLst/>
            <a:cxnLst/>
            <a:rect l="l" t="t" r="r" b="b"/>
            <a:pathLst>
              <a:path w="725211" h="3108046">
                <a:moveTo>
                  <a:pt x="138135" y="0"/>
                </a:moveTo>
                <a:lnTo>
                  <a:pt x="0" y="518008"/>
                </a:lnTo>
                <a:lnTo>
                  <a:pt x="207203" y="1208684"/>
                </a:lnTo>
                <a:lnTo>
                  <a:pt x="34534" y="1864827"/>
                </a:lnTo>
                <a:lnTo>
                  <a:pt x="172669" y="2486436"/>
                </a:lnTo>
                <a:lnTo>
                  <a:pt x="69068" y="3108046"/>
                </a:lnTo>
                <a:lnTo>
                  <a:pt x="725211" y="3108046"/>
                </a:lnTo>
                <a:lnTo>
                  <a:pt x="725211" y="0"/>
                </a:lnTo>
                <a:close/>
              </a:path>
            </a:pathLst>
          </a:custGeom>
          <a:solidFill>
            <a:srgbClr val="CFE3F5"/>
          </a:solidFill>
          <a:ln w="19050">
            <a:solidFill>
              <a:srgbClr val="4A90C8"/>
            </a:solidFill>
            <a:prstDash val="solid"/>
          </a:ln>
        </p:spPr>
      </p:sp>
      <p:sp>
        <p:nvSpPr>
          <p:cNvPr id="31" name="S15-mark294"/>
          <p:cNvSpPr/>
          <p:nvPr/>
        </p:nvSpPr>
        <p:spPr>
          <a:xfrm>
            <a:off x="6506931" y="2957916"/>
            <a:ext cx="1795760" cy="1657624"/>
          </a:xfrm>
          <a:custGeom>
            <a:avLst/>
            <a:gdLst/>
            <a:ahLst/>
            <a:cxnLst/>
            <a:rect l="l" t="t" r="r" b="b"/>
            <a:pathLst>
              <a:path w="1795760" h="1657624">
                <a:moveTo>
                  <a:pt x="1795760" y="863346"/>
                </a:moveTo>
                <a:lnTo>
                  <a:pt x="1782291" y="713469"/>
                </a:lnTo>
                <a:lnTo>
                  <a:pt x="1741542" y="568082"/>
                </a:lnTo>
                <a:lnTo>
                  <a:pt x="1675582" y="431673"/>
                </a:lnTo>
                <a:lnTo>
                  <a:pt x="1585794" y="308387"/>
                </a:lnTo>
                <a:lnTo>
                  <a:pt x="1474940" y="202023"/>
                </a:lnTo>
                <a:lnTo>
                  <a:pt x="1346820" y="115688"/>
                </a:lnTo>
                <a:lnTo>
                  <a:pt x="1204886" y="52146"/>
                </a:lnTo>
                <a:lnTo>
                  <a:pt x="1053627" y="13123"/>
                </a:lnTo>
                <a:lnTo>
                  <a:pt x="897880" y="0"/>
                </a:lnTo>
                <a:lnTo>
                  <a:pt x="742132" y="13123"/>
                </a:lnTo>
                <a:lnTo>
                  <a:pt x="590874" y="52146"/>
                </a:lnTo>
                <a:lnTo>
                  <a:pt x="448940" y="115688"/>
                </a:lnTo>
                <a:lnTo>
                  <a:pt x="320819" y="202023"/>
                </a:lnTo>
                <a:lnTo>
                  <a:pt x="209966" y="308387"/>
                </a:lnTo>
                <a:lnTo>
                  <a:pt x="120178" y="431673"/>
                </a:lnTo>
                <a:lnTo>
                  <a:pt x="54218" y="568082"/>
                </a:lnTo>
                <a:lnTo>
                  <a:pt x="13468" y="713469"/>
                </a:lnTo>
                <a:lnTo>
                  <a:pt x="0" y="863346"/>
                </a:lnTo>
                <a:lnTo>
                  <a:pt x="13468" y="1001136"/>
                </a:lnTo>
                <a:lnTo>
                  <a:pt x="54218" y="1135127"/>
                </a:lnTo>
                <a:lnTo>
                  <a:pt x="120178" y="1260485"/>
                </a:lnTo>
                <a:lnTo>
                  <a:pt x="209966" y="1373756"/>
                </a:lnTo>
                <a:lnTo>
                  <a:pt x="320819" y="1471832"/>
                </a:lnTo>
                <a:lnTo>
                  <a:pt x="448940" y="1551260"/>
                </a:lnTo>
                <a:lnTo>
                  <a:pt x="590874" y="1609622"/>
                </a:lnTo>
                <a:lnTo>
                  <a:pt x="742132" y="1645537"/>
                </a:lnTo>
                <a:lnTo>
                  <a:pt x="897880" y="1657624"/>
                </a:lnTo>
                <a:lnTo>
                  <a:pt x="1053627" y="1645537"/>
                </a:lnTo>
                <a:lnTo>
                  <a:pt x="1204886" y="1609622"/>
                </a:lnTo>
                <a:lnTo>
                  <a:pt x="1346820" y="1551260"/>
                </a:lnTo>
                <a:lnTo>
                  <a:pt x="1474940" y="1471832"/>
                </a:lnTo>
                <a:lnTo>
                  <a:pt x="1585794" y="1373756"/>
                </a:lnTo>
                <a:lnTo>
                  <a:pt x="1675582" y="1260485"/>
                </a:lnTo>
                <a:lnTo>
                  <a:pt x="1741542" y="1135127"/>
                </a:lnTo>
                <a:lnTo>
                  <a:pt x="1782291" y="1001136"/>
                </a:lnTo>
                <a:close/>
              </a:path>
            </a:pathLst>
          </a:custGeom>
          <a:solidFill>
            <a:srgbClr val="D5ECC8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2" name="S15-mark295"/>
          <p:cNvSpPr/>
          <p:nvPr/>
        </p:nvSpPr>
        <p:spPr>
          <a:xfrm>
            <a:off x="6817736" y="3268721"/>
            <a:ext cx="1174151" cy="1036015"/>
          </a:xfrm>
          <a:custGeom>
            <a:avLst/>
            <a:gdLst/>
            <a:ahLst/>
            <a:cxnLst/>
            <a:rect l="l" t="t" r="r" b="b"/>
            <a:pathLst>
              <a:path w="1174151" h="1036015">
                <a:moveTo>
                  <a:pt x="1174151" y="552541"/>
                </a:moveTo>
                <a:lnTo>
                  <a:pt x="1165172" y="456537"/>
                </a:lnTo>
                <a:lnTo>
                  <a:pt x="1138581" y="363641"/>
                </a:lnTo>
                <a:lnTo>
                  <a:pt x="1095413" y="276271"/>
                </a:lnTo>
                <a:lnTo>
                  <a:pt x="1036706" y="197534"/>
                </a:lnTo>
                <a:lnTo>
                  <a:pt x="964530" y="129157"/>
                </a:lnTo>
                <a:lnTo>
                  <a:pt x="880613" y="73902"/>
                </a:lnTo>
                <a:lnTo>
                  <a:pt x="787717" y="33152"/>
                </a:lnTo>
                <a:lnTo>
                  <a:pt x="688950" y="8288"/>
                </a:lnTo>
                <a:lnTo>
                  <a:pt x="587075" y="0"/>
                </a:lnTo>
                <a:lnTo>
                  <a:pt x="485200" y="8288"/>
                </a:lnTo>
                <a:lnTo>
                  <a:pt x="386434" y="33152"/>
                </a:lnTo>
                <a:lnTo>
                  <a:pt x="293538" y="73902"/>
                </a:lnTo>
                <a:lnTo>
                  <a:pt x="209620" y="129157"/>
                </a:lnTo>
                <a:lnTo>
                  <a:pt x="137445" y="197534"/>
                </a:lnTo>
                <a:lnTo>
                  <a:pt x="78737" y="276271"/>
                </a:lnTo>
                <a:lnTo>
                  <a:pt x="35570" y="363641"/>
                </a:lnTo>
                <a:lnTo>
                  <a:pt x="8979" y="456537"/>
                </a:lnTo>
                <a:lnTo>
                  <a:pt x="0" y="552541"/>
                </a:lnTo>
                <a:lnTo>
                  <a:pt x="8979" y="636459"/>
                </a:lnTo>
                <a:lnTo>
                  <a:pt x="35570" y="717959"/>
                </a:lnTo>
                <a:lnTo>
                  <a:pt x="78737" y="794278"/>
                </a:lnTo>
                <a:lnTo>
                  <a:pt x="137445" y="863346"/>
                </a:lnTo>
                <a:lnTo>
                  <a:pt x="209620" y="922744"/>
                </a:lnTo>
                <a:lnTo>
                  <a:pt x="293538" y="971092"/>
                </a:lnTo>
                <a:lnTo>
                  <a:pt x="386434" y="1007007"/>
                </a:lnTo>
                <a:lnTo>
                  <a:pt x="485200" y="1028763"/>
                </a:lnTo>
                <a:lnTo>
                  <a:pt x="587075" y="1036015"/>
                </a:lnTo>
                <a:lnTo>
                  <a:pt x="688950" y="1028763"/>
                </a:lnTo>
                <a:lnTo>
                  <a:pt x="787717" y="1007007"/>
                </a:lnTo>
                <a:lnTo>
                  <a:pt x="880613" y="971092"/>
                </a:lnTo>
                <a:lnTo>
                  <a:pt x="964530" y="922744"/>
                </a:lnTo>
                <a:lnTo>
                  <a:pt x="1036706" y="863346"/>
                </a:lnTo>
                <a:lnTo>
                  <a:pt x="1095413" y="794278"/>
                </a:lnTo>
                <a:lnTo>
                  <a:pt x="1138581" y="717959"/>
                </a:lnTo>
                <a:lnTo>
                  <a:pt x="1165172" y="636459"/>
                </a:lnTo>
                <a:close/>
              </a:path>
            </a:pathLst>
          </a:custGeom>
          <a:solidFill>
            <a:srgbClr val="F3E6AE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3" name="S15-mark296"/>
          <p:cNvSpPr/>
          <p:nvPr/>
        </p:nvSpPr>
        <p:spPr>
          <a:xfrm>
            <a:off x="7128540" y="3544992"/>
            <a:ext cx="552541" cy="518008"/>
          </a:xfrm>
          <a:custGeom>
            <a:avLst/>
            <a:gdLst/>
            <a:ahLst/>
            <a:cxnLst/>
            <a:rect l="l" t="t" r="r" b="b"/>
            <a:pathLst>
              <a:path w="552541" h="518008">
                <a:moveTo>
                  <a:pt x="552541" y="276271"/>
                </a:moveTo>
                <a:lnTo>
                  <a:pt x="548397" y="228269"/>
                </a:lnTo>
                <a:lnTo>
                  <a:pt x="535965" y="181648"/>
                </a:lnTo>
                <a:lnTo>
                  <a:pt x="515590" y="138135"/>
                </a:lnTo>
                <a:lnTo>
                  <a:pt x="487963" y="98767"/>
                </a:lnTo>
                <a:lnTo>
                  <a:pt x="453775" y="64578"/>
                </a:lnTo>
                <a:lnTo>
                  <a:pt x="414406" y="36951"/>
                </a:lnTo>
                <a:lnTo>
                  <a:pt x="370893" y="16576"/>
                </a:lnTo>
                <a:lnTo>
                  <a:pt x="324273" y="4144"/>
                </a:lnTo>
                <a:lnTo>
                  <a:pt x="276271" y="0"/>
                </a:lnTo>
                <a:lnTo>
                  <a:pt x="228269" y="4144"/>
                </a:lnTo>
                <a:lnTo>
                  <a:pt x="181648" y="16576"/>
                </a:lnTo>
                <a:lnTo>
                  <a:pt x="138135" y="36951"/>
                </a:lnTo>
                <a:lnTo>
                  <a:pt x="98767" y="64578"/>
                </a:lnTo>
                <a:lnTo>
                  <a:pt x="64578" y="98767"/>
                </a:lnTo>
                <a:lnTo>
                  <a:pt x="36951" y="138135"/>
                </a:lnTo>
                <a:lnTo>
                  <a:pt x="16576" y="181648"/>
                </a:lnTo>
                <a:lnTo>
                  <a:pt x="4144" y="228269"/>
                </a:lnTo>
                <a:lnTo>
                  <a:pt x="0" y="276271"/>
                </a:lnTo>
                <a:lnTo>
                  <a:pt x="4144" y="318402"/>
                </a:lnTo>
                <a:lnTo>
                  <a:pt x="16576" y="358807"/>
                </a:lnTo>
                <a:lnTo>
                  <a:pt x="36951" y="397139"/>
                </a:lnTo>
                <a:lnTo>
                  <a:pt x="64578" y="431673"/>
                </a:lnTo>
                <a:lnTo>
                  <a:pt x="98767" y="461372"/>
                </a:lnTo>
                <a:lnTo>
                  <a:pt x="138135" y="485546"/>
                </a:lnTo>
                <a:lnTo>
                  <a:pt x="181648" y="503503"/>
                </a:lnTo>
                <a:lnTo>
                  <a:pt x="228269" y="514209"/>
                </a:lnTo>
                <a:lnTo>
                  <a:pt x="276271" y="518008"/>
                </a:lnTo>
                <a:lnTo>
                  <a:pt x="324273" y="514209"/>
                </a:lnTo>
                <a:lnTo>
                  <a:pt x="370893" y="503503"/>
                </a:lnTo>
                <a:lnTo>
                  <a:pt x="414406" y="485546"/>
                </a:lnTo>
                <a:lnTo>
                  <a:pt x="453775" y="461372"/>
                </a:lnTo>
                <a:lnTo>
                  <a:pt x="487963" y="431673"/>
                </a:lnTo>
                <a:lnTo>
                  <a:pt x="515590" y="397139"/>
                </a:lnTo>
                <a:lnTo>
                  <a:pt x="535965" y="358807"/>
                </a:lnTo>
                <a:lnTo>
                  <a:pt x="548397" y="318402"/>
                </a:lnTo>
                <a:close/>
              </a:path>
            </a:pathLst>
          </a:custGeom>
          <a:solidFill>
            <a:srgbClr val="E6C097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15-mark297"/>
          <p:cNvSpPr/>
          <p:nvPr/>
        </p:nvSpPr>
        <p:spPr>
          <a:xfrm>
            <a:off x="7311570" y="3699703"/>
            <a:ext cx="186483" cy="161618"/>
          </a:xfrm>
          <a:custGeom>
            <a:avLst/>
            <a:gdLst/>
            <a:ahLst/>
            <a:cxnLst/>
            <a:rect l="l" t="t" r="r" b="b"/>
            <a:pathLst>
              <a:path w="186483" h="161618">
                <a:moveTo>
                  <a:pt x="0" y="161618"/>
                </a:moveTo>
                <a:lnTo>
                  <a:pt x="186483" y="161618"/>
                </a:lnTo>
                <a:lnTo>
                  <a:pt x="93241" y="0"/>
                </a:lnTo>
                <a:close/>
              </a:path>
            </a:pathLst>
          </a:custGeom>
          <a:solidFill>
            <a:srgbClr val="8B5E3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5" name="S15-mark298"/>
          <p:cNvSpPr/>
          <p:nvPr/>
        </p:nvSpPr>
        <p:spPr>
          <a:xfrm>
            <a:off x="8509894" y="2854315"/>
            <a:ext cx="483474" cy="310805"/>
          </a:xfrm>
          <a:custGeom>
            <a:avLst/>
            <a:gdLst/>
            <a:ahLst/>
            <a:cxnLst/>
            <a:rect l="l" t="t" r="r" b="b"/>
            <a:pathLst>
              <a:path w="483474" h="310805">
                <a:moveTo>
                  <a:pt x="0" y="310805"/>
                </a:moveTo>
                <a:lnTo>
                  <a:pt x="483474" y="310805"/>
                </a:lnTo>
                <a:lnTo>
                  <a:pt x="48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36" name="S15-mark299"/>
          <p:cNvSpPr/>
          <p:nvPr/>
        </p:nvSpPr>
        <p:spPr>
          <a:xfrm>
            <a:off x="9062436" y="2854315"/>
            <a:ext cx="483474" cy="310805"/>
          </a:xfrm>
          <a:custGeom>
            <a:avLst/>
            <a:gdLst/>
            <a:ahLst/>
            <a:cxnLst/>
            <a:rect l="l" t="t" r="r" b="b"/>
            <a:pathLst>
              <a:path w="483474" h="310805">
                <a:moveTo>
                  <a:pt x="0" y="310805"/>
                </a:moveTo>
                <a:lnTo>
                  <a:pt x="483474" y="310805"/>
                </a:lnTo>
                <a:lnTo>
                  <a:pt x="48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37" name="S15-mark300"/>
          <p:cNvSpPr/>
          <p:nvPr/>
        </p:nvSpPr>
        <p:spPr>
          <a:xfrm>
            <a:off x="9614977" y="2854315"/>
            <a:ext cx="414406" cy="310805"/>
          </a:xfrm>
          <a:custGeom>
            <a:avLst/>
            <a:gdLst/>
            <a:ahLst/>
            <a:cxnLst/>
            <a:rect l="l" t="t" r="r" b="b"/>
            <a:pathLst>
              <a:path w="414406" h="310805">
                <a:moveTo>
                  <a:pt x="0" y="310805"/>
                </a:moveTo>
                <a:lnTo>
                  <a:pt x="414406" y="310805"/>
                </a:lnTo>
                <a:lnTo>
                  <a:pt x="414406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38" name="S15-mark301"/>
          <p:cNvSpPr/>
          <p:nvPr/>
        </p:nvSpPr>
        <p:spPr>
          <a:xfrm>
            <a:off x="8509894" y="2474443"/>
            <a:ext cx="483474" cy="310805"/>
          </a:xfrm>
          <a:custGeom>
            <a:avLst/>
            <a:gdLst/>
            <a:ahLst/>
            <a:cxnLst/>
            <a:rect l="l" t="t" r="r" b="b"/>
            <a:pathLst>
              <a:path w="483474" h="310805">
                <a:moveTo>
                  <a:pt x="0" y="310805"/>
                </a:moveTo>
                <a:lnTo>
                  <a:pt x="483474" y="310805"/>
                </a:lnTo>
                <a:lnTo>
                  <a:pt x="48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39" name="S15-mark302"/>
          <p:cNvSpPr/>
          <p:nvPr/>
        </p:nvSpPr>
        <p:spPr>
          <a:xfrm>
            <a:off x="9062436" y="2474443"/>
            <a:ext cx="483474" cy="310805"/>
          </a:xfrm>
          <a:custGeom>
            <a:avLst/>
            <a:gdLst/>
            <a:ahLst/>
            <a:cxnLst/>
            <a:rect l="l" t="t" r="r" b="b"/>
            <a:pathLst>
              <a:path w="483474" h="310805">
                <a:moveTo>
                  <a:pt x="0" y="310805"/>
                </a:moveTo>
                <a:lnTo>
                  <a:pt x="483474" y="310805"/>
                </a:lnTo>
                <a:lnTo>
                  <a:pt x="48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40" name="S15-mark303"/>
          <p:cNvSpPr/>
          <p:nvPr/>
        </p:nvSpPr>
        <p:spPr>
          <a:xfrm>
            <a:off x="9614977" y="2474443"/>
            <a:ext cx="414406" cy="310805"/>
          </a:xfrm>
          <a:custGeom>
            <a:avLst/>
            <a:gdLst/>
            <a:ahLst/>
            <a:cxnLst/>
            <a:rect l="l" t="t" r="r" b="b"/>
            <a:pathLst>
              <a:path w="414406" h="310805">
                <a:moveTo>
                  <a:pt x="0" y="310805"/>
                </a:moveTo>
                <a:lnTo>
                  <a:pt x="414406" y="310805"/>
                </a:lnTo>
                <a:lnTo>
                  <a:pt x="414406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41" name="S15-mark304"/>
          <p:cNvSpPr/>
          <p:nvPr/>
        </p:nvSpPr>
        <p:spPr>
          <a:xfrm>
            <a:off x="7577480" y="4477405"/>
            <a:ext cx="1036015" cy="9144"/>
          </a:xfrm>
          <a:custGeom>
            <a:avLst/>
            <a:gdLst/>
            <a:ahLst/>
            <a:cxnLst/>
            <a:rect l="l" t="t" r="r" b="b"/>
            <a:pathLst>
              <a:path w="1036015" h="9144">
                <a:moveTo>
                  <a:pt x="0" y="0"/>
                </a:moveTo>
                <a:lnTo>
                  <a:pt x="1036015" y="0"/>
                </a:lnTo>
              </a:path>
            </a:pathLst>
          </a:custGeom>
          <a:noFill/>
          <a:ln w="63500">
            <a:solidFill>
              <a:srgbClr val="A3AAB4"/>
            </a:solidFill>
            <a:prstDash val="solid"/>
          </a:ln>
        </p:spPr>
      </p:sp>
      <p:sp>
        <p:nvSpPr>
          <p:cNvPr id="42" name="S15-mark305"/>
          <p:cNvSpPr/>
          <p:nvPr/>
        </p:nvSpPr>
        <p:spPr>
          <a:xfrm>
            <a:off x="9131503" y="3614059"/>
            <a:ext cx="9144" cy="414406"/>
          </a:xfrm>
          <a:custGeom>
            <a:avLst/>
            <a:gdLst/>
            <a:ahLst/>
            <a:cxnLst/>
            <a:rect l="l" t="t" r="r" b="b"/>
            <a:pathLst>
              <a:path w="9144" h="414406">
                <a:moveTo>
                  <a:pt x="0" y="414406"/>
                </a:moveTo>
                <a:lnTo>
                  <a:pt x="0" y="0"/>
                </a:lnTo>
              </a:path>
            </a:pathLst>
          </a:custGeom>
          <a:noFill/>
          <a:ln w="63500">
            <a:solidFill>
              <a:srgbClr val="A3AAB4"/>
            </a:solidFill>
            <a:prstDash val="solid"/>
          </a:ln>
        </p:spPr>
      </p:sp>
      <p:sp>
        <p:nvSpPr>
          <p:cNvPr id="43" name="S15-mark306"/>
          <p:cNvSpPr/>
          <p:nvPr/>
        </p:nvSpPr>
        <p:spPr>
          <a:xfrm>
            <a:off x="9684045" y="4477405"/>
            <a:ext cx="621609" cy="9144"/>
          </a:xfrm>
          <a:custGeom>
            <a:avLst/>
            <a:gdLst/>
            <a:ahLst/>
            <a:cxnLst/>
            <a:rect l="l" t="t" r="r" b="b"/>
            <a:pathLst>
              <a:path w="621609" h="9144">
                <a:moveTo>
                  <a:pt x="0" y="0"/>
                </a:moveTo>
                <a:lnTo>
                  <a:pt x="621609" y="0"/>
                </a:lnTo>
              </a:path>
            </a:pathLst>
          </a:custGeom>
          <a:noFill/>
          <a:ln w="63500">
            <a:solidFill>
              <a:srgbClr val="A3AAB4"/>
            </a:solidFill>
            <a:prstDash val="solid"/>
          </a:ln>
        </p:spPr>
      </p:sp>
      <p:sp>
        <p:nvSpPr>
          <p:cNvPr id="44" name="S15-mark307"/>
          <p:cNvSpPr/>
          <p:nvPr/>
        </p:nvSpPr>
        <p:spPr>
          <a:xfrm>
            <a:off x="6368796" y="2405375"/>
            <a:ext cx="5180076" cy="3108046"/>
          </a:xfrm>
          <a:custGeom>
            <a:avLst/>
            <a:gdLst/>
            <a:ahLst/>
            <a:cxnLst/>
            <a:rect l="l" t="t" r="r" b="b"/>
            <a:pathLst>
              <a:path w="5180076" h="3108046">
                <a:moveTo>
                  <a:pt x="0" y="3108046"/>
                </a:moveTo>
                <a:lnTo>
                  <a:pt x="5180076" y="3108046"/>
                </a:lnTo>
                <a:lnTo>
                  <a:pt x="5180076" y="0"/>
                </a:lnTo>
                <a:lnTo>
                  <a:pt x="0" y="0"/>
                </a:lnTo>
                <a:lnTo>
                  <a:pt x="0" y="3108046"/>
                </a:lnTo>
              </a:path>
            </a:pathLst>
          </a:cu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5" name="S15-mark308"/>
          <p:cNvSpPr/>
          <p:nvPr/>
        </p:nvSpPr>
        <p:spPr>
          <a:xfrm>
            <a:off x="8665296" y="4287469"/>
            <a:ext cx="172669" cy="448940"/>
          </a:xfrm>
          <a:custGeom>
            <a:avLst/>
            <a:gdLst/>
            <a:ahLst/>
            <a:cxnLst/>
            <a:rect l="l" t="t" r="r" b="b"/>
            <a:pathLst>
              <a:path w="172669" h="448940">
                <a:moveTo>
                  <a:pt x="0" y="448940"/>
                </a:moveTo>
                <a:lnTo>
                  <a:pt x="172669" y="448940"/>
                </a:lnTo>
                <a:lnTo>
                  <a:pt x="172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6" name="S15-mark309"/>
          <p:cNvSpPr/>
          <p:nvPr/>
        </p:nvSpPr>
        <p:spPr>
          <a:xfrm>
            <a:off x="8872499" y="4097533"/>
            <a:ext cx="172669" cy="656143"/>
          </a:xfrm>
          <a:custGeom>
            <a:avLst/>
            <a:gdLst/>
            <a:ahLst/>
            <a:cxnLst/>
            <a:rect l="l" t="t" r="r" b="b"/>
            <a:pathLst>
              <a:path w="172669" h="656143">
                <a:moveTo>
                  <a:pt x="0" y="656143"/>
                </a:moveTo>
                <a:lnTo>
                  <a:pt x="172669" y="656143"/>
                </a:lnTo>
                <a:lnTo>
                  <a:pt x="172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7" name="S15-mark310"/>
          <p:cNvSpPr/>
          <p:nvPr/>
        </p:nvSpPr>
        <p:spPr>
          <a:xfrm>
            <a:off x="9071069" y="4339270"/>
            <a:ext cx="189936" cy="414406"/>
          </a:xfrm>
          <a:custGeom>
            <a:avLst/>
            <a:gdLst/>
            <a:ahLst/>
            <a:cxnLst/>
            <a:rect l="l" t="t" r="r" b="b"/>
            <a:pathLst>
              <a:path w="189936" h="414406">
                <a:moveTo>
                  <a:pt x="0" y="414406"/>
                </a:moveTo>
                <a:lnTo>
                  <a:pt x="189936" y="414406"/>
                </a:lnTo>
                <a:lnTo>
                  <a:pt x="189936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8" name="S15-mark311"/>
          <p:cNvSpPr/>
          <p:nvPr/>
        </p:nvSpPr>
        <p:spPr>
          <a:xfrm>
            <a:off x="9286905" y="4045732"/>
            <a:ext cx="172669" cy="690677"/>
          </a:xfrm>
          <a:custGeom>
            <a:avLst/>
            <a:gdLst/>
            <a:ahLst/>
            <a:cxnLst/>
            <a:rect l="l" t="t" r="r" b="b"/>
            <a:pathLst>
              <a:path w="172669" h="690677">
                <a:moveTo>
                  <a:pt x="0" y="690677"/>
                </a:moveTo>
                <a:lnTo>
                  <a:pt x="172669" y="690677"/>
                </a:lnTo>
                <a:lnTo>
                  <a:pt x="172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9" name="S15-mark312"/>
          <p:cNvSpPr/>
          <p:nvPr/>
        </p:nvSpPr>
        <p:spPr>
          <a:xfrm>
            <a:off x="9485475" y="4287469"/>
            <a:ext cx="155402" cy="448940"/>
          </a:xfrm>
          <a:custGeom>
            <a:avLst/>
            <a:gdLst/>
            <a:ahLst/>
            <a:cxnLst/>
            <a:rect l="l" t="t" r="r" b="b"/>
            <a:pathLst>
              <a:path w="155402" h="448940">
                <a:moveTo>
                  <a:pt x="0" y="448940"/>
                </a:moveTo>
                <a:lnTo>
                  <a:pt x="155402" y="448940"/>
                </a:lnTo>
                <a:lnTo>
                  <a:pt x="1554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0" name="S15-mark313"/>
          <p:cNvSpPr/>
          <p:nvPr/>
        </p:nvSpPr>
        <p:spPr>
          <a:xfrm>
            <a:off x="7198299" y="4414899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1" name="S15-mark314"/>
          <p:cNvSpPr/>
          <p:nvPr/>
        </p:nvSpPr>
        <p:spPr>
          <a:xfrm>
            <a:off x="7457303" y="4363098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2" name="S15-mark315"/>
          <p:cNvSpPr/>
          <p:nvPr/>
        </p:nvSpPr>
        <p:spPr>
          <a:xfrm>
            <a:off x="8924991" y="3361617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3" name="S15-mark316"/>
          <p:cNvSpPr/>
          <p:nvPr/>
        </p:nvSpPr>
        <p:spPr>
          <a:xfrm>
            <a:off x="9183995" y="3361617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4" name="S15-mark317"/>
          <p:cNvSpPr/>
          <p:nvPr/>
        </p:nvSpPr>
        <p:spPr>
          <a:xfrm>
            <a:off x="10323611" y="4380365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5" name="S15-mark318"/>
          <p:cNvSpPr/>
          <p:nvPr/>
        </p:nvSpPr>
        <p:spPr>
          <a:xfrm>
            <a:off x="10565348" y="4432166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6" name="S15-mark319"/>
          <p:cNvSpPr/>
          <p:nvPr/>
        </p:nvSpPr>
        <p:spPr>
          <a:xfrm>
            <a:off x="11117199" y="4632808"/>
            <a:ext cx="345338" cy="138135"/>
          </a:xfrm>
          <a:custGeom>
            <a:avLst/>
            <a:gdLst/>
            <a:ahLst/>
            <a:cxnLst/>
            <a:rect l="l" t="t" r="r" b="b"/>
            <a:pathLst>
              <a:path w="345338" h="138135">
                <a:moveTo>
                  <a:pt x="0" y="0"/>
                </a:moveTo>
                <a:lnTo>
                  <a:pt x="345338" y="0"/>
                </a:lnTo>
                <a:lnTo>
                  <a:pt x="259004" y="138135"/>
                </a:lnTo>
                <a:lnTo>
                  <a:pt x="86335" y="138135"/>
                </a:lnTo>
                <a:close/>
              </a:path>
            </a:pathLst>
          </a:custGeom>
          <a:solidFill>
            <a:srgbClr val="8B5E3C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S15-mark320"/>
          <p:cNvSpPr/>
          <p:nvPr/>
        </p:nvSpPr>
        <p:spPr>
          <a:xfrm>
            <a:off x="11279508" y="4356537"/>
            <a:ext cx="27627" cy="276271"/>
          </a:xfrm>
          <a:custGeom>
            <a:avLst/>
            <a:gdLst/>
            <a:ahLst/>
            <a:cxnLst/>
            <a:rect l="l" t="t" r="r" b="b"/>
            <a:pathLst>
              <a:path w="27627" h="276271">
                <a:moveTo>
                  <a:pt x="0" y="276271"/>
                </a:moveTo>
                <a:lnTo>
                  <a:pt x="27627" y="276271"/>
                </a:lnTo>
                <a:lnTo>
                  <a:pt x="27627" y="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58" name="S15-mark321"/>
          <p:cNvSpPr/>
          <p:nvPr/>
        </p:nvSpPr>
        <p:spPr>
          <a:xfrm>
            <a:off x="11307135" y="4373804"/>
            <a:ext cx="155402" cy="207203"/>
          </a:xfrm>
          <a:custGeom>
            <a:avLst/>
            <a:gdLst/>
            <a:ahLst/>
            <a:cxnLst/>
            <a:rect l="l" t="t" r="r" b="b"/>
            <a:pathLst>
              <a:path w="155402" h="207203">
                <a:moveTo>
                  <a:pt x="0" y="0"/>
                </a:moveTo>
                <a:lnTo>
                  <a:pt x="155402" y="207203"/>
                </a:lnTo>
                <a:lnTo>
                  <a:pt x="0" y="207203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9" name="S15-mark322"/>
          <p:cNvSpPr/>
          <p:nvPr/>
        </p:nvSpPr>
        <p:spPr>
          <a:xfrm flipV="1">
            <a:off x="6679601" y="4960879"/>
            <a:ext cx="0" cy="34533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60" name="S15-mark323"/>
          <p:cNvSpPr/>
          <p:nvPr/>
        </p:nvSpPr>
        <p:spPr>
          <a:xfrm>
            <a:off x="6558732" y="5133548"/>
            <a:ext cx="24173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15-mark324"/>
          <p:cNvSpPr/>
          <p:nvPr/>
        </p:nvSpPr>
        <p:spPr>
          <a:xfrm>
            <a:off x="6368796" y="5755157"/>
            <a:ext cx="345338" cy="0"/>
          </a:xfrm>
          <a:prstGeom prst="line">
            <a:avLst/>
          </a:prstGeom>
          <a:noFill/>
          <a:ln w="38100">
            <a:solidFill>
              <a:srgbClr val="1F2937"/>
            </a:solidFill>
            <a:prstDash val="solid"/>
          </a:ln>
        </p:spPr>
      </p:sp>
      <p:sp>
        <p:nvSpPr>
          <p:cNvPr id="62" name="S15-mark325"/>
          <p:cNvSpPr/>
          <p:nvPr/>
        </p:nvSpPr>
        <p:spPr>
          <a:xfrm>
            <a:off x="6368796" y="5686090"/>
            <a:ext cx="0" cy="1381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15-mark326"/>
          <p:cNvSpPr/>
          <p:nvPr/>
        </p:nvSpPr>
        <p:spPr>
          <a:xfrm>
            <a:off x="6714134" y="5686090"/>
            <a:ext cx="0" cy="1381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4" name="S15-label328"/>
          <p:cNvSpPr txBox="1"/>
          <p:nvPr/>
        </p:nvSpPr>
        <p:spPr>
          <a:xfrm>
            <a:off x="10919033" y="276741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400" dirty="0"/>
          </a:p>
        </p:txBody>
      </p:sp>
      <p:sp>
        <p:nvSpPr>
          <p:cNvPr id="65" name="S15-labelbg330"/>
          <p:cNvSpPr/>
          <p:nvPr/>
        </p:nvSpPr>
        <p:spPr>
          <a:xfrm>
            <a:off x="10118674" y="2511979"/>
            <a:ext cx="615696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15-label331"/>
          <p:cNvSpPr txBox="1"/>
          <p:nvPr/>
        </p:nvSpPr>
        <p:spPr>
          <a:xfrm>
            <a:off x="10072954" y="2473879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논밭</a:t>
            </a:r>
            <a:endParaRPr lang="ko-KR" sz="2400" dirty="0"/>
          </a:p>
        </p:txBody>
      </p:sp>
      <p:sp>
        <p:nvSpPr>
          <p:cNvPr id="67" name="S15-labelbg333"/>
          <p:cNvSpPr/>
          <p:nvPr/>
        </p:nvSpPr>
        <p:spPr>
          <a:xfrm>
            <a:off x="8674303" y="4894814"/>
            <a:ext cx="914400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15-label334"/>
          <p:cNvSpPr txBox="1"/>
          <p:nvPr/>
        </p:nvSpPr>
        <p:spPr>
          <a:xfrm>
            <a:off x="8628583" y="4856714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</a:t>
            </a:r>
            <a:endParaRPr lang="ko-KR" sz="2400" dirty="0"/>
          </a:p>
        </p:txBody>
      </p:sp>
      <p:sp>
        <p:nvSpPr>
          <p:cNvPr id="69" name="S15-labelbg336"/>
          <p:cNvSpPr/>
          <p:nvPr/>
        </p:nvSpPr>
        <p:spPr>
          <a:xfrm>
            <a:off x="7643454" y="4514941"/>
            <a:ext cx="316992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15-label337"/>
          <p:cNvSpPr txBox="1"/>
          <p:nvPr/>
        </p:nvSpPr>
        <p:spPr>
          <a:xfrm>
            <a:off x="7597734" y="447684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71" name="S15-labelbg339"/>
          <p:cNvSpPr/>
          <p:nvPr/>
        </p:nvSpPr>
        <p:spPr>
          <a:xfrm>
            <a:off x="9421947" y="3461659"/>
            <a:ext cx="316992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15-label340"/>
          <p:cNvSpPr txBox="1"/>
          <p:nvPr/>
        </p:nvSpPr>
        <p:spPr>
          <a:xfrm>
            <a:off x="9376227" y="3423559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73" name="S15-labelbg342"/>
          <p:cNvSpPr/>
          <p:nvPr/>
        </p:nvSpPr>
        <p:spPr>
          <a:xfrm>
            <a:off x="10354361" y="4670344"/>
            <a:ext cx="316992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15-label343"/>
          <p:cNvSpPr txBox="1"/>
          <p:nvPr/>
        </p:nvSpPr>
        <p:spPr>
          <a:xfrm>
            <a:off x="10308641" y="4632244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75" name="S15-label345"/>
          <p:cNvSpPr txBox="1"/>
          <p:nvPr/>
        </p:nvSpPr>
        <p:spPr>
          <a:xfrm>
            <a:off x="6475385" y="4580443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</a:t>
            </a:r>
            <a:endParaRPr lang="ko-KR" sz="2400" dirty="0"/>
          </a:p>
        </p:txBody>
      </p:sp>
      <p:sp>
        <p:nvSpPr>
          <p:cNvPr id="76" name="S15-label347"/>
          <p:cNvSpPr txBox="1"/>
          <p:nvPr/>
        </p:nvSpPr>
        <p:spPr>
          <a:xfrm>
            <a:off x="6729838" y="5564657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</a:t>
            </a:r>
            <a:endParaRPr lang="ko-KR" sz="2400" dirty="0"/>
          </a:p>
        </p:txBody>
      </p:sp>
      <p:sp>
        <p:nvSpPr>
          <p:cNvPr id="77" name="S15-chip348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8" name="S15-text349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별빛시에서 보면 나 마을은 어느 쪽?</a:t>
            </a:r>
            <a:endParaRPr lang="ko-KR" sz="3000" dirty="0"/>
          </a:p>
        </p:txBody>
      </p:sp>
      <p:sp>
        <p:nvSpPr>
          <p:cNvPr id="79" name="S15-chip35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0" name="S15-text351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별빛시에서 나 마을까지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 칸, 몇 km?</a:t>
            </a:r>
            <a:endParaRPr lang="ko-KR" sz="3000" dirty="0"/>
          </a:p>
        </p:txBody>
      </p:sp>
      <p:sp>
        <p:nvSpPr>
          <p:cNvPr id="81" name="S15-chip35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2" name="S15-text353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바다는 지도의 어느 쪽에 있나요?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사회·역사 촌락과 도시</dc:title>
  <dc:subject>KR22-G04-SOC-REGION-L01</dc:subject>
  <dc:creator>education-ppt</dc:creator>
  <cp:lastModifiedBy>education-ppt</cp:lastModifiedBy>
  <cp:revision>1</cp:revision>
  <dcterms:created xsi:type="dcterms:W3CDTF">2026-10-26T09:34:23Z</dcterms:created>
  <dcterms:modified xsi:type="dcterms:W3CDTF">2026-10-26T09:34:23Z</dcterms:modified>
</cp:coreProperties>
</file>