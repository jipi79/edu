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8728376-a01c-2d8e-b8d9-cd3af2f2195e}">
          <p14:sldIdLst>
            <p14:sldId id="256"/>
            <p14:sldId id="257"/>
          </p14:sldIdLst>
        </p14:section>
        <p14:section name="개념" id="{1c93a7bc-0738-5959-447d-dd2185c4183b}">
          <p14:sldIdLst>
            <p14:sldId id="258"/>
            <p14:sldId id="259"/>
            <p14:sldId id="262"/>
            <p14:sldId id="264"/>
          </p14:sldIdLst>
        </p14:section>
        <p14:section name="연습" id="{0e9d10d1-04b4-e55d-aff7-48e7dd91648a}">
          <p14:sldIdLst>
            <p14:sldId id="260"/>
            <p14:sldId id="261"/>
            <p14:sldId id="263"/>
            <p14:sldId id="265"/>
          </p14:sldIdLst>
        </p14:section>
        <p14:section name="개념" id="{6e4bf03c-9167-489f-0426-81979e1012c6}">
          <p14:sldIdLst/>
        </p14:section>
        <p14:section name="연습" id="{20e7e686-234f-1b07-cd25-b2cc4fa6366c}">
          <p14:sldIdLst/>
        </p14:section>
        <p14:section name="개념" id="{c95575b3-525f-77ce-4c8d-b7aa45a70464}">
          <p14:sldIdLst/>
        </p14:section>
        <p14:section name="연습" id="{3f48843c-5892-8eb9-87ae-d43342b55884}">
          <p14:sldIdLst/>
        </p14:section>
        <p14:section name="확인" id="{baba8347-28ae-7ed6-d2af-77ea83935b4a}">
          <p14:sldIdLst>
            <p14:sldId id="266"/>
            <p14:sldId id="267"/>
          </p14:sldIdLst>
        </p14:section>
        <p14:section name="정리" id="{2af5d067-c7f5-9714-eecb-fe47db19a609}">
          <p14:sldIdLst>
            <p14:sldId id="268"/>
          </p14:sldIdLst>
        </p14:section>
        <p14:section name="보충" id="{72d2b9b5-2c2d-99a4-7a64-295cbd86f50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figure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4008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4" name="S03-mark40"/>
          <p:cNvSpPr/>
          <p:nvPr/>
        </p:nvSpPr>
        <p:spPr>
          <a:xfrm>
            <a:off x="106841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5" name="S03-mark41"/>
          <p:cNvSpPr/>
          <p:nvPr/>
        </p:nvSpPr>
        <p:spPr>
          <a:xfrm>
            <a:off x="149675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6" name="S03-mark42"/>
          <p:cNvSpPr/>
          <p:nvPr/>
        </p:nvSpPr>
        <p:spPr>
          <a:xfrm>
            <a:off x="192509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7" name="S03-mark43"/>
          <p:cNvSpPr/>
          <p:nvPr/>
        </p:nvSpPr>
        <p:spPr>
          <a:xfrm>
            <a:off x="235342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8" name="S03-mark44"/>
          <p:cNvSpPr/>
          <p:nvPr/>
        </p:nvSpPr>
        <p:spPr>
          <a:xfrm>
            <a:off x="278176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9" name="S03-mark45"/>
          <p:cNvSpPr/>
          <p:nvPr/>
        </p:nvSpPr>
        <p:spPr>
          <a:xfrm>
            <a:off x="321010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0" name="S03-mark46"/>
          <p:cNvSpPr/>
          <p:nvPr/>
        </p:nvSpPr>
        <p:spPr>
          <a:xfrm>
            <a:off x="363843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1" name="S03-mark47"/>
          <p:cNvSpPr/>
          <p:nvPr/>
        </p:nvSpPr>
        <p:spPr>
          <a:xfrm>
            <a:off x="406677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2" name="S03-mark48"/>
          <p:cNvSpPr/>
          <p:nvPr/>
        </p:nvSpPr>
        <p:spPr>
          <a:xfrm>
            <a:off x="449511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3" name="S03-mark49"/>
          <p:cNvSpPr/>
          <p:nvPr/>
        </p:nvSpPr>
        <p:spPr>
          <a:xfrm>
            <a:off x="4923448"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4" name="S03-mark50"/>
          <p:cNvSpPr/>
          <p:nvPr/>
        </p:nvSpPr>
        <p:spPr>
          <a:xfrm>
            <a:off x="535178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5" name="S03-mark51"/>
          <p:cNvSpPr/>
          <p:nvPr/>
        </p:nvSpPr>
        <p:spPr>
          <a:xfrm>
            <a:off x="640080" y="520468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6" name="S03-mark52"/>
          <p:cNvSpPr/>
          <p:nvPr/>
        </p:nvSpPr>
        <p:spPr>
          <a:xfrm>
            <a:off x="640080" y="4776350"/>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7" name="S03-mark53"/>
          <p:cNvSpPr/>
          <p:nvPr/>
        </p:nvSpPr>
        <p:spPr>
          <a:xfrm>
            <a:off x="640080" y="434801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8" name="S03-mark54"/>
          <p:cNvSpPr/>
          <p:nvPr/>
        </p:nvSpPr>
        <p:spPr>
          <a:xfrm>
            <a:off x="640080" y="391967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9" name="S03-mark55"/>
          <p:cNvSpPr/>
          <p:nvPr/>
        </p:nvSpPr>
        <p:spPr>
          <a:xfrm>
            <a:off x="640080" y="349133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0" name="S03-mark56"/>
          <p:cNvSpPr/>
          <p:nvPr/>
        </p:nvSpPr>
        <p:spPr>
          <a:xfrm>
            <a:off x="640080" y="306300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1" name="S03-mark57"/>
          <p:cNvSpPr/>
          <p:nvPr/>
        </p:nvSpPr>
        <p:spPr>
          <a:xfrm>
            <a:off x="640080" y="263466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2" name="S03-mark58"/>
          <p:cNvSpPr/>
          <p:nvPr/>
        </p:nvSpPr>
        <p:spPr>
          <a:xfrm>
            <a:off x="640080" y="220632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3" name="S03-mark59"/>
          <p:cNvSpPr/>
          <p:nvPr/>
        </p:nvSpPr>
        <p:spPr>
          <a:xfrm>
            <a:off x="640080" y="1777992"/>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4" name="S03-mark60"/>
          <p:cNvSpPr/>
          <p:nvPr/>
        </p:nvSpPr>
        <p:spPr>
          <a:xfrm>
            <a:off x="4109608" y="1777992"/>
            <a:ext cx="171335" cy="3426694"/>
          </a:xfrm>
          <a:custGeom>
            <a:avLst/>
            <a:gdLst/>
            <a:ahLst/>
            <a:cxnLst/>
            <a:rect l="l" t="t" r="r" b="b"/>
            <a:pathLst>
              <a:path w="171335" h="3426694">
                <a:moveTo>
                  <a:pt x="128501" y="0"/>
                </a:moveTo>
                <a:lnTo>
                  <a:pt x="0" y="642505"/>
                </a:lnTo>
                <a:lnTo>
                  <a:pt x="171335" y="1285010"/>
                </a:lnTo>
                <a:lnTo>
                  <a:pt x="42834" y="1927515"/>
                </a:lnTo>
                <a:lnTo>
                  <a:pt x="171335" y="2570021"/>
                </a:lnTo>
                <a:lnTo>
                  <a:pt x="42834" y="3426694"/>
                </a:lnTo>
              </a:path>
            </a:pathLst>
          </a:custGeom>
          <a:noFill/>
          <a:ln w="88900">
            <a:solidFill>
              <a:srgbClr val="4A90C8"/>
            </a:solidFill>
            <a:prstDash val="solid"/>
          </a:ln>
        </p:spPr>
      </p:sp>
      <p:sp>
        <p:nvSpPr>
          <p:cNvPr id="25" name="S03-mark61"/>
          <p:cNvSpPr/>
          <p:nvPr/>
        </p:nvSpPr>
        <p:spPr>
          <a:xfrm>
            <a:off x="640080" y="3705508"/>
            <a:ext cx="4711704" cy="9144"/>
          </a:xfrm>
          <a:custGeom>
            <a:avLst/>
            <a:gdLst/>
            <a:ahLst/>
            <a:cxnLst/>
            <a:rect l="l" t="t" r="r" b="b"/>
            <a:pathLst>
              <a:path w="4711704" h="9144">
                <a:moveTo>
                  <a:pt x="0" y="0"/>
                </a:moveTo>
                <a:lnTo>
                  <a:pt x="4711704" y="0"/>
                </a:lnTo>
              </a:path>
            </a:pathLst>
          </a:custGeom>
          <a:noFill/>
          <a:ln w="88900">
            <a:solidFill>
              <a:srgbClr val="A3AAB4"/>
            </a:solidFill>
            <a:prstDash val="solid"/>
          </a:ln>
        </p:spPr>
      </p:sp>
      <p:sp>
        <p:nvSpPr>
          <p:cNvPr id="26" name="S03-mark62"/>
          <p:cNvSpPr/>
          <p:nvPr/>
        </p:nvSpPr>
        <p:spPr>
          <a:xfrm>
            <a:off x="2567595" y="1777992"/>
            <a:ext cx="9144" cy="3426694"/>
          </a:xfrm>
          <a:custGeom>
            <a:avLst/>
            <a:gdLst/>
            <a:ahLst/>
            <a:cxnLst/>
            <a:rect l="l" t="t" r="r" b="b"/>
            <a:pathLst>
              <a:path w="9144" h="3426694">
                <a:moveTo>
                  <a:pt x="0" y="3426694"/>
                </a:moveTo>
                <a:lnTo>
                  <a:pt x="0" y="0"/>
                </a:lnTo>
              </a:path>
            </a:pathLst>
          </a:custGeom>
          <a:noFill/>
          <a:ln w="88900">
            <a:solidFill>
              <a:srgbClr val="A3AAB4"/>
            </a:solidFill>
            <a:prstDash val="solid"/>
          </a:ln>
        </p:spPr>
      </p:sp>
      <p:sp>
        <p:nvSpPr>
          <p:cNvPr id="27" name="S03-mark63"/>
          <p:cNvSpPr/>
          <p:nvPr/>
        </p:nvSpPr>
        <p:spPr>
          <a:xfrm>
            <a:off x="640080" y="1777992"/>
            <a:ext cx="4711704" cy="3426694"/>
          </a:xfrm>
          <a:custGeom>
            <a:avLst/>
            <a:gdLst/>
            <a:ahLst/>
            <a:cxnLst/>
            <a:rect l="l" t="t" r="r" b="b"/>
            <a:pathLst>
              <a:path w="4711704" h="3426694">
                <a:moveTo>
                  <a:pt x="0" y="3426694"/>
                </a:moveTo>
                <a:lnTo>
                  <a:pt x="4711704" y="3426694"/>
                </a:lnTo>
                <a:lnTo>
                  <a:pt x="4711704" y="0"/>
                </a:lnTo>
                <a:lnTo>
                  <a:pt x="0" y="0"/>
                </a:lnTo>
                <a:lnTo>
                  <a:pt x="0" y="3426694"/>
                </a:lnTo>
              </a:path>
            </a:pathLst>
          </a:custGeom>
          <a:noFill/>
          <a:ln w="19050">
            <a:solidFill>
              <a:srgbClr val="1F2937"/>
            </a:solidFill>
            <a:prstDash val="solid"/>
          </a:ln>
        </p:spPr>
      </p:sp>
      <p:sp>
        <p:nvSpPr>
          <p:cNvPr id="28" name="S03-mark64"/>
          <p:cNvSpPr/>
          <p:nvPr/>
        </p:nvSpPr>
        <p:spPr>
          <a:xfrm>
            <a:off x="1304002" y="2026428"/>
            <a:ext cx="385503" cy="334103"/>
          </a:xfrm>
          <a:custGeom>
            <a:avLst/>
            <a:gdLst/>
            <a:ahLst/>
            <a:cxnLst/>
            <a:rect l="l" t="t" r="r" b="b"/>
            <a:pathLst>
              <a:path w="385503" h="334103">
                <a:moveTo>
                  <a:pt x="0" y="334103"/>
                </a:moveTo>
                <a:lnTo>
                  <a:pt x="385503" y="334103"/>
                </a:lnTo>
                <a:lnTo>
                  <a:pt x="192752" y="0"/>
                </a:lnTo>
                <a:close/>
              </a:path>
            </a:pathLst>
          </a:custGeom>
          <a:solidFill>
            <a:srgbClr val="8B5E3C"/>
          </a:solidFill>
          <a:ln w="15875">
            <a:solidFill>
              <a:srgbClr val="1F2937"/>
            </a:solidFill>
            <a:prstDash val="solid"/>
          </a:ln>
        </p:spPr>
      </p:sp>
      <p:sp>
        <p:nvSpPr>
          <p:cNvPr id="29" name="S03-mark65"/>
          <p:cNvSpPr/>
          <p:nvPr/>
        </p:nvSpPr>
        <p:spPr>
          <a:xfrm>
            <a:off x="1368253" y="2870251"/>
            <a:ext cx="308402" cy="214168"/>
          </a:xfrm>
          <a:custGeom>
            <a:avLst/>
            <a:gdLst/>
            <a:ahLst/>
            <a:cxnLst/>
            <a:rect l="l" t="t" r="r" b="b"/>
            <a:pathLst>
              <a:path w="308402" h="214168">
                <a:moveTo>
                  <a:pt x="0" y="0"/>
                </a:moveTo>
                <a:lnTo>
                  <a:pt x="308402" y="107084"/>
                </a:lnTo>
                <a:lnTo>
                  <a:pt x="0" y="214168"/>
                </a:lnTo>
                <a:close/>
              </a:path>
            </a:pathLst>
          </a:custGeom>
          <a:solidFill>
            <a:srgbClr val="E9762B"/>
          </a:solidFill>
          <a:ln w="15875">
            <a:solidFill>
              <a:srgbClr val="1F2937"/>
            </a:solidFill>
            <a:prstDash val="solid"/>
          </a:ln>
        </p:spPr>
      </p:sp>
      <p:sp>
        <p:nvSpPr>
          <p:cNvPr id="30" name="S03-mark66"/>
          <p:cNvSpPr/>
          <p:nvPr/>
        </p:nvSpPr>
        <p:spPr>
          <a:xfrm>
            <a:off x="1342552" y="2870251"/>
            <a:ext cx="51400" cy="385503"/>
          </a:xfrm>
          <a:custGeom>
            <a:avLst/>
            <a:gdLst/>
            <a:ahLst/>
            <a:cxnLst/>
            <a:rect l="l" t="t" r="r" b="b"/>
            <a:pathLst>
              <a:path w="51400" h="385503">
                <a:moveTo>
                  <a:pt x="0" y="385503"/>
                </a:moveTo>
                <a:lnTo>
                  <a:pt x="51400" y="385503"/>
                </a:lnTo>
                <a:lnTo>
                  <a:pt x="51400" y="0"/>
                </a:lnTo>
                <a:lnTo>
                  <a:pt x="0" y="0"/>
                </a:lnTo>
                <a:close/>
              </a:path>
            </a:pathLst>
          </a:custGeom>
          <a:solidFill>
            <a:srgbClr val="1F2937"/>
          </a:solidFill>
          <a:ln/>
        </p:spPr>
      </p:sp>
      <p:sp>
        <p:nvSpPr>
          <p:cNvPr id="31" name="S03-mark67"/>
          <p:cNvSpPr/>
          <p:nvPr/>
        </p:nvSpPr>
        <p:spPr>
          <a:xfrm>
            <a:off x="3013066" y="2925935"/>
            <a:ext cx="197035" cy="291269"/>
          </a:xfrm>
          <a:custGeom>
            <a:avLst/>
            <a:gdLst/>
            <a:ahLst/>
            <a:cxnLst/>
            <a:rect l="l" t="t" r="r" b="b"/>
            <a:pathLst>
              <a:path w="197035" h="291269">
                <a:moveTo>
                  <a:pt x="0" y="0"/>
                </a:moveTo>
                <a:lnTo>
                  <a:pt x="197035" y="42834"/>
                </a:lnTo>
                <a:lnTo>
                  <a:pt x="197035" y="291269"/>
                </a:lnTo>
                <a:lnTo>
                  <a:pt x="0" y="248435"/>
                </a:lnTo>
                <a:close/>
              </a:path>
            </a:pathLst>
          </a:custGeom>
          <a:solidFill>
            <a:srgbClr val="3D5A80"/>
          </a:solidFill>
          <a:ln w="15875">
            <a:solidFill>
              <a:srgbClr val="1F2937"/>
            </a:solidFill>
            <a:prstDash val="solid"/>
          </a:ln>
        </p:spPr>
      </p:sp>
      <p:sp>
        <p:nvSpPr>
          <p:cNvPr id="32" name="S03-mark68"/>
          <p:cNvSpPr/>
          <p:nvPr/>
        </p:nvSpPr>
        <p:spPr>
          <a:xfrm>
            <a:off x="3210101" y="2925935"/>
            <a:ext cx="197035" cy="291269"/>
          </a:xfrm>
          <a:custGeom>
            <a:avLst/>
            <a:gdLst/>
            <a:ahLst/>
            <a:cxnLst/>
            <a:rect l="l" t="t" r="r" b="b"/>
            <a:pathLst>
              <a:path w="197035" h="291269">
                <a:moveTo>
                  <a:pt x="197035" y="0"/>
                </a:moveTo>
                <a:lnTo>
                  <a:pt x="0" y="42834"/>
                </a:lnTo>
                <a:lnTo>
                  <a:pt x="0" y="291269"/>
                </a:lnTo>
                <a:lnTo>
                  <a:pt x="197035" y="248435"/>
                </a:lnTo>
                <a:close/>
              </a:path>
            </a:pathLst>
          </a:custGeom>
          <a:solidFill>
            <a:srgbClr val="3D5A80"/>
          </a:solidFill>
          <a:ln w="15875">
            <a:solidFill>
              <a:srgbClr val="1F2937"/>
            </a:solidFill>
            <a:prstDash val="solid"/>
          </a:ln>
        </p:spPr>
      </p:sp>
      <p:sp>
        <p:nvSpPr>
          <p:cNvPr id="33" name="S03-mark69"/>
          <p:cNvSpPr/>
          <p:nvPr/>
        </p:nvSpPr>
        <p:spPr>
          <a:xfrm>
            <a:off x="1471053" y="4369430"/>
            <a:ext cx="51400" cy="171335"/>
          </a:xfrm>
          <a:custGeom>
            <a:avLst/>
            <a:gdLst/>
            <a:ahLst/>
            <a:cxnLst/>
            <a:rect l="l" t="t" r="r" b="b"/>
            <a:pathLst>
              <a:path w="51400" h="171335">
                <a:moveTo>
                  <a:pt x="0" y="171335"/>
                </a:moveTo>
                <a:lnTo>
                  <a:pt x="51400" y="171335"/>
                </a:lnTo>
                <a:lnTo>
                  <a:pt x="51400" y="0"/>
                </a:lnTo>
                <a:lnTo>
                  <a:pt x="0" y="0"/>
                </a:lnTo>
                <a:close/>
              </a:path>
            </a:pathLst>
          </a:custGeom>
          <a:solidFill>
            <a:srgbClr val="8B5E3C"/>
          </a:solidFill>
          <a:ln/>
        </p:spPr>
      </p:sp>
      <p:sp>
        <p:nvSpPr>
          <p:cNvPr id="34" name="S03-mark70"/>
          <p:cNvSpPr/>
          <p:nvPr/>
        </p:nvSpPr>
        <p:spPr>
          <a:xfrm>
            <a:off x="1355402" y="4155261"/>
            <a:ext cx="282702" cy="282702"/>
          </a:xfrm>
          <a:custGeom>
            <a:avLst/>
            <a:gdLst/>
            <a:ahLst/>
            <a:cxnLst/>
            <a:rect l="l" t="t" r="r" b="b"/>
            <a:pathLst>
              <a:path w="282702" h="282702">
                <a:moveTo>
                  <a:pt x="282702" y="141351"/>
                </a:moveTo>
                <a:lnTo>
                  <a:pt x="275849" y="97661"/>
                </a:lnTo>
                <a:lnTo>
                  <a:pt x="255717" y="58254"/>
                </a:lnTo>
                <a:lnTo>
                  <a:pt x="224448" y="26985"/>
                </a:lnTo>
                <a:lnTo>
                  <a:pt x="185041" y="6853"/>
                </a:lnTo>
                <a:lnTo>
                  <a:pt x="141351" y="0"/>
                </a:lnTo>
                <a:lnTo>
                  <a:pt x="97661" y="6853"/>
                </a:lnTo>
                <a:lnTo>
                  <a:pt x="58254" y="26985"/>
                </a:lnTo>
                <a:lnTo>
                  <a:pt x="26985" y="58254"/>
                </a:lnTo>
                <a:lnTo>
                  <a:pt x="6853" y="97661"/>
                </a:lnTo>
                <a:lnTo>
                  <a:pt x="0" y="141351"/>
                </a:lnTo>
                <a:lnTo>
                  <a:pt x="6853" y="185041"/>
                </a:lnTo>
                <a:lnTo>
                  <a:pt x="26985" y="224448"/>
                </a:lnTo>
                <a:lnTo>
                  <a:pt x="58254" y="255717"/>
                </a:lnTo>
                <a:lnTo>
                  <a:pt x="97661" y="275849"/>
                </a:lnTo>
                <a:lnTo>
                  <a:pt x="141351" y="282702"/>
                </a:lnTo>
                <a:lnTo>
                  <a:pt x="185041" y="275849"/>
                </a:lnTo>
                <a:lnTo>
                  <a:pt x="224448" y="255717"/>
                </a:lnTo>
                <a:lnTo>
                  <a:pt x="255717" y="224448"/>
                </a:lnTo>
                <a:lnTo>
                  <a:pt x="275849" y="185041"/>
                </a:lnTo>
                <a:close/>
              </a:path>
            </a:pathLst>
          </a:custGeom>
          <a:solidFill>
            <a:srgbClr val="2A9D8F"/>
          </a:solidFill>
          <a:ln w="15875">
            <a:solidFill>
              <a:srgbClr val="1F2937"/>
            </a:solidFill>
            <a:prstDash val="solid"/>
          </a:ln>
        </p:spPr>
      </p:sp>
      <p:sp>
        <p:nvSpPr>
          <p:cNvPr id="35" name="S03-mark71"/>
          <p:cNvSpPr/>
          <p:nvPr/>
        </p:nvSpPr>
        <p:spPr>
          <a:xfrm>
            <a:off x="3038766" y="4176678"/>
            <a:ext cx="342669" cy="342669"/>
          </a:xfrm>
          <a:custGeom>
            <a:avLst/>
            <a:gdLst/>
            <a:ahLst/>
            <a:cxnLst/>
            <a:rect l="l" t="t" r="r" b="b"/>
            <a:pathLst>
              <a:path w="342669" h="342669">
                <a:moveTo>
                  <a:pt x="342669" y="171335"/>
                </a:moveTo>
                <a:lnTo>
                  <a:pt x="334103" y="118221"/>
                </a:lnTo>
                <a:lnTo>
                  <a:pt x="310116" y="70676"/>
                </a:lnTo>
                <a:lnTo>
                  <a:pt x="271994" y="32554"/>
                </a:lnTo>
                <a:lnTo>
                  <a:pt x="224448" y="8567"/>
                </a:lnTo>
                <a:lnTo>
                  <a:pt x="171335" y="0"/>
                </a:lnTo>
                <a:lnTo>
                  <a:pt x="118221" y="8567"/>
                </a:lnTo>
                <a:lnTo>
                  <a:pt x="70676" y="32554"/>
                </a:lnTo>
                <a:lnTo>
                  <a:pt x="32554" y="70676"/>
                </a:lnTo>
                <a:lnTo>
                  <a:pt x="8567" y="118221"/>
                </a:lnTo>
                <a:lnTo>
                  <a:pt x="0" y="171335"/>
                </a:lnTo>
                <a:lnTo>
                  <a:pt x="8567" y="224448"/>
                </a:lnTo>
                <a:lnTo>
                  <a:pt x="32554" y="271994"/>
                </a:lnTo>
                <a:lnTo>
                  <a:pt x="70676" y="310116"/>
                </a:lnTo>
                <a:lnTo>
                  <a:pt x="118221" y="334103"/>
                </a:lnTo>
                <a:lnTo>
                  <a:pt x="171335" y="342669"/>
                </a:lnTo>
                <a:lnTo>
                  <a:pt x="224448" y="334103"/>
                </a:lnTo>
                <a:lnTo>
                  <a:pt x="271994" y="310116"/>
                </a:lnTo>
                <a:lnTo>
                  <a:pt x="310116" y="271994"/>
                </a:lnTo>
                <a:lnTo>
                  <a:pt x="334103" y="224448"/>
                </a:lnTo>
                <a:close/>
              </a:path>
            </a:pathLst>
          </a:custGeom>
          <a:solidFill>
            <a:srgbClr val="FFFFFF"/>
          </a:solidFill>
          <a:ln w="25400">
            <a:solidFill>
              <a:srgbClr val="C8434E"/>
            </a:solidFill>
            <a:prstDash val="solid"/>
          </a:ln>
        </p:spPr>
      </p:sp>
      <p:sp>
        <p:nvSpPr>
          <p:cNvPr id="36" name="S03-mark72"/>
          <p:cNvSpPr/>
          <p:nvPr/>
        </p:nvSpPr>
        <p:spPr>
          <a:xfrm>
            <a:off x="3180117" y="4232362"/>
            <a:ext cx="59967" cy="231302"/>
          </a:xfrm>
          <a:custGeom>
            <a:avLst/>
            <a:gdLst/>
            <a:ahLst/>
            <a:cxnLst/>
            <a:rect l="l" t="t" r="r" b="b"/>
            <a:pathLst>
              <a:path w="59967" h="231302">
                <a:moveTo>
                  <a:pt x="0" y="231302"/>
                </a:moveTo>
                <a:lnTo>
                  <a:pt x="59967" y="231302"/>
                </a:lnTo>
                <a:lnTo>
                  <a:pt x="59967" y="0"/>
                </a:lnTo>
                <a:lnTo>
                  <a:pt x="0" y="0"/>
                </a:lnTo>
                <a:close/>
              </a:path>
            </a:pathLst>
          </a:custGeom>
          <a:solidFill>
            <a:srgbClr val="C8434E"/>
          </a:solidFill>
          <a:ln/>
        </p:spPr>
      </p:sp>
      <p:sp>
        <p:nvSpPr>
          <p:cNvPr id="37" name="S03-mark73"/>
          <p:cNvSpPr/>
          <p:nvPr/>
        </p:nvSpPr>
        <p:spPr>
          <a:xfrm>
            <a:off x="3094450" y="4318029"/>
            <a:ext cx="231302" cy="59967"/>
          </a:xfrm>
          <a:custGeom>
            <a:avLst/>
            <a:gdLst/>
            <a:ahLst/>
            <a:cxnLst/>
            <a:rect l="l" t="t" r="r" b="b"/>
            <a:pathLst>
              <a:path w="231302" h="59967">
                <a:moveTo>
                  <a:pt x="0" y="59967"/>
                </a:moveTo>
                <a:lnTo>
                  <a:pt x="231302" y="59967"/>
                </a:lnTo>
                <a:lnTo>
                  <a:pt x="231302" y="0"/>
                </a:lnTo>
                <a:lnTo>
                  <a:pt x="0" y="0"/>
                </a:lnTo>
                <a:close/>
              </a:path>
            </a:pathLst>
          </a:custGeom>
          <a:solidFill>
            <a:srgbClr val="C8434E"/>
          </a:solidFill>
          <a:ln/>
        </p:spPr>
      </p:sp>
      <p:sp>
        <p:nvSpPr>
          <p:cNvPr id="38" name="S03-mark74"/>
          <p:cNvSpPr/>
          <p:nvPr/>
        </p:nvSpPr>
        <p:spPr>
          <a:xfrm>
            <a:off x="4769246" y="2883101"/>
            <a:ext cx="308402" cy="342669"/>
          </a:xfrm>
          <a:custGeom>
            <a:avLst/>
            <a:gdLst/>
            <a:ahLst/>
            <a:cxnLst/>
            <a:rect l="l" t="t" r="r" b="b"/>
            <a:pathLst>
              <a:path w="308402" h="342669">
                <a:moveTo>
                  <a:pt x="0" y="342669"/>
                </a:moveTo>
                <a:lnTo>
                  <a:pt x="308402" y="342669"/>
                </a:lnTo>
                <a:lnTo>
                  <a:pt x="308402" y="145635"/>
                </a:lnTo>
                <a:lnTo>
                  <a:pt x="154201" y="0"/>
                </a:lnTo>
                <a:lnTo>
                  <a:pt x="0" y="145635"/>
                </a:lnTo>
                <a:close/>
              </a:path>
            </a:pathLst>
          </a:custGeom>
          <a:solidFill>
            <a:srgbClr val="F2C14E"/>
          </a:solidFill>
          <a:ln w="15875">
            <a:solidFill>
              <a:srgbClr val="1F2937"/>
            </a:solidFill>
            <a:prstDash val="solid"/>
          </a:ln>
        </p:spPr>
      </p:sp>
      <p:sp>
        <p:nvSpPr>
          <p:cNvPr id="39" name="S03-mark75"/>
          <p:cNvSpPr/>
          <p:nvPr/>
        </p:nvSpPr>
        <p:spPr>
          <a:xfrm>
            <a:off x="5735146" y="2065835"/>
            <a:ext cx="346953" cy="300692"/>
          </a:xfrm>
          <a:custGeom>
            <a:avLst/>
            <a:gdLst/>
            <a:ahLst/>
            <a:cxnLst/>
            <a:rect l="l" t="t" r="r" b="b"/>
            <a:pathLst>
              <a:path w="346953" h="300692">
                <a:moveTo>
                  <a:pt x="0" y="300692"/>
                </a:moveTo>
                <a:lnTo>
                  <a:pt x="346953" y="300692"/>
                </a:lnTo>
                <a:lnTo>
                  <a:pt x="173476" y="0"/>
                </a:lnTo>
                <a:close/>
              </a:path>
            </a:pathLst>
          </a:custGeom>
          <a:solidFill>
            <a:srgbClr val="8B5E3C"/>
          </a:solidFill>
          <a:ln w="15875">
            <a:solidFill>
              <a:srgbClr val="1F2937"/>
            </a:solidFill>
            <a:prstDash val="solid"/>
          </a:ln>
        </p:spPr>
      </p:sp>
      <p:sp>
        <p:nvSpPr>
          <p:cNvPr id="40" name="S03-mark76"/>
          <p:cNvSpPr/>
          <p:nvPr/>
        </p:nvSpPr>
        <p:spPr>
          <a:xfrm>
            <a:off x="5792971" y="2559707"/>
            <a:ext cx="277562" cy="192752"/>
          </a:xfrm>
          <a:custGeom>
            <a:avLst/>
            <a:gdLst/>
            <a:ahLst/>
            <a:cxnLst/>
            <a:rect l="l" t="t" r="r" b="b"/>
            <a:pathLst>
              <a:path w="277562" h="192752">
                <a:moveTo>
                  <a:pt x="0" y="0"/>
                </a:moveTo>
                <a:lnTo>
                  <a:pt x="277562" y="96376"/>
                </a:lnTo>
                <a:lnTo>
                  <a:pt x="0" y="192752"/>
                </a:lnTo>
                <a:close/>
              </a:path>
            </a:pathLst>
          </a:custGeom>
          <a:solidFill>
            <a:srgbClr val="E9762B"/>
          </a:solidFill>
          <a:ln w="15875">
            <a:solidFill>
              <a:srgbClr val="1F2937"/>
            </a:solidFill>
            <a:prstDash val="solid"/>
          </a:ln>
        </p:spPr>
      </p:sp>
      <p:sp>
        <p:nvSpPr>
          <p:cNvPr id="41" name="S03-mark77"/>
          <p:cNvSpPr/>
          <p:nvPr/>
        </p:nvSpPr>
        <p:spPr>
          <a:xfrm>
            <a:off x="5769841" y="2559707"/>
            <a:ext cx="46260" cy="346953"/>
          </a:xfrm>
          <a:custGeom>
            <a:avLst/>
            <a:gdLst/>
            <a:ahLst/>
            <a:cxnLst/>
            <a:rect l="l" t="t" r="r" b="b"/>
            <a:pathLst>
              <a:path w="46260" h="346953">
                <a:moveTo>
                  <a:pt x="0" y="346953"/>
                </a:moveTo>
                <a:lnTo>
                  <a:pt x="46260" y="346953"/>
                </a:lnTo>
                <a:lnTo>
                  <a:pt x="46260" y="0"/>
                </a:lnTo>
                <a:lnTo>
                  <a:pt x="0" y="0"/>
                </a:lnTo>
                <a:close/>
              </a:path>
            </a:pathLst>
          </a:custGeom>
          <a:solidFill>
            <a:srgbClr val="1F2937"/>
          </a:solidFill>
          <a:ln/>
        </p:spPr>
      </p:sp>
      <p:sp>
        <p:nvSpPr>
          <p:cNvPr id="42" name="S03-mark78"/>
          <p:cNvSpPr/>
          <p:nvPr/>
        </p:nvSpPr>
        <p:spPr>
          <a:xfrm>
            <a:off x="5731291" y="3115260"/>
            <a:ext cx="177331" cy="262142"/>
          </a:xfrm>
          <a:custGeom>
            <a:avLst/>
            <a:gdLst/>
            <a:ahLst/>
            <a:cxnLst/>
            <a:rect l="l" t="t" r="r" b="b"/>
            <a:pathLst>
              <a:path w="177331" h="262142">
                <a:moveTo>
                  <a:pt x="0" y="0"/>
                </a:moveTo>
                <a:lnTo>
                  <a:pt x="177331" y="38550"/>
                </a:lnTo>
                <a:lnTo>
                  <a:pt x="177331" y="262142"/>
                </a:lnTo>
                <a:lnTo>
                  <a:pt x="0" y="223592"/>
                </a:lnTo>
                <a:close/>
              </a:path>
            </a:pathLst>
          </a:custGeom>
          <a:solidFill>
            <a:srgbClr val="3D5A80"/>
          </a:solidFill>
          <a:ln w="15875">
            <a:solidFill>
              <a:srgbClr val="1F2937"/>
            </a:solidFill>
            <a:prstDash val="solid"/>
          </a:ln>
        </p:spPr>
      </p:sp>
      <p:sp>
        <p:nvSpPr>
          <p:cNvPr id="43" name="S03-mark79"/>
          <p:cNvSpPr/>
          <p:nvPr/>
        </p:nvSpPr>
        <p:spPr>
          <a:xfrm>
            <a:off x="5908622" y="3115260"/>
            <a:ext cx="177331" cy="262142"/>
          </a:xfrm>
          <a:custGeom>
            <a:avLst/>
            <a:gdLst/>
            <a:ahLst/>
            <a:cxnLst/>
            <a:rect l="l" t="t" r="r" b="b"/>
            <a:pathLst>
              <a:path w="177331" h="262142">
                <a:moveTo>
                  <a:pt x="177331" y="0"/>
                </a:moveTo>
                <a:lnTo>
                  <a:pt x="0" y="38550"/>
                </a:lnTo>
                <a:lnTo>
                  <a:pt x="0" y="262142"/>
                </a:lnTo>
                <a:lnTo>
                  <a:pt x="177331" y="223592"/>
                </a:lnTo>
                <a:close/>
              </a:path>
            </a:pathLst>
          </a:custGeom>
          <a:solidFill>
            <a:srgbClr val="3D5A80"/>
          </a:solidFill>
          <a:ln w="15875">
            <a:solidFill>
              <a:srgbClr val="1F2937"/>
            </a:solidFill>
            <a:prstDash val="solid"/>
          </a:ln>
        </p:spPr>
      </p:sp>
      <p:sp>
        <p:nvSpPr>
          <p:cNvPr id="44" name="S03-mark80"/>
          <p:cNvSpPr/>
          <p:nvPr/>
        </p:nvSpPr>
        <p:spPr>
          <a:xfrm>
            <a:off x="5754421" y="3589857"/>
            <a:ext cx="308402" cy="308402"/>
          </a:xfrm>
          <a:custGeom>
            <a:avLst/>
            <a:gdLst/>
            <a:ahLst/>
            <a:cxnLst/>
            <a:rect l="l" t="t" r="r" b="b"/>
            <a:pathLst>
              <a:path w="308402" h="308402">
                <a:moveTo>
                  <a:pt x="308402" y="154201"/>
                </a:moveTo>
                <a:lnTo>
                  <a:pt x="300692" y="106656"/>
                </a:lnTo>
                <a:lnTo>
                  <a:pt x="278847" y="63394"/>
                </a:lnTo>
                <a:lnTo>
                  <a:pt x="245009" y="29555"/>
                </a:lnTo>
                <a:lnTo>
                  <a:pt x="201747" y="7710"/>
                </a:lnTo>
                <a:lnTo>
                  <a:pt x="154201" y="0"/>
                </a:lnTo>
                <a:lnTo>
                  <a:pt x="106656" y="7710"/>
                </a:lnTo>
                <a:lnTo>
                  <a:pt x="63394" y="29555"/>
                </a:lnTo>
                <a:lnTo>
                  <a:pt x="29555" y="63394"/>
                </a:lnTo>
                <a:lnTo>
                  <a:pt x="7710" y="106656"/>
                </a:lnTo>
                <a:lnTo>
                  <a:pt x="0" y="154201"/>
                </a:lnTo>
                <a:lnTo>
                  <a:pt x="7710" y="201747"/>
                </a:lnTo>
                <a:lnTo>
                  <a:pt x="29555" y="245009"/>
                </a:lnTo>
                <a:lnTo>
                  <a:pt x="63394" y="278847"/>
                </a:lnTo>
                <a:lnTo>
                  <a:pt x="106656" y="300692"/>
                </a:lnTo>
                <a:lnTo>
                  <a:pt x="154201" y="308402"/>
                </a:lnTo>
                <a:lnTo>
                  <a:pt x="201747" y="300692"/>
                </a:lnTo>
                <a:lnTo>
                  <a:pt x="245009" y="278847"/>
                </a:lnTo>
                <a:lnTo>
                  <a:pt x="278847" y="245009"/>
                </a:lnTo>
                <a:lnTo>
                  <a:pt x="300692" y="201747"/>
                </a:lnTo>
                <a:close/>
              </a:path>
            </a:pathLst>
          </a:custGeom>
          <a:solidFill>
            <a:srgbClr val="FFFFFF"/>
          </a:solidFill>
          <a:ln w="25400">
            <a:solidFill>
              <a:srgbClr val="C8434E"/>
            </a:solidFill>
            <a:prstDash val="solid"/>
          </a:ln>
        </p:spPr>
      </p:sp>
      <p:sp>
        <p:nvSpPr>
          <p:cNvPr id="45" name="S03-mark81"/>
          <p:cNvSpPr/>
          <p:nvPr/>
        </p:nvSpPr>
        <p:spPr>
          <a:xfrm>
            <a:off x="5881637" y="3639972"/>
            <a:ext cx="53970" cy="208172"/>
          </a:xfrm>
          <a:custGeom>
            <a:avLst/>
            <a:gdLst/>
            <a:ahLst/>
            <a:cxnLst/>
            <a:rect l="l" t="t" r="r" b="b"/>
            <a:pathLst>
              <a:path w="53970" h="208172">
                <a:moveTo>
                  <a:pt x="0" y="208172"/>
                </a:moveTo>
                <a:lnTo>
                  <a:pt x="53970" y="208172"/>
                </a:lnTo>
                <a:lnTo>
                  <a:pt x="53970" y="0"/>
                </a:lnTo>
                <a:lnTo>
                  <a:pt x="0" y="0"/>
                </a:lnTo>
                <a:close/>
              </a:path>
            </a:pathLst>
          </a:custGeom>
          <a:solidFill>
            <a:srgbClr val="C8434E"/>
          </a:solidFill>
          <a:ln/>
        </p:spPr>
      </p:sp>
      <p:sp>
        <p:nvSpPr>
          <p:cNvPr id="46" name="S03-mark82"/>
          <p:cNvSpPr/>
          <p:nvPr/>
        </p:nvSpPr>
        <p:spPr>
          <a:xfrm>
            <a:off x="5804536" y="3717073"/>
            <a:ext cx="208172" cy="53970"/>
          </a:xfrm>
          <a:custGeom>
            <a:avLst/>
            <a:gdLst/>
            <a:ahLst/>
            <a:cxnLst/>
            <a:rect l="l" t="t" r="r" b="b"/>
            <a:pathLst>
              <a:path w="208172" h="53970">
                <a:moveTo>
                  <a:pt x="0" y="53970"/>
                </a:moveTo>
                <a:lnTo>
                  <a:pt x="208172" y="53970"/>
                </a:lnTo>
                <a:lnTo>
                  <a:pt x="208172" y="0"/>
                </a:lnTo>
                <a:lnTo>
                  <a:pt x="0" y="0"/>
                </a:lnTo>
                <a:close/>
              </a:path>
            </a:pathLst>
          </a:custGeom>
          <a:solidFill>
            <a:srgbClr val="C8434E"/>
          </a:solidFill>
          <a:ln/>
        </p:spPr>
      </p:sp>
      <p:sp>
        <p:nvSpPr>
          <p:cNvPr id="47" name="S03-mark83"/>
          <p:cNvSpPr/>
          <p:nvPr/>
        </p:nvSpPr>
        <p:spPr>
          <a:xfrm>
            <a:off x="5885492" y="4268771"/>
            <a:ext cx="46260" cy="154201"/>
          </a:xfrm>
          <a:custGeom>
            <a:avLst/>
            <a:gdLst/>
            <a:ahLst/>
            <a:cxnLst/>
            <a:rect l="l" t="t" r="r" b="b"/>
            <a:pathLst>
              <a:path w="46260" h="154201">
                <a:moveTo>
                  <a:pt x="0" y="154201"/>
                </a:moveTo>
                <a:lnTo>
                  <a:pt x="46260" y="154201"/>
                </a:lnTo>
                <a:lnTo>
                  <a:pt x="46260" y="0"/>
                </a:lnTo>
                <a:lnTo>
                  <a:pt x="0" y="0"/>
                </a:lnTo>
                <a:close/>
              </a:path>
            </a:pathLst>
          </a:custGeom>
          <a:solidFill>
            <a:srgbClr val="8B5E3C"/>
          </a:solidFill>
          <a:ln/>
        </p:spPr>
      </p:sp>
      <p:sp>
        <p:nvSpPr>
          <p:cNvPr id="48" name="S03-mark84"/>
          <p:cNvSpPr/>
          <p:nvPr/>
        </p:nvSpPr>
        <p:spPr>
          <a:xfrm>
            <a:off x="5781406" y="4076019"/>
            <a:ext cx="254432" cy="254432"/>
          </a:xfrm>
          <a:custGeom>
            <a:avLst/>
            <a:gdLst/>
            <a:ahLst/>
            <a:cxnLst/>
            <a:rect l="l" t="t" r="r" b="b"/>
            <a:pathLst>
              <a:path w="254432" h="254432">
                <a:moveTo>
                  <a:pt x="254432" y="127216"/>
                </a:moveTo>
                <a:lnTo>
                  <a:pt x="248007" y="87809"/>
                </a:lnTo>
                <a:lnTo>
                  <a:pt x="230017" y="52257"/>
                </a:lnTo>
                <a:lnTo>
                  <a:pt x="202175" y="24415"/>
                </a:lnTo>
                <a:lnTo>
                  <a:pt x="166623" y="6425"/>
                </a:lnTo>
                <a:lnTo>
                  <a:pt x="127216" y="0"/>
                </a:lnTo>
                <a:lnTo>
                  <a:pt x="87809" y="6425"/>
                </a:lnTo>
                <a:lnTo>
                  <a:pt x="52257" y="24415"/>
                </a:lnTo>
                <a:lnTo>
                  <a:pt x="24415" y="52257"/>
                </a:lnTo>
                <a:lnTo>
                  <a:pt x="6425" y="87809"/>
                </a:lnTo>
                <a:lnTo>
                  <a:pt x="0" y="127216"/>
                </a:lnTo>
                <a:lnTo>
                  <a:pt x="6425" y="166623"/>
                </a:lnTo>
                <a:lnTo>
                  <a:pt x="24415" y="202175"/>
                </a:lnTo>
                <a:lnTo>
                  <a:pt x="52257" y="230017"/>
                </a:lnTo>
                <a:lnTo>
                  <a:pt x="87809" y="248007"/>
                </a:lnTo>
                <a:lnTo>
                  <a:pt x="127216" y="254432"/>
                </a:lnTo>
                <a:lnTo>
                  <a:pt x="166623" y="248007"/>
                </a:lnTo>
                <a:lnTo>
                  <a:pt x="202175" y="230017"/>
                </a:lnTo>
                <a:lnTo>
                  <a:pt x="230017" y="202175"/>
                </a:lnTo>
                <a:lnTo>
                  <a:pt x="248007" y="166623"/>
                </a:lnTo>
                <a:close/>
              </a:path>
            </a:pathLst>
          </a:custGeom>
          <a:solidFill>
            <a:srgbClr val="2A9D8F"/>
          </a:solidFill>
          <a:ln w="15875">
            <a:solidFill>
              <a:srgbClr val="1F2937"/>
            </a:solidFill>
            <a:prstDash val="solid"/>
          </a:ln>
        </p:spPr>
      </p:sp>
      <p:sp>
        <p:nvSpPr>
          <p:cNvPr id="49" name="S03-mark85"/>
          <p:cNvSpPr/>
          <p:nvPr/>
        </p:nvSpPr>
        <p:spPr>
          <a:xfrm>
            <a:off x="5769841" y="4593022"/>
            <a:ext cx="277562" cy="308402"/>
          </a:xfrm>
          <a:custGeom>
            <a:avLst/>
            <a:gdLst/>
            <a:ahLst/>
            <a:cxnLst/>
            <a:rect l="l" t="t" r="r" b="b"/>
            <a:pathLst>
              <a:path w="277562" h="308402">
                <a:moveTo>
                  <a:pt x="0" y="308402"/>
                </a:moveTo>
                <a:lnTo>
                  <a:pt x="277562" y="308402"/>
                </a:lnTo>
                <a:lnTo>
                  <a:pt x="277562" y="131071"/>
                </a:lnTo>
                <a:lnTo>
                  <a:pt x="138781" y="0"/>
                </a:lnTo>
                <a:lnTo>
                  <a:pt x="0" y="131071"/>
                </a:lnTo>
                <a:close/>
              </a:path>
            </a:pathLst>
          </a:custGeom>
          <a:solidFill>
            <a:srgbClr val="F2C14E"/>
          </a:solidFill>
          <a:ln w="15875">
            <a:solidFill>
              <a:srgbClr val="1F2937"/>
            </a:solidFill>
            <a:prstDash val="solid"/>
          </a:ln>
        </p:spPr>
      </p:sp>
      <p:sp>
        <p:nvSpPr>
          <p:cNvPr id="50" name="S03-mark86"/>
          <p:cNvSpPr/>
          <p:nvPr/>
        </p:nvSpPr>
        <p:spPr>
          <a:xfrm>
            <a:off x="5651620" y="1520990"/>
            <a:ext cx="1884682" cy="4501819"/>
          </a:xfrm>
          <a:custGeom>
            <a:avLst/>
            <a:gdLst/>
            <a:ahLst/>
            <a:cxnLst/>
            <a:rect l="l" t="t" r="r" b="b"/>
            <a:pathLst>
              <a:path w="1884682" h="4501819">
                <a:moveTo>
                  <a:pt x="0" y="4501819"/>
                </a:moveTo>
                <a:lnTo>
                  <a:pt x="1884682" y="4501819"/>
                </a:lnTo>
                <a:lnTo>
                  <a:pt x="1884682" y="0"/>
                </a:lnTo>
                <a:lnTo>
                  <a:pt x="0" y="0"/>
                </a:lnTo>
                <a:lnTo>
                  <a:pt x="0" y="4501819"/>
                </a:lnTo>
              </a:path>
            </a:pathLst>
          </a:custGeom>
          <a:noFill/>
          <a:ln w="15875">
            <a:solidFill>
              <a:srgbClr val="1F2937"/>
            </a:solidFill>
            <a:prstDash val="solid"/>
          </a:ln>
        </p:spPr>
      </p:sp>
      <p:sp>
        <p:nvSpPr>
          <p:cNvPr id="51" name="S03-mark87"/>
          <p:cNvSpPr/>
          <p:nvPr/>
        </p:nvSpPr>
        <p:spPr>
          <a:xfrm>
            <a:off x="5651620" y="1949327"/>
            <a:ext cx="1884682" cy="9144"/>
          </a:xfrm>
          <a:custGeom>
            <a:avLst/>
            <a:gdLst/>
            <a:ahLst/>
            <a:cxnLst/>
            <a:rect l="l" t="t" r="r" b="b"/>
            <a:pathLst>
              <a:path w="1884682" h="9144">
                <a:moveTo>
                  <a:pt x="0" y="0"/>
                </a:moveTo>
                <a:lnTo>
                  <a:pt x="1884682" y="0"/>
                </a:lnTo>
              </a:path>
            </a:pathLst>
          </a:custGeom>
          <a:noFill/>
          <a:ln w="12700">
            <a:solidFill>
              <a:srgbClr val="1F2937"/>
            </a:solidFill>
            <a:prstDash val="solid"/>
          </a:ln>
        </p:spPr>
      </p:sp>
      <p:sp>
        <p:nvSpPr>
          <p:cNvPr id="52" name="S03-mark88"/>
          <p:cNvSpPr/>
          <p:nvPr/>
        </p:nvSpPr>
        <p:spPr>
          <a:xfrm flipV="1">
            <a:off x="4923448" y="2291996"/>
            <a:ext cx="0" cy="428337"/>
          </a:xfrm>
          <a:prstGeom prst="line">
            <a:avLst/>
          </a:prstGeom>
          <a:noFill/>
          <a:ln w="31750">
            <a:solidFill>
              <a:srgbClr val="1F2937"/>
            </a:solidFill>
            <a:prstDash val="solid"/>
            <a:tailEnd type="triangle"/>
          </a:ln>
        </p:spPr>
      </p:sp>
      <p:sp>
        <p:nvSpPr>
          <p:cNvPr id="53" name="S03-mark89"/>
          <p:cNvSpPr/>
          <p:nvPr/>
        </p:nvSpPr>
        <p:spPr>
          <a:xfrm>
            <a:off x="4773530" y="2506165"/>
            <a:ext cx="299836" cy="0"/>
          </a:xfrm>
          <a:prstGeom prst="line">
            <a:avLst/>
          </a:prstGeom>
          <a:noFill/>
          <a:ln w="25400">
            <a:solidFill>
              <a:srgbClr val="1F2937"/>
            </a:solidFill>
            <a:prstDash val="solid"/>
          </a:ln>
        </p:spPr>
      </p:sp>
      <p:sp>
        <p:nvSpPr>
          <p:cNvPr id="54" name="S03-mark90"/>
          <p:cNvSpPr/>
          <p:nvPr/>
        </p:nvSpPr>
        <p:spPr>
          <a:xfrm>
            <a:off x="640080" y="5525939"/>
            <a:ext cx="428337" cy="0"/>
          </a:xfrm>
          <a:prstGeom prst="line">
            <a:avLst/>
          </a:prstGeom>
          <a:noFill/>
          <a:ln w="38100">
            <a:solidFill>
              <a:srgbClr val="1F2937"/>
            </a:solidFill>
            <a:prstDash val="solid"/>
          </a:ln>
        </p:spPr>
      </p:sp>
      <p:sp>
        <p:nvSpPr>
          <p:cNvPr id="55" name="S03-mark91"/>
          <p:cNvSpPr/>
          <p:nvPr/>
        </p:nvSpPr>
        <p:spPr>
          <a:xfrm>
            <a:off x="640080" y="5431705"/>
            <a:ext cx="0" cy="188468"/>
          </a:xfrm>
          <a:prstGeom prst="line">
            <a:avLst/>
          </a:prstGeom>
          <a:noFill/>
          <a:ln w="25400">
            <a:solidFill>
              <a:srgbClr val="1F2937"/>
            </a:solidFill>
            <a:prstDash val="solid"/>
          </a:ln>
        </p:spPr>
      </p:sp>
      <p:sp>
        <p:nvSpPr>
          <p:cNvPr id="56" name="S03-mark92"/>
          <p:cNvSpPr/>
          <p:nvPr/>
        </p:nvSpPr>
        <p:spPr>
          <a:xfrm>
            <a:off x="1068417" y="5431705"/>
            <a:ext cx="0" cy="188468"/>
          </a:xfrm>
          <a:prstGeom prst="line">
            <a:avLst/>
          </a:prstGeom>
          <a:noFill/>
          <a:ln w="25400">
            <a:solidFill>
              <a:srgbClr val="1F2937"/>
            </a:solidFill>
            <a:prstDash val="solid"/>
          </a:ln>
        </p:spPr>
      </p:sp>
      <p:sp>
        <p:nvSpPr>
          <p:cNvPr id="57" name="S03-mark93"/>
          <p:cNvSpPr/>
          <p:nvPr/>
        </p:nvSpPr>
        <p:spPr>
          <a:xfrm>
            <a:off x="5715871" y="5260370"/>
            <a:ext cx="385503" cy="0"/>
          </a:xfrm>
          <a:prstGeom prst="line">
            <a:avLst/>
          </a:prstGeom>
          <a:noFill/>
          <a:ln w="88900">
            <a:solidFill>
              <a:srgbClr val="A3AAB4"/>
            </a:solidFill>
            <a:prstDash val="solid"/>
          </a:ln>
        </p:spPr>
      </p:sp>
      <p:sp>
        <p:nvSpPr>
          <p:cNvPr id="58" name="S03-mark94"/>
          <p:cNvSpPr/>
          <p:nvPr/>
        </p:nvSpPr>
        <p:spPr>
          <a:xfrm>
            <a:off x="5715871" y="5765808"/>
            <a:ext cx="385503" cy="0"/>
          </a:xfrm>
          <a:prstGeom prst="line">
            <a:avLst/>
          </a:prstGeom>
          <a:noFill/>
          <a:ln w="88900">
            <a:solidFill>
              <a:srgbClr val="4A90C8"/>
            </a:solidFill>
            <a:prstDash val="solid"/>
          </a:ln>
        </p:spPr>
      </p:sp>
      <p:sp>
        <p:nvSpPr>
          <p:cNvPr id="59" name="S03-label96"/>
          <p:cNvSpPr txBox="1"/>
          <p:nvPr/>
        </p:nvSpPr>
        <p:spPr>
          <a:xfrm>
            <a:off x="4719232" y="186591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03-label98"/>
          <p:cNvSpPr txBox="1"/>
          <p:nvPr/>
        </p:nvSpPr>
        <p:spPr>
          <a:xfrm>
            <a:off x="1248725" y="53354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03-label100"/>
          <p:cNvSpPr txBox="1"/>
          <p:nvPr/>
        </p:nvSpPr>
        <p:spPr>
          <a:xfrm>
            <a:off x="6240393" y="154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03-label102"/>
          <p:cNvSpPr txBox="1"/>
          <p:nvPr/>
        </p:nvSpPr>
        <p:spPr>
          <a:xfrm>
            <a:off x="6182858" y="20372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03-label104"/>
          <p:cNvSpPr txBox="1"/>
          <p:nvPr/>
        </p:nvSpPr>
        <p:spPr>
          <a:xfrm>
            <a:off x="6233111" y="2542683"/>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03-label106"/>
          <p:cNvSpPr txBox="1"/>
          <p:nvPr/>
        </p:nvSpPr>
        <p:spPr>
          <a:xfrm>
            <a:off x="6283793" y="304812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03-label108"/>
          <p:cNvSpPr txBox="1"/>
          <p:nvPr/>
        </p:nvSpPr>
        <p:spPr>
          <a:xfrm>
            <a:off x="6233111" y="355355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03-label110"/>
          <p:cNvSpPr txBox="1"/>
          <p:nvPr/>
        </p:nvSpPr>
        <p:spPr>
          <a:xfrm>
            <a:off x="6233111" y="40589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03-label112"/>
          <p:cNvSpPr txBox="1"/>
          <p:nvPr/>
        </p:nvSpPr>
        <p:spPr>
          <a:xfrm>
            <a:off x="6182858" y="456443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03-label114"/>
          <p:cNvSpPr txBox="1"/>
          <p:nvPr/>
        </p:nvSpPr>
        <p:spPr>
          <a:xfrm>
            <a:off x="6233111" y="506987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03-label116"/>
          <p:cNvSpPr txBox="1"/>
          <p:nvPr/>
        </p:nvSpPr>
        <p:spPr>
          <a:xfrm>
            <a:off x="6233111" y="55753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03-card117"/>
          <p:cNvSpPr/>
          <p:nvPr/>
        </p:nvSpPr>
        <p:spPr>
          <a:xfrm>
            <a:off x="7993502" y="2043684"/>
            <a:ext cx="3646810" cy="1613916"/>
          </a:xfrm>
          <a:prstGeom prst="roundRect">
            <a:avLst>
              <a:gd name="adj" fmla="val 6799"/>
            </a:avLst>
          </a:prstGeom>
          <a:solidFill>
            <a:srgbClr val="EAF3F1"/>
          </a:solidFill>
          <a:ln w="12700">
            <a:solidFill>
              <a:srgbClr val="EAF3F1"/>
            </a:solidFill>
            <a:prstDash val="solid"/>
          </a:ln>
        </p:spPr>
      </p:sp>
      <p:sp>
        <p:nvSpPr>
          <p:cNvPr id="71" name="S03-cardtext118"/>
          <p:cNvSpPr txBox="1"/>
          <p:nvPr/>
        </p:nvSpPr>
        <p:spPr>
          <a:xfrm>
            <a:off x="8267822" y="2180844"/>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기호</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땅 위의 모습을 간단히 나타낸 약속</a:t>
            </a:r>
            <a:endParaRPr lang="ko-KR" sz="3000" dirty="0"/>
          </a:p>
        </p:txBody>
      </p:sp>
      <p:sp>
        <p:nvSpPr>
          <p:cNvPr id="72" name="S03-card119"/>
          <p:cNvSpPr/>
          <p:nvPr/>
        </p:nvSpPr>
        <p:spPr>
          <a:xfrm>
            <a:off x="7993502" y="3886200"/>
            <a:ext cx="3646810" cy="1613916"/>
          </a:xfrm>
          <a:prstGeom prst="roundRect">
            <a:avLst>
              <a:gd name="adj" fmla="val 6799"/>
            </a:avLst>
          </a:prstGeom>
          <a:solidFill>
            <a:srgbClr val="EAF3F1"/>
          </a:solidFill>
          <a:ln w="12700">
            <a:solidFill>
              <a:srgbClr val="EAF3F1"/>
            </a:solidFill>
            <a:prstDash val="solid"/>
          </a:ln>
        </p:spPr>
      </p:sp>
      <p:sp>
        <p:nvSpPr>
          <p:cNvPr id="73" name="S03-cardtext120"/>
          <p:cNvSpPr txBox="1"/>
          <p:nvPr/>
        </p:nvSpPr>
        <p:spPr>
          <a:xfrm>
            <a:off x="8267822" y="4023360"/>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범례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기호의 뜻을 모아 놓은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21"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2"/>
          <p:cNvSpPr/>
          <p:nvPr/>
        </p:nvSpPr>
        <p:spPr>
          <a:xfrm>
            <a:off x="1733702" y="3771900"/>
            <a:ext cx="1920240" cy="0"/>
          </a:xfrm>
          <a:prstGeom prst="line">
            <a:avLst/>
          </a:prstGeom>
          <a:noFill/>
          <a:ln w="25400">
            <a:solidFill>
              <a:srgbClr val="1F2937"/>
            </a:solidFill>
            <a:prstDash val="solid"/>
          </a:ln>
        </p:spPr>
      </p:sp>
      <p:sp>
        <p:nvSpPr>
          <p:cNvPr id="5" name="S04-label124"/>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6"/>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8"/>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30"/>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31"/>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2"/>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3"/>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4"/>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5"/>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6"/>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40"/>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41"/>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2"/>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3"/>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4"/>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5"/>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6"/>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7"/>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8"/>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9"/>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50"/>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51"/>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2"/>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3"/>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4"/>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5"/>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6"/>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7"/>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8"/>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9"/>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60"/>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61"/>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2"/>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3"/>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4"/>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5"/>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6"/>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7"/>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8"/>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9"/>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70"/>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71"/>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2"/>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3"/>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4"/>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5"/>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6"/>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7"/>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8"/>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9"/>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80"/>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81"/>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2"/>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3"/>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4"/>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5"/>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6"/>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5-mark187"/>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8"/>
          <p:cNvSpPr/>
          <p:nvPr/>
        </p:nvSpPr>
        <p:spPr>
          <a:xfrm flipV="1">
            <a:off x="9586235" y="2111635"/>
            <a:ext cx="0" cy="321744"/>
          </a:xfrm>
          <a:prstGeom prst="line">
            <a:avLst/>
          </a:prstGeom>
          <a:noFill/>
          <a:ln w="31750">
            <a:solidFill>
              <a:srgbClr val="1F2937"/>
            </a:solidFill>
            <a:prstDash val="solid"/>
            <a:tailEnd type="triangle"/>
          </a:ln>
        </p:spPr>
      </p:sp>
      <p:sp>
        <p:nvSpPr>
          <p:cNvPr id="55" name="S05-mark189"/>
          <p:cNvSpPr/>
          <p:nvPr/>
        </p:nvSpPr>
        <p:spPr>
          <a:xfrm>
            <a:off x="9473624" y="2272507"/>
            <a:ext cx="225221" cy="0"/>
          </a:xfrm>
          <a:prstGeom prst="line">
            <a:avLst/>
          </a:prstGeom>
          <a:noFill/>
          <a:ln w="25400">
            <a:solidFill>
              <a:srgbClr val="1F2937"/>
            </a:solidFill>
            <a:prstDash val="solid"/>
          </a:ln>
        </p:spPr>
      </p:sp>
      <p:sp>
        <p:nvSpPr>
          <p:cNvPr id="56" name="S05-mark190"/>
          <p:cNvSpPr/>
          <p:nvPr/>
        </p:nvSpPr>
        <p:spPr>
          <a:xfrm>
            <a:off x="6368796" y="4540801"/>
            <a:ext cx="321744" cy="0"/>
          </a:xfrm>
          <a:prstGeom prst="line">
            <a:avLst/>
          </a:prstGeom>
          <a:noFill/>
          <a:ln w="38100">
            <a:solidFill>
              <a:srgbClr val="1F2937"/>
            </a:solidFill>
            <a:prstDash val="solid"/>
          </a:ln>
        </p:spPr>
      </p:sp>
      <p:sp>
        <p:nvSpPr>
          <p:cNvPr id="57" name="S05-mark191"/>
          <p:cNvSpPr/>
          <p:nvPr/>
        </p:nvSpPr>
        <p:spPr>
          <a:xfrm>
            <a:off x="6368796" y="4470017"/>
            <a:ext cx="0" cy="141567"/>
          </a:xfrm>
          <a:prstGeom prst="line">
            <a:avLst/>
          </a:prstGeom>
          <a:noFill/>
          <a:ln w="25400">
            <a:solidFill>
              <a:srgbClr val="1F2937"/>
            </a:solidFill>
            <a:prstDash val="solid"/>
          </a:ln>
        </p:spPr>
      </p:sp>
      <p:sp>
        <p:nvSpPr>
          <p:cNvPr id="58" name="S05-mark192"/>
          <p:cNvSpPr/>
          <p:nvPr/>
        </p:nvSpPr>
        <p:spPr>
          <a:xfrm>
            <a:off x="6690540" y="4470017"/>
            <a:ext cx="0" cy="141567"/>
          </a:xfrm>
          <a:prstGeom prst="line">
            <a:avLst/>
          </a:prstGeom>
          <a:noFill/>
          <a:ln w="25400">
            <a:solidFill>
              <a:srgbClr val="1F2937"/>
            </a:solidFill>
            <a:prstDash val="solid"/>
          </a:ln>
        </p:spPr>
      </p:sp>
      <p:sp>
        <p:nvSpPr>
          <p:cNvPr id="59" name="S05-mark193"/>
          <p:cNvSpPr/>
          <p:nvPr/>
        </p:nvSpPr>
        <p:spPr>
          <a:xfrm>
            <a:off x="10181461" y="4341320"/>
            <a:ext cx="289569" cy="0"/>
          </a:xfrm>
          <a:prstGeom prst="line">
            <a:avLst/>
          </a:prstGeom>
          <a:noFill/>
          <a:ln w="88900">
            <a:solidFill>
              <a:srgbClr val="A3AAB4"/>
            </a:solidFill>
            <a:prstDash val="solid"/>
          </a:ln>
        </p:spPr>
      </p:sp>
      <p:sp>
        <p:nvSpPr>
          <p:cNvPr id="60" name="S05-mark194"/>
          <p:cNvSpPr/>
          <p:nvPr/>
        </p:nvSpPr>
        <p:spPr>
          <a:xfrm>
            <a:off x="10181461" y="4720978"/>
            <a:ext cx="289569" cy="0"/>
          </a:xfrm>
          <a:prstGeom prst="line">
            <a:avLst/>
          </a:prstGeom>
          <a:noFill/>
          <a:ln w="88900">
            <a:solidFill>
              <a:srgbClr val="4A90C8"/>
            </a:solidFill>
            <a:prstDash val="solid"/>
          </a:ln>
        </p:spPr>
      </p:sp>
      <p:sp>
        <p:nvSpPr>
          <p:cNvPr id="61" name="S05-label196"/>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8"/>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200"/>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2"/>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4"/>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6"/>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8"/>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10"/>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2"/>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4"/>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6"/>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7"/>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8"/>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9"/>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20"/>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21"/>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2"/>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3"/>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4"/>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7"/>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8"/>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9"/>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30"/>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3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2"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3"/>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4"/>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5"/>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6"/>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7"/>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8"/>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9"/>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40"/>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41"/>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2"/>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3"/>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4"/>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5"/>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6"/>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7"/>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8"/>
          <p:cNvSpPr/>
          <p:nvPr/>
        </p:nvSpPr>
        <p:spPr>
          <a:xfrm>
            <a:off x="7410907" y="3618244"/>
            <a:ext cx="0" cy="1034491"/>
          </a:xfrm>
          <a:prstGeom prst="line">
            <a:avLst/>
          </a:prstGeom>
          <a:noFill/>
          <a:ln w="15875">
            <a:solidFill>
              <a:srgbClr val="6B7280"/>
            </a:solidFill>
            <a:prstDash val="dash"/>
          </a:ln>
        </p:spPr>
      </p:sp>
      <p:sp>
        <p:nvSpPr>
          <p:cNvPr id="21" name="S07-mark249"/>
          <p:cNvSpPr/>
          <p:nvPr/>
        </p:nvSpPr>
        <p:spPr>
          <a:xfrm>
            <a:off x="10721279" y="3618244"/>
            <a:ext cx="0" cy="1034491"/>
          </a:xfrm>
          <a:prstGeom prst="line">
            <a:avLst/>
          </a:prstGeom>
          <a:noFill/>
          <a:ln w="15875">
            <a:solidFill>
              <a:srgbClr val="6B7280"/>
            </a:solidFill>
            <a:prstDash val="dash"/>
          </a:ln>
        </p:spPr>
      </p:sp>
      <p:sp>
        <p:nvSpPr>
          <p:cNvPr id="22" name="S07-mark250"/>
          <p:cNvSpPr/>
          <p:nvPr/>
        </p:nvSpPr>
        <p:spPr>
          <a:xfrm>
            <a:off x="6583314" y="5728606"/>
            <a:ext cx="827593" cy="0"/>
          </a:xfrm>
          <a:prstGeom prst="line">
            <a:avLst/>
          </a:prstGeom>
          <a:noFill/>
          <a:ln w="38100">
            <a:solidFill>
              <a:srgbClr val="1F2937"/>
            </a:solidFill>
            <a:prstDash val="solid"/>
          </a:ln>
        </p:spPr>
      </p:sp>
      <p:sp>
        <p:nvSpPr>
          <p:cNvPr id="23" name="S07-mark251"/>
          <p:cNvSpPr/>
          <p:nvPr/>
        </p:nvSpPr>
        <p:spPr>
          <a:xfrm>
            <a:off x="6583314" y="5563088"/>
            <a:ext cx="0" cy="331037"/>
          </a:xfrm>
          <a:prstGeom prst="line">
            <a:avLst/>
          </a:prstGeom>
          <a:noFill/>
          <a:ln w="25400">
            <a:solidFill>
              <a:srgbClr val="1F2937"/>
            </a:solidFill>
            <a:prstDash val="solid"/>
          </a:ln>
        </p:spPr>
      </p:sp>
      <p:sp>
        <p:nvSpPr>
          <p:cNvPr id="24" name="S07-mark252"/>
          <p:cNvSpPr/>
          <p:nvPr/>
        </p:nvSpPr>
        <p:spPr>
          <a:xfrm>
            <a:off x="7410907" y="5563088"/>
            <a:ext cx="0" cy="331037"/>
          </a:xfrm>
          <a:prstGeom prst="line">
            <a:avLst/>
          </a:prstGeom>
          <a:noFill/>
          <a:ln w="25400">
            <a:solidFill>
              <a:srgbClr val="1F2937"/>
            </a:solidFill>
            <a:prstDash val="solid"/>
          </a:ln>
        </p:spPr>
      </p:sp>
      <p:sp>
        <p:nvSpPr>
          <p:cNvPr id="25" name="S07-label254"/>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6"/>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7"/>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8"/>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9"/>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60"/>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61"/>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2"/>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5"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6"/>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7"/>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8"/>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9"/>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70"/>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71"/>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2"/>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3"/>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4"/>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5"/>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6"/>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7"/>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8"/>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9"/>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80"/>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81"/>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2"/>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3"/>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4"/>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5"/>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6"/>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7"/>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8"/>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9"/>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90"/>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91"/>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2"/>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3"/>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4"/>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5"/>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6"/>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7"/>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8"/>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9"/>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300"/>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301"/>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2"/>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3"/>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4"/>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5"/>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6"/>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7"/>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8"/>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9"/>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10"/>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11"/>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2"/>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8-mark313"/>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4"/>
          <p:cNvSpPr/>
          <p:nvPr/>
        </p:nvSpPr>
        <p:spPr>
          <a:xfrm flipV="1">
            <a:off x="9586235" y="2111635"/>
            <a:ext cx="0" cy="321744"/>
          </a:xfrm>
          <a:prstGeom prst="line">
            <a:avLst/>
          </a:prstGeom>
          <a:noFill/>
          <a:ln w="31750">
            <a:solidFill>
              <a:srgbClr val="1F2937"/>
            </a:solidFill>
            <a:prstDash val="solid"/>
            <a:tailEnd type="triangle"/>
          </a:ln>
        </p:spPr>
      </p:sp>
      <p:sp>
        <p:nvSpPr>
          <p:cNvPr id="55" name="S08-mark315"/>
          <p:cNvSpPr/>
          <p:nvPr/>
        </p:nvSpPr>
        <p:spPr>
          <a:xfrm>
            <a:off x="9473624" y="2272507"/>
            <a:ext cx="225221" cy="0"/>
          </a:xfrm>
          <a:prstGeom prst="line">
            <a:avLst/>
          </a:prstGeom>
          <a:noFill/>
          <a:ln w="25400">
            <a:solidFill>
              <a:srgbClr val="1F2937"/>
            </a:solidFill>
            <a:prstDash val="solid"/>
          </a:ln>
        </p:spPr>
      </p:sp>
      <p:sp>
        <p:nvSpPr>
          <p:cNvPr id="56" name="S08-mark316"/>
          <p:cNvSpPr/>
          <p:nvPr/>
        </p:nvSpPr>
        <p:spPr>
          <a:xfrm>
            <a:off x="6368796" y="4540801"/>
            <a:ext cx="321744" cy="0"/>
          </a:xfrm>
          <a:prstGeom prst="line">
            <a:avLst/>
          </a:prstGeom>
          <a:noFill/>
          <a:ln w="38100">
            <a:solidFill>
              <a:srgbClr val="1F2937"/>
            </a:solidFill>
            <a:prstDash val="solid"/>
          </a:ln>
        </p:spPr>
      </p:sp>
      <p:sp>
        <p:nvSpPr>
          <p:cNvPr id="57" name="S08-mark317"/>
          <p:cNvSpPr/>
          <p:nvPr/>
        </p:nvSpPr>
        <p:spPr>
          <a:xfrm>
            <a:off x="6368796" y="4470017"/>
            <a:ext cx="0" cy="141567"/>
          </a:xfrm>
          <a:prstGeom prst="line">
            <a:avLst/>
          </a:prstGeom>
          <a:noFill/>
          <a:ln w="25400">
            <a:solidFill>
              <a:srgbClr val="1F2937"/>
            </a:solidFill>
            <a:prstDash val="solid"/>
          </a:ln>
        </p:spPr>
      </p:sp>
      <p:sp>
        <p:nvSpPr>
          <p:cNvPr id="58" name="S08-mark318"/>
          <p:cNvSpPr/>
          <p:nvPr/>
        </p:nvSpPr>
        <p:spPr>
          <a:xfrm>
            <a:off x="6690540" y="4470017"/>
            <a:ext cx="0" cy="141567"/>
          </a:xfrm>
          <a:prstGeom prst="line">
            <a:avLst/>
          </a:prstGeom>
          <a:noFill/>
          <a:ln w="25400">
            <a:solidFill>
              <a:srgbClr val="1F2937"/>
            </a:solidFill>
            <a:prstDash val="solid"/>
          </a:ln>
        </p:spPr>
      </p:sp>
      <p:sp>
        <p:nvSpPr>
          <p:cNvPr id="59" name="S08-mark319"/>
          <p:cNvSpPr/>
          <p:nvPr/>
        </p:nvSpPr>
        <p:spPr>
          <a:xfrm>
            <a:off x="10181461" y="4341320"/>
            <a:ext cx="289569" cy="0"/>
          </a:xfrm>
          <a:prstGeom prst="line">
            <a:avLst/>
          </a:prstGeom>
          <a:noFill/>
          <a:ln w="88900">
            <a:solidFill>
              <a:srgbClr val="A3AAB4"/>
            </a:solidFill>
            <a:prstDash val="solid"/>
          </a:ln>
        </p:spPr>
      </p:sp>
      <p:sp>
        <p:nvSpPr>
          <p:cNvPr id="60" name="S08-mark320"/>
          <p:cNvSpPr/>
          <p:nvPr/>
        </p:nvSpPr>
        <p:spPr>
          <a:xfrm>
            <a:off x="10181461" y="4720978"/>
            <a:ext cx="289569" cy="0"/>
          </a:xfrm>
          <a:prstGeom prst="line">
            <a:avLst/>
          </a:prstGeom>
          <a:noFill/>
          <a:ln w="88900">
            <a:solidFill>
              <a:srgbClr val="4A90C8"/>
            </a:solidFill>
            <a:prstDash val="solid"/>
          </a:ln>
        </p:spPr>
      </p:sp>
      <p:sp>
        <p:nvSpPr>
          <p:cNvPr id="61" name="S08-label322"/>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4"/>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6"/>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8"/>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30"/>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2"/>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4"/>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6"/>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8"/>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40"/>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2"/>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3"/>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4"/>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5"/>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6"/>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7"/>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8"/>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9"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830160" y="1919312"/>
            <a:ext cx="3872507" cy="2007967"/>
          </a:xfrm>
          <a:custGeom>
            <a:avLst/>
            <a:gdLst/>
            <a:ahLst/>
            <a:cxnLst/>
            <a:rect l="l" t="t" r="r" b="b"/>
            <a:pathLst>
              <a:path w="3872507" h="2007967">
                <a:moveTo>
                  <a:pt x="3872507" y="1003983"/>
                </a:moveTo>
                <a:lnTo>
                  <a:pt x="3857208" y="829481"/>
                </a:lnTo>
                <a:lnTo>
                  <a:pt x="3811790" y="660717"/>
                </a:lnTo>
                <a:lnTo>
                  <a:pt x="3738165" y="501992"/>
                </a:lnTo>
                <a:lnTo>
                  <a:pt x="3637766" y="358565"/>
                </a:lnTo>
                <a:lnTo>
                  <a:pt x="3513942" y="234741"/>
                </a:lnTo>
                <a:lnTo>
                  <a:pt x="3370516" y="134343"/>
                </a:lnTo>
                <a:lnTo>
                  <a:pt x="3211791" y="60717"/>
                </a:lnTo>
                <a:lnTo>
                  <a:pt x="3043026" y="15299"/>
                </a:lnTo>
                <a:lnTo>
                  <a:pt x="2868524" y="0"/>
                </a:lnTo>
                <a:lnTo>
                  <a:pt x="2370357" y="15299"/>
                </a:lnTo>
                <a:lnTo>
                  <a:pt x="1887489" y="60717"/>
                </a:lnTo>
                <a:lnTo>
                  <a:pt x="1434262" y="134343"/>
                </a:lnTo>
                <a:lnTo>
                  <a:pt x="1024541" y="234741"/>
                </a:lnTo>
                <a:lnTo>
                  <a:pt x="671235" y="358565"/>
                </a:lnTo>
                <a:lnTo>
                  <a:pt x="384382" y="501992"/>
                </a:lnTo>
                <a:lnTo>
                  <a:pt x="173068" y="660717"/>
                </a:lnTo>
                <a:lnTo>
                  <a:pt x="43506" y="829481"/>
                </a:lnTo>
                <a:lnTo>
                  <a:pt x="0" y="1003983"/>
                </a:lnTo>
                <a:lnTo>
                  <a:pt x="43506" y="1178485"/>
                </a:lnTo>
                <a:lnTo>
                  <a:pt x="173068" y="1347250"/>
                </a:lnTo>
                <a:lnTo>
                  <a:pt x="384382" y="1505975"/>
                </a:lnTo>
                <a:lnTo>
                  <a:pt x="671235" y="1649401"/>
                </a:lnTo>
                <a:lnTo>
                  <a:pt x="1024541" y="1773226"/>
                </a:lnTo>
                <a:lnTo>
                  <a:pt x="1434262" y="1873624"/>
                </a:lnTo>
                <a:lnTo>
                  <a:pt x="1887489" y="1947250"/>
                </a:lnTo>
                <a:lnTo>
                  <a:pt x="2370357" y="1992668"/>
                </a:lnTo>
                <a:lnTo>
                  <a:pt x="2868524" y="2007967"/>
                </a:lnTo>
                <a:lnTo>
                  <a:pt x="3043026" y="1992668"/>
                </a:lnTo>
                <a:lnTo>
                  <a:pt x="3211791" y="1947250"/>
                </a:lnTo>
                <a:lnTo>
                  <a:pt x="3370516" y="1873624"/>
                </a:lnTo>
                <a:lnTo>
                  <a:pt x="3513942" y="1773226"/>
                </a:lnTo>
                <a:lnTo>
                  <a:pt x="3637766" y="1649401"/>
                </a:lnTo>
                <a:lnTo>
                  <a:pt x="3738165" y="1505975"/>
                </a:lnTo>
                <a:lnTo>
                  <a:pt x="3811790" y="1347250"/>
                </a:lnTo>
                <a:lnTo>
                  <a:pt x="3857208" y="1178485"/>
                </a:lnTo>
                <a:close/>
              </a:path>
            </a:pathLst>
          </a:custGeom>
          <a:solidFill>
            <a:srgbClr val="D5ECC8"/>
          </a:solidFill>
          <a:ln w="25400">
            <a:solidFill>
              <a:srgbClr val="1F2937"/>
            </a:solidFill>
            <a:prstDash val="solid"/>
          </a:ln>
        </p:spPr>
      </p:sp>
      <p:sp>
        <p:nvSpPr>
          <p:cNvPr id="4" name="S09-mark350"/>
          <p:cNvSpPr/>
          <p:nvPr/>
        </p:nvSpPr>
        <p:spPr>
          <a:xfrm>
            <a:off x="2977570" y="2206164"/>
            <a:ext cx="2438245" cy="1434262"/>
          </a:xfrm>
          <a:custGeom>
            <a:avLst/>
            <a:gdLst/>
            <a:ahLst/>
            <a:cxnLst/>
            <a:rect l="l" t="t" r="r" b="b"/>
            <a:pathLst>
              <a:path w="2438245" h="1434262">
                <a:moveTo>
                  <a:pt x="2438245" y="717131"/>
                </a:moveTo>
                <a:lnTo>
                  <a:pt x="2427249" y="592828"/>
                </a:lnTo>
                <a:lnTo>
                  <a:pt x="2395217" y="471872"/>
                </a:lnTo>
                <a:lnTo>
                  <a:pt x="2342150" y="358565"/>
                </a:lnTo>
                <a:lnTo>
                  <a:pt x="2270437" y="256255"/>
                </a:lnTo>
                <a:lnTo>
                  <a:pt x="2181990" y="167809"/>
                </a:lnTo>
                <a:lnTo>
                  <a:pt x="2079680" y="96096"/>
                </a:lnTo>
                <a:lnTo>
                  <a:pt x="1966373" y="43028"/>
                </a:lnTo>
                <a:lnTo>
                  <a:pt x="1845417" y="10996"/>
                </a:lnTo>
                <a:lnTo>
                  <a:pt x="1721114" y="0"/>
                </a:lnTo>
                <a:lnTo>
                  <a:pt x="1422310" y="10996"/>
                </a:lnTo>
                <a:lnTo>
                  <a:pt x="1132589" y="43028"/>
                </a:lnTo>
                <a:lnTo>
                  <a:pt x="860557" y="96096"/>
                </a:lnTo>
                <a:lnTo>
                  <a:pt x="614820" y="167809"/>
                </a:lnTo>
                <a:lnTo>
                  <a:pt x="402550" y="256255"/>
                </a:lnTo>
                <a:lnTo>
                  <a:pt x="230438" y="358565"/>
                </a:lnTo>
                <a:lnTo>
                  <a:pt x="103745" y="471872"/>
                </a:lnTo>
                <a:lnTo>
                  <a:pt x="26295" y="592828"/>
                </a:lnTo>
                <a:lnTo>
                  <a:pt x="0" y="717131"/>
                </a:lnTo>
                <a:lnTo>
                  <a:pt x="26295" y="841434"/>
                </a:lnTo>
                <a:lnTo>
                  <a:pt x="103745" y="962390"/>
                </a:lnTo>
                <a:lnTo>
                  <a:pt x="230438" y="1075696"/>
                </a:lnTo>
                <a:lnTo>
                  <a:pt x="402550" y="1178007"/>
                </a:lnTo>
                <a:lnTo>
                  <a:pt x="614820" y="1266453"/>
                </a:lnTo>
                <a:lnTo>
                  <a:pt x="860557" y="1338166"/>
                </a:lnTo>
                <a:lnTo>
                  <a:pt x="1132589" y="1391234"/>
                </a:lnTo>
                <a:lnTo>
                  <a:pt x="1422310" y="1423266"/>
                </a:lnTo>
                <a:lnTo>
                  <a:pt x="1721114" y="1434262"/>
                </a:lnTo>
                <a:lnTo>
                  <a:pt x="1845417" y="1423266"/>
                </a:lnTo>
                <a:lnTo>
                  <a:pt x="1966373" y="1391234"/>
                </a:lnTo>
                <a:lnTo>
                  <a:pt x="2079680" y="1338166"/>
                </a:lnTo>
                <a:lnTo>
                  <a:pt x="2181990" y="1266453"/>
                </a:lnTo>
                <a:lnTo>
                  <a:pt x="2270437" y="1178007"/>
                </a:lnTo>
                <a:lnTo>
                  <a:pt x="2342150" y="1075696"/>
                </a:lnTo>
                <a:lnTo>
                  <a:pt x="2395217" y="962390"/>
                </a:lnTo>
                <a:lnTo>
                  <a:pt x="2427249" y="841434"/>
                </a:lnTo>
                <a:close/>
              </a:path>
            </a:pathLst>
          </a:custGeom>
          <a:solidFill>
            <a:srgbClr val="F3E6AE"/>
          </a:solidFill>
          <a:ln w="25400">
            <a:solidFill>
              <a:srgbClr val="1F2937"/>
            </a:solidFill>
            <a:prstDash val="solid"/>
          </a:ln>
        </p:spPr>
      </p:sp>
      <p:sp>
        <p:nvSpPr>
          <p:cNvPr id="5" name="S09-mark351"/>
          <p:cNvSpPr/>
          <p:nvPr/>
        </p:nvSpPr>
        <p:spPr>
          <a:xfrm>
            <a:off x="4124979" y="2516921"/>
            <a:ext cx="1003983" cy="812748"/>
          </a:xfrm>
          <a:custGeom>
            <a:avLst/>
            <a:gdLst/>
            <a:ahLst/>
            <a:cxnLst/>
            <a:rect l="l" t="t" r="r" b="b"/>
            <a:pathLst>
              <a:path w="1003983" h="812748">
                <a:moveTo>
                  <a:pt x="1003983" y="406374"/>
                </a:moveTo>
                <a:lnTo>
                  <a:pt x="997290" y="335617"/>
                </a:lnTo>
                <a:lnTo>
                  <a:pt x="978167" y="267251"/>
                </a:lnTo>
                <a:lnTo>
                  <a:pt x="946135" y="203187"/>
                </a:lnTo>
                <a:lnTo>
                  <a:pt x="903107" y="145339"/>
                </a:lnTo>
                <a:lnTo>
                  <a:pt x="850517" y="95139"/>
                </a:lnTo>
                <a:lnTo>
                  <a:pt x="788844" y="54502"/>
                </a:lnTo>
                <a:lnTo>
                  <a:pt x="720956" y="24382"/>
                </a:lnTo>
                <a:lnTo>
                  <a:pt x="648286" y="6215"/>
                </a:lnTo>
                <a:lnTo>
                  <a:pt x="573705" y="0"/>
                </a:lnTo>
                <a:lnTo>
                  <a:pt x="474263" y="6215"/>
                </a:lnTo>
                <a:lnTo>
                  <a:pt x="377689" y="24382"/>
                </a:lnTo>
                <a:lnTo>
                  <a:pt x="286852" y="54502"/>
                </a:lnTo>
                <a:lnTo>
                  <a:pt x="205099" y="95139"/>
                </a:lnTo>
                <a:lnTo>
                  <a:pt x="134343" y="145339"/>
                </a:lnTo>
                <a:lnTo>
                  <a:pt x="76972" y="203187"/>
                </a:lnTo>
                <a:lnTo>
                  <a:pt x="34422" y="267251"/>
                </a:lnTo>
                <a:lnTo>
                  <a:pt x="8606" y="335617"/>
                </a:lnTo>
                <a:lnTo>
                  <a:pt x="0" y="406374"/>
                </a:lnTo>
                <a:lnTo>
                  <a:pt x="8606" y="477131"/>
                </a:lnTo>
                <a:lnTo>
                  <a:pt x="34422" y="545498"/>
                </a:lnTo>
                <a:lnTo>
                  <a:pt x="76972" y="609561"/>
                </a:lnTo>
                <a:lnTo>
                  <a:pt x="134343" y="667410"/>
                </a:lnTo>
                <a:lnTo>
                  <a:pt x="205099" y="717609"/>
                </a:lnTo>
                <a:lnTo>
                  <a:pt x="286852" y="758246"/>
                </a:lnTo>
                <a:lnTo>
                  <a:pt x="377689" y="788366"/>
                </a:lnTo>
                <a:lnTo>
                  <a:pt x="474263" y="806533"/>
                </a:lnTo>
                <a:lnTo>
                  <a:pt x="573705" y="812748"/>
                </a:lnTo>
                <a:lnTo>
                  <a:pt x="648286" y="806533"/>
                </a:lnTo>
                <a:lnTo>
                  <a:pt x="720956" y="788366"/>
                </a:lnTo>
                <a:lnTo>
                  <a:pt x="788844" y="758246"/>
                </a:lnTo>
                <a:lnTo>
                  <a:pt x="850517" y="717609"/>
                </a:lnTo>
                <a:lnTo>
                  <a:pt x="903107" y="667410"/>
                </a:lnTo>
                <a:lnTo>
                  <a:pt x="946135" y="609561"/>
                </a:lnTo>
                <a:lnTo>
                  <a:pt x="978167" y="545498"/>
                </a:lnTo>
                <a:lnTo>
                  <a:pt x="997290" y="477131"/>
                </a:lnTo>
                <a:close/>
              </a:path>
            </a:pathLst>
          </a:custGeom>
          <a:solidFill>
            <a:srgbClr val="E6C097"/>
          </a:solidFill>
          <a:ln w="25400">
            <a:solidFill>
              <a:srgbClr val="1F2937"/>
            </a:solidFill>
            <a:prstDash val="solid"/>
          </a:ln>
        </p:spPr>
      </p:sp>
      <p:sp>
        <p:nvSpPr>
          <p:cNvPr id="6" name="S09-mark352"/>
          <p:cNvSpPr/>
          <p:nvPr/>
        </p:nvSpPr>
        <p:spPr>
          <a:xfrm>
            <a:off x="4569600" y="2802817"/>
            <a:ext cx="258167" cy="223745"/>
          </a:xfrm>
          <a:custGeom>
            <a:avLst/>
            <a:gdLst/>
            <a:ahLst/>
            <a:cxnLst/>
            <a:rect l="l" t="t" r="r" b="b"/>
            <a:pathLst>
              <a:path w="258167" h="223745">
                <a:moveTo>
                  <a:pt x="0" y="223745"/>
                </a:moveTo>
                <a:lnTo>
                  <a:pt x="258167" y="223745"/>
                </a:lnTo>
                <a:lnTo>
                  <a:pt x="129084" y="0"/>
                </a:lnTo>
                <a:close/>
              </a:path>
            </a:pathLst>
          </a:custGeom>
          <a:solidFill>
            <a:srgbClr val="8B5E3C"/>
          </a:solidFill>
          <a:ln w="15875">
            <a:solidFill>
              <a:srgbClr val="1F2937"/>
            </a:solidFill>
            <a:prstDash val="solid"/>
          </a:ln>
        </p:spPr>
      </p:sp>
      <p:sp>
        <p:nvSpPr>
          <p:cNvPr id="7" name="S09-mark353"/>
          <p:cNvSpPr/>
          <p:nvPr/>
        </p:nvSpPr>
        <p:spPr>
          <a:xfrm>
            <a:off x="1495499" y="4281063"/>
            <a:ext cx="4541829" cy="1319521"/>
          </a:xfrm>
          <a:custGeom>
            <a:avLst/>
            <a:gdLst/>
            <a:ahLst/>
            <a:cxnLst/>
            <a:rect l="l" t="t" r="r" b="b"/>
            <a:pathLst>
              <a:path w="4541829" h="1319521">
                <a:moveTo>
                  <a:pt x="0" y="1056573"/>
                </a:moveTo>
                <a:lnTo>
                  <a:pt x="334661" y="937051"/>
                </a:lnTo>
                <a:lnTo>
                  <a:pt x="1482071" y="554581"/>
                </a:lnTo>
                <a:lnTo>
                  <a:pt x="2629480" y="172111"/>
                </a:lnTo>
                <a:lnTo>
                  <a:pt x="3203185" y="0"/>
                </a:lnTo>
                <a:lnTo>
                  <a:pt x="3633464" y="172111"/>
                </a:lnTo>
                <a:lnTo>
                  <a:pt x="3920316" y="554581"/>
                </a:lnTo>
                <a:lnTo>
                  <a:pt x="4207168" y="937051"/>
                </a:lnTo>
                <a:lnTo>
                  <a:pt x="4541829" y="1056573"/>
                </a:lnTo>
                <a:lnTo>
                  <a:pt x="4541829" y="1319521"/>
                </a:lnTo>
                <a:lnTo>
                  <a:pt x="0" y="1319521"/>
                </a:lnTo>
                <a:close/>
              </a:path>
            </a:pathLst>
          </a:custGeom>
          <a:solidFill>
            <a:srgbClr val="E6C097"/>
          </a:solidFill>
          <a:ln w="25400">
            <a:solidFill>
              <a:srgbClr val="1F2937"/>
            </a:solidFill>
            <a:prstDash val="solid"/>
          </a:ln>
        </p:spPr>
      </p:sp>
      <p:sp>
        <p:nvSpPr>
          <p:cNvPr id="8" name="S09-mark354"/>
          <p:cNvSpPr/>
          <p:nvPr/>
        </p:nvSpPr>
        <p:spPr>
          <a:xfrm>
            <a:off x="1830160" y="2923295"/>
            <a:ext cx="0" cy="2294819"/>
          </a:xfrm>
          <a:prstGeom prst="line">
            <a:avLst/>
          </a:prstGeom>
          <a:noFill/>
          <a:ln w="15875">
            <a:solidFill>
              <a:srgbClr val="6B7280"/>
            </a:solidFill>
            <a:prstDash val="dash"/>
          </a:ln>
        </p:spPr>
      </p:sp>
      <p:sp>
        <p:nvSpPr>
          <p:cNvPr id="9" name="S09-mark355"/>
          <p:cNvSpPr/>
          <p:nvPr/>
        </p:nvSpPr>
        <p:spPr>
          <a:xfrm>
            <a:off x="5702667" y="2923295"/>
            <a:ext cx="0" cy="2294819"/>
          </a:xfrm>
          <a:prstGeom prst="line">
            <a:avLst/>
          </a:prstGeom>
          <a:noFill/>
          <a:ln w="15875">
            <a:solidFill>
              <a:srgbClr val="6B7280"/>
            </a:solidFill>
            <a:prstDash val="dash"/>
          </a:ln>
        </p:spPr>
      </p:sp>
      <p:sp>
        <p:nvSpPr>
          <p:cNvPr id="10" name="S09-mark356"/>
          <p:cNvSpPr/>
          <p:nvPr/>
        </p:nvSpPr>
        <p:spPr>
          <a:xfrm>
            <a:off x="2977570" y="2923295"/>
            <a:ext cx="0" cy="1912349"/>
          </a:xfrm>
          <a:prstGeom prst="line">
            <a:avLst/>
          </a:prstGeom>
          <a:noFill/>
          <a:ln w="15875">
            <a:solidFill>
              <a:srgbClr val="6B7280"/>
            </a:solidFill>
            <a:prstDash val="dash"/>
          </a:ln>
        </p:spPr>
      </p:sp>
      <p:sp>
        <p:nvSpPr>
          <p:cNvPr id="11" name="S09-mark357"/>
          <p:cNvSpPr/>
          <p:nvPr/>
        </p:nvSpPr>
        <p:spPr>
          <a:xfrm>
            <a:off x="5415815" y="2923295"/>
            <a:ext cx="0" cy="1912349"/>
          </a:xfrm>
          <a:prstGeom prst="line">
            <a:avLst/>
          </a:prstGeom>
          <a:noFill/>
          <a:ln w="15875">
            <a:solidFill>
              <a:srgbClr val="6B7280"/>
            </a:solidFill>
            <a:prstDash val="dash"/>
          </a:ln>
        </p:spPr>
      </p:sp>
      <p:sp>
        <p:nvSpPr>
          <p:cNvPr id="12" name="S09-mark358"/>
          <p:cNvSpPr/>
          <p:nvPr/>
        </p:nvSpPr>
        <p:spPr>
          <a:xfrm>
            <a:off x="4124979" y="2923295"/>
            <a:ext cx="0" cy="1529879"/>
          </a:xfrm>
          <a:prstGeom prst="line">
            <a:avLst/>
          </a:prstGeom>
          <a:noFill/>
          <a:ln w="15875">
            <a:solidFill>
              <a:srgbClr val="6B7280"/>
            </a:solidFill>
            <a:prstDash val="dash"/>
          </a:ln>
        </p:spPr>
      </p:sp>
      <p:sp>
        <p:nvSpPr>
          <p:cNvPr id="13" name="S09-mark359"/>
          <p:cNvSpPr/>
          <p:nvPr/>
        </p:nvSpPr>
        <p:spPr>
          <a:xfrm>
            <a:off x="5128962" y="2923295"/>
            <a:ext cx="0" cy="1529879"/>
          </a:xfrm>
          <a:prstGeom prst="line">
            <a:avLst/>
          </a:prstGeom>
          <a:noFill/>
          <a:ln w="15875">
            <a:solidFill>
              <a:srgbClr val="6B7280"/>
            </a:solidFill>
            <a:prstDash val="dash"/>
          </a:ln>
        </p:spPr>
      </p:sp>
      <p:sp>
        <p:nvSpPr>
          <p:cNvPr id="14" name="S09-labelbg361"/>
          <p:cNvSpPr/>
          <p:nvPr/>
        </p:nvSpPr>
        <p:spPr>
          <a:xfrm>
            <a:off x="1519264" y="2770895"/>
            <a:ext cx="621792" cy="304800"/>
          </a:xfrm>
          <a:prstGeom prst="rect">
            <a:avLst/>
          </a:prstGeom>
          <a:solidFill>
            <a:srgbClr val="FFFFFF"/>
          </a:solidFill>
          <a:ln/>
        </p:spPr>
      </p:sp>
      <p:sp>
        <p:nvSpPr>
          <p:cNvPr id="15" name="S09-label362"/>
          <p:cNvSpPr txBox="1"/>
          <p:nvPr/>
        </p:nvSpPr>
        <p:spPr>
          <a:xfrm>
            <a:off x="147354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4"/>
          <p:cNvSpPr/>
          <p:nvPr/>
        </p:nvSpPr>
        <p:spPr>
          <a:xfrm>
            <a:off x="2666674" y="2770895"/>
            <a:ext cx="621792" cy="304800"/>
          </a:xfrm>
          <a:prstGeom prst="rect">
            <a:avLst/>
          </a:prstGeom>
          <a:solidFill>
            <a:srgbClr val="FFFFFF"/>
          </a:solidFill>
          <a:ln/>
        </p:spPr>
      </p:sp>
      <p:sp>
        <p:nvSpPr>
          <p:cNvPr id="17" name="S09-label365"/>
          <p:cNvSpPr txBox="1"/>
          <p:nvPr/>
        </p:nvSpPr>
        <p:spPr>
          <a:xfrm>
            <a:off x="262095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7"/>
          <p:cNvSpPr/>
          <p:nvPr/>
        </p:nvSpPr>
        <p:spPr>
          <a:xfrm>
            <a:off x="3814083" y="2770895"/>
            <a:ext cx="621792" cy="304800"/>
          </a:xfrm>
          <a:prstGeom prst="rect">
            <a:avLst/>
          </a:prstGeom>
          <a:solidFill>
            <a:srgbClr val="FFFFFF"/>
          </a:solidFill>
          <a:ln/>
        </p:spPr>
      </p:sp>
      <p:sp>
        <p:nvSpPr>
          <p:cNvPr id="19" name="S09-label368"/>
          <p:cNvSpPr txBox="1"/>
          <p:nvPr/>
        </p:nvSpPr>
        <p:spPr>
          <a:xfrm>
            <a:off x="3768363"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70"/>
          <p:cNvSpPr txBox="1"/>
          <p:nvPr/>
        </p:nvSpPr>
        <p:spPr>
          <a:xfrm>
            <a:off x="2700093" y="1441959"/>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 모습</a:t>
            </a:r>
            <a:endParaRPr lang="ko-KR" sz="2400" dirty="0"/>
          </a:p>
        </p:txBody>
      </p:sp>
      <p:sp>
        <p:nvSpPr>
          <p:cNvPr id="21" name="S09-label372"/>
          <p:cNvSpPr txBox="1"/>
          <p:nvPr/>
        </p:nvSpPr>
        <p:spPr>
          <a:xfrm>
            <a:off x="2700093" y="5720841"/>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 모습</a:t>
            </a:r>
            <a:endParaRPr lang="ko-KR" sz="2400" dirty="0"/>
          </a:p>
        </p:txBody>
      </p:sp>
      <p:sp>
        <p:nvSpPr>
          <p:cNvPr id="22" name="S09-card373"/>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4"/>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5"/>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6"/>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7"/>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8"/>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81"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514082" y="1898904"/>
            <a:ext cx="3050032" cy="1926336"/>
          </a:xfrm>
          <a:custGeom>
            <a:avLst/>
            <a:gdLst/>
            <a:ahLst/>
            <a:cxnLst/>
            <a:rect l="l" t="t" r="r" b="b"/>
            <a:pathLst>
              <a:path w="3050032" h="1926336">
                <a:moveTo>
                  <a:pt x="3050032" y="1324356"/>
                </a:moveTo>
                <a:lnTo>
                  <a:pt x="3026755" y="1094400"/>
                </a:lnTo>
                <a:lnTo>
                  <a:pt x="2958130" y="871266"/>
                </a:lnTo>
                <a:lnTo>
                  <a:pt x="2845760" y="662178"/>
                </a:lnTo>
                <a:lnTo>
                  <a:pt x="2693259" y="473156"/>
                </a:lnTo>
                <a:lnTo>
                  <a:pt x="2505441" y="309819"/>
                </a:lnTo>
                <a:lnTo>
                  <a:pt x="2287524" y="177383"/>
                </a:lnTo>
                <a:lnTo>
                  <a:pt x="2046732" y="79863"/>
                </a:lnTo>
                <a:lnTo>
                  <a:pt x="1789887" y="20066"/>
                </a:lnTo>
                <a:lnTo>
                  <a:pt x="1525016" y="0"/>
                </a:lnTo>
                <a:lnTo>
                  <a:pt x="1260145" y="20066"/>
                </a:lnTo>
                <a:lnTo>
                  <a:pt x="1003300" y="79863"/>
                </a:lnTo>
                <a:lnTo>
                  <a:pt x="762508" y="177383"/>
                </a:lnTo>
                <a:lnTo>
                  <a:pt x="544591" y="309819"/>
                </a:lnTo>
                <a:lnTo>
                  <a:pt x="356773" y="473156"/>
                </a:lnTo>
                <a:lnTo>
                  <a:pt x="204272" y="662178"/>
                </a:lnTo>
                <a:lnTo>
                  <a:pt x="91902" y="871266"/>
                </a:lnTo>
                <a:lnTo>
                  <a:pt x="23277" y="1094400"/>
                </a:lnTo>
                <a:lnTo>
                  <a:pt x="0" y="1324356"/>
                </a:lnTo>
                <a:lnTo>
                  <a:pt x="23277" y="1428699"/>
                </a:lnTo>
                <a:lnTo>
                  <a:pt x="91902" y="1530233"/>
                </a:lnTo>
                <a:lnTo>
                  <a:pt x="204272" y="1625346"/>
                </a:lnTo>
                <a:lnTo>
                  <a:pt x="356773" y="1711228"/>
                </a:lnTo>
                <a:lnTo>
                  <a:pt x="544591" y="1785473"/>
                </a:lnTo>
                <a:lnTo>
                  <a:pt x="762508" y="1845671"/>
                </a:lnTo>
                <a:lnTo>
                  <a:pt x="1003300" y="1890217"/>
                </a:lnTo>
                <a:lnTo>
                  <a:pt x="1260145" y="1917106"/>
                </a:lnTo>
                <a:lnTo>
                  <a:pt x="1525016" y="1926336"/>
                </a:lnTo>
                <a:lnTo>
                  <a:pt x="1789887" y="1917106"/>
                </a:lnTo>
                <a:lnTo>
                  <a:pt x="2046732" y="1890217"/>
                </a:lnTo>
                <a:lnTo>
                  <a:pt x="2287524" y="1845671"/>
                </a:lnTo>
                <a:lnTo>
                  <a:pt x="2505441" y="1785473"/>
                </a:lnTo>
                <a:lnTo>
                  <a:pt x="2693259" y="1711228"/>
                </a:lnTo>
                <a:lnTo>
                  <a:pt x="2845760" y="1625346"/>
                </a:lnTo>
                <a:lnTo>
                  <a:pt x="2958130" y="1530233"/>
                </a:lnTo>
                <a:lnTo>
                  <a:pt x="3026755" y="1428699"/>
                </a:lnTo>
                <a:close/>
              </a:path>
            </a:pathLst>
          </a:custGeom>
          <a:solidFill>
            <a:srgbClr val="D5ECC8"/>
          </a:solidFill>
          <a:ln w="25400">
            <a:solidFill>
              <a:srgbClr val="1F2937"/>
            </a:solidFill>
            <a:prstDash val="solid"/>
          </a:ln>
        </p:spPr>
      </p:sp>
      <p:sp>
        <p:nvSpPr>
          <p:cNvPr id="6" name="S10-mark382"/>
          <p:cNvSpPr/>
          <p:nvPr/>
        </p:nvSpPr>
        <p:spPr>
          <a:xfrm>
            <a:off x="7955534" y="2380488"/>
            <a:ext cx="2167128" cy="1244092"/>
          </a:xfrm>
          <a:custGeom>
            <a:avLst/>
            <a:gdLst/>
            <a:ahLst/>
            <a:cxnLst/>
            <a:rect l="l" t="t" r="r" b="b"/>
            <a:pathLst>
              <a:path w="2167128" h="1244092">
                <a:moveTo>
                  <a:pt x="2167128" y="842772"/>
                </a:moveTo>
                <a:lnTo>
                  <a:pt x="2150674" y="696290"/>
                </a:lnTo>
                <a:lnTo>
                  <a:pt x="2101713" y="554624"/>
                </a:lnTo>
                <a:lnTo>
                  <a:pt x="2021850" y="421386"/>
                </a:lnTo>
                <a:lnTo>
                  <a:pt x="1913494" y="300990"/>
                </a:lnTo>
                <a:lnTo>
                  <a:pt x="1780256" y="197048"/>
                </a:lnTo>
                <a:lnTo>
                  <a:pt x="1625346" y="112771"/>
                </a:lnTo>
                <a:lnTo>
                  <a:pt x="1453982" y="50968"/>
                </a:lnTo>
                <a:lnTo>
                  <a:pt x="1271783" y="12842"/>
                </a:lnTo>
                <a:lnTo>
                  <a:pt x="1083564" y="0"/>
                </a:lnTo>
                <a:lnTo>
                  <a:pt x="895345" y="12842"/>
                </a:lnTo>
                <a:lnTo>
                  <a:pt x="713146" y="50968"/>
                </a:lnTo>
                <a:lnTo>
                  <a:pt x="541782" y="112771"/>
                </a:lnTo>
                <a:lnTo>
                  <a:pt x="386872" y="197048"/>
                </a:lnTo>
                <a:lnTo>
                  <a:pt x="253634" y="300990"/>
                </a:lnTo>
                <a:lnTo>
                  <a:pt x="145278" y="421386"/>
                </a:lnTo>
                <a:lnTo>
                  <a:pt x="65415" y="554624"/>
                </a:lnTo>
                <a:lnTo>
                  <a:pt x="16454" y="696290"/>
                </a:lnTo>
                <a:lnTo>
                  <a:pt x="0" y="842772"/>
                </a:lnTo>
                <a:lnTo>
                  <a:pt x="16454" y="912602"/>
                </a:lnTo>
                <a:lnTo>
                  <a:pt x="65415" y="980023"/>
                </a:lnTo>
                <a:lnTo>
                  <a:pt x="145278" y="1043432"/>
                </a:lnTo>
                <a:lnTo>
                  <a:pt x="253634" y="1100821"/>
                </a:lnTo>
                <a:lnTo>
                  <a:pt x="386872" y="1150183"/>
                </a:lnTo>
                <a:lnTo>
                  <a:pt x="541782" y="1190315"/>
                </a:lnTo>
                <a:lnTo>
                  <a:pt x="713146" y="1220013"/>
                </a:lnTo>
                <a:lnTo>
                  <a:pt x="895345" y="1238072"/>
                </a:lnTo>
                <a:lnTo>
                  <a:pt x="1083564" y="1244092"/>
                </a:lnTo>
                <a:lnTo>
                  <a:pt x="1271783" y="1238072"/>
                </a:lnTo>
                <a:lnTo>
                  <a:pt x="1453982" y="1220013"/>
                </a:lnTo>
                <a:lnTo>
                  <a:pt x="1625346" y="1190315"/>
                </a:lnTo>
                <a:lnTo>
                  <a:pt x="1780256" y="1150183"/>
                </a:lnTo>
                <a:lnTo>
                  <a:pt x="1913494" y="1100821"/>
                </a:lnTo>
                <a:lnTo>
                  <a:pt x="2021850" y="1043432"/>
                </a:lnTo>
                <a:lnTo>
                  <a:pt x="2101713" y="980023"/>
                </a:lnTo>
                <a:lnTo>
                  <a:pt x="2150674" y="912602"/>
                </a:lnTo>
                <a:close/>
              </a:path>
            </a:pathLst>
          </a:custGeom>
          <a:solidFill>
            <a:srgbClr val="F3E6AE"/>
          </a:solidFill>
          <a:ln w="25400">
            <a:solidFill>
              <a:srgbClr val="1F2937"/>
            </a:solidFill>
            <a:prstDash val="solid"/>
          </a:ln>
        </p:spPr>
      </p:sp>
      <p:sp>
        <p:nvSpPr>
          <p:cNvPr id="7" name="S10-mark383"/>
          <p:cNvSpPr/>
          <p:nvPr/>
        </p:nvSpPr>
        <p:spPr>
          <a:xfrm>
            <a:off x="8437118" y="2821940"/>
            <a:ext cx="1203960" cy="601980"/>
          </a:xfrm>
          <a:custGeom>
            <a:avLst/>
            <a:gdLst/>
            <a:ahLst/>
            <a:cxnLst/>
            <a:rect l="l" t="t" r="r" b="b"/>
            <a:pathLst>
              <a:path w="1203960" h="601980">
                <a:moveTo>
                  <a:pt x="1203960" y="401320"/>
                </a:moveTo>
                <a:lnTo>
                  <a:pt x="1194730" y="331490"/>
                </a:lnTo>
                <a:lnTo>
                  <a:pt x="1167841" y="264069"/>
                </a:lnTo>
                <a:lnTo>
                  <a:pt x="1123295" y="200660"/>
                </a:lnTo>
                <a:lnTo>
                  <a:pt x="1063097" y="143271"/>
                </a:lnTo>
                <a:lnTo>
                  <a:pt x="988852" y="93909"/>
                </a:lnTo>
                <a:lnTo>
                  <a:pt x="902970" y="53777"/>
                </a:lnTo>
                <a:lnTo>
                  <a:pt x="807857" y="24079"/>
                </a:lnTo>
                <a:lnTo>
                  <a:pt x="706323" y="6020"/>
                </a:lnTo>
                <a:lnTo>
                  <a:pt x="601980" y="0"/>
                </a:lnTo>
                <a:lnTo>
                  <a:pt x="497637" y="6020"/>
                </a:lnTo>
                <a:lnTo>
                  <a:pt x="396103" y="24079"/>
                </a:lnTo>
                <a:lnTo>
                  <a:pt x="300990" y="53777"/>
                </a:lnTo>
                <a:lnTo>
                  <a:pt x="215108" y="93909"/>
                </a:lnTo>
                <a:lnTo>
                  <a:pt x="140863" y="143271"/>
                </a:lnTo>
                <a:lnTo>
                  <a:pt x="80665" y="200660"/>
                </a:lnTo>
                <a:lnTo>
                  <a:pt x="36119" y="264069"/>
                </a:lnTo>
                <a:lnTo>
                  <a:pt x="9230" y="331490"/>
                </a:lnTo>
                <a:lnTo>
                  <a:pt x="0" y="401320"/>
                </a:lnTo>
                <a:lnTo>
                  <a:pt x="9230" y="436235"/>
                </a:lnTo>
                <a:lnTo>
                  <a:pt x="36119" y="469946"/>
                </a:lnTo>
                <a:lnTo>
                  <a:pt x="80665" y="501650"/>
                </a:lnTo>
                <a:lnTo>
                  <a:pt x="140863" y="530144"/>
                </a:lnTo>
                <a:lnTo>
                  <a:pt x="215108" y="555026"/>
                </a:lnTo>
                <a:lnTo>
                  <a:pt x="300990" y="575092"/>
                </a:lnTo>
                <a:lnTo>
                  <a:pt x="396103" y="589940"/>
                </a:lnTo>
                <a:lnTo>
                  <a:pt x="497637" y="598769"/>
                </a:lnTo>
                <a:lnTo>
                  <a:pt x="601980" y="601980"/>
                </a:lnTo>
                <a:lnTo>
                  <a:pt x="706323" y="598769"/>
                </a:lnTo>
                <a:lnTo>
                  <a:pt x="807857" y="589940"/>
                </a:lnTo>
                <a:lnTo>
                  <a:pt x="902970" y="575092"/>
                </a:lnTo>
                <a:lnTo>
                  <a:pt x="988852" y="555026"/>
                </a:lnTo>
                <a:lnTo>
                  <a:pt x="1063097" y="530144"/>
                </a:lnTo>
                <a:lnTo>
                  <a:pt x="1123295" y="501650"/>
                </a:lnTo>
                <a:lnTo>
                  <a:pt x="1167841" y="469946"/>
                </a:lnTo>
                <a:lnTo>
                  <a:pt x="1194730" y="436235"/>
                </a:lnTo>
                <a:close/>
              </a:path>
            </a:pathLst>
          </a:custGeom>
          <a:solidFill>
            <a:srgbClr val="E6C097"/>
          </a:solidFill>
          <a:ln w="25400">
            <a:solidFill>
              <a:srgbClr val="1F2937"/>
            </a:solidFill>
            <a:prstDash val="solid"/>
          </a:ln>
        </p:spPr>
      </p:sp>
      <p:sp>
        <p:nvSpPr>
          <p:cNvPr id="8" name="S10-mark384"/>
          <p:cNvSpPr/>
          <p:nvPr/>
        </p:nvSpPr>
        <p:spPr>
          <a:xfrm>
            <a:off x="8939972" y="3130555"/>
            <a:ext cx="198252" cy="172166"/>
          </a:xfrm>
          <a:custGeom>
            <a:avLst/>
            <a:gdLst/>
            <a:ahLst/>
            <a:cxnLst/>
            <a:rect l="l" t="t" r="r" b="b"/>
            <a:pathLst>
              <a:path w="198252" h="172166">
                <a:moveTo>
                  <a:pt x="0" y="172166"/>
                </a:moveTo>
                <a:lnTo>
                  <a:pt x="198252" y="172166"/>
                </a:lnTo>
                <a:lnTo>
                  <a:pt x="99126" y="0"/>
                </a:lnTo>
                <a:close/>
              </a:path>
            </a:pathLst>
          </a:custGeom>
          <a:solidFill>
            <a:srgbClr val="8B5E3C"/>
          </a:solidFill>
          <a:ln w="15875">
            <a:solidFill>
              <a:srgbClr val="1F2937"/>
            </a:solidFill>
            <a:prstDash val="solid"/>
          </a:ln>
        </p:spPr>
      </p:sp>
      <p:sp>
        <p:nvSpPr>
          <p:cNvPr id="9" name="S10-mark385"/>
          <p:cNvSpPr/>
          <p:nvPr/>
        </p:nvSpPr>
        <p:spPr>
          <a:xfrm>
            <a:off x="7554214" y="1818640"/>
            <a:ext cx="1324356" cy="1304290"/>
          </a:xfrm>
          <a:custGeom>
            <a:avLst/>
            <a:gdLst/>
            <a:ahLst/>
            <a:cxnLst/>
            <a:rect l="l" t="t" r="r" b="b"/>
            <a:pathLst>
              <a:path w="1324356" h="1304290">
                <a:moveTo>
                  <a:pt x="0" y="0"/>
                </a:moveTo>
                <a:lnTo>
                  <a:pt x="642112" y="481584"/>
                </a:lnTo>
                <a:lnTo>
                  <a:pt x="1324356" y="1304290"/>
                </a:lnTo>
              </a:path>
            </a:pathLst>
          </a:custGeom>
          <a:noFill/>
          <a:ln w="44450">
            <a:solidFill>
              <a:srgbClr val="C8434E"/>
            </a:solidFill>
            <a:prstDash val="dash"/>
          </a:ln>
        </p:spPr>
      </p:sp>
      <p:sp>
        <p:nvSpPr>
          <p:cNvPr id="10" name="S10-mark386"/>
          <p:cNvSpPr/>
          <p:nvPr/>
        </p:nvSpPr>
        <p:spPr>
          <a:xfrm>
            <a:off x="9079230" y="3363722"/>
            <a:ext cx="321056" cy="1264158"/>
          </a:xfrm>
          <a:custGeom>
            <a:avLst/>
            <a:gdLst/>
            <a:ahLst/>
            <a:cxnLst/>
            <a:rect l="l" t="t" r="r" b="b"/>
            <a:pathLst>
              <a:path w="321056" h="1264158">
                <a:moveTo>
                  <a:pt x="321056" y="1264158"/>
                </a:moveTo>
                <a:lnTo>
                  <a:pt x="180594" y="622046"/>
                </a:lnTo>
                <a:lnTo>
                  <a:pt x="0" y="0"/>
                </a:lnTo>
              </a:path>
            </a:pathLst>
          </a:custGeom>
          <a:noFill/>
          <a:ln w="44450">
            <a:solidFill>
              <a:srgbClr val="C8434E"/>
            </a:solidFill>
            <a:prstDash val="dash"/>
          </a:ln>
        </p:spPr>
      </p:sp>
      <p:sp>
        <p:nvSpPr>
          <p:cNvPr id="11" name="S10-labelbg388"/>
          <p:cNvSpPr/>
          <p:nvPr/>
        </p:nvSpPr>
        <p:spPr>
          <a:xfrm>
            <a:off x="7195058" y="1485646"/>
            <a:ext cx="316992" cy="304800"/>
          </a:xfrm>
          <a:prstGeom prst="rect">
            <a:avLst/>
          </a:prstGeom>
          <a:solidFill>
            <a:srgbClr val="FFFFFF"/>
          </a:solidFill>
          <a:ln/>
        </p:spPr>
      </p:sp>
      <p:sp>
        <p:nvSpPr>
          <p:cNvPr id="12" name="S10-label389"/>
          <p:cNvSpPr txBox="1"/>
          <p:nvPr/>
        </p:nvSpPr>
        <p:spPr>
          <a:xfrm>
            <a:off x="7149338" y="14475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91"/>
          <p:cNvSpPr/>
          <p:nvPr/>
        </p:nvSpPr>
        <p:spPr>
          <a:xfrm>
            <a:off x="9442450" y="4656074"/>
            <a:ext cx="316992" cy="304800"/>
          </a:xfrm>
          <a:prstGeom prst="rect">
            <a:avLst/>
          </a:prstGeom>
          <a:solidFill>
            <a:srgbClr val="FFFFFF"/>
          </a:solidFill>
          <a:ln/>
        </p:spPr>
      </p:sp>
      <p:sp>
        <p:nvSpPr>
          <p:cNvPr id="14" name="S10-label392"/>
          <p:cNvSpPr txBox="1"/>
          <p:nvPr/>
        </p:nvSpPr>
        <p:spPr>
          <a:xfrm>
            <a:off x="9396730" y="461797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4"/>
          <p:cNvSpPr/>
          <p:nvPr/>
        </p:nvSpPr>
        <p:spPr>
          <a:xfrm>
            <a:off x="9708627" y="2056323"/>
            <a:ext cx="621792" cy="304800"/>
          </a:xfrm>
          <a:prstGeom prst="rect">
            <a:avLst/>
          </a:prstGeom>
          <a:solidFill>
            <a:srgbClr val="FFFFFF"/>
          </a:solidFill>
          <a:ln/>
        </p:spPr>
      </p:sp>
      <p:sp>
        <p:nvSpPr>
          <p:cNvPr id="16" name="S10-label395"/>
          <p:cNvSpPr txBox="1"/>
          <p:nvPr/>
        </p:nvSpPr>
        <p:spPr>
          <a:xfrm>
            <a:off x="9662907" y="2018223"/>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7"/>
          <p:cNvSpPr/>
          <p:nvPr/>
        </p:nvSpPr>
        <p:spPr>
          <a:xfrm>
            <a:off x="9424894" y="2425136"/>
            <a:ext cx="621792" cy="304800"/>
          </a:xfrm>
          <a:prstGeom prst="rect">
            <a:avLst/>
          </a:prstGeom>
          <a:solidFill>
            <a:srgbClr val="FFFFFF"/>
          </a:solidFill>
          <a:ln/>
        </p:spPr>
      </p:sp>
      <p:sp>
        <p:nvSpPr>
          <p:cNvPr id="18" name="S10-label398"/>
          <p:cNvSpPr txBox="1"/>
          <p:nvPr/>
        </p:nvSpPr>
        <p:spPr>
          <a:xfrm>
            <a:off x="9379174" y="2387036"/>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400"/>
          <p:cNvSpPr/>
          <p:nvPr/>
        </p:nvSpPr>
        <p:spPr>
          <a:xfrm>
            <a:off x="9115074" y="2763449"/>
            <a:ext cx="621792" cy="304800"/>
          </a:xfrm>
          <a:prstGeom prst="rect">
            <a:avLst/>
          </a:prstGeom>
          <a:solidFill>
            <a:srgbClr val="FFFFFF"/>
          </a:solidFill>
          <a:ln/>
        </p:spPr>
      </p:sp>
      <p:sp>
        <p:nvSpPr>
          <p:cNvPr id="20" name="S10-label401"/>
          <p:cNvSpPr txBox="1"/>
          <p:nvPr/>
        </p:nvSpPr>
        <p:spPr>
          <a:xfrm>
            <a:off x="9069354" y="272534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2"/>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3"/>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4"/>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5"/>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6"/>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7"/>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8"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9"/>
          <p:cNvSpPr/>
          <p:nvPr/>
        </p:nvSpPr>
        <p:spPr>
          <a:xfrm>
            <a:off x="6690540"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10"/>
          <p:cNvSpPr/>
          <p:nvPr/>
        </p:nvSpPr>
        <p:spPr>
          <a:xfrm>
            <a:off x="7012284"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11"/>
          <p:cNvSpPr/>
          <p:nvPr/>
        </p:nvSpPr>
        <p:spPr>
          <a:xfrm>
            <a:off x="733402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2"/>
          <p:cNvSpPr/>
          <p:nvPr/>
        </p:nvSpPr>
        <p:spPr>
          <a:xfrm>
            <a:off x="765577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3"/>
          <p:cNvSpPr/>
          <p:nvPr/>
        </p:nvSpPr>
        <p:spPr>
          <a:xfrm>
            <a:off x="797751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4"/>
          <p:cNvSpPr/>
          <p:nvPr/>
        </p:nvSpPr>
        <p:spPr>
          <a:xfrm>
            <a:off x="8299259"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5"/>
          <p:cNvSpPr/>
          <p:nvPr/>
        </p:nvSpPr>
        <p:spPr>
          <a:xfrm>
            <a:off x="8621003"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6"/>
          <p:cNvSpPr/>
          <p:nvPr/>
        </p:nvSpPr>
        <p:spPr>
          <a:xfrm>
            <a:off x="8942747"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7"/>
          <p:cNvSpPr/>
          <p:nvPr/>
        </p:nvSpPr>
        <p:spPr>
          <a:xfrm>
            <a:off x="926449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8"/>
          <p:cNvSpPr/>
          <p:nvPr/>
        </p:nvSpPr>
        <p:spPr>
          <a:xfrm>
            <a:off x="958623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9"/>
          <p:cNvSpPr/>
          <p:nvPr/>
        </p:nvSpPr>
        <p:spPr>
          <a:xfrm>
            <a:off x="990797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20"/>
          <p:cNvSpPr/>
          <p:nvPr/>
        </p:nvSpPr>
        <p:spPr>
          <a:xfrm>
            <a:off x="6368796" y="484813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21"/>
          <p:cNvSpPr/>
          <p:nvPr/>
        </p:nvSpPr>
        <p:spPr>
          <a:xfrm>
            <a:off x="6368796" y="452638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2"/>
          <p:cNvSpPr/>
          <p:nvPr/>
        </p:nvSpPr>
        <p:spPr>
          <a:xfrm>
            <a:off x="6368796" y="420464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3"/>
          <p:cNvSpPr/>
          <p:nvPr/>
        </p:nvSpPr>
        <p:spPr>
          <a:xfrm>
            <a:off x="6368796" y="38829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4"/>
          <p:cNvSpPr/>
          <p:nvPr/>
        </p:nvSpPr>
        <p:spPr>
          <a:xfrm>
            <a:off x="6368796" y="35611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5"/>
          <p:cNvSpPr/>
          <p:nvPr/>
        </p:nvSpPr>
        <p:spPr>
          <a:xfrm>
            <a:off x="6368796" y="32394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6"/>
          <p:cNvSpPr/>
          <p:nvPr/>
        </p:nvSpPr>
        <p:spPr>
          <a:xfrm>
            <a:off x="6368796" y="29176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7"/>
          <p:cNvSpPr/>
          <p:nvPr/>
        </p:nvSpPr>
        <p:spPr>
          <a:xfrm>
            <a:off x="6368796" y="259592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8"/>
          <p:cNvSpPr/>
          <p:nvPr/>
        </p:nvSpPr>
        <p:spPr>
          <a:xfrm>
            <a:off x="6368796" y="227418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9"/>
          <p:cNvSpPr/>
          <p:nvPr/>
        </p:nvSpPr>
        <p:spPr>
          <a:xfrm>
            <a:off x="8974921" y="227418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30"/>
          <p:cNvSpPr/>
          <p:nvPr/>
        </p:nvSpPr>
        <p:spPr>
          <a:xfrm>
            <a:off x="6368796" y="372203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31"/>
          <p:cNvSpPr/>
          <p:nvPr/>
        </p:nvSpPr>
        <p:spPr>
          <a:xfrm>
            <a:off x="7816643" y="227418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2"/>
          <p:cNvSpPr/>
          <p:nvPr/>
        </p:nvSpPr>
        <p:spPr>
          <a:xfrm>
            <a:off x="6368796" y="227418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3"/>
          <p:cNvSpPr/>
          <p:nvPr/>
        </p:nvSpPr>
        <p:spPr>
          <a:xfrm>
            <a:off x="6867499" y="246079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4"/>
          <p:cNvSpPr/>
          <p:nvPr/>
        </p:nvSpPr>
        <p:spPr>
          <a:xfrm>
            <a:off x="6915761" y="309462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5"/>
          <p:cNvSpPr/>
          <p:nvPr/>
        </p:nvSpPr>
        <p:spPr>
          <a:xfrm>
            <a:off x="6896456" y="309462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6"/>
          <p:cNvSpPr/>
          <p:nvPr/>
        </p:nvSpPr>
        <p:spPr>
          <a:xfrm>
            <a:off x="8151257" y="313645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7"/>
          <p:cNvSpPr/>
          <p:nvPr/>
        </p:nvSpPr>
        <p:spPr>
          <a:xfrm>
            <a:off x="8299259" y="313645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8"/>
          <p:cNvSpPr/>
          <p:nvPr/>
        </p:nvSpPr>
        <p:spPr>
          <a:xfrm>
            <a:off x="6992979" y="422073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9"/>
          <p:cNvSpPr/>
          <p:nvPr/>
        </p:nvSpPr>
        <p:spPr>
          <a:xfrm>
            <a:off x="6906108" y="405986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40"/>
          <p:cNvSpPr/>
          <p:nvPr/>
        </p:nvSpPr>
        <p:spPr>
          <a:xfrm>
            <a:off x="8170562" y="407594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41"/>
          <p:cNvSpPr/>
          <p:nvPr/>
        </p:nvSpPr>
        <p:spPr>
          <a:xfrm>
            <a:off x="8276737" y="411777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2"/>
          <p:cNvSpPr/>
          <p:nvPr/>
        </p:nvSpPr>
        <p:spPr>
          <a:xfrm>
            <a:off x="8212388" y="418212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3"/>
          <p:cNvSpPr/>
          <p:nvPr/>
        </p:nvSpPr>
        <p:spPr>
          <a:xfrm>
            <a:off x="9470407" y="310428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4"/>
          <p:cNvSpPr/>
          <p:nvPr/>
        </p:nvSpPr>
        <p:spPr>
          <a:xfrm>
            <a:off x="10195939" y="249039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5"/>
          <p:cNvSpPr/>
          <p:nvPr/>
        </p:nvSpPr>
        <p:spPr>
          <a:xfrm>
            <a:off x="10239375" y="286136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6"/>
          <p:cNvSpPr/>
          <p:nvPr/>
        </p:nvSpPr>
        <p:spPr>
          <a:xfrm>
            <a:off x="10222000" y="286136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7"/>
          <p:cNvSpPr/>
          <p:nvPr/>
        </p:nvSpPr>
        <p:spPr>
          <a:xfrm>
            <a:off x="10193043" y="327866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8"/>
          <p:cNvSpPr/>
          <p:nvPr/>
        </p:nvSpPr>
        <p:spPr>
          <a:xfrm>
            <a:off x="10326245" y="327866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9"/>
          <p:cNvSpPr/>
          <p:nvPr/>
        </p:nvSpPr>
        <p:spPr>
          <a:xfrm>
            <a:off x="10210418" y="363515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50"/>
          <p:cNvSpPr/>
          <p:nvPr/>
        </p:nvSpPr>
        <p:spPr>
          <a:xfrm>
            <a:off x="10305976" y="367280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51"/>
          <p:cNvSpPr/>
          <p:nvPr/>
        </p:nvSpPr>
        <p:spPr>
          <a:xfrm>
            <a:off x="10248062" y="373071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2"/>
          <p:cNvSpPr/>
          <p:nvPr/>
        </p:nvSpPr>
        <p:spPr>
          <a:xfrm>
            <a:off x="10308871" y="414512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3"/>
          <p:cNvSpPr/>
          <p:nvPr/>
        </p:nvSpPr>
        <p:spPr>
          <a:xfrm>
            <a:off x="10230687" y="400033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4"/>
          <p:cNvSpPr/>
          <p:nvPr/>
        </p:nvSpPr>
        <p:spPr>
          <a:xfrm>
            <a:off x="10222000" y="438868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5"/>
          <p:cNvSpPr/>
          <p:nvPr/>
        </p:nvSpPr>
        <p:spPr>
          <a:xfrm>
            <a:off x="10133199" y="208113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1" name="S11-mark456"/>
          <p:cNvSpPr/>
          <p:nvPr/>
        </p:nvSpPr>
        <p:spPr>
          <a:xfrm>
            <a:off x="10133199" y="240288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7"/>
          <p:cNvSpPr/>
          <p:nvPr/>
        </p:nvSpPr>
        <p:spPr>
          <a:xfrm flipV="1">
            <a:off x="9586235" y="2660275"/>
            <a:ext cx="0" cy="321744"/>
          </a:xfrm>
          <a:prstGeom prst="line">
            <a:avLst/>
          </a:prstGeom>
          <a:noFill/>
          <a:ln w="31750">
            <a:solidFill>
              <a:srgbClr val="1F2937"/>
            </a:solidFill>
            <a:prstDash val="solid"/>
            <a:tailEnd type="triangle"/>
          </a:ln>
        </p:spPr>
      </p:sp>
      <p:sp>
        <p:nvSpPr>
          <p:cNvPr id="53" name="S11-mark458"/>
          <p:cNvSpPr/>
          <p:nvPr/>
        </p:nvSpPr>
        <p:spPr>
          <a:xfrm>
            <a:off x="9473624" y="2821147"/>
            <a:ext cx="225221" cy="0"/>
          </a:xfrm>
          <a:prstGeom prst="line">
            <a:avLst/>
          </a:prstGeom>
          <a:noFill/>
          <a:ln w="25400">
            <a:solidFill>
              <a:srgbClr val="1F2937"/>
            </a:solidFill>
            <a:prstDash val="solid"/>
          </a:ln>
        </p:spPr>
      </p:sp>
      <p:sp>
        <p:nvSpPr>
          <p:cNvPr id="54" name="S11-mark459"/>
          <p:cNvSpPr/>
          <p:nvPr/>
        </p:nvSpPr>
        <p:spPr>
          <a:xfrm>
            <a:off x="6368796" y="5089441"/>
            <a:ext cx="321744" cy="0"/>
          </a:xfrm>
          <a:prstGeom prst="line">
            <a:avLst/>
          </a:prstGeom>
          <a:noFill/>
          <a:ln w="38100">
            <a:solidFill>
              <a:srgbClr val="1F2937"/>
            </a:solidFill>
            <a:prstDash val="solid"/>
          </a:ln>
        </p:spPr>
      </p:sp>
      <p:sp>
        <p:nvSpPr>
          <p:cNvPr id="55" name="S11-mark460"/>
          <p:cNvSpPr/>
          <p:nvPr/>
        </p:nvSpPr>
        <p:spPr>
          <a:xfrm>
            <a:off x="6368796" y="5018657"/>
            <a:ext cx="0" cy="141567"/>
          </a:xfrm>
          <a:prstGeom prst="line">
            <a:avLst/>
          </a:prstGeom>
          <a:noFill/>
          <a:ln w="25400">
            <a:solidFill>
              <a:srgbClr val="1F2937"/>
            </a:solidFill>
            <a:prstDash val="solid"/>
          </a:ln>
        </p:spPr>
      </p:sp>
      <p:sp>
        <p:nvSpPr>
          <p:cNvPr id="56" name="S11-mark461"/>
          <p:cNvSpPr/>
          <p:nvPr/>
        </p:nvSpPr>
        <p:spPr>
          <a:xfrm>
            <a:off x="6690540" y="5018657"/>
            <a:ext cx="0" cy="141567"/>
          </a:xfrm>
          <a:prstGeom prst="line">
            <a:avLst/>
          </a:prstGeom>
          <a:noFill/>
          <a:ln w="25400">
            <a:solidFill>
              <a:srgbClr val="1F2937"/>
            </a:solidFill>
            <a:prstDash val="solid"/>
          </a:ln>
        </p:spPr>
      </p:sp>
      <p:sp>
        <p:nvSpPr>
          <p:cNvPr id="57" name="S11-mark462"/>
          <p:cNvSpPr/>
          <p:nvPr/>
        </p:nvSpPr>
        <p:spPr>
          <a:xfrm>
            <a:off x="10181461" y="4889960"/>
            <a:ext cx="289569" cy="0"/>
          </a:xfrm>
          <a:prstGeom prst="line">
            <a:avLst/>
          </a:prstGeom>
          <a:noFill/>
          <a:ln w="88900">
            <a:solidFill>
              <a:srgbClr val="A3AAB4"/>
            </a:solidFill>
            <a:prstDash val="solid"/>
          </a:ln>
        </p:spPr>
      </p:sp>
      <p:sp>
        <p:nvSpPr>
          <p:cNvPr id="58" name="S11-mark463"/>
          <p:cNvSpPr/>
          <p:nvPr/>
        </p:nvSpPr>
        <p:spPr>
          <a:xfrm>
            <a:off x="10181461" y="5269618"/>
            <a:ext cx="289569" cy="0"/>
          </a:xfrm>
          <a:prstGeom prst="line">
            <a:avLst/>
          </a:prstGeom>
          <a:noFill/>
          <a:ln w="88900">
            <a:solidFill>
              <a:srgbClr val="4A90C8"/>
            </a:solidFill>
            <a:prstDash val="solid"/>
          </a:ln>
        </p:spPr>
      </p:sp>
      <p:sp>
        <p:nvSpPr>
          <p:cNvPr id="59" name="S11-label465"/>
          <p:cNvSpPr txBox="1"/>
          <p:nvPr/>
        </p:nvSpPr>
        <p:spPr>
          <a:xfrm>
            <a:off x="9382019" y="229281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7"/>
          <p:cNvSpPr txBox="1"/>
          <p:nvPr/>
        </p:nvSpPr>
        <p:spPr>
          <a:xfrm>
            <a:off x="6694757" y="489894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9"/>
          <p:cNvSpPr txBox="1"/>
          <p:nvPr/>
        </p:nvSpPr>
        <p:spPr>
          <a:xfrm>
            <a:off x="10487468" y="20515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71"/>
          <p:cNvSpPr txBox="1"/>
          <p:nvPr/>
        </p:nvSpPr>
        <p:spPr>
          <a:xfrm>
            <a:off x="10481417" y="2421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3"/>
          <p:cNvSpPr txBox="1"/>
          <p:nvPr/>
        </p:nvSpPr>
        <p:spPr>
          <a:xfrm>
            <a:off x="10481998" y="280117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5"/>
          <p:cNvSpPr txBox="1"/>
          <p:nvPr/>
        </p:nvSpPr>
        <p:spPr>
          <a:xfrm>
            <a:off x="10482900" y="318082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7"/>
          <p:cNvSpPr txBox="1"/>
          <p:nvPr/>
        </p:nvSpPr>
        <p:spPr>
          <a:xfrm>
            <a:off x="10481998" y="356048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9"/>
          <p:cNvSpPr txBox="1"/>
          <p:nvPr/>
        </p:nvSpPr>
        <p:spPr>
          <a:xfrm>
            <a:off x="10481998" y="394014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81"/>
          <p:cNvSpPr txBox="1"/>
          <p:nvPr/>
        </p:nvSpPr>
        <p:spPr>
          <a:xfrm>
            <a:off x="10481417" y="431980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3"/>
          <p:cNvSpPr txBox="1"/>
          <p:nvPr/>
        </p:nvSpPr>
        <p:spPr>
          <a:xfrm>
            <a:off x="10481998" y="469946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5"/>
          <p:cNvSpPr txBox="1"/>
          <p:nvPr/>
        </p:nvSpPr>
        <p:spPr>
          <a:xfrm>
            <a:off x="10481998" y="50791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9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9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492"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496748" y="2320539"/>
            <a:ext cx="3895134" cy="2822561"/>
          </a:xfrm>
          <a:custGeom>
            <a:avLst/>
            <a:gdLst/>
            <a:ahLst/>
            <a:cxnLst/>
            <a:rect l="l" t="t" r="r" b="b"/>
            <a:pathLst>
              <a:path w="3895134" h="2822561">
                <a:moveTo>
                  <a:pt x="3895134" y="1411280"/>
                </a:moveTo>
                <a:lnTo>
                  <a:pt x="3852231" y="1166282"/>
                </a:lnTo>
                <a:lnTo>
                  <a:pt x="3724651" y="928622"/>
                </a:lnTo>
                <a:lnTo>
                  <a:pt x="3516910" y="705640"/>
                </a:lnTo>
                <a:lnTo>
                  <a:pt x="3234654" y="504109"/>
                </a:lnTo>
                <a:lnTo>
                  <a:pt x="2886915" y="330240"/>
                </a:lnTo>
                <a:lnTo>
                  <a:pt x="2483853" y="189112"/>
                </a:lnTo>
                <a:lnTo>
                  <a:pt x="2037889" y="85241"/>
                </a:lnTo>
                <a:lnTo>
                  <a:pt x="1562570" y="21451"/>
                </a:lnTo>
                <a:lnTo>
                  <a:pt x="1072573" y="0"/>
                </a:lnTo>
                <a:lnTo>
                  <a:pt x="886284" y="21451"/>
                </a:lnTo>
                <a:lnTo>
                  <a:pt x="705640" y="85241"/>
                </a:lnTo>
                <a:lnTo>
                  <a:pt x="536287" y="189112"/>
                </a:lnTo>
                <a:lnTo>
                  <a:pt x="383304" y="330240"/>
                </a:lnTo>
                <a:lnTo>
                  <a:pt x="251208" y="504109"/>
                </a:lnTo>
                <a:lnTo>
                  <a:pt x="143951" y="705640"/>
                </a:lnTo>
                <a:lnTo>
                  <a:pt x="64919" y="928622"/>
                </a:lnTo>
                <a:lnTo>
                  <a:pt x="16371" y="1166282"/>
                </a:lnTo>
                <a:lnTo>
                  <a:pt x="0" y="1411280"/>
                </a:lnTo>
                <a:lnTo>
                  <a:pt x="16371" y="1656279"/>
                </a:lnTo>
                <a:lnTo>
                  <a:pt x="64919" y="1893938"/>
                </a:lnTo>
                <a:lnTo>
                  <a:pt x="143951" y="2116920"/>
                </a:lnTo>
                <a:lnTo>
                  <a:pt x="251208" y="2318451"/>
                </a:lnTo>
                <a:lnTo>
                  <a:pt x="383304" y="2492321"/>
                </a:lnTo>
                <a:lnTo>
                  <a:pt x="536287" y="2633449"/>
                </a:lnTo>
                <a:lnTo>
                  <a:pt x="705640" y="2737319"/>
                </a:lnTo>
                <a:lnTo>
                  <a:pt x="886284" y="2801109"/>
                </a:lnTo>
                <a:lnTo>
                  <a:pt x="1072573" y="2822561"/>
                </a:lnTo>
                <a:lnTo>
                  <a:pt x="1562570" y="2801109"/>
                </a:lnTo>
                <a:lnTo>
                  <a:pt x="2037889" y="2737319"/>
                </a:lnTo>
                <a:lnTo>
                  <a:pt x="2483853" y="2633449"/>
                </a:lnTo>
                <a:lnTo>
                  <a:pt x="2886915" y="2492321"/>
                </a:lnTo>
                <a:lnTo>
                  <a:pt x="3234654" y="2318451"/>
                </a:lnTo>
                <a:lnTo>
                  <a:pt x="3516910" y="2116920"/>
                </a:lnTo>
                <a:lnTo>
                  <a:pt x="3724651" y="1893938"/>
                </a:lnTo>
                <a:lnTo>
                  <a:pt x="3852231" y="1656279"/>
                </a:lnTo>
                <a:close/>
              </a:path>
            </a:pathLst>
          </a:custGeom>
          <a:solidFill>
            <a:srgbClr val="D5ECC8"/>
          </a:solidFill>
          <a:ln w="25400">
            <a:solidFill>
              <a:srgbClr val="1F2937"/>
            </a:solidFill>
            <a:prstDash val="solid"/>
          </a:ln>
        </p:spPr>
      </p:sp>
      <p:sp>
        <p:nvSpPr>
          <p:cNvPr id="4" name="S13-mark493"/>
          <p:cNvSpPr/>
          <p:nvPr/>
        </p:nvSpPr>
        <p:spPr>
          <a:xfrm>
            <a:off x="7863681" y="2772149"/>
            <a:ext cx="2624981" cy="1919341"/>
          </a:xfrm>
          <a:custGeom>
            <a:avLst/>
            <a:gdLst/>
            <a:ahLst/>
            <a:cxnLst/>
            <a:rect l="l" t="t" r="r" b="b"/>
            <a:pathLst>
              <a:path w="2624981" h="1919341">
                <a:moveTo>
                  <a:pt x="2624981" y="959671"/>
                </a:moveTo>
                <a:lnTo>
                  <a:pt x="2595627" y="793140"/>
                </a:lnTo>
                <a:lnTo>
                  <a:pt x="2509256" y="631689"/>
                </a:lnTo>
                <a:lnTo>
                  <a:pt x="2367564" y="479835"/>
                </a:lnTo>
                <a:lnTo>
                  <a:pt x="2176194" y="342659"/>
                </a:lnTo>
                <a:lnTo>
                  <a:pt x="1939099" y="224676"/>
                </a:lnTo>
                <a:lnTo>
                  <a:pt x="1665311" y="128709"/>
                </a:lnTo>
                <a:lnTo>
                  <a:pt x="1362168" y="58145"/>
                </a:lnTo>
                <a:lnTo>
                  <a:pt x="1038702" y="14677"/>
                </a:lnTo>
                <a:lnTo>
                  <a:pt x="705640" y="0"/>
                </a:lnTo>
                <a:lnTo>
                  <a:pt x="583141" y="14677"/>
                </a:lnTo>
                <a:lnTo>
                  <a:pt x="464029" y="58145"/>
                </a:lnTo>
                <a:lnTo>
                  <a:pt x="352820" y="128709"/>
                </a:lnTo>
                <a:lnTo>
                  <a:pt x="252337" y="224676"/>
                </a:lnTo>
                <a:lnTo>
                  <a:pt x="164838" y="342659"/>
                </a:lnTo>
                <a:lnTo>
                  <a:pt x="94274" y="479835"/>
                </a:lnTo>
                <a:lnTo>
                  <a:pt x="42338" y="631689"/>
                </a:lnTo>
                <a:lnTo>
                  <a:pt x="10726" y="793140"/>
                </a:lnTo>
                <a:lnTo>
                  <a:pt x="0" y="959671"/>
                </a:lnTo>
                <a:lnTo>
                  <a:pt x="10726" y="1126202"/>
                </a:lnTo>
                <a:lnTo>
                  <a:pt x="42338" y="1287652"/>
                </a:lnTo>
                <a:lnTo>
                  <a:pt x="94274" y="1439506"/>
                </a:lnTo>
                <a:lnTo>
                  <a:pt x="164838" y="1576682"/>
                </a:lnTo>
                <a:lnTo>
                  <a:pt x="252337" y="1694665"/>
                </a:lnTo>
                <a:lnTo>
                  <a:pt x="352820" y="1790632"/>
                </a:lnTo>
                <a:lnTo>
                  <a:pt x="464029" y="1861196"/>
                </a:lnTo>
                <a:lnTo>
                  <a:pt x="583141" y="1904664"/>
                </a:lnTo>
                <a:lnTo>
                  <a:pt x="705640" y="1919341"/>
                </a:lnTo>
                <a:lnTo>
                  <a:pt x="1038702" y="1904664"/>
                </a:lnTo>
                <a:lnTo>
                  <a:pt x="1362168" y="1861196"/>
                </a:lnTo>
                <a:lnTo>
                  <a:pt x="1665311" y="1790632"/>
                </a:lnTo>
                <a:lnTo>
                  <a:pt x="1939099" y="1694665"/>
                </a:lnTo>
                <a:lnTo>
                  <a:pt x="2176194" y="1576682"/>
                </a:lnTo>
                <a:lnTo>
                  <a:pt x="2367564" y="1439506"/>
                </a:lnTo>
                <a:lnTo>
                  <a:pt x="2509256" y="1287652"/>
                </a:lnTo>
                <a:lnTo>
                  <a:pt x="2595627" y="1126202"/>
                </a:lnTo>
                <a:close/>
              </a:path>
            </a:pathLst>
          </a:custGeom>
          <a:solidFill>
            <a:srgbClr val="F3E6AE"/>
          </a:solidFill>
          <a:ln w="25400">
            <a:solidFill>
              <a:srgbClr val="1F2937"/>
            </a:solidFill>
            <a:prstDash val="solid"/>
          </a:ln>
        </p:spPr>
      </p:sp>
      <p:sp>
        <p:nvSpPr>
          <p:cNvPr id="5" name="S13-mark494"/>
          <p:cNvSpPr/>
          <p:nvPr/>
        </p:nvSpPr>
        <p:spPr>
          <a:xfrm>
            <a:off x="8230613" y="3223759"/>
            <a:ext cx="1354829" cy="1016122"/>
          </a:xfrm>
          <a:custGeom>
            <a:avLst/>
            <a:gdLst/>
            <a:ahLst/>
            <a:cxnLst/>
            <a:rect l="l" t="t" r="r" b="b"/>
            <a:pathLst>
              <a:path w="1354829" h="1016122">
                <a:moveTo>
                  <a:pt x="1354829" y="508061"/>
                </a:moveTo>
                <a:lnTo>
                  <a:pt x="1339587" y="419997"/>
                </a:lnTo>
                <a:lnTo>
                  <a:pt x="1293297" y="334191"/>
                </a:lnTo>
                <a:lnTo>
                  <a:pt x="1218782" y="254030"/>
                </a:lnTo>
                <a:lnTo>
                  <a:pt x="1117169" y="181208"/>
                </a:lnTo>
                <a:lnTo>
                  <a:pt x="991848" y="119112"/>
                </a:lnTo>
                <a:lnTo>
                  <a:pt x="846768" y="68306"/>
                </a:lnTo>
                <a:lnTo>
                  <a:pt x="686447" y="30484"/>
                </a:lnTo>
                <a:lnTo>
                  <a:pt x="515400" y="7903"/>
                </a:lnTo>
                <a:lnTo>
                  <a:pt x="338707" y="0"/>
                </a:lnTo>
                <a:lnTo>
                  <a:pt x="279998" y="7903"/>
                </a:lnTo>
                <a:lnTo>
                  <a:pt x="222982" y="30484"/>
                </a:lnTo>
                <a:lnTo>
                  <a:pt x="169354" y="68306"/>
                </a:lnTo>
                <a:lnTo>
                  <a:pt x="120806" y="119112"/>
                </a:lnTo>
                <a:lnTo>
                  <a:pt x="79032" y="181208"/>
                </a:lnTo>
                <a:lnTo>
                  <a:pt x="45161" y="254030"/>
                </a:lnTo>
                <a:lnTo>
                  <a:pt x="20322" y="334191"/>
                </a:lnTo>
                <a:lnTo>
                  <a:pt x="5081" y="419997"/>
                </a:lnTo>
                <a:lnTo>
                  <a:pt x="0" y="508061"/>
                </a:lnTo>
                <a:lnTo>
                  <a:pt x="5081" y="596125"/>
                </a:lnTo>
                <a:lnTo>
                  <a:pt x="20322" y="681931"/>
                </a:lnTo>
                <a:lnTo>
                  <a:pt x="45161" y="762091"/>
                </a:lnTo>
                <a:lnTo>
                  <a:pt x="79032" y="834913"/>
                </a:lnTo>
                <a:lnTo>
                  <a:pt x="120806" y="897010"/>
                </a:lnTo>
                <a:lnTo>
                  <a:pt x="169354" y="947816"/>
                </a:lnTo>
                <a:lnTo>
                  <a:pt x="222982" y="985638"/>
                </a:lnTo>
                <a:lnTo>
                  <a:pt x="279998" y="1008219"/>
                </a:lnTo>
                <a:lnTo>
                  <a:pt x="338707" y="1016122"/>
                </a:lnTo>
                <a:lnTo>
                  <a:pt x="515400" y="1008219"/>
                </a:lnTo>
                <a:lnTo>
                  <a:pt x="686447" y="985638"/>
                </a:lnTo>
                <a:lnTo>
                  <a:pt x="846768" y="947816"/>
                </a:lnTo>
                <a:lnTo>
                  <a:pt x="991848" y="897010"/>
                </a:lnTo>
                <a:lnTo>
                  <a:pt x="1117169" y="834913"/>
                </a:lnTo>
                <a:lnTo>
                  <a:pt x="1218782" y="762091"/>
                </a:lnTo>
                <a:lnTo>
                  <a:pt x="1293297" y="681931"/>
                </a:lnTo>
                <a:lnTo>
                  <a:pt x="1339587" y="596125"/>
                </a:lnTo>
                <a:close/>
              </a:path>
            </a:pathLst>
          </a:custGeom>
          <a:solidFill>
            <a:srgbClr val="E6C097"/>
          </a:solidFill>
          <a:ln w="25400">
            <a:solidFill>
              <a:srgbClr val="1F2937"/>
            </a:solidFill>
            <a:prstDash val="solid"/>
          </a:ln>
        </p:spPr>
      </p:sp>
      <p:sp>
        <p:nvSpPr>
          <p:cNvPr id="6" name="S13-mark495"/>
          <p:cNvSpPr/>
          <p:nvPr/>
        </p:nvSpPr>
        <p:spPr>
          <a:xfrm>
            <a:off x="8429886" y="3601417"/>
            <a:ext cx="278869" cy="242176"/>
          </a:xfrm>
          <a:custGeom>
            <a:avLst/>
            <a:gdLst/>
            <a:ahLst/>
            <a:cxnLst/>
            <a:rect l="l" t="t" r="r" b="b"/>
            <a:pathLst>
              <a:path w="278869" h="242176">
                <a:moveTo>
                  <a:pt x="0" y="242176"/>
                </a:moveTo>
                <a:lnTo>
                  <a:pt x="278869" y="242176"/>
                </a:lnTo>
                <a:lnTo>
                  <a:pt x="139434" y="0"/>
                </a:lnTo>
                <a:close/>
              </a:path>
            </a:pathLst>
          </a:custGeom>
          <a:solidFill>
            <a:srgbClr val="8B5E3C"/>
          </a:solidFill>
          <a:ln w="15875">
            <a:solidFill>
              <a:srgbClr val="1F2937"/>
            </a:solidFill>
            <a:prstDash val="solid"/>
          </a:ln>
        </p:spPr>
      </p:sp>
      <p:sp>
        <p:nvSpPr>
          <p:cNvPr id="7" name="S13-mark496"/>
          <p:cNvSpPr/>
          <p:nvPr/>
        </p:nvSpPr>
        <p:spPr>
          <a:xfrm>
            <a:off x="8386419" y="5720031"/>
            <a:ext cx="365804" cy="406449"/>
          </a:xfrm>
          <a:custGeom>
            <a:avLst/>
            <a:gdLst/>
            <a:ahLst/>
            <a:cxnLst/>
            <a:rect l="l" t="t" r="r" b="b"/>
            <a:pathLst>
              <a:path w="365804" h="406449">
                <a:moveTo>
                  <a:pt x="0" y="406449"/>
                </a:moveTo>
                <a:lnTo>
                  <a:pt x="365804" y="406449"/>
                </a:lnTo>
                <a:lnTo>
                  <a:pt x="365804" y="172741"/>
                </a:lnTo>
                <a:lnTo>
                  <a:pt x="182902" y="0"/>
                </a:lnTo>
                <a:lnTo>
                  <a:pt x="0" y="172741"/>
                </a:lnTo>
                <a:close/>
              </a:path>
            </a:pathLst>
          </a:custGeom>
          <a:solidFill>
            <a:srgbClr val="F2C14E"/>
          </a:solidFill>
          <a:ln w="15875">
            <a:solidFill>
              <a:srgbClr val="1F2937"/>
            </a:solidFill>
            <a:prstDash val="solid"/>
          </a:ln>
        </p:spPr>
      </p:sp>
      <p:sp>
        <p:nvSpPr>
          <p:cNvPr id="8" name="S13-mark497"/>
          <p:cNvSpPr/>
          <p:nvPr/>
        </p:nvSpPr>
        <p:spPr>
          <a:xfrm flipV="1">
            <a:off x="6762882" y="1981832"/>
            <a:ext cx="0" cy="677415"/>
          </a:xfrm>
          <a:prstGeom prst="line">
            <a:avLst/>
          </a:prstGeom>
          <a:noFill/>
          <a:ln w="31750">
            <a:solidFill>
              <a:srgbClr val="1F2937"/>
            </a:solidFill>
            <a:prstDash val="solid"/>
            <a:tailEnd type="triangle"/>
          </a:ln>
        </p:spPr>
      </p:sp>
      <p:sp>
        <p:nvSpPr>
          <p:cNvPr id="9" name="S13-mark498"/>
          <p:cNvSpPr/>
          <p:nvPr/>
        </p:nvSpPr>
        <p:spPr>
          <a:xfrm>
            <a:off x="6525787" y="2320539"/>
            <a:ext cx="474190" cy="0"/>
          </a:xfrm>
          <a:prstGeom prst="line">
            <a:avLst/>
          </a:prstGeom>
          <a:noFill/>
          <a:ln w="25400">
            <a:solidFill>
              <a:srgbClr val="1F2937"/>
            </a:solidFill>
            <a:prstDash val="solid"/>
          </a:ln>
        </p:spPr>
      </p:sp>
      <p:sp>
        <p:nvSpPr>
          <p:cNvPr id="10" name="S13-labelbg500"/>
          <p:cNvSpPr/>
          <p:nvPr/>
        </p:nvSpPr>
        <p:spPr>
          <a:xfrm>
            <a:off x="10570666" y="2769909"/>
            <a:ext cx="621792" cy="304800"/>
          </a:xfrm>
          <a:prstGeom prst="rect">
            <a:avLst/>
          </a:prstGeom>
          <a:solidFill>
            <a:srgbClr val="FFFFFF"/>
          </a:solidFill>
          <a:ln/>
        </p:spPr>
      </p:sp>
      <p:sp>
        <p:nvSpPr>
          <p:cNvPr id="11" name="S13-label501"/>
          <p:cNvSpPr txBox="1"/>
          <p:nvPr/>
        </p:nvSpPr>
        <p:spPr>
          <a:xfrm>
            <a:off x="10524946" y="273180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03"/>
          <p:cNvSpPr/>
          <p:nvPr/>
        </p:nvSpPr>
        <p:spPr>
          <a:xfrm>
            <a:off x="9830591" y="3029020"/>
            <a:ext cx="621792" cy="304800"/>
          </a:xfrm>
          <a:prstGeom prst="rect">
            <a:avLst/>
          </a:prstGeom>
          <a:solidFill>
            <a:srgbClr val="FFFFFF"/>
          </a:solidFill>
          <a:ln/>
        </p:spPr>
      </p:sp>
      <p:sp>
        <p:nvSpPr>
          <p:cNvPr id="13" name="S13-label504"/>
          <p:cNvSpPr txBox="1"/>
          <p:nvPr/>
        </p:nvSpPr>
        <p:spPr>
          <a:xfrm>
            <a:off x="9784871" y="299092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06"/>
          <p:cNvSpPr/>
          <p:nvPr/>
        </p:nvSpPr>
        <p:spPr>
          <a:xfrm>
            <a:off x="9090515" y="3288131"/>
            <a:ext cx="621792" cy="304800"/>
          </a:xfrm>
          <a:prstGeom prst="rect">
            <a:avLst/>
          </a:prstGeom>
          <a:solidFill>
            <a:srgbClr val="FFFFFF"/>
          </a:solidFill>
          <a:ln/>
        </p:spPr>
      </p:sp>
      <p:sp>
        <p:nvSpPr>
          <p:cNvPr id="15" name="S13-label507"/>
          <p:cNvSpPr txBox="1"/>
          <p:nvPr/>
        </p:nvSpPr>
        <p:spPr>
          <a:xfrm>
            <a:off x="9044795" y="3250031"/>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09"/>
          <p:cNvSpPr txBox="1"/>
          <p:nvPr/>
        </p:nvSpPr>
        <p:spPr>
          <a:xfrm>
            <a:off x="9006070" y="574291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11"/>
          <p:cNvSpPr txBox="1"/>
          <p:nvPr/>
        </p:nvSpPr>
        <p:spPr>
          <a:xfrm>
            <a:off x="6558666" y="148085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12"/>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13"/>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14"/>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15"/>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16"/>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17"/>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27"/>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28"/>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29"/>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30"/>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31"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32"/>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33"/>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34"/>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35"/>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36"/>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37"/>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38"/>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39"/>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40"/>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41"/>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42"/>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44"/>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46"/>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48"/>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2026-10-26T09:51:51Z</dcterms:created>
  <dcterms:modified xsi:type="dcterms:W3CDTF">2026-10-26T09:51:51Z</dcterms:modified>
</cp:coreProperties>
</file>