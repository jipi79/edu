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61828c8c-d72f-3c43-ffab-f16890064148}">
          <p14:sldIdLst>
            <p14:sldId id="256"/>
            <p14:sldId id="257"/>
          </p14:sldIdLst>
        </p14:section>
        <p14:section name="개념" id="{6122dbeb-3bac-4656-254a-9564a99b3395}">
          <p14:sldIdLst>
            <p14:sldId id="258"/>
            <p14:sldId id="259"/>
            <p14:sldId id="262"/>
            <p14:sldId id="264"/>
          </p14:sldIdLst>
        </p14:section>
        <p14:section name="연습" id="{b2371fc7-2d81-0ee7-475d-18a1287a413a}">
          <p14:sldIdLst>
            <p14:sldId id="260"/>
            <p14:sldId id="261"/>
            <p14:sldId id="263"/>
            <p14:sldId id="265"/>
          </p14:sldIdLst>
        </p14:section>
        <p14:section name="개념" id="{4871046f-1f64-9507-0bc0-37798942f102}">
          <p14:sldIdLst/>
        </p14:section>
        <p14:section name="연습" id="{ef46c2b8-24f9-d7e1-4704-d8495425b07b}">
          <p14:sldIdLst/>
        </p14:section>
        <p14:section name="개념" id="{a6ed4a08-57d6-bf7f-7f26-e4271eb5ab83}">
          <p14:sldIdLst/>
        </p14:section>
        <p14:section name="연습" id="{3c64807a-da59-a7fd-fdf9-e3aa2fd728a5}">
          <p14:sldIdLst/>
        </p14:section>
        <p14:section name="확인" id="{06eb7cbc-a230-a5fd-c4f3-214ef105b5e6}">
          <p14:sldIdLst>
            <p14:sldId id="266"/>
            <p14:sldId id="267"/>
          </p14:sldIdLst>
        </p14:section>
        <p14:section name="정리" id="{dfeff554-716c-6403-eef8-e49526452984}">
          <p14:sldIdLst>
            <p14:sldId id="268"/>
          </p14:sldIdLst>
        </p14:section>
        <p14:section name="보충" id="{6616ec52-2212-bfb2-2a49-5f82fb1ec763}">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0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0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초4 사회·역사 · 지도와지역 · 1차시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초4 사회·역사 · 지도 읽기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초4 사회·역사 · 지도 읽기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초4 사회·역사 · 지도 읽기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지도 읽기</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처음 가는 곳도 지도만 보고</a:t>
            </a:r>
            <a:endParaRPr lang="ko-KR" sz="3000" dirty="0"/>
          </a:p>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찾아갈 수 있을까요?</a:t>
            </a:r>
            <a:endParaRPr lang="ko-KR" sz="3000" dirty="0"/>
          </a:p>
        </p:txBody>
      </p:sp>
      <p:sp>
        <p:nvSpPr>
          <p:cNvPr id="4" name="S01-panel1"/>
          <p:cNvSpPr/>
          <p:nvPr/>
        </p:nvSpPr>
        <p:spPr>
          <a:xfrm>
            <a:off x="7543800" y="502920"/>
            <a:ext cx="4206240" cy="3200400"/>
          </a:xfrm>
          <a:prstGeom prst="roundRect">
            <a:avLst>
              <a:gd name="adj" fmla="val 4286"/>
            </a:avLst>
          </a:prstGeom>
          <a:solidFill>
            <a:srgbClr val="FFFFFF"/>
          </a:solidFill>
          <a:ln w="12700">
            <a:solidFill>
              <a:srgbClr val="FFFFFF"/>
            </a:solidFill>
            <a:prstDash val="solid"/>
          </a:ln>
        </p:spPr>
      </p:sp>
      <p:sp>
        <p:nvSpPr>
          <p:cNvPr id="5" name="S01-figure2" descr="방위표: 위쪽 화살표가 북쪽, 아래가 남쪽, 오른쪽이 동쪽, 왼쪽이 서쪽"/>
          <p:cNvSpPr/>
          <p:nvPr/>
        </p:nvSpPr>
        <p:spPr>
          <a:xfrm flipV="1">
            <a:off x="9646920" y="1123406"/>
            <a:ext cx="0" cy="1959429"/>
          </a:xfrm>
          <a:prstGeom prst="line">
            <a:avLst/>
          </a:prstGeom>
          <a:noFill/>
          <a:ln w="31750">
            <a:solidFill>
              <a:srgbClr val="1F2937"/>
            </a:solidFill>
            <a:prstDash val="solid"/>
            <a:tailEnd type="triangle"/>
          </a:ln>
        </p:spPr>
      </p:sp>
      <p:sp>
        <p:nvSpPr>
          <p:cNvPr id="6" name="S01-mark3"/>
          <p:cNvSpPr/>
          <p:nvPr/>
        </p:nvSpPr>
        <p:spPr>
          <a:xfrm>
            <a:off x="8961120" y="2103120"/>
            <a:ext cx="1371600" cy="0"/>
          </a:xfrm>
          <a:prstGeom prst="line">
            <a:avLst/>
          </a:prstGeom>
          <a:noFill/>
          <a:ln w="25400">
            <a:solidFill>
              <a:srgbClr val="1F2937"/>
            </a:solidFill>
            <a:prstDash val="solid"/>
          </a:ln>
        </p:spPr>
      </p:sp>
      <p:sp>
        <p:nvSpPr>
          <p:cNvPr id="7" name="S01-label5"/>
          <p:cNvSpPr txBox="1"/>
          <p:nvPr/>
        </p:nvSpPr>
        <p:spPr>
          <a:xfrm>
            <a:off x="9442704" y="54102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8" name="S01-label7"/>
          <p:cNvSpPr txBox="1"/>
          <p:nvPr/>
        </p:nvSpPr>
        <p:spPr>
          <a:xfrm>
            <a:off x="9442704" y="328422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남</a:t>
            </a:r>
            <a:endParaRPr lang="ko-KR" sz="2400" dirty="0"/>
          </a:p>
        </p:txBody>
      </p:sp>
      <p:sp>
        <p:nvSpPr>
          <p:cNvPr id="9" name="S01-label9"/>
          <p:cNvSpPr txBox="1"/>
          <p:nvPr/>
        </p:nvSpPr>
        <p:spPr>
          <a:xfrm>
            <a:off x="10520390" y="191262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동</a:t>
            </a:r>
            <a:endParaRPr lang="ko-KR" sz="2400" dirty="0"/>
          </a:p>
        </p:txBody>
      </p:sp>
      <p:sp>
        <p:nvSpPr>
          <p:cNvPr id="10" name="S01-label11"/>
          <p:cNvSpPr txBox="1"/>
          <p:nvPr/>
        </p:nvSpPr>
        <p:spPr>
          <a:xfrm>
            <a:off x="8365018" y="191262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a:t>
            </a:r>
            <a:endParaRPr lang="ko-KR" sz="2400" dirty="0"/>
          </a:p>
        </p:txBody>
      </p:sp>
      <p:sp>
        <p:nvSpPr>
          <p:cNvPr id="11" name="S01-card12"/>
          <p:cNvSpPr/>
          <p:nvPr/>
        </p:nvSpPr>
        <p:spPr>
          <a:xfrm>
            <a:off x="731520" y="4436364"/>
            <a:ext cx="10725912" cy="1690116"/>
          </a:xfrm>
          <a:prstGeom prst="roundRect">
            <a:avLst>
              <a:gd name="adj" fmla="val 6492"/>
            </a:avLst>
          </a:prstGeom>
          <a:solidFill>
            <a:srgbClr val="32606F"/>
          </a:solidFill>
          <a:ln w="12700">
            <a:solidFill>
              <a:srgbClr val="32606F"/>
            </a:solidFill>
            <a:prstDash val="solid"/>
          </a:ln>
        </p:spPr>
      </p:sp>
      <p:sp>
        <p:nvSpPr>
          <p:cNvPr id="12" name="S01-cardtext13"/>
          <p:cNvSpPr txBox="1"/>
          <p:nvPr/>
        </p:nvSpPr>
        <p:spPr>
          <a:xfrm>
            <a:off x="1005840" y="4573524"/>
            <a:ext cx="10177272" cy="14157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FFFFFF"/>
                </a:solidFill>
                <a:latin typeface="맑은 고딕" pitchFamily="34" charset="0"/>
                <a:ea typeface="맑은 고딕" pitchFamily="34" charset="-122"/>
                <a:cs typeface="맑은 고딕" pitchFamily="34" charset="-120"/>
              </a:rPr>
              <a:t>오늘 할 수 있게 될 것</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① 기호·범례·방위표로 장소와 방향을 찾아요.</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② 축척과 등고선으로 거리와 높낮이를 알아요.</a:t>
            </a:r>
            <a:endParaRPr lang="ko-K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3학년 때 배운 지도</a:t>
            </a:r>
            <a:endParaRPr lang="ko-KR" sz="4000" dirty="0"/>
          </a:p>
        </p:txBody>
      </p:sp>
      <p:sp>
        <p:nvSpPr>
          <p:cNvPr id="3" name="S02-text14"/>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그림 아래 약속을 보고 답해요.</a:t>
            </a:r>
            <a:endParaRPr lang="ko-KR" sz="3000" dirty="0"/>
          </a:p>
        </p:txBody>
      </p:sp>
      <p:sp>
        <p:nvSpPr>
          <p:cNvPr id="4" name="S02-figure15" descr="간단한 지도: 왼쪽부터 집, 공원, 학교가 길을 따라 있다. 아래에 기호의 약속(집, 공원, 학교)이 있다."/>
          <p:cNvSpPr/>
          <p:nvPr/>
        </p:nvSpPr>
        <p:spPr>
          <a:xfrm>
            <a:off x="6368796" y="3854447"/>
            <a:ext cx="5180076" cy="9144"/>
          </a:xfrm>
          <a:custGeom>
            <a:avLst/>
            <a:gdLst/>
            <a:ahLst/>
            <a:cxnLst/>
            <a:rect l="l" t="t" r="r" b="b"/>
            <a:pathLst>
              <a:path w="5180076" h="9144">
                <a:moveTo>
                  <a:pt x="0" y="0"/>
                </a:moveTo>
                <a:lnTo>
                  <a:pt x="5180076" y="0"/>
                </a:lnTo>
              </a:path>
            </a:pathLst>
          </a:custGeom>
          <a:noFill/>
          <a:ln w="114300">
            <a:solidFill>
              <a:srgbClr val="A3AAB4"/>
            </a:solidFill>
            <a:prstDash val="solid"/>
          </a:ln>
        </p:spPr>
      </p:sp>
      <p:sp>
        <p:nvSpPr>
          <p:cNvPr id="5" name="S02-mark16"/>
          <p:cNvSpPr/>
          <p:nvPr/>
        </p:nvSpPr>
        <p:spPr>
          <a:xfrm>
            <a:off x="6964505" y="3065565"/>
            <a:ext cx="427356" cy="474840"/>
          </a:xfrm>
          <a:custGeom>
            <a:avLst/>
            <a:gdLst/>
            <a:ahLst/>
            <a:cxnLst/>
            <a:rect l="l" t="t" r="r" b="b"/>
            <a:pathLst>
              <a:path w="427356" h="474840">
                <a:moveTo>
                  <a:pt x="0" y="474840"/>
                </a:moveTo>
                <a:lnTo>
                  <a:pt x="427356" y="474840"/>
                </a:lnTo>
                <a:lnTo>
                  <a:pt x="427356" y="201807"/>
                </a:lnTo>
                <a:lnTo>
                  <a:pt x="213678" y="0"/>
                </a:lnTo>
                <a:lnTo>
                  <a:pt x="0" y="201807"/>
                </a:lnTo>
                <a:close/>
              </a:path>
            </a:pathLst>
          </a:custGeom>
          <a:solidFill>
            <a:srgbClr val="F2C14E"/>
          </a:solidFill>
          <a:ln w="15875">
            <a:solidFill>
              <a:srgbClr val="1F2937"/>
            </a:solidFill>
            <a:prstDash val="solid"/>
          </a:ln>
        </p:spPr>
      </p:sp>
      <p:sp>
        <p:nvSpPr>
          <p:cNvPr id="6" name="S02-mark17"/>
          <p:cNvSpPr/>
          <p:nvPr/>
        </p:nvSpPr>
        <p:spPr>
          <a:xfrm>
            <a:off x="8923221" y="3344533"/>
            <a:ext cx="71226" cy="237420"/>
          </a:xfrm>
          <a:custGeom>
            <a:avLst/>
            <a:gdLst/>
            <a:ahLst/>
            <a:cxnLst/>
            <a:rect l="l" t="t" r="r" b="b"/>
            <a:pathLst>
              <a:path w="71226" h="237420">
                <a:moveTo>
                  <a:pt x="0" y="237420"/>
                </a:moveTo>
                <a:lnTo>
                  <a:pt x="71226" y="237420"/>
                </a:lnTo>
                <a:lnTo>
                  <a:pt x="71226" y="0"/>
                </a:lnTo>
                <a:lnTo>
                  <a:pt x="0" y="0"/>
                </a:lnTo>
                <a:close/>
              </a:path>
            </a:pathLst>
          </a:custGeom>
          <a:solidFill>
            <a:srgbClr val="8B5E3C"/>
          </a:solidFill>
          <a:ln/>
        </p:spPr>
      </p:sp>
      <p:sp>
        <p:nvSpPr>
          <p:cNvPr id="7" name="S02-mark18"/>
          <p:cNvSpPr/>
          <p:nvPr/>
        </p:nvSpPr>
        <p:spPr>
          <a:xfrm>
            <a:off x="8762962" y="3047758"/>
            <a:ext cx="391743" cy="391743"/>
          </a:xfrm>
          <a:custGeom>
            <a:avLst/>
            <a:gdLst/>
            <a:ahLst/>
            <a:cxnLst/>
            <a:rect l="l" t="t" r="r" b="b"/>
            <a:pathLst>
              <a:path w="391743" h="391743">
                <a:moveTo>
                  <a:pt x="391743" y="195872"/>
                </a:moveTo>
                <a:lnTo>
                  <a:pt x="382031" y="135437"/>
                </a:lnTo>
                <a:lnTo>
                  <a:pt x="354511" y="80939"/>
                </a:lnTo>
                <a:lnTo>
                  <a:pt x="310805" y="37232"/>
                </a:lnTo>
                <a:lnTo>
                  <a:pt x="256306" y="9713"/>
                </a:lnTo>
                <a:lnTo>
                  <a:pt x="195872" y="0"/>
                </a:lnTo>
                <a:lnTo>
                  <a:pt x="135437" y="9713"/>
                </a:lnTo>
                <a:lnTo>
                  <a:pt x="80939" y="37232"/>
                </a:lnTo>
                <a:lnTo>
                  <a:pt x="37232" y="80939"/>
                </a:lnTo>
                <a:lnTo>
                  <a:pt x="9713" y="135437"/>
                </a:lnTo>
                <a:lnTo>
                  <a:pt x="0" y="195872"/>
                </a:lnTo>
                <a:lnTo>
                  <a:pt x="9713" y="256306"/>
                </a:lnTo>
                <a:lnTo>
                  <a:pt x="37232" y="310805"/>
                </a:lnTo>
                <a:lnTo>
                  <a:pt x="80939" y="354511"/>
                </a:lnTo>
                <a:lnTo>
                  <a:pt x="135437" y="382031"/>
                </a:lnTo>
                <a:lnTo>
                  <a:pt x="195872" y="391743"/>
                </a:lnTo>
                <a:lnTo>
                  <a:pt x="256306" y="382031"/>
                </a:lnTo>
                <a:lnTo>
                  <a:pt x="310805" y="354511"/>
                </a:lnTo>
                <a:lnTo>
                  <a:pt x="354511" y="310805"/>
                </a:lnTo>
                <a:lnTo>
                  <a:pt x="382031" y="256306"/>
                </a:lnTo>
                <a:close/>
              </a:path>
            </a:pathLst>
          </a:custGeom>
          <a:solidFill>
            <a:srgbClr val="2A9D8F"/>
          </a:solidFill>
          <a:ln w="15875">
            <a:solidFill>
              <a:srgbClr val="1F2937"/>
            </a:solidFill>
            <a:prstDash val="solid"/>
          </a:ln>
        </p:spPr>
      </p:sp>
      <p:sp>
        <p:nvSpPr>
          <p:cNvPr id="8" name="S02-mark19"/>
          <p:cNvSpPr/>
          <p:nvPr/>
        </p:nvSpPr>
        <p:spPr>
          <a:xfrm>
            <a:off x="10561420" y="3047758"/>
            <a:ext cx="427356" cy="296775"/>
          </a:xfrm>
          <a:custGeom>
            <a:avLst/>
            <a:gdLst/>
            <a:ahLst/>
            <a:cxnLst/>
            <a:rect l="l" t="t" r="r" b="b"/>
            <a:pathLst>
              <a:path w="427356" h="296775">
                <a:moveTo>
                  <a:pt x="0" y="0"/>
                </a:moveTo>
                <a:lnTo>
                  <a:pt x="427356" y="148388"/>
                </a:lnTo>
                <a:lnTo>
                  <a:pt x="0" y="296775"/>
                </a:lnTo>
                <a:close/>
              </a:path>
            </a:pathLst>
          </a:custGeom>
          <a:solidFill>
            <a:srgbClr val="E9762B"/>
          </a:solidFill>
          <a:ln w="15875">
            <a:solidFill>
              <a:srgbClr val="1F2937"/>
            </a:solidFill>
            <a:prstDash val="solid"/>
          </a:ln>
        </p:spPr>
      </p:sp>
      <p:sp>
        <p:nvSpPr>
          <p:cNvPr id="9" name="S02-mark20"/>
          <p:cNvSpPr/>
          <p:nvPr/>
        </p:nvSpPr>
        <p:spPr>
          <a:xfrm>
            <a:off x="10525807" y="3047758"/>
            <a:ext cx="71226" cy="534195"/>
          </a:xfrm>
          <a:custGeom>
            <a:avLst/>
            <a:gdLst/>
            <a:ahLst/>
            <a:cxnLst/>
            <a:rect l="l" t="t" r="r" b="b"/>
            <a:pathLst>
              <a:path w="71226" h="534195">
                <a:moveTo>
                  <a:pt x="0" y="534195"/>
                </a:moveTo>
                <a:lnTo>
                  <a:pt x="71226" y="534195"/>
                </a:lnTo>
                <a:lnTo>
                  <a:pt x="71226" y="0"/>
                </a:lnTo>
                <a:lnTo>
                  <a:pt x="0" y="0"/>
                </a:lnTo>
                <a:close/>
              </a:path>
            </a:pathLst>
          </a:custGeom>
          <a:solidFill>
            <a:srgbClr val="1F2937"/>
          </a:solidFill>
          <a:ln/>
        </p:spPr>
      </p:sp>
      <p:sp>
        <p:nvSpPr>
          <p:cNvPr id="10" name="S02-mark21"/>
          <p:cNvSpPr/>
          <p:nvPr/>
        </p:nvSpPr>
        <p:spPr>
          <a:xfrm>
            <a:off x="6368796" y="4501957"/>
            <a:ext cx="5180076" cy="9144"/>
          </a:xfrm>
          <a:custGeom>
            <a:avLst/>
            <a:gdLst/>
            <a:ahLst/>
            <a:cxnLst/>
            <a:rect l="l" t="t" r="r" b="b"/>
            <a:pathLst>
              <a:path w="5180076" h="9144">
                <a:moveTo>
                  <a:pt x="0" y="0"/>
                </a:moveTo>
                <a:lnTo>
                  <a:pt x="5180076" y="0"/>
                </a:lnTo>
              </a:path>
            </a:pathLst>
          </a:custGeom>
          <a:noFill/>
          <a:ln w="12700">
            <a:solidFill>
              <a:srgbClr val="CBD5E1"/>
            </a:solidFill>
            <a:prstDash val="solid"/>
          </a:ln>
        </p:spPr>
      </p:sp>
      <p:sp>
        <p:nvSpPr>
          <p:cNvPr id="11" name="S02-mark22"/>
          <p:cNvSpPr/>
          <p:nvPr/>
        </p:nvSpPr>
        <p:spPr>
          <a:xfrm>
            <a:off x="6699026" y="4806286"/>
            <a:ext cx="310805" cy="345338"/>
          </a:xfrm>
          <a:custGeom>
            <a:avLst/>
            <a:gdLst/>
            <a:ahLst/>
            <a:cxnLst/>
            <a:rect l="l" t="t" r="r" b="b"/>
            <a:pathLst>
              <a:path w="310805" h="345338">
                <a:moveTo>
                  <a:pt x="0" y="345338"/>
                </a:moveTo>
                <a:lnTo>
                  <a:pt x="310805" y="345338"/>
                </a:lnTo>
                <a:lnTo>
                  <a:pt x="310805" y="146769"/>
                </a:lnTo>
                <a:lnTo>
                  <a:pt x="155402" y="0"/>
                </a:lnTo>
                <a:lnTo>
                  <a:pt x="0" y="146769"/>
                </a:lnTo>
                <a:close/>
              </a:path>
            </a:pathLst>
          </a:custGeom>
          <a:solidFill>
            <a:srgbClr val="F2C14E"/>
          </a:solidFill>
          <a:ln w="15875">
            <a:solidFill>
              <a:srgbClr val="1F2937"/>
            </a:solidFill>
            <a:prstDash val="solid"/>
          </a:ln>
        </p:spPr>
      </p:sp>
      <p:sp>
        <p:nvSpPr>
          <p:cNvPr id="12" name="S02-mark23"/>
          <p:cNvSpPr/>
          <p:nvPr/>
        </p:nvSpPr>
        <p:spPr>
          <a:xfrm>
            <a:off x="8447301" y="5009172"/>
            <a:ext cx="51801" cy="172669"/>
          </a:xfrm>
          <a:custGeom>
            <a:avLst/>
            <a:gdLst/>
            <a:ahLst/>
            <a:cxnLst/>
            <a:rect l="l" t="t" r="r" b="b"/>
            <a:pathLst>
              <a:path w="51801" h="172669">
                <a:moveTo>
                  <a:pt x="0" y="172669"/>
                </a:moveTo>
                <a:lnTo>
                  <a:pt x="51801" y="172669"/>
                </a:lnTo>
                <a:lnTo>
                  <a:pt x="51801" y="0"/>
                </a:lnTo>
                <a:lnTo>
                  <a:pt x="0" y="0"/>
                </a:lnTo>
                <a:close/>
              </a:path>
            </a:pathLst>
          </a:custGeom>
          <a:solidFill>
            <a:srgbClr val="8B5E3C"/>
          </a:solidFill>
          <a:ln/>
        </p:spPr>
      </p:sp>
      <p:sp>
        <p:nvSpPr>
          <p:cNvPr id="13" name="S02-mark24"/>
          <p:cNvSpPr/>
          <p:nvPr/>
        </p:nvSpPr>
        <p:spPr>
          <a:xfrm>
            <a:off x="8330750" y="4793336"/>
            <a:ext cx="284904" cy="284904"/>
          </a:xfrm>
          <a:custGeom>
            <a:avLst/>
            <a:gdLst/>
            <a:ahLst/>
            <a:cxnLst/>
            <a:rect l="l" t="t" r="r" b="b"/>
            <a:pathLst>
              <a:path w="284904" h="284904">
                <a:moveTo>
                  <a:pt x="284904" y="142452"/>
                </a:moveTo>
                <a:lnTo>
                  <a:pt x="277889" y="98206"/>
                </a:lnTo>
                <a:lnTo>
                  <a:pt x="257925" y="58815"/>
                </a:lnTo>
                <a:lnTo>
                  <a:pt x="226089" y="26980"/>
                </a:lnTo>
                <a:lnTo>
                  <a:pt x="186699" y="7015"/>
                </a:lnTo>
                <a:lnTo>
                  <a:pt x="142452" y="0"/>
                </a:lnTo>
                <a:lnTo>
                  <a:pt x="98206" y="7015"/>
                </a:lnTo>
                <a:lnTo>
                  <a:pt x="58815" y="26980"/>
                </a:lnTo>
                <a:lnTo>
                  <a:pt x="26980" y="58815"/>
                </a:lnTo>
                <a:lnTo>
                  <a:pt x="7015" y="98206"/>
                </a:lnTo>
                <a:lnTo>
                  <a:pt x="0" y="142452"/>
                </a:lnTo>
                <a:lnTo>
                  <a:pt x="7015" y="186699"/>
                </a:lnTo>
                <a:lnTo>
                  <a:pt x="26980" y="226089"/>
                </a:lnTo>
                <a:lnTo>
                  <a:pt x="58815" y="257925"/>
                </a:lnTo>
                <a:lnTo>
                  <a:pt x="98206" y="277889"/>
                </a:lnTo>
                <a:lnTo>
                  <a:pt x="142452" y="284904"/>
                </a:lnTo>
                <a:lnTo>
                  <a:pt x="186699" y="277889"/>
                </a:lnTo>
                <a:lnTo>
                  <a:pt x="226089" y="257925"/>
                </a:lnTo>
                <a:lnTo>
                  <a:pt x="257925" y="226089"/>
                </a:lnTo>
                <a:lnTo>
                  <a:pt x="277889" y="186699"/>
                </a:lnTo>
                <a:close/>
              </a:path>
            </a:pathLst>
          </a:custGeom>
          <a:solidFill>
            <a:srgbClr val="2A9D8F"/>
          </a:solidFill>
          <a:ln w="15875">
            <a:solidFill>
              <a:srgbClr val="1F2937"/>
            </a:solidFill>
            <a:prstDash val="solid"/>
          </a:ln>
        </p:spPr>
      </p:sp>
      <p:sp>
        <p:nvSpPr>
          <p:cNvPr id="14" name="S02-mark25"/>
          <p:cNvSpPr/>
          <p:nvPr/>
        </p:nvSpPr>
        <p:spPr>
          <a:xfrm>
            <a:off x="10124351" y="4793336"/>
            <a:ext cx="310805" cy="215836"/>
          </a:xfrm>
          <a:custGeom>
            <a:avLst/>
            <a:gdLst/>
            <a:ahLst/>
            <a:cxnLst/>
            <a:rect l="l" t="t" r="r" b="b"/>
            <a:pathLst>
              <a:path w="310805" h="215836">
                <a:moveTo>
                  <a:pt x="0" y="0"/>
                </a:moveTo>
                <a:lnTo>
                  <a:pt x="310805" y="107918"/>
                </a:lnTo>
                <a:lnTo>
                  <a:pt x="0" y="215836"/>
                </a:lnTo>
                <a:close/>
              </a:path>
            </a:pathLst>
          </a:custGeom>
          <a:solidFill>
            <a:srgbClr val="E9762B"/>
          </a:solidFill>
          <a:ln w="15875">
            <a:solidFill>
              <a:srgbClr val="1F2937"/>
            </a:solidFill>
            <a:prstDash val="solid"/>
          </a:ln>
        </p:spPr>
      </p:sp>
      <p:sp>
        <p:nvSpPr>
          <p:cNvPr id="15" name="S02-mark26"/>
          <p:cNvSpPr/>
          <p:nvPr/>
        </p:nvSpPr>
        <p:spPr>
          <a:xfrm>
            <a:off x="10098451" y="4793336"/>
            <a:ext cx="51801" cy="388506"/>
          </a:xfrm>
          <a:custGeom>
            <a:avLst/>
            <a:gdLst/>
            <a:ahLst/>
            <a:cxnLst/>
            <a:rect l="l" t="t" r="r" b="b"/>
            <a:pathLst>
              <a:path w="51801" h="388506">
                <a:moveTo>
                  <a:pt x="0" y="388506"/>
                </a:moveTo>
                <a:lnTo>
                  <a:pt x="51801" y="388506"/>
                </a:lnTo>
                <a:lnTo>
                  <a:pt x="51801" y="0"/>
                </a:lnTo>
                <a:lnTo>
                  <a:pt x="0" y="0"/>
                </a:lnTo>
                <a:close/>
              </a:path>
            </a:pathLst>
          </a:custGeom>
          <a:solidFill>
            <a:srgbClr val="1F2937"/>
          </a:solidFill>
          <a:ln/>
        </p:spPr>
      </p:sp>
      <p:sp>
        <p:nvSpPr>
          <p:cNvPr id="16" name="S02-label28"/>
          <p:cNvSpPr txBox="1"/>
          <p:nvPr/>
        </p:nvSpPr>
        <p:spPr>
          <a:xfrm>
            <a:off x="7324701" y="4797089"/>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17" name="S02-label30"/>
          <p:cNvSpPr txBox="1"/>
          <p:nvPr/>
        </p:nvSpPr>
        <p:spPr>
          <a:xfrm>
            <a:off x="8794123" y="479708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18" name="S02-label32"/>
          <p:cNvSpPr txBox="1"/>
          <p:nvPr/>
        </p:nvSpPr>
        <p:spPr>
          <a:xfrm>
            <a:off x="10574774" y="479708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19" name="S02-chip33"/>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20" name="S02-text34"/>
          <p:cNvSpPr txBox="1"/>
          <p:nvPr/>
        </p:nvSpPr>
        <p:spPr>
          <a:xfrm>
            <a:off x="1344168" y="2011680"/>
            <a:ext cx="4567428"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집과 학교 사이에 있는 곳은?</a:t>
            </a:r>
            <a:endParaRPr lang="ko-KR" sz="3000" dirty="0"/>
          </a:p>
        </p:txBody>
      </p:sp>
      <p:sp>
        <p:nvSpPr>
          <p:cNvPr id="21" name="S02-chip35"/>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22" name="S02-text36"/>
          <p:cNvSpPr txBox="1"/>
          <p:nvPr/>
        </p:nvSpPr>
        <p:spPr>
          <a:xfrm>
            <a:off x="1344168" y="3474720"/>
            <a:ext cx="4567428"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학교는 공원의 어느 쪽에 있나요?</a:t>
            </a:r>
            <a:endParaRPr lang="ko-KR" sz="3000" dirty="0"/>
          </a:p>
        </p:txBody>
      </p:sp>
      <p:sp>
        <p:nvSpPr>
          <p:cNvPr id="23" name="S02-chip37"/>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24" name="S02-text38"/>
          <p:cNvSpPr txBox="1"/>
          <p:nvPr/>
        </p:nvSpPr>
        <p:spPr>
          <a:xfrm>
            <a:off x="1344168" y="4937760"/>
            <a:ext cx="4567428"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그림 대신 기호를 쓰면 무엇이 좋을까요?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기호와 범례</a:t>
            </a:r>
            <a:endParaRPr lang="ko-KR" sz="4000" dirty="0"/>
          </a:p>
        </p:txBody>
      </p:sp>
      <p:sp>
        <p:nvSpPr>
          <p:cNvPr id="3" name="S03-card39"/>
          <p:cNvSpPr/>
          <p:nvPr/>
        </p:nvSpPr>
        <p:spPr>
          <a:xfrm>
            <a:off x="548640" y="4959096"/>
            <a:ext cx="11091672" cy="1258824"/>
          </a:xfrm>
          <a:prstGeom prst="roundRect">
            <a:avLst>
              <a:gd name="adj" fmla="val 8717"/>
            </a:avLst>
          </a:prstGeom>
          <a:solidFill>
            <a:srgbClr val="FDEBDD"/>
          </a:solidFill>
          <a:ln w="12700">
            <a:solidFill>
              <a:srgbClr val="FDEBDD"/>
            </a:solidFill>
            <a:prstDash val="solid"/>
          </a:ln>
        </p:spPr>
      </p:sp>
      <p:sp>
        <p:nvSpPr>
          <p:cNvPr id="4" name="S03-cardtext40"/>
          <p:cNvSpPr txBox="1"/>
          <p:nvPr/>
        </p:nvSpPr>
        <p:spPr>
          <a:xfrm>
            <a:off x="822960" y="5096256"/>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기호는 땅 위의 모습을 간단히 나타낸 약속이고,</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범례는 기호의 뜻을 모아 놓은 곳이에요.</a:t>
            </a:r>
            <a:endParaRPr lang="ko-KR" sz="3000" dirty="0"/>
          </a:p>
        </p:txBody>
      </p:sp>
      <p:sp>
        <p:nvSpPr>
          <p:cNvPr id="5" name="S03-figure41" descr="별빛마을 지도(모눈 한 칸 = 100 m). 범례: 산, 학교, 도서관, 병원, 공원, 집, 도로, 하천. 학교의 북쪽 2칸에 산, 동쪽 4칸에 도서관, 남쪽 3칸에 공원이 있다. 도서관의 남쪽 3칸에 병원, 공원의 동쪽 4칸에 병원이 있다. 하천은 마을 동쪽을 북에서 남으로 흐르고, 집은 하천 건너 도서관의 동쪽 4칸에 있다. 오른쪽 위에 북쪽을 가리키는 방위표가 있다."/>
          <p:cNvSpPr/>
          <p:nvPr/>
        </p:nvSpPr>
        <p:spPr>
          <a:xfrm>
            <a:off x="3203174" y="1417320"/>
            <a:ext cx="9144" cy="2873343"/>
          </a:xfrm>
          <a:custGeom>
            <a:avLst/>
            <a:gdLst/>
            <a:ahLst/>
            <a:cxnLst/>
            <a:rect l="l" t="t" r="r" b="b"/>
            <a:pathLst>
              <a:path w="9144" h="2873343">
                <a:moveTo>
                  <a:pt x="0" y="2873343"/>
                </a:moveTo>
                <a:lnTo>
                  <a:pt x="0" y="0"/>
                </a:lnTo>
              </a:path>
            </a:pathLst>
          </a:custGeom>
          <a:noFill/>
          <a:ln w="9525">
            <a:solidFill>
              <a:srgbClr val="B8C2CC"/>
            </a:solidFill>
            <a:prstDash val="solid"/>
          </a:ln>
        </p:spPr>
      </p:sp>
      <p:sp>
        <p:nvSpPr>
          <p:cNvPr id="6" name="S03-mark42"/>
          <p:cNvSpPr/>
          <p:nvPr/>
        </p:nvSpPr>
        <p:spPr>
          <a:xfrm>
            <a:off x="3562342" y="1417320"/>
            <a:ext cx="9144" cy="2873343"/>
          </a:xfrm>
          <a:custGeom>
            <a:avLst/>
            <a:gdLst/>
            <a:ahLst/>
            <a:cxnLst/>
            <a:rect l="l" t="t" r="r" b="b"/>
            <a:pathLst>
              <a:path w="9144" h="2873343">
                <a:moveTo>
                  <a:pt x="0" y="2873343"/>
                </a:moveTo>
                <a:lnTo>
                  <a:pt x="0" y="0"/>
                </a:lnTo>
              </a:path>
            </a:pathLst>
          </a:custGeom>
          <a:noFill/>
          <a:ln w="9525">
            <a:solidFill>
              <a:srgbClr val="B8C2CC"/>
            </a:solidFill>
            <a:prstDash val="solid"/>
          </a:ln>
        </p:spPr>
      </p:sp>
      <p:sp>
        <p:nvSpPr>
          <p:cNvPr id="7" name="S03-mark43"/>
          <p:cNvSpPr/>
          <p:nvPr/>
        </p:nvSpPr>
        <p:spPr>
          <a:xfrm>
            <a:off x="3921510" y="1417320"/>
            <a:ext cx="9144" cy="2873343"/>
          </a:xfrm>
          <a:custGeom>
            <a:avLst/>
            <a:gdLst/>
            <a:ahLst/>
            <a:cxnLst/>
            <a:rect l="l" t="t" r="r" b="b"/>
            <a:pathLst>
              <a:path w="9144" h="2873343">
                <a:moveTo>
                  <a:pt x="0" y="2873343"/>
                </a:moveTo>
                <a:lnTo>
                  <a:pt x="0" y="0"/>
                </a:lnTo>
              </a:path>
            </a:pathLst>
          </a:custGeom>
          <a:noFill/>
          <a:ln w="9525">
            <a:solidFill>
              <a:srgbClr val="B8C2CC"/>
            </a:solidFill>
            <a:prstDash val="solid"/>
          </a:ln>
        </p:spPr>
      </p:sp>
      <p:sp>
        <p:nvSpPr>
          <p:cNvPr id="8" name="S03-mark44"/>
          <p:cNvSpPr/>
          <p:nvPr/>
        </p:nvSpPr>
        <p:spPr>
          <a:xfrm>
            <a:off x="4280678" y="1417320"/>
            <a:ext cx="9144" cy="2873343"/>
          </a:xfrm>
          <a:custGeom>
            <a:avLst/>
            <a:gdLst/>
            <a:ahLst/>
            <a:cxnLst/>
            <a:rect l="l" t="t" r="r" b="b"/>
            <a:pathLst>
              <a:path w="9144" h="2873343">
                <a:moveTo>
                  <a:pt x="0" y="2873343"/>
                </a:moveTo>
                <a:lnTo>
                  <a:pt x="0" y="0"/>
                </a:lnTo>
              </a:path>
            </a:pathLst>
          </a:custGeom>
          <a:noFill/>
          <a:ln w="9525">
            <a:solidFill>
              <a:srgbClr val="B8C2CC"/>
            </a:solidFill>
            <a:prstDash val="solid"/>
          </a:ln>
        </p:spPr>
      </p:sp>
      <p:sp>
        <p:nvSpPr>
          <p:cNvPr id="9" name="S03-mark45"/>
          <p:cNvSpPr/>
          <p:nvPr/>
        </p:nvSpPr>
        <p:spPr>
          <a:xfrm>
            <a:off x="4639846" y="1417320"/>
            <a:ext cx="9144" cy="2873343"/>
          </a:xfrm>
          <a:custGeom>
            <a:avLst/>
            <a:gdLst/>
            <a:ahLst/>
            <a:cxnLst/>
            <a:rect l="l" t="t" r="r" b="b"/>
            <a:pathLst>
              <a:path w="9144" h="2873343">
                <a:moveTo>
                  <a:pt x="0" y="2873343"/>
                </a:moveTo>
                <a:lnTo>
                  <a:pt x="0" y="0"/>
                </a:lnTo>
              </a:path>
            </a:pathLst>
          </a:custGeom>
          <a:noFill/>
          <a:ln w="9525">
            <a:solidFill>
              <a:srgbClr val="B8C2CC"/>
            </a:solidFill>
            <a:prstDash val="solid"/>
          </a:ln>
        </p:spPr>
      </p:sp>
      <p:sp>
        <p:nvSpPr>
          <p:cNvPr id="10" name="S03-mark46"/>
          <p:cNvSpPr/>
          <p:nvPr/>
        </p:nvSpPr>
        <p:spPr>
          <a:xfrm>
            <a:off x="4999014" y="1417320"/>
            <a:ext cx="9144" cy="2873343"/>
          </a:xfrm>
          <a:custGeom>
            <a:avLst/>
            <a:gdLst/>
            <a:ahLst/>
            <a:cxnLst/>
            <a:rect l="l" t="t" r="r" b="b"/>
            <a:pathLst>
              <a:path w="9144" h="2873343">
                <a:moveTo>
                  <a:pt x="0" y="2873343"/>
                </a:moveTo>
                <a:lnTo>
                  <a:pt x="0" y="0"/>
                </a:lnTo>
              </a:path>
            </a:pathLst>
          </a:custGeom>
          <a:noFill/>
          <a:ln w="9525">
            <a:solidFill>
              <a:srgbClr val="B8C2CC"/>
            </a:solidFill>
            <a:prstDash val="solid"/>
          </a:ln>
        </p:spPr>
      </p:sp>
      <p:sp>
        <p:nvSpPr>
          <p:cNvPr id="11" name="S03-mark47"/>
          <p:cNvSpPr/>
          <p:nvPr/>
        </p:nvSpPr>
        <p:spPr>
          <a:xfrm>
            <a:off x="5358182" y="1417320"/>
            <a:ext cx="9144" cy="2873343"/>
          </a:xfrm>
          <a:custGeom>
            <a:avLst/>
            <a:gdLst/>
            <a:ahLst/>
            <a:cxnLst/>
            <a:rect l="l" t="t" r="r" b="b"/>
            <a:pathLst>
              <a:path w="9144" h="2873343">
                <a:moveTo>
                  <a:pt x="0" y="2873343"/>
                </a:moveTo>
                <a:lnTo>
                  <a:pt x="0" y="0"/>
                </a:lnTo>
              </a:path>
            </a:pathLst>
          </a:custGeom>
          <a:noFill/>
          <a:ln w="9525">
            <a:solidFill>
              <a:srgbClr val="B8C2CC"/>
            </a:solidFill>
            <a:prstDash val="solid"/>
          </a:ln>
        </p:spPr>
      </p:sp>
      <p:sp>
        <p:nvSpPr>
          <p:cNvPr id="12" name="S03-mark48"/>
          <p:cNvSpPr/>
          <p:nvPr/>
        </p:nvSpPr>
        <p:spPr>
          <a:xfrm>
            <a:off x="5717350" y="1417320"/>
            <a:ext cx="9144" cy="2873343"/>
          </a:xfrm>
          <a:custGeom>
            <a:avLst/>
            <a:gdLst/>
            <a:ahLst/>
            <a:cxnLst/>
            <a:rect l="l" t="t" r="r" b="b"/>
            <a:pathLst>
              <a:path w="9144" h="2873343">
                <a:moveTo>
                  <a:pt x="0" y="2873343"/>
                </a:moveTo>
                <a:lnTo>
                  <a:pt x="0" y="0"/>
                </a:lnTo>
              </a:path>
            </a:pathLst>
          </a:custGeom>
          <a:noFill/>
          <a:ln w="9525">
            <a:solidFill>
              <a:srgbClr val="B8C2CC"/>
            </a:solidFill>
            <a:prstDash val="solid"/>
          </a:ln>
        </p:spPr>
      </p:sp>
      <p:sp>
        <p:nvSpPr>
          <p:cNvPr id="13" name="S03-mark49"/>
          <p:cNvSpPr/>
          <p:nvPr/>
        </p:nvSpPr>
        <p:spPr>
          <a:xfrm>
            <a:off x="6076518" y="1417320"/>
            <a:ext cx="9144" cy="2873343"/>
          </a:xfrm>
          <a:custGeom>
            <a:avLst/>
            <a:gdLst/>
            <a:ahLst/>
            <a:cxnLst/>
            <a:rect l="l" t="t" r="r" b="b"/>
            <a:pathLst>
              <a:path w="9144" h="2873343">
                <a:moveTo>
                  <a:pt x="0" y="2873343"/>
                </a:moveTo>
                <a:lnTo>
                  <a:pt x="0" y="0"/>
                </a:lnTo>
              </a:path>
            </a:pathLst>
          </a:custGeom>
          <a:noFill/>
          <a:ln w="9525">
            <a:solidFill>
              <a:srgbClr val="B8C2CC"/>
            </a:solidFill>
            <a:prstDash val="solid"/>
          </a:ln>
        </p:spPr>
      </p:sp>
      <p:sp>
        <p:nvSpPr>
          <p:cNvPr id="14" name="S03-mark50"/>
          <p:cNvSpPr/>
          <p:nvPr/>
        </p:nvSpPr>
        <p:spPr>
          <a:xfrm>
            <a:off x="6435685" y="1417320"/>
            <a:ext cx="9144" cy="2873343"/>
          </a:xfrm>
          <a:custGeom>
            <a:avLst/>
            <a:gdLst/>
            <a:ahLst/>
            <a:cxnLst/>
            <a:rect l="l" t="t" r="r" b="b"/>
            <a:pathLst>
              <a:path w="9144" h="2873343">
                <a:moveTo>
                  <a:pt x="0" y="2873343"/>
                </a:moveTo>
                <a:lnTo>
                  <a:pt x="0" y="0"/>
                </a:lnTo>
              </a:path>
            </a:pathLst>
          </a:custGeom>
          <a:noFill/>
          <a:ln w="9525">
            <a:solidFill>
              <a:srgbClr val="B8C2CC"/>
            </a:solidFill>
            <a:prstDash val="solid"/>
          </a:ln>
        </p:spPr>
      </p:sp>
      <p:sp>
        <p:nvSpPr>
          <p:cNvPr id="15" name="S03-mark51"/>
          <p:cNvSpPr/>
          <p:nvPr/>
        </p:nvSpPr>
        <p:spPr>
          <a:xfrm>
            <a:off x="6794853" y="1417320"/>
            <a:ext cx="9144" cy="2873343"/>
          </a:xfrm>
          <a:custGeom>
            <a:avLst/>
            <a:gdLst/>
            <a:ahLst/>
            <a:cxnLst/>
            <a:rect l="l" t="t" r="r" b="b"/>
            <a:pathLst>
              <a:path w="9144" h="2873343">
                <a:moveTo>
                  <a:pt x="0" y="2873343"/>
                </a:moveTo>
                <a:lnTo>
                  <a:pt x="0" y="0"/>
                </a:lnTo>
              </a:path>
            </a:pathLst>
          </a:custGeom>
          <a:noFill/>
          <a:ln w="9525">
            <a:solidFill>
              <a:srgbClr val="B8C2CC"/>
            </a:solidFill>
            <a:prstDash val="solid"/>
          </a:ln>
        </p:spPr>
      </p:sp>
      <p:sp>
        <p:nvSpPr>
          <p:cNvPr id="16" name="S03-mark52"/>
          <p:cNvSpPr/>
          <p:nvPr/>
        </p:nvSpPr>
        <p:spPr>
          <a:xfrm>
            <a:off x="7154021" y="1417320"/>
            <a:ext cx="9144" cy="2873343"/>
          </a:xfrm>
          <a:custGeom>
            <a:avLst/>
            <a:gdLst/>
            <a:ahLst/>
            <a:cxnLst/>
            <a:rect l="l" t="t" r="r" b="b"/>
            <a:pathLst>
              <a:path w="9144" h="2873343">
                <a:moveTo>
                  <a:pt x="0" y="2873343"/>
                </a:moveTo>
                <a:lnTo>
                  <a:pt x="0" y="0"/>
                </a:lnTo>
              </a:path>
            </a:pathLst>
          </a:custGeom>
          <a:noFill/>
          <a:ln w="9525">
            <a:solidFill>
              <a:srgbClr val="B8C2CC"/>
            </a:solidFill>
            <a:prstDash val="solid"/>
          </a:ln>
        </p:spPr>
      </p:sp>
      <p:sp>
        <p:nvSpPr>
          <p:cNvPr id="17" name="S03-mark53"/>
          <p:cNvSpPr/>
          <p:nvPr/>
        </p:nvSpPr>
        <p:spPr>
          <a:xfrm>
            <a:off x="3203174" y="4290663"/>
            <a:ext cx="3950847" cy="9144"/>
          </a:xfrm>
          <a:custGeom>
            <a:avLst/>
            <a:gdLst/>
            <a:ahLst/>
            <a:cxnLst/>
            <a:rect l="l" t="t" r="r" b="b"/>
            <a:pathLst>
              <a:path w="3950847" h="9144">
                <a:moveTo>
                  <a:pt x="0" y="0"/>
                </a:moveTo>
                <a:lnTo>
                  <a:pt x="3950847" y="0"/>
                </a:lnTo>
              </a:path>
            </a:pathLst>
          </a:custGeom>
          <a:noFill/>
          <a:ln w="9525">
            <a:solidFill>
              <a:srgbClr val="B8C2CC"/>
            </a:solidFill>
            <a:prstDash val="solid"/>
          </a:ln>
        </p:spPr>
      </p:sp>
      <p:sp>
        <p:nvSpPr>
          <p:cNvPr id="18" name="S03-mark54"/>
          <p:cNvSpPr/>
          <p:nvPr/>
        </p:nvSpPr>
        <p:spPr>
          <a:xfrm>
            <a:off x="3203174" y="3931495"/>
            <a:ext cx="3950847" cy="9144"/>
          </a:xfrm>
          <a:custGeom>
            <a:avLst/>
            <a:gdLst/>
            <a:ahLst/>
            <a:cxnLst/>
            <a:rect l="l" t="t" r="r" b="b"/>
            <a:pathLst>
              <a:path w="3950847" h="9144">
                <a:moveTo>
                  <a:pt x="0" y="0"/>
                </a:moveTo>
                <a:lnTo>
                  <a:pt x="3950847" y="0"/>
                </a:lnTo>
              </a:path>
            </a:pathLst>
          </a:custGeom>
          <a:noFill/>
          <a:ln w="9525">
            <a:solidFill>
              <a:srgbClr val="B8C2CC"/>
            </a:solidFill>
            <a:prstDash val="solid"/>
          </a:ln>
        </p:spPr>
      </p:sp>
      <p:sp>
        <p:nvSpPr>
          <p:cNvPr id="19" name="S03-mark55"/>
          <p:cNvSpPr/>
          <p:nvPr/>
        </p:nvSpPr>
        <p:spPr>
          <a:xfrm>
            <a:off x="3203174" y="3572327"/>
            <a:ext cx="3950847" cy="9144"/>
          </a:xfrm>
          <a:custGeom>
            <a:avLst/>
            <a:gdLst/>
            <a:ahLst/>
            <a:cxnLst/>
            <a:rect l="l" t="t" r="r" b="b"/>
            <a:pathLst>
              <a:path w="3950847" h="9144">
                <a:moveTo>
                  <a:pt x="0" y="0"/>
                </a:moveTo>
                <a:lnTo>
                  <a:pt x="3950847" y="0"/>
                </a:lnTo>
              </a:path>
            </a:pathLst>
          </a:custGeom>
          <a:noFill/>
          <a:ln w="9525">
            <a:solidFill>
              <a:srgbClr val="B8C2CC"/>
            </a:solidFill>
            <a:prstDash val="solid"/>
          </a:ln>
        </p:spPr>
      </p:sp>
      <p:sp>
        <p:nvSpPr>
          <p:cNvPr id="20" name="S03-mark56"/>
          <p:cNvSpPr/>
          <p:nvPr/>
        </p:nvSpPr>
        <p:spPr>
          <a:xfrm>
            <a:off x="3203174" y="3213159"/>
            <a:ext cx="3950847" cy="9144"/>
          </a:xfrm>
          <a:custGeom>
            <a:avLst/>
            <a:gdLst/>
            <a:ahLst/>
            <a:cxnLst/>
            <a:rect l="l" t="t" r="r" b="b"/>
            <a:pathLst>
              <a:path w="3950847" h="9144">
                <a:moveTo>
                  <a:pt x="0" y="0"/>
                </a:moveTo>
                <a:lnTo>
                  <a:pt x="3950847" y="0"/>
                </a:lnTo>
              </a:path>
            </a:pathLst>
          </a:custGeom>
          <a:noFill/>
          <a:ln w="9525">
            <a:solidFill>
              <a:srgbClr val="B8C2CC"/>
            </a:solidFill>
            <a:prstDash val="solid"/>
          </a:ln>
        </p:spPr>
      </p:sp>
      <p:sp>
        <p:nvSpPr>
          <p:cNvPr id="21" name="S03-mark57"/>
          <p:cNvSpPr/>
          <p:nvPr/>
        </p:nvSpPr>
        <p:spPr>
          <a:xfrm>
            <a:off x="3203174" y="2853992"/>
            <a:ext cx="3950847" cy="9144"/>
          </a:xfrm>
          <a:custGeom>
            <a:avLst/>
            <a:gdLst/>
            <a:ahLst/>
            <a:cxnLst/>
            <a:rect l="l" t="t" r="r" b="b"/>
            <a:pathLst>
              <a:path w="3950847" h="9144">
                <a:moveTo>
                  <a:pt x="0" y="0"/>
                </a:moveTo>
                <a:lnTo>
                  <a:pt x="3950847" y="0"/>
                </a:lnTo>
              </a:path>
            </a:pathLst>
          </a:custGeom>
          <a:noFill/>
          <a:ln w="9525">
            <a:solidFill>
              <a:srgbClr val="B8C2CC"/>
            </a:solidFill>
            <a:prstDash val="solid"/>
          </a:ln>
        </p:spPr>
      </p:sp>
      <p:sp>
        <p:nvSpPr>
          <p:cNvPr id="22" name="S03-mark58"/>
          <p:cNvSpPr/>
          <p:nvPr/>
        </p:nvSpPr>
        <p:spPr>
          <a:xfrm>
            <a:off x="3203174" y="2494824"/>
            <a:ext cx="3950847" cy="9144"/>
          </a:xfrm>
          <a:custGeom>
            <a:avLst/>
            <a:gdLst/>
            <a:ahLst/>
            <a:cxnLst/>
            <a:rect l="l" t="t" r="r" b="b"/>
            <a:pathLst>
              <a:path w="3950847" h="9144">
                <a:moveTo>
                  <a:pt x="0" y="0"/>
                </a:moveTo>
                <a:lnTo>
                  <a:pt x="3950847" y="0"/>
                </a:lnTo>
              </a:path>
            </a:pathLst>
          </a:custGeom>
          <a:noFill/>
          <a:ln w="9525">
            <a:solidFill>
              <a:srgbClr val="B8C2CC"/>
            </a:solidFill>
            <a:prstDash val="solid"/>
          </a:ln>
        </p:spPr>
      </p:sp>
      <p:sp>
        <p:nvSpPr>
          <p:cNvPr id="23" name="S03-mark59"/>
          <p:cNvSpPr/>
          <p:nvPr/>
        </p:nvSpPr>
        <p:spPr>
          <a:xfrm>
            <a:off x="3203174" y="2135656"/>
            <a:ext cx="3950847" cy="9144"/>
          </a:xfrm>
          <a:custGeom>
            <a:avLst/>
            <a:gdLst/>
            <a:ahLst/>
            <a:cxnLst/>
            <a:rect l="l" t="t" r="r" b="b"/>
            <a:pathLst>
              <a:path w="3950847" h="9144">
                <a:moveTo>
                  <a:pt x="0" y="0"/>
                </a:moveTo>
                <a:lnTo>
                  <a:pt x="3950847" y="0"/>
                </a:lnTo>
              </a:path>
            </a:pathLst>
          </a:custGeom>
          <a:noFill/>
          <a:ln w="9525">
            <a:solidFill>
              <a:srgbClr val="B8C2CC"/>
            </a:solidFill>
            <a:prstDash val="solid"/>
          </a:ln>
        </p:spPr>
      </p:sp>
      <p:sp>
        <p:nvSpPr>
          <p:cNvPr id="24" name="S03-mark60"/>
          <p:cNvSpPr/>
          <p:nvPr/>
        </p:nvSpPr>
        <p:spPr>
          <a:xfrm>
            <a:off x="3203174" y="1776488"/>
            <a:ext cx="3950847" cy="9144"/>
          </a:xfrm>
          <a:custGeom>
            <a:avLst/>
            <a:gdLst/>
            <a:ahLst/>
            <a:cxnLst/>
            <a:rect l="l" t="t" r="r" b="b"/>
            <a:pathLst>
              <a:path w="3950847" h="9144">
                <a:moveTo>
                  <a:pt x="0" y="0"/>
                </a:moveTo>
                <a:lnTo>
                  <a:pt x="3950847" y="0"/>
                </a:lnTo>
              </a:path>
            </a:pathLst>
          </a:custGeom>
          <a:noFill/>
          <a:ln w="9525">
            <a:solidFill>
              <a:srgbClr val="B8C2CC"/>
            </a:solidFill>
            <a:prstDash val="solid"/>
          </a:ln>
        </p:spPr>
      </p:sp>
      <p:sp>
        <p:nvSpPr>
          <p:cNvPr id="25" name="S03-mark61"/>
          <p:cNvSpPr/>
          <p:nvPr/>
        </p:nvSpPr>
        <p:spPr>
          <a:xfrm>
            <a:off x="3203174" y="1417320"/>
            <a:ext cx="3950847" cy="9144"/>
          </a:xfrm>
          <a:custGeom>
            <a:avLst/>
            <a:gdLst/>
            <a:ahLst/>
            <a:cxnLst/>
            <a:rect l="l" t="t" r="r" b="b"/>
            <a:pathLst>
              <a:path w="3950847" h="9144">
                <a:moveTo>
                  <a:pt x="0" y="0"/>
                </a:moveTo>
                <a:lnTo>
                  <a:pt x="3950847" y="0"/>
                </a:lnTo>
              </a:path>
            </a:pathLst>
          </a:custGeom>
          <a:noFill/>
          <a:ln w="9525">
            <a:solidFill>
              <a:srgbClr val="B8C2CC"/>
            </a:solidFill>
            <a:prstDash val="solid"/>
          </a:ln>
        </p:spPr>
      </p:sp>
      <p:sp>
        <p:nvSpPr>
          <p:cNvPr id="26" name="S03-mark62"/>
          <p:cNvSpPr/>
          <p:nvPr/>
        </p:nvSpPr>
        <p:spPr>
          <a:xfrm>
            <a:off x="6112434" y="1417320"/>
            <a:ext cx="143667" cy="2873343"/>
          </a:xfrm>
          <a:custGeom>
            <a:avLst/>
            <a:gdLst/>
            <a:ahLst/>
            <a:cxnLst/>
            <a:rect l="l" t="t" r="r" b="b"/>
            <a:pathLst>
              <a:path w="143667" h="2873343">
                <a:moveTo>
                  <a:pt x="107750" y="0"/>
                </a:moveTo>
                <a:lnTo>
                  <a:pt x="0" y="538752"/>
                </a:lnTo>
                <a:lnTo>
                  <a:pt x="143667" y="1077504"/>
                </a:lnTo>
                <a:lnTo>
                  <a:pt x="35917" y="1616256"/>
                </a:lnTo>
                <a:lnTo>
                  <a:pt x="143667" y="2155007"/>
                </a:lnTo>
                <a:lnTo>
                  <a:pt x="35917" y="2873343"/>
                </a:lnTo>
              </a:path>
            </a:pathLst>
          </a:custGeom>
          <a:noFill/>
          <a:ln w="88900">
            <a:solidFill>
              <a:srgbClr val="4A90C8"/>
            </a:solidFill>
            <a:prstDash val="solid"/>
          </a:ln>
        </p:spPr>
      </p:sp>
      <p:sp>
        <p:nvSpPr>
          <p:cNvPr id="27" name="S03-mark63"/>
          <p:cNvSpPr/>
          <p:nvPr/>
        </p:nvSpPr>
        <p:spPr>
          <a:xfrm>
            <a:off x="3203174" y="3033576"/>
            <a:ext cx="3950847" cy="9144"/>
          </a:xfrm>
          <a:custGeom>
            <a:avLst/>
            <a:gdLst/>
            <a:ahLst/>
            <a:cxnLst/>
            <a:rect l="l" t="t" r="r" b="b"/>
            <a:pathLst>
              <a:path w="3950847" h="9144">
                <a:moveTo>
                  <a:pt x="0" y="0"/>
                </a:moveTo>
                <a:lnTo>
                  <a:pt x="3950847" y="0"/>
                </a:lnTo>
              </a:path>
            </a:pathLst>
          </a:custGeom>
          <a:noFill/>
          <a:ln w="88900">
            <a:solidFill>
              <a:srgbClr val="A3AAB4"/>
            </a:solidFill>
            <a:prstDash val="solid"/>
          </a:ln>
        </p:spPr>
      </p:sp>
      <p:sp>
        <p:nvSpPr>
          <p:cNvPr id="28" name="S03-mark64"/>
          <p:cNvSpPr/>
          <p:nvPr/>
        </p:nvSpPr>
        <p:spPr>
          <a:xfrm>
            <a:off x="4819430" y="1417320"/>
            <a:ext cx="9144" cy="2873343"/>
          </a:xfrm>
          <a:custGeom>
            <a:avLst/>
            <a:gdLst/>
            <a:ahLst/>
            <a:cxnLst/>
            <a:rect l="l" t="t" r="r" b="b"/>
            <a:pathLst>
              <a:path w="9144" h="2873343">
                <a:moveTo>
                  <a:pt x="0" y="2873343"/>
                </a:moveTo>
                <a:lnTo>
                  <a:pt x="0" y="0"/>
                </a:lnTo>
              </a:path>
            </a:pathLst>
          </a:custGeom>
          <a:noFill/>
          <a:ln w="88900">
            <a:solidFill>
              <a:srgbClr val="A3AAB4"/>
            </a:solidFill>
            <a:prstDash val="solid"/>
          </a:ln>
        </p:spPr>
      </p:sp>
      <p:sp>
        <p:nvSpPr>
          <p:cNvPr id="29" name="S03-mark65"/>
          <p:cNvSpPr/>
          <p:nvPr/>
        </p:nvSpPr>
        <p:spPr>
          <a:xfrm>
            <a:off x="3203174" y="1417320"/>
            <a:ext cx="3950847" cy="2873343"/>
          </a:xfrm>
          <a:custGeom>
            <a:avLst/>
            <a:gdLst/>
            <a:ahLst/>
            <a:cxnLst/>
            <a:rect l="l" t="t" r="r" b="b"/>
            <a:pathLst>
              <a:path w="3950847" h="2873343">
                <a:moveTo>
                  <a:pt x="0" y="2873343"/>
                </a:moveTo>
                <a:lnTo>
                  <a:pt x="3950847" y="2873343"/>
                </a:lnTo>
                <a:lnTo>
                  <a:pt x="3950847" y="0"/>
                </a:lnTo>
                <a:lnTo>
                  <a:pt x="0" y="0"/>
                </a:lnTo>
                <a:lnTo>
                  <a:pt x="0" y="2873343"/>
                </a:lnTo>
              </a:path>
            </a:pathLst>
          </a:custGeom>
          <a:noFill/>
          <a:ln w="19050">
            <a:solidFill>
              <a:srgbClr val="1F2937"/>
            </a:solidFill>
            <a:prstDash val="solid"/>
          </a:ln>
        </p:spPr>
      </p:sp>
      <p:sp>
        <p:nvSpPr>
          <p:cNvPr id="30" name="S03-mark66"/>
          <p:cNvSpPr/>
          <p:nvPr/>
        </p:nvSpPr>
        <p:spPr>
          <a:xfrm>
            <a:off x="3759885" y="1625637"/>
            <a:ext cx="323251" cy="280151"/>
          </a:xfrm>
          <a:custGeom>
            <a:avLst/>
            <a:gdLst/>
            <a:ahLst/>
            <a:cxnLst/>
            <a:rect l="l" t="t" r="r" b="b"/>
            <a:pathLst>
              <a:path w="323251" h="280151">
                <a:moveTo>
                  <a:pt x="0" y="280151"/>
                </a:moveTo>
                <a:lnTo>
                  <a:pt x="323251" y="280151"/>
                </a:lnTo>
                <a:lnTo>
                  <a:pt x="161626" y="0"/>
                </a:lnTo>
                <a:close/>
              </a:path>
            </a:pathLst>
          </a:custGeom>
          <a:solidFill>
            <a:srgbClr val="8B5E3C"/>
          </a:solidFill>
          <a:ln w="15875">
            <a:solidFill>
              <a:srgbClr val="1F2937"/>
            </a:solidFill>
            <a:prstDash val="solid"/>
          </a:ln>
        </p:spPr>
      </p:sp>
      <p:sp>
        <p:nvSpPr>
          <p:cNvPr id="31" name="S03-mark67"/>
          <p:cNvSpPr/>
          <p:nvPr/>
        </p:nvSpPr>
        <p:spPr>
          <a:xfrm>
            <a:off x="3813760" y="2333198"/>
            <a:ext cx="258601" cy="179584"/>
          </a:xfrm>
          <a:custGeom>
            <a:avLst/>
            <a:gdLst/>
            <a:ahLst/>
            <a:cxnLst/>
            <a:rect l="l" t="t" r="r" b="b"/>
            <a:pathLst>
              <a:path w="258601" h="179584">
                <a:moveTo>
                  <a:pt x="0" y="0"/>
                </a:moveTo>
                <a:lnTo>
                  <a:pt x="258601" y="89792"/>
                </a:lnTo>
                <a:lnTo>
                  <a:pt x="0" y="179584"/>
                </a:lnTo>
                <a:close/>
              </a:path>
            </a:pathLst>
          </a:custGeom>
          <a:solidFill>
            <a:srgbClr val="E9762B"/>
          </a:solidFill>
          <a:ln w="15875">
            <a:solidFill>
              <a:srgbClr val="1F2937"/>
            </a:solidFill>
            <a:prstDash val="solid"/>
          </a:ln>
        </p:spPr>
      </p:sp>
      <p:sp>
        <p:nvSpPr>
          <p:cNvPr id="32" name="S03-mark68"/>
          <p:cNvSpPr/>
          <p:nvPr/>
        </p:nvSpPr>
        <p:spPr>
          <a:xfrm>
            <a:off x="3792210" y="2333198"/>
            <a:ext cx="43100" cy="323251"/>
          </a:xfrm>
          <a:custGeom>
            <a:avLst/>
            <a:gdLst/>
            <a:ahLst/>
            <a:cxnLst/>
            <a:rect l="l" t="t" r="r" b="b"/>
            <a:pathLst>
              <a:path w="43100" h="323251">
                <a:moveTo>
                  <a:pt x="0" y="323251"/>
                </a:moveTo>
                <a:lnTo>
                  <a:pt x="43100" y="323251"/>
                </a:lnTo>
                <a:lnTo>
                  <a:pt x="43100" y="0"/>
                </a:lnTo>
                <a:lnTo>
                  <a:pt x="0" y="0"/>
                </a:lnTo>
                <a:close/>
              </a:path>
            </a:pathLst>
          </a:custGeom>
          <a:solidFill>
            <a:srgbClr val="1F2937"/>
          </a:solidFill>
          <a:ln/>
        </p:spPr>
      </p:sp>
      <p:sp>
        <p:nvSpPr>
          <p:cNvPr id="33" name="S03-mark69"/>
          <p:cNvSpPr/>
          <p:nvPr/>
        </p:nvSpPr>
        <p:spPr>
          <a:xfrm>
            <a:off x="5192965" y="2379890"/>
            <a:ext cx="165217" cy="244234"/>
          </a:xfrm>
          <a:custGeom>
            <a:avLst/>
            <a:gdLst/>
            <a:ahLst/>
            <a:cxnLst/>
            <a:rect l="l" t="t" r="r" b="b"/>
            <a:pathLst>
              <a:path w="165217" h="244234">
                <a:moveTo>
                  <a:pt x="0" y="0"/>
                </a:moveTo>
                <a:lnTo>
                  <a:pt x="165217" y="35917"/>
                </a:lnTo>
                <a:lnTo>
                  <a:pt x="165217" y="244234"/>
                </a:lnTo>
                <a:lnTo>
                  <a:pt x="0" y="208317"/>
                </a:lnTo>
                <a:close/>
              </a:path>
            </a:pathLst>
          </a:custGeom>
          <a:solidFill>
            <a:srgbClr val="3D5A80"/>
          </a:solidFill>
          <a:ln w="15875">
            <a:solidFill>
              <a:srgbClr val="1F2937"/>
            </a:solidFill>
            <a:prstDash val="solid"/>
          </a:ln>
        </p:spPr>
      </p:sp>
      <p:sp>
        <p:nvSpPr>
          <p:cNvPr id="34" name="S03-mark70"/>
          <p:cNvSpPr/>
          <p:nvPr/>
        </p:nvSpPr>
        <p:spPr>
          <a:xfrm>
            <a:off x="5358182" y="2379890"/>
            <a:ext cx="165217" cy="244234"/>
          </a:xfrm>
          <a:custGeom>
            <a:avLst/>
            <a:gdLst/>
            <a:ahLst/>
            <a:cxnLst/>
            <a:rect l="l" t="t" r="r" b="b"/>
            <a:pathLst>
              <a:path w="165217" h="244234">
                <a:moveTo>
                  <a:pt x="165217" y="0"/>
                </a:moveTo>
                <a:lnTo>
                  <a:pt x="0" y="35917"/>
                </a:lnTo>
                <a:lnTo>
                  <a:pt x="0" y="244234"/>
                </a:lnTo>
                <a:lnTo>
                  <a:pt x="165217" y="208317"/>
                </a:lnTo>
                <a:close/>
              </a:path>
            </a:pathLst>
          </a:custGeom>
          <a:solidFill>
            <a:srgbClr val="3D5A80"/>
          </a:solidFill>
          <a:ln w="15875">
            <a:solidFill>
              <a:srgbClr val="1F2937"/>
            </a:solidFill>
            <a:prstDash val="solid"/>
          </a:ln>
        </p:spPr>
      </p:sp>
      <p:sp>
        <p:nvSpPr>
          <p:cNvPr id="35" name="S03-mark71"/>
          <p:cNvSpPr/>
          <p:nvPr/>
        </p:nvSpPr>
        <p:spPr>
          <a:xfrm>
            <a:off x="3899960" y="3590286"/>
            <a:ext cx="43100" cy="143667"/>
          </a:xfrm>
          <a:custGeom>
            <a:avLst/>
            <a:gdLst/>
            <a:ahLst/>
            <a:cxnLst/>
            <a:rect l="l" t="t" r="r" b="b"/>
            <a:pathLst>
              <a:path w="43100" h="143667">
                <a:moveTo>
                  <a:pt x="0" y="143667"/>
                </a:moveTo>
                <a:lnTo>
                  <a:pt x="43100" y="143667"/>
                </a:lnTo>
                <a:lnTo>
                  <a:pt x="43100" y="0"/>
                </a:lnTo>
                <a:lnTo>
                  <a:pt x="0" y="0"/>
                </a:lnTo>
                <a:close/>
              </a:path>
            </a:pathLst>
          </a:custGeom>
          <a:solidFill>
            <a:srgbClr val="8B5E3C"/>
          </a:solidFill>
          <a:ln/>
        </p:spPr>
      </p:sp>
      <p:sp>
        <p:nvSpPr>
          <p:cNvPr id="36" name="S03-mark72"/>
          <p:cNvSpPr/>
          <p:nvPr/>
        </p:nvSpPr>
        <p:spPr>
          <a:xfrm>
            <a:off x="3802985" y="3410702"/>
            <a:ext cx="237051" cy="237051"/>
          </a:xfrm>
          <a:custGeom>
            <a:avLst/>
            <a:gdLst/>
            <a:ahLst/>
            <a:cxnLst/>
            <a:rect l="l" t="t" r="r" b="b"/>
            <a:pathLst>
              <a:path w="237051" h="237051">
                <a:moveTo>
                  <a:pt x="237051" y="118525"/>
                </a:moveTo>
                <a:lnTo>
                  <a:pt x="231304" y="81890"/>
                </a:lnTo>
                <a:lnTo>
                  <a:pt x="214423" y="48847"/>
                </a:lnTo>
                <a:lnTo>
                  <a:pt x="188204" y="22628"/>
                </a:lnTo>
                <a:lnTo>
                  <a:pt x="155161" y="5747"/>
                </a:lnTo>
                <a:lnTo>
                  <a:pt x="118525" y="0"/>
                </a:lnTo>
                <a:lnTo>
                  <a:pt x="81890" y="5747"/>
                </a:lnTo>
                <a:lnTo>
                  <a:pt x="48847" y="22628"/>
                </a:lnTo>
                <a:lnTo>
                  <a:pt x="22628" y="48847"/>
                </a:lnTo>
                <a:lnTo>
                  <a:pt x="5747" y="81890"/>
                </a:lnTo>
                <a:lnTo>
                  <a:pt x="0" y="118525"/>
                </a:lnTo>
                <a:lnTo>
                  <a:pt x="5747" y="155161"/>
                </a:lnTo>
                <a:lnTo>
                  <a:pt x="22628" y="188204"/>
                </a:lnTo>
                <a:lnTo>
                  <a:pt x="48847" y="214423"/>
                </a:lnTo>
                <a:lnTo>
                  <a:pt x="81890" y="231304"/>
                </a:lnTo>
                <a:lnTo>
                  <a:pt x="118525" y="237051"/>
                </a:lnTo>
                <a:lnTo>
                  <a:pt x="155161" y="231304"/>
                </a:lnTo>
                <a:lnTo>
                  <a:pt x="188204" y="214423"/>
                </a:lnTo>
                <a:lnTo>
                  <a:pt x="214423" y="188204"/>
                </a:lnTo>
                <a:lnTo>
                  <a:pt x="231304" y="155161"/>
                </a:lnTo>
                <a:close/>
              </a:path>
            </a:pathLst>
          </a:custGeom>
          <a:solidFill>
            <a:srgbClr val="2A9D8F"/>
          </a:solidFill>
          <a:ln w="15875">
            <a:solidFill>
              <a:srgbClr val="1F2937"/>
            </a:solidFill>
            <a:prstDash val="solid"/>
          </a:ln>
        </p:spPr>
      </p:sp>
      <p:sp>
        <p:nvSpPr>
          <p:cNvPr id="37" name="S03-mark73"/>
          <p:cNvSpPr/>
          <p:nvPr/>
        </p:nvSpPr>
        <p:spPr>
          <a:xfrm>
            <a:off x="5214515" y="3428660"/>
            <a:ext cx="287334" cy="287334"/>
          </a:xfrm>
          <a:custGeom>
            <a:avLst/>
            <a:gdLst/>
            <a:ahLst/>
            <a:cxnLst/>
            <a:rect l="l" t="t" r="r" b="b"/>
            <a:pathLst>
              <a:path w="287334" h="287334">
                <a:moveTo>
                  <a:pt x="287334" y="143667"/>
                </a:moveTo>
                <a:lnTo>
                  <a:pt x="280151" y="99130"/>
                </a:lnTo>
                <a:lnTo>
                  <a:pt x="260038" y="59263"/>
                </a:lnTo>
                <a:lnTo>
                  <a:pt x="228072" y="27297"/>
                </a:lnTo>
                <a:lnTo>
                  <a:pt x="188204" y="7183"/>
                </a:lnTo>
                <a:lnTo>
                  <a:pt x="143667" y="0"/>
                </a:lnTo>
                <a:lnTo>
                  <a:pt x="99130" y="7183"/>
                </a:lnTo>
                <a:lnTo>
                  <a:pt x="59263" y="27297"/>
                </a:lnTo>
                <a:lnTo>
                  <a:pt x="27297" y="59263"/>
                </a:lnTo>
                <a:lnTo>
                  <a:pt x="7183" y="99130"/>
                </a:lnTo>
                <a:lnTo>
                  <a:pt x="0" y="143667"/>
                </a:lnTo>
                <a:lnTo>
                  <a:pt x="7183" y="188204"/>
                </a:lnTo>
                <a:lnTo>
                  <a:pt x="27297" y="228072"/>
                </a:lnTo>
                <a:lnTo>
                  <a:pt x="59263" y="260038"/>
                </a:lnTo>
                <a:lnTo>
                  <a:pt x="99130" y="280151"/>
                </a:lnTo>
                <a:lnTo>
                  <a:pt x="143667" y="287334"/>
                </a:lnTo>
                <a:lnTo>
                  <a:pt x="188204" y="280151"/>
                </a:lnTo>
                <a:lnTo>
                  <a:pt x="228072" y="260038"/>
                </a:lnTo>
                <a:lnTo>
                  <a:pt x="260038" y="228072"/>
                </a:lnTo>
                <a:lnTo>
                  <a:pt x="280151" y="188204"/>
                </a:lnTo>
                <a:close/>
              </a:path>
            </a:pathLst>
          </a:custGeom>
          <a:solidFill>
            <a:srgbClr val="FFFFFF"/>
          </a:solidFill>
          <a:ln w="25400">
            <a:solidFill>
              <a:srgbClr val="C8434E"/>
            </a:solidFill>
            <a:prstDash val="solid"/>
          </a:ln>
        </p:spPr>
      </p:sp>
      <p:sp>
        <p:nvSpPr>
          <p:cNvPr id="38" name="S03-mark74"/>
          <p:cNvSpPr/>
          <p:nvPr/>
        </p:nvSpPr>
        <p:spPr>
          <a:xfrm>
            <a:off x="5333040" y="3475352"/>
            <a:ext cx="50284" cy="193951"/>
          </a:xfrm>
          <a:custGeom>
            <a:avLst/>
            <a:gdLst/>
            <a:ahLst/>
            <a:cxnLst/>
            <a:rect l="l" t="t" r="r" b="b"/>
            <a:pathLst>
              <a:path w="50284" h="193951">
                <a:moveTo>
                  <a:pt x="0" y="193951"/>
                </a:moveTo>
                <a:lnTo>
                  <a:pt x="50284" y="193951"/>
                </a:lnTo>
                <a:lnTo>
                  <a:pt x="50284" y="0"/>
                </a:lnTo>
                <a:lnTo>
                  <a:pt x="0" y="0"/>
                </a:lnTo>
                <a:close/>
              </a:path>
            </a:pathLst>
          </a:custGeom>
          <a:solidFill>
            <a:srgbClr val="C8434E"/>
          </a:solidFill>
          <a:ln/>
        </p:spPr>
      </p:sp>
      <p:sp>
        <p:nvSpPr>
          <p:cNvPr id="39" name="S03-mark75"/>
          <p:cNvSpPr/>
          <p:nvPr/>
        </p:nvSpPr>
        <p:spPr>
          <a:xfrm>
            <a:off x="5261206" y="3547186"/>
            <a:ext cx="193951" cy="50284"/>
          </a:xfrm>
          <a:custGeom>
            <a:avLst/>
            <a:gdLst/>
            <a:ahLst/>
            <a:cxnLst/>
            <a:rect l="l" t="t" r="r" b="b"/>
            <a:pathLst>
              <a:path w="193951" h="50284">
                <a:moveTo>
                  <a:pt x="0" y="50284"/>
                </a:moveTo>
                <a:lnTo>
                  <a:pt x="193951" y="50284"/>
                </a:lnTo>
                <a:lnTo>
                  <a:pt x="193951" y="0"/>
                </a:lnTo>
                <a:lnTo>
                  <a:pt x="0" y="0"/>
                </a:lnTo>
                <a:close/>
              </a:path>
            </a:pathLst>
          </a:custGeom>
          <a:solidFill>
            <a:srgbClr val="C8434E"/>
          </a:solidFill>
          <a:ln/>
        </p:spPr>
      </p:sp>
      <p:sp>
        <p:nvSpPr>
          <p:cNvPr id="40" name="S03-mark76"/>
          <p:cNvSpPr/>
          <p:nvPr/>
        </p:nvSpPr>
        <p:spPr>
          <a:xfrm>
            <a:off x="6665553" y="2343973"/>
            <a:ext cx="258601" cy="287334"/>
          </a:xfrm>
          <a:custGeom>
            <a:avLst/>
            <a:gdLst/>
            <a:ahLst/>
            <a:cxnLst/>
            <a:rect l="l" t="t" r="r" b="b"/>
            <a:pathLst>
              <a:path w="258601" h="287334">
                <a:moveTo>
                  <a:pt x="0" y="287334"/>
                </a:moveTo>
                <a:lnTo>
                  <a:pt x="258601" y="287334"/>
                </a:lnTo>
                <a:lnTo>
                  <a:pt x="258601" y="122117"/>
                </a:lnTo>
                <a:lnTo>
                  <a:pt x="129300" y="0"/>
                </a:lnTo>
                <a:lnTo>
                  <a:pt x="0" y="122117"/>
                </a:lnTo>
                <a:close/>
              </a:path>
            </a:pathLst>
          </a:custGeom>
          <a:solidFill>
            <a:srgbClr val="F2C14E"/>
          </a:solidFill>
          <a:ln w="15875">
            <a:solidFill>
              <a:srgbClr val="1F2937"/>
            </a:solidFill>
            <a:prstDash val="solid"/>
          </a:ln>
        </p:spPr>
      </p:sp>
      <p:sp>
        <p:nvSpPr>
          <p:cNvPr id="41" name="S03-mark77"/>
          <p:cNvSpPr/>
          <p:nvPr/>
        </p:nvSpPr>
        <p:spPr>
          <a:xfrm>
            <a:off x="7475477" y="1820306"/>
            <a:ext cx="290926" cy="252136"/>
          </a:xfrm>
          <a:custGeom>
            <a:avLst/>
            <a:gdLst/>
            <a:ahLst/>
            <a:cxnLst/>
            <a:rect l="l" t="t" r="r" b="b"/>
            <a:pathLst>
              <a:path w="290926" h="252136">
                <a:moveTo>
                  <a:pt x="0" y="252136"/>
                </a:moveTo>
                <a:lnTo>
                  <a:pt x="290926" y="252136"/>
                </a:lnTo>
                <a:lnTo>
                  <a:pt x="145463" y="0"/>
                </a:lnTo>
                <a:close/>
              </a:path>
            </a:pathLst>
          </a:custGeom>
          <a:solidFill>
            <a:srgbClr val="8B5E3C"/>
          </a:solidFill>
          <a:ln w="15875">
            <a:solidFill>
              <a:srgbClr val="1F2937"/>
            </a:solidFill>
            <a:prstDash val="solid"/>
          </a:ln>
        </p:spPr>
      </p:sp>
      <p:sp>
        <p:nvSpPr>
          <p:cNvPr id="42" name="S03-mark78"/>
          <p:cNvSpPr/>
          <p:nvPr/>
        </p:nvSpPr>
        <p:spPr>
          <a:xfrm>
            <a:off x="7523964" y="2151818"/>
            <a:ext cx="232741" cy="161626"/>
          </a:xfrm>
          <a:custGeom>
            <a:avLst/>
            <a:gdLst/>
            <a:ahLst/>
            <a:cxnLst/>
            <a:rect l="l" t="t" r="r" b="b"/>
            <a:pathLst>
              <a:path w="232741" h="161626">
                <a:moveTo>
                  <a:pt x="0" y="0"/>
                </a:moveTo>
                <a:lnTo>
                  <a:pt x="232741" y="80813"/>
                </a:lnTo>
                <a:lnTo>
                  <a:pt x="0" y="161626"/>
                </a:lnTo>
                <a:close/>
              </a:path>
            </a:pathLst>
          </a:custGeom>
          <a:solidFill>
            <a:srgbClr val="E9762B"/>
          </a:solidFill>
          <a:ln w="15875">
            <a:solidFill>
              <a:srgbClr val="1F2937"/>
            </a:solidFill>
            <a:prstDash val="solid"/>
          </a:ln>
        </p:spPr>
      </p:sp>
      <p:sp>
        <p:nvSpPr>
          <p:cNvPr id="43" name="S03-mark79"/>
          <p:cNvSpPr/>
          <p:nvPr/>
        </p:nvSpPr>
        <p:spPr>
          <a:xfrm>
            <a:off x="7504569" y="2151818"/>
            <a:ext cx="38790" cy="290926"/>
          </a:xfrm>
          <a:custGeom>
            <a:avLst/>
            <a:gdLst/>
            <a:ahLst/>
            <a:cxnLst/>
            <a:rect l="l" t="t" r="r" b="b"/>
            <a:pathLst>
              <a:path w="38790" h="290926">
                <a:moveTo>
                  <a:pt x="0" y="290926"/>
                </a:moveTo>
                <a:lnTo>
                  <a:pt x="38790" y="290926"/>
                </a:lnTo>
                <a:lnTo>
                  <a:pt x="38790" y="0"/>
                </a:lnTo>
                <a:lnTo>
                  <a:pt x="0" y="0"/>
                </a:lnTo>
                <a:close/>
              </a:path>
            </a:pathLst>
          </a:custGeom>
          <a:solidFill>
            <a:srgbClr val="1F2937"/>
          </a:solidFill>
          <a:ln/>
        </p:spPr>
      </p:sp>
      <p:sp>
        <p:nvSpPr>
          <p:cNvPr id="44" name="S03-mark80"/>
          <p:cNvSpPr/>
          <p:nvPr/>
        </p:nvSpPr>
        <p:spPr>
          <a:xfrm>
            <a:off x="7472244" y="2535050"/>
            <a:ext cx="148696" cy="219811"/>
          </a:xfrm>
          <a:custGeom>
            <a:avLst/>
            <a:gdLst/>
            <a:ahLst/>
            <a:cxnLst/>
            <a:rect l="l" t="t" r="r" b="b"/>
            <a:pathLst>
              <a:path w="148696" h="219811">
                <a:moveTo>
                  <a:pt x="0" y="0"/>
                </a:moveTo>
                <a:lnTo>
                  <a:pt x="148696" y="32325"/>
                </a:lnTo>
                <a:lnTo>
                  <a:pt x="148696" y="219811"/>
                </a:lnTo>
                <a:lnTo>
                  <a:pt x="0" y="187486"/>
                </a:lnTo>
                <a:close/>
              </a:path>
            </a:pathLst>
          </a:custGeom>
          <a:solidFill>
            <a:srgbClr val="3D5A80"/>
          </a:solidFill>
          <a:ln w="15875">
            <a:solidFill>
              <a:srgbClr val="1F2937"/>
            </a:solidFill>
            <a:prstDash val="solid"/>
          </a:ln>
        </p:spPr>
      </p:sp>
      <p:sp>
        <p:nvSpPr>
          <p:cNvPr id="45" name="S03-mark81"/>
          <p:cNvSpPr/>
          <p:nvPr/>
        </p:nvSpPr>
        <p:spPr>
          <a:xfrm>
            <a:off x="7620940" y="2535050"/>
            <a:ext cx="148696" cy="219811"/>
          </a:xfrm>
          <a:custGeom>
            <a:avLst/>
            <a:gdLst/>
            <a:ahLst/>
            <a:cxnLst/>
            <a:rect l="l" t="t" r="r" b="b"/>
            <a:pathLst>
              <a:path w="148696" h="219811">
                <a:moveTo>
                  <a:pt x="148696" y="0"/>
                </a:moveTo>
                <a:lnTo>
                  <a:pt x="0" y="32325"/>
                </a:lnTo>
                <a:lnTo>
                  <a:pt x="0" y="219811"/>
                </a:lnTo>
                <a:lnTo>
                  <a:pt x="148696" y="187486"/>
                </a:lnTo>
                <a:close/>
              </a:path>
            </a:pathLst>
          </a:custGeom>
          <a:solidFill>
            <a:srgbClr val="3D5A80"/>
          </a:solidFill>
          <a:ln w="15875">
            <a:solidFill>
              <a:srgbClr val="1F2937"/>
            </a:solidFill>
            <a:prstDash val="solid"/>
          </a:ln>
        </p:spPr>
      </p:sp>
      <p:sp>
        <p:nvSpPr>
          <p:cNvPr id="46" name="S03-mark82"/>
          <p:cNvSpPr/>
          <p:nvPr/>
        </p:nvSpPr>
        <p:spPr>
          <a:xfrm>
            <a:off x="7491639" y="2850400"/>
            <a:ext cx="258601" cy="258601"/>
          </a:xfrm>
          <a:custGeom>
            <a:avLst/>
            <a:gdLst/>
            <a:ahLst/>
            <a:cxnLst/>
            <a:rect l="l" t="t" r="r" b="b"/>
            <a:pathLst>
              <a:path w="258601" h="258601">
                <a:moveTo>
                  <a:pt x="258601" y="129300"/>
                </a:moveTo>
                <a:lnTo>
                  <a:pt x="252136" y="89433"/>
                </a:lnTo>
                <a:lnTo>
                  <a:pt x="233818" y="53157"/>
                </a:lnTo>
                <a:lnTo>
                  <a:pt x="205444" y="24783"/>
                </a:lnTo>
                <a:lnTo>
                  <a:pt x="169168" y="6465"/>
                </a:lnTo>
                <a:lnTo>
                  <a:pt x="129300" y="0"/>
                </a:lnTo>
                <a:lnTo>
                  <a:pt x="89433" y="6465"/>
                </a:lnTo>
                <a:lnTo>
                  <a:pt x="53157" y="24783"/>
                </a:lnTo>
                <a:lnTo>
                  <a:pt x="24783" y="53157"/>
                </a:lnTo>
                <a:lnTo>
                  <a:pt x="6465" y="89433"/>
                </a:lnTo>
                <a:lnTo>
                  <a:pt x="0" y="129300"/>
                </a:lnTo>
                <a:lnTo>
                  <a:pt x="6465" y="169168"/>
                </a:lnTo>
                <a:lnTo>
                  <a:pt x="24783" y="205444"/>
                </a:lnTo>
                <a:lnTo>
                  <a:pt x="53157" y="233818"/>
                </a:lnTo>
                <a:lnTo>
                  <a:pt x="89433" y="252136"/>
                </a:lnTo>
                <a:lnTo>
                  <a:pt x="129300" y="258601"/>
                </a:lnTo>
                <a:lnTo>
                  <a:pt x="169168" y="252136"/>
                </a:lnTo>
                <a:lnTo>
                  <a:pt x="205444" y="233818"/>
                </a:lnTo>
                <a:lnTo>
                  <a:pt x="233818" y="205444"/>
                </a:lnTo>
                <a:lnTo>
                  <a:pt x="252136" y="169168"/>
                </a:lnTo>
                <a:close/>
              </a:path>
            </a:pathLst>
          </a:custGeom>
          <a:solidFill>
            <a:srgbClr val="FFFFFF"/>
          </a:solidFill>
          <a:ln w="25400">
            <a:solidFill>
              <a:srgbClr val="C8434E"/>
            </a:solidFill>
            <a:prstDash val="solid"/>
          </a:ln>
        </p:spPr>
      </p:sp>
      <p:sp>
        <p:nvSpPr>
          <p:cNvPr id="47" name="S03-mark83"/>
          <p:cNvSpPr/>
          <p:nvPr/>
        </p:nvSpPr>
        <p:spPr>
          <a:xfrm>
            <a:off x="7598312" y="2892423"/>
            <a:ext cx="45255" cy="174556"/>
          </a:xfrm>
          <a:custGeom>
            <a:avLst/>
            <a:gdLst/>
            <a:ahLst/>
            <a:cxnLst/>
            <a:rect l="l" t="t" r="r" b="b"/>
            <a:pathLst>
              <a:path w="45255" h="174556">
                <a:moveTo>
                  <a:pt x="0" y="174556"/>
                </a:moveTo>
                <a:lnTo>
                  <a:pt x="45255" y="174556"/>
                </a:lnTo>
                <a:lnTo>
                  <a:pt x="45255" y="0"/>
                </a:lnTo>
                <a:lnTo>
                  <a:pt x="0" y="0"/>
                </a:lnTo>
                <a:close/>
              </a:path>
            </a:pathLst>
          </a:custGeom>
          <a:solidFill>
            <a:srgbClr val="C8434E"/>
          </a:solidFill>
          <a:ln/>
        </p:spPr>
      </p:sp>
      <p:sp>
        <p:nvSpPr>
          <p:cNvPr id="48" name="S03-mark84"/>
          <p:cNvSpPr/>
          <p:nvPr/>
        </p:nvSpPr>
        <p:spPr>
          <a:xfrm>
            <a:off x="7533662" y="2957073"/>
            <a:ext cx="174556" cy="45255"/>
          </a:xfrm>
          <a:custGeom>
            <a:avLst/>
            <a:gdLst/>
            <a:ahLst/>
            <a:cxnLst/>
            <a:rect l="l" t="t" r="r" b="b"/>
            <a:pathLst>
              <a:path w="174556" h="45255">
                <a:moveTo>
                  <a:pt x="0" y="45255"/>
                </a:moveTo>
                <a:lnTo>
                  <a:pt x="174556" y="45255"/>
                </a:lnTo>
                <a:lnTo>
                  <a:pt x="174556" y="0"/>
                </a:lnTo>
                <a:lnTo>
                  <a:pt x="0" y="0"/>
                </a:lnTo>
                <a:close/>
              </a:path>
            </a:pathLst>
          </a:custGeom>
          <a:solidFill>
            <a:srgbClr val="C8434E"/>
          </a:solidFill>
          <a:ln/>
        </p:spPr>
      </p:sp>
      <p:sp>
        <p:nvSpPr>
          <p:cNvPr id="49" name="S03-mark85"/>
          <p:cNvSpPr/>
          <p:nvPr/>
        </p:nvSpPr>
        <p:spPr>
          <a:xfrm>
            <a:off x="7601544" y="3337072"/>
            <a:ext cx="38790" cy="129300"/>
          </a:xfrm>
          <a:custGeom>
            <a:avLst/>
            <a:gdLst/>
            <a:ahLst/>
            <a:cxnLst/>
            <a:rect l="l" t="t" r="r" b="b"/>
            <a:pathLst>
              <a:path w="38790" h="129300">
                <a:moveTo>
                  <a:pt x="0" y="129300"/>
                </a:moveTo>
                <a:lnTo>
                  <a:pt x="38790" y="129300"/>
                </a:lnTo>
                <a:lnTo>
                  <a:pt x="38790" y="0"/>
                </a:lnTo>
                <a:lnTo>
                  <a:pt x="0" y="0"/>
                </a:lnTo>
                <a:close/>
              </a:path>
            </a:pathLst>
          </a:custGeom>
          <a:solidFill>
            <a:srgbClr val="8B5E3C"/>
          </a:solidFill>
          <a:ln/>
        </p:spPr>
      </p:sp>
      <p:sp>
        <p:nvSpPr>
          <p:cNvPr id="50" name="S03-mark86"/>
          <p:cNvSpPr/>
          <p:nvPr/>
        </p:nvSpPr>
        <p:spPr>
          <a:xfrm>
            <a:off x="7514267" y="3175447"/>
            <a:ext cx="213346" cy="213346"/>
          </a:xfrm>
          <a:custGeom>
            <a:avLst/>
            <a:gdLst/>
            <a:ahLst/>
            <a:cxnLst/>
            <a:rect l="l" t="t" r="r" b="b"/>
            <a:pathLst>
              <a:path w="213346" h="213346">
                <a:moveTo>
                  <a:pt x="213346" y="106673"/>
                </a:moveTo>
                <a:lnTo>
                  <a:pt x="207958" y="73629"/>
                </a:lnTo>
                <a:lnTo>
                  <a:pt x="192873" y="43818"/>
                </a:lnTo>
                <a:lnTo>
                  <a:pt x="169527" y="20473"/>
                </a:lnTo>
                <a:lnTo>
                  <a:pt x="139716" y="5388"/>
                </a:lnTo>
                <a:lnTo>
                  <a:pt x="106673" y="0"/>
                </a:lnTo>
                <a:lnTo>
                  <a:pt x="73629" y="5388"/>
                </a:lnTo>
                <a:lnTo>
                  <a:pt x="43818" y="20473"/>
                </a:lnTo>
                <a:lnTo>
                  <a:pt x="20473" y="43818"/>
                </a:lnTo>
                <a:lnTo>
                  <a:pt x="5388" y="73629"/>
                </a:lnTo>
                <a:lnTo>
                  <a:pt x="0" y="106673"/>
                </a:lnTo>
                <a:lnTo>
                  <a:pt x="5388" y="139716"/>
                </a:lnTo>
                <a:lnTo>
                  <a:pt x="20473" y="169527"/>
                </a:lnTo>
                <a:lnTo>
                  <a:pt x="43818" y="192873"/>
                </a:lnTo>
                <a:lnTo>
                  <a:pt x="73629" y="207958"/>
                </a:lnTo>
                <a:lnTo>
                  <a:pt x="106673" y="213346"/>
                </a:lnTo>
                <a:lnTo>
                  <a:pt x="139716" y="207958"/>
                </a:lnTo>
                <a:lnTo>
                  <a:pt x="169527" y="192873"/>
                </a:lnTo>
                <a:lnTo>
                  <a:pt x="192873" y="169527"/>
                </a:lnTo>
                <a:lnTo>
                  <a:pt x="207958" y="139716"/>
                </a:lnTo>
                <a:close/>
              </a:path>
            </a:pathLst>
          </a:custGeom>
          <a:solidFill>
            <a:srgbClr val="2A9D8F"/>
          </a:solidFill>
          <a:ln w="15875">
            <a:solidFill>
              <a:srgbClr val="1F2937"/>
            </a:solidFill>
            <a:prstDash val="solid"/>
          </a:ln>
        </p:spPr>
      </p:sp>
      <p:sp>
        <p:nvSpPr>
          <p:cNvPr id="51" name="S03-mark87"/>
          <p:cNvSpPr/>
          <p:nvPr/>
        </p:nvSpPr>
        <p:spPr>
          <a:xfrm>
            <a:off x="7504569" y="3526354"/>
            <a:ext cx="232741" cy="258601"/>
          </a:xfrm>
          <a:custGeom>
            <a:avLst/>
            <a:gdLst/>
            <a:ahLst/>
            <a:cxnLst/>
            <a:rect l="l" t="t" r="r" b="b"/>
            <a:pathLst>
              <a:path w="232741" h="258601">
                <a:moveTo>
                  <a:pt x="0" y="258601"/>
                </a:moveTo>
                <a:lnTo>
                  <a:pt x="232741" y="258601"/>
                </a:lnTo>
                <a:lnTo>
                  <a:pt x="232741" y="109905"/>
                </a:lnTo>
                <a:lnTo>
                  <a:pt x="116370" y="0"/>
                </a:lnTo>
                <a:lnTo>
                  <a:pt x="0" y="109905"/>
                </a:lnTo>
                <a:close/>
              </a:path>
            </a:pathLst>
          </a:custGeom>
          <a:solidFill>
            <a:srgbClr val="F2C14E"/>
          </a:solidFill>
          <a:ln w="15875">
            <a:solidFill>
              <a:srgbClr val="1F2937"/>
            </a:solidFill>
            <a:prstDash val="solid"/>
          </a:ln>
        </p:spPr>
      </p:sp>
      <p:sp>
        <p:nvSpPr>
          <p:cNvPr id="52" name="S03-mark88"/>
          <p:cNvSpPr/>
          <p:nvPr/>
        </p:nvSpPr>
        <p:spPr>
          <a:xfrm>
            <a:off x="7405439" y="1417320"/>
            <a:ext cx="1580339" cy="3142719"/>
          </a:xfrm>
          <a:custGeom>
            <a:avLst/>
            <a:gdLst/>
            <a:ahLst/>
            <a:cxnLst/>
            <a:rect l="l" t="t" r="r" b="b"/>
            <a:pathLst>
              <a:path w="1580339" h="3142719">
                <a:moveTo>
                  <a:pt x="0" y="3142719"/>
                </a:moveTo>
                <a:lnTo>
                  <a:pt x="1580339" y="3142719"/>
                </a:lnTo>
                <a:lnTo>
                  <a:pt x="1580339" y="0"/>
                </a:lnTo>
                <a:lnTo>
                  <a:pt x="0" y="0"/>
                </a:lnTo>
                <a:lnTo>
                  <a:pt x="0" y="3142719"/>
                </a:lnTo>
              </a:path>
            </a:pathLst>
          </a:custGeom>
          <a:noFill/>
          <a:ln w="15875">
            <a:solidFill>
              <a:srgbClr val="1F2937"/>
            </a:solidFill>
            <a:prstDash val="solid"/>
          </a:ln>
        </p:spPr>
      </p:sp>
      <p:sp>
        <p:nvSpPr>
          <p:cNvPr id="53" name="S03-mark89"/>
          <p:cNvSpPr/>
          <p:nvPr/>
        </p:nvSpPr>
        <p:spPr>
          <a:xfrm>
            <a:off x="7405439" y="1776488"/>
            <a:ext cx="1580339" cy="9144"/>
          </a:xfrm>
          <a:custGeom>
            <a:avLst/>
            <a:gdLst/>
            <a:ahLst/>
            <a:cxnLst/>
            <a:rect l="l" t="t" r="r" b="b"/>
            <a:pathLst>
              <a:path w="1580339" h="9144">
                <a:moveTo>
                  <a:pt x="0" y="0"/>
                </a:moveTo>
                <a:lnTo>
                  <a:pt x="1580339" y="0"/>
                </a:lnTo>
              </a:path>
            </a:pathLst>
          </a:custGeom>
          <a:noFill/>
          <a:ln w="12700">
            <a:solidFill>
              <a:srgbClr val="1F2937"/>
            </a:solidFill>
            <a:prstDash val="solid"/>
          </a:ln>
        </p:spPr>
      </p:sp>
      <p:sp>
        <p:nvSpPr>
          <p:cNvPr id="54" name="S03-mark90"/>
          <p:cNvSpPr/>
          <p:nvPr/>
        </p:nvSpPr>
        <p:spPr>
          <a:xfrm flipV="1">
            <a:off x="6794853" y="1758529"/>
            <a:ext cx="0" cy="359168"/>
          </a:xfrm>
          <a:prstGeom prst="line">
            <a:avLst/>
          </a:prstGeom>
          <a:noFill/>
          <a:ln w="31750">
            <a:solidFill>
              <a:srgbClr val="1F2937"/>
            </a:solidFill>
            <a:prstDash val="solid"/>
            <a:tailEnd type="triangle"/>
          </a:ln>
        </p:spPr>
      </p:sp>
      <p:sp>
        <p:nvSpPr>
          <p:cNvPr id="55" name="S03-mark91"/>
          <p:cNvSpPr/>
          <p:nvPr/>
        </p:nvSpPr>
        <p:spPr>
          <a:xfrm>
            <a:off x="6669145" y="1938113"/>
            <a:ext cx="251418" cy="0"/>
          </a:xfrm>
          <a:prstGeom prst="line">
            <a:avLst/>
          </a:prstGeom>
          <a:noFill/>
          <a:ln w="25400">
            <a:solidFill>
              <a:srgbClr val="1F2937"/>
            </a:solidFill>
            <a:prstDash val="solid"/>
          </a:ln>
        </p:spPr>
      </p:sp>
      <p:sp>
        <p:nvSpPr>
          <p:cNvPr id="56" name="S03-mark92"/>
          <p:cNvSpPr/>
          <p:nvPr/>
        </p:nvSpPr>
        <p:spPr>
          <a:xfrm>
            <a:off x="3203174" y="4560039"/>
            <a:ext cx="359168" cy="0"/>
          </a:xfrm>
          <a:prstGeom prst="line">
            <a:avLst/>
          </a:prstGeom>
          <a:noFill/>
          <a:ln w="38100">
            <a:solidFill>
              <a:srgbClr val="1F2937"/>
            </a:solidFill>
            <a:prstDash val="solid"/>
          </a:ln>
        </p:spPr>
      </p:sp>
      <p:sp>
        <p:nvSpPr>
          <p:cNvPr id="57" name="S03-mark93"/>
          <p:cNvSpPr/>
          <p:nvPr/>
        </p:nvSpPr>
        <p:spPr>
          <a:xfrm>
            <a:off x="3203174" y="4481022"/>
            <a:ext cx="0" cy="158034"/>
          </a:xfrm>
          <a:prstGeom prst="line">
            <a:avLst/>
          </a:prstGeom>
          <a:noFill/>
          <a:ln w="25400">
            <a:solidFill>
              <a:srgbClr val="1F2937"/>
            </a:solidFill>
            <a:prstDash val="solid"/>
          </a:ln>
        </p:spPr>
      </p:sp>
      <p:sp>
        <p:nvSpPr>
          <p:cNvPr id="58" name="S03-mark94"/>
          <p:cNvSpPr/>
          <p:nvPr/>
        </p:nvSpPr>
        <p:spPr>
          <a:xfrm>
            <a:off x="3562342" y="4481022"/>
            <a:ext cx="0" cy="158034"/>
          </a:xfrm>
          <a:prstGeom prst="line">
            <a:avLst/>
          </a:prstGeom>
          <a:noFill/>
          <a:ln w="25400">
            <a:solidFill>
              <a:srgbClr val="1F2937"/>
            </a:solidFill>
            <a:prstDash val="solid"/>
          </a:ln>
        </p:spPr>
      </p:sp>
      <p:sp>
        <p:nvSpPr>
          <p:cNvPr id="59" name="S03-mark95"/>
          <p:cNvSpPr/>
          <p:nvPr/>
        </p:nvSpPr>
        <p:spPr>
          <a:xfrm>
            <a:off x="7459314" y="4003329"/>
            <a:ext cx="323251" cy="0"/>
          </a:xfrm>
          <a:prstGeom prst="line">
            <a:avLst/>
          </a:prstGeom>
          <a:noFill/>
          <a:ln w="88900">
            <a:solidFill>
              <a:srgbClr val="A3AAB4"/>
            </a:solidFill>
            <a:prstDash val="solid"/>
          </a:ln>
        </p:spPr>
      </p:sp>
      <p:sp>
        <p:nvSpPr>
          <p:cNvPr id="60" name="S03-mark96"/>
          <p:cNvSpPr/>
          <p:nvPr/>
        </p:nvSpPr>
        <p:spPr>
          <a:xfrm>
            <a:off x="7459314" y="4344538"/>
            <a:ext cx="323251" cy="0"/>
          </a:xfrm>
          <a:prstGeom prst="line">
            <a:avLst/>
          </a:prstGeom>
          <a:noFill/>
          <a:ln w="88900">
            <a:solidFill>
              <a:srgbClr val="4A90C8"/>
            </a:solidFill>
            <a:prstDash val="solid"/>
          </a:ln>
        </p:spPr>
      </p:sp>
      <p:sp>
        <p:nvSpPr>
          <p:cNvPr id="61" name="S03-label98"/>
          <p:cNvSpPr txBox="1"/>
          <p:nvPr/>
        </p:nvSpPr>
        <p:spPr>
          <a:xfrm>
            <a:off x="6590637" y="1370487"/>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2" name="S03-label100"/>
          <p:cNvSpPr txBox="1"/>
          <p:nvPr/>
        </p:nvSpPr>
        <p:spPr>
          <a:xfrm>
            <a:off x="3628384" y="4369539"/>
            <a:ext cx="1054608" cy="38100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100 m</a:t>
            </a:r>
            <a:endParaRPr lang="ko-KR" sz="2400" dirty="0"/>
          </a:p>
        </p:txBody>
      </p:sp>
      <p:sp>
        <p:nvSpPr>
          <p:cNvPr id="63" name="S03-label102"/>
          <p:cNvSpPr txBox="1"/>
          <p:nvPr/>
        </p:nvSpPr>
        <p:spPr>
          <a:xfrm>
            <a:off x="7842040" y="1424362"/>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64" name="S03-label104"/>
          <p:cNvSpPr txBox="1"/>
          <p:nvPr/>
        </p:nvSpPr>
        <p:spPr>
          <a:xfrm>
            <a:off x="7817914" y="1765572"/>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산</a:t>
            </a:r>
            <a:endParaRPr lang="ko-KR" sz="2400" dirty="0"/>
          </a:p>
        </p:txBody>
      </p:sp>
      <p:sp>
        <p:nvSpPr>
          <p:cNvPr id="65" name="S03-label106"/>
          <p:cNvSpPr txBox="1"/>
          <p:nvPr/>
        </p:nvSpPr>
        <p:spPr>
          <a:xfrm>
            <a:off x="7835934" y="210678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66" name="S03-label108"/>
          <p:cNvSpPr txBox="1"/>
          <p:nvPr/>
        </p:nvSpPr>
        <p:spPr>
          <a:xfrm>
            <a:off x="7854314" y="2447991"/>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7" name="S03-label110"/>
          <p:cNvSpPr txBox="1"/>
          <p:nvPr/>
        </p:nvSpPr>
        <p:spPr>
          <a:xfrm>
            <a:off x="7835934" y="278920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68" name="S03-label112"/>
          <p:cNvSpPr txBox="1"/>
          <p:nvPr/>
        </p:nvSpPr>
        <p:spPr>
          <a:xfrm>
            <a:off x="7835934" y="313041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9" name="S03-label114"/>
          <p:cNvSpPr txBox="1"/>
          <p:nvPr/>
        </p:nvSpPr>
        <p:spPr>
          <a:xfrm>
            <a:off x="7817914" y="3471619"/>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70" name="S03-label116"/>
          <p:cNvSpPr txBox="1"/>
          <p:nvPr/>
        </p:nvSpPr>
        <p:spPr>
          <a:xfrm>
            <a:off x="7835934" y="381282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도로</a:t>
            </a:r>
            <a:endParaRPr lang="ko-KR" sz="2400" dirty="0"/>
          </a:p>
        </p:txBody>
      </p:sp>
      <p:sp>
        <p:nvSpPr>
          <p:cNvPr id="71" name="S03-label118"/>
          <p:cNvSpPr txBox="1"/>
          <p:nvPr/>
        </p:nvSpPr>
        <p:spPr>
          <a:xfrm>
            <a:off x="7835934" y="415403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하천</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방위표로 방향을 알아요</a:t>
            </a:r>
            <a:endParaRPr lang="ko-KR" sz="4000" dirty="0"/>
          </a:p>
        </p:txBody>
      </p:sp>
      <p:sp>
        <p:nvSpPr>
          <p:cNvPr id="3" name="S04-figure119" descr="방위표: 위쪽 화살표가 북쪽, 아래가 남쪽, 오른쪽이 동쪽, 왼쪽이 서쪽"/>
          <p:cNvSpPr/>
          <p:nvPr/>
        </p:nvSpPr>
        <p:spPr>
          <a:xfrm flipV="1">
            <a:off x="2693822" y="2400300"/>
            <a:ext cx="0" cy="2743200"/>
          </a:xfrm>
          <a:prstGeom prst="line">
            <a:avLst/>
          </a:prstGeom>
          <a:noFill/>
          <a:ln w="31750">
            <a:solidFill>
              <a:srgbClr val="1F2937"/>
            </a:solidFill>
            <a:prstDash val="solid"/>
            <a:tailEnd type="triangle"/>
          </a:ln>
        </p:spPr>
      </p:sp>
      <p:sp>
        <p:nvSpPr>
          <p:cNvPr id="4" name="S04-mark120"/>
          <p:cNvSpPr/>
          <p:nvPr/>
        </p:nvSpPr>
        <p:spPr>
          <a:xfrm>
            <a:off x="1733702" y="3771900"/>
            <a:ext cx="1920240" cy="0"/>
          </a:xfrm>
          <a:prstGeom prst="line">
            <a:avLst/>
          </a:prstGeom>
          <a:noFill/>
          <a:ln w="25400">
            <a:solidFill>
              <a:srgbClr val="1F2937"/>
            </a:solidFill>
            <a:prstDash val="solid"/>
          </a:ln>
        </p:spPr>
      </p:sp>
      <p:sp>
        <p:nvSpPr>
          <p:cNvPr id="5" name="S04-label122"/>
          <p:cNvSpPr txBox="1"/>
          <p:nvPr/>
        </p:nvSpPr>
        <p:spPr>
          <a:xfrm>
            <a:off x="2489606" y="166116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 name="S04-label124"/>
          <p:cNvSpPr txBox="1"/>
          <p:nvPr/>
        </p:nvSpPr>
        <p:spPr>
          <a:xfrm>
            <a:off x="2489606" y="550164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남</a:t>
            </a:r>
            <a:endParaRPr lang="ko-KR" sz="2400" dirty="0"/>
          </a:p>
        </p:txBody>
      </p:sp>
      <p:sp>
        <p:nvSpPr>
          <p:cNvPr id="7" name="S04-label126"/>
          <p:cNvSpPr txBox="1"/>
          <p:nvPr/>
        </p:nvSpPr>
        <p:spPr>
          <a:xfrm>
            <a:off x="3998366" y="358140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동</a:t>
            </a:r>
            <a:endParaRPr lang="ko-KR" sz="2400" dirty="0"/>
          </a:p>
        </p:txBody>
      </p:sp>
      <p:sp>
        <p:nvSpPr>
          <p:cNvPr id="8" name="S04-label128"/>
          <p:cNvSpPr txBox="1"/>
          <p:nvPr/>
        </p:nvSpPr>
        <p:spPr>
          <a:xfrm>
            <a:off x="980846" y="358140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a:t>
            </a:r>
            <a:endParaRPr lang="ko-KR" sz="2400" dirty="0"/>
          </a:p>
        </p:txBody>
      </p:sp>
      <p:sp>
        <p:nvSpPr>
          <p:cNvPr id="9" name="S04-card129"/>
          <p:cNvSpPr/>
          <p:nvPr/>
        </p:nvSpPr>
        <p:spPr>
          <a:xfrm>
            <a:off x="5204765" y="1655064"/>
            <a:ext cx="6435547" cy="1258824"/>
          </a:xfrm>
          <a:prstGeom prst="roundRect">
            <a:avLst>
              <a:gd name="adj" fmla="val 8717"/>
            </a:avLst>
          </a:prstGeom>
          <a:solidFill>
            <a:srgbClr val="EAF3F1"/>
          </a:solidFill>
          <a:ln w="12700">
            <a:solidFill>
              <a:srgbClr val="EAF3F1"/>
            </a:solidFill>
            <a:prstDash val="solid"/>
          </a:ln>
        </p:spPr>
      </p:sp>
      <p:sp>
        <p:nvSpPr>
          <p:cNvPr id="10" name="S04-cardtext130"/>
          <p:cNvSpPr txBox="1"/>
          <p:nvPr/>
        </p:nvSpPr>
        <p:spPr>
          <a:xfrm>
            <a:off x="5479085" y="1792224"/>
            <a:ext cx="5886907"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방위표의 화살표가 가리키는 쪽이 북쪽이에요.</a:t>
            </a:r>
            <a:endParaRPr lang="ko-KR" sz="3000" dirty="0"/>
          </a:p>
        </p:txBody>
      </p:sp>
      <p:sp>
        <p:nvSpPr>
          <p:cNvPr id="11" name="S04-card131"/>
          <p:cNvSpPr/>
          <p:nvPr/>
        </p:nvSpPr>
        <p:spPr>
          <a:xfrm>
            <a:off x="5204765" y="3142488"/>
            <a:ext cx="6435547" cy="1258824"/>
          </a:xfrm>
          <a:prstGeom prst="roundRect">
            <a:avLst>
              <a:gd name="adj" fmla="val 8717"/>
            </a:avLst>
          </a:prstGeom>
          <a:solidFill>
            <a:srgbClr val="EAF3F1"/>
          </a:solidFill>
          <a:ln w="12700">
            <a:solidFill>
              <a:srgbClr val="EAF3F1"/>
            </a:solidFill>
            <a:prstDash val="solid"/>
          </a:ln>
        </p:spPr>
      </p:sp>
      <p:sp>
        <p:nvSpPr>
          <p:cNvPr id="12" name="S04-cardtext132"/>
          <p:cNvSpPr txBox="1"/>
          <p:nvPr/>
        </p:nvSpPr>
        <p:spPr>
          <a:xfrm>
            <a:off x="5479085" y="3279648"/>
            <a:ext cx="5886907"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북쪽을 보고 서면 오른쪽이 동쪽, 왼쪽이 서쪽이에요.</a:t>
            </a:r>
            <a:endParaRPr lang="ko-KR" sz="3000" dirty="0"/>
          </a:p>
        </p:txBody>
      </p:sp>
      <p:sp>
        <p:nvSpPr>
          <p:cNvPr id="13" name="S04-card133"/>
          <p:cNvSpPr/>
          <p:nvPr/>
        </p:nvSpPr>
        <p:spPr>
          <a:xfrm>
            <a:off x="5204765" y="4629912"/>
            <a:ext cx="6435547" cy="1258824"/>
          </a:xfrm>
          <a:prstGeom prst="roundRect">
            <a:avLst>
              <a:gd name="adj" fmla="val 8717"/>
            </a:avLst>
          </a:prstGeom>
          <a:solidFill>
            <a:srgbClr val="EAF3F1"/>
          </a:solidFill>
          <a:ln w="12700">
            <a:solidFill>
              <a:srgbClr val="EAF3F1"/>
            </a:solidFill>
            <a:prstDash val="solid"/>
          </a:ln>
        </p:spPr>
      </p:sp>
      <p:sp>
        <p:nvSpPr>
          <p:cNvPr id="14" name="S04-cardtext134"/>
          <p:cNvSpPr txBox="1"/>
          <p:nvPr/>
        </p:nvSpPr>
        <p:spPr>
          <a:xfrm>
            <a:off x="5479085" y="4767072"/>
            <a:ext cx="5886907"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방위표가 없으면 지도의 위쪽이 북쪽이에요.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어느 쪽에 있나요?</a:t>
            </a:r>
            <a:endParaRPr lang="ko-KR" sz="4000" dirty="0"/>
          </a:p>
        </p:txBody>
      </p:sp>
      <p:sp>
        <p:nvSpPr>
          <p:cNvPr id="3" name="S05-card135"/>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4" name="S05-cardtext136"/>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‘○○에서 보면’의 ○○에 손가락을 두고 방위표를 봐요.</a:t>
            </a:r>
            <a:endParaRPr lang="ko-KR" sz="3000" dirty="0"/>
          </a:p>
        </p:txBody>
      </p:sp>
      <p:sp>
        <p:nvSpPr>
          <p:cNvPr id="5" name="S05-figure137" descr="별빛마을 지도(모눈 한 칸 = 100 m). 범례: 산, 학교, 도서관, 병원, 공원, 집, 도로, 하천. 학교의 북쪽 2칸에 산, 동쪽 4칸에 도서관, 남쪽 3칸에 공원이 있다. 도서관의 남쪽 3칸에 병원, 공원의 동쪽 4칸에 병원이 있다. 하천은 마을 동쪽을 북에서 남으로 흐르고, 집은 하천 건너 도서관의 동쪽 4칸에 있다. 오른쪽 위에 북쪽을 가리키는 방위표가 있다."/>
          <p:cNvSpPr/>
          <p:nvPr/>
        </p:nvSpPr>
        <p:spPr>
          <a:xfrm>
            <a:off x="6368796"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6" name="S05-mark138"/>
          <p:cNvSpPr/>
          <p:nvPr/>
        </p:nvSpPr>
        <p:spPr>
          <a:xfrm>
            <a:off x="6690540"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7" name="S05-mark139"/>
          <p:cNvSpPr/>
          <p:nvPr/>
        </p:nvSpPr>
        <p:spPr>
          <a:xfrm>
            <a:off x="7012284"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8" name="S05-mark140"/>
          <p:cNvSpPr/>
          <p:nvPr/>
        </p:nvSpPr>
        <p:spPr>
          <a:xfrm>
            <a:off x="7334028"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9" name="S05-mark141"/>
          <p:cNvSpPr/>
          <p:nvPr/>
        </p:nvSpPr>
        <p:spPr>
          <a:xfrm>
            <a:off x="7655771"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0" name="S05-mark142"/>
          <p:cNvSpPr/>
          <p:nvPr/>
        </p:nvSpPr>
        <p:spPr>
          <a:xfrm>
            <a:off x="7977515"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1" name="S05-mark143"/>
          <p:cNvSpPr/>
          <p:nvPr/>
        </p:nvSpPr>
        <p:spPr>
          <a:xfrm>
            <a:off x="8299259"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2" name="S05-mark144"/>
          <p:cNvSpPr/>
          <p:nvPr/>
        </p:nvSpPr>
        <p:spPr>
          <a:xfrm>
            <a:off x="8621003"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3" name="S05-mark145"/>
          <p:cNvSpPr/>
          <p:nvPr/>
        </p:nvSpPr>
        <p:spPr>
          <a:xfrm>
            <a:off x="8942747"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4" name="S05-mark146"/>
          <p:cNvSpPr/>
          <p:nvPr/>
        </p:nvSpPr>
        <p:spPr>
          <a:xfrm>
            <a:off x="9264491"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5" name="S05-mark147"/>
          <p:cNvSpPr/>
          <p:nvPr/>
        </p:nvSpPr>
        <p:spPr>
          <a:xfrm>
            <a:off x="9586235"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6" name="S05-mark148"/>
          <p:cNvSpPr/>
          <p:nvPr/>
        </p:nvSpPr>
        <p:spPr>
          <a:xfrm>
            <a:off x="9907978"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7" name="S05-mark149"/>
          <p:cNvSpPr/>
          <p:nvPr/>
        </p:nvSpPr>
        <p:spPr>
          <a:xfrm>
            <a:off x="6368796" y="4354190"/>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18" name="S05-mark150"/>
          <p:cNvSpPr/>
          <p:nvPr/>
        </p:nvSpPr>
        <p:spPr>
          <a:xfrm>
            <a:off x="6368796" y="4032446"/>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19" name="S05-mark151"/>
          <p:cNvSpPr/>
          <p:nvPr/>
        </p:nvSpPr>
        <p:spPr>
          <a:xfrm>
            <a:off x="6368796" y="3710702"/>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0" name="S05-mark152"/>
          <p:cNvSpPr/>
          <p:nvPr/>
        </p:nvSpPr>
        <p:spPr>
          <a:xfrm>
            <a:off x="6368796" y="3388958"/>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1" name="S05-mark153"/>
          <p:cNvSpPr/>
          <p:nvPr/>
        </p:nvSpPr>
        <p:spPr>
          <a:xfrm>
            <a:off x="6368796" y="3067214"/>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2" name="S05-mark154"/>
          <p:cNvSpPr/>
          <p:nvPr/>
        </p:nvSpPr>
        <p:spPr>
          <a:xfrm>
            <a:off x="6368796" y="2745470"/>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3" name="S05-mark155"/>
          <p:cNvSpPr/>
          <p:nvPr/>
        </p:nvSpPr>
        <p:spPr>
          <a:xfrm>
            <a:off x="6368796" y="2423727"/>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4" name="S05-mark156"/>
          <p:cNvSpPr/>
          <p:nvPr/>
        </p:nvSpPr>
        <p:spPr>
          <a:xfrm>
            <a:off x="6368796" y="2101983"/>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5" name="S05-mark157"/>
          <p:cNvSpPr/>
          <p:nvPr/>
        </p:nvSpPr>
        <p:spPr>
          <a:xfrm>
            <a:off x="6368796" y="1780239"/>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6" name="S05-mark158"/>
          <p:cNvSpPr/>
          <p:nvPr/>
        </p:nvSpPr>
        <p:spPr>
          <a:xfrm>
            <a:off x="8974921" y="1780239"/>
            <a:ext cx="128698" cy="2573951"/>
          </a:xfrm>
          <a:custGeom>
            <a:avLst/>
            <a:gdLst/>
            <a:ahLst/>
            <a:cxnLst/>
            <a:rect l="l" t="t" r="r" b="b"/>
            <a:pathLst>
              <a:path w="128698" h="2573951">
                <a:moveTo>
                  <a:pt x="96523" y="0"/>
                </a:moveTo>
                <a:lnTo>
                  <a:pt x="0" y="482616"/>
                </a:lnTo>
                <a:lnTo>
                  <a:pt x="128698" y="965232"/>
                </a:lnTo>
                <a:lnTo>
                  <a:pt x="32174" y="1447847"/>
                </a:lnTo>
                <a:lnTo>
                  <a:pt x="128698" y="1930463"/>
                </a:lnTo>
                <a:lnTo>
                  <a:pt x="32174" y="2573951"/>
                </a:lnTo>
              </a:path>
            </a:pathLst>
          </a:custGeom>
          <a:noFill/>
          <a:ln w="88900">
            <a:solidFill>
              <a:srgbClr val="4A90C8"/>
            </a:solidFill>
            <a:prstDash val="solid"/>
          </a:ln>
        </p:spPr>
      </p:sp>
      <p:sp>
        <p:nvSpPr>
          <p:cNvPr id="27" name="S05-mark159"/>
          <p:cNvSpPr/>
          <p:nvPr/>
        </p:nvSpPr>
        <p:spPr>
          <a:xfrm>
            <a:off x="6368796" y="3228086"/>
            <a:ext cx="3539182" cy="9144"/>
          </a:xfrm>
          <a:custGeom>
            <a:avLst/>
            <a:gdLst/>
            <a:ahLst/>
            <a:cxnLst/>
            <a:rect l="l" t="t" r="r" b="b"/>
            <a:pathLst>
              <a:path w="3539182" h="9144">
                <a:moveTo>
                  <a:pt x="0" y="0"/>
                </a:moveTo>
                <a:lnTo>
                  <a:pt x="3539182" y="0"/>
                </a:lnTo>
              </a:path>
            </a:pathLst>
          </a:custGeom>
          <a:noFill/>
          <a:ln w="88900">
            <a:solidFill>
              <a:srgbClr val="A3AAB4"/>
            </a:solidFill>
            <a:prstDash val="solid"/>
          </a:ln>
        </p:spPr>
      </p:sp>
      <p:sp>
        <p:nvSpPr>
          <p:cNvPr id="28" name="S05-mark160"/>
          <p:cNvSpPr/>
          <p:nvPr/>
        </p:nvSpPr>
        <p:spPr>
          <a:xfrm>
            <a:off x="7816643" y="1780239"/>
            <a:ext cx="9144" cy="2573951"/>
          </a:xfrm>
          <a:custGeom>
            <a:avLst/>
            <a:gdLst/>
            <a:ahLst/>
            <a:cxnLst/>
            <a:rect l="l" t="t" r="r" b="b"/>
            <a:pathLst>
              <a:path w="9144" h="2573951">
                <a:moveTo>
                  <a:pt x="0" y="2573951"/>
                </a:moveTo>
                <a:lnTo>
                  <a:pt x="0" y="0"/>
                </a:lnTo>
              </a:path>
            </a:pathLst>
          </a:custGeom>
          <a:noFill/>
          <a:ln w="88900">
            <a:solidFill>
              <a:srgbClr val="A3AAB4"/>
            </a:solidFill>
            <a:prstDash val="solid"/>
          </a:ln>
        </p:spPr>
      </p:sp>
      <p:sp>
        <p:nvSpPr>
          <p:cNvPr id="29" name="S05-mark161"/>
          <p:cNvSpPr/>
          <p:nvPr/>
        </p:nvSpPr>
        <p:spPr>
          <a:xfrm>
            <a:off x="6368796" y="1780239"/>
            <a:ext cx="3539182" cy="2573951"/>
          </a:xfrm>
          <a:custGeom>
            <a:avLst/>
            <a:gdLst/>
            <a:ahLst/>
            <a:cxnLst/>
            <a:rect l="l" t="t" r="r" b="b"/>
            <a:pathLst>
              <a:path w="3539182" h="2573951">
                <a:moveTo>
                  <a:pt x="0" y="2573951"/>
                </a:moveTo>
                <a:lnTo>
                  <a:pt x="3539182" y="2573951"/>
                </a:lnTo>
                <a:lnTo>
                  <a:pt x="3539182" y="0"/>
                </a:lnTo>
                <a:lnTo>
                  <a:pt x="0" y="0"/>
                </a:lnTo>
                <a:lnTo>
                  <a:pt x="0" y="2573951"/>
                </a:lnTo>
              </a:path>
            </a:pathLst>
          </a:custGeom>
          <a:noFill/>
          <a:ln w="19050">
            <a:solidFill>
              <a:srgbClr val="1F2937"/>
            </a:solidFill>
            <a:prstDash val="solid"/>
          </a:ln>
        </p:spPr>
      </p:sp>
      <p:sp>
        <p:nvSpPr>
          <p:cNvPr id="30" name="S05-mark162"/>
          <p:cNvSpPr/>
          <p:nvPr/>
        </p:nvSpPr>
        <p:spPr>
          <a:xfrm>
            <a:off x="6867499" y="1966850"/>
            <a:ext cx="289569" cy="250960"/>
          </a:xfrm>
          <a:custGeom>
            <a:avLst/>
            <a:gdLst/>
            <a:ahLst/>
            <a:cxnLst/>
            <a:rect l="l" t="t" r="r" b="b"/>
            <a:pathLst>
              <a:path w="289569" h="250960">
                <a:moveTo>
                  <a:pt x="0" y="250960"/>
                </a:moveTo>
                <a:lnTo>
                  <a:pt x="289569" y="250960"/>
                </a:lnTo>
                <a:lnTo>
                  <a:pt x="144785" y="0"/>
                </a:lnTo>
                <a:close/>
              </a:path>
            </a:pathLst>
          </a:custGeom>
          <a:solidFill>
            <a:srgbClr val="8B5E3C"/>
          </a:solidFill>
          <a:ln w="15875">
            <a:solidFill>
              <a:srgbClr val="1F2937"/>
            </a:solidFill>
            <a:prstDash val="solid"/>
          </a:ln>
        </p:spPr>
      </p:sp>
      <p:sp>
        <p:nvSpPr>
          <p:cNvPr id="31" name="S05-mark163"/>
          <p:cNvSpPr/>
          <p:nvPr/>
        </p:nvSpPr>
        <p:spPr>
          <a:xfrm>
            <a:off x="6915761" y="2600686"/>
            <a:ext cx="231656" cy="160872"/>
          </a:xfrm>
          <a:custGeom>
            <a:avLst/>
            <a:gdLst/>
            <a:ahLst/>
            <a:cxnLst/>
            <a:rect l="l" t="t" r="r" b="b"/>
            <a:pathLst>
              <a:path w="231656" h="160872">
                <a:moveTo>
                  <a:pt x="0" y="0"/>
                </a:moveTo>
                <a:lnTo>
                  <a:pt x="231656" y="80436"/>
                </a:lnTo>
                <a:lnTo>
                  <a:pt x="0" y="160872"/>
                </a:lnTo>
                <a:close/>
              </a:path>
            </a:pathLst>
          </a:custGeom>
          <a:solidFill>
            <a:srgbClr val="E9762B"/>
          </a:solidFill>
          <a:ln w="15875">
            <a:solidFill>
              <a:srgbClr val="1F2937"/>
            </a:solidFill>
            <a:prstDash val="solid"/>
          </a:ln>
        </p:spPr>
      </p:sp>
      <p:sp>
        <p:nvSpPr>
          <p:cNvPr id="32" name="S05-mark164"/>
          <p:cNvSpPr/>
          <p:nvPr/>
        </p:nvSpPr>
        <p:spPr>
          <a:xfrm>
            <a:off x="6896456" y="2600686"/>
            <a:ext cx="38609" cy="289569"/>
          </a:xfrm>
          <a:custGeom>
            <a:avLst/>
            <a:gdLst/>
            <a:ahLst/>
            <a:cxnLst/>
            <a:rect l="l" t="t" r="r" b="b"/>
            <a:pathLst>
              <a:path w="38609" h="289569">
                <a:moveTo>
                  <a:pt x="0" y="289569"/>
                </a:moveTo>
                <a:lnTo>
                  <a:pt x="38609" y="289569"/>
                </a:lnTo>
                <a:lnTo>
                  <a:pt x="38609" y="0"/>
                </a:lnTo>
                <a:lnTo>
                  <a:pt x="0" y="0"/>
                </a:lnTo>
                <a:close/>
              </a:path>
            </a:pathLst>
          </a:custGeom>
          <a:solidFill>
            <a:srgbClr val="1F2937"/>
          </a:solidFill>
          <a:ln/>
        </p:spPr>
      </p:sp>
      <p:sp>
        <p:nvSpPr>
          <p:cNvPr id="33" name="S05-mark165"/>
          <p:cNvSpPr/>
          <p:nvPr/>
        </p:nvSpPr>
        <p:spPr>
          <a:xfrm>
            <a:off x="8151257" y="2642512"/>
            <a:ext cx="148002" cy="218786"/>
          </a:xfrm>
          <a:custGeom>
            <a:avLst/>
            <a:gdLst/>
            <a:ahLst/>
            <a:cxnLst/>
            <a:rect l="l" t="t" r="r" b="b"/>
            <a:pathLst>
              <a:path w="148002" h="218786">
                <a:moveTo>
                  <a:pt x="0" y="0"/>
                </a:moveTo>
                <a:lnTo>
                  <a:pt x="148002" y="32174"/>
                </a:lnTo>
                <a:lnTo>
                  <a:pt x="148002" y="218786"/>
                </a:lnTo>
                <a:lnTo>
                  <a:pt x="0" y="186611"/>
                </a:lnTo>
                <a:close/>
              </a:path>
            </a:pathLst>
          </a:custGeom>
          <a:solidFill>
            <a:srgbClr val="3D5A80"/>
          </a:solidFill>
          <a:ln w="15875">
            <a:solidFill>
              <a:srgbClr val="1F2937"/>
            </a:solidFill>
            <a:prstDash val="solid"/>
          </a:ln>
        </p:spPr>
      </p:sp>
      <p:sp>
        <p:nvSpPr>
          <p:cNvPr id="34" name="S05-mark166"/>
          <p:cNvSpPr/>
          <p:nvPr/>
        </p:nvSpPr>
        <p:spPr>
          <a:xfrm>
            <a:off x="8299259" y="2642512"/>
            <a:ext cx="148002" cy="218786"/>
          </a:xfrm>
          <a:custGeom>
            <a:avLst/>
            <a:gdLst/>
            <a:ahLst/>
            <a:cxnLst/>
            <a:rect l="l" t="t" r="r" b="b"/>
            <a:pathLst>
              <a:path w="148002" h="218786">
                <a:moveTo>
                  <a:pt x="148002" y="0"/>
                </a:moveTo>
                <a:lnTo>
                  <a:pt x="0" y="32174"/>
                </a:lnTo>
                <a:lnTo>
                  <a:pt x="0" y="218786"/>
                </a:lnTo>
                <a:lnTo>
                  <a:pt x="148002" y="186611"/>
                </a:lnTo>
                <a:close/>
              </a:path>
            </a:pathLst>
          </a:custGeom>
          <a:solidFill>
            <a:srgbClr val="3D5A80"/>
          </a:solidFill>
          <a:ln w="15875">
            <a:solidFill>
              <a:srgbClr val="1F2937"/>
            </a:solidFill>
            <a:prstDash val="solid"/>
          </a:ln>
        </p:spPr>
      </p:sp>
      <p:sp>
        <p:nvSpPr>
          <p:cNvPr id="35" name="S05-mark167"/>
          <p:cNvSpPr/>
          <p:nvPr/>
        </p:nvSpPr>
        <p:spPr>
          <a:xfrm>
            <a:off x="6992979" y="3726789"/>
            <a:ext cx="38609" cy="128698"/>
          </a:xfrm>
          <a:custGeom>
            <a:avLst/>
            <a:gdLst/>
            <a:ahLst/>
            <a:cxnLst/>
            <a:rect l="l" t="t" r="r" b="b"/>
            <a:pathLst>
              <a:path w="38609" h="128698">
                <a:moveTo>
                  <a:pt x="0" y="128698"/>
                </a:moveTo>
                <a:lnTo>
                  <a:pt x="38609" y="128698"/>
                </a:lnTo>
                <a:lnTo>
                  <a:pt x="38609" y="0"/>
                </a:lnTo>
                <a:lnTo>
                  <a:pt x="0" y="0"/>
                </a:lnTo>
                <a:close/>
              </a:path>
            </a:pathLst>
          </a:custGeom>
          <a:solidFill>
            <a:srgbClr val="8B5E3C"/>
          </a:solidFill>
          <a:ln/>
        </p:spPr>
      </p:sp>
      <p:sp>
        <p:nvSpPr>
          <p:cNvPr id="36" name="S05-mark168"/>
          <p:cNvSpPr/>
          <p:nvPr/>
        </p:nvSpPr>
        <p:spPr>
          <a:xfrm>
            <a:off x="6906108" y="3565917"/>
            <a:ext cx="212351" cy="212351"/>
          </a:xfrm>
          <a:custGeom>
            <a:avLst/>
            <a:gdLst/>
            <a:ahLst/>
            <a:cxnLst/>
            <a:rect l="l" t="t" r="r" b="b"/>
            <a:pathLst>
              <a:path w="212351" h="212351">
                <a:moveTo>
                  <a:pt x="212351" y="106175"/>
                </a:moveTo>
                <a:lnTo>
                  <a:pt x="207203" y="73358"/>
                </a:lnTo>
                <a:lnTo>
                  <a:pt x="192081" y="43757"/>
                </a:lnTo>
                <a:lnTo>
                  <a:pt x="168594" y="20270"/>
                </a:lnTo>
                <a:lnTo>
                  <a:pt x="138993" y="5148"/>
                </a:lnTo>
                <a:lnTo>
                  <a:pt x="106175" y="0"/>
                </a:lnTo>
                <a:lnTo>
                  <a:pt x="73358" y="5148"/>
                </a:lnTo>
                <a:lnTo>
                  <a:pt x="43757" y="20270"/>
                </a:lnTo>
                <a:lnTo>
                  <a:pt x="20270" y="43757"/>
                </a:lnTo>
                <a:lnTo>
                  <a:pt x="5148" y="73358"/>
                </a:lnTo>
                <a:lnTo>
                  <a:pt x="0" y="106175"/>
                </a:lnTo>
                <a:lnTo>
                  <a:pt x="5148" y="138993"/>
                </a:lnTo>
                <a:lnTo>
                  <a:pt x="20270" y="168594"/>
                </a:lnTo>
                <a:lnTo>
                  <a:pt x="43757" y="192081"/>
                </a:lnTo>
                <a:lnTo>
                  <a:pt x="73358" y="207203"/>
                </a:lnTo>
                <a:lnTo>
                  <a:pt x="106175" y="212351"/>
                </a:lnTo>
                <a:lnTo>
                  <a:pt x="138993" y="207203"/>
                </a:lnTo>
                <a:lnTo>
                  <a:pt x="168594" y="192081"/>
                </a:lnTo>
                <a:lnTo>
                  <a:pt x="192081" y="168594"/>
                </a:lnTo>
                <a:lnTo>
                  <a:pt x="207203" y="138993"/>
                </a:lnTo>
                <a:close/>
              </a:path>
            </a:pathLst>
          </a:custGeom>
          <a:solidFill>
            <a:srgbClr val="2A9D8F"/>
          </a:solidFill>
          <a:ln w="15875">
            <a:solidFill>
              <a:srgbClr val="1F2937"/>
            </a:solidFill>
            <a:prstDash val="solid"/>
          </a:ln>
        </p:spPr>
      </p:sp>
      <p:sp>
        <p:nvSpPr>
          <p:cNvPr id="37" name="S05-mark169"/>
          <p:cNvSpPr/>
          <p:nvPr/>
        </p:nvSpPr>
        <p:spPr>
          <a:xfrm>
            <a:off x="8170562" y="3582004"/>
            <a:ext cx="257395" cy="257395"/>
          </a:xfrm>
          <a:custGeom>
            <a:avLst/>
            <a:gdLst/>
            <a:ahLst/>
            <a:cxnLst/>
            <a:rect l="l" t="t" r="r" b="b"/>
            <a:pathLst>
              <a:path w="257395" h="257395">
                <a:moveTo>
                  <a:pt x="257395" y="128698"/>
                </a:moveTo>
                <a:lnTo>
                  <a:pt x="250960" y="88801"/>
                </a:lnTo>
                <a:lnTo>
                  <a:pt x="232943" y="53088"/>
                </a:lnTo>
                <a:lnTo>
                  <a:pt x="204307" y="24453"/>
                </a:lnTo>
                <a:lnTo>
                  <a:pt x="168594" y="6435"/>
                </a:lnTo>
                <a:lnTo>
                  <a:pt x="128698" y="0"/>
                </a:lnTo>
                <a:lnTo>
                  <a:pt x="88801" y="6435"/>
                </a:lnTo>
                <a:lnTo>
                  <a:pt x="53088" y="24453"/>
                </a:lnTo>
                <a:lnTo>
                  <a:pt x="24453" y="53088"/>
                </a:lnTo>
                <a:lnTo>
                  <a:pt x="6435" y="88801"/>
                </a:lnTo>
                <a:lnTo>
                  <a:pt x="0" y="128698"/>
                </a:lnTo>
                <a:lnTo>
                  <a:pt x="6435" y="168594"/>
                </a:lnTo>
                <a:lnTo>
                  <a:pt x="24453" y="204307"/>
                </a:lnTo>
                <a:lnTo>
                  <a:pt x="53088" y="232943"/>
                </a:lnTo>
                <a:lnTo>
                  <a:pt x="88801" y="250960"/>
                </a:lnTo>
                <a:lnTo>
                  <a:pt x="128698" y="257395"/>
                </a:lnTo>
                <a:lnTo>
                  <a:pt x="168594" y="250960"/>
                </a:lnTo>
                <a:lnTo>
                  <a:pt x="204307" y="232943"/>
                </a:lnTo>
                <a:lnTo>
                  <a:pt x="232943" y="204307"/>
                </a:lnTo>
                <a:lnTo>
                  <a:pt x="250960" y="168594"/>
                </a:lnTo>
                <a:close/>
              </a:path>
            </a:pathLst>
          </a:custGeom>
          <a:solidFill>
            <a:srgbClr val="FFFFFF"/>
          </a:solidFill>
          <a:ln w="25400">
            <a:solidFill>
              <a:srgbClr val="C8434E"/>
            </a:solidFill>
            <a:prstDash val="solid"/>
          </a:ln>
        </p:spPr>
      </p:sp>
      <p:sp>
        <p:nvSpPr>
          <p:cNvPr id="38" name="S05-mark170"/>
          <p:cNvSpPr/>
          <p:nvPr/>
        </p:nvSpPr>
        <p:spPr>
          <a:xfrm>
            <a:off x="8276737" y="3623831"/>
            <a:ext cx="45044" cy="173742"/>
          </a:xfrm>
          <a:custGeom>
            <a:avLst/>
            <a:gdLst/>
            <a:ahLst/>
            <a:cxnLst/>
            <a:rect l="l" t="t" r="r" b="b"/>
            <a:pathLst>
              <a:path w="45044" h="173742">
                <a:moveTo>
                  <a:pt x="0" y="173742"/>
                </a:moveTo>
                <a:lnTo>
                  <a:pt x="45044" y="173742"/>
                </a:lnTo>
                <a:lnTo>
                  <a:pt x="45044" y="0"/>
                </a:lnTo>
                <a:lnTo>
                  <a:pt x="0" y="0"/>
                </a:lnTo>
                <a:close/>
              </a:path>
            </a:pathLst>
          </a:custGeom>
          <a:solidFill>
            <a:srgbClr val="C8434E"/>
          </a:solidFill>
          <a:ln/>
        </p:spPr>
      </p:sp>
      <p:sp>
        <p:nvSpPr>
          <p:cNvPr id="39" name="S05-mark171"/>
          <p:cNvSpPr/>
          <p:nvPr/>
        </p:nvSpPr>
        <p:spPr>
          <a:xfrm>
            <a:off x="8212388" y="3688180"/>
            <a:ext cx="173742" cy="45044"/>
          </a:xfrm>
          <a:custGeom>
            <a:avLst/>
            <a:gdLst/>
            <a:ahLst/>
            <a:cxnLst/>
            <a:rect l="l" t="t" r="r" b="b"/>
            <a:pathLst>
              <a:path w="173742" h="45044">
                <a:moveTo>
                  <a:pt x="0" y="45044"/>
                </a:moveTo>
                <a:lnTo>
                  <a:pt x="173742" y="45044"/>
                </a:lnTo>
                <a:lnTo>
                  <a:pt x="173742" y="0"/>
                </a:lnTo>
                <a:lnTo>
                  <a:pt x="0" y="0"/>
                </a:lnTo>
                <a:close/>
              </a:path>
            </a:pathLst>
          </a:custGeom>
          <a:solidFill>
            <a:srgbClr val="C8434E"/>
          </a:solidFill>
          <a:ln/>
        </p:spPr>
      </p:sp>
      <p:sp>
        <p:nvSpPr>
          <p:cNvPr id="40" name="S05-mark172"/>
          <p:cNvSpPr/>
          <p:nvPr/>
        </p:nvSpPr>
        <p:spPr>
          <a:xfrm>
            <a:off x="9470407" y="2610338"/>
            <a:ext cx="231656" cy="257395"/>
          </a:xfrm>
          <a:custGeom>
            <a:avLst/>
            <a:gdLst/>
            <a:ahLst/>
            <a:cxnLst/>
            <a:rect l="l" t="t" r="r" b="b"/>
            <a:pathLst>
              <a:path w="231656" h="257395">
                <a:moveTo>
                  <a:pt x="0" y="257395"/>
                </a:moveTo>
                <a:lnTo>
                  <a:pt x="231656" y="257395"/>
                </a:lnTo>
                <a:lnTo>
                  <a:pt x="231656" y="109393"/>
                </a:lnTo>
                <a:lnTo>
                  <a:pt x="115828" y="0"/>
                </a:lnTo>
                <a:lnTo>
                  <a:pt x="0" y="109393"/>
                </a:lnTo>
                <a:close/>
              </a:path>
            </a:pathLst>
          </a:custGeom>
          <a:solidFill>
            <a:srgbClr val="F2C14E"/>
          </a:solidFill>
          <a:ln w="15875">
            <a:solidFill>
              <a:srgbClr val="1F2937"/>
            </a:solidFill>
            <a:prstDash val="solid"/>
          </a:ln>
        </p:spPr>
      </p:sp>
      <p:sp>
        <p:nvSpPr>
          <p:cNvPr id="41" name="S05-mark173"/>
          <p:cNvSpPr/>
          <p:nvPr/>
        </p:nvSpPr>
        <p:spPr>
          <a:xfrm>
            <a:off x="10195939" y="2141235"/>
            <a:ext cx="260613" cy="225864"/>
          </a:xfrm>
          <a:custGeom>
            <a:avLst/>
            <a:gdLst/>
            <a:ahLst/>
            <a:cxnLst/>
            <a:rect l="l" t="t" r="r" b="b"/>
            <a:pathLst>
              <a:path w="260613" h="225864">
                <a:moveTo>
                  <a:pt x="0" y="225864"/>
                </a:moveTo>
                <a:lnTo>
                  <a:pt x="260613" y="225864"/>
                </a:lnTo>
                <a:lnTo>
                  <a:pt x="130306" y="0"/>
                </a:lnTo>
                <a:close/>
              </a:path>
            </a:pathLst>
          </a:custGeom>
          <a:solidFill>
            <a:srgbClr val="8B5E3C"/>
          </a:solidFill>
          <a:ln w="15875">
            <a:solidFill>
              <a:srgbClr val="1F2937"/>
            </a:solidFill>
            <a:prstDash val="solid"/>
          </a:ln>
        </p:spPr>
      </p:sp>
      <p:sp>
        <p:nvSpPr>
          <p:cNvPr id="42" name="S05-mark174"/>
          <p:cNvSpPr/>
          <p:nvPr/>
        </p:nvSpPr>
        <p:spPr>
          <a:xfrm>
            <a:off x="10239375" y="2438205"/>
            <a:ext cx="208490" cy="144785"/>
          </a:xfrm>
          <a:custGeom>
            <a:avLst/>
            <a:gdLst/>
            <a:ahLst/>
            <a:cxnLst/>
            <a:rect l="l" t="t" r="r" b="b"/>
            <a:pathLst>
              <a:path w="208490" h="144785">
                <a:moveTo>
                  <a:pt x="0" y="0"/>
                </a:moveTo>
                <a:lnTo>
                  <a:pt x="208490" y="72392"/>
                </a:lnTo>
                <a:lnTo>
                  <a:pt x="0" y="144785"/>
                </a:lnTo>
                <a:close/>
              </a:path>
            </a:pathLst>
          </a:custGeom>
          <a:solidFill>
            <a:srgbClr val="E9762B"/>
          </a:solidFill>
          <a:ln w="15875">
            <a:solidFill>
              <a:srgbClr val="1F2937"/>
            </a:solidFill>
            <a:prstDash val="solid"/>
          </a:ln>
        </p:spPr>
      </p:sp>
      <p:sp>
        <p:nvSpPr>
          <p:cNvPr id="43" name="S05-mark175"/>
          <p:cNvSpPr/>
          <p:nvPr/>
        </p:nvSpPr>
        <p:spPr>
          <a:xfrm>
            <a:off x="10222000" y="2438205"/>
            <a:ext cx="34748" cy="260613"/>
          </a:xfrm>
          <a:custGeom>
            <a:avLst/>
            <a:gdLst/>
            <a:ahLst/>
            <a:cxnLst/>
            <a:rect l="l" t="t" r="r" b="b"/>
            <a:pathLst>
              <a:path w="34748" h="260613">
                <a:moveTo>
                  <a:pt x="0" y="260613"/>
                </a:moveTo>
                <a:lnTo>
                  <a:pt x="34748" y="260613"/>
                </a:lnTo>
                <a:lnTo>
                  <a:pt x="34748" y="0"/>
                </a:lnTo>
                <a:lnTo>
                  <a:pt x="0" y="0"/>
                </a:lnTo>
                <a:close/>
              </a:path>
            </a:pathLst>
          </a:custGeom>
          <a:solidFill>
            <a:srgbClr val="1F2937"/>
          </a:solidFill>
          <a:ln/>
        </p:spPr>
      </p:sp>
      <p:sp>
        <p:nvSpPr>
          <p:cNvPr id="44" name="S05-mark176"/>
          <p:cNvSpPr/>
          <p:nvPr/>
        </p:nvSpPr>
        <p:spPr>
          <a:xfrm>
            <a:off x="10193043" y="2781506"/>
            <a:ext cx="133202" cy="196907"/>
          </a:xfrm>
          <a:custGeom>
            <a:avLst/>
            <a:gdLst/>
            <a:ahLst/>
            <a:cxnLst/>
            <a:rect l="l" t="t" r="r" b="b"/>
            <a:pathLst>
              <a:path w="133202" h="196907">
                <a:moveTo>
                  <a:pt x="0" y="0"/>
                </a:moveTo>
                <a:lnTo>
                  <a:pt x="133202" y="28957"/>
                </a:lnTo>
                <a:lnTo>
                  <a:pt x="133202" y="196907"/>
                </a:lnTo>
                <a:lnTo>
                  <a:pt x="0" y="167950"/>
                </a:lnTo>
                <a:close/>
              </a:path>
            </a:pathLst>
          </a:custGeom>
          <a:solidFill>
            <a:srgbClr val="3D5A80"/>
          </a:solidFill>
          <a:ln w="15875">
            <a:solidFill>
              <a:srgbClr val="1F2937"/>
            </a:solidFill>
            <a:prstDash val="solid"/>
          </a:ln>
        </p:spPr>
      </p:sp>
      <p:sp>
        <p:nvSpPr>
          <p:cNvPr id="45" name="S05-mark177"/>
          <p:cNvSpPr/>
          <p:nvPr/>
        </p:nvSpPr>
        <p:spPr>
          <a:xfrm>
            <a:off x="10326245" y="2781506"/>
            <a:ext cx="133202" cy="196907"/>
          </a:xfrm>
          <a:custGeom>
            <a:avLst/>
            <a:gdLst/>
            <a:ahLst/>
            <a:cxnLst/>
            <a:rect l="l" t="t" r="r" b="b"/>
            <a:pathLst>
              <a:path w="133202" h="196907">
                <a:moveTo>
                  <a:pt x="133202" y="0"/>
                </a:moveTo>
                <a:lnTo>
                  <a:pt x="0" y="28957"/>
                </a:lnTo>
                <a:lnTo>
                  <a:pt x="0" y="196907"/>
                </a:lnTo>
                <a:lnTo>
                  <a:pt x="133202" y="167950"/>
                </a:lnTo>
                <a:close/>
              </a:path>
            </a:pathLst>
          </a:custGeom>
          <a:solidFill>
            <a:srgbClr val="3D5A80"/>
          </a:solidFill>
          <a:ln w="15875">
            <a:solidFill>
              <a:srgbClr val="1F2937"/>
            </a:solidFill>
            <a:prstDash val="solid"/>
          </a:ln>
        </p:spPr>
      </p:sp>
      <p:sp>
        <p:nvSpPr>
          <p:cNvPr id="46" name="S05-mark178"/>
          <p:cNvSpPr/>
          <p:nvPr/>
        </p:nvSpPr>
        <p:spPr>
          <a:xfrm>
            <a:off x="10210418" y="3063997"/>
            <a:ext cx="231656" cy="231656"/>
          </a:xfrm>
          <a:custGeom>
            <a:avLst/>
            <a:gdLst/>
            <a:ahLst/>
            <a:cxnLst/>
            <a:rect l="l" t="t" r="r" b="b"/>
            <a:pathLst>
              <a:path w="231656" h="231656">
                <a:moveTo>
                  <a:pt x="231656" y="115828"/>
                </a:moveTo>
                <a:lnTo>
                  <a:pt x="225864" y="80114"/>
                </a:lnTo>
                <a:lnTo>
                  <a:pt x="209455" y="47618"/>
                </a:lnTo>
                <a:lnTo>
                  <a:pt x="184037" y="22200"/>
                </a:lnTo>
                <a:lnTo>
                  <a:pt x="151541" y="5791"/>
                </a:lnTo>
                <a:lnTo>
                  <a:pt x="115828" y="0"/>
                </a:lnTo>
                <a:lnTo>
                  <a:pt x="80114" y="5791"/>
                </a:lnTo>
                <a:lnTo>
                  <a:pt x="47618" y="22200"/>
                </a:lnTo>
                <a:lnTo>
                  <a:pt x="22200" y="47618"/>
                </a:lnTo>
                <a:lnTo>
                  <a:pt x="5791" y="80114"/>
                </a:lnTo>
                <a:lnTo>
                  <a:pt x="0" y="115828"/>
                </a:lnTo>
                <a:lnTo>
                  <a:pt x="5791" y="151541"/>
                </a:lnTo>
                <a:lnTo>
                  <a:pt x="22200" y="184037"/>
                </a:lnTo>
                <a:lnTo>
                  <a:pt x="47618" y="209455"/>
                </a:lnTo>
                <a:lnTo>
                  <a:pt x="80114" y="225864"/>
                </a:lnTo>
                <a:lnTo>
                  <a:pt x="115828" y="231656"/>
                </a:lnTo>
                <a:lnTo>
                  <a:pt x="151541" y="225864"/>
                </a:lnTo>
                <a:lnTo>
                  <a:pt x="184037" y="209455"/>
                </a:lnTo>
                <a:lnTo>
                  <a:pt x="209455" y="184037"/>
                </a:lnTo>
                <a:lnTo>
                  <a:pt x="225864" y="151541"/>
                </a:lnTo>
                <a:close/>
              </a:path>
            </a:pathLst>
          </a:custGeom>
          <a:solidFill>
            <a:srgbClr val="FFFFFF"/>
          </a:solidFill>
          <a:ln w="25400">
            <a:solidFill>
              <a:srgbClr val="C8434E"/>
            </a:solidFill>
            <a:prstDash val="solid"/>
          </a:ln>
        </p:spPr>
      </p:sp>
      <p:sp>
        <p:nvSpPr>
          <p:cNvPr id="47" name="S05-mark179"/>
          <p:cNvSpPr/>
          <p:nvPr/>
        </p:nvSpPr>
        <p:spPr>
          <a:xfrm>
            <a:off x="10305976" y="3101641"/>
            <a:ext cx="40540" cy="156368"/>
          </a:xfrm>
          <a:custGeom>
            <a:avLst/>
            <a:gdLst/>
            <a:ahLst/>
            <a:cxnLst/>
            <a:rect l="l" t="t" r="r" b="b"/>
            <a:pathLst>
              <a:path w="40540" h="156368">
                <a:moveTo>
                  <a:pt x="0" y="156368"/>
                </a:moveTo>
                <a:lnTo>
                  <a:pt x="40540" y="156368"/>
                </a:lnTo>
                <a:lnTo>
                  <a:pt x="40540" y="0"/>
                </a:lnTo>
                <a:lnTo>
                  <a:pt x="0" y="0"/>
                </a:lnTo>
                <a:close/>
              </a:path>
            </a:pathLst>
          </a:custGeom>
          <a:solidFill>
            <a:srgbClr val="C8434E"/>
          </a:solidFill>
          <a:ln/>
        </p:spPr>
      </p:sp>
      <p:sp>
        <p:nvSpPr>
          <p:cNvPr id="48" name="S05-mark180"/>
          <p:cNvSpPr/>
          <p:nvPr/>
        </p:nvSpPr>
        <p:spPr>
          <a:xfrm>
            <a:off x="10248062" y="3159555"/>
            <a:ext cx="156368" cy="40540"/>
          </a:xfrm>
          <a:custGeom>
            <a:avLst/>
            <a:gdLst/>
            <a:ahLst/>
            <a:cxnLst/>
            <a:rect l="l" t="t" r="r" b="b"/>
            <a:pathLst>
              <a:path w="156368" h="40540">
                <a:moveTo>
                  <a:pt x="0" y="40540"/>
                </a:moveTo>
                <a:lnTo>
                  <a:pt x="156368" y="40540"/>
                </a:lnTo>
                <a:lnTo>
                  <a:pt x="156368" y="0"/>
                </a:lnTo>
                <a:lnTo>
                  <a:pt x="0" y="0"/>
                </a:lnTo>
                <a:close/>
              </a:path>
            </a:pathLst>
          </a:custGeom>
          <a:solidFill>
            <a:srgbClr val="C8434E"/>
          </a:solidFill>
          <a:ln/>
        </p:spPr>
      </p:sp>
      <p:sp>
        <p:nvSpPr>
          <p:cNvPr id="49" name="S05-mark181"/>
          <p:cNvSpPr/>
          <p:nvPr/>
        </p:nvSpPr>
        <p:spPr>
          <a:xfrm>
            <a:off x="10308871" y="3499960"/>
            <a:ext cx="34748" cy="115828"/>
          </a:xfrm>
          <a:custGeom>
            <a:avLst/>
            <a:gdLst/>
            <a:ahLst/>
            <a:cxnLst/>
            <a:rect l="l" t="t" r="r" b="b"/>
            <a:pathLst>
              <a:path w="34748" h="115828">
                <a:moveTo>
                  <a:pt x="0" y="115828"/>
                </a:moveTo>
                <a:lnTo>
                  <a:pt x="34748" y="115828"/>
                </a:lnTo>
                <a:lnTo>
                  <a:pt x="34748" y="0"/>
                </a:lnTo>
                <a:lnTo>
                  <a:pt x="0" y="0"/>
                </a:lnTo>
                <a:close/>
              </a:path>
            </a:pathLst>
          </a:custGeom>
          <a:solidFill>
            <a:srgbClr val="8B5E3C"/>
          </a:solidFill>
          <a:ln/>
        </p:spPr>
      </p:sp>
      <p:sp>
        <p:nvSpPr>
          <p:cNvPr id="50" name="S05-mark182"/>
          <p:cNvSpPr/>
          <p:nvPr/>
        </p:nvSpPr>
        <p:spPr>
          <a:xfrm>
            <a:off x="10230687" y="3355175"/>
            <a:ext cx="191116" cy="191116"/>
          </a:xfrm>
          <a:custGeom>
            <a:avLst/>
            <a:gdLst/>
            <a:ahLst/>
            <a:cxnLst/>
            <a:rect l="l" t="t" r="r" b="b"/>
            <a:pathLst>
              <a:path w="191116" h="191116">
                <a:moveTo>
                  <a:pt x="191116" y="95558"/>
                </a:moveTo>
                <a:lnTo>
                  <a:pt x="186290" y="65957"/>
                </a:lnTo>
                <a:lnTo>
                  <a:pt x="172776" y="39253"/>
                </a:lnTo>
                <a:lnTo>
                  <a:pt x="151863" y="18339"/>
                </a:lnTo>
                <a:lnTo>
                  <a:pt x="125158" y="4826"/>
                </a:lnTo>
                <a:lnTo>
                  <a:pt x="95558" y="0"/>
                </a:lnTo>
                <a:lnTo>
                  <a:pt x="65957" y="4826"/>
                </a:lnTo>
                <a:lnTo>
                  <a:pt x="39253" y="18339"/>
                </a:lnTo>
                <a:lnTo>
                  <a:pt x="18339" y="39253"/>
                </a:lnTo>
                <a:lnTo>
                  <a:pt x="4826" y="65957"/>
                </a:lnTo>
                <a:lnTo>
                  <a:pt x="0" y="95558"/>
                </a:lnTo>
                <a:lnTo>
                  <a:pt x="4826" y="125158"/>
                </a:lnTo>
                <a:lnTo>
                  <a:pt x="18339" y="151863"/>
                </a:lnTo>
                <a:lnTo>
                  <a:pt x="39253" y="172776"/>
                </a:lnTo>
                <a:lnTo>
                  <a:pt x="65957" y="186290"/>
                </a:lnTo>
                <a:lnTo>
                  <a:pt x="95558" y="191116"/>
                </a:lnTo>
                <a:lnTo>
                  <a:pt x="125158" y="186290"/>
                </a:lnTo>
                <a:lnTo>
                  <a:pt x="151863" y="172776"/>
                </a:lnTo>
                <a:lnTo>
                  <a:pt x="172776" y="151863"/>
                </a:lnTo>
                <a:lnTo>
                  <a:pt x="186290" y="125158"/>
                </a:lnTo>
                <a:close/>
              </a:path>
            </a:pathLst>
          </a:custGeom>
          <a:solidFill>
            <a:srgbClr val="2A9D8F"/>
          </a:solidFill>
          <a:ln w="15875">
            <a:solidFill>
              <a:srgbClr val="1F2937"/>
            </a:solidFill>
            <a:prstDash val="solid"/>
          </a:ln>
        </p:spPr>
      </p:sp>
      <p:sp>
        <p:nvSpPr>
          <p:cNvPr id="51" name="S05-mark183"/>
          <p:cNvSpPr/>
          <p:nvPr/>
        </p:nvSpPr>
        <p:spPr>
          <a:xfrm>
            <a:off x="10222000" y="3669519"/>
            <a:ext cx="208490" cy="231656"/>
          </a:xfrm>
          <a:custGeom>
            <a:avLst/>
            <a:gdLst/>
            <a:ahLst/>
            <a:cxnLst/>
            <a:rect l="l" t="t" r="r" b="b"/>
            <a:pathLst>
              <a:path w="208490" h="231656">
                <a:moveTo>
                  <a:pt x="0" y="231656"/>
                </a:moveTo>
                <a:lnTo>
                  <a:pt x="208490" y="231656"/>
                </a:lnTo>
                <a:lnTo>
                  <a:pt x="208490" y="98454"/>
                </a:lnTo>
                <a:lnTo>
                  <a:pt x="104245" y="0"/>
                </a:lnTo>
                <a:lnTo>
                  <a:pt x="0" y="98454"/>
                </a:lnTo>
                <a:close/>
              </a:path>
            </a:pathLst>
          </a:custGeom>
          <a:solidFill>
            <a:srgbClr val="F2C14E"/>
          </a:solidFill>
          <a:ln w="15875">
            <a:solidFill>
              <a:srgbClr val="1F2937"/>
            </a:solidFill>
            <a:prstDash val="solid"/>
          </a:ln>
        </p:spPr>
      </p:sp>
      <p:sp>
        <p:nvSpPr>
          <p:cNvPr id="52" name="S05-mark184"/>
          <p:cNvSpPr/>
          <p:nvPr/>
        </p:nvSpPr>
        <p:spPr>
          <a:xfrm>
            <a:off x="10133199" y="1780239"/>
            <a:ext cx="1415673" cy="2815259"/>
          </a:xfrm>
          <a:custGeom>
            <a:avLst/>
            <a:gdLst/>
            <a:ahLst/>
            <a:cxnLst/>
            <a:rect l="l" t="t" r="r" b="b"/>
            <a:pathLst>
              <a:path w="1415673" h="2815259">
                <a:moveTo>
                  <a:pt x="0" y="2815259"/>
                </a:moveTo>
                <a:lnTo>
                  <a:pt x="1415673" y="2815259"/>
                </a:lnTo>
                <a:lnTo>
                  <a:pt x="1415673" y="0"/>
                </a:lnTo>
                <a:lnTo>
                  <a:pt x="0" y="0"/>
                </a:lnTo>
                <a:lnTo>
                  <a:pt x="0" y="2815259"/>
                </a:lnTo>
              </a:path>
            </a:pathLst>
          </a:custGeom>
          <a:noFill/>
          <a:ln w="15875">
            <a:solidFill>
              <a:srgbClr val="1F2937"/>
            </a:solidFill>
            <a:prstDash val="solid"/>
          </a:ln>
        </p:spPr>
      </p:sp>
      <p:sp>
        <p:nvSpPr>
          <p:cNvPr id="53" name="S05-mark185"/>
          <p:cNvSpPr/>
          <p:nvPr/>
        </p:nvSpPr>
        <p:spPr>
          <a:xfrm>
            <a:off x="10133199" y="2101983"/>
            <a:ext cx="1415673" cy="9144"/>
          </a:xfrm>
          <a:custGeom>
            <a:avLst/>
            <a:gdLst/>
            <a:ahLst/>
            <a:cxnLst/>
            <a:rect l="l" t="t" r="r" b="b"/>
            <a:pathLst>
              <a:path w="1415673" h="9144">
                <a:moveTo>
                  <a:pt x="0" y="0"/>
                </a:moveTo>
                <a:lnTo>
                  <a:pt x="1415673" y="0"/>
                </a:lnTo>
              </a:path>
            </a:pathLst>
          </a:custGeom>
          <a:noFill/>
          <a:ln w="12700">
            <a:solidFill>
              <a:srgbClr val="1F2937"/>
            </a:solidFill>
            <a:prstDash val="solid"/>
          </a:ln>
        </p:spPr>
      </p:sp>
      <p:sp>
        <p:nvSpPr>
          <p:cNvPr id="54" name="S05-mark186"/>
          <p:cNvSpPr/>
          <p:nvPr/>
        </p:nvSpPr>
        <p:spPr>
          <a:xfrm flipV="1">
            <a:off x="9586235" y="2085895"/>
            <a:ext cx="0" cy="321744"/>
          </a:xfrm>
          <a:prstGeom prst="line">
            <a:avLst/>
          </a:prstGeom>
          <a:noFill/>
          <a:ln w="31750">
            <a:solidFill>
              <a:srgbClr val="1F2937"/>
            </a:solidFill>
            <a:prstDash val="solid"/>
            <a:tailEnd type="triangle"/>
          </a:ln>
        </p:spPr>
      </p:sp>
      <p:sp>
        <p:nvSpPr>
          <p:cNvPr id="55" name="S05-mark187"/>
          <p:cNvSpPr/>
          <p:nvPr/>
        </p:nvSpPr>
        <p:spPr>
          <a:xfrm>
            <a:off x="9473624" y="2246767"/>
            <a:ext cx="225221" cy="0"/>
          </a:xfrm>
          <a:prstGeom prst="line">
            <a:avLst/>
          </a:prstGeom>
          <a:noFill/>
          <a:ln w="25400">
            <a:solidFill>
              <a:srgbClr val="1F2937"/>
            </a:solidFill>
            <a:prstDash val="solid"/>
          </a:ln>
        </p:spPr>
      </p:sp>
      <p:sp>
        <p:nvSpPr>
          <p:cNvPr id="56" name="S05-mark188"/>
          <p:cNvSpPr/>
          <p:nvPr/>
        </p:nvSpPr>
        <p:spPr>
          <a:xfrm>
            <a:off x="6368796" y="4595498"/>
            <a:ext cx="321744" cy="0"/>
          </a:xfrm>
          <a:prstGeom prst="line">
            <a:avLst/>
          </a:prstGeom>
          <a:noFill/>
          <a:ln w="38100">
            <a:solidFill>
              <a:srgbClr val="1F2937"/>
            </a:solidFill>
            <a:prstDash val="solid"/>
          </a:ln>
        </p:spPr>
      </p:sp>
      <p:sp>
        <p:nvSpPr>
          <p:cNvPr id="57" name="S05-mark189"/>
          <p:cNvSpPr/>
          <p:nvPr/>
        </p:nvSpPr>
        <p:spPr>
          <a:xfrm>
            <a:off x="6368796" y="4524714"/>
            <a:ext cx="0" cy="141567"/>
          </a:xfrm>
          <a:prstGeom prst="line">
            <a:avLst/>
          </a:prstGeom>
          <a:noFill/>
          <a:ln w="25400">
            <a:solidFill>
              <a:srgbClr val="1F2937"/>
            </a:solidFill>
            <a:prstDash val="solid"/>
          </a:ln>
        </p:spPr>
      </p:sp>
      <p:sp>
        <p:nvSpPr>
          <p:cNvPr id="58" name="S05-mark190"/>
          <p:cNvSpPr/>
          <p:nvPr/>
        </p:nvSpPr>
        <p:spPr>
          <a:xfrm>
            <a:off x="6690540" y="4524714"/>
            <a:ext cx="0" cy="141567"/>
          </a:xfrm>
          <a:prstGeom prst="line">
            <a:avLst/>
          </a:prstGeom>
          <a:noFill/>
          <a:ln w="25400">
            <a:solidFill>
              <a:srgbClr val="1F2937"/>
            </a:solidFill>
            <a:prstDash val="solid"/>
          </a:ln>
        </p:spPr>
      </p:sp>
      <p:sp>
        <p:nvSpPr>
          <p:cNvPr id="59" name="S05-mark191"/>
          <p:cNvSpPr/>
          <p:nvPr/>
        </p:nvSpPr>
        <p:spPr>
          <a:xfrm>
            <a:off x="10181461" y="4096795"/>
            <a:ext cx="289569" cy="0"/>
          </a:xfrm>
          <a:prstGeom prst="line">
            <a:avLst/>
          </a:prstGeom>
          <a:noFill/>
          <a:ln w="88900">
            <a:solidFill>
              <a:srgbClr val="A3AAB4"/>
            </a:solidFill>
            <a:prstDash val="solid"/>
          </a:ln>
        </p:spPr>
      </p:sp>
      <p:sp>
        <p:nvSpPr>
          <p:cNvPr id="60" name="S05-mark192"/>
          <p:cNvSpPr/>
          <p:nvPr/>
        </p:nvSpPr>
        <p:spPr>
          <a:xfrm>
            <a:off x="10181461" y="4402451"/>
            <a:ext cx="289569" cy="0"/>
          </a:xfrm>
          <a:prstGeom prst="line">
            <a:avLst/>
          </a:prstGeom>
          <a:noFill/>
          <a:ln w="88900">
            <a:solidFill>
              <a:srgbClr val="4A90C8"/>
            </a:solidFill>
            <a:prstDash val="solid"/>
          </a:ln>
        </p:spPr>
      </p:sp>
      <p:sp>
        <p:nvSpPr>
          <p:cNvPr id="61" name="S05-label194"/>
          <p:cNvSpPr txBox="1"/>
          <p:nvPr/>
        </p:nvSpPr>
        <p:spPr>
          <a:xfrm>
            <a:off x="9382019" y="1718436"/>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2" name="S05-label196"/>
          <p:cNvSpPr txBox="1"/>
          <p:nvPr/>
        </p:nvSpPr>
        <p:spPr>
          <a:xfrm>
            <a:off x="6694757" y="4404998"/>
            <a:ext cx="1054608" cy="38100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100 m</a:t>
            </a:r>
            <a:endParaRPr lang="ko-KR" sz="2400" dirty="0"/>
          </a:p>
        </p:txBody>
      </p:sp>
      <p:sp>
        <p:nvSpPr>
          <p:cNvPr id="63" name="S05-label198"/>
          <p:cNvSpPr txBox="1"/>
          <p:nvPr/>
        </p:nvSpPr>
        <p:spPr>
          <a:xfrm>
            <a:off x="10487468" y="176669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64" name="S05-label200"/>
          <p:cNvSpPr txBox="1"/>
          <p:nvPr/>
        </p:nvSpPr>
        <p:spPr>
          <a:xfrm>
            <a:off x="10481417" y="2072355"/>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산</a:t>
            </a:r>
            <a:endParaRPr lang="ko-KR" sz="2400" dirty="0"/>
          </a:p>
        </p:txBody>
      </p:sp>
      <p:sp>
        <p:nvSpPr>
          <p:cNvPr id="65" name="S05-label202"/>
          <p:cNvSpPr txBox="1"/>
          <p:nvPr/>
        </p:nvSpPr>
        <p:spPr>
          <a:xfrm>
            <a:off x="10481998" y="237801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66" name="S05-label204"/>
          <p:cNvSpPr txBox="1"/>
          <p:nvPr/>
        </p:nvSpPr>
        <p:spPr>
          <a:xfrm>
            <a:off x="10482900" y="2683668"/>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7" name="S05-label206"/>
          <p:cNvSpPr txBox="1"/>
          <p:nvPr/>
        </p:nvSpPr>
        <p:spPr>
          <a:xfrm>
            <a:off x="10481998" y="2989325"/>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68" name="S05-label208"/>
          <p:cNvSpPr txBox="1"/>
          <p:nvPr/>
        </p:nvSpPr>
        <p:spPr>
          <a:xfrm>
            <a:off x="10481998" y="329498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9" name="S05-label210"/>
          <p:cNvSpPr txBox="1"/>
          <p:nvPr/>
        </p:nvSpPr>
        <p:spPr>
          <a:xfrm>
            <a:off x="10481417" y="3600638"/>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70" name="S05-label212"/>
          <p:cNvSpPr txBox="1"/>
          <p:nvPr/>
        </p:nvSpPr>
        <p:spPr>
          <a:xfrm>
            <a:off x="10481998" y="3906295"/>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도로</a:t>
            </a:r>
            <a:endParaRPr lang="ko-KR" sz="2400" dirty="0"/>
          </a:p>
        </p:txBody>
      </p:sp>
      <p:sp>
        <p:nvSpPr>
          <p:cNvPr id="71" name="S05-label214"/>
          <p:cNvSpPr txBox="1"/>
          <p:nvPr/>
        </p:nvSpPr>
        <p:spPr>
          <a:xfrm>
            <a:off x="10481998" y="421195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하천</a:t>
            </a:r>
            <a:endParaRPr lang="ko-KR" sz="2400" dirty="0"/>
          </a:p>
        </p:txBody>
      </p:sp>
      <p:sp>
        <p:nvSpPr>
          <p:cNvPr id="72" name="S05-chip215"/>
          <p:cNvSpPr txBox="1"/>
          <p:nvPr/>
        </p:nvSpPr>
        <p:spPr>
          <a:xfrm>
            <a:off x="548640" y="16139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3" name="S05-text216"/>
          <p:cNvSpPr txBox="1"/>
          <p:nvPr/>
        </p:nvSpPr>
        <p:spPr>
          <a:xfrm>
            <a:off x="1344168" y="132588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학교에서 보면 공원은 어느 쪽에 있나요?</a:t>
            </a:r>
            <a:endParaRPr lang="ko-KR" sz="3000" dirty="0"/>
          </a:p>
        </p:txBody>
      </p:sp>
      <p:sp>
        <p:nvSpPr>
          <p:cNvPr id="74" name="S05-chip217"/>
          <p:cNvSpPr txBox="1"/>
          <p:nvPr/>
        </p:nvSpPr>
        <p:spPr>
          <a:xfrm>
            <a:off x="548640" y="29397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5" name="S05-text218"/>
          <p:cNvSpPr txBox="1"/>
          <p:nvPr/>
        </p:nvSpPr>
        <p:spPr>
          <a:xfrm>
            <a:off x="1344168" y="265176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도서관의 남쪽에 있는 곳은?</a:t>
            </a:r>
            <a:endParaRPr lang="ko-KR" sz="3000" dirty="0"/>
          </a:p>
        </p:txBody>
      </p:sp>
      <p:sp>
        <p:nvSpPr>
          <p:cNvPr id="76" name="S05-chip219"/>
          <p:cNvSpPr txBox="1"/>
          <p:nvPr/>
        </p:nvSpPr>
        <p:spPr>
          <a:xfrm>
            <a:off x="548640" y="42656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77" name="S05-text220"/>
          <p:cNvSpPr txBox="1"/>
          <p:nvPr/>
        </p:nvSpPr>
        <p:spPr>
          <a:xfrm>
            <a:off x="1344168" y="397764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하천은 학교의 어느 쪽에 있나요?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오른쪽일까요, 동쪽일까요?</a:t>
            </a:r>
            <a:endParaRPr lang="ko-KR" sz="4000" dirty="0"/>
          </a:p>
        </p:txBody>
      </p:sp>
      <p:sp>
        <p:nvSpPr>
          <p:cNvPr id="3" name="S06-card221"/>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6-cardtext222"/>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두 친구가 별빛마을 지도를 보고 말했어요.</a:t>
            </a:r>
            <a:endParaRPr lang="ko-KR" sz="3000" dirty="0"/>
          </a:p>
        </p:txBody>
      </p:sp>
      <p:sp>
        <p:nvSpPr>
          <p:cNvPr id="5" name="S06-card22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6-cardtext22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지도를 거꾸로 돌려 보아도 그대로 맞는 말은 어느 쪽일까요?</a:t>
            </a:r>
            <a:endParaRPr lang="ko-KR" sz="3000" dirty="0"/>
          </a:p>
        </p:txBody>
      </p:sp>
      <p:sp>
        <p:nvSpPr>
          <p:cNvPr id="7" name="S06-chip225"/>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가</a:t>
            </a:r>
            <a:endParaRPr lang="ko-KR" sz="2400" dirty="0"/>
          </a:p>
        </p:txBody>
      </p:sp>
      <p:sp>
        <p:nvSpPr>
          <p:cNvPr id="8" name="S06-text226"/>
          <p:cNvSpPr txBox="1"/>
          <p:nvPr/>
        </p:nvSpPr>
        <p:spPr>
          <a:xfrm>
            <a:off x="548640" y="3154680"/>
            <a:ext cx="5362956" cy="196596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“도서관은 학교의</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오른쪽에 있어요.”</a:t>
            </a:r>
            <a:endParaRPr lang="ko-KR" sz="3000" dirty="0"/>
          </a:p>
        </p:txBody>
      </p:sp>
      <p:sp>
        <p:nvSpPr>
          <p:cNvPr id="9" name="S06-chip227"/>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나</a:t>
            </a:r>
            <a:endParaRPr lang="ko-KR" sz="2400" dirty="0"/>
          </a:p>
        </p:txBody>
      </p:sp>
      <p:sp>
        <p:nvSpPr>
          <p:cNvPr id="10" name="S06-text228"/>
          <p:cNvSpPr txBox="1"/>
          <p:nvPr/>
        </p:nvSpPr>
        <p:spPr>
          <a:xfrm>
            <a:off x="6277356" y="3154680"/>
            <a:ext cx="5362956" cy="196596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“도서관은 학교의</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동쪽에 있어요.”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축척으로 거리를 알아요</a:t>
            </a:r>
            <a:endParaRPr lang="ko-KR" sz="4000" dirty="0"/>
          </a:p>
        </p:txBody>
      </p:sp>
      <p:sp>
        <p:nvSpPr>
          <p:cNvPr id="3" name="S07-text229"/>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축척: 실제 거리를 지도에 줄인 정도</a:t>
            </a:r>
            <a:endParaRPr lang="ko-KR" sz="3000" dirty="0"/>
          </a:p>
        </p:txBody>
      </p:sp>
      <p:sp>
        <p:nvSpPr>
          <p:cNvPr id="4" name="S07-figure230" descr="모눈 지도 일부: 학교와 도서관 사이가 4칸이다. 아래에 한 칸이 100 m인 축척 막대가 있다."/>
          <p:cNvSpPr/>
          <p:nvPr/>
        </p:nvSpPr>
        <p:spPr>
          <a:xfrm>
            <a:off x="6583314" y="2335475"/>
            <a:ext cx="9144" cy="1655186"/>
          </a:xfrm>
          <a:custGeom>
            <a:avLst/>
            <a:gdLst/>
            <a:ahLst/>
            <a:cxnLst/>
            <a:rect l="l" t="t" r="r" b="b"/>
            <a:pathLst>
              <a:path w="9144" h="1655186">
                <a:moveTo>
                  <a:pt x="0" y="1655186"/>
                </a:moveTo>
                <a:lnTo>
                  <a:pt x="0" y="0"/>
                </a:lnTo>
              </a:path>
            </a:pathLst>
          </a:custGeom>
          <a:noFill/>
          <a:ln w="9525">
            <a:solidFill>
              <a:srgbClr val="B8C2CC"/>
            </a:solidFill>
            <a:prstDash val="solid"/>
          </a:ln>
        </p:spPr>
      </p:sp>
      <p:sp>
        <p:nvSpPr>
          <p:cNvPr id="5" name="S07-mark231"/>
          <p:cNvSpPr/>
          <p:nvPr/>
        </p:nvSpPr>
        <p:spPr>
          <a:xfrm>
            <a:off x="7410907" y="2335475"/>
            <a:ext cx="9144" cy="1655186"/>
          </a:xfrm>
          <a:custGeom>
            <a:avLst/>
            <a:gdLst/>
            <a:ahLst/>
            <a:cxnLst/>
            <a:rect l="l" t="t" r="r" b="b"/>
            <a:pathLst>
              <a:path w="9144" h="1655186">
                <a:moveTo>
                  <a:pt x="0" y="1655186"/>
                </a:moveTo>
                <a:lnTo>
                  <a:pt x="0" y="0"/>
                </a:lnTo>
              </a:path>
            </a:pathLst>
          </a:custGeom>
          <a:noFill/>
          <a:ln w="9525">
            <a:solidFill>
              <a:srgbClr val="B8C2CC"/>
            </a:solidFill>
            <a:prstDash val="solid"/>
          </a:ln>
        </p:spPr>
      </p:sp>
      <p:sp>
        <p:nvSpPr>
          <p:cNvPr id="6" name="S07-mark232"/>
          <p:cNvSpPr/>
          <p:nvPr/>
        </p:nvSpPr>
        <p:spPr>
          <a:xfrm>
            <a:off x="8238500" y="2335475"/>
            <a:ext cx="9144" cy="1655186"/>
          </a:xfrm>
          <a:custGeom>
            <a:avLst/>
            <a:gdLst/>
            <a:ahLst/>
            <a:cxnLst/>
            <a:rect l="l" t="t" r="r" b="b"/>
            <a:pathLst>
              <a:path w="9144" h="1655186">
                <a:moveTo>
                  <a:pt x="0" y="1655186"/>
                </a:moveTo>
                <a:lnTo>
                  <a:pt x="0" y="0"/>
                </a:lnTo>
              </a:path>
            </a:pathLst>
          </a:custGeom>
          <a:noFill/>
          <a:ln w="9525">
            <a:solidFill>
              <a:srgbClr val="B8C2CC"/>
            </a:solidFill>
            <a:prstDash val="solid"/>
          </a:ln>
        </p:spPr>
      </p:sp>
      <p:sp>
        <p:nvSpPr>
          <p:cNvPr id="7" name="S07-mark233"/>
          <p:cNvSpPr/>
          <p:nvPr/>
        </p:nvSpPr>
        <p:spPr>
          <a:xfrm>
            <a:off x="9066093" y="2335475"/>
            <a:ext cx="9144" cy="1655186"/>
          </a:xfrm>
          <a:custGeom>
            <a:avLst/>
            <a:gdLst/>
            <a:ahLst/>
            <a:cxnLst/>
            <a:rect l="l" t="t" r="r" b="b"/>
            <a:pathLst>
              <a:path w="9144" h="1655186">
                <a:moveTo>
                  <a:pt x="0" y="1655186"/>
                </a:moveTo>
                <a:lnTo>
                  <a:pt x="0" y="0"/>
                </a:lnTo>
              </a:path>
            </a:pathLst>
          </a:custGeom>
          <a:noFill/>
          <a:ln w="9525">
            <a:solidFill>
              <a:srgbClr val="B8C2CC"/>
            </a:solidFill>
            <a:prstDash val="solid"/>
          </a:ln>
        </p:spPr>
      </p:sp>
      <p:sp>
        <p:nvSpPr>
          <p:cNvPr id="8" name="S07-mark234"/>
          <p:cNvSpPr/>
          <p:nvPr/>
        </p:nvSpPr>
        <p:spPr>
          <a:xfrm>
            <a:off x="9893686" y="2335475"/>
            <a:ext cx="9144" cy="1655186"/>
          </a:xfrm>
          <a:custGeom>
            <a:avLst/>
            <a:gdLst/>
            <a:ahLst/>
            <a:cxnLst/>
            <a:rect l="l" t="t" r="r" b="b"/>
            <a:pathLst>
              <a:path w="9144" h="1655186">
                <a:moveTo>
                  <a:pt x="0" y="1655186"/>
                </a:moveTo>
                <a:lnTo>
                  <a:pt x="0" y="0"/>
                </a:lnTo>
              </a:path>
            </a:pathLst>
          </a:custGeom>
          <a:noFill/>
          <a:ln w="9525">
            <a:solidFill>
              <a:srgbClr val="B8C2CC"/>
            </a:solidFill>
            <a:prstDash val="solid"/>
          </a:ln>
        </p:spPr>
      </p:sp>
      <p:sp>
        <p:nvSpPr>
          <p:cNvPr id="9" name="S07-mark235"/>
          <p:cNvSpPr/>
          <p:nvPr/>
        </p:nvSpPr>
        <p:spPr>
          <a:xfrm>
            <a:off x="10721279" y="2335475"/>
            <a:ext cx="9144" cy="1655186"/>
          </a:xfrm>
          <a:custGeom>
            <a:avLst/>
            <a:gdLst/>
            <a:ahLst/>
            <a:cxnLst/>
            <a:rect l="l" t="t" r="r" b="b"/>
            <a:pathLst>
              <a:path w="9144" h="1655186">
                <a:moveTo>
                  <a:pt x="0" y="1655186"/>
                </a:moveTo>
                <a:lnTo>
                  <a:pt x="0" y="0"/>
                </a:lnTo>
              </a:path>
            </a:pathLst>
          </a:custGeom>
          <a:noFill/>
          <a:ln w="9525">
            <a:solidFill>
              <a:srgbClr val="B8C2CC"/>
            </a:solidFill>
            <a:prstDash val="solid"/>
          </a:ln>
        </p:spPr>
      </p:sp>
      <p:sp>
        <p:nvSpPr>
          <p:cNvPr id="10" name="S07-mark236"/>
          <p:cNvSpPr/>
          <p:nvPr/>
        </p:nvSpPr>
        <p:spPr>
          <a:xfrm>
            <a:off x="11548872" y="2335475"/>
            <a:ext cx="9144" cy="1655186"/>
          </a:xfrm>
          <a:custGeom>
            <a:avLst/>
            <a:gdLst/>
            <a:ahLst/>
            <a:cxnLst/>
            <a:rect l="l" t="t" r="r" b="b"/>
            <a:pathLst>
              <a:path w="9144" h="1655186">
                <a:moveTo>
                  <a:pt x="0" y="1655186"/>
                </a:moveTo>
                <a:lnTo>
                  <a:pt x="0" y="0"/>
                </a:lnTo>
              </a:path>
            </a:pathLst>
          </a:custGeom>
          <a:noFill/>
          <a:ln w="9525">
            <a:solidFill>
              <a:srgbClr val="B8C2CC"/>
            </a:solidFill>
            <a:prstDash val="solid"/>
          </a:ln>
        </p:spPr>
      </p:sp>
      <p:sp>
        <p:nvSpPr>
          <p:cNvPr id="11" name="S07-mark237"/>
          <p:cNvSpPr/>
          <p:nvPr/>
        </p:nvSpPr>
        <p:spPr>
          <a:xfrm>
            <a:off x="6583314" y="3990661"/>
            <a:ext cx="4965558" cy="9144"/>
          </a:xfrm>
          <a:custGeom>
            <a:avLst/>
            <a:gdLst/>
            <a:ahLst/>
            <a:cxnLst/>
            <a:rect l="l" t="t" r="r" b="b"/>
            <a:pathLst>
              <a:path w="4965558" h="9144">
                <a:moveTo>
                  <a:pt x="0" y="0"/>
                </a:moveTo>
                <a:lnTo>
                  <a:pt x="4965558" y="0"/>
                </a:lnTo>
              </a:path>
            </a:pathLst>
          </a:custGeom>
          <a:noFill/>
          <a:ln w="9525">
            <a:solidFill>
              <a:srgbClr val="B8C2CC"/>
            </a:solidFill>
            <a:prstDash val="solid"/>
          </a:ln>
        </p:spPr>
      </p:sp>
      <p:sp>
        <p:nvSpPr>
          <p:cNvPr id="12" name="S07-mark238"/>
          <p:cNvSpPr/>
          <p:nvPr/>
        </p:nvSpPr>
        <p:spPr>
          <a:xfrm>
            <a:off x="6583314" y="3163068"/>
            <a:ext cx="4965558" cy="9144"/>
          </a:xfrm>
          <a:custGeom>
            <a:avLst/>
            <a:gdLst/>
            <a:ahLst/>
            <a:cxnLst/>
            <a:rect l="l" t="t" r="r" b="b"/>
            <a:pathLst>
              <a:path w="4965558" h="9144">
                <a:moveTo>
                  <a:pt x="0" y="0"/>
                </a:moveTo>
                <a:lnTo>
                  <a:pt x="4965558" y="0"/>
                </a:lnTo>
              </a:path>
            </a:pathLst>
          </a:custGeom>
          <a:noFill/>
          <a:ln w="9525">
            <a:solidFill>
              <a:srgbClr val="B8C2CC"/>
            </a:solidFill>
            <a:prstDash val="solid"/>
          </a:ln>
        </p:spPr>
      </p:sp>
      <p:sp>
        <p:nvSpPr>
          <p:cNvPr id="13" name="S07-mark239"/>
          <p:cNvSpPr/>
          <p:nvPr/>
        </p:nvSpPr>
        <p:spPr>
          <a:xfrm>
            <a:off x="6583314" y="2335475"/>
            <a:ext cx="4965558" cy="9144"/>
          </a:xfrm>
          <a:custGeom>
            <a:avLst/>
            <a:gdLst/>
            <a:ahLst/>
            <a:cxnLst/>
            <a:rect l="l" t="t" r="r" b="b"/>
            <a:pathLst>
              <a:path w="4965558" h="9144">
                <a:moveTo>
                  <a:pt x="0" y="0"/>
                </a:moveTo>
                <a:lnTo>
                  <a:pt x="4965558" y="0"/>
                </a:lnTo>
              </a:path>
            </a:pathLst>
          </a:custGeom>
          <a:noFill/>
          <a:ln w="9525">
            <a:solidFill>
              <a:srgbClr val="B8C2CC"/>
            </a:solidFill>
            <a:prstDash val="solid"/>
          </a:ln>
        </p:spPr>
      </p:sp>
      <p:sp>
        <p:nvSpPr>
          <p:cNvPr id="14" name="S07-mark240"/>
          <p:cNvSpPr/>
          <p:nvPr/>
        </p:nvSpPr>
        <p:spPr>
          <a:xfrm>
            <a:off x="6583314" y="2335475"/>
            <a:ext cx="4965558" cy="1655186"/>
          </a:xfrm>
          <a:custGeom>
            <a:avLst/>
            <a:gdLst/>
            <a:ahLst/>
            <a:cxnLst/>
            <a:rect l="l" t="t" r="r" b="b"/>
            <a:pathLst>
              <a:path w="4965558" h="1655186">
                <a:moveTo>
                  <a:pt x="0" y="1655186"/>
                </a:moveTo>
                <a:lnTo>
                  <a:pt x="4965558" y="1655186"/>
                </a:lnTo>
                <a:lnTo>
                  <a:pt x="4965558" y="0"/>
                </a:lnTo>
                <a:lnTo>
                  <a:pt x="0" y="0"/>
                </a:lnTo>
                <a:lnTo>
                  <a:pt x="0" y="1655186"/>
                </a:lnTo>
              </a:path>
            </a:pathLst>
          </a:custGeom>
          <a:noFill/>
          <a:ln w="15875">
            <a:solidFill>
              <a:srgbClr val="1F2937"/>
            </a:solidFill>
            <a:prstDash val="solid"/>
          </a:ln>
        </p:spPr>
      </p:sp>
      <p:sp>
        <p:nvSpPr>
          <p:cNvPr id="15" name="S07-mark241"/>
          <p:cNvSpPr/>
          <p:nvPr/>
        </p:nvSpPr>
        <p:spPr>
          <a:xfrm>
            <a:off x="7162629" y="2790651"/>
            <a:ext cx="595867" cy="413796"/>
          </a:xfrm>
          <a:custGeom>
            <a:avLst/>
            <a:gdLst/>
            <a:ahLst/>
            <a:cxnLst/>
            <a:rect l="l" t="t" r="r" b="b"/>
            <a:pathLst>
              <a:path w="595867" h="413796">
                <a:moveTo>
                  <a:pt x="0" y="0"/>
                </a:moveTo>
                <a:lnTo>
                  <a:pt x="595867" y="206898"/>
                </a:lnTo>
                <a:lnTo>
                  <a:pt x="0" y="413796"/>
                </a:lnTo>
                <a:close/>
              </a:path>
            </a:pathLst>
          </a:custGeom>
          <a:solidFill>
            <a:srgbClr val="E9762B"/>
          </a:solidFill>
          <a:ln w="15875">
            <a:solidFill>
              <a:srgbClr val="1F2937"/>
            </a:solidFill>
            <a:prstDash val="solid"/>
          </a:ln>
        </p:spPr>
      </p:sp>
      <p:sp>
        <p:nvSpPr>
          <p:cNvPr id="16" name="S07-mark242"/>
          <p:cNvSpPr/>
          <p:nvPr/>
        </p:nvSpPr>
        <p:spPr>
          <a:xfrm>
            <a:off x="7112974" y="2790651"/>
            <a:ext cx="99311" cy="744834"/>
          </a:xfrm>
          <a:custGeom>
            <a:avLst/>
            <a:gdLst/>
            <a:ahLst/>
            <a:cxnLst/>
            <a:rect l="l" t="t" r="r" b="b"/>
            <a:pathLst>
              <a:path w="99311" h="744834">
                <a:moveTo>
                  <a:pt x="0" y="744834"/>
                </a:moveTo>
                <a:lnTo>
                  <a:pt x="99311" y="744834"/>
                </a:lnTo>
                <a:lnTo>
                  <a:pt x="99311" y="0"/>
                </a:lnTo>
                <a:lnTo>
                  <a:pt x="0" y="0"/>
                </a:lnTo>
                <a:close/>
              </a:path>
            </a:pathLst>
          </a:custGeom>
          <a:solidFill>
            <a:srgbClr val="1F2937"/>
          </a:solidFill>
          <a:ln/>
        </p:spPr>
      </p:sp>
      <p:sp>
        <p:nvSpPr>
          <p:cNvPr id="17" name="S07-mark243"/>
          <p:cNvSpPr/>
          <p:nvPr/>
        </p:nvSpPr>
        <p:spPr>
          <a:xfrm>
            <a:off x="10340586" y="2898238"/>
            <a:ext cx="380693" cy="562763"/>
          </a:xfrm>
          <a:custGeom>
            <a:avLst/>
            <a:gdLst/>
            <a:ahLst/>
            <a:cxnLst/>
            <a:rect l="l" t="t" r="r" b="b"/>
            <a:pathLst>
              <a:path w="380693" h="562763">
                <a:moveTo>
                  <a:pt x="0" y="0"/>
                </a:moveTo>
                <a:lnTo>
                  <a:pt x="380693" y="82759"/>
                </a:lnTo>
                <a:lnTo>
                  <a:pt x="380693" y="562763"/>
                </a:lnTo>
                <a:lnTo>
                  <a:pt x="0" y="480004"/>
                </a:lnTo>
                <a:close/>
              </a:path>
            </a:pathLst>
          </a:custGeom>
          <a:solidFill>
            <a:srgbClr val="3D5A80"/>
          </a:solidFill>
          <a:ln w="15875">
            <a:solidFill>
              <a:srgbClr val="1F2937"/>
            </a:solidFill>
            <a:prstDash val="solid"/>
          </a:ln>
        </p:spPr>
      </p:sp>
      <p:sp>
        <p:nvSpPr>
          <p:cNvPr id="18" name="S07-mark244"/>
          <p:cNvSpPr/>
          <p:nvPr/>
        </p:nvSpPr>
        <p:spPr>
          <a:xfrm>
            <a:off x="10721279" y="2898238"/>
            <a:ext cx="380693" cy="562763"/>
          </a:xfrm>
          <a:custGeom>
            <a:avLst/>
            <a:gdLst/>
            <a:ahLst/>
            <a:cxnLst/>
            <a:rect l="l" t="t" r="r" b="b"/>
            <a:pathLst>
              <a:path w="380693" h="562763">
                <a:moveTo>
                  <a:pt x="380693" y="0"/>
                </a:moveTo>
                <a:lnTo>
                  <a:pt x="0" y="82759"/>
                </a:lnTo>
                <a:lnTo>
                  <a:pt x="0" y="562763"/>
                </a:lnTo>
                <a:lnTo>
                  <a:pt x="380693" y="480004"/>
                </a:lnTo>
                <a:close/>
              </a:path>
            </a:pathLst>
          </a:custGeom>
          <a:solidFill>
            <a:srgbClr val="3D5A80"/>
          </a:solidFill>
          <a:ln w="15875">
            <a:solidFill>
              <a:srgbClr val="1F2937"/>
            </a:solidFill>
            <a:prstDash val="solid"/>
          </a:ln>
        </p:spPr>
      </p:sp>
      <p:sp>
        <p:nvSpPr>
          <p:cNvPr id="19" name="S07-mark245"/>
          <p:cNvSpPr/>
          <p:nvPr/>
        </p:nvSpPr>
        <p:spPr>
          <a:xfrm>
            <a:off x="7410907" y="4445837"/>
            <a:ext cx="3310372" cy="0"/>
          </a:xfrm>
          <a:prstGeom prst="line">
            <a:avLst/>
          </a:prstGeom>
          <a:noFill/>
          <a:ln w="31750">
            <a:solidFill>
              <a:srgbClr val="E9762B"/>
            </a:solidFill>
            <a:prstDash val="solid"/>
            <a:headEnd type="triangle"/>
            <a:tailEnd type="triangle"/>
          </a:ln>
        </p:spPr>
      </p:sp>
      <p:sp>
        <p:nvSpPr>
          <p:cNvPr id="20" name="S07-mark246"/>
          <p:cNvSpPr/>
          <p:nvPr/>
        </p:nvSpPr>
        <p:spPr>
          <a:xfrm>
            <a:off x="7410907" y="3618244"/>
            <a:ext cx="0" cy="1034491"/>
          </a:xfrm>
          <a:prstGeom prst="line">
            <a:avLst/>
          </a:prstGeom>
          <a:noFill/>
          <a:ln w="15875">
            <a:solidFill>
              <a:srgbClr val="6B7280"/>
            </a:solidFill>
            <a:prstDash val="dash"/>
          </a:ln>
        </p:spPr>
      </p:sp>
      <p:sp>
        <p:nvSpPr>
          <p:cNvPr id="21" name="S07-mark247"/>
          <p:cNvSpPr/>
          <p:nvPr/>
        </p:nvSpPr>
        <p:spPr>
          <a:xfrm>
            <a:off x="10721279" y="3618244"/>
            <a:ext cx="0" cy="1034491"/>
          </a:xfrm>
          <a:prstGeom prst="line">
            <a:avLst/>
          </a:prstGeom>
          <a:noFill/>
          <a:ln w="15875">
            <a:solidFill>
              <a:srgbClr val="6B7280"/>
            </a:solidFill>
            <a:prstDash val="dash"/>
          </a:ln>
        </p:spPr>
      </p:sp>
      <p:sp>
        <p:nvSpPr>
          <p:cNvPr id="22" name="S07-mark248"/>
          <p:cNvSpPr/>
          <p:nvPr/>
        </p:nvSpPr>
        <p:spPr>
          <a:xfrm>
            <a:off x="6583314" y="5728606"/>
            <a:ext cx="827593" cy="0"/>
          </a:xfrm>
          <a:prstGeom prst="line">
            <a:avLst/>
          </a:prstGeom>
          <a:noFill/>
          <a:ln w="38100">
            <a:solidFill>
              <a:srgbClr val="1F2937"/>
            </a:solidFill>
            <a:prstDash val="solid"/>
          </a:ln>
        </p:spPr>
      </p:sp>
      <p:sp>
        <p:nvSpPr>
          <p:cNvPr id="23" name="S07-mark249"/>
          <p:cNvSpPr/>
          <p:nvPr/>
        </p:nvSpPr>
        <p:spPr>
          <a:xfrm>
            <a:off x="6583314" y="5563088"/>
            <a:ext cx="0" cy="331037"/>
          </a:xfrm>
          <a:prstGeom prst="line">
            <a:avLst/>
          </a:prstGeom>
          <a:noFill/>
          <a:ln w="25400">
            <a:solidFill>
              <a:srgbClr val="1F2937"/>
            </a:solidFill>
            <a:prstDash val="solid"/>
          </a:ln>
        </p:spPr>
      </p:sp>
      <p:sp>
        <p:nvSpPr>
          <p:cNvPr id="24" name="S07-mark250"/>
          <p:cNvSpPr/>
          <p:nvPr/>
        </p:nvSpPr>
        <p:spPr>
          <a:xfrm>
            <a:off x="7410907" y="5563088"/>
            <a:ext cx="0" cy="331037"/>
          </a:xfrm>
          <a:prstGeom prst="line">
            <a:avLst/>
          </a:prstGeom>
          <a:noFill/>
          <a:ln w="25400">
            <a:solidFill>
              <a:srgbClr val="1F2937"/>
            </a:solidFill>
            <a:prstDash val="solid"/>
          </a:ln>
        </p:spPr>
      </p:sp>
      <p:sp>
        <p:nvSpPr>
          <p:cNvPr id="25" name="S07-label252"/>
          <p:cNvSpPr txBox="1"/>
          <p:nvPr/>
        </p:nvSpPr>
        <p:spPr>
          <a:xfrm>
            <a:off x="8761293" y="4751893"/>
            <a:ext cx="60960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4칸</a:t>
            </a:r>
            <a:endParaRPr lang="ko-KR" sz="2400" dirty="0"/>
          </a:p>
        </p:txBody>
      </p:sp>
      <p:sp>
        <p:nvSpPr>
          <p:cNvPr id="26" name="S07-label254"/>
          <p:cNvSpPr txBox="1"/>
          <p:nvPr/>
        </p:nvSpPr>
        <p:spPr>
          <a:xfrm>
            <a:off x="7844439" y="5538106"/>
            <a:ext cx="1054608" cy="38100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100 m</a:t>
            </a:r>
            <a:endParaRPr lang="ko-KR" sz="2400" dirty="0"/>
          </a:p>
        </p:txBody>
      </p:sp>
      <p:sp>
        <p:nvSpPr>
          <p:cNvPr id="27" name="S07-stepno255"/>
          <p:cNvSpPr txBox="1"/>
          <p:nvPr/>
        </p:nvSpPr>
        <p:spPr>
          <a:xfrm>
            <a:off x="548640" y="260146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28" name="S07-text256"/>
          <p:cNvSpPr txBox="1"/>
          <p:nvPr/>
        </p:nvSpPr>
        <p:spPr>
          <a:xfrm>
            <a:off x="1325880" y="2555748"/>
            <a:ext cx="4800234" cy="929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두 곳 사이가 몇 칸인지 세요.</a:t>
            </a:r>
            <a:endParaRPr lang="ko-KR" sz="3000" dirty="0"/>
          </a:p>
        </p:txBody>
      </p:sp>
      <p:sp>
        <p:nvSpPr>
          <p:cNvPr id="29" name="S07-stepno257"/>
          <p:cNvSpPr txBox="1"/>
          <p:nvPr/>
        </p:nvSpPr>
        <p:spPr>
          <a:xfrm>
            <a:off x="548640" y="3695700"/>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30" name="S07-text258"/>
          <p:cNvSpPr txBox="1"/>
          <p:nvPr/>
        </p:nvSpPr>
        <p:spPr>
          <a:xfrm>
            <a:off x="1325880" y="3649980"/>
            <a:ext cx="4800234" cy="929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축척을 봐요. 한 칸은 100 m예요.</a:t>
            </a:r>
            <a:endParaRPr lang="ko-KR" sz="3000" dirty="0"/>
          </a:p>
        </p:txBody>
      </p:sp>
      <p:sp>
        <p:nvSpPr>
          <p:cNvPr id="31" name="S07-stepno259"/>
          <p:cNvSpPr txBox="1"/>
          <p:nvPr/>
        </p:nvSpPr>
        <p:spPr>
          <a:xfrm>
            <a:off x="548640" y="478993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32" name="S07-text260"/>
          <p:cNvSpPr txBox="1"/>
          <p:nvPr/>
        </p:nvSpPr>
        <p:spPr>
          <a:xfrm>
            <a:off x="1325880" y="4744212"/>
            <a:ext cx="4800234" cy="929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칸 수만큼 100 m씩 세요.</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4칸 → 400 m</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실제로 몇 m일까요?</a:t>
            </a:r>
            <a:endParaRPr lang="ko-KR" sz="4000" dirty="0"/>
          </a:p>
        </p:txBody>
      </p:sp>
      <p:sp>
        <p:nvSpPr>
          <p:cNvPr id="3" name="S08-card261"/>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4" name="S08-cardtext26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한 칸 = 100 m. 칸을 세고 m를 붙여 말해요.</a:t>
            </a:r>
            <a:endParaRPr lang="ko-KR" sz="3000" dirty="0"/>
          </a:p>
        </p:txBody>
      </p:sp>
      <p:sp>
        <p:nvSpPr>
          <p:cNvPr id="5" name="S08-figure263" descr="별빛마을 지도(모눈 한 칸 = 100 m). 범례: 산, 학교, 도서관, 병원, 공원, 집, 도로, 하천. 학교의 북쪽 2칸에 산, 동쪽 4칸에 도서관, 남쪽 3칸에 공원이 있다. 도서관의 남쪽 3칸에 병원, 공원의 동쪽 4칸에 병원이 있다. 하천은 마을 동쪽을 북에서 남으로 흐르고, 집은 하천 건너 도서관의 동쪽 4칸에 있다. 오른쪽 위에 북쪽을 가리키는 방위표가 있다."/>
          <p:cNvSpPr/>
          <p:nvPr/>
        </p:nvSpPr>
        <p:spPr>
          <a:xfrm>
            <a:off x="6368796"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6" name="S08-mark264"/>
          <p:cNvSpPr/>
          <p:nvPr/>
        </p:nvSpPr>
        <p:spPr>
          <a:xfrm>
            <a:off x="6690540"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7" name="S08-mark265"/>
          <p:cNvSpPr/>
          <p:nvPr/>
        </p:nvSpPr>
        <p:spPr>
          <a:xfrm>
            <a:off x="7012284"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8" name="S08-mark266"/>
          <p:cNvSpPr/>
          <p:nvPr/>
        </p:nvSpPr>
        <p:spPr>
          <a:xfrm>
            <a:off x="7334028"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9" name="S08-mark267"/>
          <p:cNvSpPr/>
          <p:nvPr/>
        </p:nvSpPr>
        <p:spPr>
          <a:xfrm>
            <a:off x="7655771"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0" name="S08-mark268"/>
          <p:cNvSpPr/>
          <p:nvPr/>
        </p:nvSpPr>
        <p:spPr>
          <a:xfrm>
            <a:off x="7977515"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1" name="S08-mark269"/>
          <p:cNvSpPr/>
          <p:nvPr/>
        </p:nvSpPr>
        <p:spPr>
          <a:xfrm>
            <a:off x="8299259"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2" name="S08-mark270"/>
          <p:cNvSpPr/>
          <p:nvPr/>
        </p:nvSpPr>
        <p:spPr>
          <a:xfrm>
            <a:off x="8621003"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3" name="S08-mark271"/>
          <p:cNvSpPr/>
          <p:nvPr/>
        </p:nvSpPr>
        <p:spPr>
          <a:xfrm>
            <a:off x="8942747"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4" name="S08-mark272"/>
          <p:cNvSpPr/>
          <p:nvPr/>
        </p:nvSpPr>
        <p:spPr>
          <a:xfrm>
            <a:off x="9264491"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5" name="S08-mark273"/>
          <p:cNvSpPr/>
          <p:nvPr/>
        </p:nvSpPr>
        <p:spPr>
          <a:xfrm>
            <a:off x="9586235"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6" name="S08-mark274"/>
          <p:cNvSpPr/>
          <p:nvPr/>
        </p:nvSpPr>
        <p:spPr>
          <a:xfrm>
            <a:off x="9907978" y="178023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7" name="S08-mark275"/>
          <p:cNvSpPr/>
          <p:nvPr/>
        </p:nvSpPr>
        <p:spPr>
          <a:xfrm>
            <a:off x="6368796" y="4354190"/>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18" name="S08-mark276"/>
          <p:cNvSpPr/>
          <p:nvPr/>
        </p:nvSpPr>
        <p:spPr>
          <a:xfrm>
            <a:off x="6368796" y="4032446"/>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19" name="S08-mark277"/>
          <p:cNvSpPr/>
          <p:nvPr/>
        </p:nvSpPr>
        <p:spPr>
          <a:xfrm>
            <a:off x="6368796" y="3710702"/>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0" name="S08-mark278"/>
          <p:cNvSpPr/>
          <p:nvPr/>
        </p:nvSpPr>
        <p:spPr>
          <a:xfrm>
            <a:off x="6368796" y="3388958"/>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1" name="S08-mark279"/>
          <p:cNvSpPr/>
          <p:nvPr/>
        </p:nvSpPr>
        <p:spPr>
          <a:xfrm>
            <a:off x="6368796" y="3067214"/>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2" name="S08-mark280"/>
          <p:cNvSpPr/>
          <p:nvPr/>
        </p:nvSpPr>
        <p:spPr>
          <a:xfrm>
            <a:off x="6368796" y="2745470"/>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3" name="S08-mark281"/>
          <p:cNvSpPr/>
          <p:nvPr/>
        </p:nvSpPr>
        <p:spPr>
          <a:xfrm>
            <a:off x="6368796" y="2423727"/>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4" name="S08-mark282"/>
          <p:cNvSpPr/>
          <p:nvPr/>
        </p:nvSpPr>
        <p:spPr>
          <a:xfrm>
            <a:off x="6368796" y="2101983"/>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5" name="S08-mark283"/>
          <p:cNvSpPr/>
          <p:nvPr/>
        </p:nvSpPr>
        <p:spPr>
          <a:xfrm>
            <a:off x="6368796" y="1780239"/>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6" name="S08-mark284"/>
          <p:cNvSpPr/>
          <p:nvPr/>
        </p:nvSpPr>
        <p:spPr>
          <a:xfrm>
            <a:off x="8974921" y="1780239"/>
            <a:ext cx="128698" cy="2573951"/>
          </a:xfrm>
          <a:custGeom>
            <a:avLst/>
            <a:gdLst/>
            <a:ahLst/>
            <a:cxnLst/>
            <a:rect l="l" t="t" r="r" b="b"/>
            <a:pathLst>
              <a:path w="128698" h="2573951">
                <a:moveTo>
                  <a:pt x="96523" y="0"/>
                </a:moveTo>
                <a:lnTo>
                  <a:pt x="0" y="482616"/>
                </a:lnTo>
                <a:lnTo>
                  <a:pt x="128698" y="965232"/>
                </a:lnTo>
                <a:lnTo>
                  <a:pt x="32174" y="1447847"/>
                </a:lnTo>
                <a:lnTo>
                  <a:pt x="128698" y="1930463"/>
                </a:lnTo>
                <a:lnTo>
                  <a:pt x="32174" y="2573951"/>
                </a:lnTo>
              </a:path>
            </a:pathLst>
          </a:custGeom>
          <a:noFill/>
          <a:ln w="88900">
            <a:solidFill>
              <a:srgbClr val="4A90C8"/>
            </a:solidFill>
            <a:prstDash val="solid"/>
          </a:ln>
        </p:spPr>
      </p:sp>
      <p:sp>
        <p:nvSpPr>
          <p:cNvPr id="27" name="S08-mark285"/>
          <p:cNvSpPr/>
          <p:nvPr/>
        </p:nvSpPr>
        <p:spPr>
          <a:xfrm>
            <a:off x="6368796" y="3228086"/>
            <a:ext cx="3539182" cy="9144"/>
          </a:xfrm>
          <a:custGeom>
            <a:avLst/>
            <a:gdLst/>
            <a:ahLst/>
            <a:cxnLst/>
            <a:rect l="l" t="t" r="r" b="b"/>
            <a:pathLst>
              <a:path w="3539182" h="9144">
                <a:moveTo>
                  <a:pt x="0" y="0"/>
                </a:moveTo>
                <a:lnTo>
                  <a:pt x="3539182" y="0"/>
                </a:lnTo>
              </a:path>
            </a:pathLst>
          </a:custGeom>
          <a:noFill/>
          <a:ln w="88900">
            <a:solidFill>
              <a:srgbClr val="A3AAB4"/>
            </a:solidFill>
            <a:prstDash val="solid"/>
          </a:ln>
        </p:spPr>
      </p:sp>
      <p:sp>
        <p:nvSpPr>
          <p:cNvPr id="28" name="S08-mark286"/>
          <p:cNvSpPr/>
          <p:nvPr/>
        </p:nvSpPr>
        <p:spPr>
          <a:xfrm>
            <a:off x="7816643" y="1780239"/>
            <a:ext cx="9144" cy="2573951"/>
          </a:xfrm>
          <a:custGeom>
            <a:avLst/>
            <a:gdLst/>
            <a:ahLst/>
            <a:cxnLst/>
            <a:rect l="l" t="t" r="r" b="b"/>
            <a:pathLst>
              <a:path w="9144" h="2573951">
                <a:moveTo>
                  <a:pt x="0" y="2573951"/>
                </a:moveTo>
                <a:lnTo>
                  <a:pt x="0" y="0"/>
                </a:lnTo>
              </a:path>
            </a:pathLst>
          </a:custGeom>
          <a:noFill/>
          <a:ln w="88900">
            <a:solidFill>
              <a:srgbClr val="A3AAB4"/>
            </a:solidFill>
            <a:prstDash val="solid"/>
          </a:ln>
        </p:spPr>
      </p:sp>
      <p:sp>
        <p:nvSpPr>
          <p:cNvPr id="29" name="S08-mark287"/>
          <p:cNvSpPr/>
          <p:nvPr/>
        </p:nvSpPr>
        <p:spPr>
          <a:xfrm>
            <a:off x="6368796" y="1780239"/>
            <a:ext cx="3539182" cy="2573951"/>
          </a:xfrm>
          <a:custGeom>
            <a:avLst/>
            <a:gdLst/>
            <a:ahLst/>
            <a:cxnLst/>
            <a:rect l="l" t="t" r="r" b="b"/>
            <a:pathLst>
              <a:path w="3539182" h="2573951">
                <a:moveTo>
                  <a:pt x="0" y="2573951"/>
                </a:moveTo>
                <a:lnTo>
                  <a:pt x="3539182" y="2573951"/>
                </a:lnTo>
                <a:lnTo>
                  <a:pt x="3539182" y="0"/>
                </a:lnTo>
                <a:lnTo>
                  <a:pt x="0" y="0"/>
                </a:lnTo>
                <a:lnTo>
                  <a:pt x="0" y="2573951"/>
                </a:lnTo>
              </a:path>
            </a:pathLst>
          </a:custGeom>
          <a:noFill/>
          <a:ln w="19050">
            <a:solidFill>
              <a:srgbClr val="1F2937"/>
            </a:solidFill>
            <a:prstDash val="solid"/>
          </a:ln>
        </p:spPr>
      </p:sp>
      <p:sp>
        <p:nvSpPr>
          <p:cNvPr id="30" name="S08-mark288"/>
          <p:cNvSpPr/>
          <p:nvPr/>
        </p:nvSpPr>
        <p:spPr>
          <a:xfrm>
            <a:off x="6867499" y="1966850"/>
            <a:ext cx="289569" cy="250960"/>
          </a:xfrm>
          <a:custGeom>
            <a:avLst/>
            <a:gdLst/>
            <a:ahLst/>
            <a:cxnLst/>
            <a:rect l="l" t="t" r="r" b="b"/>
            <a:pathLst>
              <a:path w="289569" h="250960">
                <a:moveTo>
                  <a:pt x="0" y="250960"/>
                </a:moveTo>
                <a:lnTo>
                  <a:pt x="289569" y="250960"/>
                </a:lnTo>
                <a:lnTo>
                  <a:pt x="144785" y="0"/>
                </a:lnTo>
                <a:close/>
              </a:path>
            </a:pathLst>
          </a:custGeom>
          <a:solidFill>
            <a:srgbClr val="8B5E3C"/>
          </a:solidFill>
          <a:ln w="15875">
            <a:solidFill>
              <a:srgbClr val="1F2937"/>
            </a:solidFill>
            <a:prstDash val="solid"/>
          </a:ln>
        </p:spPr>
      </p:sp>
      <p:sp>
        <p:nvSpPr>
          <p:cNvPr id="31" name="S08-mark289"/>
          <p:cNvSpPr/>
          <p:nvPr/>
        </p:nvSpPr>
        <p:spPr>
          <a:xfrm>
            <a:off x="6915761" y="2600686"/>
            <a:ext cx="231656" cy="160872"/>
          </a:xfrm>
          <a:custGeom>
            <a:avLst/>
            <a:gdLst/>
            <a:ahLst/>
            <a:cxnLst/>
            <a:rect l="l" t="t" r="r" b="b"/>
            <a:pathLst>
              <a:path w="231656" h="160872">
                <a:moveTo>
                  <a:pt x="0" y="0"/>
                </a:moveTo>
                <a:lnTo>
                  <a:pt x="231656" y="80436"/>
                </a:lnTo>
                <a:lnTo>
                  <a:pt x="0" y="160872"/>
                </a:lnTo>
                <a:close/>
              </a:path>
            </a:pathLst>
          </a:custGeom>
          <a:solidFill>
            <a:srgbClr val="E9762B"/>
          </a:solidFill>
          <a:ln w="15875">
            <a:solidFill>
              <a:srgbClr val="1F2937"/>
            </a:solidFill>
            <a:prstDash val="solid"/>
          </a:ln>
        </p:spPr>
      </p:sp>
      <p:sp>
        <p:nvSpPr>
          <p:cNvPr id="32" name="S08-mark290"/>
          <p:cNvSpPr/>
          <p:nvPr/>
        </p:nvSpPr>
        <p:spPr>
          <a:xfrm>
            <a:off x="6896456" y="2600686"/>
            <a:ext cx="38609" cy="289569"/>
          </a:xfrm>
          <a:custGeom>
            <a:avLst/>
            <a:gdLst/>
            <a:ahLst/>
            <a:cxnLst/>
            <a:rect l="l" t="t" r="r" b="b"/>
            <a:pathLst>
              <a:path w="38609" h="289569">
                <a:moveTo>
                  <a:pt x="0" y="289569"/>
                </a:moveTo>
                <a:lnTo>
                  <a:pt x="38609" y="289569"/>
                </a:lnTo>
                <a:lnTo>
                  <a:pt x="38609" y="0"/>
                </a:lnTo>
                <a:lnTo>
                  <a:pt x="0" y="0"/>
                </a:lnTo>
                <a:close/>
              </a:path>
            </a:pathLst>
          </a:custGeom>
          <a:solidFill>
            <a:srgbClr val="1F2937"/>
          </a:solidFill>
          <a:ln/>
        </p:spPr>
      </p:sp>
      <p:sp>
        <p:nvSpPr>
          <p:cNvPr id="33" name="S08-mark291"/>
          <p:cNvSpPr/>
          <p:nvPr/>
        </p:nvSpPr>
        <p:spPr>
          <a:xfrm>
            <a:off x="8151257" y="2642512"/>
            <a:ext cx="148002" cy="218786"/>
          </a:xfrm>
          <a:custGeom>
            <a:avLst/>
            <a:gdLst/>
            <a:ahLst/>
            <a:cxnLst/>
            <a:rect l="l" t="t" r="r" b="b"/>
            <a:pathLst>
              <a:path w="148002" h="218786">
                <a:moveTo>
                  <a:pt x="0" y="0"/>
                </a:moveTo>
                <a:lnTo>
                  <a:pt x="148002" y="32174"/>
                </a:lnTo>
                <a:lnTo>
                  <a:pt x="148002" y="218786"/>
                </a:lnTo>
                <a:lnTo>
                  <a:pt x="0" y="186611"/>
                </a:lnTo>
                <a:close/>
              </a:path>
            </a:pathLst>
          </a:custGeom>
          <a:solidFill>
            <a:srgbClr val="3D5A80"/>
          </a:solidFill>
          <a:ln w="15875">
            <a:solidFill>
              <a:srgbClr val="1F2937"/>
            </a:solidFill>
            <a:prstDash val="solid"/>
          </a:ln>
        </p:spPr>
      </p:sp>
      <p:sp>
        <p:nvSpPr>
          <p:cNvPr id="34" name="S08-mark292"/>
          <p:cNvSpPr/>
          <p:nvPr/>
        </p:nvSpPr>
        <p:spPr>
          <a:xfrm>
            <a:off x="8299259" y="2642512"/>
            <a:ext cx="148002" cy="218786"/>
          </a:xfrm>
          <a:custGeom>
            <a:avLst/>
            <a:gdLst/>
            <a:ahLst/>
            <a:cxnLst/>
            <a:rect l="l" t="t" r="r" b="b"/>
            <a:pathLst>
              <a:path w="148002" h="218786">
                <a:moveTo>
                  <a:pt x="148002" y="0"/>
                </a:moveTo>
                <a:lnTo>
                  <a:pt x="0" y="32174"/>
                </a:lnTo>
                <a:lnTo>
                  <a:pt x="0" y="218786"/>
                </a:lnTo>
                <a:lnTo>
                  <a:pt x="148002" y="186611"/>
                </a:lnTo>
                <a:close/>
              </a:path>
            </a:pathLst>
          </a:custGeom>
          <a:solidFill>
            <a:srgbClr val="3D5A80"/>
          </a:solidFill>
          <a:ln w="15875">
            <a:solidFill>
              <a:srgbClr val="1F2937"/>
            </a:solidFill>
            <a:prstDash val="solid"/>
          </a:ln>
        </p:spPr>
      </p:sp>
      <p:sp>
        <p:nvSpPr>
          <p:cNvPr id="35" name="S08-mark293"/>
          <p:cNvSpPr/>
          <p:nvPr/>
        </p:nvSpPr>
        <p:spPr>
          <a:xfrm>
            <a:off x="6992979" y="3726789"/>
            <a:ext cx="38609" cy="128698"/>
          </a:xfrm>
          <a:custGeom>
            <a:avLst/>
            <a:gdLst/>
            <a:ahLst/>
            <a:cxnLst/>
            <a:rect l="l" t="t" r="r" b="b"/>
            <a:pathLst>
              <a:path w="38609" h="128698">
                <a:moveTo>
                  <a:pt x="0" y="128698"/>
                </a:moveTo>
                <a:lnTo>
                  <a:pt x="38609" y="128698"/>
                </a:lnTo>
                <a:lnTo>
                  <a:pt x="38609" y="0"/>
                </a:lnTo>
                <a:lnTo>
                  <a:pt x="0" y="0"/>
                </a:lnTo>
                <a:close/>
              </a:path>
            </a:pathLst>
          </a:custGeom>
          <a:solidFill>
            <a:srgbClr val="8B5E3C"/>
          </a:solidFill>
          <a:ln/>
        </p:spPr>
      </p:sp>
      <p:sp>
        <p:nvSpPr>
          <p:cNvPr id="36" name="S08-mark294"/>
          <p:cNvSpPr/>
          <p:nvPr/>
        </p:nvSpPr>
        <p:spPr>
          <a:xfrm>
            <a:off x="6906108" y="3565917"/>
            <a:ext cx="212351" cy="212351"/>
          </a:xfrm>
          <a:custGeom>
            <a:avLst/>
            <a:gdLst/>
            <a:ahLst/>
            <a:cxnLst/>
            <a:rect l="l" t="t" r="r" b="b"/>
            <a:pathLst>
              <a:path w="212351" h="212351">
                <a:moveTo>
                  <a:pt x="212351" y="106175"/>
                </a:moveTo>
                <a:lnTo>
                  <a:pt x="207203" y="73358"/>
                </a:lnTo>
                <a:lnTo>
                  <a:pt x="192081" y="43757"/>
                </a:lnTo>
                <a:lnTo>
                  <a:pt x="168594" y="20270"/>
                </a:lnTo>
                <a:lnTo>
                  <a:pt x="138993" y="5148"/>
                </a:lnTo>
                <a:lnTo>
                  <a:pt x="106175" y="0"/>
                </a:lnTo>
                <a:lnTo>
                  <a:pt x="73358" y="5148"/>
                </a:lnTo>
                <a:lnTo>
                  <a:pt x="43757" y="20270"/>
                </a:lnTo>
                <a:lnTo>
                  <a:pt x="20270" y="43757"/>
                </a:lnTo>
                <a:lnTo>
                  <a:pt x="5148" y="73358"/>
                </a:lnTo>
                <a:lnTo>
                  <a:pt x="0" y="106175"/>
                </a:lnTo>
                <a:lnTo>
                  <a:pt x="5148" y="138993"/>
                </a:lnTo>
                <a:lnTo>
                  <a:pt x="20270" y="168594"/>
                </a:lnTo>
                <a:lnTo>
                  <a:pt x="43757" y="192081"/>
                </a:lnTo>
                <a:lnTo>
                  <a:pt x="73358" y="207203"/>
                </a:lnTo>
                <a:lnTo>
                  <a:pt x="106175" y="212351"/>
                </a:lnTo>
                <a:lnTo>
                  <a:pt x="138993" y="207203"/>
                </a:lnTo>
                <a:lnTo>
                  <a:pt x="168594" y="192081"/>
                </a:lnTo>
                <a:lnTo>
                  <a:pt x="192081" y="168594"/>
                </a:lnTo>
                <a:lnTo>
                  <a:pt x="207203" y="138993"/>
                </a:lnTo>
                <a:close/>
              </a:path>
            </a:pathLst>
          </a:custGeom>
          <a:solidFill>
            <a:srgbClr val="2A9D8F"/>
          </a:solidFill>
          <a:ln w="15875">
            <a:solidFill>
              <a:srgbClr val="1F2937"/>
            </a:solidFill>
            <a:prstDash val="solid"/>
          </a:ln>
        </p:spPr>
      </p:sp>
      <p:sp>
        <p:nvSpPr>
          <p:cNvPr id="37" name="S08-mark295"/>
          <p:cNvSpPr/>
          <p:nvPr/>
        </p:nvSpPr>
        <p:spPr>
          <a:xfrm>
            <a:off x="8170562" y="3582004"/>
            <a:ext cx="257395" cy="257395"/>
          </a:xfrm>
          <a:custGeom>
            <a:avLst/>
            <a:gdLst/>
            <a:ahLst/>
            <a:cxnLst/>
            <a:rect l="l" t="t" r="r" b="b"/>
            <a:pathLst>
              <a:path w="257395" h="257395">
                <a:moveTo>
                  <a:pt x="257395" y="128698"/>
                </a:moveTo>
                <a:lnTo>
                  <a:pt x="250960" y="88801"/>
                </a:lnTo>
                <a:lnTo>
                  <a:pt x="232943" y="53088"/>
                </a:lnTo>
                <a:lnTo>
                  <a:pt x="204307" y="24453"/>
                </a:lnTo>
                <a:lnTo>
                  <a:pt x="168594" y="6435"/>
                </a:lnTo>
                <a:lnTo>
                  <a:pt x="128698" y="0"/>
                </a:lnTo>
                <a:lnTo>
                  <a:pt x="88801" y="6435"/>
                </a:lnTo>
                <a:lnTo>
                  <a:pt x="53088" y="24453"/>
                </a:lnTo>
                <a:lnTo>
                  <a:pt x="24453" y="53088"/>
                </a:lnTo>
                <a:lnTo>
                  <a:pt x="6435" y="88801"/>
                </a:lnTo>
                <a:lnTo>
                  <a:pt x="0" y="128698"/>
                </a:lnTo>
                <a:lnTo>
                  <a:pt x="6435" y="168594"/>
                </a:lnTo>
                <a:lnTo>
                  <a:pt x="24453" y="204307"/>
                </a:lnTo>
                <a:lnTo>
                  <a:pt x="53088" y="232943"/>
                </a:lnTo>
                <a:lnTo>
                  <a:pt x="88801" y="250960"/>
                </a:lnTo>
                <a:lnTo>
                  <a:pt x="128698" y="257395"/>
                </a:lnTo>
                <a:lnTo>
                  <a:pt x="168594" y="250960"/>
                </a:lnTo>
                <a:lnTo>
                  <a:pt x="204307" y="232943"/>
                </a:lnTo>
                <a:lnTo>
                  <a:pt x="232943" y="204307"/>
                </a:lnTo>
                <a:lnTo>
                  <a:pt x="250960" y="168594"/>
                </a:lnTo>
                <a:close/>
              </a:path>
            </a:pathLst>
          </a:custGeom>
          <a:solidFill>
            <a:srgbClr val="FFFFFF"/>
          </a:solidFill>
          <a:ln w="25400">
            <a:solidFill>
              <a:srgbClr val="C8434E"/>
            </a:solidFill>
            <a:prstDash val="solid"/>
          </a:ln>
        </p:spPr>
      </p:sp>
      <p:sp>
        <p:nvSpPr>
          <p:cNvPr id="38" name="S08-mark296"/>
          <p:cNvSpPr/>
          <p:nvPr/>
        </p:nvSpPr>
        <p:spPr>
          <a:xfrm>
            <a:off x="8276737" y="3623831"/>
            <a:ext cx="45044" cy="173742"/>
          </a:xfrm>
          <a:custGeom>
            <a:avLst/>
            <a:gdLst/>
            <a:ahLst/>
            <a:cxnLst/>
            <a:rect l="l" t="t" r="r" b="b"/>
            <a:pathLst>
              <a:path w="45044" h="173742">
                <a:moveTo>
                  <a:pt x="0" y="173742"/>
                </a:moveTo>
                <a:lnTo>
                  <a:pt x="45044" y="173742"/>
                </a:lnTo>
                <a:lnTo>
                  <a:pt x="45044" y="0"/>
                </a:lnTo>
                <a:lnTo>
                  <a:pt x="0" y="0"/>
                </a:lnTo>
                <a:close/>
              </a:path>
            </a:pathLst>
          </a:custGeom>
          <a:solidFill>
            <a:srgbClr val="C8434E"/>
          </a:solidFill>
          <a:ln/>
        </p:spPr>
      </p:sp>
      <p:sp>
        <p:nvSpPr>
          <p:cNvPr id="39" name="S08-mark297"/>
          <p:cNvSpPr/>
          <p:nvPr/>
        </p:nvSpPr>
        <p:spPr>
          <a:xfrm>
            <a:off x="8212388" y="3688180"/>
            <a:ext cx="173742" cy="45044"/>
          </a:xfrm>
          <a:custGeom>
            <a:avLst/>
            <a:gdLst/>
            <a:ahLst/>
            <a:cxnLst/>
            <a:rect l="l" t="t" r="r" b="b"/>
            <a:pathLst>
              <a:path w="173742" h="45044">
                <a:moveTo>
                  <a:pt x="0" y="45044"/>
                </a:moveTo>
                <a:lnTo>
                  <a:pt x="173742" y="45044"/>
                </a:lnTo>
                <a:lnTo>
                  <a:pt x="173742" y="0"/>
                </a:lnTo>
                <a:lnTo>
                  <a:pt x="0" y="0"/>
                </a:lnTo>
                <a:close/>
              </a:path>
            </a:pathLst>
          </a:custGeom>
          <a:solidFill>
            <a:srgbClr val="C8434E"/>
          </a:solidFill>
          <a:ln/>
        </p:spPr>
      </p:sp>
      <p:sp>
        <p:nvSpPr>
          <p:cNvPr id="40" name="S08-mark298"/>
          <p:cNvSpPr/>
          <p:nvPr/>
        </p:nvSpPr>
        <p:spPr>
          <a:xfrm>
            <a:off x="9470407" y="2610338"/>
            <a:ext cx="231656" cy="257395"/>
          </a:xfrm>
          <a:custGeom>
            <a:avLst/>
            <a:gdLst/>
            <a:ahLst/>
            <a:cxnLst/>
            <a:rect l="l" t="t" r="r" b="b"/>
            <a:pathLst>
              <a:path w="231656" h="257395">
                <a:moveTo>
                  <a:pt x="0" y="257395"/>
                </a:moveTo>
                <a:lnTo>
                  <a:pt x="231656" y="257395"/>
                </a:lnTo>
                <a:lnTo>
                  <a:pt x="231656" y="109393"/>
                </a:lnTo>
                <a:lnTo>
                  <a:pt x="115828" y="0"/>
                </a:lnTo>
                <a:lnTo>
                  <a:pt x="0" y="109393"/>
                </a:lnTo>
                <a:close/>
              </a:path>
            </a:pathLst>
          </a:custGeom>
          <a:solidFill>
            <a:srgbClr val="F2C14E"/>
          </a:solidFill>
          <a:ln w="15875">
            <a:solidFill>
              <a:srgbClr val="1F2937"/>
            </a:solidFill>
            <a:prstDash val="solid"/>
          </a:ln>
        </p:spPr>
      </p:sp>
      <p:sp>
        <p:nvSpPr>
          <p:cNvPr id="41" name="S08-mark299"/>
          <p:cNvSpPr/>
          <p:nvPr/>
        </p:nvSpPr>
        <p:spPr>
          <a:xfrm>
            <a:off x="10195939" y="2141235"/>
            <a:ext cx="260613" cy="225864"/>
          </a:xfrm>
          <a:custGeom>
            <a:avLst/>
            <a:gdLst/>
            <a:ahLst/>
            <a:cxnLst/>
            <a:rect l="l" t="t" r="r" b="b"/>
            <a:pathLst>
              <a:path w="260613" h="225864">
                <a:moveTo>
                  <a:pt x="0" y="225864"/>
                </a:moveTo>
                <a:lnTo>
                  <a:pt x="260613" y="225864"/>
                </a:lnTo>
                <a:lnTo>
                  <a:pt x="130306" y="0"/>
                </a:lnTo>
                <a:close/>
              </a:path>
            </a:pathLst>
          </a:custGeom>
          <a:solidFill>
            <a:srgbClr val="8B5E3C"/>
          </a:solidFill>
          <a:ln w="15875">
            <a:solidFill>
              <a:srgbClr val="1F2937"/>
            </a:solidFill>
            <a:prstDash val="solid"/>
          </a:ln>
        </p:spPr>
      </p:sp>
      <p:sp>
        <p:nvSpPr>
          <p:cNvPr id="42" name="S08-mark300"/>
          <p:cNvSpPr/>
          <p:nvPr/>
        </p:nvSpPr>
        <p:spPr>
          <a:xfrm>
            <a:off x="10239375" y="2438205"/>
            <a:ext cx="208490" cy="144785"/>
          </a:xfrm>
          <a:custGeom>
            <a:avLst/>
            <a:gdLst/>
            <a:ahLst/>
            <a:cxnLst/>
            <a:rect l="l" t="t" r="r" b="b"/>
            <a:pathLst>
              <a:path w="208490" h="144785">
                <a:moveTo>
                  <a:pt x="0" y="0"/>
                </a:moveTo>
                <a:lnTo>
                  <a:pt x="208490" y="72392"/>
                </a:lnTo>
                <a:lnTo>
                  <a:pt x="0" y="144785"/>
                </a:lnTo>
                <a:close/>
              </a:path>
            </a:pathLst>
          </a:custGeom>
          <a:solidFill>
            <a:srgbClr val="E9762B"/>
          </a:solidFill>
          <a:ln w="15875">
            <a:solidFill>
              <a:srgbClr val="1F2937"/>
            </a:solidFill>
            <a:prstDash val="solid"/>
          </a:ln>
        </p:spPr>
      </p:sp>
      <p:sp>
        <p:nvSpPr>
          <p:cNvPr id="43" name="S08-mark301"/>
          <p:cNvSpPr/>
          <p:nvPr/>
        </p:nvSpPr>
        <p:spPr>
          <a:xfrm>
            <a:off x="10222000" y="2438205"/>
            <a:ext cx="34748" cy="260613"/>
          </a:xfrm>
          <a:custGeom>
            <a:avLst/>
            <a:gdLst/>
            <a:ahLst/>
            <a:cxnLst/>
            <a:rect l="l" t="t" r="r" b="b"/>
            <a:pathLst>
              <a:path w="34748" h="260613">
                <a:moveTo>
                  <a:pt x="0" y="260613"/>
                </a:moveTo>
                <a:lnTo>
                  <a:pt x="34748" y="260613"/>
                </a:lnTo>
                <a:lnTo>
                  <a:pt x="34748" y="0"/>
                </a:lnTo>
                <a:lnTo>
                  <a:pt x="0" y="0"/>
                </a:lnTo>
                <a:close/>
              </a:path>
            </a:pathLst>
          </a:custGeom>
          <a:solidFill>
            <a:srgbClr val="1F2937"/>
          </a:solidFill>
          <a:ln/>
        </p:spPr>
      </p:sp>
      <p:sp>
        <p:nvSpPr>
          <p:cNvPr id="44" name="S08-mark302"/>
          <p:cNvSpPr/>
          <p:nvPr/>
        </p:nvSpPr>
        <p:spPr>
          <a:xfrm>
            <a:off x="10193043" y="2781506"/>
            <a:ext cx="133202" cy="196907"/>
          </a:xfrm>
          <a:custGeom>
            <a:avLst/>
            <a:gdLst/>
            <a:ahLst/>
            <a:cxnLst/>
            <a:rect l="l" t="t" r="r" b="b"/>
            <a:pathLst>
              <a:path w="133202" h="196907">
                <a:moveTo>
                  <a:pt x="0" y="0"/>
                </a:moveTo>
                <a:lnTo>
                  <a:pt x="133202" y="28957"/>
                </a:lnTo>
                <a:lnTo>
                  <a:pt x="133202" y="196907"/>
                </a:lnTo>
                <a:lnTo>
                  <a:pt x="0" y="167950"/>
                </a:lnTo>
                <a:close/>
              </a:path>
            </a:pathLst>
          </a:custGeom>
          <a:solidFill>
            <a:srgbClr val="3D5A80"/>
          </a:solidFill>
          <a:ln w="15875">
            <a:solidFill>
              <a:srgbClr val="1F2937"/>
            </a:solidFill>
            <a:prstDash val="solid"/>
          </a:ln>
        </p:spPr>
      </p:sp>
      <p:sp>
        <p:nvSpPr>
          <p:cNvPr id="45" name="S08-mark303"/>
          <p:cNvSpPr/>
          <p:nvPr/>
        </p:nvSpPr>
        <p:spPr>
          <a:xfrm>
            <a:off x="10326245" y="2781506"/>
            <a:ext cx="133202" cy="196907"/>
          </a:xfrm>
          <a:custGeom>
            <a:avLst/>
            <a:gdLst/>
            <a:ahLst/>
            <a:cxnLst/>
            <a:rect l="l" t="t" r="r" b="b"/>
            <a:pathLst>
              <a:path w="133202" h="196907">
                <a:moveTo>
                  <a:pt x="133202" y="0"/>
                </a:moveTo>
                <a:lnTo>
                  <a:pt x="0" y="28957"/>
                </a:lnTo>
                <a:lnTo>
                  <a:pt x="0" y="196907"/>
                </a:lnTo>
                <a:lnTo>
                  <a:pt x="133202" y="167950"/>
                </a:lnTo>
                <a:close/>
              </a:path>
            </a:pathLst>
          </a:custGeom>
          <a:solidFill>
            <a:srgbClr val="3D5A80"/>
          </a:solidFill>
          <a:ln w="15875">
            <a:solidFill>
              <a:srgbClr val="1F2937"/>
            </a:solidFill>
            <a:prstDash val="solid"/>
          </a:ln>
        </p:spPr>
      </p:sp>
      <p:sp>
        <p:nvSpPr>
          <p:cNvPr id="46" name="S08-mark304"/>
          <p:cNvSpPr/>
          <p:nvPr/>
        </p:nvSpPr>
        <p:spPr>
          <a:xfrm>
            <a:off x="10210418" y="3063997"/>
            <a:ext cx="231656" cy="231656"/>
          </a:xfrm>
          <a:custGeom>
            <a:avLst/>
            <a:gdLst/>
            <a:ahLst/>
            <a:cxnLst/>
            <a:rect l="l" t="t" r="r" b="b"/>
            <a:pathLst>
              <a:path w="231656" h="231656">
                <a:moveTo>
                  <a:pt x="231656" y="115828"/>
                </a:moveTo>
                <a:lnTo>
                  <a:pt x="225864" y="80114"/>
                </a:lnTo>
                <a:lnTo>
                  <a:pt x="209455" y="47618"/>
                </a:lnTo>
                <a:lnTo>
                  <a:pt x="184037" y="22200"/>
                </a:lnTo>
                <a:lnTo>
                  <a:pt x="151541" y="5791"/>
                </a:lnTo>
                <a:lnTo>
                  <a:pt x="115828" y="0"/>
                </a:lnTo>
                <a:lnTo>
                  <a:pt x="80114" y="5791"/>
                </a:lnTo>
                <a:lnTo>
                  <a:pt x="47618" y="22200"/>
                </a:lnTo>
                <a:lnTo>
                  <a:pt x="22200" y="47618"/>
                </a:lnTo>
                <a:lnTo>
                  <a:pt x="5791" y="80114"/>
                </a:lnTo>
                <a:lnTo>
                  <a:pt x="0" y="115828"/>
                </a:lnTo>
                <a:lnTo>
                  <a:pt x="5791" y="151541"/>
                </a:lnTo>
                <a:lnTo>
                  <a:pt x="22200" y="184037"/>
                </a:lnTo>
                <a:lnTo>
                  <a:pt x="47618" y="209455"/>
                </a:lnTo>
                <a:lnTo>
                  <a:pt x="80114" y="225864"/>
                </a:lnTo>
                <a:lnTo>
                  <a:pt x="115828" y="231656"/>
                </a:lnTo>
                <a:lnTo>
                  <a:pt x="151541" y="225864"/>
                </a:lnTo>
                <a:lnTo>
                  <a:pt x="184037" y="209455"/>
                </a:lnTo>
                <a:lnTo>
                  <a:pt x="209455" y="184037"/>
                </a:lnTo>
                <a:lnTo>
                  <a:pt x="225864" y="151541"/>
                </a:lnTo>
                <a:close/>
              </a:path>
            </a:pathLst>
          </a:custGeom>
          <a:solidFill>
            <a:srgbClr val="FFFFFF"/>
          </a:solidFill>
          <a:ln w="25400">
            <a:solidFill>
              <a:srgbClr val="C8434E"/>
            </a:solidFill>
            <a:prstDash val="solid"/>
          </a:ln>
        </p:spPr>
      </p:sp>
      <p:sp>
        <p:nvSpPr>
          <p:cNvPr id="47" name="S08-mark305"/>
          <p:cNvSpPr/>
          <p:nvPr/>
        </p:nvSpPr>
        <p:spPr>
          <a:xfrm>
            <a:off x="10305976" y="3101641"/>
            <a:ext cx="40540" cy="156368"/>
          </a:xfrm>
          <a:custGeom>
            <a:avLst/>
            <a:gdLst/>
            <a:ahLst/>
            <a:cxnLst/>
            <a:rect l="l" t="t" r="r" b="b"/>
            <a:pathLst>
              <a:path w="40540" h="156368">
                <a:moveTo>
                  <a:pt x="0" y="156368"/>
                </a:moveTo>
                <a:lnTo>
                  <a:pt x="40540" y="156368"/>
                </a:lnTo>
                <a:lnTo>
                  <a:pt x="40540" y="0"/>
                </a:lnTo>
                <a:lnTo>
                  <a:pt x="0" y="0"/>
                </a:lnTo>
                <a:close/>
              </a:path>
            </a:pathLst>
          </a:custGeom>
          <a:solidFill>
            <a:srgbClr val="C8434E"/>
          </a:solidFill>
          <a:ln/>
        </p:spPr>
      </p:sp>
      <p:sp>
        <p:nvSpPr>
          <p:cNvPr id="48" name="S08-mark306"/>
          <p:cNvSpPr/>
          <p:nvPr/>
        </p:nvSpPr>
        <p:spPr>
          <a:xfrm>
            <a:off x="10248062" y="3159555"/>
            <a:ext cx="156368" cy="40540"/>
          </a:xfrm>
          <a:custGeom>
            <a:avLst/>
            <a:gdLst/>
            <a:ahLst/>
            <a:cxnLst/>
            <a:rect l="l" t="t" r="r" b="b"/>
            <a:pathLst>
              <a:path w="156368" h="40540">
                <a:moveTo>
                  <a:pt x="0" y="40540"/>
                </a:moveTo>
                <a:lnTo>
                  <a:pt x="156368" y="40540"/>
                </a:lnTo>
                <a:lnTo>
                  <a:pt x="156368" y="0"/>
                </a:lnTo>
                <a:lnTo>
                  <a:pt x="0" y="0"/>
                </a:lnTo>
                <a:close/>
              </a:path>
            </a:pathLst>
          </a:custGeom>
          <a:solidFill>
            <a:srgbClr val="C8434E"/>
          </a:solidFill>
          <a:ln/>
        </p:spPr>
      </p:sp>
      <p:sp>
        <p:nvSpPr>
          <p:cNvPr id="49" name="S08-mark307"/>
          <p:cNvSpPr/>
          <p:nvPr/>
        </p:nvSpPr>
        <p:spPr>
          <a:xfrm>
            <a:off x="10308871" y="3499960"/>
            <a:ext cx="34748" cy="115828"/>
          </a:xfrm>
          <a:custGeom>
            <a:avLst/>
            <a:gdLst/>
            <a:ahLst/>
            <a:cxnLst/>
            <a:rect l="l" t="t" r="r" b="b"/>
            <a:pathLst>
              <a:path w="34748" h="115828">
                <a:moveTo>
                  <a:pt x="0" y="115828"/>
                </a:moveTo>
                <a:lnTo>
                  <a:pt x="34748" y="115828"/>
                </a:lnTo>
                <a:lnTo>
                  <a:pt x="34748" y="0"/>
                </a:lnTo>
                <a:lnTo>
                  <a:pt x="0" y="0"/>
                </a:lnTo>
                <a:close/>
              </a:path>
            </a:pathLst>
          </a:custGeom>
          <a:solidFill>
            <a:srgbClr val="8B5E3C"/>
          </a:solidFill>
          <a:ln/>
        </p:spPr>
      </p:sp>
      <p:sp>
        <p:nvSpPr>
          <p:cNvPr id="50" name="S08-mark308"/>
          <p:cNvSpPr/>
          <p:nvPr/>
        </p:nvSpPr>
        <p:spPr>
          <a:xfrm>
            <a:off x="10230687" y="3355175"/>
            <a:ext cx="191116" cy="191116"/>
          </a:xfrm>
          <a:custGeom>
            <a:avLst/>
            <a:gdLst/>
            <a:ahLst/>
            <a:cxnLst/>
            <a:rect l="l" t="t" r="r" b="b"/>
            <a:pathLst>
              <a:path w="191116" h="191116">
                <a:moveTo>
                  <a:pt x="191116" y="95558"/>
                </a:moveTo>
                <a:lnTo>
                  <a:pt x="186290" y="65957"/>
                </a:lnTo>
                <a:lnTo>
                  <a:pt x="172776" y="39253"/>
                </a:lnTo>
                <a:lnTo>
                  <a:pt x="151863" y="18339"/>
                </a:lnTo>
                <a:lnTo>
                  <a:pt x="125158" y="4826"/>
                </a:lnTo>
                <a:lnTo>
                  <a:pt x="95558" y="0"/>
                </a:lnTo>
                <a:lnTo>
                  <a:pt x="65957" y="4826"/>
                </a:lnTo>
                <a:lnTo>
                  <a:pt x="39253" y="18339"/>
                </a:lnTo>
                <a:lnTo>
                  <a:pt x="18339" y="39253"/>
                </a:lnTo>
                <a:lnTo>
                  <a:pt x="4826" y="65957"/>
                </a:lnTo>
                <a:lnTo>
                  <a:pt x="0" y="95558"/>
                </a:lnTo>
                <a:lnTo>
                  <a:pt x="4826" y="125158"/>
                </a:lnTo>
                <a:lnTo>
                  <a:pt x="18339" y="151863"/>
                </a:lnTo>
                <a:lnTo>
                  <a:pt x="39253" y="172776"/>
                </a:lnTo>
                <a:lnTo>
                  <a:pt x="65957" y="186290"/>
                </a:lnTo>
                <a:lnTo>
                  <a:pt x="95558" y="191116"/>
                </a:lnTo>
                <a:lnTo>
                  <a:pt x="125158" y="186290"/>
                </a:lnTo>
                <a:lnTo>
                  <a:pt x="151863" y="172776"/>
                </a:lnTo>
                <a:lnTo>
                  <a:pt x="172776" y="151863"/>
                </a:lnTo>
                <a:lnTo>
                  <a:pt x="186290" y="125158"/>
                </a:lnTo>
                <a:close/>
              </a:path>
            </a:pathLst>
          </a:custGeom>
          <a:solidFill>
            <a:srgbClr val="2A9D8F"/>
          </a:solidFill>
          <a:ln w="15875">
            <a:solidFill>
              <a:srgbClr val="1F2937"/>
            </a:solidFill>
            <a:prstDash val="solid"/>
          </a:ln>
        </p:spPr>
      </p:sp>
      <p:sp>
        <p:nvSpPr>
          <p:cNvPr id="51" name="S08-mark309"/>
          <p:cNvSpPr/>
          <p:nvPr/>
        </p:nvSpPr>
        <p:spPr>
          <a:xfrm>
            <a:off x="10222000" y="3669519"/>
            <a:ext cx="208490" cy="231656"/>
          </a:xfrm>
          <a:custGeom>
            <a:avLst/>
            <a:gdLst/>
            <a:ahLst/>
            <a:cxnLst/>
            <a:rect l="l" t="t" r="r" b="b"/>
            <a:pathLst>
              <a:path w="208490" h="231656">
                <a:moveTo>
                  <a:pt x="0" y="231656"/>
                </a:moveTo>
                <a:lnTo>
                  <a:pt x="208490" y="231656"/>
                </a:lnTo>
                <a:lnTo>
                  <a:pt x="208490" y="98454"/>
                </a:lnTo>
                <a:lnTo>
                  <a:pt x="104245" y="0"/>
                </a:lnTo>
                <a:lnTo>
                  <a:pt x="0" y="98454"/>
                </a:lnTo>
                <a:close/>
              </a:path>
            </a:pathLst>
          </a:custGeom>
          <a:solidFill>
            <a:srgbClr val="F2C14E"/>
          </a:solidFill>
          <a:ln w="15875">
            <a:solidFill>
              <a:srgbClr val="1F2937"/>
            </a:solidFill>
            <a:prstDash val="solid"/>
          </a:ln>
        </p:spPr>
      </p:sp>
      <p:sp>
        <p:nvSpPr>
          <p:cNvPr id="52" name="S08-mark310"/>
          <p:cNvSpPr/>
          <p:nvPr/>
        </p:nvSpPr>
        <p:spPr>
          <a:xfrm>
            <a:off x="10133199" y="1780239"/>
            <a:ext cx="1415673" cy="2815259"/>
          </a:xfrm>
          <a:custGeom>
            <a:avLst/>
            <a:gdLst/>
            <a:ahLst/>
            <a:cxnLst/>
            <a:rect l="l" t="t" r="r" b="b"/>
            <a:pathLst>
              <a:path w="1415673" h="2815259">
                <a:moveTo>
                  <a:pt x="0" y="2815259"/>
                </a:moveTo>
                <a:lnTo>
                  <a:pt x="1415673" y="2815259"/>
                </a:lnTo>
                <a:lnTo>
                  <a:pt x="1415673" y="0"/>
                </a:lnTo>
                <a:lnTo>
                  <a:pt x="0" y="0"/>
                </a:lnTo>
                <a:lnTo>
                  <a:pt x="0" y="2815259"/>
                </a:lnTo>
              </a:path>
            </a:pathLst>
          </a:custGeom>
          <a:noFill/>
          <a:ln w="15875">
            <a:solidFill>
              <a:srgbClr val="1F2937"/>
            </a:solidFill>
            <a:prstDash val="solid"/>
          </a:ln>
        </p:spPr>
      </p:sp>
      <p:sp>
        <p:nvSpPr>
          <p:cNvPr id="53" name="S08-mark311"/>
          <p:cNvSpPr/>
          <p:nvPr/>
        </p:nvSpPr>
        <p:spPr>
          <a:xfrm>
            <a:off x="10133199" y="2101983"/>
            <a:ext cx="1415673" cy="9144"/>
          </a:xfrm>
          <a:custGeom>
            <a:avLst/>
            <a:gdLst/>
            <a:ahLst/>
            <a:cxnLst/>
            <a:rect l="l" t="t" r="r" b="b"/>
            <a:pathLst>
              <a:path w="1415673" h="9144">
                <a:moveTo>
                  <a:pt x="0" y="0"/>
                </a:moveTo>
                <a:lnTo>
                  <a:pt x="1415673" y="0"/>
                </a:lnTo>
              </a:path>
            </a:pathLst>
          </a:custGeom>
          <a:noFill/>
          <a:ln w="12700">
            <a:solidFill>
              <a:srgbClr val="1F2937"/>
            </a:solidFill>
            <a:prstDash val="solid"/>
          </a:ln>
        </p:spPr>
      </p:sp>
      <p:sp>
        <p:nvSpPr>
          <p:cNvPr id="54" name="S08-mark312"/>
          <p:cNvSpPr/>
          <p:nvPr/>
        </p:nvSpPr>
        <p:spPr>
          <a:xfrm flipV="1">
            <a:off x="9586235" y="2085895"/>
            <a:ext cx="0" cy="321744"/>
          </a:xfrm>
          <a:prstGeom prst="line">
            <a:avLst/>
          </a:prstGeom>
          <a:noFill/>
          <a:ln w="31750">
            <a:solidFill>
              <a:srgbClr val="1F2937"/>
            </a:solidFill>
            <a:prstDash val="solid"/>
            <a:tailEnd type="triangle"/>
          </a:ln>
        </p:spPr>
      </p:sp>
      <p:sp>
        <p:nvSpPr>
          <p:cNvPr id="55" name="S08-mark313"/>
          <p:cNvSpPr/>
          <p:nvPr/>
        </p:nvSpPr>
        <p:spPr>
          <a:xfrm>
            <a:off x="9473624" y="2246767"/>
            <a:ext cx="225221" cy="0"/>
          </a:xfrm>
          <a:prstGeom prst="line">
            <a:avLst/>
          </a:prstGeom>
          <a:noFill/>
          <a:ln w="25400">
            <a:solidFill>
              <a:srgbClr val="1F2937"/>
            </a:solidFill>
            <a:prstDash val="solid"/>
          </a:ln>
        </p:spPr>
      </p:sp>
      <p:sp>
        <p:nvSpPr>
          <p:cNvPr id="56" name="S08-mark314"/>
          <p:cNvSpPr/>
          <p:nvPr/>
        </p:nvSpPr>
        <p:spPr>
          <a:xfrm>
            <a:off x="6368796" y="4595498"/>
            <a:ext cx="321744" cy="0"/>
          </a:xfrm>
          <a:prstGeom prst="line">
            <a:avLst/>
          </a:prstGeom>
          <a:noFill/>
          <a:ln w="38100">
            <a:solidFill>
              <a:srgbClr val="1F2937"/>
            </a:solidFill>
            <a:prstDash val="solid"/>
          </a:ln>
        </p:spPr>
      </p:sp>
      <p:sp>
        <p:nvSpPr>
          <p:cNvPr id="57" name="S08-mark315"/>
          <p:cNvSpPr/>
          <p:nvPr/>
        </p:nvSpPr>
        <p:spPr>
          <a:xfrm>
            <a:off x="6368796" y="4524714"/>
            <a:ext cx="0" cy="141567"/>
          </a:xfrm>
          <a:prstGeom prst="line">
            <a:avLst/>
          </a:prstGeom>
          <a:noFill/>
          <a:ln w="25400">
            <a:solidFill>
              <a:srgbClr val="1F2937"/>
            </a:solidFill>
            <a:prstDash val="solid"/>
          </a:ln>
        </p:spPr>
      </p:sp>
      <p:sp>
        <p:nvSpPr>
          <p:cNvPr id="58" name="S08-mark316"/>
          <p:cNvSpPr/>
          <p:nvPr/>
        </p:nvSpPr>
        <p:spPr>
          <a:xfrm>
            <a:off x="6690540" y="4524714"/>
            <a:ext cx="0" cy="141567"/>
          </a:xfrm>
          <a:prstGeom prst="line">
            <a:avLst/>
          </a:prstGeom>
          <a:noFill/>
          <a:ln w="25400">
            <a:solidFill>
              <a:srgbClr val="1F2937"/>
            </a:solidFill>
            <a:prstDash val="solid"/>
          </a:ln>
        </p:spPr>
      </p:sp>
      <p:sp>
        <p:nvSpPr>
          <p:cNvPr id="59" name="S08-mark317"/>
          <p:cNvSpPr/>
          <p:nvPr/>
        </p:nvSpPr>
        <p:spPr>
          <a:xfrm>
            <a:off x="10181461" y="4096795"/>
            <a:ext cx="289569" cy="0"/>
          </a:xfrm>
          <a:prstGeom prst="line">
            <a:avLst/>
          </a:prstGeom>
          <a:noFill/>
          <a:ln w="88900">
            <a:solidFill>
              <a:srgbClr val="A3AAB4"/>
            </a:solidFill>
            <a:prstDash val="solid"/>
          </a:ln>
        </p:spPr>
      </p:sp>
      <p:sp>
        <p:nvSpPr>
          <p:cNvPr id="60" name="S08-mark318"/>
          <p:cNvSpPr/>
          <p:nvPr/>
        </p:nvSpPr>
        <p:spPr>
          <a:xfrm>
            <a:off x="10181461" y="4402451"/>
            <a:ext cx="289569" cy="0"/>
          </a:xfrm>
          <a:prstGeom prst="line">
            <a:avLst/>
          </a:prstGeom>
          <a:noFill/>
          <a:ln w="88900">
            <a:solidFill>
              <a:srgbClr val="4A90C8"/>
            </a:solidFill>
            <a:prstDash val="solid"/>
          </a:ln>
        </p:spPr>
      </p:sp>
      <p:sp>
        <p:nvSpPr>
          <p:cNvPr id="61" name="S08-label320"/>
          <p:cNvSpPr txBox="1"/>
          <p:nvPr/>
        </p:nvSpPr>
        <p:spPr>
          <a:xfrm>
            <a:off x="9382019" y="1718436"/>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2" name="S08-label322"/>
          <p:cNvSpPr txBox="1"/>
          <p:nvPr/>
        </p:nvSpPr>
        <p:spPr>
          <a:xfrm>
            <a:off x="6694757" y="4404998"/>
            <a:ext cx="1054608" cy="38100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100 m</a:t>
            </a:r>
            <a:endParaRPr lang="ko-KR" sz="2400" dirty="0"/>
          </a:p>
        </p:txBody>
      </p:sp>
      <p:sp>
        <p:nvSpPr>
          <p:cNvPr id="63" name="S08-label324"/>
          <p:cNvSpPr txBox="1"/>
          <p:nvPr/>
        </p:nvSpPr>
        <p:spPr>
          <a:xfrm>
            <a:off x="10487468" y="176669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64" name="S08-label326"/>
          <p:cNvSpPr txBox="1"/>
          <p:nvPr/>
        </p:nvSpPr>
        <p:spPr>
          <a:xfrm>
            <a:off x="10481417" y="2072355"/>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산</a:t>
            </a:r>
            <a:endParaRPr lang="ko-KR" sz="2400" dirty="0"/>
          </a:p>
        </p:txBody>
      </p:sp>
      <p:sp>
        <p:nvSpPr>
          <p:cNvPr id="65" name="S08-label328"/>
          <p:cNvSpPr txBox="1"/>
          <p:nvPr/>
        </p:nvSpPr>
        <p:spPr>
          <a:xfrm>
            <a:off x="10481998" y="237801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66" name="S08-label330"/>
          <p:cNvSpPr txBox="1"/>
          <p:nvPr/>
        </p:nvSpPr>
        <p:spPr>
          <a:xfrm>
            <a:off x="10482900" y="2683668"/>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7" name="S08-label332"/>
          <p:cNvSpPr txBox="1"/>
          <p:nvPr/>
        </p:nvSpPr>
        <p:spPr>
          <a:xfrm>
            <a:off x="10481998" y="2989325"/>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68" name="S08-label334"/>
          <p:cNvSpPr txBox="1"/>
          <p:nvPr/>
        </p:nvSpPr>
        <p:spPr>
          <a:xfrm>
            <a:off x="10481998" y="329498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9" name="S08-label336"/>
          <p:cNvSpPr txBox="1"/>
          <p:nvPr/>
        </p:nvSpPr>
        <p:spPr>
          <a:xfrm>
            <a:off x="10481417" y="3600638"/>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70" name="S08-label338"/>
          <p:cNvSpPr txBox="1"/>
          <p:nvPr/>
        </p:nvSpPr>
        <p:spPr>
          <a:xfrm>
            <a:off x="10481998" y="3906295"/>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도로</a:t>
            </a:r>
            <a:endParaRPr lang="ko-KR" sz="2400" dirty="0"/>
          </a:p>
        </p:txBody>
      </p:sp>
      <p:sp>
        <p:nvSpPr>
          <p:cNvPr id="71" name="S08-label340"/>
          <p:cNvSpPr txBox="1"/>
          <p:nvPr/>
        </p:nvSpPr>
        <p:spPr>
          <a:xfrm>
            <a:off x="10481998" y="421195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하천</a:t>
            </a:r>
            <a:endParaRPr lang="ko-KR" sz="2400" dirty="0"/>
          </a:p>
        </p:txBody>
      </p:sp>
      <p:sp>
        <p:nvSpPr>
          <p:cNvPr id="72" name="S08-chip341"/>
          <p:cNvSpPr txBox="1"/>
          <p:nvPr/>
        </p:nvSpPr>
        <p:spPr>
          <a:xfrm>
            <a:off x="548640" y="16139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3" name="S08-text342"/>
          <p:cNvSpPr txBox="1"/>
          <p:nvPr/>
        </p:nvSpPr>
        <p:spPr>
          <a:xfrm>
            <a:off x="1344168" y="132588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학교에서 공원까지</a:t>
            </a:r>
            <a:endParaRPr lang="ko-KR" sz="3000" dirty="0"/>
          </a:p>
        </p:txBody>
      </p:sp>
      <p:sp>
        <p:nvSpPr>
          <p:cNvPr id="74" name="S08-chip343"/>
          <p:cNvSpPr txBox="1"/>
          <p:nvPr/>
        </p:nvSpPr>
        <p:spPr>
          <a:xfrm>
            <a:off x="548640" y="29397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5" name="S08-text344"/>
          <p:cNvSpPr txBox="1"/>
          <p:nvPr/>
        </p:nvSpPr>
        <p:spPr>
          <a:xfrm>
            <a:off x="1344168" y="265176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산에서 공원까지</a:t>
            </a:r>
            <a:endParaRPr lang="ko-KR" sz="3000" dirty="0"/>
          </a:p>
        </p:txBody>
      </p:sp>
      <p:sp>
        <p:nvSpPr>
          <p:cNvPr id="76" name="S08-chip345"/>
          <p:cNvSpPr txBox="1"/>
          <p:nvPr/>
        </p:nvSpPr>
        <p:spPr>
          <a:xfrm>
            <a:off x="548640" y="42656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77" name="S08-text346"/>
          <p:cNvSpPr txBox="1"/>
          <p:nvPr/>
        </p:nvSpPr>
        <p:spPr>
          <a:xfrm>
            <a:off x="1344168" y="397764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학교에서 도서관에 갔다가 돌아오면?</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등고선으로 높낮이를 알아요</a:t>
            </a:r>
            <a:endParaRPr lang="ko-KR" sz="4000" dirty="0"/>
          </a:p>
        </p:txBody>
      </p:sp>
      <p:sp>
        <p:nvSpPr>
          <p:cNvPr id="3" name="S09-figure347" descr="등고선 그림. 위: 위에서 본 산(바깥부터 100 m, 200 m, 300 m 등고선, 서쪽은 간격이 넓고 동쪽은 간격이 좁음). 아래: 같은 산을 옆에서 본 모습(서쪽은 완만하게, 동쪽은 급하게 올라감). 점선이 등고선과 옆모습의 같은 높이를 잇는다."/>
          <p:cNvSpPr/>
          <p:nvPr/>
        </p:nvSpPr>
        <p:spPr>
          <a:xfrm>
            <a:off x="1011001" y="1731835"/>
            <a:ext cx="4292085" cy="2225526"/>
          </a:xfrm>
          <a:custGeom>
            <a:avLst/>
            <a:gdLst/>
            <a:ahLst/>
            <a:cxnLst/>
            <a:rect l="l" t="t" r="r" b="b"/>
            <a:pathLst>
              <a:path w="4292085" h="2225526">
                <a:moveTo>
                  <a:pt x="4292085" y="1112763"/>
                </a:moveTo>
                <a:lnTo>
                  <a:pt x="4275129" y="919354"/>
                </a:lnTo>
                <a:lnTo>
                  <a:pt x="4224789" y="732304"/>
                </a:lnTo>
                <a:lnTo>
                  <a:pt x="4143187" y="556381"/>
                </a:lnTo>
                <a:lnTo>
                  <a:pt x="4031911" y="397415"/>
                </a:lnTo>
                <a:lnTo>
                  <a:pt x="3894670" y="260175"/>
                </a:lnTo>
                <a:lnTo>
                  <a:pt x="3735704" y="148898"/>
                </a:lnTo>
                <a:lnTo>
                  <a:pt x="3559781" y="67296"/>
                </a:lnTo>
                <a:lnTo>
                  <a:pt x="3372731" y="16956"/>
                </a:lnTo>
                <a:lnTo>
                  <a:pt x="3179322" y="0"/>
                </a:lnTo>
                <a:lnTo>
                  <a:pt x="2627180" y="16956"/>
                </a:lnTo>
                <a:lnTo>
                  <a:pt x="2091994" y="67296"/>
                </a:lnTo>
                <a:lnTo>
                  <a:pt x="1589661" y="148898"/>
                </a:lnTo>
                <a:lnTo>
                  <a:pt x="1135548" y="260175"/>
                </a:lnTo>
                <a:lnTo>
                  <a:pt x="743961" y="397415"/>
                </a:lnTo>
                <a:lnTo>
                  <a:pt x="426029" y="556381"/>
                </a:lnTo>
                <a:lnTo>
                  <a:pt x="191819" y="732304"/>
                </a:lnTo>
                <a:lnTo>
                  <a:pt x="48220" y="919354"/>
                </a:lnTo>
                <a:lnTo>
                  <a:pt x="0" y="1112763"/>
                </a:lnTo>
                <a:lnTo>
                  <a:pt x="48220" y="1306172"/>
                </a:lnTo>
                <a:lnTo>
                  <a:pt x="191819" y="1493222"/>
                </a:lnTo>
                <a:lnTo>
                  <a:pt x="426029" y="1669144"/>
                </a:lnTo>
                <a:lnTo>
                  <a:pt x="743961" y="1828110"/>
                </a:lnTo>
                <a:lnTo>
                  <a:pt x="1135548" y="1965351"/>
                </a:lnTo>
                <a:lnTo>
                  <a:pt x="1589661" y="2076627"/>
                </a:lnTo>
                <a:lnTo>
                  <a:pt x="2091994" y="2158230"/>
                </a:lnTo>
                <a:lnTo>
                  <a:pt x="2627180" y="2208569"/>
                </a:lnTo>
                <a:lnTo>
                  <a:pt x="3179322" y="2225526"/>
                </a:lnTo>
                <a:lnTo>
                  <a:pt x="3372731" y="2208569"/>
                </a:lnTo>
                <a:lnTo>
                  <a:pt x="3559781" y="2158230"/>
                </a:lnTo>
                <a:lnTo>
                  <a:pt x="3735704" y="2076627"/>
                </a:lnTo>
                <a:lnTo>
                  <a:pt x="3894670" y="1965351"/>
                </a:lnTo>
                <a:lnTo>
                  <a:pt x="4031911" y="1828110"/>
                </a:lnTo>
                <a:lnTo>
                  <a:pt x="4143187" y="1669144"/>
                </a:lnTo>
                <a:lnTo>
                  <a:pt x="4224789" y="1493222"/>
                </a:lnTo>
                <a:lnTo>
                  <a:pt x="4275129" y="1306172"/>
                </a:lnTo>
                <a:close/>
              </a:path>
            </a:pathLst>
          </a:custGeom>
          <a:solidFill>
            <a:srgbClr val="D5ECC8"/>
          </a:solidFill>
          <a:ln w="25400">
            <a:solidFill>
              <a:srgbClr val="1F2937"/>
            </a:solidFill>
            <a:prstDash val="solid"/>
          </a:ln>
        </p:spPr>
      </p:sp>
      <p:sp>
        <p:nvSpPr>
          <p:cNvPr id="4" name="S09-mark348"/>
          <p:cNvSpPr/>
          <p:nvPr/>
        </p:nvSpPr>
        <p:spPr>
          <a:xfrm>
            <a:off x="2282730" y="2049767"/>
            <a:ext cx="2702424" cy="1589661"/>
          </a:xfrm>
          <a:custGeom>
            <a:avLst/>
            <a:gdLst/>
            <a:ahLst/>
            <a:cxnLst/>
            <a:rect l="l" t="t" r="r" b="b"/>
            <a:pathLst>
              <a:path w="2702424" h="1589661">
                <a:moveTo>
                  <a:pt x="2702424" y="794831"/>
                </a:moveTo>
                <a:lnTo>
                  <a:pt x="2690237" y="657060"/>
                </a:lnTo>
                <a:lnTo>
                  <a:pt x="2654734" y="522999"/>
                </a:lnTo>
                <a:lnTo>
                  <a:pt x="2595917" y="397415"/>
                </a:lnTo>
                <a:lnTo>
                  <a:pt x="2516434" y="284019"/>
                </a:lnTo>
                <a:lnTo>
                  <a:pt x="2418405" y="185990"/>
                </a:lnTo>
                <a:lnTo>
                  <a:pt x="2305009" y="106507"/>
                </a:lnTo>
                <a:lnTo>
                  <a:pt x="2179425" y="47690"/>
                </a:lnTo>
                <a:lnTo>
                  <a:pt x="2045364" y="12187"/>
                </a:lnTo>
                <a:lnTo>
                  <a:pt x="1907593" y="0"/>
                </a:lnTo>
                <a:lnTo>
                  <a:pt x="1576414" y="12187"/>
                </a:lnTo>
                <a:lnTo>
                  <a:pt x="1255302" y="47690"/>
                </a:lnTo>
                <a:lnTo>
                  <a:pt x="953797" y="106507"/>
                </a:lnTo>
                <a:lnTo>
                  <a:pt x="681435" y="185990"/>
                </a:lnTo>
                <a:lnTo>
                  <a:pt x="446165" y="284019"/>
                </a:lnTo>
                <a:lnTo>
                  <a:pt x="255406" y="397415"/>
                </a:lnTo>
                <a:lnTo>
                  <a:pt x="114985" y="522999"/>
                </a:lnTo>
                <a:lnTo>
                  <a:pt x="29144" y="657060"/>
                </a:lnTo>
                <a:lnTo>
                  <a:pt x="0" y="794831"/>
                </a:lnTo>
                <a:lnTo>
                  <a:pt x="29144" y="932601"/>
                </a:lnTo>
                <a:lnTo>
                  <a:pt x="114985" y="1066663"/>
                </a:lnTo>
                <a:lnTo>
                  <a:pt x="255406" y="1192246"/>
                </a:lnTo>
                <a:lnTo>
                  <a:pt x="446165" y="1305642"/>
                </a:lnTo>
                <a:lnTo>
                  <a:pt x="681435" y="1403671"/>
                </a:lnTo>
                <a:lnTo>
                  <a:pt x="953797" y="1483154"/>
                </a:lnTo>
                <a:lnTo>
                  <a:pt x="1255302" y="1541971"/>
                </a:lnTo>
                <a:lnTo>
                  <a:pt x="1576414" y="1577474"/>
                </a:lnTo>
                <a:lnTo>
                  <a:pt x="1907593" y="1589661"/>
                </a:lnTo>
                <a:lnTo>
                  <a:pt x="2045364" y="1577474"/>
                </a:lnTo>
                <a:lnTo>
                  <a:pt x="2179425" y="1541971"/>
                </a:lnTo>
                <a:lnTo>
                  <a:pt x="2305009" y="1483154"/>
                </a:lnTo>
                <a:lnTo>
                  <a:pt x="2418405" y="1403671"/>
                </a:lnTo>
                <a:lnTo>
                  <a:pt x="2516434" y="1305642"/>
                </a:lnTo>
                <a:lnTo>
                  <a:pt x="2595917" y="1192246"/>
                </a:lnTo>
                <a:lnTo>
                  <a:pt x="2654734" y="1066663"/>
                </a:lnTo>
                <a:lnTo>
                  <a:pt x="2690237" y="932601"/>
                </a:lnTo>
                <a:close/>
              </a:path>
            </a:pathLst>
          </a:custGeom>
          <a:solidFill>
            <a:srgbClr val="F3E6AE"/>
          </a:solidFill>
          <a:ln w="25400">
            <a:solidFill>
              <a:srgbClr val="1F2937"/>
            </a:solidFill>
            <a:prstDash val="solid"/>
          </a:ln>
        </p:spPr>
      </p:sp>
      <p:sp>
        <p:nvSpPr>
          <p:cNvPr id="5" name="S09-mark349"/>
          <p:cNvSpPr/>
          <p:nvPr/>
        </p:nvSpPr>
        <p:spPr>
          <a:xfrm>
            <a:off x="3554459" y="2394194"/>
            <a:ext cx="1112763" cy="900808"/>
          </a:xfrm>
          <a:custGeom>
            <a:avLst/>
            <a:gdLst/>
            <a:ahLst/>
            <a:cxnLst/>
            <a:rect l="l" t="t" r="r" b="b"/>
            <a:pathLst>
              <a:path w="1112763" h="900808">
                <a:moveTo>
                  <a:pt x="1112763" y="450404"/>
                </a:moveTo>
                <a:lnTo>
                  <a:pt x="1105344" y="371981"/>
                </a:lnTo>
                <a:lnTo>
                  <a:pt x="1084149" y="296207"/>
                </a:lnTo>
                <a:lnTo>
                  <a:pt x="1048646" y="225202"/>
                </a:lnTo>
                <a:lnTo>
                  <a:pt x="1000957" y="161086"/>
                </a:lnTo>
                <a:lnTo>
                  <a:pt x="942669" y="105448"/>
                </a:lnTo>
                <a:lnTo>
                  <a:pt x="874314" y="60407"/>
                </a:lnTo>
                <a:lnTo>
                  <a:pt x="799070" y="27024"/>
                </a:lnTo>
                <a:lnTo>
                  <a:pt x="718527" y="6889"/>
                </a:lnTo>
                <a:lnTo>
                  <a:pt x="635864" y="0"/>
                </a:lnTo>
                <a:lnTo>
                  <a:pt x="525648" y="6889"/>
                </a:lnTo>
                <a:lnTo>
                  <a:pt x="418611" y="27024"/>
                </a:lnTo>
                <a:lnTo>
                  <a:pt x="317932" y="60407"/>
                </a:lnTo>
                <a:lnTo>
                  <a:pt x="227322" y="105448"/>
                </a:lnTo>
                <a:lnTo>
                  <a:pt x="148898" y="161086"/>
                </a:lnTo>
                <a:lnTo>
                  <a:pt x="85312" y="225202"/>
                </a:lnTo>
                <a:lnTo>
                  <a:pt x="38152" y="296207"/>
                </a:lnTo>
                <a:lnTo>
                  <a:pt x="9538" y="371981"/>
                </a:lnTo>
                <a:lnTo>
                  <a:pt x="0" y="450404"/>
                </a:lnTo>
                <a:lnTo>
                  <a:pt x="9538" y="528827"/>
                </a:lnTo>
                <a:lnTo>
                  <a:pt x="38152" y="604601"/>
                </a:lnTo>
                <a:lnTo>
                  <a:pt x="85312" y="675606"/>
                </a:lnTo>
                <a:lnTo>
                  <a:pt x="148898" y="739722"/>
                </a:lnTo>
                <a:lnTo>
                  <a:pt x="227322" y="795360"/>
                </a:lnTo>
                <a:lnTo>
                  <a:pt x="317932" y="840401"/>
                </a:lnTo>
                <a:lnTo>
                  <a:pt x="418611" y="873784"/>
                </a:lnTo>
                <a:lnTo>
                  <a:pt x="525648" y="893919"/>
                </a:lnTo>
                <a:lnTo>
                  <a:pt x="635864" y="900808"/>
                </a:lnTo>
                <a:lnTo>
                  <a:pt x="718527" y="893919"/>
                </a:lnTo>
                <a:lnTo>
                  <a:pt x="799070" y="873784"/>
                </a:lnTo>
                <a:lnTo>
                  <a:pt x="874314" y="840401"/>
                </a:lnTo>
                <a:lnTo>
                  <a:pt x="942669" y="795360"/>
                </a:lnTo>
                <a:lnTo>
                  <a:pt x="1000957" y="739722"/>
                </a:lnTo>
                <a:lnTo>
                  <a:pt x="1048646" y="675606"/>
                </a:lnTo>
                <a:lnTo>
                  <a:pt x="1084149" y="604601"/>
                </a:lnTo>
                <a:lnTo>
                  <a:pt x="1105344" y="528827"/>
                </a:lnTo>
                <a:close/>
              </a:path>
            </a:pathLst>
          </a:custGeom>
          <a:solidFill>
            <a:srgbClr val="E6C097"/>
          </a:solidFill>
          <a:ln w="25400">
            <a:solidFill>
              <a:srgbClr val="1F2937"/>
            </a:solidFill>
            <a:prstDash val="solid"/>
          </a:ln>
        </p:spPr>
      </p:sp>
      <p:sp>
        <p:nvSpPr>
          <p:cNvPr id="6" name="S09-mark350"/>
          <p:cNvSpPr/>
          <p:nvPr/>
        </p:nvSpPr>
        <p:spPr>
          <a:xfrm>
            <a:off x="4047254" y="2711066"/>
            <a:ext cx="286139" cy="247987"/>
          </a:xfrm>
          <a:custGeom>
            <a:avLst/>
            <a:gdLst/>
            <a:ahLst/>
            <a:cxnLst/>
            <a:rect l="l" t="t" r="r" b="b"/>
            <a:pathLst>
              <a:path w="286139" h="247987">
                <a:moveTo>
                  <a:pt x="0" y="247987"/>
                </a:moveTo>
                <a:lnTo>
                  <a:pt x="286139" y="247987"/>
                </a:lnTo>
                <a:lnTo>
                  <a:pt x="143070" y="0"/>
                </a:lnTo>
                <a:close/>
              </a:path>
            </a:pathLst>
          </a:custGeom>
          <a:solidFill>
            <a:srgbClr val="8B5E3C"/>
          </a:solidFill>
          <a:ln w="15875">
            <a:solidFill>
              <a:srgbClr val="1F2937"/>
            </a:solidFill>
            <a:prstDash val="solid"/>
          </a:ln>
        </p:spPr>
      </p:sp>
      <p:sp>
        <p:nvSpPr>
          <p:cNvPr id="7" name="S09-mark351"/>
          <p:cNvSpPr/>
          <p:nvPr/>
        </p:nvSpPr>
        <p:spPr>
          <a:xfrm>
            <a:off x="640080" y="4349477"/>
            <a:ext cx="5033927" cy="1462488"/>
          </a:xfrm>
          <a:custGeom>
            <a:avLst/>
            <a:gdLst/>
            <a:ahLst/>
            <a:cxnLst/>
            <a:rect l="l" t="t" r="r" b="b"/>
            <a:pathLst>
              <a:path w="5033927" h="1462488">
                <a:moveTo>
                  <a:pt x="0" y="1171050"/>
                </a:moveTo>
                <a:lnTo>
                  <a:pt x="370921" y="1038579"/>
                </a:lnTo>
                <a:lnTo>
                  <a:pt x="1642650" y="614669"/>
                </a:lnTo>
                <a:lnTo>
                  <a:pt x="2914379" y="190759"/>
                </a:lnTo>
                <a:lnTo>
                  <a:pt x="3550243" y="0"/>
                </a:lnTo>
                <a:lnTo>
                  <a:pt x="4027142" y="190759"/>
                </a:lnTo>
                <a:lnTo>
                  <a:pt x="4345074" y="614669"/>
                </a:lnTo>
                <a:lnTo>
                  <a:pt x="4663006" y="1038579"/>
                </a:lnTo>
                <a:lnTo>
                  <a:pt x="5033927" y="1171050"/>
                </a:lnTo>
                <a:lnTo>
                  <a:pt x="5033927" y="1462488"/>
                </a:lnTo>
                <a:lnTo>
                  <a:pt x="0" y="1462488"/>
                </a:lnTo>
                <a:close/>
              </a:path>
            </a:pathLst>
          </a:custGeom>
          <a:solidFill>
            <a:srgbClr val="E6C097"/>
          </a:solidFill>
          <a:ln w="25400">
            <a:solidFill>
              <a:srgbClr val="1F2937"/>
            </a:solidFill>
            <a:prstDash val="solid"/>
          </a:ln>
        </p:spPr>
      </p:sp>
      <p:sp>
        <p:nvSpPr>
          <p:cNvPr id="8" name="S09-mark352"/>
          <p:cNvSpPr/>
          <p:nvPr/>
        </p:nvSpPr>
        <p:spPr>
          <a:xfrm>
            <a:off x="1011001" y="2844598"/>
            <a:ext cx="0" cy="2543458"/>
          </a:xfrm>
          <a:prstGeom prst="line">
            <a:avLst/>
          </a:prstGeom>
          <a:noFill/>
          <a:ln w="15875">
            <a:solidFill>
              <a:srgbClr val="6B7280"/>
            </a:solidFill>
            <a:prstDash val="dash"/>
          </a:ln>
        </p:spPr>
      </p:sp>
      <p:sp>
        <p:nvSpPr>
          <p:cNvPr id="9" name="S09-mark353"/>
          <p:cNvSpPr/>
          <p:nvPr/>
        </p:nvSpPr>
        <p:spPr>
          <a:xfrm>
            <a:off x="5303086" y="2844598"/>
            <a:ext cx="0" cy="2543458"/>
          </a:xfrm>
          <a:prstGeom prst="line">
            <a:avLst/>
          </a:prstGeom>
          <a:noFill/>
          <a:ln w="15875">
            <a:solidFill>
              <a:srgbClr val="6B7280"/>
            </a:solidFill>
            <a:prstDash val="dash"/>
          </a:ln>
        </p:spPr>
      </p:sp>
      <p:sp>
        <p:nvSpPr>
          <p:cNvPr id="10" name="S09-mark354"/>
          <p:cNvSpPr/>
          <p:nvPr/>
        </p:nvSpPr>
        <p:spPr>
          <a:xfrm>
            <a:off x="2282730" y="2844598"/>
            <a:ext cx="0" cy="2119548"/>
          </a:xfrm>
          <a:prstGeom prst="line">
            <a:avLst/>
          </a:prstGeom>
          <a:noFill/>
          <a:ln w="15875">
            <a:solidFill>
              <a:srgbClr val="6B7280"/>
            </a:solidFill>
            <a:prstDash val="dash"/>
          </a:ln>
        </p:spPr>
      </p:sp>
      <p:sp>
        <p:nvSpPr>
          <p:cNvPr id="11" name="S09-mark355"/>
          <p:cNvSpPr/>
          <p:nvPr/>
        </p:nvSpPr>
        <p:spPr>
          <a:xfrm>
            <a:off x="4985154" y="2844598"/>
            <a:ext cx="0" cy="2119548"/>
          </a:xfrm>
          <a:prstGeom prst="line">
            <a:avLst/>
          </a:prstGeom>
          <a:noFill/>
          <a:ln w="15875">
            <a:solidFill>
              <a:srgbClr val="6B7280"/>
            </a:solidFill>
            <a:prstDash val="dash"/>
          </a:ln>
        </p:spPr>
      </p:sp>
      <p:sp>
        <p:nvSpPr>
          <p:cNvPr id="12" name="S09-mark356"/>
          <p:cNvSpPr/>
          <p:nvPr/>
        </p:nvSpPr>
        <p:spPr>
          <a:xfrm>
            <a:off x="3554459" y="2844598"/>
            <a:ext cx="0" cy="1695639"/>
          </a:xfrm>
          <a:prstGeom prst="line">
            <a:avLst/>
          </a:prstGeom>
          <a:noFill/>
          <a:ln w="15875">
            <a:solidFill>
              <a:srgbClr val="6B7280"/>
            </a:solidFill>
            <a:prstDash val="dash"/>
          </a:ln>
        </p:spPr>
      </p:sp>
      <p:sp>
        <p:nvSpPr>
          <p:cNvPr id="13" name="S09-mark357"/>
          <p:cNvSpPr/>
          <p:nvPr/>
        </p:nvSpPr>
        <p:spPr>
          <a:xfrm>
            <a:off x="4667222" y="2844598"/>
            <a:ext cx="0" cy="1695639"/>
          </a:xfrm>
          <a:prstGeom prst="line">
            <a:avLst/>
          </a:prstGeom>
          <a:noFill/>
          <a:ln w="15875">
            <a:solidFill>
              <a:srgbClr val="6B7280"/>
            </a:solidFill>
            <a:prstDash val="dash"/>
          </a:ln>
        </p:spPr>
      </p:sp>
      <p:sp>
        <p:nvSpPr>
          <p:cNvPr id="14" name="S09-labelbg359"/>
          <p:cNvSpPr/>
          <p:nvPr/>
        </p:nvSpPr>
        <p:spPr>
          <a:xfrm>
            <a:off x="700105" y="2692198"/>
            <a:ext cx="621792" cy="304800"/>
          </a:xfrm>
          <a:prstGeom prst="rect">
            <a:avLst/>
          </a:prstGeom>
          <a:solidFill>
            <a:srgbClr val="FFFFFF"/>
          </a:solidFill>
          <a:ln/>
        </p:spPr>
      </p:sp>
      <p:sp>
        <p:nvSpPr>
          <p:cNvPr id="15" name="S09-label360"/>
          <p:cNvSpPr txBox="1"/>
          <p:nvPr/>
        </p:nvSpPr>
        <p:spPr>
          <a:xfrm>
            <a:off x="654385" y="2654098"/>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100</a:t>
            </a:r>
            <a:endParaRPr lang="ko-KR" sz="2400" dirty="0"/>
          </a:p>
        </p:txBody>
      </p:sp>
      <p:sp>
        <p:nvSpPr>
          <p:cNvPr id="16" name="S09-labelbg362"/>
          <p:cNvSpPr/>
          <p:nvPr/>
        </p:nvSpPr>
        <p:spPr>
          <a:xfrm>
            <a:off x="1971834" y="2692198"/>
            <a:ext cx="621792" cy="304800"/>
          </a:xfrm>
          <a:prstGeom prst="rect">
            <a:avLst/>
          </a:prstGeom>
          <a:solidFill>
            <a:srgbClr val="FFFFFF"/>
          </a:solidFill>
          <a:ln/>
        </p:spPr>
      </p:sp>
      <p:sp>
        <p:nvSpPr>
          <p:cNvPr id="17" name="S09-label363"/>
          <p:cNvSpPr txBox="1"/>
          <p:nvPr/>
        </p:nvSpPr>
        <p:spPr>
          <a:xfrm>
            <a:off x="1926114" y="2654098"/>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200</a:t>
            </a:r>
            <a:endParaRPr lang="ko-KR" sz="2400" dirty="0"/>
          </a:p>
        </p:txBody>
      </p:sp>
      <p:sp>
        <p:nvSpPr>
          <p:cNvPr id="18" name="S09-labelbg365"/>
          <p:cNvSpPr/>
          <p:nvPr/>
        </p:nvSpPr>
        <p:spPr>
          <a:xfrm>
            <a:off x="3243563" y="2692198"/>
            <a:ext cx="621792" cy="304800"/>
          </a:xfrm>
          <a:prstGeom prst="rect">
            <a:avLst/>
          </a:prstGeom>
          <a:solidFill>
            <a:srgbClr val="FFFFFF"/>
          </a:solidFill>
          <a:ln/>
        </p:spPr>
      </p:sp>
      <p:sp>
        <p:nvSpPr>
          <p:cNvPr id="19" name="S09-label366"/>
          <p:cNvSpPr txBox="1"/>
          <p:nvPr/>
        </p:nvSpPr>
        <p:spPr>
          <a:xfrm>
            <a:off x="3197843" y="2654098"/>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300</a:t>
            </a:r>
            <a:endParaRPr lang="ko-KR" sz="2400" dirty="0"/>
          </a:p>
        </p:txBody>
      </p:sp>
      <p:sp>
        <p:nvSpPr>
          <p:cNvPr id="20" name="S09-label368"/>
          <p:cNvSpPr txBox="1"/>
          <p:nvPr/>
        </p:nvSpPr>
        <p:spPr>
          <a:xfrm>
            <a:off x="6194755" y="2463598"/>
            <a:ext cx="1395984" cy="762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위에서 본</a:t>
            </a:r>
            <a:endParaRPr lang="ko-KR" sz="2400" dirty="0"/>
          </a:p>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모습</a:t>
            </a:r>
            <a:endParaRPr lang="ko-KR" sz="2400" dirty="0"/>
          </a:p>
        </p:txBody>
      </p:sp>
      <p:sp>
        <p:nvSpPr>
          <p:cNvPr id="21" name="S09-label370"/>
          <p:cNvSpPr txBox="1"/>
          <p:nvPr/>
        </p:nvSpPr>
        <p:spPr>
          <a:xfrm>
            <a:off x="6194755" y="4742112"/>
            <a:ext cx="1395984" cy="762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옆에서 본</a:t>
            </a:r>
            <a:endParaRPr lang="ko-KR" sz="2400" dirty="0"/>
          </a:p>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모습</a:t>
            </a:r>
            <a:endParaRPr lang="ko-KR" sz="2400" dirty="0"/>
          </a:p>
        </p:txBody>
      </p:sp>
      <p:sp>
        <p:nvSpPr>
          <p:cNvPr id="22" name="S09-card371"/>
          <p:cNvSpPr/>
          <p:nvPr/>
        </p:nvSpPr>
        <p:spPr>
          <a:xfrm>
            <a:off x="7349947" y="1655064"/>
            <a:ext cx="4290365" cy="1258824"/>
          </a:xfrm>
          <a:prstGeom prst="roundRect">
            <a:avLst>
              <a:gd name="adj" fmla="val 8717"/>
            </a:avLst>
          </a:prstGeom>
          <a:solidFill>
            <a:srgbClr val="EAF3F1"/>
          </a:solidFill>
          <a:ln w="12700">
            <a:solidFill>
              <a:srgbClr val="EAF3F1"/>
            </a:solidFill>
            <a:prstDash val="solid"/>
          </a:ln>
        </p:spPr>
      </p:sp>
      <p:sp>
        <p:nvSpPr>
          <p:cNvPr id="23" name="S09-cardtext372"/>
          <p:cNvSpPr txBox="1"/>
          <p:nvPr/>
        </p:nvSpPr>
        <p:spPr>
          <a:xfrm>
            <a:off x="7624267" y="1792224"/>
            <a:ext cx="3741725"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등고선: 높이가 같은 곳을 이은 선</a:t>
            </a:r>
            <a:endParaRPr lang="ko-KR" sz="3000" dirty="0"/>
          </a:p>
        </p:txBody>
      </p:sp>
      <p:sp>
        <p:nvSpPr>
          <p:cNvPr id="24" name="S09-card373"/>
          <p:cNvSpPr/>
          <p:nvPr/>
        </p:nvSpPr>
        <p:spPr>
          <a:xfrm>
            <a:off x="7349947" y="3142488"/>
            <a:ext cx="4290365" cy="1258824"/>
          </a:xfrm>
          <a:prstGeom prst="roundRect">
            <a:avLst>
              <a:gd name="adj" fmla="val 8717"/>
            </a:avLst>
          </a:prstGeom>
          <a:solidFill>
            <a:srgbClr val="EAF3F1"/>
          </a:solidFill>
          <a:ln w="12700">
            <a:solidFill>
              <a:srgbClr val="EAF3F1"/>
            </a:solidFill>
            <a:prstDash val="solid"/>
          </a:ln>
        </p:spPr>
      </p:sp>
      <p:sp>
        <p:nvSpPr>
          <p:cNvPr id="25" name="S09-cardtext374"/>
          <p:cNvSpPr txBox="1"/>
          <p:nvPr/>
        </p:nvSpPr>
        <p:spPr>
          <a:xfrm>
            <a:off x="7624267" y="3279648"/>
            <a:ext cx="3741725"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숫자가 클수록 높은 곳이에요.</a:t>
            </a:r>
            <a:endParaRPr lang="ko-KR" sz="3000" dirty="0"/>
          </a:p>
        </p:txBody>
      </p:sp>
      <p:sp>
        <p:nvSpPr>
          <p:cNvPr id="26" name="S09-card375"/>
          <p:cNvSpPr/>
          <p:nvPr/>
        </p:nvSpPr>
        <p:spPr>
          <a:xfrm>
            <a:off x="7349947" y="4629912"/>
            <a:ext cx="4290365" cy="1258824"/>
          </a:xfrm>
          <a:prstGeom prst="roundRect">
            <a:avLst>
              <a:gd name="adj" fmla="val 8717"/>
            </a:avLst>
          </a:prstGeom>
          <a:solidFill>
            <a:srgbClr val="EAF3F1"/>
          </a:solidFill>
          <a:ln w="12700">
            <a:solidFill>
              <a:srgbClr val="EAF3F1"/>
            </a:solidFill>
            <a:prstDash val="solid"/>
          </a:ln>
        </p:spPr>
      </p:sp>
      <p:sp>
        <p:nvSpPr>
          <p:cNvPr id="27" name="S09-cardtext376"/>
          <p:cNvSpPr txBox="1"/>
          <p:nvPr/>
        </p:nvSpPr>
        <p:spPr>
          <a:xfrm>
            <a:off x="7624267" y="4767072"/>
            <a:ext cx="3741725"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간격이 좁을수록 경사가 급해요.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어느 길이 더 가파를까요?</a:t>
            </a:r>
            <a:endParaRPr lang="ko-KR" sz="4000" dirty="0"/>
          </a:p>
        </p:txBody>
      </p:sp>
      <p:sp>
        <p:nvSpPr>
          <p:cNvPr id="3" name="S10-card377"/>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4" name="S10-cardtext378"/>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등고선 사이가 좁은 길이 가팔라요.</a:t>
            </a:r>
            <a:endParaRPr lang="ko-KR" sz="3000" dirty="0"/>
          </a:p>
        </p:txBody>
      </p:sp>
      <p:sp>
        <p:nvSpPr>
          <p:cNvPr id="5" name="S10-figure379" descr="등고선 지도. 바깥부터 100 m, 200 m, 300 m 등고선. 북쪽은 등고선 간격이 넓고 남쪽은 좁다. 가 길은 북쪽에서, 나 길은 남쪽에서 산꼭대기(▲)로 올라간다. 산꼭대기는 300 m 등고선 안에 있다."/>
          <p:cNvSpPr/>
          <p:nvPr/>
        </p:nvSpPr>
        <p:spPr>
          <a:xfrm>
            <a:off x="7243191" y="2071973"/>
            <a:ext cx="3431286" cy="2167128"/>
          </a:xfrm>
          <a:custGeom>
            <a:avLst/>
            <a:gdLst/>
            <a:ahLst/>
            <a:cxnLst/>
            <a:rect l="l" t="t" r="r" b="b"/>
            <a:pathLst>
              <a:path w="3431286" h="2167128">
                <a:moveTo>
                  <a:pt x="3431286" y="1489900"/>
                </a:moveTo>
                <a:lnTo>
                  <a:pt x="3405100" y="1231200"/>
                </a:lnTo>
                <a:lnTo>
                  <a:pt x="3327896" y="980174"/>
                </a:lnTo>
                <a:lnTo>
                  <a:pt x="3201480" y="744950"/>
                </a:lnTo>
                <a:lnTo>
                  <a:pt x="3029916" y="532301"/>
                </a:lnTo>
                <a:lnTo>
                  <a:pt x="2818621" y="348546"/>
                </a:lnTo>
                <a:lnTo>
                  <a:pt x="2573465" y="199556"/>
                </a:lnTo>
                <a:lnTo>
                  <a:pt x="2302573" y="89846"/>
                </a:lnTo>
                <a:lnTo>
                  <a:pt x="2013623" y="22574"/>
                </a:lnTo>
                <a:lnTo>
                  <a:pt x="1715643" y="0"/>
                </a:lnTo>
                <a:lnTo>
                  <a:pt x="1417663" y="22574"/>
                </a:lnTo>
                <a:lnTo>
                  <a:pt x="1128713" y="89846"/>
                </a:lnTo>
                <a:lnTo>
                  <a:pt x="857821" y="199556"/>
                </a:lnTo>
                <a:lnTo>
                  <a:pt x="612665" y="348546"/>
                </a:lnTo>
                <a:lnTo>
                  <a:pt x="401370" y="532301"/>
                </a:lnTo>
                <a:lnTo>
                  <a:pt x="229806" y="744950"/>
                </a:lnTo>
                <a:lnTo>
                  <a:pt x="103390" y="980174"/>
                </a:lnTo>
                <a:lnTo>
                  <a:pt x="26186" y="1231200"/>
                </a:lnTo>
                <a:lnTo>
                  <a:pt x="0" y="1489900"/>
                </a:lnTo>
                <a:lnTo>
                  <a:pt x="26186" y="1607287"/>
                </a:lnTo>
                <a:lnTo>
                  <a:pt x="103390" y="1721512"/>
                </a:lnTo>
                <a:lnTo>
                  <a:pt x="229806" y="1828514"/>
                </a:lnTo>
                <a:lnTo>
                  <a:pt x="401370" y="1925132"/>
                </a:lnTo>
                <a:lnTo>
                  <a:pt x="612665" y="2008657"/>
                </a:lnTo>
                <a:lnTo>
                  <a:pt x="857821" y="2076380"/>
                </a:lnTo>
                <a:lnTo>
                  <a:pt x="1128713" y="2126494"/>
                </a:lnTo>
                <a:lnTo>
                  <a:pt x="1417663" y="2156744"/>
                </a:lnTo>
                <a:lnTo>
                  <a:pt x="1715643" y="2167128"/>
                </a:lnTo>
                <a:lnTo>
                  <a:pt x="2013623" y="2156744"/>
                </a:lnTo>
                <a:lnTo>
                  <a:pt x="2302573" y="2126494"/>
                </a:lnTo>
                <a:lnTo>
                  <a:pt x="2573465" y="2076380"/>
                </a:lnTo>
                <a:lnTo>
                  <a:pt x="2818621" y="2008657"/>
                </a:lnTo>
                <a:lnTo>
                  <a:pt x="3029916" y="1925132"/>
                </a:lnTo>
                <a:lnTo>
                  <a:pt x="3201480" y="1828514"/>
                </a:lnTo>
                <a:lnTo>
                  <a:pt x="3327896" y="1721512"/>
                </a:lnTo>
                <a:lnTo>
                  <a:pt x="3405100" y="1607287"/>
                </a:lnTo>
                <a:close/>
              </a:path>
            </a:pathLst>
          </a:custGeom>
          <a:solidFill>
            <a:srgbClr val="D5ECC8"/>
          </a:solidFill>
          <a:ln w="25400">
            <a:solidFill>
              <a:srgbClr val="1F2937"/>
            </a:solidFill>
            <a:prstDash val="solid"/>
          </a:ln>
        </p:spPr>
      </p:sp>
      <p:sp>
        <p:nvSpPr>
          <p:cNvPr id="6" name="S10-mark380"/>
          <p:cNvSpPr/>
          <p:nvPr/>
        </p:nvSpPr>
        <p:spPr>
          <a:xfrm>
            <a:off x="7739825" y="2613755"/>
            <a:ext cx="2438019" cy="1399603"/>
          </a:xfrm>
          <a:custGeom>
            <a:avLst/>
            <a:gdLst/>
            <a:ahLst/>
            <a:cxnLst/>
            <a:rect l="l" t="t" r="r" b="b"/>
            <a:pathLst>
              <a:path w="2438019" h="1399603">
                <a:moveTo>
                  <a:pt x="2438019" y="948118"/>
                </a:moveTo>
                <a:lnTo>
                  <a:pt x="2419508" y="783326"/>
                </a:lnTo>
                <a:lnTo>
                  <a:pt x="2364427" y="623952"/>
                </a:lnTo>
                <a:lnTo>
                  <a:pt x="2274581" y="474059"/>
                </a:lnTo>
                <a:lnTo>
                  <a:pt x="2152680" y="338614"/>
                </a:lnTo>
                <a:lnTo>
                  <a:pt x="2002787" y="221679"/>
                </a:lnTo>
                <a:lnTo>
                  <a:pt x="1828514" y="126867"/>
                </a:lnTo>
                <a:lnTo>
                  <a:pt x="1635730" y="57339"/>
                </a:lnTo>
                <a:lnTo>
                  <a:pt x="1430756" y="14448"/>
                </a:lnTo>
                <a:lnTo>
                  <a:pt x="1219009" y="0"/>
                </a:lnTo>
                <a:lnTo>
                  <a:pt x="1007263" y="14448"/>
                </a:lnTo>
                <a:lnTo>
                  <a:pt x="802289" y="57339"/>
                </a:lnTo>
                <a:lnTo>
                  <a:pt x="609505" y="126867"/>
                </a:lnTo>
                <a:lnTo>
                  <a:pt x="435232" y="221679"/>
                </a:lnTo>
                <a:lnTo>
                  <a:pt x="285339" y="338614"/>
                </a:lnTo>
                <a:lnTo>
                  <a:pt x="163438" y="474059"/>
                </a:lnTo>
                <a:lnTo>
                  <a:pt x="73592" y="623952"/>
                </a:lnTo>
                <a:lnTo>
                  <a:pt x="18511" y="783326"/>
                </a:lnTo>
                <a:lnTo>
                  <a:pt x="0" y="948118"/>
                </a:lnTo>
                <a:lnTo>
                  <a:pt x="18511" y="1026677"/>
                </a:lnTo>
                <a:lnTo>
                  <a:pt x="73592" y="1102526"/>
                </a:lnTo>
                <a:lnTo>
                  <a:pt x="163438" y="1173861"/>
                </a:lnTo>
                <a:lnTo>
                  <a:pt x="285339" y="1238423"/>
                </a:lnTo>
                <a:lnTo>
                  <a:pt x="435232" y="1293956"/>
                </a:lnTo>
                <a:lnTo>
                  <a:pt x="609505" y="1339105"/>
                </a:lnTo>
                <a:lnTo>
                  <a:pt x="802289" y="1372514"/>
                </a:lnTo>
                <a:lnTo>
                  <a:pt x="1007263" y="1392831"/>
                </a:lnTo>
                <a:lnTo>
                  <a:pt x="1219009" y="1399603"/>
                </a:lnTo>
                <a:lnTo>
                  <a:pt x="1430756" y="1392831"/>
                </a:lnTo>
                <a:lnTo>
                  <a:pt x="1635730" y="1372514"/>
                </a:lnTo>
                <a:lnTo>
                  <a:pt x="1828514" y="1339105"/>
                </a:lnTo>
                <a:lnTo>
                  <a:pt x="2002787" y="1293956"/>
                </a:lnTo>
                <a:lnTo>
                  <a:pt x="2152680" y="1238423"/>
                </a:lnTo>
                <a:lnTo>
                  <a:pt x="2274581" y="1173861"/>
                </a:lnTo>
                <a:lnTo>
                  <a:pt x="2364427" y="1102526"/>
                </a:lnTo>
                <a:lnTo>
                  <a:pt x="2419508" y="1026677"/>
                </a:lnTo>
                <a:close/>
              </a:path>
            </a:pathLst>
          </a:custGeom>
          <a:solidFill>
            <a:srgbClr val="F3E6AE"/>
          </a:solidFill>
          <a:ln w="25400">
            <a:solidFill>
              <a:srgbClr val="1F2937"/>
            </a:solidFill>
            <a:prstDash val="solid"/>
          </a:ln>
        </p:spPr>
      </p:sp>
      <p:sp>
        <p:nvSpPr>
          <p:cNvPr id="7" name="S10-mark381"/>
          <p:cNvSpPr/>
          <p:nvPr/>
        </p:nvSpPr>
        <p:spPr>
          <a:xfrm>
            <a:off x="8281607" y="3110389"/>
            <a:ext cx="1354455" cy="677227"/>
          </a:xfrm>
          <a:custGeom>
            <a:avLst/>
            <a:gdLst/>
            <a:ahLst/>
            <a:cxnLst/>
            <a:rect l="l" t="t" r="r" b="b"/>
            <a:pathLst>
              <a:path w="1354455" h="677227">
                <a:moveTo>
                  <a:pt x="1354455" y="451485"/>
                </a:moveTo>
                <a:lnTo>
                  <a:pt x="1344071" y="372927"/>
                </a:lnTo>
                <a:lnTo>
                  <a:pt x="1313821" y="297077"/>
                </a:lnTo>
                <a:lnTo>
                  <a:pt x="1263707" y="225743"/>
                </a:lnTo>
                <a:lnTo>
                  <a:pt x="1195984" y="161180"/>
                </a:lnTo>
                <a:lnTo>
                  <a:pt x="1112459" y="105647"/>
                </a:lnTo>
                <a:lnTo>
                  <a:pt x="1015841" y="60499"/>
                </a:lnTo>
                <a:lnTo>
                  <a:pt x="908839" y="27089"/>
                </a:lnTo>
                <a:lnTo>
                  <a:pt x="794614" y="6772"/>
                </a:lnTo>
                <a:lnTo>
                  <a:pt x="677227" y="0"/>
                </a:lnTo>
                <a:lnTo>
                  <a:pt x="559841" y="6772"/>
                </a:lnTo>
                <a:lnTo>
                  <a:pt x="445616" y="27089"/>
                </a:lnTo>
                <a:lnTo>
                  <a:pt x="338614" y="60499"/>
                </a:lnTo>
                <a:lnTo>
                  <a:pt x="241996" y="105647"/>
                </a:lnTo>
                <a:lnTo>
                  <a:pt x="158471" y="161180"/>
                </a:lnTo>
                <a:lnTo>
                  <a:pt x="90748" y="225743"/>
                </a:lnTo>
                <a:lnTo>
                  <a:pt x="40634" y="297077"/>
                </a:lnTo>
                <a:lnTo>
                  <a:pt x="10384" y="372927"/>
                </a:lnTo>
                <a:lnTo>
                  <a:pt x="0" y="451485"/>
                </a:lnTo>
                <a:lnTo>
                  <a:pt x="10384" y="490764"/>
                </a:lnTo>
                <a:lnTo>
                  <a:pt x="40634" y="528689"/>
                </a:lnTo>
                <a:lnTo>
                  <a:pt x="90748" y="564356"/>
                </a:lnTo>
                <a:lnTo>
                  <a:pt x="158471" y="596412"/>
                </a:lnTo>
                <a:lnTo>
                  <a:pt x="241996" y="624404"/>
                </a:lnTo>
                <a:lnTo>
                  <a:pt x="338614" y="646978"/>
                </a:lnTo>
                <a:lnTo>
                  <a:pt x="445616" y="663683"/>
                </a:lnTo>
                <a:lnTo>
                  <a:pt x="559841" y="673616"/>
                </a:lnTo>
                <a:lnTo>
                  <a:pt x="677227" y="677227"/>
                </a:lnTo>
                <a:lnTo>
                  <a:pt x="794614" y="673616"/>
                </a:lnTo>
                <a:lnTo>
                  <a:pt x="908839" y="663683"/>
                </a:lnTo>
                <a:lnTo>
                  <a:pt x="1015841" y="646978"/>
                </a:lnTo>
                <a:lnTo>
                  <a:pt x="1112459" y="624404"/>
                </a:lnTo>
                <a:lnTo>
                  <a:pt x="1195984" y="596412"/>
                </a:lnTo>
                <a:lnTo>
                  <a:pt x="1263707" y="564356"/>
                </a:lnTo>
                <a:lnTo>
                  <a:pt x="1313821" y="528689"/>
                </a:lnTo>
                <a:lnTo>
                  <a:pt x="1344071" y="490764"/>
                </a:lnTo>
                <a:close/>
              </a:path>
            </a:pathLst>
          </a:custGeom>
          <a:solidFill>
            <a:srgbClr val="E6C097"/>
          </a:solidFill>
          <a:ln w="25400">
            <a:solidFill>
              <a:srgbClr val="1F2937"/>
            </a:solidFill>
            <a:prstDash val="solid"/>
          </a:ln>
        </p:spPr>
      </p:sp>
      <p:sp>
        <p:nvSpPr>
          <p:cNvPr id="8" name="S10-mark382"/>
          <p:cNvSpPr/>
          <p:nvPr/>
        </p:nvSpPr>
        <p:spPr>
          <a:xfrm>
            <a:off x="8847317" y="3457581"/>
            <a:ext cx="223034" cy="193687"/>
          </a:xfrm>
          <a:custGeom>
            <a:avLst/>
            <a:gdLst/>
            <a:ahLst/>
            <a:cxnLst/>
            <a:rect l="l" t="t" r="r" b="b"/>
            <a:pathLst>
              <a:path w="223034" h="193687">
                <a:moveTo>
                  <a:pt x="0" y="193687"/>
                </a:moveTo>
                <a:lnTo>
                  <a:pt x="223034" y="193687"/>
                </a:lnTo>
                <a:lnTo>
                  <a:pt x="111517" y="0"/>
                </a:lnTo>
                <a:close/>
              </a:path>
            </a:pathLst>
          </a:custGeom>
          <a:solidFill>
            <a:srgbClr val="8B5E3C"/>
          </a:solidFill>
          <a:ln w="15875">
            <a:solidFill>
              <a:srgbClr val="1F2937"/>
            </a:solidFill>
            <a:prstDash val="solid"/>
          </a:ln>
        </p:spPr>
      </p:sp>
      <p:sp>
        <p:nvSpPr>
          <p:cNvPr id="9" name="S10-mark383"/>
          <p:cNvSpPr/>
          <p:nvPr/>
        </p:nvSpPr>
        <p:spPr>
          <a:xfrm>
            <a:off x="8146161" y="1710785"/>
            <a:ext cx="677227" cy="1670495"/>
          </a:xfrm>
          <a:custGeom>
            <a:avLst/>
            <a:gdLst/>
            <a:ahLst/>
            <a:cxnLst/>
            <a:rect l="l" t="t" r="r" b="b"/>
            <a:pathLst>
              <a:path w="677227" h="1670495">
                <a:moveTo>
                  <a:pt x="0" y="0"/>
                </a:moveTo>
                <a:lnTo>
                  <a:pt x="361188" y="767525"/>
                </a:lnTo>
                <a:lnTo>
                  <a:pt x="677227" y="1670495"/>
                </a:lnTo>
              </a:path>
            </a:pathLst>
          </a:custGeom>
          <a:noFill/>
          <a:ln w="44450">
            <a:solidFill>
              <a:srgbClr val="C8434E"/>
            </a:solidFill>
            <a:prstDash val="dash"/>
          </a:ln>
        </p:spPr>
      </p:sp>
      <p:sp>
        <p:nvSpPr>
          <p:cNvPr id="10" name="S10-mark384"/>
          <p:cNvSpPr/>
          <p:nvPr/>
        </p:nvSpPr>
        <p:spPr>
          <a:xfrm>
            <a:off x="9094280" y="3697319"/>
            <a:ext cx="586931" cy="1038416"/>
          </a:xfrm>
          <a:custGeom>
            <a:avLst/>
            <a:gdLst/>
            <a:ahLst/>
            <a:cxnLst/>
            <a:rect l="l" t="t" r="r" b="b"/>
            <a:pathLst>
              <a:path w="586931" h="1038416">
                <a:moveTo>
                  <a:pt x="586931" y="1038416"/>
                </a:moveTo>
                <a:lnTo>
                  <a:pt x="316040" y="586930"/>
                </a:lnTo>
                <a:lnTo>
                  <a:pt x="0" y="0"/>
                </a:lnTo>
              </a:path>
            </a:pathLst>
          </a:custGeom>
          <a:noFill/>
          <a:ln w="44450">
            <a:solidFill>
              <a:srgbClr val="C8434E"/>
            </a:solidFill>
            <a:prstDash val="dash"/>
          </a:ln>
        </p:spPr>
      </p:sp>
      <p:sp>
        <p:nvSpPr>
          <p:cNvPr id="11" name="S10-labelbg386"/>
          <p:cNvSpPr/>
          <p:nvPr/>
        </p:nvSpPr>
        <p:spPr>
          <a:xfrm>
            <a:off x="7897368" y="1264920"/>
            <a:ext cx="316992" cy="304800"/>
          </a:xfrm>
          <a:prstGeom prst="rect">
            <a:avLst/>
          </a:prstGeom>
          <a:solidFill>
            <a:srgbClr val="FFFFFF"/>
          </a:solidFill>
          <a:ln/>
        </p:spPr>
      </p:sp>
      <p:sp>
        <p:nvSpPr>
          <p:cNvPr id="12" name="S10-label387"/>
          <p:cNvSpPr txBox="1"/>
          <p:nvPr/>
        </p:nvSpPr>
        <p:spPr>
          <a:xfrm>
            <a:off x="7851648" y="122682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가</a:t>
            </a:r>
            <a:endParaRPr lang="ko-KR" sz="2400" dirty="0"/>
          </a:p>
        </p:txBody>
      </p:sp>
      <p:sp>
        <p:nvSpPr>
          <p:cNvPr id="13" name="S10-labelbg389"/>
          <p:cNvSpPr/>
          <p:nvPr/>
        </p:nvSpPr>
        <p:spPr>
          <a:xfrm>
            <a:off x="9590437" y="4876800"/>
            <a:ext cx="316992" cy="304800"/>
          </a:xfrm>
          <a:prstGeom prst="rect">
            <a:avLst/>
          </a:prstGeom>
          <a:solidFill>
            <a:srgbClr val="FFFFFF"/>
          </a:solidFill>
          <a:ln/>
        </p:spPr>
      </p:sp>
      <p:sp>
        <p:nvSpPr>
          <p:cNvPr id="14" name="S10-label390"/>
          <p:cNvSpPr txBox="1"/>
          <p:nvPr/>
        </p:nvSpPr>
        <p:spPr>
          <a:xfrm>
            <a:off x="9544717" y="483870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나</a:t>
            </a:r>
            <a:endParaRPr lang="ko-KR" sz="2400" dirty="0"/>
          </a:p>
        </p:txBody>
      </p:sp>
      <p:sp>
        <p:nvSpPr>
          <p:cNvPr id="15" name="S10-labelbg392"/>
          <p:cNvSpPr/>
          <p:nvPr/>
        </p:nvSpPr>
        <p:spPr>
          <a:xfrm>
            <a:off x="9750916" y="2268120"/>
            <a:ext cx="621792" cy="304800"/>
          </a:xfrm>
          <a:prstGeom prst="rect">
            <a:avLst/>
          </a:prstGeom>
          <a:solidFill>
            <a:srgbClr val="FFFFFF"/>
          </a:solidFill>
          <a:ln/>
        </p:spPr>
      </p:sp>
      <p:sp>
        <p:nvSpPr>
          <p:cNvPr id="16" name="S10-label393"/>
          <p:cNvSpPr txBox="1"/>
          <p:nvPr/>
        </p:nvSpPr>
        <p:spPr>
          <a:xfrm>
            <a:off x="9705196" y="2230020"/>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100</a:t>
            </a:r>
            <a:endParaRPr lang="ko-KR" sz="2400" dirty="0"/>
          </a:p>
        </p:txBody>
      </p:sp>
      <p:sp>
        <p:nvSpPr>
          <p:cNvPr id="17" name="S10-labelbg395"/>
          <p:cNvSpPr/>
          <p:nvPr/>
        </p:nvSpPr>
        <p:spPr>
          <a:xfrm>
            <a:off x="9431716" y="2683034"/>
            <a:ext cx="621792" cy="304800"/>
          </a:xfrm>
          <a:prstGeom prst="rect">
            <a:avLst/>
          </a:prstGeom>
          <a:solidFill>
            <a:srgbClr val="FFFFFF"/>
          </a:solidFill>
          <a:ln/>
        </p:spPr>
      </p:sp>
      <p:sp>
        <p:nvSpPr>
          <p:cNvPr id="18" name="S10-label396"/>
          <p:cNvSpPr txBox="1"/>
          <p:nvPr/>
        </p:nvSpPr>
        <p:spPr>
          <a:xfrm>
            <a:off x="9385996" y="2644934"/>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200</a:t>
            </a:r>
            <a:endParaRPr lang="ko-KR" sz="2400" dirty="0"/>
          </a:p>
        </p:txBody>
      </p:sp>
      <p:sp>
        <p:nvSpPr>
          <p:cNvPr id="19" name="S10-labelbg398"/>
          <p:cNvSpPr/>
          <p:nvPr/>
        </p:nvSpPr>
        <p:spPr>
          <a:xfrm>
            <a:off x="9083170" y="3063636"/>
            <a:ext cx="621792" cy="304800"/>
          </a:xfrm>
          <a:prstGeom prst="rect">
            <a:avLst/>
          </a:prstGeom>
          <a:solidFill>
            <a:srgbClr val="FFFFFF"/>
          </a:solidFill>
          <a:ln/>
        </p:spPr>
      </p:sp>
      <p:sp>
        <p:nvSpPr>
          <p:cNvPr id="20" name="S10-label399"/>
          <p:cNvSpPr txBox="1"/>
          <p:nvPr/>
        </p:nvSpPr>
        <p:spPr>
          <a:xfrm>
            <a:off x="9037450" y="3025536"/>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300</a:t>
            </a:r>
            <a:endParaRPr lang="ko-KR" sz="2400" dirty="0"/>
          </a:p>
        </p:txBody>
      </p:sp>
      <p:sp>
        <p:nvSpPr>
          <p:cNvPr id="21" name="S10-chip400"/>
          <p:cNvSpPr txBox="1"/>
          <p:nvPr/>
        </p:nvSpPr>
        <p:spPr>
          <a:xfrm>
            <a:off x="548640" y="16139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22" name="S10-text401"/>
          <p:cNvSpPr txBox="1"/>
          <p:nvPr/>
        </p:nvSpPr>
        <p:spPr>
          <a:xfrm>
            <a:off x="1344168" y="132588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산꼭대기(▲)는 몇 m보다 높을까요?</a:t>
            </a:r>
            <a:endParaRPr lang="ko-KR" sz="3000" dirty="0"/>
          </a:p>
        </p:txBody>
      </p:sp>
      <p:sp>
        <p:nvSpPr>
          <p:cNvPr id="23" name="S10-chip402"/>
          <p:cNvSpPr txBox="1"/>
          <p:nvPr/>
        </p:nvSpPr>
        <p:spPr>
          <a:xfrm>
            <a:off x="548640" y="29397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24" name="S10-text403"/>
          <p:cNvSpPr txBox="1"/>
          <p:nvPr/>
        </p:nvSpPr>
        <p:spPr>
          <a:xfrm>
            <a:off x="1344168" y="265176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가 길과 나 길 중 더 가파른 길은?</a:t>
            </a:r>
            <a:endParaRPr lang="ko-KR" sz="3000" dirty="0"/>
          </a:p>
        </p:txBody>
      </p:sp>
      <p:sp>
        <p:nvSpPr>
          <p:cNvPr id="25" name="S10-chip404"/>
          <p:cNvSpPr txBox="1"/>
          <p:nvPr/>
        </p:nvSpPr>
        <p:spPr>
          <a:xfrm>
            <a:off x="548640" y="42656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26" name="S10-text405"/>
          <p:cNvSpPr txBox="1"/>
          <p:nvPr/>
        </p:nvSpPr>
        <p:spPr>
          <a:xfrm>
            <a:off x="1344168" y="397764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천천히 쉽게 오르려면 어느 길이 좋을까요?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1-figure406" descr="별빛마을 지도(모눈 한 칸 = 100 m). 범례: 산, 학교, 도서관, 병원, 공원, 집, 도로, 하천. 학교의 북쪽 2칸에 산, 동쪽 4칸에 도서관, 남쪽 3칸에 공원이 있다. 도서관의 남쪽 3칸에 병원, 공원의 동쪽 4칸에 병원이 있다. 하천은 마을 동쪽을 북에서 남으로 흐르고, 집은 하천 건너 도서관의 동쪽 4칸에 있다. 오른쪽 위에 북쪽을 가리키는 방위표가 있다."/>
          <p:cNvSpPr/>
          <p:nvPr/>
        </p:nvSpPr>
        <p:spPr>
          <a:xfrm>
            <a:off x="6368796" y="232887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4" name="S11-mark407"/>
          <p:cNvSpPr/>
          <p:nvPr/>
        </p:nvSpPr>
        <p:spPr>
          <a:xfrm>
            <a:off x="6690540" y="232887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5" name="S11-mark408"/>
          <p:cNvSpPr/>
          <p:nvPr/>
        </p:nvSpPr>
        <p:spPr>
          <a:xfrm>
            <a:off x="7012284" y="232887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6" name="S11-mark409"/>
          <p:cNvSpPr/>
          <p:nvPr/>
        </p:nvSpPr>
        <p:spPr>
          <a:xfrm>
            <a:off x="7334028" y="232887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7" name="S11-mark410"/>
          <p:cNvSpPr/>
          <p:nvPr/>
        </p:nvSpPr>
        <p:spPr>
          <a:xfrm>
            <a:off x="7655771" y="232887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8" name="S11-mark411"/>
          <p:cNvSpPr/>
          <p:nvPr/>
        </p:nvSpPr>
        <p:spPr>
          <a:xfrm>
            <a:off x="7977515" y="232887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9" name="S11-mark412"/>
          <p:cNvSpPr/>
          <p:nvPr/>
        </p:nvSpPr>
        <p:spPr>
          <a:xfrm>
            <a:off x="8299259" y="232887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0" name="S11-mark413"/>
          <p:cNvSpPr/>
          <p:nvPr/>
        </p:nvSpPr>
        <p:spPr>
          <a:xfrm>
            <a:off x="8621003" y="232887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1" name="S11-mark414"/>
          <p:cNvSpPr/>
          <p:nvPr/>
        </p:nvSpPr>
        <p:spPr>
          <a:xfrm>
            <a:off x="8942747" y="232887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2" name="S11-mark415"/>
          <p:cNvSpPr/>
          <p:nvPr/>
        </p:nvSpPr>
        <p:spPr>
          <a:xfrm>
            <a:off x="9264491" y="232887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3" name="S11-mark416"/>
          <p:cNvSpPr/>
          <p:nvPr/>
        </p:nvSpPr>
        <p:spPr>
          <a:xfrm>
            <a:off x="9586235" y="232887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4" name="S11-mark417"/>
          <p:cNvSpPr/>
          <p:nvPr/>
        </p:nvSpPr>
        <p:spPr>
          <a:xfrm>
            <a:off x="9907978" y="2328879"/>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5" name="S11-mark418"/>
          <p:cNvSpPr/>
          <p:nvPr/>
        </p:nvSpPr>
        <p:spPr>
          <a:xfrm>
            <a:off x="6368796" y="4902830"/>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16" name="S11-mark419"/>
          <p:cNvSpPr/>
          <p:nvPr/>
        </p:nvSpPr>
        <p:spPr>
          <a:xfrm>
            <a:off x="6368796" y="4581086"/>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17" name="S11-mark420"/>
          <p:cNvSpPr/>
          <p:nvPr/>
        </p:nvSpPr>
        <p:spPr>
          <a:xfrm>
            <a:off x="6368796" y="4259342"/>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18" name="S11-mark421"/>
          <p:cNvSpPr/>
          <p:nvPr/>
        </p:nvSpPr>
        <p:spPr>
          <a:xfrm>
            <a:off x="6368796" y="3937598"/>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19" name="S11-mark422"/>
          <p:cNvSpPr/>
          <p:nvPr/>
        </p:nvSpPr>
        <p:spPr>
          <a:xfrm>
            <a:off x="6368796" y="3615854"/>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0" name="S11-mark423"/>
          <p:cNvSpPr/>
          <p:nvPr/>
        </p:nvSpPr>
        <p:spPr>
          <a:xfrm>
            <a:off x="6368796" y="3294110"/>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1" name="S11-mark424"/>
          <p:cNvSpPr/>
          <p:nvPr/>
        </p:nvSpPr>
        <p:spPr>
          <a:xfrm>
            <a:off x="6368796" y="2972367"/>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2" name="S11-mark425"/>
          <p:cNvSpPr/>
          <p:nvPr/>
        </p:nvSpPr>
        <p:spPr>
          <a:xfrm>
            <a:off x="6368796" y="2650623"/>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3" name="S11-mark426"/>
          <p:cNvSpPr/>
          <p:nvPr/>
        </p:nvSpPr>
        <p:spPr>
          <a:xfrm>
            <a:off x="6368796" y="2328879"/>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4" name="S11-mark427"/>
          <p:cNvSpPr/>
          <p:nvPr/>
        </p:nvSpPr>
        <p:spPr>
          <a:xfrm>
            <a:off x="8974921" y="2328879"/>
            <a:ext cx="128698" cy="2573951"/>
          </a:xfrm>
          <a:custGeom>
            <a:avLst/>
            <a:gdLst/>
            <a:ahLst/>
            <a:cxnLst/>
            <a:rect l="l" t="t" r="r" b="b"/>
            <a:pathLst>
              <a:path w="128698" h="2573951">
                <a:moveTo>
                  <a:pt x="96523" y="0"/>
                </a:moveTo>
                <a:lnTo>
                  <a:pt x="0" y="482616"/>
                </a:lnTo>
                <a:lnTo>
                  <a:pt x="128698" y="965232"/>
                </a:lnTo>
                <a:lnTo>
                  <a:pt x="32174" y="1447847"/>
                </a:lnTo>
                <a:lnTo>
                  <a:pt x="128698" y="1930463"/>
                </a:lnTo>
                <a:lnTo>
                  <a:pt x="32174" y="2573951"/>
                </a:lnTo>
              </a:path>
            </a:pathLst>
          </a:custGeom>
          <a:noFill/>
          <a:ln w="88900">
            <a:solidFill>
              <a:srgbClr val="4A90C8"/>
            </a:solidFill>
            <a:prstDash val="solid"/>
          </a:ln>
        </p:spPr>
      </p:sp>
      <p:sp>
        <p:nvSpPr>
          <p:cNvPr id="25" name="S11-mark428"/>
          <p:cNvSpPr/>
          <p:nvPr/>
        </p:nvSpPr>
        <p:spPr>
          <a:xfrm>
            <a:off x="6368796" y="3776726"/>
            <a:ext cx="3539182" cy="9144"/>
          </a:xfrm>
          <a:custGeom>
            <a:avLst/>
            <a:gdLst/>
            <a:ahLst/>
            <a:cxnLst/>
            <a:rect l="l" t="t" r="r" b="b"/>
            <a:pathLst>
              <a:path w="3539182" h="9144">
                <a:moveTo>
                  <a:pt x="0" y="0"/>
                </a:moveTo>
                <a:lnTo>
                  <a:pt x="3539182" y="0"/>
                </a:lnTo>
              </a:path>
            </a:pathLst>
          </a:custGeom>
          <a:noFill/>
          <a:ln w="88900">
            <a:solidFill>
              <a:srgbClr val="A3AAB4"/>
            </a:solidFill>
            <a:prstDash val="solid"/>
          </a:ln>
        </p:spPr>
      </p:sp>
      <p:sp>
        <p:nvSpPr>
          <p:cNvPr id="26" name="S11-mark429"/>
          <p:cNvSpPr/>
          <p:nvPr/>
        </p:nvSpPr>
        <p:spPr>
          <a:xfrm>
            <a:off x="7816643" y="2328879"/>
            <a:ext cx="9144" cy="2573951"/>
          </a:xfrm>
          <a:custGeom>
            <a:avLst/>
            <a:gdLst/>
            <a:ahLst/>
            <a:cxnLst/>
            <a:rect l="l" t="t" r="r" b="b"/>
            <a:pathLst>
              <a:path w="9144" h="2573951">
                <a:moveTo>
                  <a:pt x="0" y="2573951"/>
                </a:moveTo>
                <a:lnTo>
                  <a:pt x="0" y="0"/>
                </a:lnTo>
              </a:path>
            </a:pathLst>
          </a:custGeom>
          <a:noFill/>
          <a:ln w="88900">
            <a:solidFill>
              <a:srgbClr val="A3AAB4"/>
            </a:solidFill>
            <a:prstDash val="solid"/>
          </a:ln>
        </p:spPr>
      </p:sp>
      <p:sp>
        <p:nvSpPr>
          <p:cNvPr id="27" name="S11-mark430"/>
          <p:cNvSpPr/>
          <p:nvPr/>
        </p:nvSpPr>
        <p:spPr>
          <a:xfrm>
            <a:off x="6368796" y="2328879"/>
            <a:ext cx="3539182" cy="2573951"/>
          </a:xfrm>
          <a:custGeom>
            <a:avLst/>
            <a:gdLst/>
            <a:ahLst/>
            <a:cxnLst/>
            <a:rect l="l" t="t" r="r" b="b"/>
            <a:pathLst>
              <a:path w="3539182" h="2573951">
                <a:moveTo>
                  <a:pt x="0" y="2573951"/>
                </a:moveTo>
                <a:lnTo>
                  <a:pt x="3539182" y="2573951"/>
                </a:lnTo>
                <a:lnTo>
                  <a:pt x="3539182" y="0"/>
                </a:lnTo>
                <a:lnTo>
                  <a:pt x="0" y="0"/>
                </a:lnTo>
                <a:lnTo>
                  <a:pt x="0" y="2573951"/>
                </a:lnTo>
              </a:path>
            </a:pathLst>
          </a:custGeom>
          <a:noFill/>
          <a:ln w="19050">
            <a:solidFill>
              <a:srgbClr val="1F2937"/>
            </a:solidFill>
            <a:prstDash val="solid"/>
          </a:ln>
        </p:spPr>
      </p:sp>
      <p:sp>
        <p:nvSpPr>
          <p:cNvPr id="28" name="S11-mark431"/>
          <p:cNvSpPr/>
          <p:nvPr/>
        </p:nvSpPr>
        <p:spPr>
          <a:xfrm>
            <a:off x="6867499" y="2515490"/>
            <a:ext cx="289569" cy="250960"/>
          </a:xfrm>
          <a:custGeom>
            <a:avLst/>
            <a:gdLst/>
            <a:ahLst/>
            <a:cxnLst/>
            <a:rect l="l" t="t" r="r" b="b"/>
            <a:pathLst>
              <a:path w="289569" h="250960">
                <a:moveTo>
                  <a:pt x="0" y="250960"/>
                </a:moveTo>
                <a:lnTo>
                  <a:pt x="289569" y="250960"/>
                </a:lnTo>
                <a:lnTo>
                  <a:pt x="144785" y="0"/>
                </a:lnTo>
                <a:close/>
              </a:path>
            </a:pathLst>
          </a:custGeom>
          <a:solidFill>
            <a:srgbClr val="8B5E3C"/>
          </a:solidFill>
          <a:ln w="15875">
            <a:solidFill>
              <a:srgbClr val="1F2937"/>
            </a:solidFill>
            <a:prstDash val="solid"/>
          </a:ln>
        </p:spPr>
      </p:sp>
      <p:sp>
        <p:nvSpPr>
          <p:cNvPr id="29" name="S11-mark432"/>
          <p:cNvSpPr/>
          <p:nvPr/>
        </p:nvSpPr>
        <p:spPr>
          <a:xfrm>
            <a:off x="6915761" y="3149326"/>
            <a:ext cx="231656" cy="160872"/>
          </a:xfrm>
          <a:custGeom>
            <a:avLst/>
            <a:gdLst/>
            <a:ahLst/>
            <a:cxnLst/>
            <a:rect l="l" t="t" r="r" b="b"/>
            <a:pathLst>
              <a:path w="231656" h="160872">
                <a:moveTo>
                  <a:pt x="0" y="0"/>
                </a:moveTo>
                <a:lnTo>
                  <a:pt x="231656" y="80436"/>
                </a:lnTo>
                <a:lnTo>
                  <a:pt x="0" y="160872"/>
                </a:lnTo>
                <a:close/>
              </a:path>
            </a:pathLst>
          </a:custGeom>
          <a:solidFill>
            <a:srgbClr val="E9762B"/>
          </a:solidFill>
          <a:ln w="15875">
            <a:solidFill>
              <a:srgbClr val="1F2937"/>
            </a:solidFill>
            <a:prstDash val="solid"/>
          </a:ln>
        </p:spPr>
      </p:sp>
      <p:sp>
        <p:nvSpPr>
          <p:cNvPr id="30" name="S11-mark433"/>
          <p:cNvSpPr/>
          <p:nvPr/>
        </p:nvSpPr>
        <p:spPr>
          <a:xfrm>
            <a:off x="6896456" y="3149326"/>
            <a:ext cx="38609" cy="289569"/>
          </a:xfrm>
          <a:custGeom>
            <a:avLst/>
            <a:gdLst/>
            <a:ahLst/>
            <a:cxnLst/>
            <a:rect l="l" t="t" r="r" b="b"/>
            <a:pathLst>
              <a:path w="38609" h="289569">
                <a:moveTo>
                  <a:pt x="0" y="289569"/>
                </a:moveTo>
                <a:lnTo>
                  <a:pt x="38609" y="289569"/>
                </a:lnTo>
                <a:lnTo>
                  <a:pt x="38609" y="0"/>
                </a:lnTo>
                <a:lnTo>
                  <a:pt x="0" y="0"/>
                </a:lnTo>
                <a:close/>
              </a:path>
            </a:pathLst>
          </a:custGeom>
          <a:solidFill>
            <a:srgbClr val="1F2937"/>
          </a:solidFill>
          <a:ln/>
        </p:spPr>
      </p:sp>
      <p:sp>
        <p:nvSpPr>
          <p:cNvPr id="31" name="S11-mark434"/>
          <p:cNvSpPr/>
          <p:nvPr/>
        </p:nvSpPr>
        <p:spPr>
          <a:xfrm>
            <a:off x="8151257" y="3191152"/>
            <a:ext cx="148002" cy="218786"/>
          </a:xfrm>
          <a:custGeom>
            <a:avLst/>
            <a:gdLst/>
            <a:ahLst/>
            <a:cxnLst/>
            <a:rect l="l" t="t" r="r" b="b"/>
            <a:pathLst>
              <a:path w="148002" h="218786">
                <a:moveTo>
                  <a:pt x="0" y="0"/>
                </a:moveTo>
                <a:lnTo>
                  <a:pt x="148002" y="32174"/>
                </a:lnTo>
                <a:lnTo>
                  <a:pt x="148002" y="218786"/>
                </a:lnTo>
                <a:lnTo>
                  <a:pt x="0" y="186611"/>
                </a:lnTo>
                <a:close/>
              </a:path>
            </a:pathLst>
          </a:custGeom>
          <a:solidFill>
            <a:srgbClr val="3D5A80"/>
          </a:solidFill>
          <a:ln w="15875">
            <a:solidFill>
              <a:srgbClr val="1F2937"/>
            </a:solidFill>
            <a:prstDash val="solid"/>
          </a:ln>
        </p:spPr>
      </p:sp>
      <p:sp>
        <p:nvSpPr>
          <p:cNvPr id="32" name="S11-mark435"/>
          <p:cNvSpPr/>
          <p:nvPr/>
        </p:nvSpPr>
        <p:spPr>
          <a:xfrm>
            <a:off x="8299259" y="3191152"/>
            <a:ext cx="148002" cy="218786"/>
          </a:xfrm>
          <a:custGeom>
            <a:avLst/>
            <a:gdLst/>
            <a:ahLst/>
            <a:cxnLst/>
            <a:rect l="l" t="t" r="r" b="b"/>
            <a:pathLst>
              <a:path w="148002" h="218786">
                <a:moveTo>
                  <a:pt x="148002" y="0"/>
                </a:moveTo>
                <a:lnTo>
                  <a:pt x="0" y="32174"/>
                </a:lnTo>
                <a:lnTo>
                  <a:pt x="0" y="218786"/>
                </a:lnTo>
                <a:lnTo>
                  <a:pt x="148002" y="186611"/>
                </a:lnTo>
                <a:close/>
              </a:path>
            </a:pathLst>
          </a:custGeom>
          <a:solidFill>
            <a:srgbClr val="3D5A80"/>
          </a:solidFill>
          <a:ln w="15875">
            <a:solidFill>
              <a:srgbClr val="1F2937"/>
            </a:solidFill>
            <a:prstDash val="solid"/>
          </a:ln>
        </p:spPr>
      </p:sp>
      <p:sp>
        <p:nvSpPr>
          <p:cNvPr id="33" name="S11-mark436"/>
          <p:cNvSpPr/>
          <p:nvPr/>
        </p:nvSpPr>
        <p:spPr>
          <a:xfrm>
            <a:off x="6992979" y="4275429"/>
            <a:ext cx="38609" cy="128698"/>
          </a:xfrm>
          <a:custGeom>
            <a:avLst/>
            <a:gdLst/>
            <a:ahLst/>
            <a:cxnLst/>
            <a:rect l="l" t="t" r="r" b="b"/>
            <a:pathLst>
              <a:path w="38609" h="128698">
                <a:moveTo>
                  <a:pt x="0" y="128698"/>
                </a:moveTo>
                <a:lnTo>
                  <a:pt x="38609" y="128698"/>
                </a:lnTo>
                <a:lnTo>
                  <a:pt x="38609" y="0"/>
                </a:lnTo>
                <a:lnTo>
                  <a:pt x="0" y="0"/>
                </a:lnTo>
                <a:close/>
              </a:path>
            </a:pathLst>
          </a:custGeom>
          <a:solidFill>
            <a:srgbClr val="8B5E3C"/>
          </a:solidFill>
          <a:ln/>
        </p:spPr>
      </p:sp>
      <p:sp>
        <p:nvSpPr>
          <p:cNvPr id="34" name="S11-mark437"/>
          <p:cNvSpPr/>
          <p:nvPr/>
        </p:nvSpPr>
        <p:spPr>
          <a:xfrm>
            <a:off x="6906108" y="4114557"/>
            <a:ext cx="212351" cy="212351"/>
          </a:xfrm>
          <a:custGeom>
            <a:avLst/>
            <a:gdLst/>
            <a:ahLst/>
            <a:cxnLst/>
            <a:rect l="l" t="t" r="r" b="b"/>
            <a:pathLst>
              <a:path w="212351" h="212351">
                <a:moveTo>
                  <a:pt x="212351" y="106175"/>
                </a:moveTo>
                <a:lnTo>
                  <a:pt x="207203" y="73358"/>
                </a:lnTo>
                <a:lnTo>
                  <a:pt x="192081" y="43757"/>
                </a:lnTo>
                <a:lnTo>
                  <a:pt x="168594" y="20270"/>
                </a:lnTo>
                <a:lnTo>
                  <a:pt x="138993" y="5148"/>
                </a:lnTo>
                <a:lnTo>
                  <a:pt x="106175" y="0"/>
                </a:lnTo>
                <a:lnTo>
                  <a:pt x="73358" y="5148"/>
                </a:lnTo>
                <a:lnTo>
                  <a:pt x="43757" y="20270"/>
                </a:lnTo>
                <a:lnTo>
                  <a:pt x="20270" y="43757"/>
                </a:lnTo>
                <a:lnTo>
                  <a:pt x="5148" y="73358"/>
                </a:lnTo>
                <a:lnTo>
                  <a:pt x="0" y="106175"/>
                </a:lnTo>
                <a:lnTo>
                  <a:pt x="5148" y="138993"/>
                </a:lnTo>
                <a:lnTo>
                  <a:pt x="20270" y="168594"/>
                </a:lnTo>
                <a:lnTo>
                  <a:pt x="43757" y="192081"/>
                </a:lnTo>
                <a:lnTo>
                  <a:pt x="73358" y="207203"/>
                </a:lnTo>
                <a:lnTo>
                  <a:pt x="106175" y="212351"/>
                </a:lnTo>
                <a:lnTo>
                  <a:pt x="138993" y="207203"/>
                </a:lnTo>
                <a:lnTo>
                  <a:pt x="168594" y="192081"/>
                </a:lnTo>
                <a:lnTo>
                  <a:pt x="192081" y="168594"/>
                </a:lnTo>
                <a:lnTo>
                  <a:pt x="207203" y="138993"/>
                </a:lnTo>
                <a:close/>
              </a:path>
            </a:pathLst>
          </a:custGeom>
          <a:solidFill>
            <a:srgbClr val="2A9D8F"/>
          </a:solidFill>
          <a:ln w="15875">
            <a:solidFill>
              <a:srgbClr val="1F2937"/>
            </a:solidFill>
            <a:prstDash val="solid"/>
          </a:ln>
        </p:spPr>
      </p:sp>
      <p:sp>
        <p:nvSpPr>
          <p:cNvPr id="35" name="S11-mark438"/>
          <p:cNvSpPr/>
          <p:nvPr/>
        </p:nvSpPr>
        <p:spPr>
          <a:xfrm>
            <a:off x="8170562" y="4130644"/>
            <a:ext cx="257395" cy="257395"/>
          </a:xfrm>
          <a:custGeom>
            <a:avLst/>
            <a:gdLst/>
            <a:ahLst/>
            <a:cxnLst/>
            <a:rect l="l" t="t" r="r" b="b"/>
            <a:pathLst>
              <a:path w="257395" h="257395">
                <a:moveTo>
                  <a:pt x="257395" y="128698"/>
                </a:moveTo>
                <a:lnTo>
                  <a:pt x="250960" y="88801"/>
                </a:lnTo>
                <a:lnTo>
                  <a:pt x="232943" y="53088"/>
                </a:lnTo>
                <a:lnTo>
                  <a:pt x="204307" y="24453"/>
                </a:lnTo>
                <a:lnTo>
                  <a:pt x="168594" y="6435"/>
                </a:lnTo>
                <a:lnTo>
                  <a:pt x="128698" y="0"/>
                </a:lnTo>
                <a:lnTo>
                  <a:pt x="88801" y="6435"/>
                </a:lnTo>
                <a:lnTo>
                  <a:pt x="53088" y="24453"/>
                </a:lnTo>
                <a:lnTo>
                  <a:pt x="24453" y="53088"/>
                </a:lnTo>
                <a:lnTo>
                  <a:pt x="6435" y="88801"/>
                </a:lnTo>
                <a:lnTo>
                  <a:pt x="0" y="128698"/>
                </a:lnTo>
                <a:lnTo>
                  <a:pt x="6435" y="168594"/>
                </a:lnTo>
                <a:lnTo>
                  <a:pt x="24453" y="204307"/>
                </a:lnTo>
                <a:lnTo>
                  <a:pt x="53088" y="232943"/>
                </a:lnTo>
                <a:lnTo>
                  <a:pt x="88801" y="250960"/>
                </a:lnTo>
                <a:lnTo>
                  <a:pt x="128698" y="257395"/>
                </a:lnTo>
                <a:lnTo>
                  <a:pt x="168594" y="250960"/>
                </a:lnTo>
                <a:lnTo>
                  <a:pt x="204307" y="232943"/>
                </a:lnTo>
                <a:lnTo>
                  <a:pt x="232943" y="204307"/>
                </a:lnTo>
                <a:lnTo>
                  <a:pt x="250960" y="168594"/>
                </a:lnTo>
                <a:close/>
              </a:path>
            </a:pathLst>
          </a:custGeom>
          <a:solidFill>
            <a:srgbClr val="FFFFFF"/>
          </a:solidFill>
          <a:ln w="25400">
            <a:solidFill>
              <a:srgbClr val="C8434E"/>
            </a:solidFill>
            <a:prstDash val="solid"/>
          </a:ln>
        </p:spPr>
      </p:sp>
      <p:sp>
        <p:nvSpPr>
          <p:cNvPr id="36" name="S11-mark439"/>
          <p:cNvSpPr/>
          <p:nvPr/>
        </p:nvSpPr>
        <p:spPr>
          <a:xfrm>
            <a:off x="8276737" y="4172471"/>
            <a:ext cx="45044" cy="173742"/>
          </a:xfrm>
          <a:custGeom>
            <a:avLst/>
            <a:gdLst/>
            <a:ahLst/>
            <a:cxnLst/>
            <a:rect l="l" t="t" r="r" b="b"/>
            <a:pathLst>
              <a:path w="45044" h="173742">
                <a:moveTo>
                  <a:pt x="0" y="173742"/>
                </a:moveTo>
                <a:lnTo>
                  <a:pt x="45044" y="173742"/>
                </a:lnTo>
                <a:lnTo>
                  <a:pt x="45044" y="0"/>
                </a:lnTo>
                <a:lnTo>
                  <a:pt x="0" y="0"/>
                </a:lnTo>
                <a:close/>
              </a:path>
            </a:pathLst>
          </a:custGeom>
          <a:solidFill>
            <a:srgbClr val="C8434E"/>
          </a:solidFill>
          <a:ln/>
        </p:spPr>
      </p:sp>
      <p:sp>
        <p:nvSpPr>
          <p:cNvPr id="37" name="S11-mark440"/>
          <p:cNvSpPr/>
          <p:nvPr/>
        </p:nvSpPr>
        <p:spPr>
          <a:xfrm>
            <a:off x="8212388" y="4236820"/>
            <a:ext cx="173742" cy="45044"/>
          </a:xfrm>
          <a:custGeom>
            <a:avLst/>
            <a:gdLst/>
            <a:ahLst/>
            <a:cxnLst/>
            <a:rect l="l" t="t" r="r" b="b"/>
            <a:pathLst>
              <a:path w="173742" h="45044">
                <a:moveTo>
                  <a:pt x="0" y="45044"/>
                </a:moveTo>
                <a:lnTo>
                  <a:pt x="173742" y="45044"/>
                </a:lnTo>
                <a:lnTo>
                  <a:pt x="173742" y="0"/>
                </a:lnTo>
                <a:lnTo>
                  <a:pt x="0" y="0"/>
                </a:lnTo>
                <a:close/>
              </a:path>
            </a:pathLst>
          </a:custGeom>
          <a:solidFill>
            <a:srgbClr val="C8434E"/>
          </a:solidFill>
          <a:ln/>
        </p:spPr>
      </p:sp>
      <p:sp>
        <p:nvSpPr>
          <p:cNvPr id="38" name="S11-mark441"/>
          <p:cNvSpPr/>
          <p:nvPr/>
        </p:nvSpPr>
        <p:spPr>
          <a:xfrm>
            <a:off x="9470407" y="3158978"/>
            <a:ext cx="231656" cy="257395"/>
          </a:xfrm>
          <a:custGeom>
            <a:avLst/>
            <a:gdLst/>
            <a:ahLst/>
            <a:cxnLst/>
            <a:rect l="l" t="t" r="r" b="b"/>
            <a:pathLst>
              <a:path w="231656" h="257395">
                <a:moveTo>
                  <a:pt x="0" y="257395"/>
                </a:moveTo>
                <a:lnTo>
                  <a:pt x="231656" y="257395"/>
                </a:lnTo>
                <a:lnTo>
                  <a:pt x="231656" y="109393"/>
                </a:lnTo>
                <a:lnTo>
                  <a:pt x="115828" y="0"/>
                </a:lnTo>
                <a:lnTo>
                  <a:pt x="0" y="109393"/>
                </a:lnTo>
                <a:close/>
              </a:path>
            </a:pathLst>
          </a:custGeom>
          <a:solidFill>
            <a:srgbClr val="F2C14E"/>
          </a:solidFill>
          <a:ln w="15875">
            <a:solidFill>
              <a:srgbClr val="1F2937"/>
            </a:solidFill>
            <a:prstDash val="solid"/>
          </a:ln>
        </p:spPr>
      </p:sp>
      <p:sp>
        <p:nvSpPr>
          <p:cNvPr id="39" name="S11-mark442"/>
          <p:cNvSpPr/>
          <p:nvPr/>
        </p:nvSpPr>
        <p:spPr>
          <a:xfrm>
            <a:off x="10195939" y="2689875"/>
            <a:ext cx="260613" cy="225864"/>
          </a:xfrm>
          <a:custGeom>
            <a:avLst/>
            <a:gdLst/>
            <a:ahLst/>
            <a:cxnLst/>
            <a:rect l="l" t="t" r="r" b="b"/>
            <a:pathLst>
              <a:path w="260613" h="225864">
                <a:moveTo>
                  <a:pt x="0" y="225864"/>
                </a:moveTo>
                <a:lnTo>
                  <a:pt x="260613" y="225864"/>
                </a:lnTo>
                <a:lnTo>
                  <a:pt x="130306" y="0"/>
                </a:lnTo>
                <a:close/>
              </a:path>
            </a:pathLst>
          </a:custGeom>
          <a:solidFill>
            <a:srgbClr val="8B5E3C"/>
          </a:solidFill>
          <a:ln w="15875">
            <a:solidFill>
              <a:srgbClr val="1F2937"/>
            </a:solidFill>
            <a:prstDash val="solid"/>
          </a:ln>
        </p:spPr>
      </p:sp>
      <p:sp>
        <p:nvSpPr>
          <p:cNvPr id="40" name="S11-mark443"/>
          <p:cNvSpPr/>
          <p:nvPr/>
        </p:nvSpPr>
        <p:spPr>
          <a:xfrm>
            <a:off x="10239375" y="2986845"/>
            <a:ext cx="208490" cy="144785"/>
          </a:xfrm>
          <a:custGeom>
            <a:avLst/>
            <a:gdLst/>
            <a:ahLst/>
            <a:cxnLst/>
            <a:rect l="l" t="t" r="r" b="b"/>
            <a:pathLst>
              <a:path w="208490" h="144785">
                <a:moveTo>
                  <a:pt x="0" y="0"/>
                </a:moveTo>
                <a:lnTo>
                  <a:pt x="208490" y="72392"/>
                </a:lnTo>
                <a:lnTo>
                  <a:pt x="0" y="144785"/>
                </a:lnTo>
                <a:close/>
              </a:path>
            </a:pathLst>
          </a:custGeom>
          <a:solidFill>
            <a:srgbClr val="E9762B"/>
          </a:solidFill>
          <a:ln w="15875">
            <a:solidFill>
              <a:srgbClr val="1F2937"/>
            </a:solidFill>
            <a:prstDash val="solid"/>
          </a:ln>
        </p:spPr>
      </p:sp>
      <p:sp>
        <p:nvSpPr>
          <p:cNvPr id="41" name="S11-mark444"/>
          <p:cNvSpPr/>
          <p:nvPr/>
        </p:nvSpPr>
        <p:spPr>
          <a:xfrm>
            <a:off x="10222000" y="2986845"/>
            <a:ext cx="34748" cy="260613"/>
          </a:xfrm>
          <a:custGeom>
            <a:avLst/>
            <a:gdLst/>
            <a:ahLst/>
            <a:cxnLst/>
            <a:rect l="l" t="t" r="r" b="b"/>
            <a:pathLst>
              <a:path w="34748" h="260613">
                <a:moveTo>
                  <a:pt x="0" y="260613"/>
                </a:moveTo>
                <a:lnTo>
                  <a:pt x="34748" y="260613"/>
                </a:lnTo>
                <a:lnTo>
                  <a:pt x="34748" y="0"/>
                </a:lnTo>
                <a:lnTo>
                  <a:pt x="0" y="0"/>
                </a:lnTo>
                <a:close/>
              </a:path>
            </a:pathLst>
          </a:custGeom>
          <a:solidFill>
            <a:srgbClr val="1F2937"/>
          </a:solidFill>
          <a:ln/>
        </p:spPr>
      </p:sp>
      <p:sp>
        <p:nvSpPr>
          <p:cNvPr id="42" name="S11-mark445"/>
          <p:cNvSpPr/>
          <p:nvPr/>
        </p:nvSpPr>
        <p:spPr>
          <a:xfrm>
            <a:off x="10193043" y="3330146"/>
            <a:ext cx="133202" cy="196907"/>
          </a:xfrm>
          <a:custGeom>
            <a:avLst/>
            <a:gdLst/>
            <a:ahLst/>
            <a:cxnLst/>
            <a:rect l="l" t="t" r="r" b="b"/>
            <a:pathLst>
              <a:path w="133202" h="196907">
                <a:moveTo>
                  <a:pt x="0" y="0"/>
                </a:moveTo>
                <a:lnTo>
                  <a:pt x="133202" y="28957"/>
                </a:lnTo>
                <a:lnTo>
                  <a:pt x="133202" y="196907"/>
                </a:lnTo>
                <a:lnTo>
                  <a:pt x="0" y="167950"/>
                </a:lnTo>
                <a:close/>
              </a:path>
            </a:pathLst>
          </a:custGeom>
          <a:solidFill>
            <a:srgbClr val="3D5A80"/>
          </a:solidFill>
          <a:ln w="15875">
            <a:solidFill>
              <a:srgbClr val="1F2937"/>
            </a:solidFill>
            <a:prstDash val="solid"/>
          </a:ln>
        </p:spPr>
      </p:sp>
      <p:sp>
        <p:nvSpPr>
          <p:cNvPr id="43" name="S11-mark446"/>
          <p:cNvSpPr/>
          <p:nvPr/>
        </p:nvSpPr>
        <p:spPr>
          <a:xfrm>
            <a:off x="10326245" y="3330146"/>
            <a:ext cx="133202" cy="196907"/>
          </a:xfrm>
          <a:custGeom>
            <a:avLst/>
            <a:gdLst/>
            <a:ahLst/>
            <a:cxnLst/>
            <a:rect l="l" t="t" r="r" b="b"/>
            <a:pathLst>
              <a:path w="133202" h="196907">
                <a:moveTo>
                  <a:pt x="133202" y="0"/>
                </a:moveTo>
                <a:lnTo>
                  <a:pt x="0" y="28957"/>
                </a:lnTo>
                <a:lnTo>
                  <a:pt x="0" y="196907"/>
                </a:lnTo>
                <a:lnTo>
                  <a:pt x="133202" y="167950"/>
                </a:lnTo>
                <a:close/>
              </a:path>
            </a:pathLst>
          </a:custGeom>
          <a:solidFill>
            <a:srgbClr val="3D5A80"/>
          </a:solidFill>
          <a:ln w="15875">
            <a:solidFill>
              <a:srgbClr val="1F2937"/>
            </a:solidFill>
            <a:prstDash val="solid"/>
          </a:ln>
        </p:spPr>
      </p:sp>
      <p:sp>
        <p:nvSpPr>
          <p:cNvPr id="44" name="S11-mark447"/>
          <p:cNvSpPr/>
          <p:nvPr/>
        </p:nvSpPr>
        <p:spPr>
          <a:xfrm>
            <a:off x="10210418" y="3612637"/>
            <a:ext cx="231656" cy="231656"/>
          </a:xfrm>
          <a:custGeom>
            <a:avLst/>
            <a:gdLst/>
            <a:ahLst/>
            <a:cxnLst/>
            <a:rect l="l" t="t" r="r" b="b"/>
            <a:pathLst>
              <a:path w="231656" h="231656">
                <a:moveTo>
                  <a:pt x="231656" y="115828"/>
                </a:moveTo>
                <a:lnTo>
                  <a:pt x="225864" y="80114"/>
                </a:lnTo>
                <a:lnTo>
                  <a:pt x="209455" y="47618"/>
                </a:lnTo>
                <a:lnTo>
                  <a:pt x="184037" y="22200"/>
                </a:lnTo>
                <a:lnTo>
                  <a:pt x="151541" y="5791"/>
                </a:lnTo>
                <a:lnTo>
                  <a:pt x="115828" y="0"/>
                </a:lnTo>
                <a:lnTo>
                  <a:pt x="80114" y="5791"/>
                </a:lnTo>
                <a:lnTo>
                  <a:pt x="47618" y="22200"/>
                </a:lnTo>
                <a:lnTo>
                  <a:pt x="22200" y="47618"/>
                </a:lnTo>
                <a:lnTo>
                  <a:pt x="5791" y="80114"/>
                </a:lnTo>
                <a:lnTo>
                  <a:pt x="0" y="115828"/>
                </a:lnTo>
                <a:lnTo>
                  <a:pt x="5791" y="151541"/>
                </a:lnTo>
                <a:lnTo>
                  <a:pt x="22200" y="184037"/>
                </a:lnTo>
                <a:lnTo>
                  <a:pt x="47618" y="209455"/>
                </a:lnTo>
                <a:lnTo>
                  <a:pt x="80114" y="225864"/>
                </a:lnTo>
                <a:lnTo>
                  <a:pt x="115828" y="231656"/>
                </a:lnTo>
                <a:lnTo>
                  <a:pt x="151541" y="225864"/>
                </a:lnTo>
                <a:lnTo>
                  <a:pt x="184037" y="209455"/>
                </a:lnTo>
                <a:lnTo>
                  <a:pt x="209455" y="184037"/>
                </a:lnTo>
                <a:lnTo>
                  <a:pt x="225864" y="151541"/>
                </a:lnTo>
                <a:close/>
              </a:path>
            </a:pathLst>
          </a:custGeom>
          <a:solidFill>
            <a:srgbClr val="FFFFFF"/>
          </a:solidFill>
          <a:ln w="25400">
            <a:solidFill>
              <a:srgbClr val="C8434E"/>
            </a:solidFill>
            <a:prstDash val="solid"/>
          </a:ln>
        </p:spPr>
      </p:sp>
      <p:sp>
        <p:nvSpPr>
          <p:cNvPr id="45" name="S11-mark448"/>
          <p:cNvSpPr/>
          <p:nvPr/>
        </p:nvSpPr>
        <p:spPr>
          <a:xfrm>
            <a:off x="10305976" y="3650281"/>
            <a:ext cx="40540" cy="156368"/>
          </a:xfrm>
          <a:custGeom>
            <a:avLst/>
            <a:gdLst/>
            <a:ahLst/>
            <a:cxnLst/>
            <a:rect l="l" t="t" r="r" b="b"/>
            <a:pathLst>
              <a:path w="40540" h="156368">
                <a:moveTo>
                  <a:pt x="0" y="156368"/>
                </a:moveTo>
                <a:lnTo>
                  <a:pt x="40540" y="156368"/>
                </a:lnTo>
                <a:lnTo>
                  <a:pt x="40540" y="0"/>
                </a:lnTo>
                <a:lnTo>
                  <a:pt x="0" y="0"/>
                </a:lnTo>
                <a:close/>
              </a:path>
            </a:pathLst>
          </a:custGeom>
          <a:solidFill>
            <a:srgbClr val="C8434E"/>
          </a:solidFill>
          <a:ln/>
        </p:spPr>
      </p:sp>
      <p:sp>
        <p:nvSpPr>
          <p:cNvPr id="46" name="S11-mark449"/>
          <p:cNvSpPr/>
          <p:nvPr/>
        </p:nvSpPr>
        <p:spPr>
          <a:xfrm>
            <a:off x="10248062" y="3708195"/>
            <a:ext cx="156368" cy="40540"/>
          </a:xfrm>
          <a:custGeom>
            <a:avLst/>
            <a:gdLst/>
            <a:ahLst/>
            <a:cxnLst/>
            <a:rect l="l" t="t" r="r" b="b"/>
            <a:pathLst>
              <a:path w="156368" h="40540">
                <a:moveTo>
                  <a:pt x="0" y="40540"/>
                </a:moveTo>
                <a:lnTo>
                  <a:pt x="156368" y="40540"/>
                </a:lnTo>
                <a:lnTo>
                  <a:pt x="156368" y="0"/>
                </a:lnTo>
                <a:lnTo>
                  <a:pt x="0" y="0"/>
                </a:lnTo>
                <a:close/>
              </a:path>
            </a:pathLst>
          </a:custGeom>
          <a:solidFill>
            <a:srgbClr val="C8434E"/>
          </a:solidFill>
          <a:ln/>
        </p:spPr>
      </p:sp>
      <p:sp>
        <p:nvSpPr>
          <p:cNvPr id="47" name="S11-mark450"/>
          <p:cNvSpPr/>
          <p:nvPr/>
        </p:nvSpPr>
        <p:spPr>
          <a:xfrm>
            <a:off x="10308871" y="4048600"/>
            <a:ext cx="34748" cy="115828"/>
          </a:xfrm>
          <a:custGeom>
            <a:avLst/>
            <a:gdLst/>
            <a:ahLst/>
            <a:cxnLst/>
            <a:rect l="l" t="t" r="r" b="b"/>
            <a:pathLst>
              <a:path w="34748" h="115828">
                <a:moveTo>
                  <a:pt x="0" y="115828"/>
                </a:moveTo>
                <a:lnTo>
                  <a:pt x="34748" y="115828"/>
                </a:lnTo>
                <a:lnTo>
                  <a:pt x="34748" y="0"/>
                </a:lnTo>
                <a:lnTo>
                  <a:pt x="0" y="0"/>
                </a:lnTo>
                <a:close/>
              </a:path>
            </a:pathLst>
          </a:custGeom>
          <a:solidFill>
            <a:srgbClr val="8B5E3C"/>
          </a:solidFill>
          <a:ln/>
        </p:spPr>
      </p:sp>
      <p:sp>
        <p:nvSpPr>
          <p:cNvPr id="48" name="S11-mark451"/>
          <p:cNvSpPr/>
          <p:nvPr/>
        </p:nvSpPr>
        <p:spPr>
          <a:xfrm>
            <a:off x="10230687" y="3903815"/>
            <a:ext cx="191116" cy="191116"/>
          </a:xfrm>
          <a:custGeom>
            <a:avLst/>
            <a:gdLst/>
            <a:ahLst/>
            <a:cxnLst/>
            <a:rect l="l" t="t" r="r" b="b"/>
            <a:pathLst>
              <a:path w="191116" h="191116">
                <a:moveTo>
                  <a:pt x="191116" y="95558"/>
                </a:moveTo>
                <a:lnTo>
                  <a:pt x="186290" y="65957"/>
                </a:lnTo>
                <a:lnTo>
                  <a:pt x="172776" y="39253"/>
                </a:lnTo>
                <a:lnTo>
                  <a:pt x="151863" y="18339"/>
                </a:lnTo>
                <a:lnTo>
                  <a:pt x="125158" y="4826"/>
                </a:lnTo>
                <a:lnTo>
                  <a:pt x="95558" y="0"/>
                </a:lnTo>
                <a:lnTo>
                  <a:pt x="65957" y="4826"/>
                </a:lnTo>
                <a:lnTo>
                  <a:pt x="39253" y="18339"/>
                </a:lnTo>
                <a:lnTo>
                  <a:pt x="18339" y="39253"/>
                </a:lnTo>
                <a:lnTo>
                  <a:pt x="4826" y="65957"/>
                </a:lnTo>
                <a:lnTo>
                  <a:pt x="0" y="95558"/>
                </a:lnTo>
                <a:lnTo>
                  <a:pt x="4826" y="125158"/>
                </a:lnTo>
                <a:lnTo>
                  <a:pt x="18339" y="151863"/>
                </a:lnTo>
                <a:lnTo>
                  <a:pt x="39253" y="172776"/>
                </a:lnTo>
                <a:lnTo>
                  <a:pt x="65957" y="186290"/>
                </a:lnTo>
                <a:lnTo>
                  <a:pt x="95558" y="191116"/>
                </a:lnTo>
                <a:lnTo>
                  <a:pt x="125158" y="186290"/>
                </a:lnTo>
                <a:lnTo>
                  <a:pt x="151863" y="172776"/>
                </a:lnTo>
                <a:lnTo>
                  <a:pt x="172776" y="151863"/>
                </a:lnTo>
                <a:lnTo>
                  <a:pt x="186290" y="125158"/>
                </a:lnTo>
                <a:close/>
              </a:path>
            </a:pathLst>
          </a:custGeom>
          <a:solidFill>
            <a:srgbClr val="2A9D8F"/>
          </a:solidFill>
          <a:ln w="15875">
            <a:solidFill>
              <a:srgbClr val="1F2937"/>
            </a:solidFill>
            <a:prstDash val="solid"/>
          </a:ln>
        </p:spPr>
      </p:sp>
      <p:sp>
        <p:nvSpPr>
          <p:cNvPr id="49" name="S11-mark452"/>
          <p:cNvSpPr/>
          <p:nvPr/>
        </p:nvSpPr>
        <p:spPr>
          <a:xfrm>
            <a:off x="10222000" y="4218159"/>
            <a:ext cx="208490" cy="231656"/>
          </a:xfrm>
          <a:custGeom>
            <a:avLst/>
            <a:gdLst/>
            <a:ahLst/>
            <a:cxnLst/>
            <a:rect l="l" t="t" r="r" b="b"/>
            <a:pathLst>
              <a:path w="208490" h="231656">
                <a:moveTo>
                  <a:pt x="0" y="231656"/>
                </a:moveTo>
                <a:lnTo>
                  <a:pt x="208490" y="231656"/>
                </a:lnTo>
                <a:lnTo>
                  <a:pt x="208490" y="98454"/>
                </a:lnTo>
                <a:lnTo>
                  <a:pt x="104245" y="0"/>
                </a:lnTo>
                <a:lnTo>
                  <a:pt x="0" y="98454"/>
                </a:lnTo>
                <a:close/>
              </a:path>
            </a:pathLst>
          </a:custGeom>
          <a:solidFill>
            <a:srgbClr val="F2C14E"/>
          </a:solidFill>
          <a:ln w="15875">
            <a:solidFill>
              <a:srgbClr val="1F2937"/>
            </a:solidFill>
            <a:prstDash val="solid"/>
          </a:ln>
        </p:spPr>
      </p:sp>
      <p:sp>
        <p:nvSpPr>
          <p:cNvPr id="50" name="S11-mark453"/>
          <p:cNvSpPr/>
          <p:nvPr/>
        </p:nvSpPr>
        <p:spPr>
          <a:xfrm>
            <a:off x="10133199" y="2328879"/>
            <a:ext cx="1415673" cy="2815259"/>
          </a:xfrm>
          <a:custGeom>
            <a:avLst/>
            <a:gdLst/>
            <a:ahLst/>
            <a:cxnLst/>
            <a:rect l="l" t="t" r="r" b="b"/>
            <a:pathLst>
              <a:path w="1415673" h="2815259">
                <a:moveTo>
                  <a:pt x="0" y="2815259"/>
                </a:moveTo>
                <a:lnTo>
                  <a:pt x="1415673" y="2815259"/>
                </a:lnTo>
                <a:lnTo>
                  <a:pt x="1415673" y="0"/>
                </a:lnTo>
                <a:lnTo>
                  <a:pt x="0" y="0"/>
                </a:lnTo>
                <a:lnTo>
                  <a:pt x="0" y="2815259"/>
                </a:lnTo>
              </a:path>
            </a:pathLst>
          </a:custGeom>
          <a:noFill/>
          <a:ln w="15875">
            <a:solidFill>
              <a:srgbClr val="1F2937"/>
            </a:solidFill>
            <a:prstDash val="solid"/>
          </a:ln>
        </p:spPr>
      </p:sp>
      <p:sp>
        <p:nvSpPr>
          <p:cNvPr id="51" name="S11-mark454"/>
          <p:cNvSpPr/>
          <p:nvPr/>
        </p:nvSpPr>
        <p:spPr>
          <a:xfrm>
            <a:off x="10133199" y="2650623"/>
            <a:ext cx="1415673" cy="9144"/>
          </a:xfrm>
          <a:custGeom>
            <a:avLst/>
            <a:gdLst/>
            <a:ahLst/>
            <a:cxnLst/>
            <a:rect l="l" t="t" r="r" b="b"/>
            <a:pathLst>
              <a:path w="1415673" h="9144">
                <a:moveTo>
                  <a:pt x="0" y="0"/>
                </a:moveTo>
                <a:lnTo>
                  <a:pt x="1415673" y="0"/>
                </a:lnTo>
              </a:path>
            </a:pathLst>
          </a:custGeom>
          <a:noFill/>
          <a:ln w="12700">
            <a:solidFill>
              <a:srgbClr val="1F2937"/>
            </a:solidFill>
            <a:prstDash val="solid"/>
          </a:ln>
        </p:spPr>
      </p:sp>
      <p:sp>
        <p:nvSpPr>
          <p:cNvPr id="52" name="S11-mark455"/>
          <p:cNvSpPr/>
          <p:nvPr/>
        </p:nvSpPr>
        <p:spPr>
          <a:xfrm flipV="1">
            <a:off x="9586235" y="2634535"/>
            <a:ext cx="0" cy="321744"/>
          </a:xfrm>
          <a:prstGeom prst="line">
            <a:avLst/>
          </a:prstGeom>
          <a:noFill/>
          <a:ln w="31750">
            <a:solidFill>
              <a:srgbClr val="1F2937"/>
            </a:solidFill>
            <a:prstDash val="solid"/>
            <a:tailEnd type="triangle"/>
          </a:ln>
        </p:spPr>
      </p:sp>
      <p:sp>
        <p:nvSpPr>
          <p:cNvPr id="53" name="S11-mark456"/>
          <p:cNvSpPr/>
          <p:nvPr/>
        </p:nvSpPr>
        <p:spPr>
          <a:xfrm>
            <a:off x="9473624" y="2795407"/>
            <a:ext cx="225221" cy="0"/>
          </a:xfrm>
          <a:prstGeom prst="line">
            <a:avLst/>
          </a:prstGeom>
          <a:noFill/>
          <a:ln w="25400">
            <a:solidFill>
              <a:srgbClr val="1F2937"/>
            </a:solidFill>
            <a:prstDash val="solid"/>
          </a:ln>
        </p:spPr>
      </p:sp>
      <p:sp>
        <p:nvSpPr>
          <p:cNvPr id="54" name="S11-mark457"/>
          <p:cNvSpPr/>
          <p:nvPr/>
        </p:nvSpPr>
        <p:spPr>
          <a:xfrm>
            <a:off x="6368796" y="5144138"/>
            <a:ext cx="321744" cy="0"/>
          </a:xfrm>
          <a:prstGeom prst="line">
            <a:avLst/>
          </a:prstGeom>
          <a:noFill/>
          <a:ln w="38100">
            <a:solidFill>
              <a:srgbClr val="1F2937"/>
            </a:solidFill>
            <a:prstDash val="solid"/>
          </a:ln>
        </p:spPr>
      </p:sp>
      <p:sp>
        <p:nvSpPr>
          <p:cNvPr id="55" name="S11-mark458"/>
          <p:cNvSpPr/>
          <p:nvPr/>
        </p:nvSpPr>
        <p:spPr>
          <a:xfrm>
            <a:off x="6368796" y="5073354"/>
            <a:ext cx="0" cy="141567"/>
          </a:xfrm>
          <a:prstGeom prst="line">
            <a:avLst/>
          </a:prstGeom>
          <a:noFill/>
          <a:ln w="25400">
            <a:solidFill>
              <a:srgbClr val="1F2937"/>
            </a:solidFill>
            <a:prstDash val="solid"/>
          </a:ln>
        </p:spPr>
      </p:sp>
      <p:sp>
        <p:nvSpPr>
          <p:cNvPr id="56" name="S11-mark459"/>
          <p:cNvSpPr/>
          <p:nvPr/>
        </p:nvSpPr>
        <p:spPr>
          <a:xfrm>
            <a:off x="6690540" y="5073354"/>
            <a:ext cx="0" cy="141567"/>
          </a:xfrm>
          <a:prstGeom prst="line">
            <a:avLst/>
          </a:prstGeom>
          <a:noFill/>
          <a:ln w="25400">
            <a:solidFill>
              <a:srgbClr val="1F2937"/>
            </a:solidFill>
            <a:prstDash val="solid"/>
          </a:ln>
        </p:spPr>
      </p:sp>
      <p:sp>
        <p:nvSpPr>
          <p:cNvPr id="57" name="S11-mark460"/>
          <p:cNvSpPr/>
          <p:nvPr/>
        </p:nvSpPr>
        <p:spPr>
          <a:xfrm>
            <a:off x="10181461" y="4645435"/>
            <a:ext cx="289569" cy="0"/>
          </a:xfrm>
          <a:prstGeom prst="line">
            <a:avLst/>
          </a:prstGeom>
          <a:noFill/>
          <a:ln w="88900">
            <a:solidFill>
              <a:srgbClr val="A3AAB4"/>
            </a:solidFill>
            <a:prstDash val="solid"/>
          </a:ln>
        </p:spPr>
      </p:sp>
      <p:sp>
        <p:nvSpPr>
          <p:cNvPr id="58" name="S11-mark461"/>
          <p:cNvSpPr/>
          <p:nvPr/>
        </p:nvSpPr>
        <p:spPr>
          <a:xfrm>
            <a:off x="10181461" y="4951091"/>
            <a:ext cx="289569" cy="0"/>
          </a:xfrm>
          <a:prstGeom prst="line">
            <a:avLst/>
          </a:prstGeom>
          <a:noFill/>
          <a:ln w="88900">
            <a:solidFill>
              <a:srgbClr val="4A90C8"/>
            </a:solidFill>
            <a:prstDash val="solid"/>
          </a:ln>
        </p:spPr>
      </p:sp>
      <p:sp>
        <p:nvSpPr>
          <p:cNvPr id="59" name="S11-label463"/>
          <p:cNvSpPr txBox="1"/>
          <p:nvPr/>
        </p:nvSpPr>
        <p:spPr>
          <a:xfrm>
            <a:off x="9382019" y="2267076"/>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0" name="S11-label465"/>
          <p:cNvSpPr txBox="1"/>
          <p:nvPr/>
        </p:nvSpPr>
        <p:spPr>
          <a:xfrm>
            <a:off x="6694757" y="4953638"/>
            <a:ext cx="1054608" cy="38100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100 m</a:t>
            </a:r>
            <a:endParaRPr lang="ko-KR" sz="2400" dirty="0"/>
          </a:p>
        </p:txBody>
      </p:sp>
      <p:sp>
        <p:nvSpPr>
          <p:cNvPr id="61" name="S11-label467"/>
          <p:cNvSpPr txBox="1"/>
          <p:nvPr/>
        </p:nvSpPr>
        <p:spPr>
          <a:xfrm>
            <a:off x="10487468" y="231533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62" name="S11-label469"/>
          <p:cNvSpPr txBox="1"/>
          <p:nvPr/>
        </p:nvSpPr>
        <p:spPr>
          <a:xfrm>
            <a:off x="10481417" y="2620995"/>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산</a:t>
            </a:r>
            <a:endParaRPr lang="ko-KR" sz="2400" dirty="0"/>
          </a:p>
        </p:txBody>
      </p:sp>
      <p:sp>
        <p:nvSpPr>
          <p:cNvPr id="63" name="S11-label471"/>
          <p:cNvSpPr txBox="1"/>
          <p:nvPr/>
        </p:nvSpPr>
        <p:spPr>
          <a:xfrm>
            <a:off x="10481998" y="292665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64" name="S11-label473"/>
          <p:cNvSpPr txBox="1"/>
          <p:nvPr/>
        </p:nvSpPr>
        <p:spPr>
          <a:xfrm>
            <a:off x="10482900" y="3232308"/>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5" name="S11-label475"/>
          <p:cNvSpPr txBox="1"/>
          <p:nvPr/>
        </p:nvSpPr>
        <p:spPr>
          <a:xfrm>
            <a:off x="10481998" y="3537965"/>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66" name="S11-label477"/>
          <p:cNvSpPr txBox="1"/>
          <p:nvPr/>
        </p:nvSpPr>
        <p:spPr>
          <a:xfrm>
            <a:off x="10481998" y="384362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7" name="S11-label479"/>
          <p:cNvSpPr txBox="1"/>
          <p:nvPr/>
        </p:nvSpPr>
        <p:spPr>
          <a:xfrm>
            <a:off x="10481417" y="4149278"/>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68" name="S11-label481"/>
          <p:cNvSpPr txBox="1"/>
          <p:nvPr/>
        </p:nvSpPr>
        <p:spPr>
          <a:xfrm>
            <a:off x="10481998" y="4454935"/>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도로</a:t>
            </a:r>
            <a:endParaRPr lang="ko-KR" sz="2400" dirty="0"/>
          </a:p>
        </p:txBody>
      </p:sp>
      <p:sp>
        <p:nvSpPr>
          <p:cNvPr id="69" name="S11-label483"/>
          <p:cNvSpPr txBox="1"/>
          <p:nvPr/>
        </p:nvSpPr>
        <p:spPr>
          <a:xfrm>
            <a:off x="10481998" y="476059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하천</a:t>
            </a:r>
            <a:endParaRPr lang="ko-KR" sz="2400" dirty="0"/>
          </a:p>
        </p:txBody>
      </p:sp>
      <p:sp>
        <p:nvSpPr>
          <p:cNvPr id="70" name="S11-chip484"/>
          <p:cNvSpPr txBox="1"/>
          <p:nvPr/>
        </p:nvSpPr>
        <p:spPr>
          <a:xfrm>
            <a:off x="548640"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1" name="S11-text485"/>
          <p:cNvSpPr txBox="1"/>
          <p:nvPr/>
        </p:nvSpPr>
        <p:spPr>
          <a:xfrm>
            <a:off x="1344168" y="132588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산은 학교의 어느 쪽에 있나요?</a:t>
            </a:r>
            <a:endParaRPr lang="ko-KR" sz="3000" dirty="0"/>
          </a:p>
        </p:txBody>
      </p:sp>
      <p:sp>
        <p:nvSpPr>
          <p:cNvPr id="72" name="S11-chip486"/>
          <p:cNvSpPr txBox="1"/>
          <p:nvPr/>
        </p:nvSpPr>
        <p:spPr>
          <a:xfrm>
            <a:off x="548640" y="34655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3" name="S11-text487"/>
          <p:cNvSpPr txBox="1"/>
          <p:nvPr/>
        </p:nvSpPr>
        <p:spPr>
          <a:xfrm>
            <a:off x="1344168" y="301752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병원에서 보면 공원은 어느 쪽?</a:t>
            </a:r>
            <a:endParaRPr lang="ko-KR" sz="3000" dirty="0"/>
          </a:p>
        </p:txBody>
      </p:sp>
      <p:sp>
        <p:nvSpPr>
          <p:cNvPr id="74" name="S11-chip488"/>
          <p:cNvSpPr txBox="1"/>
          <p:nvPr/>
        </p:nvSpPr>
        <p:spPr>
          <a:xfrm>
            <a:off x="548640" y="51572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75" name="S11-text489"/>
          <p:cNvSpPr txBox="1"/>
          <p:nvPr/>
        </p:nvSpPr>
        <p:spPr>
          <a:xfrm>
            <a:off x="1344168" y="470916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병원에서 공원까지 실제로 몇 m?</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처음 보는 지도 읽기</a:t>
            </a:r>
            <a:endParaRPr lang="ko-KR" sz="4000" dirty="0"/>
          </a:p>
        </p:txBody>
      </p:sp>
      <p:sp>
        <p:nvSpPr>
          <p:cNvPr id="3" name="S13-figure490" descr="등고선 지도. 바깥부터 100 m, 200 m, 300 m 등고선. 서쪽은 등고선 간격이 좁고 동쪽은 넓다. 산꼭대기(▲)는 300 m 등고선 안에 있고, 마을은 산꼭대기의 남쪽에 있다. 왼쪽 위에 북쪽을 가리키는 방위표가 있다."/>
          <p:cNvSpPr/>
          <p:nvPr/>
        </p:nvSpPr>
        <p:spPr>
          <a:xfrm>
            <a:off x="7945795" y="2285761"/>
            <a:ext cx="3603077" cy="2610925"/>
          </a:xfrm>
          <a:custGeom>
            <a:avLst/>
            <a:gdLst/>
            <a:ahLst/>
            <a:cxnLst/>
            <a:rect l="l" t="t" r="r" b="b"/>
            <a:pathLst>
              <a:path w="3603077" h="2610925">
                <a:moveTo>
                  <a:pt x="3603077" y="1305463"/>
                </a:moveTo>
                <a:lnTo>
                  <a:pt x="3563391" y="1078834"/>
                </a:lnTo>
                <a:lnTo>
                  <a:pt x="3445377" y="858994"/>
                </a:lnTo>
                <a:lnTo>
                  <a:pt x="3253213" y="652731"/>
                </a:lnTo>
                <a:lnTo>
                  <a:pt x="2992121" y="466311"/>
                </a:lnTo>
                <a:lnTo>
                  <a:pt x="2670455" y="305478"/>
                </a:lnTo>
                <a:lnTo>
                  <a:pt x="2297614" y="174932"/>
                </a:lnTo>
                <a:lnTo>
                  <a:pt x="1885088" y="78850"/>
                </a:lnTo>
                <a:lnTo>
                  <a:pt x="1445408" y="19843"/>
                </a:lnTo>
                <a:lnTo>
                  <a:pt x="992152" y="0"/>
                </a:lnTo>
                <a:lnTo>
                  <a:pt x="819831" y="19843"/>
                </a:lnTo>
                <a:lnTo>
                  <a:pt x="652731" y="78850"/>
                </a:lnTo>
                <a:lnTo>
                  <a:pt x="496076" y="174932"/>
                </a:lnTo>
                <a:lnTo>
                  <a:pt x="354564" y="305478"/>
                </a:lnTo>
                <a:lnTo>
                  <a:pt x="232372" y="466311"/>
                </a:lnTo>
                <a:lnTo>
                  <a:pt x="133157" y="652731"/>
                </a:lnTo>
                <a:lnTo>
                  <a:pt x="60051" y="858994"/>
                </a:lnTo>
                <a:lnTo>
                  <a:pt x="15143" y="1078834"/>
                </a:lnTo>
                <a:lnTo>
                  <a:pt x="0" y="1305463"/>
                </a:lnTo>
                <a:lnTo>
                  <a:pt x="15143" y="1532091"/>
                </a:lnTo>
                <a:lnTo>
                  <a:pt x="60051" y="1751931"/>
                </a:lnTo>
                <a:lnTo>
                  <a:pt x="133157" y="1958194"/>
                </a:lnTo>
                <a:lnTo>
                  <a:pt x="232372" y="2144614"/>
                </a:lnTo>
                <a:lnTo>
                  <a:pt x="354564" y="2305447"/>
                </a:lnTo>
                <a:lnTo>
                  <a:pt x="496076" y="2435993"/>
                </a:lnTo>
                <a:lnTo>
                  <a:pt x="652731" y="2532075"/>
                </a:lnTo>
                <a:lnTo>
                  <a:pt x="819831" y="2591082"/>
                </a:lnTo>
                <a:lnTo>
                  <a:pt x="992152" y="2610925"/>
                </a:lnTo>
                <a:lnTo>
                  <a:pt x="1445408" y="2591082"/>
                </a:lnTo>
                <a:lnTo>
                  <a:pt x="1885088" y="2532075"/>
                </a:lnTo>
                <a:lnTo>
                  <a:pt x="2297614" y="2435993"/>
                </a:lnTo>
                <a:lnTo>
                  <a:pt x="2670455" y="2305447"/>
                </a:lnTo>
                <a:lnTo>
                  <a:pt x="2992121" y="2144614"/>
                </a:lnTo>
                <a:lnTo>
                  <a:pt x="3253213" y="1958194"/>
                </a:lnTo>
                <a:lnTo>
                  <a:pt x="3445377" y="1751931"/>
                </a:lnTo>
                <a:lnTo>
                  <a:pt x="3563391" y="1532091"/>
                </a:lnTo>
                <a:close/>
              </a:path>
            </a:pathLst>
          </a:custGeom>
          <a:solidFill>
            <a:srgbClr val="D5ECC8"/>
          </a:solidFill>
          <a:ln w="25400">
            <a:solidFill>
              <a:srgbClr val="1F2937"/>
            </a:solidFill>
            <a:prstDash val="solid"/>
          </a:ln>
        </p:spPr>
      </p:sp>
      <p:sp>
        <p:nvSpPr>
          <p:cNvPr id="4" name="S13-mark491"/>
          <p:cNvSpPr/>
          <p:nvPr/>
        </p:nvSpPr>
        <p:spPr>
          <a:xfrm>
            <a:off x="8285215" y="2703509"/>
            <a:ext cx="2428161" cy="1775429"/>
          </a:xfrm>
          <a:custGeom>
            <a:avLst/>
            <a:gdLst/>
            <a:ahLst/>
            <a:cxnLst/>
            <a:rect l="l" t="t" r="r" b="b"/>
            <a:pathLst>
              <a:path w="2428161" h="1775429">
                <a:moveTo>
                  <a:pt x="2428161" y="887715"/>
                </a:moveTo>
                <a:lnTo>
                  <a:pt x="2401007" y="733670"/>
                </a:lnTo>
                <a:lnTo>
                  <a:pt x="2321113" y="584325"/>
                </a:lnTo>
                <a:lnTo>
                  <a:pt x="2190044" y="443857"/>
                </a:lnTo>
                <a:lnTo>
                  <a:pt x="2013023" y="316966"/>
                </a:lnTo>
                <a:lnTo>
                  <a:pt x="1793706" y="207830"/>
                </a:lnTo>
                <a:lnTo>
                  <a:pt x="1540446" y="119058"/>
                </a:lnTo>
                <a:lnTo>
                  <a:pt x="1260033" y="53785"/>
                </a:lnTo>
                <a:lnTo>
                  <a:pt x="960821" y="13577"/>
                </a:lnTo>
                <a:lnTo>
                  <a:pt x="652731" y="0"/>
                </a:lnTo>
                <a:lnTo>
                  <a:pt x="539417" y="13577"/>
                </a:lnTo>
                <a:lnTo>
                  <a:pt x="429236" y="53785"/>
                </a:lnTo>
                <a:lnTo>
                  <a:pt x="326366" y="119058"/>
                </a:lnTo>
                <a:lnTo>
                  <a:pt x="233417" y="207830"/>
                </a:lnTo>
                <a:lnTo>
                  <a:pt x="152478" y="316966"/>
                </a:lnTo>
                <a:lnTo>
                  <a:pt x="87205" y="443857"/>
                </a:lnTo>
                <a:lnTo>
                  <a:pt x="39164" y="584325"/>
                </a:lnTo>
                <a:lnTo>
                  <a:pt x="9922" y="733670"/>
                </a:lnTo>
                <a:lnTo>
                  <a:pt x="0" y="887715"/>
                </a:lnTo>
                <a:lnTo>
                  <a:pt x="9922" y="1041759"/>
                </a:lnTo>
                <a:lnTo>
                  <a:pt x="39164" y="1191104"/>
                </a:lnTo>
                <a:lnTo>
                  <a:pt x="87205" y="1331572"/>
                </a:lnTo>
                <a:lnTo>
                  <a:pt x="152478" y="1458463"/>
                </a:lnTo>
                <a:lnTo>
                  <a:pt x="233417" y="1567600"/>
                </a:lnTo>
                <a:lnTo>
                  <a:pt x="326366" y="1656371"/>
                </a:lnTo>
                <a:lnTo>
                  <a:pt x="429236" y="1721644"/>
                </a:lnTo>
                <a:lnTo>
                  <a:pt x="539417" y="1761852"/>
                </a:lnTo>
                <a:lnTo>
                  <a:pt x="652731" y="1775429"/>
                </a:lnTo>
                <a:lnTo>
                  <a:pt x="960821" y="1761852"/>
                </a:lnTo>
                <a:lnTo>
                  <a:pt x="1260033" y="1721644"/>
                </a:lnTo>
                <a:lnTo>
                  <a:pt x="1540446" y="1656371"/>
                </a:lnTo>
                <a:lnTo>
                  <a:pt x="1793706" y="1567600"/>
                </a:lnTo>
                <a:lnTo>
                  <a:pt x="2013023" y="1458463"/>
                </a:lnTo>
                <a:lnTo>
                  <a:pt x="2190044" y="1331572"/>
                </a:lnTo>
                <a:lnTo>
                  <a:pt x="2321113" y="1191104"/>
                </a:lnTo>
                <a:lnTo>
                  <a:pt x="2401007" y="1041759"/>
                </a:lnTo>
                <a:close/>
              </a:path>
            </a:pathLst>
          </a:custGeom>
          <a:solidFill>
            <a:srgbClr val="F3E6AE"/>
          </a:solidFill>
          <a:ln w="25400">
            <a:solidFill>
              <a:srgbClr val="1F2937"/>
            </a:solidFill>
            <a:prstDash val="solid"/>
          </a:ln>
        </p:spPr>
      </p:sp>
      <p:sp>
        <p:nvSpPr>
          <p:cNvPr id="5" name="S13-mark492"/>
          <p:cNvSpPr/>
          <p:nvPr/>
        </p:nvSpPr>
        <p:spPr>
          <a:xfrm>
            <a:off x="8624636" y="3121257"/>
            <a:ext cx="1253244" cy="939933"/>
          </a:xfrm>
          <a:custGeom>
            <a:avLst/>
            <a:gdLst/>
            <a:ahLst/>
            <a:cxnLst/>
            <a:rect l="l" t="t" r="r" b="b"/>
            <a:pathLst>
              <a:path w="1253244" h="939933">
                <a:moveTo>
                  <a:pt x="1253244" y="469967"/>
                </a:moveTo>
                <a:lnTo>
                  <a:pt x="1239145" y="388506"/>
                </a:lnTo>
                <a:lnTo>
                  <a:pt x="1196326" y="309134"/>
                </a:lnTo>
                <a:lnTo>
                  <a:pt x="1127398" y="234983"/>
                </a:lnTo>
                <a:lnTo>
                  <a:pt x="1033404" y="167621"/>
                </a:lnTo>
                <a:lnTo>
                  <a:pt x="917479" y="110181"/>
                </a:lnTo>
                <a:lnTo>
                  <a:pt x="783278" y="63184"/>
                </a:lnTo>
                <a:lnTo>
                  <a:pt x="634977" y="28198"/>
                </a:lnTo>
                <a:lnTo>
                  <a:pt x="476755" y="7311"/>
                </a:lnTo>
                <a:lnTo>
                  <a:pt x="313311" y="0"/>
                </a:lnTo>
                <a:lnTo>
                  <a:pt x="259004" y="7311"/>
                </a:lnTo>
                <a:lnTo>
                  <a:pt x="206263" y="28198"/>
                </a:lnTo>
                <a:lnTo>
                  <a:pt x="156656" y="63184"/>
                </a:lnTo>
                <a:lnTo>
                  <a:pt x="111748" y="110181"/>
                </a:lnTo>
                <a:lnTo>
                  <a:pt x="73106" y="167621"/>
                </a:lnTo>
                <a:lnTo>
                  <a:pt x="41775" y="234983"/>
                </a:lnTo>
                <a:lnTo>
                  <a:pt x="18799" y="309134"/>
                </a:lnTo>
                <a:lnTo>
                  <a:pt x="4700" y="388506"/>
                </a:lnTo>
                <a:lnTo>
                  <a:pt x="0" y="469967"/>
                </a:lnTo>
                <a:lnTo>
                  <a:pt x="4700" y="551427"/>
                </a:lnTo>
                <a:lnTo>
                  <a:pt x="18799" y="630800"/>
                </a:lnTo>
                <a:lnTo>
                  <a:pt x="41775" y="704950"/>
                </a:lnTo>
                <a:lnTo>
                  <a:pt x="73106" y="772312"/>
                </a:lnTo>
                <a:lnTo>
                  <a:pt x="111748" y="829752"/>
                </a:lnTo>
                <a:lnTo>
                  <a:pt x="156656" y="876749"/>
                </a:lnTo>
                <a:lnTo>
                  <a:pt x="206263" y="911735"/>
                </a:lnTo>
                <a:lnTo>
                  <a:pt x="259004" y="932623"/>
                </a:lnTo>
                <a:lnTo>
                  <a:pt x="313311" y="939933"/>
                </a:lnTo>
                <a:lnTo>
                  <a:pt x="476755" y="932623"/>
                </a:lnTo>
                <a:lnTo>
                  <a:pt x="634977" y="911735"/>
                </a:lnTo>
                <a:lnTo>
                  <a:pt x="783278" y="876749"/>
                </a:lnTo>
                <a:lnTo>
                  <a:pt x="917479" y="829752"/>
                </a:lnTo>
                <a:lnTo>
                  <a:pt x="1033404" y="772312"/>
                </a:lnTo>
                <a:lnTo>
                  <a:pt x="1127398" y="704950"/>
                </a:lnTo>
                <a:lnTo>
                  <a:pt x="1196326" y="630800"/>
                </a:lnTo>
                <a:lnTo>
                  <a:pt x="1239145" y="551427"/>
                </a:lnTo>
                <a:close/>
              </a:path>
            </a:pathLst>
          </a:custGeom>
          <a:solidFill>
            <a:srgbClr val="E6C097"/>
          </a:solidFill>
          <a:ln w="25400">
            <a:solidFill>
              <a:srgbClr val="1F2937"/>
            </a:solidFill>
            <a:prstDash val="solid"/>
          </a:ln>
        </p:spPr>
      </p:sp>
      <p:sp>
        <p:nvSpPr>
          <p:cNvPr id="6" name="S13-mark493"/>
          <p:cNvSpPr/>
          <p:nvPr/>
        </p:nvSpPr>
        <p:spPr>
          <a:xfrm>
            <a:off x="8808967" y="3470599"/>
            <a:ext cx="257959" cy="224017"/>
          </a:xfrm>
          <a:custGeom>
            <a:avLst/>
            <a:gdLst/>
            <a:ahLst/>
            <a:cxnLst/>
            <a:rect l="l" t="t" r="r" b="b"/>
            <a:pathLst>
              <a:path w="257959" h="224017">
                <a:moveTo>
                  <a:pt x="0" y="224017"/>
                </a:moveTo>
                <a:lnTo>
                  <a:pt x="257959" y="224017"/>
                </a:lnTo>
                <a:lnTo>
                  <a:pt x="128980" y="0"/>
                </a:lnTo>
                <a:close/>
              </a:path>
            </a:pathLst>
          </a:custGeom>
          <a:solidFill>
            <a:srgbClr val="8B5E3C"/>
          </a:solidFill>
          <a:ln w="15875">
            <a:solidFill>
              <a:srgbClr val="1F2937"/>
            </a:solidFill>
            <a:prstDash val="solid"/>
          </a:ln>
        </p:spPr>
      </p:sp>
      <p:sp>
        <p:nvSpPr>
          <p:cNvPr id="7" name="S13-mark494"/>
          <p:cNvSpPr/>
          <p:nvPr/>
        </p:nvSpPr>
        <p:spPr>
          <a:xfrm>
            <a:off x="8768759" y="5430360"/>
            <a:ext cx="338376" cy="375973"/>
          </a:xfrm>
          <a:custGeom>
            <a:avLst/>
            <a:gdLst/>
            <a:ahLst/>
            <a:cxnLst/>
            <a:rect l="l" t="t" r="r" b="b"/>
            <a:pathLst>
              <a:path w="338376" h="375973">
                <a:moveTo>
                  <a:pt x="0" y="375973"/>
                </a:moveTo>
                <a:lnTo>
                  <a:pt x="338376" y="375973"/>
                </a:lnTo>
                <a:lnTo>
                  <a:pt x="338376" y="159789"/>
                </a:lnTo>
                <a:lnTo>
                  <a:pt x="169188" y="0"/>
                </a:lnTo>
                <a:lnTo>
                  <a:pt x="0" y="159789"/>
                </a:lnTo>
                <a:close/>
              </a:path>
            </a:pathLst>
          </a:custGeom>
          <a:solidFill>
            <a:srgbClr val="F2C14E"/>
          </a:solidFill>
          <a:ln w="15875">
            <a:solidFill>
              <a:srgbClr val="1F2937"/>
            </a:solidFill>
            <a:prstDash val="solid"/>
          </a:ln>
        </p:spPr>
      </p:sp>
      <p:sp>
        <p:nvSpPr>
          <p:cNvPr id="8" name="S13-mark495"/>
          <p:cNvSpPr/>
          <p:nvPr/>
        </p:nvSpPr>
        <p:spPr>
          <a:xfrm flipV="1">
            <a:off x="6588114" y="2024669"/>
            <a:ext cx="0" cy="626622"/>
          </a:xfrm>
          <a:prstGeom prst="line">
            <a:avLst/>
          </a:prstGeom>
          <a:noFill/>
          <a:ln w="31750">
            <a:solidFill>
              <a:srgbClr val="1F2937"/>
            </a:solidFill>
            <a:prstDash val="solid"/>
            <a:tailEnd type="triangle"/>
          </a:ln>
        </p:spPr>
      </p:sp>
      <p:sp>
        <p:nvSpPr>
          <p:cNvPr id="9" name="S13-mark496"/>
          <p:cNvSpPr/>
          <p:nvPr/>
        </p:nvSpPr>
        <p:spPr>
          <a:xfrm>
            <a:off x="6368796" y="2337980"/>
            <a:ext cx="438635" cy="0"/>
          </a:xfrm>
          <a:prstGeom prst="line">
            <a:avLst/>
          </a:prstGeom>
          <a:noFill/>
          <a:ln w="25400">
            <a:solidFill>
              <a:srgbClr val="1F2937"/>
            </a:solidFill>
            <a:prstDash val="solid"/>
          </a:ln>
        </p:spPr>
      </p:sp>
      <p:sp>
        <p:nvSpPr>
          <p:cNvPr id="10" name="S13-labelbg498"/>
          <p:cNvSpPr/>
          <p:nvPr/>
        </p:nvSpPr>
        <p:spPr>
          <a:xfrm>
            <a:off x="10765921" y="2690011"/>
            <a:ext cx="621792" cy="304800"/>
          </a:xfrm>
          <a:prstGeom prst="rect">
            <a:avLst/>
          </a:prstGeom>
          <a:solidFill>
            <a:srgbClr val="FFFFFF"/>
          </a:solidFill>
          <a:ln/>
        </p:spPr>
      </p:sp>
      <p:sp>
        <p:nvSpPr>
          <p:cNvPr id="11" name="S13-label499"/>
          <p:cNvSpPr txBox="1"/>
          <p:nvPr/>
        </p:nvSpPr>
        <p:spPr>
          <a:xfrm>
            <a:off x="10720201" y="2651911"/>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100</a:t>
            </a:r>
            <a:endParaRPr lang="ko-KR" sz="2400" dirty="0"/>
          </a:p>
        </p:txBody>
      </p:sp>
      <p:sp>
        <p:nvSpPr>
          <p:cNvPr id="12" name="S13-labelbg501"/>
          <p:cNvSpPr/>
          <p:nvPr/>
        </p:nvSpPr>
        <p:spPr>
          <a:xfrm>
            <a:off x="10081336" y="2929694"/>
            <a:ext cx="621792" cy="304800"/>
          </a:xfrm>
          <a:prstGeom prst="rect">
            <a:avLst/>
          </a:prstGeom>
          <a:solidFill>
            <a:srgbClr val="FFFFFF"/>
          </a:solidFill>
          <a:ln/>
        </p:spPr>
      </p:sp>
      <p:sp>
        <p:nvSpPr>
          <p:cNvPr id="13" name="S13-label502"/>
          <p:cNvSpPr txBox="1"/>
          <p:nvPr/>
        </p:nvSpPr>
        <p:spPr>
          <a:xfrm>
            <a:off x="10035616" y="2891594"/>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200</a:t>
            </a:r>
            <a:endParaRPr lang="ko-KR" sz="2400" dirty="0"/>
          </a:p>
        </p:txBody>
      </p:sp>
      <p:sp>
        <p:nvSpPr>
          <p:cNvPr id="14" name="S13-labelbg504"/>
          <p:cNvSpPr/>
          <p:nvPr/>
        </p:nvSpPr>
        <p:spPr>
          <a:xfrm>
            <a:off x="9396751" y="3169376"/>
            <a:ext cx="621792" cy="304800"/>
          </a:xfrm>
          <a:prstGeom prst="rect">
            <a:avLst/>
          </a:prstGeom>
          <a:solidFill>
            <a:srgbClr val="FFFFFF"/>
          </a:solidFill>
          <a:ln/>
        </p:spPr>
      </p:sp>
      <p:sp>
        <p:nvSpPr>
          <p:cNvPr id="15" name="S13-label505"/>
          <p:cNvSpPr txBox="1"/>
          <p:nvPr/>
        </p:nvSpPr>
        <p:spPr>
          <a:xfrm>
            <a:off x="9351031" y="3131276"/>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300</a:t>
            </a:r>
            <a:endParaRPr lang="ko-KR" sz="2400" dirty="0"/>
          </a:p>
        </p:txBody>
      </p:sp>
      <p:sp>
        <p:nvSpPr>
          <p:cNvPr id="16" name="S13-label507"/>
          <p:cNvSpPr txBox="1"/>
          <p:nvPr/>
        </p:nvSpPr>
        <p:spPr>
          <a:xfrm>
            <a:off x="9315438" y="5437246"/>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마을</a:t>
            </a:r>
            <a:endParaRPr lang="ko-KR" sz="2400" dirty="0"/>
          </a:p>
        </p:txBody>
      </p:sp>
      <p:sp>
        <p:nvSpPr>
          <p:cNvPr id="17" name="S13-label509"/>
          <p:cNvSpPr txBox="1"/>
          <p:nvPr/>
        </p:nvSpPr>
        <p:spPr>
          <a:xfrm>
            <a:off x="6383898" y="1546967"/>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18" name="S13-chip510"/>
          <p:cNvSpPr txBox="1"/>
          <p:nvPr/>
        </p:nvSpPr>
        <p:spPr>
          <a:xfrm>
            <a:off x="548640"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19" name="S13-text511"/>
          <p:cNvSpPr txBox="1"/>
          <p:nvPr/>
        </p:nvSpPr>
        <p:spPr>
          <a:xfrm>
            <a:off x="1344168" y="132588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마을에서 보면 산꼭대기는 어느 쪽?</a:t>
            </a:r>
            <a:endParaRPr lang="ko-KR" sz="3000" dirty="0"/>
          </a:p>
        </p:txBody>
      </p:sp>
      <p:sp>
        <p:nvSpPr>
          <p:cNvPr id="20" name="S13-chip512"/>
          <p:cNvSpPr txBox="1"/>
          <p:nvPr/>
        </p:nvSpPr>
        <p:spPr>
          <a:xfrm>
            <a:off x="548640" y="34655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21" name="S13-text513"/>
          <p:cNvSpPr txBox="1"/>
          <p:nvPr/>
        </p:nvSpPr>
        <p:spPr>
          <a:xfrm>
            <a:off x="1344168" y="301752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서쪽과 동쪽 중 경사가 급한 쪽은? 왜?</a:t>
            </a:r>
            <a:endParaRPr lang="ko-KR" sz="3000" dirty="0"/>
          </a:p>
        </p:txBody>
      </p:sp>
      <p:sp>
        <p:nvSpPr>
          <p:cNvPr id="22" name="S13-chip514"/>
          <p:cNvSpPr txBox="1"/>
          <p:nvPr/>
        </p:nvSpPr>
        <p:spPr>
          <a:xfrm>
            <a:off x="548640" y="51572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23" name="S13-text515"/>
          <p:cNvSpPr txBox="1"/>
          <p:nvPr/>
        </p:nvSpPr>
        <p:spPr>
          <a:xfrm>
            <a:off x="1344168" y="470916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산꼭대기는 몇 m보다 높을까요?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4-card516"/>
          <p:cNvSpPr/>
          <p:nvPr/>
        </p:nvSpPr>
        <p:spPr>
          <a:xfrm>
            <a:off x="548640" y="1325880"/>
            <a:ext cx="11091672" cy="1258824"/>
          </a:xfrm>
          <a:prstGeom prst="roundRect">
            <a:avLst>
              <a:gd name="adj" fmla="val 8717"/>
            </a:avLst>
          </a:prstGeom>
          <a:solidFill>
            <a:srgbClr val="32606F"/>
          </a:solidFill>
          <a:ln w="12700">
            <a:solidFill>
              <a:srgbClr val="32606F"/>
            </a:solidFill>
            <a:prstDash val="solid"/>
          </a:ln>
        </p:spPr>
      </p:sp>
      <p:sp>
        <p:nvSpPr>
          <p:cNvPr id="4" name="S14-cardtext517"/>
          <p:cNvSpPr txBox="1"/>
          <p:nvPr/>
        </p:nvSpPr>
        <p:spPr>
          <a:xfrm>
            <a:off x="822960" y="1463040"/>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범례로 기호를 읽고, 방위표로 방향을, 축척으로 거리를,</a:t>
            </a:r>
            <a:endParaRPr lang="ko-KR" sz="3000" dirty="0"/>
          </a:p>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등고선으로 높낮이를 알아요.</a:t>
            </a:r>
            <a:endParaRPr lang="ko-KR" sz="3000" dirty="0"/>
          </a:p>
        </p:txBody>
      </p:sp>
      <p:sp>
        <p:nvSpPr>
          <p:cNvPr id="5" name="S14-chip518"/>
          <p:cNvSpPr txBox="1"/>
          <p:nvPr/>
        </p:nvSpPr>
        <p:spPr>
          <a:xfrm>
            <a:off x="548640" y="2813304"/>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동서남북으로 말하기</a:t>
            </a:r>
            <a:endParaRPr lang="ko-KR" sz="2400" dirty="0"/>
          </a:p>
        </p:txBody>
      </p:sp>
      <p:sp>
        <p:nvSpPr>
          <p:cNvPr id="6" name="S14-chip519"/>
          <p:cNvSpPr txBox="1"/>
          <p:nvPr/>
        </p:nvSpPr>
        <p:spPr>
          <a:xfrm>
            <a:off x="6208776" y="2813304"/>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칸 수를 그대로 거리로 말하기</a:t>
            </a:r>
            <a:endParaRPr lang="ko-KR" sz="2400" dirty="0"/>
          </a:p>
        </p:txBody>
      </p:sp>
      <p:sp>
        <p:nvSpPr>
          <p:cNvPr id="7" name="S14-text520"/>
          <p:cNvSpPr txBox="1"/>
          <p:nvPr/>
        </p:nvSpPr>
        <p:spPr>
          <a:xfrm>
            <a:off x="548640" y="3636264"/>
            <a:ext cx="11091672" cy="457200"/>
          </a:xfrm>
          <a:prstGeom prst="rect">
            <a:avLst/>
          </a:prstGeom>
          <a:noFill/>
          <a:ln/>
        </p:spPr>
        <p:txBody>
          <a:bodyPr wrap="square" lIns="0" tIns="0" rIns="0" bIns="0" rtlCol="0" anchor="t"/>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400" dirty="0"/>
          </a:p>
        </p:txBody>
      </p:sp>
      <p:sp>
        <p:nvSpPr>
          <p:cNvPr id="8" name="S14-text521"/>
          <p:cNvSpPr txBox="1"/>
          <p:nvPr/>
        </p:nvSpPr>
        <p:spPr>
          <a:xfrm>
            <a:off x="548640"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① 방위표가 없으면</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북쪽은?</a:t>
            </a:r>
            <a:endParaRPr lang="ko-KR" sz="2400" dirty="0"/>
          </a:p>
        </p:txBody>
      </p:sp>
      <p:sp>
        <p:nvSpPr>
          <p:cNvPr id="9" name="S14-text522"/>
          <p:cNvSpPr txBox="1"/>
          <p:nvPr/>
        </p:nvSpPr>
        <p:spPr>
          <a:xfrm>
            <a:off x="4322064"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② 한 칸이 100 m면</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6칸은 몇 m?</a:t>
            </a:r>
            <a:endParaRPr lang="ko-KR" sz="2400" dirty="0"/>
          </a:p>
        </p:txBody>
      </p:sp>
      <p:sp>
        <p:nvSpPr>
          <p:cNvPr id="10" name="S14-text523"/>
          <p:cNvSpPr txBox="1"/>
          <p:nvPr/>
        </p:nvSpPr>
        <p:spPr>
          <a:xfrm>
            <a:off x="8095488"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③ 등고선 간격이</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좁으면?</a:t>
            </a:r>
            <a:endParaRPr lang="ko-KR" sz="2400" dirty="0"/>
          </a:p>
        </p:txBody>
      </p:sp>
      <p:sp>
        <p:nvSpPr>
          <p:cNvPr id="11" name="S14-text524"/>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400" dirty="0">
                <a:solidFill>
                  <a:srgbClr val="C9DCD8"/>
                </a:solidFill>
                <a:latin typeface="맑은 고딕" pitchFamily="34" charset="0"/>
                <a:ea typeface="맑은 고딕" pitchFamily="34" charset="-122"/>
                <a:cs typeface="맑은 고딕" pitchFamily="34" charset="-120"/>
              </a:rPr>
              <a:t>다음 시간: 촌락과 도시</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기호와 위치 말하기</a:t>
            </a:r>
            <a:endParaRPr lang="ko-KR" sz="4000" dirty="0"/>
          </a:p>
        </p:txBody>
      </p:sp>
      <p:sp>
        <p:nvSpPr>
          <p:cNvPr id="3" name="S15-card525"/>
          <p:cNvSpPr/>
          <p:nvPr/>
        </p:nvSpPr>
        <p:spPr>
          <a:xfrm>
            <a:off x="548640" y="4494276"/>
            <a:ext cx="5431536" cy="1723644"/>
          </a:xfrm>
          <a:prstGeom prst="roundRect">
            <a:avLst>
              <a:gd name="adj" fmla="val 6366"/>
            </a:avLst>
          </a:prstGeom>
          <a:solidFill>
            <a:srgbClr val="EAF3F1"/>
          </a:solidFill>
          <a:ln w="12700">
            <a:solidFill>
              <a:srgbClr val="EAF3F1"/>
            </a:solidFill>
            <a:prstDash val="solid"/>
          </a:ln>
        </p:spPr>
      </p:sp>
      <p:sp>
        <p:nvSpPr>
          <p:cNvPr id="4" name="S15-cardtext526"/>
          <p:cNvSpPr txBox="1"/>
          <p:nvPr/>
        </p:nvSpPr>
        <p:spPr>
          <a:xfrm>
            <a:off x="822960" y="4631436"/>
            <a:ext cx="4882896" cy="144932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기호는 장소를 간단한 그림으로 나타낸 약속이에요.</a:t>
            </a:r>
            <a:endParaRPr lang="ko-KR" sz="3000" dirty="0"/>
          </a:p>
        </p:txBody>
      </p:sp>
      <p:sp>
        <p:nvSpPr>
          <p:cNvPr id="5" name="S15-card527"/>
          <p:cNvSpPr/>
          <p:nvPr/>
        </p:nvSpPr>
        <p:spPr>
          <a:xfrm>
            <a:off x="6208776" y="4494276"/>
            <a:ext cx="5431536" cy="1723644"/>
          </a:xfrm>
          <a:prstGeom prst="roundRect">
            <a:avLst>
              <a:gd name="adj" fmla="val 6366"/>
            </a:avLst>
          </a:prstGeom>
          <a:solidFill>
            <a:srgbClr val="EAF3F1"/>
          </a:solidFill>
          <a:ln w="12700">
            <a:solidFill>
              <a:srgbClr val="EAF3F1"/>
            </a:solidFill>
            <a:prstDash val="solid"/>
          </a:ln>
        </p:spPr>
      </p:sp>
      <p:sp>
        <p:nvSpPr>
          <p:cNvPr id="6" name="S15-cardtext528"/>
          <p:cNvSpPr txBox="1"/>
          <p:nvPr/>
        </p:nvSpPr>
        <p:spPr>
          <a:xfrm>
            <a:off x="6483096" y="4631436"/>
            <a:ext cx="4882896" cy="144932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기준이 되는 곳을 먼저 정하고 ‘옆, 사이, 앞’으로 말해요.</a:t>
            </a:r>
            <a:endParaRPr lang="ko-KR" sz="3000" dirty="0"/>
          </a:p>
        </p:txBody>
      </p:sp>
      <p:sp>
        <p:nvSpPr>
          <p:cNvPr id="7" name="S15-figure529" descr="간단한 지도: 왼쪽부터 집, 공원, 학교가 길을 따라 있다. 아래에 기호의 약속(집, 공원, 학교)이 있다."/>
          <p:cNvSpPr/>
          <p:nvPr/>
        </p:nvSpPr>
        <p:spPr>
          <a:xfrm>
            <a:off x="2748535" y="2459441"/>
            <a:ext cx="6691882" cy="9144"/>
          </a:xfrm>
          <a:custGeom>
            <a:avLst/>
            <a:gdLst/>
            <a:ahLst/>
            <a:cxnLst/>
            <a:rect l="l" t="t" r="r" b="b"/>
            <a:pathLst>
              <a:path w="6691882" h="9144">
                <a:moveTo>
                  <a:pt x="0" y="0"/>
                </a:moveTo>
                <a:lnTo>
                  <a:pt x="6691882" y="0"/>
                </a:lnTo>
              </a:path>
            </a:pathLst>
          </a:custGeom>
          <a:noFill/>
          <a:ln w="114300">
            <a:solidFill>
              <a:srgbClr val="A3AAB4"/>
            </a:solidFill>
            <a:prstDash val="solid"/>
          </a:ln>
        </p:spPr>
      </p:sp>
      <p:sp>
        <p:nvSpPr>
          <p:cNvPr id="8" name="S15-mark530"/>
          <p:cNvSpPr/>
          <p:nvPr/>
        </p:nvSpPr>
        <p:spPr>
          <a:xfrm>
            <a:off x="3518101" y="1440323"/>
            <a:ext cx="552080" cy="613423"/>
          </a:xfrm>
          <a:custGeom>
            <a:avLst/>
            <a:gdLst/>
            <a:ahLst/>
            <a:cxnLst/>
            <a:rect l="l" t="t" r="r" b="b"/>
            <a:pathLst>
              <a:path w="552080" h="613423">
                <a:moveTo>
                  <a:pt x="0" y="613423"/>
                </a:moveTo>
                <a:lnTo>
                  <a:pt x="552080" y="613423"/>
                </a:lnTo>
                <a:lnTo>
                  <a:pt x="552080" y="260705"/>
                </a:lnTo>
                <a:lnTo>
                  <a:pt x="276040" y="0"/>
                </a:lnTo>
                <a:lnTo>
                  <a:pt x="0" y="260705"/>
                </a:lnTo>
                <a:close/>
              </a:path>
            </a:pathLst>
          </a:custGeom>
          <a:solidFill>
            <a:srgbClr val="F2C14E"/>
          </a:solidFill>
          <a:ln w="15875">
            <a:solidFill>
              <a:srgbClr val="1F2937"/>
            </a:solidFill>
            <a:prstDash val="solid"/>
          </a:ln>
        </p:spPr>
      </p:sp>
      <p:sp>
        <p:nvSpPr>
          <p:cNvPr id="9" name="S15-mark531"/>
          <p:cNvSpPr/>
          <p:nvPr/>
        </p:nvSpPr>
        <p:spPr>
          <a:xfrm>
            <a:off x="6048469" y="1800709"/>
            <a:ext cx="92013" cy="306711"/>
          </a:xfrm>
          <a:custGeom>
            <a:avLst/>
            <a:gdLst/>
            <a:ahLst/>
            <a:cxnLst/>
            <a:rect l="l" t="t" r="r" b="b"/>
            <a:pathLst>
              <a:path w="92013" h="306711">
                <a:moveTo>
                  <a:pt x="0" y="306711"/>
                </a:moveTo>
                <a:lnTo>
                  <a:pt x="92013" y="306711"/>
                </a:lnTo>
                <a:lnTo>
                  <a:pt x="92013" y="0"/>
                </a:lnTo>
                <a:lnTo>
                  <a:pt x="0" y="0"/>
                </a:lnTo>
                <a:close/>
              </a:path>
            </a:pathLst>
          </a:custGeom>
          <a:solidFill>
            <a:srgbClr val="8B5E3C"/>
          </a:solidFill>
          <a:ln/>
        </p:spPr>
      </p:sp>
      <p:sp>
        <p:nvSpPr>
          <p:cNvPr id="10" name="S15-mark532"/>
          <p:cNvSpPr/>
          <p:nvPr/>
        </p:nvSpPr>
        <p:spPr>
          <a:xfrm>
            <a:off x="5841439" y="1417320"/>
            <a:ext cx="506074" cy="506074"/>
          </a:xfrm>
          <a:custGeom>
            <a:avLst/>
            <a:gdLst/>
            <a:ahLst/>
            <a:cxnLst/>
            <a:rect l="l" t="t" r="r" b="b"/>
            <a:pathLst>
              <a:path w="506074" h="506074">
                <a:moveTo>
                  <a:pt x="506074" y="253037"/>
                </a:moveTo>
                <a:lnTo>
                  <a:pt x="493526" y="174965"/>
                </a:lnTo>
                <a:lnTo>
                  <a:pt x="457976" y="104561"/>
                </a:lnTo>
                <a:lnTo>
                  <a:pt x="401513" y="48098"/>
                </a:lnTo>
                <a:lnTo>
                  <a:pt x="331109" y="12547"/>
                </a:lnTo>
                <a:lnTo>
                  <a:pt x="253037" y="0"/>
                </a:lnTo>
                <a:lnTo>
                  <a:pt x="174965" y="12547"/>
                </a:lnTo>
                <a:lnTo>
                  <a:pt x="104561" y="48098"/>
                </a:lnTo>
                <a:lnTo>
                  <a:pt x="48098" y="104561"/>
                </a:lnTo>
                <a:lnTo>
                  <a:pt x="12547" y="174965"/>
                </a:lnTo>
                <a:lnTo>
                  <a:pt x="0" y="253037"/>
                </a:lnTo>
                <a:lnTo>
                  <a:pt x="12547" y="331109"/>
                </a:lnTo>
                <a:lnTo>
                  <a:pt x="48098" y="401513"/>
                </a:lnTo>
                <a:lnTo>
                  <a:pt x="104561" y="457976"/>
                </a:lnTo>
                <a:lnTo>
                  <a:pt x="174965" y="493526"/>
                </a:lnTo>
                <a:lnTo>
                  <a:pt x="253037" y="506074"/>
                </a:lnTo>
                <a:lnTo>
                  <a:pt x="331109" y="493526"/>
                </a:lnTo>
                <a:lnTo>
                  <a:pt x="401513" y="457976"/>
                </a:lnTo>
                <a:lnTo>
                  <a:pt x="457976" y="401513"/>
                </a:lnTo>
                <a:lnTo>
                  <a:pt x="493526" y="331109"/>
                </a:lnTo>
                <a:close/>
              </a:path>
            </a:pathLst>
          </a:custGeom>
          <a:solidFill>
            <a:srgbClr val="2A9D8F"/>
          </a:solidFill>
          <a:ln w="15875">
            <a:solidFill>
              <a:srgbClr val="1F2937"/>
            </a:solidFill>
            <a:prstDash val="solid"/>
          </a:ln>
        </p:spPr>
      </p:sp>
      <p:sp>
        <p:nvSpPr>
          <p:cNvPr id="11" name="S15-mark533"/>
          <p:cNvSpPr/>
          <p:nvPr/>
        </p:nvSpPr>
        <p:spPr>
          <a:xfrm>
            <a:off x="8164777" y="1417320"/>
            <a:ext cx="552080" cy="383389"/>
          </a:xfrm>
          <a:custGeom>
            <a:avLst/>
            <a:gdLst/>
            <a:ahLst/>
            <a:cxnLst/>
            <a:rect l="l" t="t" r="r" b="b"/>
            <a:pathLst>
              <a:path w="552080" h="383389">
                <a:moveTo>
                  <a:pt x="0" y="0"/>
                </a:moveTo>
                <a:lnTo>
                  <a:pt x="552080" y="191695"/>
                </a:lnTo>
                <a:lnTo>
                  <a:pt x="0" y="383389"/>
                </a:lnTo>
                <a:close/>
              </a:path>
            </a:pathLst>
          </a:custGeom>
          <a:solidFill>
            <a:srgbClr val="E9762B"/>
          </a:solidFill>
          <a:ln w="15875">
            <a:solidFill>
              <a:srgbClr val="1F2937"/>
            </a:solidFill>
            <a:prstDash val="solid"/>
          </a:ln>
        </p:spPr>
      </p:sp>
      <p:sp>
        <p:nvSpPr>
          <p:cNvPr id="12" name="S15-mark534"/>
          <p:cNvSpPr/>
          <p:nvPr/>
        </p:nvSpPr>
        <p:spPr>
          <a:xfrm>
            <a:off x="8118770" y="1417320"/>
            <a:ext cx="92013" cy="690100"/>
          </a:xfrm>
          <a:custGeom>
            <a:avLst/>
            <a:gdLst/>
            <a:ahLst/>
            <a:cxnLst/>
            <a:rect l="l" t="t" r="r" b="b"/>
            <a:pathLst>
              <a:path w="92013" h="690100">
                <a:moveTo>
                  <a:pt x="0" y="690100"/>
                </a:moveTo>
                <a:lnTo>
                  <a:pt x="92013" y="690100"/>
                </a:lnTo>
                <a:lnTo>
                  <a:pt x="92013" y="0"/>
                </a:lnTo>
                <a:lnTo>
                  <a:pt x="0" y="0"/>
                </a:lnTo>
                <a:close/>
              </a:path>
            </a:pathLst>
          </a:custGeom>
          <a:solidFill>
            <a:srgbClr val="1F2937"/>
          </a:solidFill>
          <a:ln/>
        </p:spPr>
      </p:sp>
      <p:sp>
        <p:nvSpPr>
          <p:cNvPr id="13" name="S15-mark535"/>
          <p:cNvSpPr/>
          <p:nvPr/>
        </p:nvSpPr>
        <p:spPr>
          <a:xfrm>
            <a:off x="2748535" y="3295926"/>
            <a:ext cx="6691882" cy="9144"/>
          </a:xfrm>
          <a:custGeom>
            <a:avLst/>
            <a:gdLst/>
            <a:ahLst/>
            <a:cxnLst/>
            <a:rect l="l" t="t" r="r" b="b"/>
            <a:pathLst>
              <a:path w="6691882" h="9144">
                <a:moveTo>
                  <a:pt x="0" y="0"/>
                </a:moveTo>
                <a:lnTo>
                  <a:pt x="6691882" y="0"/>
                </a:lnTo>
              </a:path>
            </a:pathLst>
          </a:custGeom>
          <a:noFill/>
          <a:ln w="12700">
            <a:solidFill>
              <a:srgbClr val="CBD5E1"/>
            </a:solidFill>
            <a:prstDash val="solid"/>
          </a:ln>
        </p:spPr>
      </p:sp>
      <p:sp>
        <p:nvSpPr>
          <p:cNvPr id="14" name="S15-mark536"/>
          <p:cNvSpPr/>
          <p:nvPr/>
        </p:nvSpPr>
        <p:spPr>
          <a:xfrm>
            <a:off x="3175142" y="3689075"/>
            <a:ext cx="401513" cy="446125"/>
          </a:xfrm>
          <a:custGeom>
            <a:avLst/>
            <a:gdLst/>
            <a:ahLst/>
            <a:cxnLst/>
            <a:rect l="l" t="t" r="r" b="b"/>
            <a:pathLst>
              <a:path w="401513" h="446125">
                <a:moveTo>
                  <a:pt x="0" y="446125"/>
                </a:moveTo>
                <a:lnTo>
                  <a:pt x="401513" y="446125"/>
                </a:lnTo>
                <a:lnTo>
                  <a:pt x="401513" y="189603"/>
                </a:lnTo>
                <a:lnTo>
                  <a:pt x="200756" y="0"/>
                </a:lnTo>
                <a:lnTo>
                  <a:pt x="0" y="189603"/>
                </a:lnTo>
                <a:close/>
              </a:path>
            </a:pathLst>
          </a:custGeom>
          <a:solidFill>
            <a:srgbClr val="F2C14E"/>
          </a:solidFill>
          <a:ln w="15875">
            <a:solidFill>
              <a:srgbClr val="1F2937"/>
            </a:solidFill>
            <a:prstDash val="solid"/>
          </a:ln>
        </p:spPr>
      </p:sp>
      <p:sp>
        <p:nvSpPr>
          <p:cNvPr id="15" name="S15-mark537"/>
          <p:cNvSpPr/>
          <p:nvPr/>
        </p:nvSpPr>
        <p:spPr>
          <a:xfrm>
            <a:off x="5433653" y="3951173"/>
            <a:ext cx="66919" cy="223063"/>
          </a:xfrm>
          <a:custGeom>
            <a:avLst/>
            <a:gdLst/>
            <a:ahLst/>
            <a:cxnLst/>
            <a:rect l="l" t="t" r="r" b="b"/>
            <a:pathLst>
              <a:path w="66919" h="223063">
                <a:moveTo>
                  <a:pt x="0" y="223063"/>
                </a:moveTo>
                <a:lnTo>
                  <a:pt x="66919" y="223063"/>
                </a:lnTo>
                <a:lnTo>
                  <a:pt x="66919" y="0"/>
                </a:lnTo>
                <a:lnTo>
                  <a:pt x="0" y="0"/>
                </a:lnTo>
                <a:close/>
              </a:path>
            </a:pathLst>
          </a:custGeom>
          <a:solidFill>
            <a:srgbClr val="8B5E3C"/>
          </a:solidFill>
          <a:ln/>
        </p:spPr>
      </p:sp>
      <p:sp>
        <p:nvSpPr>
          <p:cNvPr id="16" name="S15-mark538"/>
          <p:cNvSpPr/>
          <p:nvPr/>
        </p:nvSpPr>
        <p:spPr>
          <a:xfrm>
            <a:off x="5283085" y="3672345"/>
            <a:ext cx="368054" cy="368054"/>
          </a:xfrm>
          <a:custGeom>
            <a:avLst/>
            <a:gdLst/>
            <a:ahLst/>
            <a:cxnLst/>
            <a:rect l="l" t="t" r="r" b="b"/>
            <a:pathLst>
              <a:path w="368054" h="368054">
                <a:moveTo>
                  <a:pt x="368054" y="184027"/>
                </a:moveTo>
                <a:lnTo>
                  <a:pt x="358992" y="126867"/>
                </a:lnTo>
                <a:lnTo>
                  <a:pt x="333200" y="75981"/>
                </a:lnTo>
                <a:lnTo>
                  <a:pt x="292073" y="34854"/>
                </a:lnTo>
                <a:lnTo>
                  <a:pt x="241187" y="9062"/>
                </a:lnTo>
                <a:lnTo>
                  <a:pt x="184027" y="0"/>
                </a:lnTo>
                <a:lnTo>
                  <a:pt x="126867" y="9062"/>
                </a:lnTo>
                <a:lnTo>
                  <a:pt x="75981" y="34854"/>
                </a:lnTo>
                <a:lnTo>
                  <a:pt x="34854" y="75981"/>
                </a:lnTo>
                <a:lnTo>
                  <a:pt x="9062" y="126867"/>
                </a:lnTo>
                <a:lnTo>
                  <a:pt x="0" y="184027"/>
                </a:lnTo>
                <a:lnTo>
                  <a:pt x="9062" y="241187"/>
                </a:lnTo>
                <a:lnTo>
                  <a:pt x="34854" y="292073"/>
                </a:lnTo>
                <a:lnTo>
                  <a:pt x="75981" y="333200"/>
                </a:lnTo>
                <a:lnTo>
                  <a:pt x="126867" y="358992"/>
                </a:lnTo>
                <a:lnTo>
                  <a:pt x="184027" y="368054"/>
                </a:lnTo>
                <a:lnTo>
                  <a:pt x="241187" y="358992"/>
                </a:lnTo>
                <a:lnTo>
                  <a:pt x="292073" y="333200"/>
                </a:lnTo>
                <a:lnTo>
                  <a:pt x="333200" y="292073"/>
                </a:lnTo>
                <a:lnTo>
                  <a:pt x="358992" y="241187"/>
                </a:lnTo>
                <a:close/>
              </a:path>
            </a:pathLst>
          </a:custGeom>
          <a:solidFill>
            <a:srgbClr val="2A9D8F"/>
          </a:solidFill>
          <a:ln w="15875">
            <a:solidFill>
              <a:srgbClr val="1F2937"/>
            </a:solidFill>
            <a:prstDash val="solid"/>
          </a:ln>
        </p:spPr>
      </p:sp>
      <p:sp>
        <p:nvSpPr>
          <p:cNvPr id="17" name="S15-mark539"/>
          <p:cNvSpPr/>
          <p:nvPr/>
        </p:nvSpPr>
        <p:spPr>
          <a:xfrm>
            <a:off x="7600149" y="3672345"/>
            <a:ext cx="401513" cy="278828"/>
          </a:xfrm>
          <a:custGeom>
            <a:avLst/>
            <a:gdLst/>
            <a:ahLst/>
            <a:cxnLst/>
            <a:rect l="l" t="t" r="r" b="b"/>
            <a:pathLst>
              <a:path w="401513" h="278828">
                <a:moveTo>
                  <a:pt x="0" y="0"/>
                </a:moveTo>
                <a:lnTo>
                  <a:pt x="401513" y="139414"/>
                </a:lnTo>
                <a:lnTo>
                  <a:pt x="0" y="278828"/>
                </a:lnTo>
                <a:close/>
              </a:path>
            </a:pathLst>
          </a:custGeom>
          <a:solidFill>
            <a:srgbClr val="E9762B"/>
          </a:solidFill>
          <a:ln w="15875">
            <a:solidFill>
              <a:srgbClr val="1F2937"/>
            </a:solidFill>
            <a:prstDash val="solid"/>
          </a:ln>
        </p:spPr>
      </p:sp>
      <p:sp>
        <p:nvSpPr>
          <p:cNvPr id="18" name="S15-mark540"/>
          <p:cNvSpPr/>
          <p:nvPr/>
        </p:nvSpPr>
        <p:spPr>
          <a:xfrm>
            <a:off x="7566690" y="3672345"/>
            <a:ext cx="66919" cy="501891"/>
          </a:xfrm>
          <a:custGeom>
            <a:avLst/>
            <a:gdLst/>
            <a:ahLst/>
            <a:cxnLst/>
            <a:rect l="l" t="t" r="r" b="b"/>
            <a:pathLst>
              <a:path w="66919" h="501891">
                <a:moveTo>
                  <a:pt x="0" y="501891"/>
                </a:moveTo>
                <a:lnTo>
                  <a:pt x="66919" y="501891"/>
                </a:lnTo>
                <a:lnTo>
                  <a:pt x="66919" y="0"/>
                </a:lnTo>
                <a:lnTo>
                  <a:pt x="0" y="0"/>
                </a:lnTo>
                <a:close/>
              </a:path>
            </a:pathLst>
          </a:custGeom>
          <a:solidFill>
            <a:srgbClr val="1F2937"/>
          </a:solidFill>
          <a:ln/>
        </p:spPr>
      </p:sp>
      <p:sp>
        <p:nvSpPr>
          <p:cNvPr id="19" name="S15-label542"/>
          <p:cNvSpPr txBox="1"/>
          <p:nvPr/>
        </p:nvSpPr>
        <p:spPr>
          <a:xfrm>
            <a:off x="4043022" y="373279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20" name="S15-label544"/>
          <p:cNvSpPr txBox="1"/>
          <p:nvPr/>
        </p:nvSpPr>
        <p:spPr>
          <a:xfrm>
            <a:off x="5984883" y="373279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21" name="S15-label546"/>
          <p:cNvSpPr txBox="1"/>
          <p:nvPr/>
        </p:nvSpPr>
        <p:spPr>
          <a:xfrm>
            <a:off x="8285217" y="373279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초4 사회·역사 지도 읽기</dc:title>
  <dc:subject>KR22-G04-SOC-MAP-L01</dc:subject>
  <dc:creator>education-ppt</dc:creator>
  <cp:lastModifiedBy>education-ppt</cp:lastModifiedBy>
  <cp:revision>1</cp:revision>
  <dcterms:created xsi:type="dcterms:W3CDTF">2026-10-26T09:26:34Z</dcterms:created>
  <dcterms:modified xsi:type="dcterms:W3CDTF">2026-10-26T09:26:34Z</dcterms:modified>
</cp:coreProperties>
</file>