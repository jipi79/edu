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0e66c99b-144e-ccbc-e4d0-1a5e6b4eb450}">
          <p14:sldIdLst>
            <p14:sldId id="256"/>
            <p14:sldId id="257"/>
          </p14:sldIdLst>
        </p14:section>
        <p14:section name="개념" id="{d04a0b28-38b0-99ef-f0ff-d14011933d18}">
          <p14:sldIdLst>
            <p14:sldId id="258"/>
            <p14:sldId id="259"/>
            <p14:sldId id="262"/>
            <p14:sldId id="264"/>
          </p14:sldIdLst>
        </p14:section>
        <p14:section name="연습" id="{e157d989-58b9-803a-7f70-66e6af75cd69}">
          <p14:sldIdLst>
            <p14:sldId id="260"/>
            <p14:sldId id="261"/>
            <p14:sldId id="263"/>
            <p14:sldId id="265"/>
          </p14:sldIdLst>
        </p14:section>
        <p14:section name="개념" id="{b45c55ed-42ea-8173-7da6-1c1f3b2b78bc}">
          <p14:sldIdLst/>
        </p14:section>
        <p14:section name="연습" id="{8af69ad1-cb07-3efb-b652-9a7a2f0ffde3}">
          <p14:sldIdLst/>
        </p14:section>
        <p14:section name="개념" id="{a324ac64-5103-f0f8-69ae-24e0652d66e3}">
          <p14:sldIdLst/>
        </p14:section>
        <p14:section name="연습" id="{d28a0342-1e36-9fbd-71e6-97752fa88673}">
          <p14:sldIdLst/>
        </p14:section>
        <p14:section name="확인" id="{71d9e472-2677-99b9-1360-96959b8f2713}">
          <p14:sldIdLst>
            <p14:sldId id="266"/>
            <p14:sldId id="267"/>
          </p14:sldIdLst>
        </p14:section>
        <p14:section name="정리" id="{7a0e6264-0314-7c05-b07b-e0ef0573052c}">
          <p14:sldIdLst>
            <p14:sldId id="268"/>
          </p14:sldIdLst>
        </p14:section>
        <p14:section name="보충" id="{a7bce282-a348-1bf6-7899-ad5b84d735ae}">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지도와지역 · 1차시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초4 사회·역사 · 지도 읽기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지도 읽기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가는 곳도 지도만 보고</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찾아갈 수 있을까요?</a:t>
            </a:r>
            <a:endParaRPr lang="ko-KR" sz="3000" dirty="0"/>
          </a:p>
        </p:txBody>
      </p:sp>
      <p:sp>
        <p:nvSpPr>
          <p:cNvPr id="4" name="S01-panel1"/>
          <p:cNvSpPr/>
          <p:nvPr/>
        </p:nvSpPr>
        <p:spPr>
          <a:xfrm>
            <a:off x="7543800" y="502920"/>
            <a:ext cx="4206240" cy="3200400"/>
          </a:xfrm>
          <a:prstGeom prst="roundRect">
            <a:avLst>
              <a:gd name="adj" fmla="val 4286"/>
            </a:avLst>
          </a:prstGeom>
          <a:solidFill>
            <a:srgbClr val="FFFFFF"/>
          </a:solidFill>
          <a:ln w="12700">
            <a:solidFill>
              <a:srgbClr val="FFFFFF"/>
            </a:solidFill>
            <a:prstDash val="solid"/>
          </a:ln>
        </p:spPr>
      </p:sp>
      <p:sp>
        <p:nvSpPr>
          <p:cNvPr id="5" name="S01-figure2" descr="방위표: 위쪽 화살표가 북쪽, 아래가 남쪽, 오른쪽이 동쪽, 왼쪽이 서쪽"/>
          <p:cNvSpPr/>
          <p:nvPr/>
        </p:nvSpPr>
        <p:spPr>
          <a:xfrm flipV="1">
            <a:off x="9646920" y="1123406"/>
            <a:ext cx="0" cy="1959429"/>
          </a:xfrm>
          <a:prstGeom prst="line">
            <a:avLst/>
          </a:prstGeom>
          <a:noFill/>
          <a:ln w="31750">
            <a:solidFill>
              <a:srgbClr val="1F2937"/>
            </a:solidFill>
            <a:prstDash val="solid"/>
            <a:tailEnd type="triangle"/>
          </a:ln>
        </p:spPr>
      </p:sp>
      <p:sp>
        <p:nvSpPr>
          <p:cNvPr id="6" name="S01-mark3"/>
          <p:cNvSpPr/>
          <p:nvPr/>
        </p:nvSpPr>
        <p:spPr>
          <a:xfrm>
            <a:off x="8961120" y="2103120"/>
            <a:ext cx="1371600" cy="0"/>
          </a:xfrm>
          <a:prstGeom prst="line">
            <a:avLst/>
          </a:prstGeom>
          <a:noFill/>
          <a:ln w="25400">
            <a:solidFill>
              <a:srgbClr val="1F2937"/>
            </a:solidFill>
            <a:prstDash val="solid"/>
          </a:ln>
        </p:spPr>
      </p:sp>
      <p:sp>
        <p:nvSpPr>
          <p:cNvPr id="7" name="S01-label5"/>
          <p:cNvSpPr txBox="1"/>
          <p:nvPr/>
        </p:nvSpPr>
        <p:spPr>
          <a:xfrm>
            <a:off x="9442704" y="5410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8" name="S01-label7"/>
          <p:cNvSpPr txBox="1"/>
          <p:nvPr/>
        </p:nvSpPr>
        <p:spPr>
          <a:xfrm>
            <a:off x="9442704" y="32842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9" name="S01-label9"/>
          <p:cNvSpPr txBox="1"/>
          <p:nvPr/>
        </p:nvSpPr>
        <p:spPr>
          <a:xfrm>
            <a:off x="10520390"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10" name="S01-label11"/>
          <p:cNvSpPr txBox="1"/>
          <p:nvPr/>
        </p:nvSpPr>
        <p:spPr>
          <a:xfrm>
            <a:off x="8365018" y="191262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11" name="S01-card12"/>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12" name="S01-cardtext13"/>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기호·범례·방위표로 장소와 방향을 찾아요.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축척과 등고선으로 거리와 높낮이를 알아요.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3학년 때 배운 지도</a:t>
            </a:r>
            <a:endParaRPr lang="ko-KR" sz="4000" dirty="0"/>
          </a:p>
        </p:txBody>
      </p:sp>
      <p:sp>
        <p:nvSpPr>
          <p:cNvPr id="3" name="S02-text14"/>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아래 약속을 보고 답해요.</a:t>
            </a:r>
            <a:endParaRPr lang="ko-KR" sz="3000" dirty="0"/>
          </a:p>
        </p:txBody>
      </p:sp>
      <p:sp>
        <p:nvSpPr>
          <p:cNvPr id="4" name="S02-figure15" descr="간단한 지도: 왼쪽부터 집, 공원, 학교가 길을 따라 있다. 아래에 기호의 약속(집, 공원, 학교)이 있다."/>
          <p:cNvSpPr/>
          <p:nvPr/>
        </p:nvSpPr>
        <p:spPr>
          <a:xfrm>
            <a:off x="6368796" y="3854447"/>
            <a:ext cx="5180076" cy="9144"/>
          </a:xfrm>
          <a:custGeom>
            <a:avLst/>
            <a:gdLst/>
            <a:ahLst/>
            <a:cxnLst/>
            <a:rect l="l" t="t" r="r" b="b"/>
            <a:pathLst>
              <a:path w="5180076" h="9144">
                <a:moveTo>
                  <a:pt x="0" y="0"/>
                </a:moveTo>
                <a:lnTo>
                  <a:pt x="5180076" y="0"/>
                </a:lnTo>
              </a:path>
            </a:pathLst>
          </a:custGeom>
          <a:noFill/>
          <a:ln w="114300">
            <a:solidFill>
              <a:srgbClr val="A3AAB4"/>
            </a:solidFill>
            <a:prstDash val="solid"/>
          </a:ln>
        </p:spPr>
      </p:sp>
      <p:sp>
        <p:nvSpPr>
          <p:cNvPr id="5" name="S02-mark16"/>
          <p:cNvSpPr/>
          <p:nvPr/>
        </p:nvSpPr>
        <p:spPr>
          <a:xfrm>
            <a:off x="6964505" y="3065565"/>
            <a:ext cx="427356" cy="474840"/>
          </a:xfrm>
          <a:custGeom>
            <a:avLst/>
            <a:gdLst/>
            <a:ahLst/>
            <a:cxnLst/>
            <a:rect l="l" t="t" r="r" b="b"/>
            <a:pathLst>
              <a:path w="427356" h="474840">
                <a:moveTo>
                  <a:pt x="0" y="474840"/>
                </a:moveTo>
                <a:lnTo>
                  <a:pt x="427356" y="474840"/>
                </a:lnTo>
                <a:lnTo>
                  <a:pt x="427356" y="201807"/>
                </a:lnTo>
                <a:lnTo>
                  <a:pt x="213678" y="0"/>
                </a:lnTo>
                <a:lnTo>
                  <a:pt x="0" y="201807"/>
                </a:lnTo>
                <a:close/>
              </a:path>
            </a:pathLst>
          </a:custGeom>
          <a:solidFill>
            <a:srgbClr val="F2C14E"/>
          </a:solidFill>
          <a:ln w="15875">
            <a:solidFill>
              <a:srgbClr val="1F2937"/>
            </a:solidFill>
            <a:prstDash val="solid"/>
          </a:ln>
        </p:spPr>
      </p:sp>
      <p:sp>
        <p:nvSpPr>
          <p:cNvPr id="6" name="S02-mark17"/>
          <p:cNvSpPr/>
          <p:nvPr/>
        </p:nvSpPr>
        <p:spPr>
          <a:xfrm>
            <a:off x="8923221" y="3344533"/>
            <a:ext cx="71226" cy="237420"/>
          </a:xfrm>
          <a:custGeom>
            <a:avLst/>
            <a:gdLst/>
            <a:ahLst/>
            <a:cxnLst/>
            <a:rect l="l" t="t" r="r" b="b"/>
            <a:pathLst>
              <a:path w="71226" h="237420">
                <a:moveTo>
                  <a:pt x="0" y="237420"/>
                </a:moveTo>
                <a:lnTo>
                  <a:pt x="71226" y="237420"/>
                </a:lnTo>
                <a:lnTo>
                  <a:pt x="71226" y="0"/>
                </a:lnTo>
                <a:lnTo>
                  <a:pt x="0" y="0"/>
                </a:lnTo>
                <a:close/>
              </a:path>
            </a:pathLst>
          </a:custGeom>
          <a:solidFill>
            <a:srgbClr val="8B5E3C"/>
          </a:solidFill>
          <a:ln/>
        </p:spPr>
      </p:sp>
      <p:sp>
        <p:nvSpPr>
          <p:cNvPr id="7" name="S02-mark18"/>
          <p:cNvSpPr/>
          <p:nvPr/>
        </p:nvSpPr>
        <p:spPr>
          <a:xfrm>
            <a:off x="8762962" y="3047758"/>
            <a:ext cx="391743" cy="391743"/>
          </a:xfrm>
          <a:custGeom>
            <a:avLst/>
            <a:gdLst/>
            <a:ahLst/>
            <a:cxnLst/>
            <a:rect l="l" t="t" r="r" b="b"/>
            <a:pathLst>
              <a:path w="391743" h="391743">
                <a:moveTo>
                  <a:pt x="391743" y="195872"/>
                </a:moveTo>
                <a:lnTo>
                  <a:pt x="382031" y="135437"/>
                </a:lnTo>
                <a:lnTo>
                  <a:pt x="354511" y="80939"/>
                </a:lnTo>
                <a:lnTo>
                  <a:pt x="310805" y="37232"/>
                </a:lnTo>
                <a:lnTo>
                  <a:pt x="256306" y="9713"/>
                </a:lnTo>
                <a:lnTo>
                  <a:pt x="195872" y="0"/>
                </a:lnTo>
                <a:lnTo>
                  <a:pt x="135437" y="9713"/>
                </a:lnTo>
                <a:lnTo>
                  <a:pt x="80939" y="37232"/>
                </a:lnTo>
                <a:lnTo>
                  <a:pt x="37232" y="80939"/>
                </a:lnTo>
                <a:lnTo>
                  <a:pt x="9713" y="135437"/>
                </a:lnTo>
                <a:lnTo>
                  <a:pt x="0" y="195872"/>
                </a:lnTo>
                <a:lnTo>
                  <a:pt x="9713" y="256306"/>
                </a:lnTo>
                <a:lnTo>
                  <a:pt x="37232" y="310805"/>
                </a:lnTo>
                <a:lnTo>
                  <a:pt x="80939" y="354511"/>
                </a:lnTo>
                <a:lnTo>
                  <a:pt x="135437" y="382031"/>
                </a:lnTo>
                <a:lnTo>
                  <a:pt x="195872" y="391743"/>
                </a:lnTo>
                <a:lnTo>
                  <a:pt x="256306" y="382031"/>
                </a:lnTo>
                <a:lnTo>
                  <a:pt x="310805" y="354511"/>
                </a:lnTo>
                <a:lnTo>
                  <a:pt x="354511" y="310805"/>
                </a:lnTo>
                <a:lnTo>
                  <a:pt x="382031" y="256306"/>
                </a:lnTo>
                <a:close/>
              </a:path>
            </a:pathLst>
          </a:custGeom>
          <a:solidFill>
            <a:srgbClr val="2A9D8F"/>
          </a:solidFill>
          <a:ln w="15875">
            <a:solidFill>
              <a:srgbClr val="1F2937"/>
            </a:solidFill>
            <a:prstDash val="solid"/>
          </a:ln>
        </p:spPr>
      </p:sp>
      <p:sp>
        <p:nvSpPr>
          <p:cNvPr id="8" name="S02-mark19"/>
          <p:cNvSpPr/>
          <p:nvPr/>
        </p:nvSpPr>
        <p:spPr>
          <a:xfrm>
            <a:off x="10561420" y="3047758"/>
            <a:ext cx="427356" cy="296775"/>
          </a:xfrm>
          <a:custGeom>
            <a:avLst/>
            <a:gdLst/>
            <a:ahLst/>
            <a:cxnLst/>
            <a:rect l="l" t="t" r="r" b="b"/>
            <a:pathLst>
              <a:path w="427356" h="296775">
                <a:moveTo>
                  <a:pt x="0" y="0"/>
                </a:moveTo>
                <a:lnTo>
                  <a:pt x="427356" y="148388"/>
                </a:lnTo>
                <a:lnTo>
                  <a:pt x="0" y="296775"/>
                </a:lnTo>
                <a:close/>
              </a:path>
            </a:pathLst>
          </a:custGeom>
          <a:solidFill>
            <a:srgbClr val="E9762B"/>
          </a:solidFill>
          <a:ln w="15875">
            <a:solidFill>
              <a:srgbClr val="1F2937"/>
            </a:solidFill>
            <a:prstDash val="solid"/>
          </a:ln>
        </p:spPr>
      </p:sp>
      <p:sp>
        <p:nvSpPr>
          <p:cNvPr id="9" name="S02-mark20"/>
          <p:cNvSpPr/>
          <p:nvPr/>
        </p:nvSpPr>
        <p:spPr>
          <a:xfrm>
            <a:off x="10525807" y="3047758"/>
            <a:ext cx="71226" cy="534195"/>
          </a:xfrm>
          <a:custGeom>
            <a:avLst/>
            <a:gdLst/>
            <a:ahLst/>
            <a:cxnLst/>
            <a:rect l="l" t="t" r="r" b="b"/>
            <a:pathLst>
              <a:path w="71226" h="534195">
                <a:moveTo>
                  <a:pt x="0" y="534195"/>
                </a:moveTo>
                <a:lnTo>
                  <a:pt x="71226" y="534195"/>
                </a:lnTo>
                <a:lnTo>
                  <a:pt x="71226" y="0"/>
                </a:lnTo>
                <a:lnTo>
                  <a:pt x="0" y="0"/>
                </a:lnTo>
                <a:close/>
              </a:path>
            </a:pathLst>
          </a:custGeom>
          <a:solidFill>
            <a:srgbClr val="1F2937"/>
          </a:solidFill>
          <a:ln/>
        </p:spPr>
      </p:sp>
      <p:sp>
        <p:nvSpPr>
          <p:cNvPr id="10" name="S02-mark21"/>
          <p:cNvSpPr/>
          <p:nvPr/>
        </p:nvSpPr>
        <p:spPr>
          <a:xfrm>
            <a:off x="6368796" y="4501957"/>
            <a:ext cx="5180076" cy="9144"/>
          </a:xfrm>
          <a:custGeom>
            <a:avLst/>
            <a:gdLst/>
            <a:ahLst/>
            <a:cxnLst/>
            <a:rect l="l" t="t" r="r" b="b"/>
            <a:pathLst>
              <a:path w="5180076" h="9144">
                <a:moveTo>
                  <a:pt x="0" y="0"/>
                </a:moveTo>
                <a:lnTo>
                  <a:pt x="5180076" y="0"/>
                </a:lnTo>
              </a:path>
            </a:pathLst>
          </a:custGeom>
          <a:noFill/>
          <a:ln w="12700">
            <a:solidFill>
              <a:srgbClr val="CBD5E1"/>
            </a:solidFill>
            <a:prstDash val="solid"/>
          </a:ln>
        </p:spPr>
      </p:sp>
      <p:sp>
        <p:nvSpPr>
          <p:cNvPr id="11" name="S02-mark22"/>
          <p:cNvSpPr/>
          <p:nvPr/>
        </p:nvSpPr>
        <p:spPr>
          <a:xfrm>
            <a:off x="6699026" y="4806286"/>
            <a:ext cx="310805" cy="345338"/>
          </a:xfrm>
          <a:custGeom>
            <a:avLst/>
            <a:gdLst/>
            <a:ahLst/>
            <a:cxnLst/>
            <a:rect l="l" t="t" r="r" b="b"/>
            <a:pathLst>
              <a:path w="310805" h="345338">
                <a:moveTo>
                  <a:pt x="0" y="345338"/>
                </a:moveTo>
                <a:lnTo>
                  <a:pt x="310805" y="345338"/>
                </a:lnTo>
                <a:lnTo>
                  <a:pt x="310805" y="146769"/>
                </a:lnTo>
                <a:lnTo>
                  <a:pt x="155402" y="0"/>
                </a:lnTo>
                <a:lnTo>
                  <a:pt x="0" y="146769"/>
                </a:lnTo>
                <a:close/>
              </a:path>
            </a:pathLst>
          </a:custGeom>
          <a:solidFill>
            <a:srgbClr val="F2C14E"/>
          </a:solidFill>
          <a:ln w="15875">
            <a:solidFill>
              <a:srgbClr val="1F2937"/>
            </a:solidFill>
            <a:prstDash val="solid"/>
          </a:ln>
        </p:spPr>
      </p:sp>
      <p:sp>
        <p:nvSpPr>
          <p:cNvPr id="12" name="S02-mark23"/>
          <p:cNvSpPr/>
          <p:nvPr/>
        </p:nvSpPr>
        <p:spPr>
          <a:xfrm>
            <a:off x="8447301" y="5009172"/>
            <a:ext cx="51801" cy="172669"/>
          </a:xfrm>
          <a:custGeom>
            <a:avLst/>
            <a:gdLst/>
            <a:ahLst/>
            <a:cxnLst/>
            <a:rect l="l" t="t" r="r" b="b"/>
            <a:pathLst>
              <a:path w="51801" h="172669">
                <a:moveTo>
                  <a:pt x="0" y="172669"/>
                </a:moveTo>
                <a:lnTo>
                  <a:pt x="51801" y="172669"/>
                </a:lnTo>
                <a:lnTo>
                  <a:pt x="51801" y="0"/>
                </a:lnTo>
                <a:lnTo>
                  <a:pt x="0" y="0"/>
                </a:lnTo>
                <a:close/>
              </a:path>
            </a:pathLst>
          </a:custGeom>
          <a:solidFill>
            <a:srgbClr val="8B5E3C"/>
          </a:solidFill>
          <a:ln/>
        </p:spPr>
      </p:sp>
      <p:sp>
        <p:nvSpPr>
          <p:cNvPr id="13" name="S02-mark24"/>
          <p:cNvSpPr/>
          <p:nvPr/>
        </p:nvSpPr>
        <p:spPr>
          <a:xfrm>
            <a:off x="8330750" y="4793336"/>
            <a:ext cx="284904" cy="284904"/>
          </a:xfrm>
          <a:custGeom>
            <a:avLst/>
            <a:gdLst/>
            <a:ahLst/>
            <a:cxnLst/>
            <a:rect l="l" t="t" r="r" b="b"/>
            <a:pathLst>
              <a:path w="284904" h="284904">
                <a:moveTo>
                  <a:pt x="284904" y="142452"/>
                </a:moveTo>
                <a:lnTo>
                  <a:pt x="277889" y="98206"/>
                </a:lnTo>
                <a:lnTo>
                  <a:pt x="257925" y="58815"/>
                </a:lnTo>
                <a:lnTo>
                  <a:pt x="226089" y="26980"/>
                </a:lnTo>
                <a:lnTo>
                  <a:pt x="186699" y="7015"/>
                </a:lnTo>
                <a:lnTo>
                  <a:pt x="142452" y="0"/>
                </a:lnTo>
                <a:lnTo>
                  <a:pt x="98206" y="7015"/>
                </a:lnTo>
                <a:lnTo>
                  <a:pt x="58815" y="26980"/>
                </a:lnTo>
                <a:lnTo>
                  <a:pt x="26980" y="58815"/>
                </a:lnTo>
                <a:lnTo>
                  <a:pt x="7015" y="98206"/>
                </a:lnTo>
                <a:lnTo>
                  <a:pt x="0" y="142452"/>
                </a:lnTo>
                <a:lnTo>
                  <a:pt x="7015" y="186699"/>
                </a:lnTo>
                <a:lnTo>
                  <a:pt x="26980" y="226089"/>
                </a:lnTo>
                <a:lnTo>
                  <a:pt x="58815" y="257925"/>
                </a:lnTo>
                <a:lnTo>
                  <a:pt x="98206" y="277889"/>
                </a:lnTo>
                <a:lnTo>
                  <a:pt x="142452" y="284904"/>
                </a:lnTo>
                <a:lnTo>
                  <a:pt x="186699" y="277889"/>
                </a:lnTo>
                <a:lnTo>
                  <a:pt x="226089" y="257925"/>
                </a:lnTo>
                <a:lnTo>
                  <a:pt x="257925" y="226089"/>
                </a:lnTo>
                <a:lnTo>
                  <a:pt x="277889" y="186699"/>
                </a:lnTo>
                <a:close/>
              </a:path>
            </a:pathLst>
          </a:custGeom>
          <a:solidFill>
            <a:srgbClr val="2A9D8F"/>
          </a:solidFill>
          <a:ln w="15875">
            <a:solidFill>
              <a:srgbClr val="1F2937"/>
            </a:solidFill>
            <a:prstDash val="solid"/>
          </a:ln>
        </p:spPr>
      </p:sp>
      <p:sp>
        <p:nvSpPr>
          <p:cNvPr id="14" name="S02-mark25"/>
          <p:cNvSpPr/>
          <p:nvPr/>
        </p:nvSpPr>
        <p:spPr>
          <a:xfrm>
            <a:off x="10124351" y="4793336"/>
            <a:ext cx="310805" cy="215836"/>
          </a:xfrm>
          <a:custGeom>
            <a:avLst/>
            <a:gdLst/>
            <a:ahLst/>
            <a:cxnLst/>
            <a:rect l="l" t="t" r="r" b="b"/>
            <a:pathLst>
              <a:path w="310805" h="215836">
                <a:moveTo>
                  <a:pt x="0" y="0"/>
                </a:moveTo>
                <a:lnTo>
                  <a:pt x="310805" y="107918"/>
                </a:lnTo>
                <a:lnTo>
                  <a:pt x="0" y="215836"/>
                </a:lnTo>
                <a:close/>
              </a:path>
            </a:pathLst>
          </a:custGeom>
          <a:solidFill>
            <a:srgbClr val="E9762B"/>
          </a:solidFill>
          <a:ln w="15875">
            <a:solidFill>
              <a:srgbClr val="1F2937"/>
            </a:solidFill>
            <a:prstDash val="solid"/>
          </a:ln>
        </p:spPr>
      </p:sp>
      <p:sp>
        <p:nvSpPr>
          <p:cNvPr id="15" name="S02-mark26"/>
          <p:cNvSpPr/>
          <p:nvPr/>
        </p:nvSpPr>
        <p:spPr>
          <a:xfrm>
            <a:off x="10098451" y="4793336"/>
            <a:ext cx="51801" cy="388506"/>
          </a:xfrm>
          <a:custGeom>
            <a:avLst/>
            <a:gdLst/>
            <a:ahLst/>
            <a:cxnLst/>
            <a:rect l="l" t="t" r="r" b="b"/>
            <a:pathLst>
              <a:path w="51801" h="388506">
                <a:moveTo>
                  <a:pt x="0" y="388506"/>
                </a:moveTo>
                <a:lnTo>
                  <a:pt x="51801" y="388506"/>
                </a:lnTo>
                <a:lnTo>
                  <a:pt x="51801" y="0"/>
                </a:lnTo>
                <a:lnTo>
                  <a:pt x="0" y="0"/>
                </a:lnTo>
                <a:close/>
              </a:path>
            </a:pathLst>
          </a:custGeom>
          <a:solidFill>
            <a:srgbClr val="1F2937"/>
          </a:solidFill>
          <a:ln/>
        </p:spPr>
      </p:sp>
      <p:sp>
        <p:nvSpPr>
          <p:cNvPr id="16" name="S02-label28"/>
          <p:cNvSpPr txBox="1"/>
          <p:nvPr/>
        </p:nvSpPr>
        <p:spPr>
          <a:xfrm>
            <a:off x="7324701" y="4797089"/>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17" name="S02-label30"/>
          <p:cNvSpPr txBox="1"/>
          <p:nvPr/>
        </p:nvSpPr>
        <p:spPr>
          <a:xfrm>
            <a:off x="8794123"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18" name="S02-label32"/>
          <p:cNvSpPr txBox="1"/>
          <p:nvPr/>
        </p:nvSpPr>
        <p:spPr>
          <a:xfrm>
            <a:off x="10574774" y="479708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19" name="S02-chip33"/>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0" name="S02-text34"/>
          <p:cNvSpPr txBox="1"/>
          <p:nvPr/>
        </p:nvSpPr>
        <p:spPr>
          <a:xfrm>
            <a:off x="1344168" y="201168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집과 학교 사이에 있는 곳은?</a:t>
            </a:r>
            <a:endParaRPr lang="ko-KR" sz="3000" dirty="0"/>
          </a:p>
        </p:txBody>
      </p:sp>
      <p:sp>
        <p:nvSpPr>
          <p:cNvPr id="21" name="S02-chip35"/>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2" name="S02-text36"/>
          <p:cNvSpPr txBox="1"/>
          <p:nvPr/>
        </p:nvSpPr>
        <p:spPr>
          <a:xfrm>
            <a:off x="1344168" y="347472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학교는 공원의 어느 쪽에 있나요?</a:t>
            </a:r>
            <a:endParaRPr lang="ko-KR" sz="3000" dirty="0"/>
          </a:p>
        </p:txBody>
      </p:sp>
      <p:sp>
        <p:nvSpPr>
          <p:cNvPr id="23" name="S02-chip37"/>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4" name="S02-text38"/>
          <p:cNvSpPr txBox="1"/>
          <p:nvPr/>
        </p:nvSpPr>
        <p:spPr>
          <a:xfrm>
            <a:off x="1344168" y="4937760"/>
            <a:ext cx="4567428"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그림 대신 기호를 쓰면 무엇이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기호와 범례</a:t>
            </a:r>
            <a:endParaRPr lang="ko-KR" sz="4000" dirty="0"/>
          </a:p>
        </p:txBody>
      </p:sp>
      <p:sp>
        <p:nvSpPr>
          <p:cNvPr id="3" name="S03-figure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4008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4" name="S03-mark40"/>
          <p:cNvSpPr/>
          <p:nvPr/>
        </p:nvSpPr>
        <p:spPr>
          <a:xfrm>
            <a:off x="106841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5" name="S03-mark41"/>
          <p:cNvSpPr/>
          <p:nvPr/>
        </p:nvSpPr>
        <p:spPr>
          <a:xfrm>
            <a:off x="149675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6" name="S03-mark42"/>
          <p:cNvSpPr/>
          <p:nvPr/>
        </p:nvSpPr>
        <p:spPr>
          <a:xfrm>
            <a:off x="1925090"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7" name="S03-mark43"/>
          <p:cNvSpPr/>
          <p:nvPr/>
        </p:nvSpPr>
        <p:spPr>
          <a:xfrm>
            <a:off x="235342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8" name="S03-mark44"/>
          <p:cNvSpPr/>
          <p:nvPr/>
        </p:nvSpPr>
        <p:spPr>
          <a:xfrm>
            <a:off x="278176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9" name="S03-mark45"/>
          <p:cNvSpPr/>
          <p:nvPr/>
        </p:nvSpPr>
        <p:spPr>
          <a:xfrm>
            <a:off x="321010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0" name="S03-mark46"/>
          <p:cNvSpPr/>
          <p:nvPr/>
        </p:nvSpPr>
        <p:spPr>
          <a:xfrm>
            <a:off x="3638437"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1" name="S03-mark47"/>
          <p:cNvSpPr/>
          <p:nvPr/>
        </p:nvSpPr>
        <p:spPr>
          <a:xfrm>
            <a:off x="406677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2" name="S03-mark48"/>
          <p:cNvSpPr/>
          <p:nvPr/>
        </p:nvSpPr>
        <p:spPr>
          <a:xfrm>
            <a:off x="4495111"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3" name="S03-mark49"/>
          <p:cNvSpPr/>
          <p:nvPr/>
        </p:nvSpPr>
        <p:spPr>
          <a:xfrm>
            <a:off x="4923448"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4" name="S03-mark50"/>
          <p:cNvSpPr/>
          <p:nvPr/>
        </p:nvSpPr>
        <p:spPr>
          <a:xfrm>
            <a:off x="5351784" y="1777992"/>
            <a:ext cx="9144" cy="3426694"/>
          </a:xfrm>
          <a:custGeom>
            <a:avLst/>
            <a:gdLst/>
            <a:ahLst/>
            <a:cxnLst/>
            <a:rect l="l" t="t" r="r" b="b"/>
            <a:pathLst>
              <a:path w="9144" h="3426694">
                <a:moveTo>
                  <a:pt x="0" y="3426694"/>
                </a:moveTo>
                <a:lnTo>
                  <a:pt x="0" y="0"/>
                </a:lnTo>
              </a:path>
            </a:pathLst>
          </a:custGeom>
          <a:noFill/>
          <a:ln w="9525">
            <a:solidFill>
              <a:srgbClr val="B8C2CC"/>
            </a:solidFill>
            <a:prstDash val="solid"/>
          </a:ln>
        </p:spPr>
      </p:sp>
      <p:sp>
        <p:nvSpPr>
          <p:cNvPr id="15" name="S03-mark51"/>
          <p:cNvSpPr/>
          <p:nvPr/>
        </p:nvSpPr>
        <p:spPr>
          <a:xfrm>
            <a:off x="640080" y="520468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6" name="S03-mark52"/>
          <p:cNvSpPr/>
          <p:nvPr/>
        </p:nvSpPr>
        <p:spPr>
          <a:xfrm>
            <a:off x="640080" y="4776350"/>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7" name="S03-mark53"/>
          <p:cNvSpPr/>
          <p:nvPr/>
        </p:nvSpPr>
        <p:spPr>
          <a:xfrm>
            <a:off x="640080" y="434801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8" name="S03-mark54"/>
          <p:cNvSpPr/>
          <p:nvPr/>
        </p:nvSpPr>
        <p:spPr>
          <a:xfrm>
            <a:off x="640080" y="391967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19" name="S03-mark55"/>
          <p:cNvSpPr/>
          <p:nvPr/>
        </p:nvSpPr>
        <p:spPr>
          <a:xfrm>
            <a:off x="640080" y="349133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0" name="S03-mark56"/>
          <p:cNvSpPr/>
          <p:nvPr/>
        </p:nvSpPr>
        <p:spPr>
          <a:xfrm>
            <a:off x="640080" y="3063003"/>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1" name="S03-mark57"/>
          <p:cNvSpPr/>
          <p:nvPr/>
        </p:nvSpPr>
        <p:spPr>
          <a:xfrm>
            <a:off x="640080" y="2634666"/>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2" name="S03-mark58"/>
          <p:cNvSpPr/>
          <p:nvPr/>
        </p:nvSpPr>
        <p:spPr>
          <a:xfrm>
            <a:off x="640080" y="2206329"/>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3" name="S03-mark59"/>
          <p:cNvSpPr/>
          <p:nvPr/>
        </p:nvSpPr>
        <p:spPr>
          <a:xfrm>
            <a:off x="640080" y="1777992"/>
            <a:ext cx="4711704" cy="9144"/>
          </a:xfrm>
          <a:custGeom>
            <a:avLst/>
            <a:gdLst/>
            <a:ahLst/>
            <a:cxnLst/>
            <a:rect l="l" t="t" r="r" b="b"/>
            <a:pathLst>
              <a:path w="4711704" h="9144">
                <a:moveTo>
                  <a:pt x="0" y="0"/>
                </a:moveTo>
                <a:lnTo>
                  <a:pt x="4711704" y="0"/>
                </a:lnTo>
              </a:path>
            </a:pathLst>
          </a:custGeom>
          <a:noFill/>
          <a:ln w="9525">
            <a:solidFill>
              <a:srgbClr val="B8C2CC"/>
            </a:solidFill>
            <a:prstDash val="solid"/>
          </a:ln>
        </p:spPr>
      </p:sp>
      <p:sp>
        <p:nvSpPr>
          <p:cNvPr id="24" name="S03-mark60"/>
          <p:cNvSpPr/>
          <p:nvPr/>
        </p:nvSpPr>
        <p:spPr>
          <a:xfrm>
            <a:off x="4109608" y="1777992"/>
            <a:ext cx="171335" cy="3426694"/>
          </a:xfrm>
          <a:custGeom>
            <a:avLst/>
            <a:gdLst/>
            <a:ahLst/>
            <a:cxnLst/>
            <a:rect l="l" t="t" r="r" b="b"/>
            <a:pathLst>
              <a:path w="171335" h="3426694">
                <a:moveTo>
                  <a:pt x="128501" y="0"/>
                </a:moveTo>
                <a:lnTo>
                  <a:pt x="0" y="642505"/>
                </a:lnTo>
                <a:lnTo>
                  <a:pt x="171335" y="1285010"/>
                </a:lnTo>
                <a:lnTo>
                  <a:pt x="42834" y="1927515"/>
                </a:lnTo>
                <a:lnTo>
                  <a:pt x="171335" y="2570021"/>
                </a:lnTo>
                <a:lnTo>
                  <a:pt x="42834" y="3426694"/>
                </a:lnTo>
              </a:path>
            </a:pathLst>
          </a:custGeom>
          <a:noFill/>
          <a:ln w="88900">
            <a:solidFill>
              <a:srgbClr val="4A90C8"/>
            </a:solidFill>
            <a:prstDash val="solid"/>
          </a:ln>
        </p:spPr>
      </p:sp>
      <p:sp>
        <p:nvSpPr>
          <p:cNvPr id="25" name="S03-mark61"/>
          <p:cNvSpPr/>
          <p:nvPr/>
        </p:nvSpPr>
        <p:spPr>
          <a:xfrm>
            <a:off x="640080" y="3705508"/>
            <a:ext cx="4711704" cy="9144"/>
          </a:xfrm>
          <a:custGeom>
            <a:avLst/>
            <a:gdLst/>
            <a:ahLst/>
            <a:cxnLst/>
            <a:rect l="l" t="t" r="r" b="b"/>
            <a:pathLst>
              <a:path w="4711704" h="9144">
                <a:moveTo>
                  <a:pt x="0" y="0"/>
                </a:moveTo>
                <a:lnTo>
                  <a:pt x="4711704" y="0"/>
                </a:lnTo>
              </a:path>
            </a:pathLst>
          </a:custGeom>
          <a:noFill/>
          <a:ln w="88900">
            <a:solidFill>
              <a:srgbClr val="A3AAB4"/>
            </a:solidFill>
            <a:prstDash val="solid"/>
          </a:ln>
        </p:spPr>
      </p:sp>
      <p:sp>
        <p:nvSpPr>
          <p:cNvPr id="26" name="S03-mark62"/>
          <p:cNvSpPr/>
          <p:nvPr/>
        </p:nvSpPr>
        <p:spPr>
          <a:xfrm>
            <a:off x="2567595" y="1777992"/>
            <a:ext cx="9144" cy="3426694"/>
          </a:xfrm>
          <a:custGeom>
            <a:avLst/>
            <a:gdLst/>
            <a:ahLst/>
            <a:cxnLst/>
            <a:rect l="l" t="t" r="r" b="b"/>
            <a:pathLst>
              <a:path w="9144" h="3426694">
                <a:moveTo>
                  <a:pt x="0" y="3426694"/>
                </a:moveTo>
                <a:lnTo>
                  <a:pt x="0" y="0"/>
                </a:lnTo>
              </a:path>
            </a:pathLst>
          </a:custGeom>
          <a:noFill/>
          <a:ln w="88900">
            <a:solidFill>
              <a:srgbClr val="A3AAB4"/>
            </a:solidFill>
            <a:prstDash val="solid"/>
          </a:ln>
        </p:spPr>
      </p:sp>
      <p:sp>
        <p:nvSpPr>
          <p:cNvPr id="27" name="S03-mark63"/>
          <p:cNvSpPr/>
          <p:nvPr/>
        </p:nvSpPr>
        <p:spPr>
          <a:xfrm>
            <a:off x="640080" y="1777992"/>
            <a:ext cx="4711704" cy="3426694"/>
          </a:xfrm>
          <a:custGeom>
            <a:avLst/>
            <a:gdLst/>
            <a:ahLst/>
            <a:cxnLst/>
            <a:rect l="l" t="t" r="r" b="b"/>
            <a:pathLst>
              <a:path w="4711704" h="3426694">
                <a:moveTo>
                  <a:pt x="0" y="3426694"/>
                </a:moveTo>
                <a:lnTo>
                  <a:pt x="4711704" y="3426694"/>
                </a:lnTo>
                <a:lnTo>
                  <a:pt x="4711704" y="0"/>
                </a:lnTo>
                <a:lnTo>
                  <a:pt x="0" y="0"/>
                </a:lnTo>
                <a:lnTo>
                  <a:pt x="0" y="3426694"/>
                </a:lnTo>
              </a:path>
            </a:pathLst>
          </a:custGeom>
          <a:noFill/>
          <a:ln w="19050">
            <a:solidFill>
              <a:srgbClr val="1F2937"/>
            </a:solidFill>
            <a:prstDash val="solid"/>
          </a:ln>
        </p:spPr>
      </p:sp>
      <p:sp>
        <p:nvSpPr>
          <p:cNvPr id="28" name="S03-mark64"/>
          <p:cNvSpPr/>
          <p:nvPr/>
        </p:nvSpPr>
        <p:spPr>
          <a:xfrm>
            <a:off x="1304002" y="2026428"/>
            <a:ext cx="385503" cy="334103"/>
          </a:xfrm>
          <a:custGeom>
            <a:avLst/>
            <a:gdLst/>
            <a:ahLst/>
            <a:cxnLst/>
            <a:rect l="l" t="t" r="r" b="b"/>
            <a:pathLst>
              <a:path w="385503" h="334103">
                <a:moveTo>
                  <a:pt x="0" y="334103"/>
                </a:moveTo>
                <a:lnTo>
                  <a:pt x="385503" y="334103"/>
                </a:lnTo>
                <a:lnTo>
                  <a:pt x="192752" y="0"/>
                </a:lnTo>
                <a:close/>
              </a:path>
            </a:pathLst>
          </a:custGeom>
          <a:solidFill>
            <a:srgbClr val="8B5E3C"/>
          </a:solidFill>
          <a:ln w="15875">
            <a:solidFill>
              <a:srgbClr val="1F2937"/>
            </a:solidFill>
            <a:prstDash val="solid"/>
          </a:ln>
        </p:spPr>
      </p:sp>
      <p:sp>
        <p:nvSpPr>
          <p:cNvPr id="29" name="S03-mark65"/>
          <p:cNvSpPr/>
          <p:nvPr/>
        </p:nvSpPr>
        <p:spPr>
          <a:xfrm>
            <a:off x="1368253" y="2870251"/>
            <a:ext cx="308402" cy="214168"/>
          </a:xfrm>
          <a:custGeom>
            <a:avLst/>
            <a:gdLst/>
            <a:ahLst/>
            <a:cxnLst/>
            <a:rect l="l" t="t" r="r" b="b"/>
            <a:pathLst>
              <a:path w="308402" h="214168">
                <a:moveTo>
                  <a:pt x="0" y="0"/>
                </a:moveTo>
                <a:lnTo>
                  <a:pt x="308402" y="107084"/>
                </a:lnTo>
                <a:lnTo>
                  <a:pt x="0" y="214168"/>
                </a:lnTo>
                <a:close/>
              </a:path>
            </a:pathLst>
          </a:custGeom>
          <a:solidFill>
            <a:srgbClr val="E9762B"/>
          </a:solidFill>
          <a:ln w="15875">
            <a:solidFill>
              <a:srgbClr val="1F2937"/>
            </a:solidFill>
            <a:prstDash val="solid"/>
          </a:ln>
        </p:spPr>
      </p:sp>
      <p:sp>
        <p:nvSpPr>
          <p:cNvPr id="30" name="S03-mark66"/>
          <p:cNvSpPr/>
          <p:nvPr/>
        </p:nvSpPr>
        <p:spPr>
          <a:xfrm>
            <a:off x="1342552" y="2870251"/>
            <a:ext cx="51400" cy="385503"/>
          </a:xfrm>
          <a:custGeom>
            <a:avLst/>
            <a:gdLst/>
            <a:ahLst/>
            <a:cxnLst/>
            <a:rect l="l" t="t" r="r" b="b"/>
            <a:pathLst>
              <a:path w="51400" h="385503">
                <a:moveTo>
                  <a:pt x="0" y="385503"/>
                </a:moveTo>
                <a:lnTo>
                  <a:pt x="51400" y="385503"/>
                </a:lnTo>
                <a:lnTo>
                  <a:pt x="51400" y="0"/>
                </a:lnTo>
                <a:lnTo>
                  <a:pt x="0" y="0"/>
                </a:lnTo>
                <a:close/>
              </a:path>
            </a:pathLst>
          </a:custGeom>
          <a:solidFill>
            <a:srgbClr val="1F2937"/>
          </a:solidFill>
          <a:ln/>
        </p:spPr>
      </p:sp>
      <p:sp>
        <p:nvSpPr>
          <p:cNvPr id="31" name="S03-mark67"/>
          <p:cNvSpPr/>
          <p:nvPr/>
        </p:nvSpPr>
        <p:spPr>
          <a:xfrm>
            <a:off x="3013066" y="2925935"/>
            <a:ext cx="197035" cy="291269"/>
          </a:xfrm>
          <a:custGeom>
            <a:avLst/>
            <a:gdLst/>
            <a:ahLst/>
            <a:cxnLst/>
            <a:rect l="l" t="t" r="r" b="b"/>
            <a:pathLst>
              <a:path w="197035" h="291269">
                <a:moveTo>
                  <a:pt x="0" y="0"/>
                </a:moveTo>
                <a:lnTo>
                  <a:pt x="197035" y="42834"/>
                </a:lnTo>
                <a:lnTo>
                  <a:pt x="197035" y="291269"/>
                </a:lnTo>
                <a:lnTo>
                  <a:pt x="0" y="248435"/>
                </a:lnTo>
                <a:close/>
              </a:path>
            </a:pathLst>
          </a:custGeom>
          <a:solidFill>
            <a:srgbClr val="3D5A80"/>
          </a:solidFill>
          <a:ln w="15875">
            <a:solidFill>
              <a:srgbClr val="1F2937"/>
            </a:solidFill>
            <a:prstDash val="solid"/>
          </a:ln>
        </p:spPr>
      </p:sp>
      <p:sp>
        <p:nvSpPr>
          <p:cNvPr id="32" name="S03-mark68"/>
          <p:cNvSpPr/>
          <p:nvPr/>
        </p:nvSpPr>
        <p:spPr>
          <a:xfrm>
            <a:off x="3210101" y="2925935"/>
            <a:ext cx="197035" cy="291269"/>
          </a:xfrm>
          <a:custGeom>
            <a:avLst/>
            <a:gdLst/>
            <a:ahLst/>
            <a:cxnLst/>
            <a:rect l="l" t="t" r="r" b="b"/>
            <a:pathLst>
              <a:path w="197035" h="291269">
                <a:moveTo>
                  <a:pt x="197035" y="0"/>
                </a:moveTo>
                <a:lnTo>
                  <a:pt x="0" y="42834"/>
                </a:lnTo>
                <a:lnTo>
                  <a:pt x="0" y="291269"/>
                </a:lnTo>
                <a:lnTo>
                  <a:pt x="197035" y="248435"/>
                </a:lnTo>
                <a:close/>
              </a:path>
            </a:pathLst>
          </a:custGeom>
          <a:solidFill>
            <a:srgbClr val="3D5A80"/>
          </a:solidFill>
          <a:ln w="15875">
            <a:solidFill>
              <a:srgbClr val="1F2937"/>
            </a:solidFill>
            <a:prstDash val="solid"/>
          </a:ln>
        </p:spPr>
      </p:sp>
      <p:sp>
        <p:nvSpPr>
          <p:cNvPr id="33" name="S03-mark69"/>
          <p:cNvSpPr/>
          <p:nvPr/>
        </p:nvSpPr>
        <p:spPr>
          <a:xfrm>
            <a:off x="1471053" y="4369430"/>
            <a:ext cx="51400" cy="171335"/>
          </a:xfrm>
          <a:custGeom>
            <a:avLst/>
            <a:gdLst/>
            <a:ahLst/>
            <a:cxnLst/>
            <a:rect l="l" t="t" r="r" b="b"/>
            <a:pathLst>
              <a:path w="51400" h="171335">
                <a:moveTo>
                  <a:pt x="0" y="171335"/>
                </a:moveTo>
                <a:lnTo>
                  <a:pt x="51400" y="171335"/>
                </a:lnTo>
                <a:lnTo>
                  <a:pt x="51400" y="0"/>
                </a:lnTo>
                <a:lnTo>
                  <a:pt x="0" y="0"/>
                </a:lnTo>
                <a:close/>
              </a:path>
            </a:pathLst>
          </a:custGeom>
          <a:solidFill>
            <a:srgbClr val="8B5E3C"/>
          </a:solidFill>
          <a:ln/>
        </p:spPr>
      </p:sp>
      <p:sp>
        <p:nvSpPr>
          <p:cNvPr id="34" name="S03-mark70"/>
          <p:cNvSpPr/>
          <p:nvPr/>
        </p:nvSpPr>
        <p:spPr>
          <a:xfrm>
            <a:off x="1355402" y="4155261"/>
            <a:ext cx="282702" cy="282702"/>
          </a:xfrm>
          <a:custGeom>
            <a:avLst/>
            <a:gdLst/>
            <a:ahLst/>
            <a:cxnLst/>
            <a:rect l="l" t="t" r="r" b="b"/>
            <a:pathLst>
              <a:path w="282702" h="282702">
                <a:moveTo>
                  <a:pt x="282702" y="141351"/>
                </a:moveTo>
                <a:lnTo>
                  <a:pt x="275849" y="97661"/>
                </a:lnTo>
                <a:lnTo>
                  <a:pt x="255717" y="58254"/>
                </a:lnTo>
                <a:lnTo>
                  <a:pt x="224448" y="26985"/>
                </a:lnTo>
                <a:lnTo>
                  <a:pt x="185041" y="6853"/>
                </a:lnTo>
                <a:lnTo>
                  <a:pt x="141351" y="0"/>
                </a:lnTo>
                <a:lnTo>
                  <a:pt x="97661" y="6853"/>
                </a:lnTo>
                <a:lnTo>
                  <a:pt x="58254" y="26985"/>
                </a:lnTo>
                <a:lnTo>
                  <a:pt x="26985" y="58254"/>
                </a:lnTo>
                <a:lnTo>
                  <a:pt x="6853" y="97661"/>
                </a:lnTo>
                <a:lnTo>
                  <a:pt x="0" y="141351"/>
                </a:lnTo>
                <a:lnTo>
                  <a:pt x="6853" y="185041"/>
                </a:lnTo>
                <a:lnTo>
                  <a:pt x="26985" y="224448"/>
                </a:lnTo>
                <a:lnTo>
                  <a:pt x="58254" y="255717"/>
                </a:lnTo>
                <a:lnTo>
                  <a:pt x="97661" y="275849"/>
                </a:lnTo>
                <a:lnTo>
                  <a:pt x="141351" y="282702"/>
                </a:lnTo>
                <a:lnTo>
                  <a:pt x="185041" y="275849"/>
                </a:lnTo>
                <a:lnTo>
                  <a:pt x="224448" y="255717"/>
                </a:lnTo>
                <a:lnTo>
                  <a:pt x="255717" y="224448"/>
                </a:lnTo>
                <a:lnTo>
                  <a:pt x="275849" y="185041"/>
                </a:lnTo>
                <a:close/>
              </a:path>
            </a:pathLst>
          </a:custGeom>
          <a:solidFill>
            <a:srgbClr val="2A9D8F"/>
          </a:solidFill>
          <a:ln w="15875">
            <a:solidFill>
              <a:srgbClr val="1F2937"/>
            </a:solidFill>
            <a:prstDash val="solid"/>
          </a:ln>
        </p:spPr>
      </p:sp>
      <p:sp>
        <p:nvSpPr>
          <p:cNvPr id="35" name="S03-mark71"/>
          <p:cNvSpPr/>
          <p:nvPr/>
        </p:nvSpPr>
        <p:spPr>
          <a:xfrm>
            <a:off x="3038766" y="4176678"/>
            <a:ext cx="342669" cy="342669"/>
          </a:xfrm>
          <a:custGeom>
            <a:avLst/>
            <a:gdLst/>
            <a:ahLst/>
            <a:cxnLst/>
            <a:rect l="l" t="t" r="r" b="b"/>
            <a:pathLst>
              <a:path w="342669" h="342669">
                <a:moveTo>
                  <a:pt x="342669" y="171335"/>
                </a:moveTo>
                <a:lnTo>
                  <a:pt x="334103" y="118221"/>
                </a:lnTo>
                <a:lnTo>
                  <a:pt x="310116" y="70676"/>
                </a:lnTo>
                <a:lnTo>
                  <a:pt x="271994" y="32554"/>
                </a:lnTo>
                <a:lnTo>
                  <a:pt x="224448" y="8567"/>
                </a:lnTo>
                <a:lnTo>
                  <a:pt x="171335" y="0"/>
                </a:lnTo>
                <a:lnTo>
                  <a:pt x="118221" y="8567"/>
                </a:lnTo>
                <a:lnTo>
                  <a:pt x="70676" y="32554"/>
                </a:lnTo>
                <a:lnTo>
                  <a:pt x="32554" y="70676"/>
                </a:lnTo>
                <a:lnTo>
                  <a:pt x="8567" y="118221"/>
                </a:lnTo>
                <a:lnTo>
                  <a:pt x="0" y="171335"/>
                </a:lnTo>
                <a:lnTo>
                  <a:pt x="8567" y="224448"/>
                </a:lnTo>
                <a:lnTo>
                  <a:pt x="32554" y="271994"/>
                </a:lnTo>
                <a:lnTo>
                  <a:pt x="70676" y="310116"/>
                </a:lnTo>
                <a:lnTo>
                  <a:pt x="118221" y="334103"/>
                </a:lnTo>
                <a:lnTo>
                  <a:pt x="171335" y="342669"/>
                </a:lnTo>
                <a:lnTo>
                  <a:pt x="224448" y="334103"/>
                </a:lnTo>
                <a:lnTo>
                  <a:pt x="271994" y="310116"/>
                </a:lnTo>
                <a:lnTo>
                  <a:pt x="310116" y="271994"/>
                </a:lnTo>
                <a:lnTo>
                  <a:pt x="334103" y="224448"/>
                </a:lnTo>
                <a:close/>
              </a:path>
            </a:pathLst>
          </a:custGeom>
          <a:solidFill>
            <a:srgbClr val="FFFFFF"/>
          </a:solidFill>
          <a:ln w="25400">
            <a:solidFill>
              <a:srgbClr val="C8434E"/>
            </a:solidFill>
            <a:prstDash val="solid"/>
          </a:ln>
        </p:spPr>
      </p:sp>
      <p:sp>
        <p:nvSpPr>
          <p:cNvPr id="36" name="S03-mark72"/>
          <p:cNvSpPr/>
          <p:nvPr/>
        </p:nvSpPr>
        <p:spPr>
          <a:xfrm>
            <a:off x="3180117" y="4232362"/>
            <a:ext cx="59967" cy="231302"/>
          </a:xfrm>
          <a:custGeom>
            <a:avLst/>
            <a:gdLst/>
            <a:ahLst/>
            <a:cxnLst/>
            <a:rect l="l" t="t" r="r" b="b"/>
            <a:pathLst>
              <a:path w="59967" h="231302">
                <a:moveTo>
                  <a:pt x="0" y="231302"/>
                </a:moveTo>
                <a:lnTo>
                  <a:pt x="59967" y="231302"/>
                </a:lnTo>
                <a:lnTo>
                  <a:pt x="59967" y="0"/>
                </a:lnTo>
                <a:lnTo>
                  <a:pt x="0" y="0"/>
                </a:lnTo>
                <a:close/>
              </a:path>
            </a:pathLst>
          </a:custGeom>
          <a:solidFill>
            <a:srgbClr val="C8434E"/>
          </a:solidFill>
          <a:ln/>
        </p:spPr>
      </p:sp>
      <p:sp>
        <p:nvSpPr>
          <p:cNvPr id="37" name="S03-mark73"/>
          <p:cNvSpPr/>
          <p:nvPr/>
        </p:nvSpPr>
        <p:spPr>
          <a:xfrm>
            <a:off x="3094450" y="4318029"/>
            <a:ext cx="231302" cy="59967"/>
          </a:xfrm>
          <a:custGeom>
            <a:avLst/>
            <a:gdLst/>
            <a:ahLst/>
            <a:cxnLst/>
            <a:rect l="l" t="t" r="r" b="b"/>
            <a:pathLst>
              <a:path w="231302" h="59967">
                <a:moveTo>
                  <a:pt x="0" y="59967"/>
                </a:moveTo>
                <a:lnTo>
                  <a:pt x="231302" y="59967"/>
                </a:lnTo>
                <a:lnTo>
                  <a:pt x="231302" y="0"/>
                </a:lnTo>
                <a:lnTo>
                  <a:pt x="0" y="0"/>
                </a:lnTo>
                <a:close/>
              </a:path>
            </a:pathLst>
          </a:custGeom>
          <a:solidFill>
            <a:srgbClr val="C8434E"/>
          </a:solidFill>
          <a:ln/>
        </p:spPr>
      </p:sp>
      <p:sp>
        <p:nvSpPr>
          <p:cNvPr id="38" name="S03-mark74"/>
          <p:cNvSpPr/>
          <p:nvPr/>
        </p:nvSpPr>
        <p:spPr>
          <a:xfrm>
            <a:off x="4769246" y="2883101"/>
            <a:ext cx="308402" cy="342669"/>
          </a:xfrm>
          <a:custGeom>
            <a:avLst/>
            <a:gdLst/>
            <a:ahLst/>
            <a:cxnLst/>
            <a:rect l="l" t="t" r="r" b="b"/>
            <a:pathLst>
              <a:path w="308402" h="342669">
                <a:moveTo>
                  <a:pt x="0" y="342669"/>
                </a:moveTo>
                <a:lnTo>
                  <a:pt x="308402" y="342669"/>
                </a:lnTo>
                <a:lnTo>
                  <a:pt x="308402" y="145635"/>
                </a:lnTo>
                <a:lnTo>
                  <a:pt x="154201" y="0"/>
                </a:lnTo>
                <a:lnTo>
                  <a:pt x="0" y="145635"/>
                </a:lnTo>
                <a:close/>
              </a:path>
            </a:pathLst>
          </a:custGeom>
          <a:solidFill>
            <a:srgbClr val="F2C14E"/>
          </a:solidFill>
          <a:ln w="15875">
            <a:solidFill>
              <a:srgbClr val="1F2937"/>
            </a:solidFill>
            <a:prstDash val="solid"/>
          </a:ln>
        </p:spPr>
      </p:sp>
      <p:sp>
        <p:nvSpPr>
          <p:cNvPr id="39" name="S03-mark75"/>
          <p:cNvSpPr/>
          <p:nvPr/>
        </p:nvSpPr>
        <p:spPr>
          <a:xfrm>
            <a:off x="5735146" y="2065835"/>
            <a:ext cx="346953" cy="300692"/>
          </a:xfrm>
          <a:custGeom>
            <a:avLst/>
            <a:gdLst/>
            <a:ahLst/>
            <a:cxnLst/>
            <a:rect l="l" t="t" r="r" b="b"/>
            <a:pathLst>
              <a:path w="346953" h="300692">
                <a:moveTo>
                  <a:pt x="0" y="300692"/>
                </a:moveTo>
                <a:lnTo>
                  <a:pt x="346953" y="300692"/>
                </a:lnTo>
                <a:lnTo>
                  <a:pt x="173476" y="0"/>
                </a:lnTo>
                <a:close/>
              </a:path>
            </a:pathLst>
          </a:custGeom>
          <a:solidFill>
            <a:srgbClr val="8B5E3C"/>
          </a:solidFill>
          <a:ln w="15875">
            <a:solidFill>
              <a:srgbClr val="1F2937"/>
            </a:solidFill>
            <a:prstDash val="solid"/>
          </a:ln>
        </p:spPr>
      </p:sp>
      <p:sp>
        <p:nvSpPr>
          <p:cNvPr id="40" name="S03-mark76"/>
          <p:cNvSpPr/>
          <p:nvPr/>
        </p:nvSpPr>
        <p:spPr>
          <a:xfrm>
            <a:off x="5792971" y="2559707"/>
            <a:ext cx="277562" cy="192752"/>
          </a:xfrm>
          <a:custGeom>
            <a:avLst/>
            <a:gdLst/>
            <a:ahLst/>
            <a:cxnLst/>
            <a:rect l="l" t="t" r="r" b="b"/>
            <a:pathLst>
              <a:path w="277562" h="192752">
                <a:moveTo>
                  <a:pt x="0" y="0"/>
                </a:moveTo>
                <a:lnTo>
                  <a:pt x="277562" y="96376"/>
                </a:lnTo>
                <a:lnTo>
                  <a:pt x="0" y="192752"/>
                </a:lnTo>
                <a:close/>
              </a:path>
            </a:pathLst>
          </a:custGeom>
          <a:solidFill>
            <a:srgbClr val="E9762B"/>
          </a:solidFill>
          <a:ln w="15875">
            <a:solidFill>
              <a:srgbClr val="1F2937"/>
            </a:solidFill>
            <a:prstDash val="solid"/>
          </a:ln>
        </p:spPr>
      </p:sp>
      <p:sp>
        <p:nvSpPr>
          <p:cNvPr id="41" name="S03-mark77"/>
          <p:cNvSpPr/>
          <p:nvPr/>
        </p:nvSpPr>
        <p:spPr>
          <a:xfrm>
            <a:off x="5769841" y="2559707"/>
            <a:ext cx="46260" cy="346953"/>
          </a:xfrm>
          <a:custGeom>
            <a:avLst/>
            <a:gdLst/>
            <a:ahLst/>
            <a:cxnLst/>
            <a:rect l="l" t="t" r="r" b="b"/>
            <a:pathLst>
              <a:path w="46260" h="346953">
                <a:moveTo>
                  <a:pt x="0" y="346953"/>
                </a:moveTo>
                <a:lnTo>
                  <a:pt x="46260" y="346953"/>
                </a:lnTo>
                <a:lnTo>
                  <a:pt x="46260" y="0"/>
                </a:lnTo>
                <a:lnTo>
                  <a:pt x="0" y="0"/>
                </a:lnTo>
                <a:close/>
              </a:path>
            </a:pathLst>
          </a:custGeom>
          <a:solidFill>
            <a:srgbClr val="1F2937"/>
          </a:solidFill>
          <a:ln/>
        </p:spPr>
      </p:sp>
      <p:sp>
        <p:nvSpPr>
          <p:cNvPr id="42" name="S03-mark78"/>
          <p:cNvSpPr/>
          <p:nvPr/>
        </p:nvSpPr>
        <p:spPr>
          <a:xfrm>
            <a:off x="5731291" y="3115260"/>
            <a:ext cx="177331" cy="262142"/>
          </a:xfrm>
          <a:custGeom>
            <a:avLst/>
            <a:gdLst/>
            <a:ahLst/>
            <a:cxnLst/>
            <a:rect l="l" t="t" r="r" b="b"/>
            <a:pathLst>
              <a:path w="177331" h="262142">
                <a:moveTo>
                  <a:pt x="0" y="0"/>
                </a:moveTo>
                <a:lnTo>
                  <a:pt x="177331" y="38550"/>
                </a:lnTo>
                <a:lnTo>
                  <a:pt x="177331" y="262142"/>
                </a:lnTo>
                <a:lnTo>
                  <a:pt x="0" y="223592"/>
                </a:lnTo>
                <a:close/>
              </a:path>
            </a:pathLst>
          </a:custGeom>
          <a:solidFill>
            <a:srgbClr val="3D5A80"/>
          </a:solidFill>
          <a:ln w="15875">
            <a:solidFill>
              <a:srgbClr val="1F2937"/>
            </a:solidFill>
            <a:prstDash val="solid"/>
          </a:ln>
        </p:spPr>
      </p:sp>
      <p:sp>
        <p:nvSpPr>
          <p:cNvPr id="43" name="S03-mark79"/>
          <p:cNvSpPr/>
          <p:nvPr/>
        </p:nvSpPr>
        <p:spPr>
          <a:xfrm>
            <a:off x="5908622" y="3115260"/>
            <a:ext cx="177331" cy="262142"/>
          </a:xfrm>
          <a:custGeom>
            <a:avLst/>
            <a:gdLst/>
            <a:ahLst/>
            <a:cxnLst/>
            <a:rect l="l" t="t" r="r" b="b"/>
            <a:pathLst>
              <a:path w="177331" h="262142">
                <a:moveTo>
                  <a:pt x="177331" y="0"/>
                </a:moveTo>
                <a:lnTo>
                  <a:pt x="0" y="38550"/>
                </a:lnTo>
                <a:lnTo>
                  <a:pt x="0" y="262142"/>
                </a:lnTo>
                <a:lnTo>
                  <a:pt x="177331" y="223592"/>
                </a:lnTo>
                <a:close/>
              </a:path>
            </a:pathLst>
          </a:custGeom>
          <a:solidFill>
            <a:srgbClr val="3D5A80"/>
          </a:solidFill>
          <a:ln w="15875">
            <a:solidFill>
              <a:srgbClr val="1F2937"/>
            </a:solidFill>
            <a:prstDash val="solid"/>
          </a:ln>
        </p:spPr>
      </p:sp>
      <p:sp>
        <p:nvSpPr>
          <p:cNvPr id="44" name="S03-mark80"/>
          <p:cNvSpPr/>
          <p:nvPr/>
        </p:nvSpPr>
        <p:spPr>
          <a:xfrm>
            <a:off x="5754421" y="3589857"/>
            <a:ext cx="308402" cy="308402"/>
          </a:xfrm>
          <a:custGeom>
            <a:avLst/>
            <a:gdLst/>
            <a:ahLst/>
            <a:cxnLst/>
            <a:rect l="l" t="t" r="r" b="b"/>
            <a:pathLst>
              <a:path w="308402" h="308402">
                <a:moveTo>
                  <a:pt x="308402" y="154201"/>
                </a:moveTo>
                <a:lnTo>
                  <a:pt x="300692" y="106656"/>
                </a:lnTo>
                <a:lnTo>
                  <a:pt x="278847" y="63394"/>
                </a:lnTo>
                <a:lnTo>
                  <a:pt x="245009" y="29555"/>
                </a:lnTo>
                <a:lnTo>
                  <a:pt x="201747" y="7710"/>
                </a:lnTo>
                <a:lnTo>
                  <a:pt x="154201" y="0"/>
                </a:lnTo>
                <a:lnTo>
                  <a:pt x="106656" y="7710"/>
                </a:lnTo>
                <a:lnTo>
                  <a:pt x="63394" y="29555"/>
                </a:lnTo>
                <a:lnTo>
                  <a:pt x="29555" y="63394"/>
                </a:lnTo>
                <a:lnTo>
                  <a:pt x="7710" y="106656"/>
                </a:lnTo>
                <a:lnTo>
                  <a:pt x="0" y="154201"/>
                </a:lnTo>
                <a:lnTo>
                  <a:pt x="7710" y="201747"/>
                </a:lnTo>
                <a:lnTo>
                  <a:pt x="29555" y="245009"/>
                </a:lnTo>
                <a:lnTo>
                  <a:pt x="63394" y="278847"/>
                </a:lnTo>
                <a:lnTo>
                  <a:pt x="106656" y="300692"/>
                </a:lnTo>
                <a:lnTo>
                  <a:pt x="154201" y="308402"/>
                </a:lnTo>
                <a:lnTo>
                  <a:pt x="201747" y="300692"/>
                </a:lnTo>
                <a:lnTo>
                  <a:pt x="245009" y="278847"/>
                </a:lnTo>
                <a:lnTo>
                  <a:pt x="278847" y="245009"/>
                </a:lnTo>
                <a:lnTo>
                  <a:pt x="300692" y="201747"/>
                </a:lnTo>
                <a:close/>
              </a:path>
            </a:pathLst>
          </a:custGeom>
          <a:solidFill>
            <a:srgbClr val="FFFFFF"/>
          </a:solidFill>
          <a:ln w="25400">
            <a:solidFill>
              <a:srgbClr val="C8434E"/>
            </a:solidFill>
            <a:prstDash val="solid"/>
          </a:ln>
        </p:spPr>
      </p:sp>
      <p:sp>
        <p:nvSpPr>
          <p:cNvPr id="45" name="S03-mark81"/>
          <p:cNvSpPr/>
          <p:nvPr/>
        </p:nvSpPr>
        <p:spPr>
          <a:xfrm>
            <a:off x="5881637" y="3639972"/>
            <a:ext cx="53970" cy="208172"/>
          </a:xfrm>
          <a:custGeom>
            <a:avLst/>
            <a:gdLst/>
            <a:ahLst/>
            <a:cxnLst/>
            <a:rect l="l" t="t" r="r" b="b"/>
            <a:pathLst>
              <a:path w="53970" h="208172">
                <a:moveTo>
                  <a:pt x="0" y="208172"/>
                </a:moveTo>
                <a:lnTo>
                  <a:pt x="53970" y="208172"/>
                </a:lnTo>
                <a:lnTo>
                  <a:pt x="53970" y="0"/>
                </a:lnTo>
                <a:lnTo>
                  <a:pt x="0" y="0"/>
                </a:lnTo>
                <a:close/>
              </a:path>
            </a:pathLst>
          </a:custGeom>
          <a:solidFill>
            <a:srgbClr val="C8434E"/>
          </a:solidFill>
          <a:ln/>
        </p:spPr>
      </p:sp>
      <p:sp>
        <p:nvSpPr>
          <p:cNvPr id="46" name="S03-mark82"/>
          <p:cNvSpPr/>
          <p:nvPr/>
        </p:nvSpPr>
        <p:spPr>
          <a:xfrm>
            <a:off x="5804536" y="3717073"/>
            <a:ext cx="208172" cy="53970"/>
          </a:xfrm>
          <a:custGeom>
            <a:avLst/>
            <a:gdLst/>
            <a:ahLst/>
            <a:cxnLst/>
            <a:rect l="l" t="t" r="r" b="b"/>
            <a:pathLst>
              <a:path w="208172" h="53970">
                <a:moveTo>
                  <a:pt x="0" y="53970"/>
                </a:moveTo>
                <a:lnTo>
                  <a:pt x="208172" y="53970"/>
                </a:lnTo>
                <a:lnTo>
                  <a:pt x="208172" y="0"/>
                </a:lnTo>
                <a:lnTo>
                  <a:pt x="0" y="0"/>
                </a:lnTo>
                <a:close/>
              </a:path>
            </a:pathLst>
          </a:custGeom>
          <a:solidFill>
            <a:srgbClr val="C8434E"/>
          </a:solidFill>
          <a:ln/>
        </p:spPr>
      </p:sp>
      <p:sp>
        <p:nvSpPr>
          <p:cNvPr id="47" name="S03-mark83"/>
          <p:cNvSpPr/>
          <p:nvPr/>
        </p:nvSpPr>
        <p:spPr>
          <a:xfrm>
            <a:off x="5885492" y="4268771"/>
            <a:ext cx="46260" cy="154201"/>
          </a:xfrm>
          <a:custGeom>
            <a:avLst/>
            <a:gdLst/>
            <a:ahLst/>
            <a:cxnLst/>
            <a:rect l="l" t="t" r="r" b="b"/>
            <a:pathLst>
              <a:path w="46260" h="154201">
                <a:moveTo>
                  <a:pt x="0" y="154201"/>
                </a:moveTo>
                <a:lnTo>
                  <a:pt x="46260" y="154201"/>
                </a:lnTo>
                <a:lnTo>
                  <a:pt x="46260" y="0"/>
                </a:lnTo>
                <a:lnTo>
                  <a:pt x="0" y="0"/>
                </a:lnTo>
                <a:close/>
              </a:path>
            </a:pathLst>
          </a:custGeom>
          <a:solidFill>
            <a:srgbClr val="8B5E3C"/>
          </a:solidFill>
          <a:ln/>
        </p:spPr>
      </p:sp>
      <p:sp>
        <p:nvSpPr>
          <p:cNvPr id="48" name="S03-mark84"/>
          <p:cNvSpPr/>
          <p:nvPr/>
        </p:nvSpPr>
        <p:spPr>
          <a:xfrm>
            <a:off x="5781406" y="4076019"/>
            <a:ext cx="254432" cy="254432"/>
          </a:xfrm>
          <a:custGeom>
            <a:avLst/>
            <a:gdLst/>
            <a:ahLst/>
            <a:cxnLst/>
            <a:rect l="l" t="t" r="r" b="b"/>
            <a:pathLst>
              <a:path w="254432" h="254432">
                <a:moveTo>
                  <a:pt x="254432" y="127216"/>
                </a:moveTo>
                <a:lnTo>
                  <a:pt x="248007" y="87809"/>
                </a:lnTo>
                <a:lnTo>
                  <a:pt x="230017" y="52257"/>
                </a:lnTo>
                <a:lnTo>
                  <a:pt x="202175" y="24415"/>
                </a:lnTo>
                <a:lnTo>
                  <a:pt x="166623" y="6425"/>
                </a:lnTo>
                <a:lnTo>
                  <a:pt x="127216" y="0"/>
                </a:lnTo>
                <a:lnTo>
                  <a:pt x="87809" y="6425"/>
                </a:lnTo>
                <a:lnTo>
                  <a:pt x="52257" y="24415"/>
                </a:lnTo>
                <a:lnTo>
                  <a:pt x="24415" y="52257"/>
                </a:lnTo>
                <a:lnTo>
                  <a:pt x="6425" y="87809"/>
                </a:lnTo>
                <a:lnTo>
                  <a:pt x="0" y="127216"/>
                </a:lnTo>
                <a:lnTo>
                  <a:pt x="6425" y="166623"/>
                </a:lnTo>
                <a:lnTo>
                  <a:pt x="24415" y="202175"/>
                </a:lnTo>
                <a:lnTo>
                  <a:pt x="52257" y="230017"/>
                </a:lnTo>
                <a:lnTo>
                  <a:pt x="87809" y="248007"/>
                </a:lnTo>
                <a:lnTo>
                  <a:pt x="127216" y="254432"/>
                </a:lnTo>
                <a:lnTo>
                  <a:pt x="166623" y="248007"/>
                </a:lnTo>
                <a:lnTo>
                  <a:pt x="202175" y="230017"/>
                </a:lnTo>
                <a:lnTo>
                  <a:pt x="230017" y="202175"/>
                </a:lnTo>
                <a:lnTo>
                  <a:pt x="248007" y="166623"/>
                </a:lnTo>
                <a:close/>
              </a:path>
            </a:pathLst>
          </a:custGeom>
          <a:solidFill>
            <a:srgbClr val="2A9D8F"/>
          </a:solidFill>
          <a:ln w="15875">
            <a:solidFill>
              <a:srgbClr val="1F2937"/>
            </a:solidFill>
            <a:prstDash val="solid"/>
          </a:ln>
        </p:spPr>
      </p:sp>
      <p:sp>
        <p:nvSpPr>
          <p:cNvPr id="49" name="S03-mark85"/>
          <p:cNvSpPr/>
          <p:nvPr/>
        </p:nvSpPr>
        <p:spPr>
          <a:xfrm>
            <a:off x="5769841" y="4593022"/>
            <a:ext cx="277562" cy="308402"/>
          </a:xfrm>
          <a:custGeom>
            <a:avLst/>
            <a:gdLst/>
            <a:ahLst/>
            <a:cxnLst/>
            <a:rect l="l" t="t" r="r" b="b"/>
            <a:pathLst>
              <a:path w="277562" h="308402">
                <a:moveTo>
                  <a:pt x="0" y="308402"/>
                </a:moveTo>
                <a:lnTo>
                  <a:pt x="277562" y="308402"/>
                </a:lnTo>
                <a:lnTo>
                  <a:pt x="277562" y="131071"/>
                </a:lnTo>
                <a:lnTo>
                  <a:pt x="138781" y="0"/>
                </a:lnTo>
                <a:lnTo>
                  <a:pt x="0" y="131071"/>
                </a:lnTo>
                <a:close/>
              </a:path>
            </a:pathLst>
          </a:custGeom>
          <a:solidFill>
            <a:srgbClr val="F2C14E"/>
          </a:solidFill>
          <a:ln w="15875">
            <a:solidFill>
              <a:srgbClr val="1F2937"/>
            </a:solidFill>
            <a:prstDash val="solid"/>
          </a:ln>
        </p:spPr>
      </p:sp>
      <p:sp>
        <p:nvSpPr>
          <p:cNvPr id="50" name="S03-mark86"/>
          <p:cNvSpPr/>
          <p:nvPr/>
        </p:nvSpPr>
        <p:spPr>
          <a:xfrm>
            <a:off x="5651620" y="1520990"/>
            <a:ext cx="1884682" cy="4501819"/>
          </a:xfrm>
          <a:custGeom>
            <a:avLst/>
            <a:gdLst/>
            <a:ahLst/>
            <a:cxnLst/>
            <a:rect l="l" t="t" r="r" b="b"/>
            <a:pathLst>
              <a:path w="1884682" h="4501819">
                <a:moveTo>
                  <a:pt x="0" y="4501819"/>
                </a:moveTo>
                <a:lnTo>
                  <a:pt x="1884682" y="4501819"/>
                </a:lnTo>
                <a:lnTo>
                  <a:pt x="1884682" y="0"/>
                </a:lnTo>
                <a:lnTo>
                  <a:pt x="0" y="0"/>
                </a:lnTo>
                <a:lnTo>
                  <a:pt x="0" y="4501819"/>
                </a:lnTo>
              </a:path>
            </a:pathLst>
          </a:custGeom>
          <a:noFill/>
          <a:ln w="15875">
            <a:solidFill>
              <a:srgbClr val="1F2937"/>
            </a:solidFill>
            <a:prstDash val="solid"/>
          </a:ln>
        </p:spPr>
      </p:sp>
      <p:sp>
        <p:nvSpPr>
          <p:cNvPr id="51" name="S03-mark87"/>
          <p:cNvSpPr/>
          <p:nvPr/>
        </p:nvSpPr>
        <p:spPr>
          <a:xfrm>
            <a:off x="5651620" y="1949327"/>
            <a:ext cx="1884682" cy="9144"/>
          </a:xfrm>
          <a:custGeom>
            <a:avLst/>
            <a:gdLst/>
            <a:ahLst/>
            <a:cxnLst/>
            <a:rect l="l" t="t" r="r" b="b"/>
            <a:pathLst>
              <a:path w="1884682" h="9144">
                <a:moveTo>
                  <a:pt x="0" y="0"/>
                </a:moveTo>
                <a:lnTo>
                  <a:pt x="1884682" y="0"/>
                </a:lnTo>
              </a:path>
            </a:pathLst>
          </a:custGeom>
          <a:noFill/>
          <a:ln w="12700">
            <a:solidFill>
              <a:srgbClr val="1F2937"/>
            </a:solidFill>
            <a:prstDash val="solid"/>
          </a:ln>
        </p:spPr>
      </p:sp>
      <p:sp>
        <p:nvSpPr>
          <p:cNvPr id="52" name="S03-mark88"/>
          <p:cNvSpPr/>
          <p:nvPr/>
        </p:nvSpPr>
        <p:spPr>
          <a:xfrm flipV="1">
            <a:off x="4923448" y="2291996"/>
            <a:ext cx="0" cy="428337"/>
          </a:xfrm>
          <a:prstGeom prst="line">
            <a:avLst/>
          </a:prstGeom>
          <a:noFill/>
          <a:ln w="31750">
            <a:solidFill>
              <a:srgbClr val="1F2937"/>
            </a:solidFill>
            <a:prstDash val="solid"/>
            <a:tailEnd type="triangle"/>
          </a:ln>
        </p:spPr>
      </p:sp>
      <p:sp>
        <p:nvSpPr>
          <p:cNvPr id="53" name="S03-mark89"/>
          <p:cNvSpPr/>
          <p:nvPr/>
        </p:nvSpPr>
        <p:spPr>
          <a:xfrm>
            <a:off x="4773530" y="2506165"/>
            <a:ext cx="299836" cy="0"/>
          </a:xfrm>
          <a:prstGeom prst="line">
            <a:avLst/>
          </a:prstGeom>
          <a:noFill/>
          <a:ln w="25400">
            <a:solidFill>
              <a:srgbClr val="1F2937"/>
            </a:solidFill>
            <a:prstDash val="solid"/>
          </a:ln>
        </p:spPr>
      </p:sp>
      <p:sp>
        <p:nvSpPr>
          <p:cNvPr id="54" name="S03-mark90"/>
          <p:cNvSpPr/>
          <p:nvPr/>
        </p:nvSpPr>
        <p:spPr>
          <a:xfrm>
            <a:off x="640080" y="5525939"/>
            <a:ext cx="428337" cy="0"/>
          </a:xfrm>
          <a:prstGeom prst="line">
            <a:avLst/>
          </a:prstGeom>
          <a:noFill/>
          <a:ln w="38100">
            <a:solidFill>
              <a:srgbClr val="1F2937"/>
            </a:solidFill>
            <a:prstDash val="solid"/>
          </a:ln>
        </p:spPr>
      </p:sp>
      <p:sp>
        <p:nvSpPr>
          <p:cNvPr id="55" name="S03-mark91"/>
          <p:cNvSpPr/>
          <p:nvPr/>
        </p:nvSpPr>
        <p:spPr>
          <a:xfrm>
            <a:off x="640080" y="5431705"/>
            <a:ext cx="0" cy="188468"/>
          </a:xfrm>
          <a:prstGeom prst="line">
            <a:avLst/>
          </a:prstGeom>
          <a:noFill/>
          <a:ln w="25400">
            <a:solidFill>
              <a:srgbClr val="1F2937"/>
            </a:solidFill>
            <a:prstDash val="solid"/>
          </a:ln>
        </p:spPr>
      </p:sp>
      <p:sp>
        <p:nvSpPr>
          <p:cNvPr id="56" name="S03-mark92"/>
          <p:cNvSpPr/>
          <p:nvPr/>
        </p:nvSpPr>
        <p:spPr>
          <a:xfrm>
            <a:off x="1068417" y="5431705"/>
            <a:ext cx="0" cy="188468"/>
          </a:xfrm>
          <a:prstGeom prst="line">
            <a:avLst/>
          </a:prstGeom>
          <a:noFill/>
          <a:ln w="25400">
            <a:solidFill>
              <a:srgbClr val="1F2937"/>
            </a:solidFill>
            <a:prstDash val="solid"/>
          </a:ln>
        </p:spPr>
      </p:sp>
      <p:sp>
        <p:nvSpPr>
          <p:cNvPr id="57" name="S03-mark93"/>
          <p:cNvSpPr/>
          <p:nvPr/>
        </p:nvSpPr>
        <p:spPr>
          <a:xfrm>
            <a:off x="5715871" y="5260370"/>
            <a:ext cx="385503" cy="0"/>
          </a:xfrm>
          <a:prstGeom prst="line">
            <a:avLst/>
          </a:prstGeom>
          <a:noFill/>
          <a:ln w="88900">
            <a:solidFill>
              <a:srgbClr val="A3AAB4"/>
            </a:solidFill>
            <a:prstDash val="solid"/>
          </a:ln>
        </p:spPr>
      </p:sp>
      <p:sp>
        <p:nvSpPr>
          <p:cNvPr id="58" name="S03-mark94"/>
          <p:cNvSpPr/>
          <p:nvPr/>
        </p:nvSpPr>
        <p:spPr>
          <a:xfrm>
            <a:off x="5715871" y="5765808"/>
            <a:ext cx="385503" cy="0"/>
          </a:xfrm>
          <a:prstGeom prst="line">
            <a:avLst/>
          </a:prstGeom>
          <a:noFill/>
          <a:ln w="88900">
            <a:solidFill>
              <a:srgbClr val="4A90C8"/>
            </a:solidFill>
            <a:prstDash val="solid"/>
          </a:ln>
        </p:spPr>
      </p:sp>
      <p:sp>
        <p:nvSpPr>
          <p:cNvPr id="59" name="S03-label96"/>
          <p:cNvSpPr txBox="1"/>
          <p:nvPr/>
        </p:nvSpPr>
        <p:spPr>
          <a:xfrm>
            <a:off x="4719232" y="1865911"/>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03-label98"/>
          <p:cNvSpPr txBox="1"/>
          <p:nvPr/>
        </p:nvSpPr>
        <p:spPr>
          <a:xfrm>
            <a:off x="1248725" y="5335439"/>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03-label100"/>
          <p:cNvSpPr txBox="1"/>
          <p:nvPr/>
        </p:nvSpPr>
        <p:spPr>
          <a:xfrm>
            <a:off x="6240393" y="1544659"/>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03-label102"/>
          <p:cNvSpPr txBox="1"/>
          <p:nvPr/>
        </p:nvSpPr>
        <p:spPr>
          <a:xfrm>
            <a:off x="6182858" y="20372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03-label104"/>
          <p:cNvSpPr txBox="1"/>
          <p:nvPr/>
        </p:nvSpPr>
        <p:spPr>
          <a:xfrm>
            <a:off x="6233111" y="2542683"/>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03-label106"/>
          <p:cNvSpPr txBox="1"/>
          <p:nvPr/>
        </p:nvSpPr>
        <p:spPr>
          <a:xfrm>
            <a:off x="6283793" y="3048121"/>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03-label108"/>
          <p:cNvSpPr txBox="1"/>
          <p:nvPr/>
        </p:nvSpPr>
        <p:spPr>
          <a:xfrm>
            <a:off x="6233111" y="355355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03-label110"/>
          <p:cNvSpPr txBox="1"/>
          <p:nvPr/>
        </p:nvSpPr>
        <p:spPr>
          <a:xfrm>
            <a:off x="6233111" y="4058995"/>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03-label112"/>
          <p:cNvSpPr txBox="1"/>
          <p:nvPr/>
        </p:nvSpPr>
        <p:spPr>
          <a:xfrm>
            <a:off x="6182858" y="456443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03-label114"/>
          <p:cNvSpPr txBox="1"/>
          <p:nvPr/>
        </p:nvSpPr>
        <p:spPr>
          <a:xfrm>
            <a:off x="6233111" y="506987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03-label116"/>
          <p:cNvSpPr txBox="1"/>
          <p:nvPr/>
        </p:nvSpPr>
        <p:spPr>
          <a:xfrm>
            <a:off x="6233111" y="55753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03-card117"/>
          <p:cNvSpPr/>
          <p:nvPr/>
        </p:nvSpPr>
        <p:spPr>
          <a:xfrm>
            <a:off x="7993502" y="2043684"/>
            <a:ext cx="3646810" cy="1613916"/>
          </a:xfrm>
          <a:prstGeom prst="roundRect">
            <a:avLst>
              <a:gd name="adj" fmla="val 6799"/>
            </a:avLst>
          </a:prstGeom>
          <a:solidFill>
            <a:srgbClr val="EAF3F1"/>
          </a:solidFill>
          <a:ln w="12700">
            <a:solidFill>
              <a:srgbClr val="EAF3F1"/>
            </a:solidFill>
            <a:prstDash val="solid"/>
          </a:ln>
        </p:spPr>
      </p:sp>
      <p:sp>
        <p:nvSpPr>
          <p:cNvPr id="71" name="S03-cardtext118"/>
          <p:cNvSpPr txBox="1"/>
          <p:nvPr/>
        </p:nvSpPr>
        <p:spPr>
          <a:xfrm>
            <a:off x="8267822" y="2180844"/>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기호</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땅 위의 모습을 간단히 나타낸 약속</a:t>
            </a:r>
            <a:endParaRPr lang="ko-KR" sz="3000" dirty="0"/>
          </a:p>
        </p:txBody>
      </p:sp>
      <p:sp>
        <p:nvSpPr>
          <p:cNvPr id="72" name="S03-card119"/>
          <p:cNvSpPr/>
          <p:nvPr/>
        </p:nvSpPr>
        <p:spPr>
          <a:xfrm>
            <a:off x="7993502" y="3886200"/>
            <a:ext cx="3646810" cy="1613916"/>
          </a:xfrm>
          <a:prstGeom prst="roundRect">
            <a:avLst>
              <a:gd name="adj" fmla="val 6799"/>
            </a:avLst>
          </a:prstGeom>
          <a:solidFill>
            <a:srgbClr val="EAF3F1"/>
          </a:solidFill>
          <a:ln w="12700">
            <a:solidFill>
              <a:srgbClr val="EAF3F1"/>
            </a:solidFill>
            <a:prstDash val="solid"/>
          </a:ln>
        </p:spPr>
      </p:sp>
      <p:sp>
        <p:nvSpPr>
          <p:cNvPr id="73" name="S03-cardtext120"/>
          <p:cNvSpPr txBox="1"/>
          <p:nvPr/>
        </p:nvSpPr>
        <p:spPr>
          <a:xfrm>
            <a:off x="8267822" y="4023360"/>
            <a:ext cx="3098170" cy="13395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1F2937"/>
                </a:solidFill>
                <a:latin typeface="맑은 고딕" pitchFamily="34" charset="0"/>
                <a:ea typeface="맑은 고딕" pitchFamily="34" charset="-122"/>
                <a:cs typeface="맑은 고딕" pitchFamily="34" charset="-120"/>
              </a:rPr>
              <a:t>범례</a:t>
            </a:r>
            <a:endParaRPr lang="ko-KR" sz="3000" dirty="0"/>
          </a:p>
          <a:p>
            <a:pPr eaLnBrk="0" indent="0" marL="0">
              <a:spcAft>
                <a:spcPts val="600"/>
              </a:spcAft>
              <a:buNone/>
            </a:pPr>
            <a:r>
              <a:rPr lang="ko-KR" altLang="en-US" sz="2400" dirty="0">
                <a:solidFill>
                  <a:srgbClr val="1F2937"/>
                </a:solidFill>
                <a:latin typeface="맑은 고딕" pitchFamily="34" charset="0"/>
                <a:ea typeface="맑은 고딕" pitchFamily="34" charset="-122"/>
                <a:cs typeface="맑은 고딕" pitchFamily="34" charset="-120"/>
              </a:rPr>
              <a:t>기호의 뜻을 모아 놓은 곳</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방위표로 방향을 알아요</a:t>
            </a:r>
            <a:endParaRPr lang="ko-KR" sz="4000" dirty="0"/>
          </a:p>
        </p:txBody>
      </p:sp>
      <p:sp>
        <p:nvSpPr>
          <p:cNvPr id="3" name="S04-figure121" descr="방위표: 위쪽 화살표가 북쪽, 아래가 남쪽, 오른쪽이 동쪽, 왼쪽이 서쪽"/>
          <p:cNvSpPr/>
          <p:nvPr/>
        </p:nvSpPr>
        <p:spPr>
          <a:xfrm flipV="1">
            <a:off x="2693822" y="2400300"/>
            <a:ext cx="0" cy="2743200"/>
          </a:xfrm>
          <a:prstGeom prst="line">
            <a:avLst/>
          </a:prstGeom>
          <a:noFill/>
          <a:ln w="31750">
            <a:solidFill>
              <a:srgbClr val="1F2937"/>
            </a:solidFill>
            <a:prstDash val="solid"/>
            <a:tailEnd type="triangle"/>
          </a:ln>
        </p:spPr>
      </p:sp>
      <p:sp>
        <p:nvSpPr>
          <p:cNvPr id="4" name="S04-mark122"/>
          <p:cNvSpPr/>
          <p:nvPr/>
        </p:nvSpPr>
        <p:spPr>
          <a:xfrm>
            <a:off x="1733702" y="3771900"/>
            <a:ext cx="1920240" cy="0"/>
          </a:xfrm>
          <a:prstGeom prst="line">
            <a:avLst/>
          </a:prstGeom>
          <a:noFill/>
          <a:ln w="25400">
            <a:solidFill>
              <a:srgbClr val="1F2937"/>
            </a:solidFill>
            <a:prstDash val="solid"/>
          </a:ln>
        </p:spPr>
      </p:sp>
      <p:sp>
        <p:nvSpPr>
          <p:cNvPr id="5" name="S04-label124"/>
          <p:cNvSpPr txBox="1"/>
          <p:nvPr/>
        </p:nvSpPr>
        <p:spPr>
          <a:xfrm>
            <a:off x="2489606" y="166116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 name="S04-label126"/>
          <p:cNvSpPr txBox="1"/>
          <p:nvPr/>
        </p:nvSpPr>
        <p:spPr>
          <a:xfrm>
            <a:off x="2489606" y="550164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남</a:t>
            </a:r>
            <a:endParaRPr lang="ko-KR" sz="2400" dirty="0"/>
          </a:p>
        </p:txBody>
      </p:sp>
      <p:sp>
        <p:nvSpPr>
          <p:cNvPr id="7" name="S04-label128"/>
          <p:cNvSpPr txBox="1"/>
          <p:nvPr/>
        </p:nvSpPr>
        <p:spPr>
          <a:xfrm>
            <a:off x="399836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동</a:t>
            </a:r>
            <a:endParaRPr lang="ko-KR" sz="2400" dirty="0"/>
          </a:p>
        </p:txBody>
      </p:sp>
      <p:sp>
        <p:nvSpPr>
          <p:cNvPr id="8" name="S04-label130"/>
          <p:cNvSpPr txBox="1"/>
          <p:nvPr/>
        </p:nvSpPr>
        <p:spPr>
          <a:xfrm>
            <a:off x="980846" y="358140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서</a:t>
            </a:r>
            <a:endParaRPr lang="ko-KR" sz="2400" dirty="0"/>
          </a:p>
        </p:txBody>
      </p:sp>
      <p:sp>
        <p:nvSpPr>
          <p:cNvPr id="9" name="S04-card131"/>
          <p:cNvSpPr/>
          <p:nvPr/>
        </p:nvSpPr>
        <p:spPr>
          <a:xfrm>
            <a:off x="5204765" y="1655064"/>
            <a:ext cx="6435547" cy="1258824"/>
          </a:xfrm>
          <a:prstGeom prst="roundRect">
            <a:avLst>
              <a:gd name="adj" fmla="val 8717"/>
            </a:avLst>
          </a:prstGeom>
          <a:solidFill>
            <a:srgbClr val="EAF3F1"/>
          </a:solidFill>
          <a:ln w="12700">
            <a:solidFill>
              <a:srgbClr val="EAF3F1"/>
            </a:solidFill>
            <a:prstDash val="solid"/>
          </a:ln>
        </p:spPr>
      </p:sp>
      <p:sp>
        <p:nvSpPr>
          <p:cNvPr id="10" name="S04-cardtext132"/>
          <p:cNvSpPr txBox="1"/>
          <p:nvPr/>
        </p:nvSpPr>
        <p:spPr>
          <a:xfrm>
            <a:off x="5479085" y="1792224"/>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방위표의 화살표가 가리키는 쪽이 북쪽이에요.</a:t>
            </a:r>
            <a:endParaRPr lang="ko-KR" sz="3000" dirty="0"/>
          </a:p>
        </p:txBody>
      </p:sp>
      <p:sp>
        <p:nvSpPr>
          <p:cNvPr id="11" name="S04-card133"/>
          <p:cNvSpPr/>
          <p:nvPr/>
        </p:nvSpPr>
        <p:spPr>
          <a:xfrm>
            <a:off x="5204765" y="3142488"/>
            <a:ext cx="6435547" cy="1258824"/>
          </a:xfrm>
          <a:prstGeom prst="roundRect">
            <a:avLst>
              <a:gd name="adj" fmla="val 8717"/>
            </a:avLst>
          </a:prstGeom>
          <a:solidFill>
            <a:srgbClr val="EAF3F1"/>
          </a:solidFill>
          <a:ln w="12700">
            <a:solidFill>
              <a:srgbClr val="EAF3F1"/>
            </a:solidFill>
            <a:prstDash val="solid"/>
          </a:ln>
        </p:spPr>
      </p:sp>
      <p:sp>
        <p:nvSpPr>
          <p:cNvPr id="12" name="S04-cardtext134"/>
          <p:cNvSpPr txBox="1"/>
          <p:nvPr/>
        </p:nvSpPr>
        <p:spPr>
          <a:xfrm>
            <a:off x="5479085" y="3279648"/>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북쪽을 보고 서면 오른쪽이 동쪽, 왼쪽이 서쪽이에요.</a:t>
            </a:r>
            <a:endParaRPr lang="ko-KR" sz="3000" dirty="0"/>
          </a:p>
        </p:txBody>
      </p:sp>
      <p:sp>
        <p:nvSpPr>
          <p:cNvPr id="13" name="S04-card135"/>
          <p:cNvSpPr/>
          <p:nvPr/>
        </p:nvSpPr>
        <p:spPr>
          <a:xfrm>
            <a:off x="5204765" y="4629912"/>
            <a:ext cx="6435547" cy="1258824"/>
          </a:xfrm>
          <a:prstGeom prst="roundRect">
            <a:avLst>
              <a:gd name="adj" fmla="val 8717"/>
            </a:avLst>
          </a:prstGeom>
          <a:solidFill>
            <a:srgbClr val="EAF3F1"/>
          </a:solidFill>
          <a:ln w="12700">
            <a:solidFill>
              <a:srgbClr val="EAF3F1"/>
            </a:solidFill>
            <a:prstDash val="solid"/>
          </a:ln>
        </p:spPr>
      </p:sp>
      <p:sp>
        <p:nvSpPr>
          <p:cNvPr id="14" name="S04-cardtext136"/>
          <p:cNvSpPr txBox="1"/>
          <p:nvPr/>
        </p:nvSpPr>
        <p:spPr>
          <a:xfrm>
            <a:off x="5479085" y="4767072"/>
            <a:ext cx="5886907"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방위표가 없으면 지도의 위쪽이 북쪽이에요.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쪽에 있나요?</a:t>
            </a:r>
            <a:endParaRPr lang="ko-KR" sz="4000" dirty="0"/>
          </a:p>
        </p:txBody>
      </p:sp>
      <p:sp>
        <p:nvSpPr>
          <p:cNvPr id="3" name="S05-card137"/>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5-cardtext13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‘○○에서 보면’의 ○○에 손가락을 두고 방위표를 봐요.</a:t>
            </a:r>
            <a:endParaRPr lang="ko-KR" sz="3000" dirty="0"/>
          </a:p>
        </p:txBody>
      </p:sp>
      <p:sp>
        <p:nvSpPr>
          <p:cNvPr id="5" name="S05-figure139"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5-mark140"/>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5-mark141"/>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5-mark142"/>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5-mark143"/>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5-mark144"/>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5-mark145"/>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5-mark146"/>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5-mark147"/>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5-mark148"/>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5-mark149"/>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5-mark150"/>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5-mark151"/>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5-mark152"/>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5-mark153"/>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5-mark154"/>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5-mark155"/>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5-mark156"/>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5-mark157"/>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5-mark158"/>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5-mark159"/>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5-mark160"/>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5-mark161"/>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5-mark162"/>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5-mark163"/>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5-mark164"/>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5-mark165"/>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5-mark166"/>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5-mark167"/>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5-mark168"/>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5-mark169"/>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5-mark170"/>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5-mark171"/>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5-mark172"/>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5-mark173"/>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5-mark174"/>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5-mark175"/>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5-mark176"/>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5-mark177"/>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5-mark178"/>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5-mark179"/>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5-mark180"/>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5-mark181"/>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5-mark182"/>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5-mark183"/>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5-mark184"/>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5-mark185"/>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5-mark186"/>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5-mark187"/>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5-mark188"/>
          <p:cNvSpPr/>
          <p:nvPr/>
        </p:nvSpPr>
        <p:spPr>
          <a:xfrm flipV="1">
            <a:off x="9586235" y="2111635"/>
            <a:ext cx="0" cy="321744"/>
          </a:xfrm>
          <a:prstGeom prst="line">
            <a:avLst/>
          </a:prstGeom>
          <a:noFill/>
          <a:ln w="31750">
            <a:solidFill>
              <a:srgbClr val="1F2937"/>
            </a:solidFill>
            <a:prstDash val="solid"/>
            <a:tailEnd type="triangle"/>
          </a:ln>
        </p:spPr>
      </p:sp>
      <p:sp>
        <p:nvSpPr>
          <p:cNvPr id="55" name="S05-mark189"/>
          <p:cNvSpPr/>
          <p:nvPr/>
        </p:nvSpPr>
        <p:spPr>
          <a:xfrm>
            <a:off x="9473624" y="2272507"/>
            <a:ext cx="225221" cy="0"/>
          </a:xfrm>
          <a:prstGeom prst="line">
            <a:avLst/>
          </a:prstGeom>
          <a:noFill/>
          <a:ln w="25400">
            <a:solidFill>
              <a:srgbClr val="1F2937"/>
            </a:solidFill>
            <a:prstDash val="solid"/>
          </a:ln>
        </p:spPr>
      </p:sp>
      <p:sp>
        <p:nvSpPr>
          <p:cNvPr id="56" name="S05-mark190"/>
          <p:cNvSpPr/>
          <p:nvPr/>
        </p:nvSpPr>
        <p:spPr>
          <a:xfrm>
            <a:off x="6368796" y="4540801"/>
            <a:ext cx="321744" cy="0"/>
          </a:xfrm>
          <a:prstGeom prst="line">
            <a:avLst/>
          </a:prstGeom>
          <a:noFill/>
          <a:ln w="38100">
            <a:solidFill>
              <a:srgbClr val="1F2937"/>
            </a:solidFill>
            <a:prstDash val="solid"/>
          </a:ln>
        </p:spPr>
      </p:sp>
      <p:sp>
        <p:nvSpPr>
          <p:cNvPr id="57" name="S05-mark191"/>
          <p:cNvSpPr/>
          <p:nvPr/>
        </p:nvSpPr>
        <p:spPr>
          <a:xfrm>
            <a:off x="6368796" y="4470017"/>
            <a:ext cx="0" cy="141567"/>
          </a:xfrm>
          <a:prstGeom prst="line">
            <a:avLst/>
          </a:prstGeom>
          <a:noFill/>
          <a:ln w="25400">
            <a:solidFill>
              <a:srgbClr val="1F2937"/>
            </a:solidFill>
            <a:prstDash val="solid"/>
          </a:ln>
        </p:spPr>
      </p:sp>
      <p:sp>
        <p:nvSpPr>
          <p:cNvPr id="58" name="S05-mark192"/>
          <p:cNvSpPr/>
          <p:nvPr/>
        </p:nvSpPr>
        <p:spPr>
          <a:xfrm>
            <a:off x="6690540" y="4470017"/>
            <a:ext cx="0" cy="141567"/>
          </a:xfrm>
          <a:prstGeom prst="line">
            <a:avLst/>
          </a:prstGeom>
          <a:noFill/>
          <a:ln w="25400">
            <a:solidFill>
              <a:srgbClr val="1F2937"/>
            </a:solidFill>
            <a:prstDash val="solid"/>
          </a:ln>
        </p:spPr>
      </p:sp>
      <p:sp>
        <p:nvSpPr>
          <p:cNvPr id="59" name="S05-mark193"/>
          <p:cNvSpPr/>
          <p:nvPr/>
        </p:nvSpPr>
        <p:spPr>
          <a:xfrm>
            <a:off x="10181461" y="4341320"/>
            <a:ext cx="289569" cy="0"/>
          </a:xfrm>
          <a:prstGeom prst="line">
            <a:avLst/>
          </a:prstGeom>
          <a:noFill/>
          <a:ln w="88900">
            <a:solidFill>
              <a:srgbClr val="A3AAB4"/>
            </a:solidFill>
            <a:prstDash val="solid"/>
          </a:ln>
        </p:spPr>
      </p:sp>
      <p:sp>
        <p:nvSpPr>
          <p:cNvPr id="60" name="S05-mark194"/>
          <p:cNvSpPr/>
          <p:nvPr/>
        </p:nvSpPr>
        <p:spPr>
          <a:xfrm>
            <a:off x="10181461" y="4720978"/>
            <a:ext cx="289569" cy="0"/>
          </a:xfrm>
          <a:prstGeom prst="line">
            <a:avLst/>
          </a:prstGeom>
          <a:noFill/>
          <a:ln w="88900">
            <a:solidFill>
              <a:srgbClr val="4A90C8"/>
            </a:solidFill>
            <a:prstDash val="solid"/>
          </a:ln>
        </p:spPr>
      </p:sp>
      <p:sp>
        <p:nvSpPr>
          <p:cNvPr id="61" name="S05-label196"/>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5-label198"/>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5-label200"/>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5-label202"/>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5-label204"/>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5-label206"/>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5-label208"/>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5-label210"/>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5-label212"/>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5-label214"/>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5-label216"/>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5-chip217"/>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5-text218"/>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보면 공원은 어느 쪽에 있나요?</a:t>
            </a:r>
            <a:endParaRPr lang="ko-KR" sz="3000" dirty="0"/>
          </a:p>
        </p:txBody>
      </p:sp>
      <p:sp>
        <p:nvSpPr>
          <p:cNvPr id="74" name="S05-chip219"/>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5-text220"/>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도서관의 남쪽에 있는 곳은?</a:t>
            </a:r>
            <a:endParaRPr lang="ko-KR" sz="3000" dirty="0"/>
          </a:p>
        </p:txBody>
      </p:sp>
      <p:sp>
        <p:nvSpPr>
          <p:cNvPr id="76" name="S05-chip221"/>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5-text222"/>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하천은 학교의 어느 쪽에 있나요?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오른쪽일까요, 동쪽일까요?</a:t>
            </a:r>
            <a:endParaRPr lang="ko-KR" sz="4000" dirty="0"/>
          </a:p>
        </p:txBody>
      </p:sp>
      <p:sp>
        <p:nvSpPr>
          <p:cNvPr id="3" name="S06-card223"/>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6-cardtext224"/>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두 친구가 별빛마을 지도를 보고 말했어요.</a:t>
            </a:r>
            <a:endParaRPr lang="ko-KR" sz="3000" dirty="0"/>
          </a:p>
        </p:txBody>
      </p:sp>
      <p:sp>
        <p:nvSpPr>
          <p:cNvPr id="5" name="S06-card225"/>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6-cardtext22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지도를 거꾸로 돌려 보아도 그대로 맞는 말은 어느 쪽일까요?</a:t>
            </a:r>
            <a:endParaRPr lang="ko-KR" sz="3000" dirty="0"/>
          </a:p>
        </p:txBody>
      </p:sp>
      <p:sp>
        <p:nvSpPr>
          <p:cNvPr id="7" name="S06-chip227"/>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6-text228"/>
          <p:cNvSpPr txBox="1"/>
          <p:nvPr/>
        </p:nvSpPr>
        <p:spPr>
          <a:xfrm>
            <a:off x="548640"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오른쪽에 있어요.”</a:t>
            </a:r>
            <a:endParaRPr lang="ko-KR" sz="3000" dirty="0"/>
          </a:p>
        </p:txBody>
      </p:sp>
      <p:sp>
        <p:nvSpPr>
          <p:cNvPr id="9" name="S06-chip229"/>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6-text230"/>
          <p:cNvSpPr txBox="1"/>
          <p:nvPr/>
        </p:nvSpPr>
        <p:spPr>
          <a:xfrm>
            <a:off x="6277356" y="3154680"/>
            <a:ext cx="5362956" cy="196596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“도서관은 학교의</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동쪽에 있어요.”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축척으로 거리를 알아요</a:t>
            </a:r>
            <a:endParaRPr lang="ko-KR" sz="4000" dirty="0"/>
          </a:p>
        </p:txBody>
      </p:sp>
      <p:sp>
        <p:nvSpPr>
          <p:cNvPr id="3" name="S07-text23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 실제 거리를 지도에 줄인 정도</a:t>
            </a:r>
            <a:endParaRPr lang="ko-KR" sz="3000" dirty="0"/>
          </a:p>
        </p:txBody>
      </p:sp>
      <p:sp>
        <p:nvSpPr>
          <p:cNvPr id="4" name="S07-figure232" descr="모눈 지도 일부: 학교와 도서관 사이가 4칸이다. 아래에 한 칸이 100 m인 축척 막대가 있다."/>
          <p:cNvSpPr/>
          <p:nvPr/>
        </p:nvSpPr>
        <p:spPr>
          <a:xfrm>
            <a:off x="6583314"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5" name="S07-mark233"/>
          <p:cNvSpPr/>
          <p:nvPr/>
        </p:nvSpPr>
        <p:spPr>
          <a:xfrm>
            <a:off x="7410907"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6" name="S07-mark234"/>
          <p:cNvSpPr/>
          <p:nvPr/>
        </p:nvSpPr>
        <p:spPr>
          <a:xfrm>
            <a:off x="8238500"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7" name="S07-mark235"/>
          <p:cNvSpPr/>
          <p:nvPr/>
        </p:nvSpPr>
        <p:spPr>
          <a:xfrm>
            <a:off x="9066093"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8" name="S07-mark236"/>
          <p:cNvSpPr/>
          <p:nvPr/>
        </p:nvSpPr>
        <p:spPr>
          <a:xfrm>
            <a:off x="9893686"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9" name="S07-mark237"/>
          <p:cNvSpPr/>
          <p:nvPr/>
        </p:nvSpPr>
        <p:spPr>
          <a:xfrm>
            <a:off x="10721279"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0" name="S07-mark238"/>
          <p:cNvSpPr/>
          <p:nvPr/>
        </p:nvSpPr>
        <p:spPr>
          <a:xfrm>
            <a:off x="11548872" y="2335475"/>
            <a:ext cx="9144" cy="1655186"/>
          </a:xfrm>
          <a:custGeom>
            <a:avLst/>
            <a:gdLst/>
            <a:ahLst/>
            <a:cxnLst/>
            <a:rect l="l" t="t" r="r" b="b"/>
            <a:pathLst>
              <a:path w="9144" h="1655186">
                <a:moveTo>
                  <a:pt x="0" y="1655186"/>
                </a:moveTo>
                <a:lnTo>
                  <a:pt x="0" y="0"/>
                </a:lnTo>
              </a:path>
            </a:pathLst>
          </a:custGeom>
          <a:noFill/>
          <a:ln w="9525">
            <a:solidFill>
              <a:srgbClr val="B8C2CC"/>
            </a:solidFill>
            <a:prstDash val="solid"/>
          </a:ln>
        </p:spPr>
      </p:sp>
      <p:sp>
        <p:nvSpPr>
          <p:cNvPr id="11" name="S07-mark239"/>
          <p:cNvSpPr/>
          <p:nvPr/>
        </p:nvSpPr>
        <p:spPr>
          <a:xfrm>
            <a:off x="6583314" y="3990661"/>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2" name="S07-mark240"/>
          <p:cNvSpPr/>
          <p:nvPr/>
        </p:nvSpPr>
        <p:spPr>
          <a:xfrm>
            <a:off x="6583314" y="3163068"/>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3" name="S07-mark241"/>
          <p:cNvSpPr/>
          <p:nvPr/>
        </p:nvSpPr>
        <p:spPr>
          <a:xfrm>
            <a:off x="6583314" y="2335475"/>
            <a:ext cx="4965558" cy="9144"/>
          </a:xfrm>
          <a:custGeom>
            <a:avLst/>
            <a:gdLst/>
            <a:ahLst/>
            <a:cxnLst/>
            <a:rect l="l" t="t" r="r" b="b"/>
            <a:pathLst>
              <a:path w="4965558" h="9144">
                <a:moveTo>
                  <a:pt x="0" y="0"/>
                </a:moveTo>
                <a:lnTo>
                  <a:pt x="4965558" y="0"/>
                </a:lnTo>
              </a:path>
            </a:pathLst>
          </a:custGeom>
          <a:noFill/>
          <a:ln w="9525">
            <a:solidFill>
              <a:srgbClr val="B8C2CC"/>
            </a:solidFill>
            <a:prstDash val="solid"/>
          </a:ln>
        </p:spPr>
      </p:sp>
      <p:sp>
        <p:nvSpPr>
          <p:cNvPr id="14" name="S07-mark242"/>
          <p:cNvSpPr/>
          <p:nvPr/>
        </p:nvSpPr>
        <p:spPr>
          <a:xfrm>
            <a:off x="6583314" y="2335475"/>
            <a:ext cx="4965558" cy="1655186"/>
          </a:xfrm>
          <a:custGeom>
            <a:avLst/>
            <a:gdLst/>
            <a:ahLst/>
            <a:cxnLst/>
            <a:rect l="l" t="t" r="r" b="b"/>
            <a:pathLst>
              <a:path w="4965558" h="1655186">
                <a:moveTo>
                  <a:pt x="0" y="1655186"/>
                </a:moveTo>
                <a:lnTo>
                  <a:pt x="4965558" y="1655186"/>
                </a:lnTo>
                <a:lnTo>
                  <a:pt x="4965558" y="0"/>
                </a:lnTo>
                <a:lnTo>
                  <a:pt x="0" y="0"/>
                </a:lnTo>
                <a:lnTo>
                  <a:pt x="0" y="1655186"/>
                </a:lnTo>
              </a:path>
            </a:pathLst>
          </a:custGeom>
          <a:noFill/>
          <a:ln w="15875">
            <a:solidFill>
              <a:srgbClr val="1F2937"/>
            </a:solidFill>
            <a:prstDash val="solid"/>
          </a:ln>
        </p:spPr>
      </p:sp>
      <p:sp>
        <p:nvSpPr>
          <p:cNvPr id="15" name="S07-mark243"/>
          <p:cNvSpPr/>
          <p:nvPr/>
        </p:nvSpPr>
        <p:spPr>
          <a:xfrm>
            <a:off x="7162629" y="2790651"/>
            <a:ext cx="595867" cy="413796"/>
          </a:xfrm>
          <a:custGeom>
            <a:avLst/>
            <a:gdLst/>
            <a:ahLst/>
            <a:cxnLst/>
            <a:rect l="l" t="t" r="r" b="b"/>
            <a:pathLst>
              <a:path w="595867" h="413796">
                <a:moveTo>
                  <a:pt x="0" y="0"/>
                </a:moveTo>
                <a:lnTo>
                  <a:pt x="595867" y="206898"/>
                </a:lnTo>
                <a:lnTo>
                  <a:pt x="0" y="413796"/>
                </a:lnTo>
                <a:close/>
              </a:path>
            </a:pathLst>
          </a:custGeom>
          <a:solidFill>
            <a:srgbClr val="E9762B"/>
          </a:solidFill>
          <a:ln w="15875">
            <a:solidFill>
              <a:srgbClr val="1F2937"/>
            </a:solidFill>
            <a:prstDash val="solid"/>
          </a:ln>
        </p:spPr>
      </p:sp>
      <p:sp>
        <p:nvSpPr>
          <p:cNvPr id="16" name="S07-mark244"/>
          <p:cNvSpPr/>
          <p:nvPr/>
        </p:nvSpPr>
        <p:spPr>
          <a:xfrm>
            <a:off x="7112974" y="2790651"/>
            <a:ext cx="99311" cy="744834"/>
          </a:xfrm>
          <a:custGeom>
            <a:avLst/>
            <a:gdLst/>
            <a:ahLst/>
            <a:cxnLst/>
            <a:rect l="l" t="t" r="r" b="b"/>
            <a:pathLst>
              <a:path w="99311" h="744834">
                <a:moveTo>
                  <a:pt x="0" y="744834"/>
                </a:moveTo>
                <a:lnTo>
                  <a:pt x="99311" y="744834"/>
                </a:lnTo>
                <a:lnTo>
                  <a:pt x="99311" y="0"/>
                </a:lnTo>
                <a:lnTo>
                  <a:pt x="0" y="0"/>
                </a:lnTo>
                <a:close/>
              </a:path>
            </a:pathLst>
          </a:custGeom>
          <a:solidFill>
            <a:srgbClr val="1F2937"/>
          </a:solidFill>
          <a:ln/>
        </p:spPr>
      </p:sp>
      <p:sp>
        <p:nvSpPr>
          <p:cNvPr id="17" name="S07-mark245"/>
          <p:cNvSpPr/>
          <p:nvPr/>
        </p:nvSpPr>
        <p:spPr>
          <a:xfrm>
            <a:off x="10340586" y="2898238"/>
            <a:ext cx="380693" cy="562763"/>
          </a:xfrm>
          <a:custGeom>
            <a:avLst/>
            <a:gdLst/>
            <a:ahLst/>
            <a:cxnLst/>
            <a:rect l="l" t="t" r="r" b="b"/>
            <a:pathLst>
              <a:path w="380693" h="562763">
                <a:moveTo>
                  <a:pt x="0" y="0"/>
                </a:moveTo>
                <a:lnTo>
                  <a:pt x="380693" y="82759"/>
                </a:lnTo>
                <a:lnTo>
                  <a:pt x="380693" y="562763"/>
                </a:lnTo>
                <a:lnTo>
                  <a:pt x="0" y="480004"/>
                </a:lnTo>
                <a:close/>
              </a:path>
            </a:pathLst>
          </a:custGeom>
          <a:solidFill>
            <a:srgbClr val="3D5A80"/>
          </a:solidFill>
          <a:ln w="15875">
            <a:solidFill>
              <a:srgbClr val="1F2937"/>
            </a:solidFill>
            <a:prstDash val="solid"/>
          </a:ln>
        </p:spPr>
      </p:sp>
      <p:sp>
        <p:nvSpPr>
          <p:cNvPr id="18" name="S07-mark246"/>
          <p:cNvSpPr/>
          <p:nvPr/>
        </p:nvSpPr>
        <p:spPr>
          <a:xfrm>
            <a:off x="10721279" y="2898238"/>
            <a:ext cx="380693" cy="562763"/>
          </a:xfrm>
          <a:custGeom>
            <a:avLst/>
            <a:gdLst/>
            <a:ahLst/>
            <a:cxnLst/>
            <a:rect l="l" t="t" r="r" b="b"/>
            <a:pathLst>
              <a:path w="380693" h="562763">
                <a:moveTo>
                  <a:pt x="380693" y="0"/>
                </a:moveTo>
                <a:lnTo>
                  <a:pt x="0" y="82759"/>
                </a:lnTo>
                <a:lnTo>
                  <a:pt x="0" y="562763"/>
                </a:lnTo>
                <a:lnTo>
                  <a:pt x="380693" y="480004"/>
                </a:lnTo>
                <a:close/>
              </a:path>
            </a:pathLst>
          </a:custGeom>
          <a:solidFill>
            <a:srgbClr val="3D5A80"/>
          </a:solidFill>
          <a:ln w="15875">
            <a:solidFill>
              <a:srgbClr val="1F2937"/>
            </a:solidFill>
            <a:prstDash val="solid"/>
          </a:ln>
        </p:spPr>
      </p:sp>
      <p:sp>
        <p:nvSpPr>
          <p:cNvPr id="19" name="S07-mark247"/>
          <p:cNvSpPr/>
          <p:nvPr/>
        </p:nvSpPr>
        <p:spPr>
          <a:xfrm>
            <a:off x="7410907" y="4445837"/>
            <a:ext cx="3310372" cy="0"/>
          </a:xfrm>
          <a:prstGeom prst="line">
            <a:avLst/>
          </a:prstGeom>
          <a:noFill/>
          <a:ln w="31750">
            <a:solidFill>
              <a:srgbClr val="E9762B"/>
            </a:solidFill>
            <a:prstDash val="solid"/>
            <a:headEnd type="triangle"/>
            <a:tailEnd type="triangle"/>
          </a:ln>
        </p:spPr>
      </p:sp>
      <p:sp>
        <p:nvSpPr>
          <p:cNvPr id="20" name="S07-mark248"/>
          <p:cNvSpPr/>
          <p:nvPr/>
        </p:nvSpPr>
        <p:spPr>
          <a:xfrm>
            <a:off x="7410907" y="3618244"/>
            <a:ext cx="0" cy="1034491"/>
          </a:xfrm>
          <a:prstGeom prst="line">
            <a:avLst/>
          </a:prstGeom>
          <a:noFill/>
          <a:ln w="15875">
            <a:solidFill>
              <a:srgbClr val="6B7280"/>
            </a:solidFill>
            <a:prstDash val="dash"/>
          </a:ln>
        </p:spPr>
      </p:sp>
      <p:sp>
        <p:nvSpPr>
          <p:cNvPr id="21" name="S07-mark249"/>
          <p:cNvSpPr/>
          <p:nvPr/>
        </p:nvSpPr>
        <p:spPr>
          <a:xfrm>
            <a:off x="10721279" y="3618244"/>
            <a:ext cx="0" cy="1034491"/>
          </a:xfrm>
          <a:prstGeom prst="line">
            <a:avLst/>
          </a:prstGeom>
          <a:noFill/>
          <a:ln w="15875">
            <a:solidFill>
              <a:srgbClr val="6B7280"/>
            </a:solidFill>
            <a:prstDash val="dash"/>
          </a:ln>
        </p:spPr>
      </p:sp>
      <p:sp>
        <p:nvSpPr>
          <p:cNvPr id="22" name="S07-mark250"/>
          <p:cNvSpPr/>
          <p:nvPr/>
        </p:nvSpPr>
        <p:spPr>
          <a:xfrm>
            <a:off x="6583314" y="5728606"/>
            <a:ext cx="827593" cy="0"/>
          </a:xfrm>
          <a:prstGeom prst="line">
            <a:avLst/>
          </a:prstGeom>
          <a:noFill/>
          <a:ln w="38100">
            <a:solidFill>
              <a:srgbClr val="1F2937"/>
            </a:solidFill>
            <a:prstDash val="solid"/>
          </a:ln>
        </p:spPr>
      </p:sp>
      <p:sp>
        <p:nvSpPr>
          <p:cNvPr id="23" name="S07-mark251"/>
          <p:cNvSpPr/>
          <p:nvPr/>
        </p:nvSpPr>
        <p:spPr>
          <a:xfrm>
            <a:off x="6583314" y="5563088"/>
            <a:ext cx="0" cy="331037"/>
          </a:xfrm>
          <a:prstGeom prst="line">
            <a:avLst/>
          </a:prstGeom>
          <a:noFill/>
          <a:ln w="25400">
            <a:solidFill>
              <a:srgbClr val="1F2937"/>
            </a:solidFill>
            <a:prstDash val="solid"/>
          </a:ln>
        </p:spPr>
      </p:sp>
      <p:sp>
        <p:nvSpPr>
          <p:cNvPr id="24" name="S07-mark252"/>
          <p:cNvSpPr/>
          <p:nvPr/>
        </p:nvSpPr>
        <p:spPr>
          <a:xfrm>
            <a:off x="7410907" y="5563088"/>
            <a:ext cx="0" cy="331037"/>
          </a:xfrm>
          <a:prstGeom prst="line">
            <a:avLst/>
          </a:prstGeom>
          <a:noFill/>
          <a:ln w="25400">
            <a:solidFill>
              <a:srgbClr val="1F2937"/>
            </a:solidFill>
            <a:prstDash val="solid"/>
          </a:ln>
        </p:spPr>
      </p:sp>
      <p:sp>
        <p:nvSpPr>
          <p:cNvPr id="25" name="S07-label254"/>
          <p:cNvSpPr txBox="1"/>
          <p:nvPr/>
        </p:nvSpPr>
        <p:spPr>
          <a:xfrm>
            <a:off x="8761293" y="4751893"/>
            <a:ext cx="60960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4칸</a:t>
            </a:r>
            <a:endParaRPr lang="ko-KR" sz="2400" dirty="0"/>
          </a:p>
        </p:txBody>
      </p:sp>
      <p:sp>
        <p:nvSpPr>
          <p:cNvPr id="26" name="S07-label256"/>
          <p:cNvSpPr txBox="1"/>
          <p:nvPr/>
        </p:nvSpPr>
        <p:spPr>
          <a:xfrm>
            <a:off x="7844439" y="5538106"/>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27" name="S07-stepno257"/>
          <p:cNvSpPr txBox="1"/>
          <p:nvPr/>
        </p:nvSpPr>
        <p:spPr>
          <a:xfrm>
            <a:off x="548640" y="2601468"/>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1</a:t>
            </a:r>
            <a:endParaRPr lang="ko-KR" sz="2400" dirty="0"/>
          </a:p>
        </p:txBody>
      </p:sp>
      <p:sp>
        <p:nvSpPr>
          <p:cNvPr id="28" name="S07-text258"/>
          <p:cNvSpPr txBox="1"/>
          <p:nvPr/>
        </p:nvSpPr>
        <p:spPr>
          <a:xfrm>
            <a:off x="1325880" y="2555748"/>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두 곳 사이가 몇 칸인지 세요.</a:t>
            </a:r>
            <a:endParaRPr lang="ko-KR" sz="3000" dirty="0"/>
          </a:p>
        </p:txBody>
      </p:sp>
      <p:sp>
        <p:nvSpPr>
          <p:cNvPr id="29" name="S07-stepno259"/>
          <p:cNvSpPr txBox="1"/>
          <p:nvPr/>
        </p:nvSpPr>
        <p:spPr>
          <a:xfrm>
            <a:off x="548640" y="3695700"/>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2</a:t>
            </a:r>
            <a:endParaRPr lang="ko-KR" sz="2400" dirty="0"/>
          </a:p>
        </p:txBody>
      </p:sp>
      <p:sp>
        <p:nvSpPr>
          <p:cNvPr id="30" name="S07-text260"/>
          <p:cNvSpPr txBox="1"/>
          <p:nvPr/>
        </p:nvSpPr>
        <p:spPr>
          <a:xfrm>
            <a:off x="1325880" y="3649980"/>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축척을 봐요. 한 칸은 100 m예요.</a:t>
            </a:r>
            <a:endParaRPr lang="ko-KR" sz="3000" dirty="0"/>
          </a:p>
        </p:txBody>
      </p:sp>
      <p:sp>
        <p:nvSpPr>
          <p:cNvPr id="31" name="S07-stepno261"/>
          <p:cNvSpPr txBox="1"/>
          <p:nvPr/>
        </p:nvSpPr>
        <p:spPr>
          <a:xfrm>
            <a:off x="548640" y="4789932"/>
            <a:ext cx="548640" cy="548640"/>
          </a:xfrm>
          <a:prstGeom prst="ellipse">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3</a:t>
            </a:r>
            <a:endParaRPr lang="ko-KR" sz="2400" dirty="0"/>
          </a:p>
        </p:txBody>
      </p:sp>
      <p:sp>
        <p:nvSpPr>
          <p:cNvPr id="32" name="S07-text262"/>
          <p:cNvSpPr txBox="1"/>
          <p:nvPr/>
        </p:nvSpPr>
        <p:spPr>
          <a:xfrm>
            <a:off x="1325880" y="4744212"/>
            <a:ext cx="4800234" cy="929640"/>
          </a:xfrm>
          <a:prstGeom prst="rect">
            <a:avLst/>
          </a:prstGeom>
          <a:noFill/>
          <a:ln/>
        </p:spPr>
        <p:txBody>
          <a:bodyPr wrap="square" lIns="0" tIns="0" rIns="0" bIns="0" rtlCol="0" anchor="t"/>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칸 수만큼 100 m씩 세요.</a:t>
            </a:r>
            <a:endParaRPr lang="ko-KR" sz="3000" dirty="0"/>
          </a:p>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4칸 → 400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실제로 몇 m일까요?</a:t>
            </a:r>
            <a:endParaRPr lang="ko-KR" sz="4000" dirty="0"/>
          </a:p>
        </p:txBody>
      </p:sp>
      <p:sp>
        <p:nvSpPr>
          <p:cNvPr id="3" name="S08-card263"/>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08-cardtext26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한 칸 = 100 m. 칸을 세고 m를 붙여 말해요.</a:t>
            </a:r>
            <a:endParaRPr lang="ko-KR" sz="3000" dirty="0"/>
          </a:p>
        </p:txBody>
      </p:sp>
      <p:sp>
        <p:nvSpPr>
          <p:cNvPr id="5" name="S08-figure265"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08-mark266"/>
          <p:cNvSpPr/>
          <p:nvPr/>
        </p:nvSpPr>
        <p:spPr>
          <a:xfrm>
            <a:off x="6690540"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08-mark267"/>
          <p:cNvSpPr/>
          <p:nvPr/>
        </p:nvSpPr>
        <p:spPr>
          <a:xfrm>
            <a:off x="7012284"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08-mark268"/>
          <p:cNvSpPr/>
          <p:nvPr/>
        </p:nvSpPr>
        <p:spPr>
          <a:xfrm>
            <a:off x="733402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08-mark269"/>
          <p:cNvSpPr/>
          <p:nvPr/>
        </p:nvSpPr>
        <p:spPr>
          <a:xfrm>
            <a:off x="765577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08-mark270"/>
          <p:cNvSpPr/>
          <p:nvPr/>
        </p:nvSpPr>
        <p:spPr>
          <a:xfrm>
            <a:off x="797751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08-mark271"/>
          <p:cNvSpPr/>
          <p:nvPr/>
        </p:nvSpPr>
        <p:spPr>
          <a:xfrm>
            <a:off x="8299259"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08-mark272"/>
          <p:cNvSpPr/>
          <p:nvPr/>
        </p:nvSpPr>
        <p:spPr>
          <a:xfrm>
            <a:off x="8621003"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08-mark273"/>
          <p:cNvSpPr/>
          <p:nvPr/>
        </p:nvSpPr>
        <p:spPr>
          <a:xfrm>
            <a:off x="8942747"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08-mark274"/>
          <p:cNvSpPr/>
          <p:nvPr/>
        </p:nvSpPr>
        <p:spPr>
          <a:xfrm>
            <a:off x="9264491"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08-mark275"/>
          <p:cNvSpPr/>
          <p:nvPr/>
        </p:nvSpPr>
        <p:spPr>
          <a:xfrm>
            <a:off x="9586235"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6" name="S08-mark276"/>
          <p:cNvSpPr/>
          <p:nvPr/>
        </p:nvSpPr>
        <p:spPr>
          <a:xfrm>
            <a:off x="9907978" y="172554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7" name="S08-mark277"/>
          <p:cNvSpPr/>
          <p:nvPr/>
        </p:nvSpPr>
        <p:spPr>
          <a:xfrm>
            <a:off x="6368796" y="429949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08-mark278"/>
          <p:cNvSpPr/>
          <p:nvPr/>
        </p:nvSpPr>
        <p:spPr>
          <a:xfrm>
            <a:off x="6368796" y="397774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08-mark279"/>
          <p:cNvSpPr/>
          <p:nvPr/>
        </p:nvSpPr>
        <p:spPr>
          <a:xfrm>
            <a:off x="6368796" y="365600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08-mark280"/>
          <p:cNvSpPr/>
          <p:nvPr/>
        </p:nvSpPr>
        <p:spPr>
          <a:xfrm>
            <a:off x="6368796" y="333426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08-mark281"/>
          <p:cNvSpPr/>
          <p:nvPr/>
        </p:nvSpPr>
        <p:spPr>
          <a:xfrm>
            <a:off x="6368796" y="301251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08-mark282"/>
          <p:cNvSpPr/>
          <p:nvPr/>
        </p:nvSpPr>
        <p:spPr>
          <a:xfrm>
            <a:off x="6368796" y="269077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08-mark283"/>
          <p:cNvSpPr/>
          <p:nvPr/>
        </p:nvSpPr>
        <p:spPr>
          <a:xfrm>
            <a:off x="6368796" y="236903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08-mark284"/>
          <p:cNvSpPr/>
          <p:nvPr/>
        </p:nvSpPr>
        <p:spPr>
          <a:xfrm>
            <a:off x="6368796" y="204728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5" name="S08-mark285"/>
          <p:cNvSpPr/>
          <p:nvPr/>
        </p:nvSpPr>
        <p:spPr>
          <a:xfrm>
            <a:off x="6368796" y="172554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6" name="S08-mark286"/>
          <p:cNvSpPr/>
          <p:nvPr/>
        </p:nvSpPr>
        <p:spPr>
          <a:xfrm>
            <a:off x="8974921" y="172554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7" name="S08-mark287"/>
          <p:cNvSpPr/>
          <p:nvPr/>
        </p:nvSpPr>
        <p:spPr>
          <a:xfrm>
            <a:off x="6368796" y="317339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8" name="S08-mark288"/>
          <p:cNvSpPr/>
          <p:nvPr/>
        </p:nvSpPr>
        <p:spPr>
          <a:xfrm>
            <a:off x="7816643" y="172554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9" name="S08-mark289"/>
          <p:cNvSpPr/>
          <p:nvPr/>
        </p:nvSpPr>
        <p:spPr>
          <a:xfrm>
            <a:off x="6368796" y="172554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30" name="S08-mark290"/>
          <p:cNvSpPr/>
          <p:nvPr/>
        </p:nvSpPr>
        <p:spPr>
          <a:xfrm>
            <a:off x="6867499" y="191215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31" name="S08-mark291"/>
          <p:cNvSpPr/>
          <p:nvPr/>
        </p:nvSpPr>
        <p:spPr>
          <a:xfrm>
            <a:off x="6915761" y="254598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2" name="S08-mark292"/>
          <p:cNvSpPr/>
          <p:nvPr/>
        </p:nvSpPr>
        <p:spPr>
          <a:xfrm>
            <a:off x="6896456" y="254598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3" name="S08-mark293"/>
          <p:cNvSpPr/>
          <p:nvPr/>
        </p:nvSpPr>
        <p:spPr>
          <a:xfrm>
            <a:off x="8151257" y="258781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4" name="S08-mark294"/>
          <p:cNvSpPr/>
          <p:nvPr/>
        </p:nvSpPr>
        <p:spPr>
          <a:xfrm>
            <a:off x="8299259" y="258781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5" name="S08-mark295"/>
          <p:cNvSpPr/>
          <p:nvPr/>
        </p:nvSpPr>
        <p:spPr>
          <a:xfrm>
            <a:off x="6992979" y="367209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6" name="S08-mark296"/>
          <p:cNvSpPr/>
          <p:nvPr/>
        </p:nvSpPr>
        <p:spPr>
          <a:xfrm>
            <a:off x="6906108" y="351122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7" name="S08-mark297"/>
          <p:cNvSpPr/>
          <p:nvPr/>
        </p:nvSpPr>
        <p:spPr>
          <a:xfrm>
            <a:off x="8170562" y="352730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8" name="S08-mark298"/>
          <p:cNvSpPr/>
          <p:nvPr/>
        </p:nvSpPr>
        <p:spPr>
          <a:xfrm>
            <a:off x="8276737" y="356913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9" name="S08-mark299"/>
          <p:cNvSpPr/>
          <p:nvPr/>
        </p:nvSpPr>
        <p:spPr>
          <a:xfrm>
            <a:off x="8212388" y="363348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40" name="S08-mark300"/>
          <p:cNvSpPr/>
          <p:nvPr/>
        </p:nvSpPr>
        <p:spPr>
          <a:xfrm>
            <a:off x="9470407" y="255564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41" name="S08-mark301"/>
          <p:cNvSpPr/>
          <p:nvPr/>
        </p:nvSpPr>
        <p:spPr>
          <a:xfrm>
            <a:off x="10195939" y="194175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2" name="S08-mark302"/>
          <p:cNvSpPr/>
          <p:nvPr/>
        </p:nvSpPr>
        <p:spPr>
          <a:xfrm>
            <a:off x="10239375" y="231272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3" name="S08-mark303"/>
          <p:cNvSpPr/>
          <p:nvPr/>
        </p:nvSpPr>
        <p:spPr>
          <a:xfrm>
            <a:off x="10222000" y="231272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4" name="S08-mark304"/>
          <p:cNvSpPr/>
          <p:nvPr/>
        </p:nvSpPr>
        <p:spPr>
          <a:xfrm>
            <a:off x="10193043" y="273002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5" name="S08-mark305"/>
          <p:cNvSpPr/>
          <p:nvPr/>
        </p:nvSpPr>
        <p:spPr>
          <a:xfrm>
            <a:off x="10326245" y="273002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6" name="S08-mark306"/>
          <p:cNvSpPr/>
          <p:nvPr/>
        </p:nvSpPr>
        <p:spPr>
          <a:xfrm>
            <a:off x="10210418" y="308651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7" name="S08-mark307"/>
          <p:cNvSpPr/>
          <p:nvPr/>
        </p:nvSpPr>
        <p:spPr>
          <a:xfrm>
            <a:off x="10305976" y="312416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8" name="S08-mark308"/>
          <p:cNvSpPr/>
          <p:nvPr/>
        </p:nvSpPr>
        <p:spPr>
          <a:xfrm>
            <a:off x="10248062" y="318207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9" name="S08-mark309"/>
          <p:cNvSpPr/>
          <p:nvPr/>
        </p:nvSpPr>
        <p:spPr>
          <a:xfrm>
            <a:off x="10308871" y="359648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50" name="S08-mark310"/>
          <p:cNvSpPr/>
          <p:nvPr/>
        </p:nvSpPr>
        <p:spPr>
          <a:xfrm>
            <a:off x="10230687" y="345169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51" name="S08-mark311"/>
          <p:cNvSpPr/>
          <p:nvPr/>
        </p:nvSpPr>
        <p:spPr>
          <a:xfrm>
            <a:off x="10222000" y="384004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2" name="S08-mark312"/>
          <p:cNvSpPr/>
          <p:nvPr/>
        </p:nvSpPr>
        <p:spPr>
          <a:xfrm>
            <a:off x="10133199" y="153249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3" name="S08-mark313"/>
          <p:cNvSpPr/>
          <p:nvPr/>
        </p:nvSpPr>
        <p:spPr>
          <a:xfrm>
            <a:off x="10133199" y="185424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4" name="S08-mark314"/>
          <p:cNvSpPr/>
          <p:nvPr/>
        </p:nvSpPr>
        <p:spPr>
          <a:xfrm flipV="1">
            <a:off x="9586235" y="2111635"/>
            <a:ext cx="0" cy="321744"/>
          </a:xfrm>
          <a:prstGeom prst="line">
            <a:avLst/>
          </a:prstGeom>
          <a:noFill/>
          <a:ln w="31750">
            <a:solidFill>
              <a:srgbClr val="1F2937"/>
            </a:solidFill>
            <a:prstDash val="solid"/>
            <a:tailEnd type="triangle"/>
          </a:ln>
        </p:spPr>
      </p:sp>
      <p:sp>
        <p:nvSpPr>
          <p:cNvPr id="55" name="S08-mark315"/>
          <p:cNvSpPr/>
          <p:nvPr/>
        </p:nvSpPr>
        <p:spPr>
          <a:xfrm>
            <a:off x="9473624" y="2272507"/>
            <a:ext cx="225221" cy="0"/>
          </a:xfrm>
          <a:prstGeom prst="line">
            <a:avLst/>
          </a:prstGeom>
          <a:noFill/>
          <a:ln w="25400">
            <a:solidFill>
              <a:srgbClr val="1F2937"/>
            </a:solidFill>
            <a:prstDash val="solid"/>
          </a:ln>
        </p:spPr>
      </p:sp>
      <p:sp>
        <p:nvSpPr>
          <p:cNvPr id="56" name="S08-mark316"/>
          <p:cNvSpPr/>
          <p:nvPr/>
        </p:nvSpPr>
        <p:spPr>
          <a:xfrm>
            <a:off x="6368796" y="4540801"/>
            <a:ext cx="321744" cy="0"/>
          </a:xfrm>
          <a:prstGeom prst="line">
            <a:avLst/>
          </a:prstGeom>
          <a:noFill/>
          <a:ln w="38100">
            <a:solidFill>
              <a:srgbClr val="1F2937"/>
            </a:solidFill>
            <a:prstDash val="solid"/>
          </a:ln>
        </p:spPr>
      </p:sp>
      <p:sp>
        <p:nvSpPr>
          <p:cNvPr id="57" name="S08-mark317"/>
          <p:cNvSpPr/>
          <p:nvPr/>
        </p:nvSpPr>
        <p:spPr>
          <a:xfrm>
            <a:off x="6368796" y="4470017"/>
            <a:ext cx="0" cy="141567"/>
          </a:xfrm>
          <a:prstGeom prst="line">
            <a:avLst/>
          </a:prstGeom>
          <a:noFill/>
          <a:ln w="25400">
            <a:solidFill>
              <a:srgbClr val="1F2937"/>
            </a:solidFill>
            <a:prstDash val="solid"/>
          </a:ln>
        </p:spPr>
      </p:sp>
      <p:sp>
        <p:nvSpPr>
          <p:cNvPr id="58" name="S08-mark318"/>
          <p:cNvSpPr/>
          <p:nvPr/>
        </p:nvSpPr>
        <p:spPr>
          <a:xfrm>
            <a:off x="6690540" y="4470017"/>
            <a:ext cx="0" cy="141567"/>
          </a:xfrm>
          <a:prstGeom prst="line">
            <a:avLst/>
          </a:prstGeom>
          <a:noFill/>
          <a:ln w="25400">
            <a:solidFill>
              <a:srgbClr val="1F2937"/>
            </a:solidFill>
            <a:prstDash val="solid"/>
          </a:ln>
        </p:spPr>
      </p:sp>
      <p:sp>
        <p:nvSpPr>
          <p:cNvPr id="59" name="S08-mark319"/>
          <p:cNvSpPr/>
          <p:nvPr/>
        </p:nvSpPr>
        <p:spPr>
          <a:xfrm>
            <a:off x="10181461" y="4341320"/>
            <a:ext cx="289569" cy="0"/>
          </a:xfrm>
          <a:prstGeom prst="line">
            <a:avLst/>
          </a:prstGeom>
          <a:noFill/>
          <a:ln w="88900">
            <a:solidFill>
              <a:srgbClr val="A3AAB4"/>
            </a:solidFill>
            <a:prstDash val="solid"/>
          </a:ln>
        </p:spPr>
      </p:sp>
      <p:sp>
        <p:nvSpPr>
          <p:cNvPr id="60" name="S08-mark320"/>
          <p:cNvSpPr/>
          <p:nvPr/>
        </p:nvSpPr>
        <p:spPr>
          <a:xfrm>
            <a:off x="10181461" y="4720978"/>
            <a:ext cx="289569" cy="0"/>
          </a:xfrm>
          <a:prstGeom prst="line">
            <a:avLst/>
          </a:prstGeom>
          <a:noFill/>
          <a:ln w="88900">
            <a:solidFill>
              <a:srgbClr val="4A90C8"/>
            </a:solidFill>
            <a:prstDash val="solid"/>
          </a:ln>
        </p:spPr>
      </p:sp>
      <p:sp>
        <p:nvSpPr>
          <p:cNvPr id="61" name="S08-label322"/>
          <p:cNvSpPr txBox="1"/>
          <p:nvPr/>
        </p:nvSpPr>
        <p:spPr>
          <a:xfrm>
            <a:off x="9382019" y="174417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2" name="S08-label324"/>
          <p:cNvSpPr txBox="1"/>
          <p:nvPr/>
        </p:nvSpPr>
        <p:spPr>
          <a:xfrm>
            <a:off x="6694757" y="435030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3" name="S08-label326"/>
          <p:cNvSpPr txBox="1"/>
          <p:nvPr/>
        </p:nvSpPr>
        <p:spPr>
          <a:xfrm>
            <a:off x="10487468" y="150286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4" name="S08-label328"/>
          <p:cNvSpPr txBox="1"/>
          <p:nvPr/>
        </p:nvSpPr>
        <p:spPr>
          <a:xfrm>
            <a:off x="10481417" y="187287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5" name="S08-label330"/>
          <p:cNvSpPr txBox="1"/>
          <p:nvPr/>
        </p:nvSpPr>
        <p:spPr>
          <a:xfrm>
            <a:off x="10481998" y="225253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6" name="S08-label332"/>
          <p:cNvSpPr txBox="1"/>
          <p:nvPr/>
        </p:nvSpPr>
        <p:spPr>
          <a:xfrm>
            <a:off x="10482900" y="263218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7" name="S08-label334"/>
          <p:cNvSpPr txBox="1"/>
          <p:nvPr/>
        </p:nvSpPr>
        <p:spPr>
          <a:xfrm>
            <a:off x="10481998" y="301184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8" name="S08-label336"/>
          <p:cNvSpPr txBox="1"/>
          <p:nvPr/>
        </p:nvSpPr>
        <p:spPr>
          <a:xfrm>
            <a:off x="10481998" y="339150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9" name="S08-label338"/>
          <p:cNvSpPr txBox="1"/>
          <p:nvPr/>
        </p:nvSpPr>
        <p:spPr>
          <a:xfrm>
            <a:off x="10481417" y="377116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70" name="S08-label340"/>
          <p:cNvSpPr txBox="1"/>
          <p:nvPr/>
        </p:nvSpPr>
        <p:spPr>
          <a:xfrm>
            <a:off x="10481998" y="415082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71" name="S08-label342"/>
          <p:cNvSpPr txBox="1"/>
          <p:nvPr/>
        </p:nvSpPr>
        <p:spPr>
          <a:xfrm>
            <a:off x="10481998" y="453047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2" name="S08-chip343"/>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3" name="S08-text344"/>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공원까지</a:t>
            </a:r>
            <a:endParaRPr lang="ko-KR" sz="3000" dirty="0"/>
          </a:p>
        </p:txBody>
      </p:sp>
      <p:sp>
        <p:nvSpPr>
          <p:cNvPr id="74" name="S08-chip345"/>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5" name="S08-text346"/>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산에서 공원까지</a:t>
            </a:r>
            <a:endParaRPr lang="ko-KR" sz="3000" dirty="0"/>
          </a:p>
        </p:txBody>
      </p:sp>
      <p:sp>
        <p:nvSpPr>
          <p:cNvPr id="76" name="S08-chip347"/>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7" name="S08-text348"/>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학교에서 도서관에 갔다가 돌아오면?</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등고선으로 높낮이를 알아요</a:t>
            </a:r>
            <a:endParaRPr lang="ko-KR" sz="4000" dirty="0"/>
          </a:p>
        </p:txBody>
      </p:sp>
      <p:sp>
        <p:nvSpPr>
          <p:cNvPr id="3" name="S09-figure349" descr="등고선 그림. 위: 위에서 본 산(바깥부터 100 m, 200 m, 300 m 등고선, 서쪽은 간격이 넓고 동쪽은 간격이 좁음). 아래: 같은 산을 옆에서 본 모습(서쪽은 완만하게, 동쪽은 급하게 올라감). 점선이 등고선과 옆모습의 같은 높이를 잇는다."/>
          <p:cNvSpPr/>
          <p:nvPr/>
        </p:nvSpPr>
        <p:spPr>
          <a:xfrm>
            <a:off x="1830160" y="1919312"/>
            <a:ext cx="3872507" cy="2007967"/>
          </a:xfrm>
          <a:custGeom>
            <a:avLst/>
            <a:gdLst/>
            <a:ahLst/>
            <a:cxnLst/>
            <a:rect l="l" t="t" r="r" b="b"/>
            <a:pathLst>
              <a:path w="3872507" h="2007967">
                <a:moveTo>
                  <a:pt x="3872507" y="1003983"/>
                </a:moveTo>
                <a:lnTo>
                  <a:pt x="3857208" y="829481"/>
                </a:lnTo>
                <a:lnTo>
                  <a:pt x="3811790" y="660717"/>
                </a:lnTo>
                <a:lnTo>
                  <a:pt x="3738165" y="501992"/>
                </a:lnTo>
                <a:lnTo>
                  <a:pt x="3637766" y="358565"/>
                </a:lnTo>
                <a:lnTo>
                  <a:pt x="3513942" y="234741"/>
                </a:lnTo>
                <a:lnTo>
                  <a:pt x="3370516" y="134343"/>
                </a:lnTo>
                <a:lnTo>
                  <a:pt x="3211791" y="60717"/>
                </a:lnTo>
                <a:lnTo>
                  <a:pt x="3043026" y="15299"/>
                </a:lnTo>
                <a:lnTo>
                  <a:pt x="2868524" y="0"/>
                </a:lnTo>
                <a:lnTo>
                  <a:pt x="2370357" y="15299"/>
                </a:lnTo>
                <a:lnTo>
                  <a:pt x="1887489" y="60717"/>
                </a:lnTo>
                <a:lnTo>
                  <a:pt x="1434262" y="134343"/>
                </a:lnTo>
                <a:lnTo>
                  <a:pt x="1024541" y="234741"/>
                </a:lnTo>
                <a:lnTo>
                  <a:pt x="671235" y="358565"/>
                </a:lnTo>
                <a:lnTo>
                  <a:pt x="384382" y="501992"/>
                </a:lnTo>
                <a:lnTo>
                  <a:pt x="173068" y="660717"/>
                </a:lnTo>
                <a:lnTo>
                  <a:pt x="43506" y="829481"/>
                </a:lnTo>
                <a:lnTo>
                  <a:pt x="0" y="1003983"/>
                </a:lnTo>
                <a:lnTo>
                  <a:pt x="43506" y="1178485"/>
                </a:lnTo>
                <a:lnTo>
                  <a:pt x="173068" y="1347250"/>
                </a:lnTo>
                <a:lnTo>
                  <a:pt x="384382" y="1505975"/>
                </a:lnTo>
                <a:lnTo>
                  <a:pt x="671235" y="1649401"/>
                </a:lnTo>
                <a:lnTo>
                  <a:pt x="1024541" y="1773226"/>
                </a:lnTo>
                <a:lnTo>
                  <a:pt x="1434262" y="1873624"/>
                </a:lnTo>
                <a:lnTo>
                  <a:pt x="1887489" y="1947250"/>
                </a:lnTo>
                <a:lnTo>
                  <a:pt x="2370357" y="1992668"/>
                </a:lnTo>
                <a:lnTo>
                  <a:pt x="2868524" y="2007967"/>
                </a:lnTo>
                <a:lnTo>
                  <a:pt x="3043026" y="1992668"/>
                </a:lnTo>
                <a:lnTo>
                  <a:pt x="3211791" y="1947250"/>
                </a:lnTo>
                <a:lnTo>
                  <a:pt x="3370516" y="1873624"/>
                </a:lnTo>
                <a:lnTo>
                  <a:pt x="3513942" y="1773226"/>
                </a:lnTo>
                <a:lnTo>
                  <a:pt x="3637766" y="1649401"/>
                </a:lnTo>
                <a:lnTo>
                  <a:pt x="3738165" y="1505975"/>
                </a:lnTo>
                <a:lnTo>
                  <a:pt x="3811790" y="1347250"/>
                </a:lnTo>
                <a:lnTo>
                  <a:pt x="3857208" y="1178485"/>
                </a:lnTo>
                <a:close/>
              </a:path>
            </a:pathLst>
          </a:custGeom>
          <a:solidFill>
            <a:srgbClr val="D5ECC8"/>
          </a:solidFill>
          <a:ln w="25400">
            <a:solidFill>
              <a:srgbClr val="1F2937"/>
            </a:solidFill>
            <a:prstDash val="solid"/>
          </a:ln>
        </p:spPr>
      </p:sp>
      <p:sp>
        <p:nvSpPr>
          <p:cNvPr id="4" name="S09-mark350"/>
          <p:cNvSpPr/>
          <p:nvPr/>
        </p:nvSpPr>
        <p:spPr>
          <a:xfrm>
            <a:off x="2977570" y="2206164"/>
            <a:ext cx="2438245" cy="1434262"/>
          </a:xfrm>
          <a:custGeom>
            <a:avLst/>
            <a:gdLst/>
            <a:ahLst/>
            <a:cxnLst/>
            <a:rect l="l" t="t" r="r" b="b"/>
            <a:pathLst>
              <a:path w="2438245" h="1434262">
                <a:moveTo>
                  <a:pt x="2438245" y="717131"/>
                </a:moveTo>
                <a:lnTo>
                  <a:pt x="2427249" y="592828"/>
                </a:lnTo>
                <a:lnTo>
                  <a:pt x="2395217" y="471872"/>
                </a:lnTo>
                <a:lnTo>
                  <a:pt x="2342150" y="358565"/>
                </a:lnTo>
                <a:lnTo>
                  <a:pt x="2270437" y="256255"/>
                </a:lnTo>
                <a:lnTo>
                  <a:pt x="2181990" y="167809"/>
                </a:lnTo>
                <a:lnTo>
                  <a:pt x="2079680" y="96096"/>
                </a:lnTo>
                <a:lnTo>
                  <a:pt x="1966373" y="43028"/>
                </a:lnTo>
                <a:lnTo>
                  <a:pt x="1845417" y="10996"/>
                </a:lnTo>
                <a:lnTo>
                  <a:pt x="1721114" y="0"/>
                </a:lnTo>
                <a:lnTo>
                  <a:pt x="1422310" y="10996"/>
                </a:lnTo>
                <a:lnTo>
                  <a:pt x="1132589" y="43028"/>
                </a:lnTo>
                <a:lnTo>
                  <a:pt x="860557" y="96096"/>
                </a:lnTo>
                <a:lnTo>
                  <a:pt x="614820" y="167809"/>
                </a:lnTo>
                <a:lnTo>
                  <a:pt x="402550" y="256255"/>
                </a:lnTo>
                <a:lnTo>
                  <a:pt x="230438" y="358565"/>
                </a:lnTo>
                <a:lnTo>
                  <a:pt x="103745" y="471872"/>
                </a:lnTo>
                <a:lnTo>
                  <a:pt x="26295" y="592828"/>
                </a:lnTo>
                <a:lnTo>
                  <a:pt x="0" y="717131"/>
                </a:lnTo>
                <a:lnTo>
                  <a:pt x="26295" y="841434"/>
                </a:lnTo>
                <a:lnTo>
                  <a:pt x="103745" y="962390"/>
                </a:lnTo>
                <a:lnTo>
                  <a:pt x="230438" y="1075696"/>
                </a:lnTo>
                <a:lnTo>
                  <a:pt x="402550" y="1178007"/>
                </a:lnTo>
                <a:lnTo>
                  <a:pt x="614820" y="1266453"/>
                </a:lnTo>
                <a:lnTo>
                  <a:pt x="860557" y="1338166"/>
                </a:lnTo>
                <a:lnTo>
                  <a:pt x="1132589" y="1391234"/>
                </a:lnTo>
                <a:lnTo>
                  <a:pt x="1422310" y="1423266"/>
                </a:lnTo>
                <a:lnTo>
                  <a:pt x="1721114" y="1434262"/>
                </a:lnTo>
                <a:lnTo>
                  <a:pt x="1845417" y="1423266"/>
                </a:lnTo>
                <a:lnTo>
                  <a:pt x="1966373" y="1391234"/>
                </a:lnTo>
                <a:lnTo>
                  <a:pt x="2079680" y="1338166"/>
                </a:lnTo>
                <a:lnTo>
                  <a:pt x="2181990" y="1266453"/>
                </a:lnTo>
                <a:lnTo>
                  <a:pt x="2270437" y="1178007"/>
                </a:lnTo>
                <a:lnTo>
                  <a:pt x="2342150" y="1075696"/>
                </a:lnTo>
                <a:lnTo>
                  <a:pt x="2395217" y="962390"/>
                </a:lnTo>
                <a:lnTo>
                  <a:pt x="2427249" y="841434"/>
                </a:lnTo>
                <a:close/>
              </a:path>
            </a:pathLst>
          </a:custGeom>
          <a:solidFill>
            <a:srgbClr val="F3E6AE"/>
          </a:solidFill>
          <a:ln w="25400">
            <a:solidFill>
              <a:srgbClr val="1F2937"/>
            </a:solidFill>
            <a:prstDash val="solid"/>
          </a:ln>
        </p:spPr>
      </p:sp>
      <p:sp>
        <p:nvSpPr>
          <p:cNvPr id="5" name="S09-mark351"/>
          <p:cNvSpPr/>
          <p:nvPr/>
        </p:nvSpPr>
        <p:spPr>
          <a:xfrm>
            <a:off x="4124979" y="2516921"/>
            <a:ext cx="1003983" cy="812748"/>
          </a:xfrm>
          <a:custGeom>
            <a:avLst/>
            <a:gdLst/>
            <a:ahLst/>
            <a:cxnLst/>
            <a:rect l="l" t="t" r="r" b="b"/>
            <a:pathLst>
              <a:path w="1003983" h="812748">
                <a:moveTo>
                  <a:pt x="1003983" y="406374"/>
                </a:moveTo>
                <a:lnTo>
                  <a:pt x="997290" y="335617"/>
                </a:lnTo>
                <a:lnTo>
                  <a:pt x="978167" y="267251"/>
                </a:lnTo>
                <a:lnTo>
                  <a:pt x="946135" y="203187"/>
                </a:lnTo>
                <a:lnTo>
                  <a:pt x="903107" y="145339"/>
                </a:lnTo>
                <a:lnTo>
                  <a:pt x="850517" y="95139"/>
                </a:lnTo>
                <a:lnTo>
                  <a:pt x="788844" y="54502"/>
                </a:lnTo>
                <a:lnTo>
                  <a:pt x="720956" y="24382"/>
                </a:lnTo>
                <a:lnTo>
                  <a:pt x="648286" y="6215"/>
                </a:lnTo>
                <a:lnTo>
                  <a:pt x="573705" y="0"/>
                </a:lnTo>
                <a:lnTo>
                  <a:pt x="474263" y="6215"/>
                </a:lnTo>
                <a:lnTo>
                  <a:pt x="377689" y="24382"/>
                </a:lnTo>
                <a:lnTo>
                  <a:pt x="286852" y="54502"/>
                </a:lnTo>
                <a:lnTo>
                  <a:pt x="205099" y="95139"/>
                </a:lnTo>
                <a:lnTo>
                  <a:pt x="134343" y="145339"/>
                </a:lnTo>
                <a:lnTo>
                  <a:pt x="76972" y="203187"/>
                </a:lnTo>
                <a:lnTo>
                  <a:pt x="34422" y="267251"/>
                </a:lnTo>
                <a:lnTo>
                  <a:pt x="8606" y="335617"/>
                </a:lnTo>
                <a:lnTo>
                  <a:pt x="0" y="406374"/>
                </a:lnTo>
                <a:lnTo>
                  <a:pt x="8606" y="477131"/>
                </a:lnTo>
                <a:lnTo>
                  <a:pt x="34422" y="545498"/>
                </a:lnTo>
                <a:lnTo>
                  <a:pt x="76972" y="609561"/>
                </a:lnTo>
                <a:lnTo>
                  <a:pt x="134343" y="667410"/>
                </a:lnTo>
                <a:lnTo>
                  <a:pt x="205099" y="717609"/>
                </a:lnTo>
                <a:lnTo>
                  <a:pt x="286852" y="758246"/>
                </a:lnTo>
                <a:lnTo>
                  <a:pt x="377689" y="788366"/>
                </a:lnTo>
                <a:lnTo>
                  <a:pt x="474263" y="806533"/>
                </a:lnTo>
                <a:lnTo>
                  <a:pt x="573705" y="812748"/>
                </a:lnTo>
                <a:lnTo>
                  <a:pt x="648286" y="806533"/>
                </a:lnTo>
                <a:lnTo>
                  <a:pt x="720956" y="788366"/>
                </a:lnTo>
                <a:lnTo>
                  <a:pt x="788844" y="758246"/>
                </a:lnTo>
                <a:lnTo>
                  <a:pt x="850517" y="717609"/>
                </a:lnTo>
                <a:lnTo>
                  <a:pt x="903107" y="667410"/>
                </a:lnTo>
                <a:lnTo>
                  <a:pt x="946135" y="609561"/>
                </a:lnTo>
                <a:lnTo>
                  <a:pt x="978167" y="545498"/>
                </a:lnTo>
                <a:lnTo>
                  <a:pt x="997290" y="477131"/>
                </a:lnTo>
                <a:close/>
              </a:path>
            </a:pathLst>
          </a:custGeom>
          <a:solidFill>
            <a:srgbClr val="E6C097"/>
          </a:solidFill>
          <a:ln w="25400">
            <a:solidFill>
              <a:srgbClr val="1F2937"/>
            </a:solidFill>
            <a:prstDash val="solid"/>
          </a:ln>
        </p:spPr>
      </p:sp>
      <p:sp>
        <p:nvSpPr>
          <p:cNvPr id="6" name="S09-mark352"/>
          <p:cNvSpPr/>
          <p:nvPr/>
        </p:nvSpPr>
        <p:spPr>
          <a:xfrm>
            <a:off x="4569600" y="2802817"/>
            <a:ext cx="258167" cy="223745"/>
          </a:xfrm>
          <a:custGeom>
            <a:avLst/>
            <a:gdLst/>
            <a:ahLst/>
            <a:cxnLst/>
            <a:rect l="l" t="t" r="r" b="b"/>
            <a:pathLst>
              <a:path w="258167" h="223745">
                <a:moveTo>
                  <a:pt x="0" y="223745"/>
                </a:moveTo>
                <a:lnTo>
                  <a:pt x="258167" y="223745"/>
                </a:lnTo>
                <a:lnTo>
                  <a:pt x="129084" y="0"/>
                </a:lnTo>
                <a:close/>
              </a:path>
            </a:pathLst>
          </a:custGeom>
          <a:solidFill>
            <a:srgbClr val="8B5E3C"/>
          </a:solidFill>
          <a:ln w="15875">
            <a:solidFill>
              <a:srgbClr val="1F2937"/>
            </a:solidFill>
            <a:prstDash val="solid"/>
          </a:ln>
        </p:spPr>
      </p:sp>
      <p:sp>
        <p:nvSpPr>
          <p:cNvPr id="7" name="S09-mark353"/>
          <p:cNvSpPr/>
          <p:nvPr/>
        </p:nvSpPr>
        <p:spPr>
          <a:xfrm>
            <a:off x="1495499" y="4281063"/>
            <a:ext cx="4541829" cy="1319521"/>
          </a:xfrm>
          <a:custGeom>
            <a:avLst/>
            <a:gdLst/>
            <a:ahLst/>
            <a:cxnLst/>
            <a:rect l="l" t="t" r="r" b="b"/>
            <a:pathLst>
              <a:path w="4541829" h="1319521">
                <a:moveTo>
                  <a:pt x="0" y="1056573"/>
                </a:moveTo>
                <a:lnTo>
                  <a:pt x="334661" y="937051"/>
                </a:lnTo>
                <a:lnTo>
                  <a:pt x="1482071" y="554581"/>
                </a:lnTo>
                <a:lnTo>
                  <a:pt x="2629480" y="172111"/>
                </a:lnTo>
                <a:lnTo>
                  <a:pt x="3203185" y="0"/>
                </a:lnTo>
                <a:lnTo>
                  <a:pt x="3633464" y="172111"/>
                </a:lnTo>
                <a:lnTo>
                  <a:pt x="3920316" y="554581"/>
                </a:lnTo>
                <a:lnTo>
                  <a:pt x="4207168" y="937051"/>
                </a:lnTo>
                <a:lnTo>
                  <a:pt x="4541829" y="1056573"/>
                </a:lnTo>
                <a:lnTo>
                  <a:pt x="4541829" y="1319521"/>
                </a:lnTo>
                <a:lnTo>
                  <a:pt x="0" y="1319521"/>
                </a:lnTo>
                <a:close/>
              </a:path>
            </a:pathLst>
          </a:custGeom>
          <a:solidFill>
            <a:srgbClr val="E6C097"/>
          </a:solidFill>
          <a:ln w="25400">
            <a:solidFill>
              <a:srgbClr val="1F2937"/>
            </a:solidFill>
            <a:prstDash val="solid"/>
          </a:ln>
        </p:spPr>
      </p:sp>
      <p:sp>
        <p:nvSpPr>
          <p:cNvPr id="8" name="S09-mark354"/>
          <p:cNvSpPr/>
          <p:nvPr/>
        </p:nvSpPr>
        <p:spPr>
          <a:xfrm>
            <a:off x="1830160" y="2923295"/>
            <a:ext cx="0" cy="2294819"/>
          </a:xfrm>
          <a:prstGeom prst="line">
            <a:avLst/>
          </a:prstGeom>
          <a:noFill/>
          <a:ln w="15875">
            <a:solidFill>
              <a:srgbClr val="6B7280"/>
            </a:solidFill>
            <a:prstDash val="dash"/>
          </a:ln>
        </p:spPr>
      </p:sp>
      <p:sp>
        <p:nvSpPr>
          <p:cNvPr id="9" name="S09-mark355"/>
          <p:cNvSpPr/>
          <p:nvPr/>
        </p:nvSpPr>
        <p:spPr>
          <a:xfrm>
            <a:off x="5702667" y="2923295"/>
            <a:ext cx="0" cy="2294819"/>
          </a:xfrm>
          <a:prstGeom prst="line">
            <a:avLst/>
          </a:prstGeom>
          <a:noFill/>
          <a:ln w="15875">
            <a:solidFill>
              <a:srgbClr val="6B7280"/>
            </a:solidFill>
            <a:prstDash val="dash"/>
          </a:ln>
        </p:spPr>
      </p:sp>
      <p:sp>
        <p:nvSpPr>
          <p:cNvPr id="10" name="S09-mark356"/>
          <p:cNvSpPr/>
          <p:nvPr/>
        </p:nvSpPr>
        <p:spPr>
          <a:xfrm>
            <a:off x="2977570" y="2923295"/>
            <a:ext cx="0" cy="1912349"/>
          </a:xfrm>
          <a:prstGeom prst="line">
            <a:avLst/>
          </a:prstGeom>
          <a:noFill/>
          <a:ln w="15875">
            <a:solidFill>
              <a:srgbClr val="6B7280"/>
            </a:solidFill>
            <a:prstDash val="dash"/>
          </a:ln>
        </p:spPr>
      </p:sp>
      <p:sp>
        <p:nvSpPr>
          <p:cNvPr id="11" name="S09-mark357"/>
          <p:cNvSpPr/>
          <p:nvPr/>
        </p:nvSpPr>
        <p:spPr>
          <a:xfrm>
            <a:off x="5415815" y="2923295"/>
            <a:ext cx="0" cy="1912349"/>
          </a:xfrm>
          <a:prstGeom prst="line">
            <a:avLst/>
          </a:prstGeom>
          <a:noFill/>
          <a:ln w="15875">
            <a:solidFill>
              <a:srgbClr val="6B7280"/>
            </a:solidFill>
            <a:prstDash val="dash"/>
          </a:ln>
        </p:spPr>
      </p:sp>
      <p:sp>
        <p:nvSpPr>
          <p:cNvPr id="12" name="S09-mark358"/>
          <p:cNvSpPr/>
          <p:nvPr/>
        </p:nvSpPr>
        <p:spPr>
          <a:xfrm>
            <a:off x="4124979" y="2923295"/>
            <a:ext cx="0" cy="1529879"/>
          </a:xfrm>
          <a:prstGeom prst="line">
            <a:avLst/>
          </a:prstGeom>
          <a:noFill/>
          <a:ln w="15875">
            <a:solidFill>
              <a:srgbClr val="6B7280"/>
            </a:solidFill>
            <a:prstDash val="dash"/>
          </a:ln>
        </p:spPr>
      </p:sp>
      <p:sp>
        <p:nvSpPr>
          <p:cNvPr id="13" name="S09-mark359"/>
          <p:cNvSpPr/>
          <p:nvPr/>
        </p:nvSpPr>
        <p:spPr>
          <a:xfrm>
            <a:off x="5128962" y="2923295"/>
            <a:ext cx="0" cy="1529879"/>
          </a:xfrm>
          <a:prstGeom prst="line">
            <a:avLst/>
          </a:prstGeom>
          <a:noFill/>
          <a:ln w="15875">
            <a:solidFill>
              <a:srgbClr val="6B7280"/>
            </a:solidFill>
            <a:prstDash val="dash"/>
          </a:ln>
        </p:spPr>
      </p:sp>
      <p:sp>
        <p:nvSpPr>
          <p:cNvPr id="14" name="S09-labelbg361"/>
          <p:cNvSpPr/>
          <p:nvPr/>
        </p:nvSpPr>
        <p:spPr>
          <a:xfrm>
            <a:off x="1519264" y="2770895"/>
            <a:ext cx="621792" cy="304800"/>
          </a:xfrm>
          <a:prstGeom prst="rect">
            <a:avLst/>
          </a:prstGeom>
          <a:solidFill>
            <a:srgbClr val="FFFFFF"/>
          </a:solidFill>
          <a:ln/>
        </p:spPr>
      </p:sp>
      <p:sp>
        <p:nvSpPr>
          <p:cNvPr id="15" name="S09-label362"/>
          <p:cNvSpPr txBox="1"/>
          <p:nvPr/>
        </p:nvSpPr>
        <p:spPr>
          <a:xfrm>
            <a:off x="147354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6" name="S09-labelbg364"/>
          <p:cNvSpPr/>
          <p:nvPr/>
        </p:nvSpPr>
        <p:spPr>
          <a:xfrm>
            <a:off x="2666674" y="2770895"/>
            <a:ext cx="621792" cy="304800"/>
          </a:xfrm>
          <a:prstGeom prst="rect">
            <a:avLst/>
          </a:prstGeom>
          <a:solidFill>
            <a:srgbClr val="FFFFFF"/>
          </a:solidFill>
          <a:ln/>
        </p:spPr>
      </p:sp>
      <p:sp>
        <p:nvSpPr>
          <p:cNvPr id="17" name="S09-label365"/>
          <p:cNvSpPr txBox="1"/>
          <p:nvPr/>
        </p:nvSpPr>
        <p:spPr>
          <a:xfrm>
            <a:off x="2620954"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8" name="S09-labelbg367"/>
          <p:cNvSpPr/>
          <p:nvPr/>
        </p:nvSpPr>
        <p:spPr>
          <a:xfrm>
            <a:off x="3814083" y="2770895"/>
            <a:ext cx="621792" cy="304800"/>
          </a:xfrm>
          <a:prstGeom prst="rect">
            <a:avLst/>
          </a:prstGeom>
          <a:solidFill>
            <a:srgbClr val="FFFFFF"/>
          </a:solidFill>
          <a:ln/>
        </p:spPr>
      </p:sp>
      <p:sp>
        <p:nvSpPr>
          <p:cNvPr id="19" name="S09-label368"/>
          <p:cNvSpPr txBox="1"/>
          <p:nvPr/>
        </p:nvSpPr>
        <p:spPr>
          <a:xfrm>
            <a:off x="3768363" y="2732795"/>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0" name="S09-label370"/>
          <p:cNvSpPr txBox="1"/>
          <p:nvPr/>
        </p:nvSpPr>
        <p:spPr>
          <a:xfrm>
            <a:off x="2700093" y="1441959"/>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위에서 본 모습</a:t>
            </a:r>
            <a:endParaRPr lang="ko-KR" sz="2400" dirty="0"/>
          </a:p>
        </p:txBody>
      </p:sp>
      <p:sp>
        <p:nvSpPr>
          <p:cNvPr id="21" name="S09-label372"/>
          <p:cNvSpPr txBox="1"/>
          <p:nvPr/>
        </p:nvSpPr>
        <p:spPr>
          <a:xfrm>
            <a:off x="2700093" y="5720841"/>
            <a:ext cx="20848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옆에서 본 모습</a:t>
            </a:r>
            <a:endParaRPr lang="ko-KR" sz="2400" dirty="0"/>
          </a:p>
        </p:txBody>
      </p:sp>
      <p:sp>
        <p:nvSpPr>
          <p:cNvPr id="22" name="S09-card373"/>
          <p:cNvSpPr/>
          <p:nvPr/>
        </p:nvSpPr>
        <p:spPr>
          <a:xfrm>
            <a:off x="7349947" y="1655064"/>
            <a:ext cx="4290365" cy="1258824"/>
          </a:xfrm>
          <a:prstGeom prst="roundRect">
            <a:avLst>
              <a:gd name="adj" fmla="val 8717"/>
            </a:avLst>
          </a:prstGeom>
          <a:solidFill>
            <a:srgbClr val="EAF3F1"/>
          </a:solidFill>
          <a:ln w="12700">
            <a:solidFill>
              <a:srgbClr val="EAF3F1"/>
            </a:solidFill>
            <a:prstDash val="solid"/>
          </a:ln>
        </p:spPr>
      </p:sp>
      <p:sp>
        <p:nvSpPr>
          <p:cNvPr id="23" name="S09-cardtext374"/>
          <p:cNvSpPr txBox="1"/>
          <p:nvPr/>
        </p:nvSpPr>
        <p:spPr>
          <a:xfrm>
            <a:off x="7624267" y="1792224"/>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높이가 같은 곳을 이은 선</a:t>
            </a:r>
            <a:endParaRPr lang="ko-KR" sz="3000" dirty="0"/>
          </a:p>
        </p:txBody>
      </p:sp>
      <p:sp>
        <p:nvSpPr>
          <p:cNvPr id="24" name="S09-card375"/>
          <p:cNvSpPr/>
          <p:nvPr/>
        </p:nvSpPr>
        <p:spPr>
          <a:xfrm>
            <a:off x="7349947" y="3142488"/>
            <a:ext cx="4290365" cy="1258824"/>
          </a:xfrm>
          <a:prstGeom prst="roundRect">
            <a:avLst>
              <a:gd name="adj" fmla="val 8717"/>
            </a:avLst>
          </a:prstGeom>
          <a:solidFill>
            <a:srgbClr val="EAF3F1"/>
          </a:solidFill>
          <a:ln w="12700">
            <a:solidFill>
              <a:srgbClr val="EAF3F1"/>
            </a:solidFill>
            <a:prstDash val="solid"/>
          </a:ln>
        </p:spPr>
      </p:sp>
      <p:sp>
        <p:nvSpPr>
          <p:cNvPr id="25" name="S09-cardtext376"/>
          <p:cNvSpPr txBox="1"/>
          <p:nvPr/>
        </p:nvSpPr>
        <p:spPr>
          <a:xfrm>
            <a:off x="7624267" y="3279648"/>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숫자가 클수록 높은 곳이에요.</a:t>
            </a:r>
            <a:endParaRPr lang="ko-KR" sz="3000" dirty="0"/>
          </a:p>
        </p:txBody>
      </p:sp>
      <p:sp>
        <p:nvSpPr>
          <p:cNvPr id="26" name="S09-card377"/>
          <p:cNvSpPr/>
          <p:nvPr/>
        </p:nvSpPr>
        <p:spPr>
          <a:xfrm>
            <a:off x="7349947" y="4629912"/>
            <a:ext cx="4290365" cy="1258824"/>
          </a:xfrm>
          <a:prstGeom prst="roundRect">
            <a:avLst>
              <a:gd name="adj" fmla="val 8717"/>
            </a:avLst>
          </a:prstGeom>
          <a:solidFill>
            <a:srgbClr val="EAF3F1"/>
          </a:solidFill>
          <a:ln w="12700">
            <a:solidFill>
              <a:srgbClr val="EAF3F1"/>
            </a:solidFill>
            <a:prstDash val="solid"/>
          </a:ln>
        </p:spPr>
      </p:sp>
      <p:sp>
        <p:nvSpPr>
          <p:cNvPr id="27" name="S09-cardtext378"/>
          <p:cNvSpPr txBox="1"/>
          <p:nvPr/>
        </p:nvSpPr>
        <p:spPr>
          <a:xfrm>
            <a:off x="7624267" y="4767072"/>
            <a:ext cx="3741725"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간격이 좁을수록 경사가 급해요.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어느 길이 더 가파를까요?</a:t>
            </a:r>
            <a:endParaRPr lang="ko-KR" sz="4000" dirty="0"/>
          </a:p>
        </p:txBody>
      </p:sp>
      <p:sp>
        <p:nvSpPr>
          <p:cNvPr id="3" name="S10-card379"/>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4" name="S10-cardtext380"/>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등고선 사이가 좁은 길이 가팔라요.</a:t>
            </a:r>
            <a:endParaRPr lang="ko-KR" sz="3000" dirty="0"/>
          </a:p>
        </p:txBody>
      </p:sp>
      <p:sp>
        <p:nvSpPr>
          <p:cNvPr id="5" name="S10-figure381" descr="등고선 지도. 바깥부터 100 m, 200 m, 300 m 등고선. 북쪽은 등고선 간격이 넓고 남쪽은 좁다. 가 길은 북쪽에서, 나 길은 남쪽에서 산꼭대기(▲)로 올라간다. 산꼭대기는 300 m 등고선 안에 있다."/>
          <p:cNvSpPr/>
          <p:nvPr/>
        </p:nvSpPr>
        <p:spPr>
          <a:xfrm>
            <a:off x="7514082" y="1898904"/>
            <a:ext cx="3050032" cy="1926336"/>
          </a:xfrm>
          <a:custGeom>
            <a:avLst/>
            <a:gdLst/>
            <a:ahLst/>
            <a:cxnLst/>
            <a:rect l="l" t="t" r="r" b="b"/>
            <a:pathLst>
              <a:path w="3050032" h="1926336">
                <a:moveTo>
                  <a:pt x="3050032" y="1324356"/>
                </a:moveTo>
                <a:lnTo>
                  <a:pt x="3026755" y="1094400"/>
                </a:lnTo>
                <a:lnTo>
                  <a:pt x="2958130" y="871266"/>
                </a:lnTo>
                <a:lnTo>
                  <a:pt x="2845760" y="662178"/>
                </a:lnTo>
                <a:lnTo>
                  <a:pt x="2693259" y="473156"/>
                </a:lnTo>
                <a:lnTo>
                  <a:pt x="2505441" y="309819"/>
                </a:lnTo>
                <a:lnTo>
                  <a:pt x="2287524" y="177383"/>
                </a:lnTo>
                <a:lnTo>
                  <a:pt x="2046732" y="79863"/>
                </a:lnTo>
                <a:lnTo>
                  <a:pt x="1789887" y="20066"/>
                </a:lnTo>
                <a:lnTo>
                  <a:pt x="1525016" y="0"/>
                </a:lnTo>
                <a:lnTo>
                  <a:pt x="1260145" y="20066"/>
                </a:lnTo>
                <a:lnTo>
                  <a:pt x="1003300" y="79863"/>
                </a:lnTo>
                <a:lnTo>
                  <a:pt x="762508" y="177383"/>
                </a:lnTo>
                <a:lnTo>
                  <a:pt x="544591" y="309819"/>
                </a:lnTo>
                <a:lnTo>
                  <a:pt x="356773" y="473156"/>
                </a:lnTo>
                <a:lnTo>
                  <a:pt x="204272" y="662178"/>
                </a:lnTo>
                <a:lnTo>
                  <a:pt x="91902" y="871266"/>
                </a:lnTo>
                <a:lnTo>
                  <a:pt x="23277" y="1094400"/>
                </a:lnTo>
                <a:lnTo>
                  <a:pt x="0" y="1324356"/>
                </a:lnTo>
                <a:lnTo>
                  <a:pt x="23277" y="1428699"/>
                </a:lnTo>
                <a:lnTo>
                  <a:pt x="91902" y="1530233"/>
                </a:lnTo>
                <a:lnTo>
                  <a:pt x="204272" y="1625346"/>
                </a:lnTo>
                <a:lnTo>
                  <a:pt x="356773" y="1711228"/>
                </a:lnTo>
                <a:lnTo>
                  <a:pt x="544591" y="1785473"/>
                </a:lnTo>
                <a:lnTo>
                  <a:pt x="762508" y="1845671"/>
                </a:lnTo>
                <a:lnTo>
                  <a:pt x="1003300" y="1890217"/>
                </a:lnTo>
                <a:lnTo>
                  <a:pt x="1260145" y="1917106"/>
                </a:lnTo>
                <a:lnTo>
                  <a:pt x="1525016" y="1926336"/>
                </a:lnTo>
                <a:lnTo>
                  <a:pt x="1789887" y="1917106"/>
                </a:lnTo>
                <a:lnTo>
                  <a:pt x="2046732" y="1890217"/>
                </a:lnTo>
                <a:lnTo>
                  <a:pt x="2287524" y="1845671"/>
                </a:lnTo>
                <a:lnTo>
                  <a:pt x="2505441" y="1785473"/>
                </a:lnTo>
                <a:lnTo>
                  <a:pt x="2693259" y="1711228"/>
                </a:lnTo>
                <a:lnTo>
                  <a:pt x="2845760" y="1625346"/>
                </a:lnTo>
                <a:lnTo>
                  <a:pt x="2958130" y="1530233"/>
                </a:lnTo>
                <a:lnTo>
                  <a:pt x="3026755" y="1428699"/>
                </a:lnTo>
                <a:close/>
              </a:path>
            </a:pathLst>
          </a:custGeom>
          <a:solidFill>
            <a:srgbClr val="D5ECC8"/>
          </a:solidFill>
          <a:ln w="25400">
            <a:solidFill>
              <a:srgbClr val="1F2937"/>
            </a:solidFill>
            <a:prstDash val="solid"/>
          </a:ln>
        </p:spPr>
      </p:sp>
      <p:sp>
        <p:nvSpPr>
          <p:cNvPr id="6" name="S10-mark382"/>
          <p:cNvSpPr/>
          <p:nvPr/>
        </p:nvSpPr>
        <p:spPr>
          <a:xfrm>
            <a:off x="7955534" y="2380488"/>
            <a:ext cx="2167128" cy="1244092"/>
          </a:xfrm>
          <a:custGeom>
            <a:avLst/>
            <a:gdLst/>
            <a:ahLst/>
            <a:cxnLst/>
            <a:rect l="l" t="t" r="r" b="b"/>
            <a:pathLst>
              <a:path w="2167128" h="1244092">
                <a:moveTo>
                  <a:pt x="2167128" y="842772"/>
                </a:moveTo>
                <a:lnTo>
                  <a:pt x="2150674" y="696290"/>
                </a:lnTo>
                <a:lnTo>
                  <a:pt x="2101713" y="554624"/>
                </a:lnTo>
                <a:lnTo>
                  <a:pt x="2021850" y="421386"/>
                </a:lnTo>
                <a:lnTo>
                  <a:pt x="1913494" y="300990"/>
                </a:lnTo>
                <a:lnTo>
                  <a:pt x="1780256" y="197048"/>
                </a:lnTo>
                <a:lnTo>
                  <a:pt x="1625346" y="112771"/>
                </a:lnTo>
                <a:lnTo>
                  <a:pt x="1453982" y="50968"/>
                </a:lnTo>
                <a:lnTo>
                  <a:pt x="1271783" y="12842"/>
                </a:lnTo>
                <a:lnTo>
                  <a:pt x="1083564" y="0"/>
                </a:lnTo>
                <a:lnTo>
                  <a:pt x="895345" y="12842"/>
                </a:lnTo>
                <a:lnTo>
                  <a:pt x="713146" y="50968"/>
                </a:lnTo>
                <a:lnTo>
                  <a:pt x="541782" y="112771"/>
                </a:lnTo>
                <a:lnTo>
                  <a:pt x="386872" y="197048"/>
                </a:lnTo>
                <a:lnTo>
                  <a:pt x="253634" y="300990"/>
                </a:lnTo>
                <a:lnTo>
                  <a:pt x="145278" y="421386"/>
                </a:lnTo>
                <a:lnTo>
                  <a:pt x="65415" y="554624"/>
                </a:lnTo>
                <a:lnTo>
                  <a:pt x="16454" y="696290"/>
                </a:lnTo>
                <a:lnTo>
                  <a:pt x="0" y="842772"/>
                </a:lnTo>
                <a:lnTo>
                  <a:pt x="16454" y="912602"/>
                </a:lnTo>
                <a:lnTo>
                  <a:pt x="65415" y="980023"/>
                </a:lnTo>
                <a:lnTo>
                  <a:pt x="145278" y="1043432"/>
                </a:lnTo>
                <a:lnTo>
                  <a:pt x="253634" y="1100821"/>
                </a:lnTo>
                <a:lnTo>
                  <a:pt x="386872" y="1150183"/>
                </a:lnTo>
                <a:lnTo>
                  <a:pt x="541782" y="1190315"/>
                </a:lnTo>
                <a:lnTo>
                  <a:pt x="713146" y="1220013"/>
                </a:lnTo>
                <a:lnTo>
                  <a:pt x="895345" y="1238072"/>
                </a:lnTo>
                <a:lnTo>
                  <a:pt x="1083564" y="1244092"/>
                </a:lnTo>
                <a:lnTo>
                  <a:pt x="1271783" y="1238072"/>
                </a:lnTo>
                <a:lnTo>
                  <a:pt x="1453982" y="1220013"/>
                </a:lnTo>
                <a:lnTo>
                  <a:pt x="1625346" y="1190315"/>
                </a:lnTo>
                <a:lnTo>
                  <a:pt x="1780256" y="1150183"/>
                </a:lnTo>
                <a:lnTo>
                  <a:pt x="1913494" y="1100821"/>
                </a:lnTo>
                <a:lnTo>
                  <a:pt x="2021850" y="1043432"/>
                </a:lnTo>
                <a:lnTo>
                  <a:pt x="2101713" y="980023"/>
                </a:lnTo>
                <a:lnTo>
                  <a:pt x="2150674" y="912602"/>
                </a:lnTo>
                <a:close/>
              </a:path>
            </a:pathLst>
          </a:custGeom>
          <a:solidFill>
            <a:srgbClr val="F3E6AE"/>
          </a:solidFill>
          <a:ln w="25400">
            <a:solidFill>
              <a:srgbClr val="1F2937"/>
            </a:solidFill>
            <a:prstDash val="solid"/>
          </a:ln>
        </p:spPr>
      </p:sp>
      <p:sp>
        <p:nvSpPr>
          <p:cNvPr id="7" name="S10-mark383"/>
          <p:cNvSpPr/>
          <p:nvPr/>
        </p:nvSpPr>
        <p:spPr>
          <a:xfrm>
            <a:off x="8437118" y="2821940"/>
            <a:ext cx="1203960" cy="601980"/>
          </a:xfrm>
          <a:custGeom>
            <a:avLst/>
            <a:gdLst/>
            <a:ahLst/>
            <a:cxnLst/>
            <a:rect l="l" t="t" r="r" b="b"/>
            <a:pathLst>
              <a:path w="1203960" h="601980">
                <a:moveTo>
                  <a:pt x="1203960" y="401320"/>
                </a:moveTo>
                <a:lnTo>
                  <a:pt x="1194730" y="331490"/>
                </a:lnTo>
                <a:lnTo>
                  <a:pt x="1167841" y="264069"/>
                </a:lnTo>
                <a:lnTo>
                  <a:pt x="1123295" y="200660"/>
                </a:lnTo>
                <a:lnTo>
                  <a:pt x="1063097" y="143271"/>
                </a:lnTo>
                <a:lnTo>
                  <a:pt x="988852" y="93909"/>
                </a:lnTo>
                <a:lnTo>
                  <a:pt x="902970" y="53777"/>
                </a:lnTo>
                <a:lnTo>
                  <a:pt x="807857" y="24079"/>
                </a:lnTo>
                <a:lnTo>
                  <a:pt x="706323" y="6020"/>
                </a:lnTo>
                <a:lnTo>
                  <a:pt x="601980" y="0"/>
                </a:lnTo>
                <a:lnTo>
                  <a:pt x="497637" y="6020"/>
                </a:lnTo>
                <a:lnTo>
                  <a:pt x="396103" y="24079"/>
                </a:lnTo>
                <a:lnTo>
                  <a:pt x="300990" y="53777"/>
                </a:lnTo>
                <a:lnTo>
                  <a:pt x="215108" y="93909"/>
                </a:lnTo>
                <a:lnTo>
                  <a:pt x="140863" y="143271"/>
                </a:lnTo>
                <a:lnTo>
                  <a:pt x="80665" y="200660"/>
                </a:lnTo>
                <a:lnTo>
                  <a:pt x="36119" y="264069"/>
                </a:lnTo>
                <a:lnTo>
                  <a:pt x="9230" y="331490"/>
                </a:lnTo>
                <a:lnTo>
                  <a:pt x="0" y="401320"/>
                </a:lnTo>
                <a:lnTo>
                  <a:pt x="9230" y="436235"/>
                </a:lnTo>
                <a:lnTo>
                  <a:pt x="36119" y="469946"/>
                </a:lnTo>
                <a:lnTo>
                  <a:pt x="80665" y="501650"/>
                </a:lnTo>
                <a:lnTo>
                  <a:pt x="140863" y="530144"/>
                </a:lnTo>
                <a:lnTo>
                  <a:pt x="215108" y="555026"/>
                </a:lnTo>
                <a:lnTo>
                  <a:pt x="300990" y="575092"/>
                </a:lnTo>
                <a:lnTo>
                  <a:pt x="396103" y="589940"/>
                </a:lnTo>
                <a:lnTo>
                  <a:pt x="497637" y="598769"/>
                </a:lnTo>
                <a:lnTo>
                  <a:pt x="601980" y="601980"/>
                </a:lnTo>
                <a:lnTo>
                  <a:pt x="706323" y="598769"/>
                </a:lnTo>
                <a:lnTo>
                  <a:pt x="807857" y="589940"/>
                </a:lnTo>
                <a:lnTo>
                  <a:pt x="902970" y="575092"/>
                </a:lnTo>
                <a:lnTo>
                  <a:pt x="988852" y="555026"/>
                </a:lnTo>
                <a:lnTo>
                  <a:pt x="1063097" y="530144"/>
                </a:lnTo>
                <a:lnTo>
                  <a:pt x="1123295" y="501650"/>
                </a:lnTo>
                <a:lnTo>
                  <a:pt x="1167841" y="469946"/>
                </a:lnTo>
                <a:lnTo>
                  <a:pt x="1194730" y="436235"/>
                </a:lnTo>
                <a:close/>
              </a:path>
            </a:pathLst>
          </a:custGeom>
          <a:solidFill>
            <a:srgbClr val="E6C097"/>
          </a:solidFill>
          <a:ln w="25400">
            <a:solidFill>
              <a:srgbClr val="1F2937"/>
            </a:solidFill>
            <a:prstDash val="solid"/>
          </a:ln>
        </p:spPr>
      </p:sp>
      <p:sp>
        <p:nvSpPr>
          <p:cNvPr id="8" name="S10-mark384"/>
          <p:cNvSpPr/>
          <p:nvPr/>
        </p:nvSpPr>
        <p:spPr>
          <a:xfrm>
            <a:off x="8939972" y="3130555"/>
            <a:ext cx="198252" cy="172166"/>
          </a:xfrm>
          <a:custGeom>
            <a:avLst/>
            <a:gdLst/>
            <a:ahLst/>
            <a:cxnLst/>
            <a:rect l="l" t="t" r="r" b="b"/>
            <a:pathLst>
              <a:path w="198252" h="172166">
                <a:moveTo>
                  <a:pt x="0" y="172166"/>
                </a:moveTo>
                <a:lnTo>
                  <a:pt x="198252" y="172166"/>
                </a:lnTo>
                <a:lnTo>
                  <a:pt x="99126" y="0"/>
                </a:lnTo>
                <a:close/>
              </a:path>
            </a:pathLst>
          </a:custGeom>
          <a:solidFill>
            <a:srgbClr val="8B5E3C"/>
          </a:solidFill>
          <a:ln w="15875">
            <a:solidFill>
              <a:srgbClr val="1F2937"/>
            </a:solidFill>
            <a:prstDash val="solid"/>
          </a:ln>
        </p:spPr>
      </p:sp>
      <p:sp>
        <p:nvSpPr>
          <p:cNvPr id="9" name="S10-mark385"/>
          <p:cNvSpPr/>
          <p:nvPr/>
        </p:nvSpPr>
        <p:spPr>
          <a:xfrm>
            <a:off x="7554214" y="1818640"/>
            <a:ext cx="1324356" cy="1304290"/>
          </a:xfrm>
          <a:custGeom>
            <a:avLst/>
            <a:gdLst/>
            <a:ahLst/>
            <a:cxnLst/>
            <a:rect l="l" t="t" r="r" b="b"/>
            <a:pathLst>
              <a:path w="1324356" h="1304290">
                <a:moveTo>
                  <a:pt x="0" y="0"/>
                </a:moveTo>
                <a:lnTo>
                  <a:pt x="642112" y="481584"/>
                </a:lnTo>
                <a:lnTo>
                  <a:pt x="1324356" y="1304290"/>
                </a:lnTo>
              </a:path>
            </a:pathLst>
          </a:custGeom>
          <a:noFill/>
          <a:ln w="44450">
            <a:solidFill>
              <a:srgbClr val="C8434E"/>
            </a:solidFill>
            <a:prstDash val="dash"/>
          </a:ln>
        </p:spPr>
      </p:sp>
      <p:sp>
        <p:nvSpPr>
          <p:cNvPr id="10" name="S10-mark386"/>
          <p:cNvSpPr/>
          <p:nvPr/>
        </p:nvSpPr>
        <p:spPr>
          <a:xfrm>
            <a:off x="9079230" y="3363722"/>
            <a:ext cx="321056" cy="1264158"/>
          </a:xfrm>
          <a:custGeom>
            <a:avLst/>
            <a:gdLst/>
            <a:ahLst/>
            <a:cxnLst/>
            <a:rect l="l" t="t" r="r" b="b"/>
            <a:pathLst>
              <a:path w="321056" h="1264158">
                <a:moveTo>
                  <a:pt x="321056" y="1264158"/>
                </a:moveTo>
                <a:lnTo>
                  <a:pt x="180594" y="622046"/>
                </a:lnTo>
                <a:lnTo>
                  <a:pt x="0" y="0"/>
                </a:lnTo>
              </a:path>
            </a:pathLst>
          </a:custGeom>
          <a:noFill/>
          <a:ln w="44450">
            <a:solidFill>
              <a:srgbClr val="C8434E"/>
            </a:solidFill>
            <a:prstDash val="dash"/>
          </a:ln>
        </p:spPr>
      </p:sp>
      <p:sp>
        <p:nvSpPr>
          <p:cNvPr id="11" name="S10-labelbg388"/>
          <p:cNvSpPr/>
          <p:nvPr/>
        </p:nvSpPr>
        <p:spPr>
          <a:xfrm>
            <a:off x="7195058" y="1485646"/>
            <a:ext cx="316992" cy="304800"/>
          </a:xfrm>
          <a:prstGeom prst="rect">
            <a:avLst/>
          </a:prstGeom>
          <a:solidFill>
            <a:srgbClr val="FFFFFF"/>
          </a:solidFill>
          <a:ln/>
        </p:spPr>
      </p:sp>
      <p:sp>
        <p:nvSpPr>
          <p:cNvPr id="12" name="S10-label389"/>
          <p:cNvSpPr txBox="1"/>
          <p:nvPr/>
        </p:nvSpPr>
        <p:spPr>
          <a:xfrm>
            <a:off x="7149338" y="144754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13" name="S10-labelbg391"/>
          <p:cNvSpPr/>
          <p:nvPr/>
        </p:nvSpPr>
        <p:spPr>
          <a:xfrm>
            <a:off x="9442450" y="4656074"/>
            <a:ext cx="316992" cy="304800"/>
          </a:xfrm>
          <a:prstGeom prst="rect">
            <a:avLst/>
          </a:prstGeom>
          <a:solidFill>
            <a:srgbClr val="FFFFFF"/>
          </a:solidFill>
          <a:ln/>
        </p:spPr>
      </p:sp>
      <p:sp>
        <p:nvSpPr>
          <p:cNvPr id="14" name="S10-label392"/>
          <p:cNvSpPr txBox="1"/>
          <p:nvPr/>
        </p:nvSpPr>
        <p:spPr>
          <a:xfrm>
            <a:off x="9396730" y="4617974"/>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5" name="S10-labelbg394"/>
          <p:cNvSpPr/>
          <p:nvPr/>
        </p:nvSpPr>
        <p:spPr>
          <a:xfrm>
            <a:off x="9708627" y="2056323"/>
            <a:ext cx="621792" cy="304800"/>
          </a:xfrm>
          <a:prstGeom prst="rect">
            <a:avLst/>
          </a:prstGeom>
          <a:solidFill>
            <a:srgbClr val="FFFFFF"/>
          </a:solidFill>
          <a:ln/>
        </p:spPr>
      </p:sp>
      <p:sp>
        <p:nvSpPr>
          <p:cNvPr id="16" name="S10-label395"/>
          <p:cNvSpPr txBox="1"/>
          <p:nvPr/>
        </p:nvSpPr>
        <p:spPr>
          <a:xfrm>
            <a:off x="9662907" y="2018223"/>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7" name="S10-labelbg397"/>
          <p:cNvSpPr/>
          <p:nvPr/>
        </p:nvSpPr>
        <p:spPr>
          <a:xfrm>
            <a:off x="9424894" y="2425136"/>
            <a:ext cx="621792" cy="304800"/>
          </a:xfrm>
          <a:prstGeom prst="rect">
            <a:avLst/>
          </a:prstGeom>
          <a:solidFill>
            <a:srgbClr val="FFFFFF"/>
          </a:solidFill>
          <a:ln/>
        </p:spPr>
      </p:sp>
      <p:sp>
        <p:nvSpPr>
          <p:cNvPr id="18" name="S10-label398"/>
          <p:cNvSpPr txBox="1"/>
          <p:nvPr/>
        </p:nvSpPr>
        <p:spPr>
          <a:xfrm>
            <a:off x="9379174" y="2387036"/>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9" name="S10-labelbg400"/>
          <p:cNvSpPr/>
          <p:nvPr/>
        </p:nvSpPr>
        <p:spPr>
          <a:xfrm>
            <a:off x="9115074" y="2763449"/>
            <a:ext cx="621792" cy="304800"/>
          </a:xfrm>
          <a:prstGeom prst="rect">
            <a:avLst/>
          </a:prstGeom>
          <a:solidFill>
            <a:srgbClr val="FFFFFF"/>
          </a:solidFill>
          <a:ln/>
        </p:spPr>
      </p:sp>
      <p:sp>
        <p:nvSpPr>
          <p:cNvPr id="20" name="S10-label401"/>
          <p:cNvSpPr txBox="1"/>
          <p:nvPr/>
        </p:nvSpPr>
        <p:spPr>
          <a:xfrm>
            <a:off x="9069354" y="272534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21" name="S10-chip402"/>
          <p:cNvSpPr txBox="1"/>
          <p:nvPr/>
        </p:nvSpPr>
        <p:spPr>
          <a:xfrm>
            <a:off x="548640" y="16139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22" name="S10-text403"/>
          <p:cNvSpPr txBox="1"/>
          <p:nvPr/>
        </p:nvSpPr>
        <p:spPr>
          <a:xfrm>
            <a:off x="1344168" y="132588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3" name="S10-chip404"/>
          <p:cNvSpPr txBox="1"/>
          <p:nvPr/>
        </p:nvSpPr>
        <p:spPr>
          <a:xfrm>
            <a:off x="548640" y="29397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4" name="S10-text405"/>
          <p:cNvSpPr txBox="1"/>
          <p:nvPr/>
        </p:nvSpPr>
        <p:spPr>
          <a:xfrm>
            <a:off x="1344168" y="265176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가 길과 나 길 중 더 가파른 길은?</a:t>
            </a:r>
            <a:endParaRPr lang="ko-KR" sz="3000" dirty="0"/>
          </a:p>
        </p:txBody>
      </p:sp>
      <p:sp>
        <p:nvSpPr>
          <p:cNvPr id="25" name="S10-chip406"/>
          <p:cNvSpPr txBox="1"/>
          <p:nvPr/>
        </p:nvSpPr>
        <p:spPr>
          <a:xfrm>
            <a:off x="548640" y="42656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6" name="S10-text407"/>
          <p:cNvSpPr txBox="1"/>
          <p:nvPr/>
        </p:nvSpPr>
        <p:spPr>
          <a:xfrm>
            <a:off x="1344168" y="3977640"/>
            <a:ext cx="4567428" cy="114300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천천히 쉽게 오르려면 어느 길이 좋을까요?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1-figure408" descr="별빛마을 지도(모눈 한 칸 = 100 m). 범례: 산, 학교, 도서관, 병원, 공원, 집, 도로, 하천. 학교의 북쪽 2칸에 산, 동쪽 4칸에 도서관, 남쪽 3칸에 공원이 있다. 도서관의 남쪽 3칸에 병원, 공원의 동쪽 4칸에 병원이 있다. 하천은 마을 동쪽을 북에서 남으로 흐르고, 집은 하천 건너 도서관의 동쪽 4칸에 있다. 오른쪽 위에 북쪽을 가리키는 방위표가 있다."/>
          <p:cNvSpPr/>
          <p:nvPr/>
        </p:nvSpPr>
        <p:spPr>
          <a:xfrm>
            <a:off x="6368796"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4" name="S11-mark409"/>
          <p:cNvSpPr/>
          <p:nvPr/>
        </p:nvSpPr>
        <p:spPr>
          <a:xfrm>
            <a:off x="6690540"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5" name="S11-mark410"/>
          <p:cNvSpPr/>
          <p:nvPr/>
        </p:nvSpPr>
        <p:spPr>
          <a:xfrm>
            <a:off x="7012284"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6" name="S11-mark411"/>
          <p:cNvSpPr/>
          <p:nvPr/>
        </p:nvSpPr>
        <p:spPr>
          <a:xfrm>
            <a:off x="733402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7" name="S11-mark412"/>
          <p:cNvSpPr/>
          <p:nvPr/>
        </p:nvSpPr>
        <p:spPr>
          <a:xfrm>
            <a:off x="765577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8" name="S11-mark413"/>
          <p:cNvSpPr/>
          <p:nvPr/>
        </p:nvSpPr>
        <p:spPr>
          <a:xfrm>
            <a:off x="797751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9" name="S11-mark414"/>
          <p:cNvSpPr/>
          <p:nvPr/>
        </p:nvSpPr>
        <p:spPr>
          <a:xfrm>
            <a:off x="8299259"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0" name="S11-mark415"/>
          <p:cNvSpPr/>
          <p:nvPr/>
        </p:nvSpPr>
        <p:spPr>
          <a:xfrm>
            <a:off x="8621003"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1" name="S11-mark416"/>
          <p:cNvSpPr/>
          <p:nvPr/>
        </p:nvSpPr>
        <p:spPr>
          <a:xfrm>
            <a:off x="8942747"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2" name="S11-mark417"/>
          <p:cNvSpPr/>
          <p:nvPr/>
        </p:nvSpPr>
        <p:spPr>
          <a:xfrm>
            <a:off x="9264491"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3" name="S11-mark418"/>
          <p:cNvSpPr/>
          <p:nvPr/>
        </p:nvSpPr>
        <p:spPr>
          <a:xfrm>
            <a:off x="9586235"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4" name="S11-mark419"/>
          <p:cNvSpPr/>
          <p:nvPr/>
        </p:nvSpPr>
        <p:spPr>
          <a:xfrm>
            <a:off x="9907978" y="2274182"/>
            <a:ext cx="9144" cy="2573951"/>
          </a:xfrm>
          <a:custGeom>
            <a:avLst/>
            <a:gdLst/>
            <a:ahLst/>
            <a:cxnLst/>
            <a:rect l="l" t="t" r="r" b="b"/>
            <a:pathLst>
              <a:path w="9144" h="2573951">
                <a:moveTo>
                  <a:pt x="0" y="2573951"/>
                </a:moveTo>
                <a:lnTo>
                  <a:pt x="0" y="0"/>
                </a:lnTo>
              </a:path>
            </a:pathLst>
          </a:custGeom>
          <a:noFill/>
          <a:ln w="9525">
            <a:solidFill>
              <a:srgbClr val="B8C2CC"/>
            </a:solidFill>
            <a:prstDash val="solid"/>
          </a:ln>
        </p:spPr>
      </p:sp>
      <p:sp>
        <p:nvSpPr>
          <p:cNvPr id="15" name="S11-mark420"/>
          <p:cNvSpPr/>
          <p:nvPr/>
        </p:nvSpPr>
        <p:spPr>
          <a:xfrm>
            <a:off x="6368796" y="4848133"/>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6" name="S11-mark421"/>
          <p:cNvSpPr/>
          <p:nvPr/>
        </p:nvSpPr>
        <p:spPr>
          <a:xfrm>
            <a:off x="6368796" y="4526389"/>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7" name="S11-mark422"/>
          <p:cNvSpPr/>
          <p:nvPr/>
        </p:nvSpPr>
        <p:spPr>
          <a:xfrm>
            <a:off x="6368796" y="4204645"/>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8" name="S11-mark423"/>
          <p:cNvSpPr/>
          <p:nvPr/>
        </p:nvSpPr>
        <p:spPr>
          <a:xfrm>
            <a:off x="6368796" y="388290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19" name="S11-mark424"/>
          <p:cNvSpPr/>
          <p:nvPr/>
        </p:nvSpPr>
        <p:spPr>
          <a:xfrm>
            <a:off x="6368796" y="3561158"/>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0" name="S11-mark425"/>
          <p:cNvSpPr/>
          <p:nvPr/>
        </p:nvSpPr>
        <p:spPr>
          <a:xfrm>
            <a:off x="6368796" y="3239414"/>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1" name="S11-mark426"/>
          <p:cNvSpPr/>
          <p:nvPr/>
        </p:nvSpPr>
        <p:spPr>
          <a:xfrm>
            <a:off x="6368796" y="2917670"/>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2" name="S11-mark427"/>
          <p:cNvSpPr/>
          <p:nvPr/>
        </p:nvSpPr>
        <p:spPr>
          <a:xfrm>
            <a:off x="6368796" y="2595926"/>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3" name="S11-mark428"/>
          <p:cNvSpPr/>
          <p:nvPr/>
        </p:nvSpPr>
        <p:spPr>
          <a:xfrm>
            <a:off x="6368796" y="2274182"/>
            <a:ext cx="3539182" cy="9144"/>
          </a:xfrm>
          <a:custGeom>
            <a:avLst/>
            <a:gdLst/>
            <a:ahLst/>
            <a:cxnLst/>
            <a:rect l="l" t="t" r="r" b="b"/>
            <a:pathLst>
              <a:path w="3539182" h="9144">
                <a:moveTo>
                  <a:pt x="0" y="0"/>
                </a:moveTo>
                <a:lnTo>
                  <a:pt x="3539182" y="0"/>
                </a:lnTo>
              </a:path>
            </a:pathLst>
          </a:custGeom>
          <a:noFill/>
          <a:ln w="9525">
            <a:solidFill>
              <a:srgbClr val="B8C2CC"/>
            </a:solidFill>
            <a:prstDash val="solid"/>
          </a:ln>
        </p:spPr>
      </p:sp>
      <p:sp>
        <p:nvSpPr>
          <p:cNvPr id="24" name="S11-mark429"/>
          <p:cNvSpPr/>
          <p:nvPr/>
        </p:nvSpPr>
        <p:spPr>
          <a:xfrm>
            <a:off x="8974921" y="2274182"/>
            <a:ext cx="128698" cy="2573951"/>
          </a:xfrm>
          <a:custGeom>
            <a:avLst/>
            <a:gdLst/>
            <a:ahLst/>
            <a:cxnLst/>
            <a:rect l="l" t="t" r="r" b="b"/>
            <a:pathLst>
              <a:path w="128698" h="2573951">
                <a:moveTo>
                  <a:pt x="96523" y="0"/>
                </a:moveTo>
                <a:lnTo>
                  <a:pt x="0" y="482616"/>
                </a:lnTo>
                <a:lnTo>
                  <a:pt x="128698" y="965232"/>
                </a:lnTo>
                <a:lnTo>
                  <a:pt x="32174" y="1447847"/>
                </a:lnTo>
                <a:lnTo>
                  <a:pt x="128698" y="1930463"/>
                </a:lnTo>
                <a:lnTo>
                  <a:pt x="32174" y="2573951"/>
                </a:lnTo>
              </a:path>
            </a:pathLst>
          </a:custGeom>
          <a:noFill/>
          <a:ln w="88900">
            <a:solidFill>
              <a:srgbClr val="4A90C8"/>
            </a:solidFill>
            <a:prstDash val="solid"/>
          </a:ln>
        </p:spPr>
      </p:sp>
      <p:sp>
        <p:nvSpPr>
          <p:cNvPr id="25" name="S11-mark430"/>
          <p:cNvSpPr/>
          <p:nvPr/>
        </p:nvSpPr>
        <p:spPr>
          <a:xfrm>
            <a:off x="6368796" y="3722030"/>
            <a:ext cx="3539182" cy="9144"/>
          </a:xfrm>
          <a:custGeom>
            <a:avLst/>
            <a:gdLst/>
            <a:ahLst/>
            <a:cxnLst/>
            <a:rect l="l" t="t" r="r" b="b"/>
            <a:pathLst>
              <a:path w="3539182" h="9144">
                <a:moveTo>
                  <a:pt x="0" y="0"/>
                </a:moveTo>
                <a:lnTo>
                  <a:pt x="3539182" y="0"/>
                </a:lnTo>
              </a:path>
            </a:pathLst>
          </a:custGeom>
          <a:noFill/>
          <a:ln w="88900">
            <a:solidFill>
              <a:srgbClr val="A3AAB4"/>
            </a:solidFill>
            <a:prstDash val="solid"/>
          </a:ln>
        </p:spPr>
      </p:sp>
      <p:sp>
        <p:nvSpPr>
          <p:cNvPr id="26" name="S11-mark431"/>
          <p:cNvSpPr/>
          <p:nvPr/>
        </p:nvSpPr>
        <p:spPr>
          <a:xfrm>
            <a:off x="7816643" y="2274182"/>
            <a:ext cx="9144" cy="2573951"/>
          </a:xfrm>
          <a:custGeom>
            <a:avLst/>
            <a:gdLst/>
            <a:ahLst/>
            <a:cxnLst/>
            <a:rect l="l" t="t" r="r" b="b"/>
            <a:pathLst>
              <a:path w="9144" h="2573951">
                <a:moveTo>
                  <a:pt x="0" y="2573951"/>
                </a:moveTo>
                <a:lnTo>
                  <a:pt x="0" y="0"/>
                </a:lnTo>
              </a:path>
            </a:pathLst>
          </a:custGeom>
          <a:noFill/>
          <a:ln w="88900">
            <a:solidFill>
              <a:srgbClr val="A3AAB4"/>
            </a:solidFill>
            <a:prstDash val="solid"/>
          </a:ln>
        </p:spPr>
      </p:sp>
      <p:sp>
        <p:nvSpPr>
          <p:cNvPr id="27" name="S11-mark432"/>
          <p:cNvSpPr/>
          <p:nvPr/>
        </p:nvSpPr>
        <p:spPr>
          <a:xfrm>
            <a:off x="6368796" y="2274182"/>
            <a:ext cx="3539182" cy="2573951"/>
          </a:xfrm>
          <a:custGeom>
            <a:avLst/>
            <a:gdLst/>
            <a:ahLst/>
            <a:cxnLst/>
            <a:rect l="l" t="t" r="r" b="b"/>
            <a:pathLst>
              <a:path w="3539182" h="2573951">
                <a:moveTo>
                  <a:pt x="0" y="2573951"/>
                </a:moveTo>
                <a:lnTo>
                  <a:pt x="3539182" y="2573951"/>
                </a:lnTo>
                <a:lnTo>
                  <a:pt x="3539182" y="0"/>
                </a:lnTo>
                <a:lnTo>
                  <a:pt x="0" y="0"/>
                </a:lnTo>
                <a:lnTo>
                  <a:pt x="0" y="2573951"/>
                </a:lnTo>
              </a:path>
            </a:pathLst>
          </a:custGeom>
          <a:noFill/>
          <a:ln w="19050">
            <a:solidFill>
              <a:srgbClr val="1F2937"/>
            </a:solidFill>
            <a:prstDash val="solid"/>
          </a:ln>
        </p:spPr>
      </p:sp>
      <p:sp>
        <p:nvSpPr>
          <p:cNvPr id="28" name="S11-mark433"/>
          <p:cNvSpPr/>
          <p:nvPr/>
        </p:nvSpPr>
        <p:spPr>
          <a:xfrm>
            <a:off x="6867499" y="2460794"/>
            <a:ext cx="289569" cy="250960"/>
          </a:xfrm>
          <a:custGeom>
            <a:avLst/>
            <a:gdLst/>
            <a:ahLst/>
            <a:cxnLst/>
            <a:rect l="l" t="t" r="r" b="b"/>
            <a:pathLst>
              <a:path w="289569" h="250960">
                <a:moveTo>
                  <a:pt x="0" y="250960"/>
                </a:moveTo>
                <a:lnTo>
                  <a:pt x="289569" y="250960"/>
                </a:lnTo>
                <a:lnTo>
                  <a:pt x="144785" y="0"/>
                </a:lnTo>
                <a:close/>
              </a:path>
            </a:pathLst>
          </a:custGeom>
          <a:solidFill>
            <a:srgbClr val="8B5E3C"/>
          </a:solidFill>
          <a:ln w="15875">
            <a:solidFill>
              <a:srgbClr val="1F2937"/>
            </a:solidFill>
            <a:prstDash val="solid"/>
          </a:ln>
        </p:spPr>
      </p:sp>
      <p:sp>
        <p:nvSpPr>
          <p:cNvPr id="29" name="S11-mark434"/>
          <p:cNvSpPr/>
          <p:nvPr/>
        </p:nvSpPr>
        <p:spPr>
          <a:xfrm>
            <a:off x="6915761" y="3094629"/>
            <a:ext cx="231656" cy="160872"/>
          </a:xfrm>
          <a:custGeom>
            <a:avLst/>
            <a:gdLst/>
            <a:ahLst/>
            <a:cxnLst/>
            <a:rect l="l" t="t" r="r" b="b"/>
            <a:pathLst>
              <a:path w="231656" h="160872">
                <a:moveTo>
                  <a:pt x="0" y="0"/>
                </a:moveTo>
                <a:lnTo>
                  <a:pt x="231656" y="80436"/>
                </a:lnTo>
                <a:lnTo>
                  <a:pt x="0" y="160872"/>
                </a:lnTo>
                <a:close/>
              </a:path>
            </a:pathLst>
          </a:custGeom>
          <a:solidFill>
            <a:srgbClr val="E9762B"/>
          </a:solidFill>
          <a:ln w="15875">
            <a:solidFill>
              <a:srgbClr val="1F2937"/>
            </a:solidFill>
            <a:prstDash val="solid"/>
          </a:ln>
        </p:spPr>
      </p:sp>
      <p:sp>
        <p:nvSpPr>
          <p:cNvPr id="30" name="S11-mark435"/>
          <p:cNvSpPr/>
          <p:nvPr/>
        </p:nvSpPr>
        <p:spPr>
          <a:xfrm>
            <a:off x="6896456" y="3094629"/>
            <a:ext cx="38609" cy="289569"/>
          </a:xfrm>
          <a:custGeom>
            <a:avLst/>
            <a:gdLst/>
            <a:ahLst/>
            <a:cxnLst/>
            <a:rect l="l" t="t" r="r" b="b"/>
            <a:pathLst>
              <a:path w="38609" h="289569">
                <a:moveTo>
                  <a:pt x="0" y="289569"/>
                </a:moveTo>
                <a:lnTo>
                  <a:pt x="38609" y="289569"/>
                </a:lnTo>
                <a:lnTo>
                  <a:pt x="38609" y="0"/>
                </a:lnTo>
                <a:lnTo>
                  <a:pt x="0" y="0"/>
                </a:lnTo>
                <a:close/>
              </a:path>
            </a:pathLst>
          </a:custGeom>
          <a:solidFill>
            <a:srgbClr val="1F2937"/>
          </a:solidFill>
          <a:ln/>
        </p:spPr>
      </p:sp>
      <p:sp>
        <p:nvSpPr>
          <p:cNvPr id="31" name="S11-mark436"/>
          <p:cNvSpPr/>
          <p:nvPr/>
        </p:nvSpPr>
        <p:spPr>
          <a:xfrm>
            <a:off x="8151257" y="3136456"/>
            <a:ext cx="148002" cy="218786"/>
          </a:xfrm>
          <a:custGeom>
            <a:avLst/>
            <a:gdLst/>
            <a:ahLst/>
            <a:cxnLst/>
            <a:rect l="l" t="t" r="r" b="b"/>
            <a:pathLst>
              <a:path w="148002" h="218786">
                <a:moveTo>
                  <a:pt x="0" y="0"/>
                </a:moveTo>
                <a:lnTo>
                  <a:pt x="148002" y="32174"/>
                </a:lnTo>
                <a:lnTo>
                  <a:pt x="148002" y="218786"/>
                </a:lnTo>
                <a:lnTo>
                  <a:pt x="0" y="186611"/>
                </a:lnTo>
                <a:close/>
              </a:path>
            </a:pathLst>
          </a:custGeom>
          <a:solidFill>
            <a:srgbClr val="3D5A80"/>
          </a:solidFill>
          <a:ln w="15875">
            <a:solidFill>
              <a:srgbClr val="1F2937"/>
            </a:solidFill>
            <a:prstDash val="solid"/>
          </a:ln>
        </p:spPr>
      </p:sp>
      <p:sp>
        <p:nvSpPr>
          <p:cNvPr id="32" name="S11-mark437"/>
          <p:cNvSpPr/>
          <p:nvPr/>
        </p:nvSpPr>
        <p:spPr>
          <a:xfrm>
            <a:off x="8299259" y="3136456"/>
            <a:ext cx="148002" cy="218786"/>
          </a:xfrm>
          <a:custGeom>
            <a:avLst/>
            <a:gdLst/>
            <a:ahLst/>
            <a:cxnLst/>
            <a:rect l="l" t="t" r="r" b="b"/>
            <a:pathLst>
              <a:path w="148002" h="218786">
                <a:moveTo>
                  <a:pt x="148002" y="0"/>
                </a:moveTo>
                <a:lnTo>
                  <a:pt x="0" y="32174"/>
                </a:lnTo>
                <a:lnTo>
                  <a:pt x="0" y="218786"/>
                </a:lnTo>
                <a:lnTo>
                  <a:pt x="148002" y="186611"/>
                </a:lnTo>
                <a:close/>
              </a:path>
            </a:pathLst>
          </a:custGeom>
          <a:solidFill>
            <a:srgbClr val="3D5A80"/>
          </a:solidFill>
          <a:ln w="15875">
            <a:solidFill>
              <a:srgbClr val="1F2937"/>
            </a:solidFill>
            <a:prstDash val="solid"/>
          </a:ln>
        </p:spPr>
      </p:sp>
      <p:sp>
        <p:nvSpPr>
          <p:cNvPr id="33" name="S11-mark438"/>
          <p:cNvSpPr/>
          <p:nvPr/>
        </p:nvSpPr>
        <p:spPr>
          <a:xfrm>
            <a:off x="6992979" y="4220733"/>
            <a:ext cx="38609" cy="128698"/>
          </a:xfrm>
          <a:custGeom>
            <a:avLst/>
            <a:gdLst/>
            <a:ahLst/>
            <a:cxnLst/>
            <a:rect l="l" t="t" r="r" b="b"/>
            <a:pathLst>
              <a:path w="38609" h="128698">
                <a:moveTo>
                  <a:pt x="0" y="128698"/>
                </a:moveTo>
                <a:lnTo>
                  <a:pt x="38609" y="128698"/>
                </a:lnTo>
                <a:lnTo>
                  <a:pt x="38609" y="0"/>
                </a:lnTo>
                <a:lnTo>
                  <a:pt x="0" y="0"/>
                </a:lnTo>
                <a:close/>
              </a:path>
            </a:pathLst>
          </a:custGeom>
          <a:solidFill>
            <a:srgbClr val="8B5E3C"/>
          </a:solidFill>
          <a:ln/>
        </p:spPr>
      </p:sp>
      <p:sp>
        <p:nvSpPr>
          <p:cNvPr id="34" name="S11-mark439"/>
          <p:cNvSpPr/>
          <p:nvPr/>
        </p:nvSpPr>
        <p:spPr>
          <a:xfrm>
            <a:off x="6906108" y="4059861"/>
            <a:ext cx="212351" cy="212351"/>
          </a:xfrm>
          <a:custGeom>
            <a:avLst/>
            <a:gdLst/>
            <a:ahLst/>
            <a:cxnLst/>
            <a:rect l="l" t="t" r="r" b="b"/>
            <a:pathLst>
              <a:path w="212351" h="212351">
                <a:moveTo>
                  <a:pt x="212351" y="106175"/>
                </a:moveTo>
                <a:lnTo>
                  <a:pt x="207203" y="73358"/>
                </a:lnTo>
                <a:lnTo>
                  <a:pt x="192081" y="43757"/>
                </a:lnTo>
                <a:lnTo>
                  <a:pt x="168594" y="20270"/>
                </a:lnTo>
                <a:lnTo>
                  <a:pt x="138993" y="5148"/>
                </a:lnTo>
                <a:lnTo>
                  <a:pt x="106175" y="0"/>
                </a:lnTo>
                <a:lnTo>
                  <a:pt x="73358" y="5148"/>
                </a:lnTo>
                <a:lnTo>
                  <a:pt x="43757" y="20270"/>
                </a:lnTo>
                <a:lnTo>
                  <a:pt x="20270" y="43757"/>
                </a:lnTo>
                <a:lnTo>
                  <a:pt x="5148" y="73358"/>
                </a:lnTo>
                <a:lnTo>
                  <a:pt x="0" y="106175"/>
                </a:lnTo>
                <a:lnTo>
                  <a:pt x="5148" y="138993"/>
                </a:lnTo>
                <a:lnTo>
                  <a:pt x="20270" y="168594"/>
                </a:lnTo>
                <a:lnTo>
                  <a:pt x="43757" y="192081"/>
                </a:lnTo>
                <a:lnTo>
                  <a:pt x="73358" y="207203"/>
                </a:lnTo>
                <a:lnTo>
                  <a:pt x="106175" y="212351"/>
                </a:lnTo>
                <a:lnTo>
                  <a:pt x="138993" y="207203"/>
                </a:lnTo>
                <a:lnTo>
                  <a:pt x="168594" y="192081"/>
                </a:lnTo>
                <a:lnTo>
                  <a:pt x="192081" y="168594"/>
                </a:lnTo>
                <a:lnTo>
                  <a:pt x="207203" y="138993"/>
                </a:lnTo>
                <a:close/>
              </a:path>
            </a:pathLst>
          </a:custGeom>
          <a:solidFill>
            <a:srgbClr val="2A9D8F"/>
          </a:solidFill>
          <a:ln w="15875">
            <a:solidFill>
              <a:srgbClr val="1F2937"/>
            </a:solidFill>
            <a:prstDash val="solid"/>
          </a:ln>
        </p:spPr>
      </p:sp>
      <p:sp>
        <p:nvSpPr>
          <p:cNvPr id="35" name="S11-mark440"/>
          <p:cNvSpPr/>
          <p:nvPr/>
        </p:nvSpPr>
        <p:spPr>
          <a:xfrm>
            <a:off x="8170562" y="4075948"/>
            <a:ext cx="257395" cy="257395"/>
          </a:xfrm>
          <a:custGeom>
            <a:avLst/>
            <a:gdLst/>
            <a:ahLst/>
            <a:cxnLst/>
            <a:rect l="l" t="t" r="r" b="b"/>
            <a:pathLst>
              <a:path w="257395" h="257395">
                <a:moveTo>
                  <a:pt x="257395" y="128698"/>
                </a:moveTo>
                <a:lnTo>
                  <a:pt x="250960" y="88801"/>
                </a:lnTo>
                <a:lnTo>
                  <a:pt x="232943" y="53088"/>
                </a:lnTo>
                <a:lnTo>
                  <a:pt x="204307" y="24453"/>
                </a:lnTo>
                <a:lnTo>
                  <a:pt x="168594" y="6435"/>
                </a:lnTo>
                <a:lnTo>
                  <a:pt x="128698" y="0"/>
                </a:lnTo>
                <a:lnTo>
                  <a:pt x="88801" y="6435"/>
                </a:lnTo>
                <a:lnTo>
                  <a:pt x="53088" y="24453"/>
                </a:lnTo>
                <a:lnTo>
                  <a:pt x="24453" y="53088"/>
                </a:lnTo>
                <a:lnTo>
                  <a:pt x="6435" y="88801"/>
                </a:lnTo>
                <a:lnTo>
                  <a:pt x="0" y="128698"/>
                </a:lnTo>
                <a:lnTo>
                  <a:pt x="6435" y="168594"/>
                </a:lnTo>
                <a:lnTo>
                  <a:pt x="24453" y="204307"/>
                </a:lnTo>
                <a:lnTo>
                  <a:pt x="53088" y="232943"/>
                </a:lnTo>
                <a:lnTo>
                  <a:pt x="88801" y="250960"/>
                </a:lnTo>
                <a:lnTo>
                  <a:pt x="128698" y="257395"/>
                </a:lnTo>
                <a:lnTo>
                  <a:pt x="168594" y="250960"/>
                </a:lnTo>
                <a:lnTo>
                  <a:pt x="204307" y="232943"/>
                </a:lnTo>
                <a:lnTo>
                  <a:pt x="232943" y="204307"/>
                </a:lnTo>
                <a:lnTo>
                  <a:pt x="250960" y="168594"/>
                </a:lnTo>
                <a:close/>
              </a:path>
            </a:pathLst>
          </a:custGeom>
          <a:solidFill>
            <a:srgbClr val="FFFFFF"/>
          </a:solidFill>
          <a:ln w="25400">
            <a:solidFill>
              <a:srgbClr val="C8434E"/>
            </a:solidFill>
            <a:prstDash val="solid"/>
          </a:ln>
        </p:spPr>
      </p:sp>
      <p:sp>
        <p:nvSpPr>
          <p:cNvPr id="36" name="S11-mark441"/>
          <p:cNvSpPr/>
          <p:nvPr/>
        </p:nvSpPr>
        <p:spPr>
          <a:xfrm>
            <a:off x="8276737" y="4117775"/>
            <a:ext cx="45044" cy="173742"/>
          </a:xfrm>
          <a:custGeom>
            <a:avLst/>
            <a:gdLst/>
            <a:ahLst/>
            <a:cxnLst/>
            <a:rect l="l" t="t" r="r" b="b"/>
            <a:pathLst>
              <a:path w="45044" h="173742">
                <a:moveTo>
                  <a:pt x="0" y="173742"/>
                </a:moveTo>
                <a:lnTo>
                  <a:pt x="45044" y="173742"/>
                </a:lnTo>
                <a:lnTo>
                  <a:pt x="45044" y="0"/>
                </a:lnTo>
                <a:lnTo>
                  <a:pt x="0" y="0"/>
                </a:lnTo>
                <a:close/>
              </a:path>
            </a:pathLst>
          </a:custGeom>
          <a:solidFill>
            <a:srgbClr val="C8434E"/>
          </a:solidFill>
          <a:ln/>
        </p:spPr>
      </p:sp>
      <p:sp>
        <p:nvSpPr>
          <p:cNvPr id="37" name="S11-mark442"/>
          <p:cNvSpPr/>
          <p:nvPr/>
        </p:nvSpPr>
        <p:spPr>
          <a:xfrm>
            <a:off x="8212388" y="4182123"/>
            <a:ext cx="173742" cy="45044"/>
          </a:xfrm>
          <a:custGeom>
            <a:avLst/>
            <a:gdLst/>
            <a:ahLst/>
            <a:cxnLst/>
            <a:rect l="l" t="t" r="r" b="b"/>
            <a:pathLst>
              <a:path w="173742" h="45044">
                <a:moveTo>
                  <a:pt x="0" y="45044"/>
                </a:moveTo>
                <a:lnTo>
                  <a:pt x="173742" y="45044"/>
                </a:lnTo>
                <a:lnTo>
                  <a:pt x="173742" y="0"/>
                </a:lnTo>
                <a:lnTo>
                  <a:pt x="0" y="0"/>
                </a:lnTo>
                <a:close/>
              </a:path>
            </a:pathLst>
          </a:custGeom>
          <a:solidFill>
            <a:srgbClr val="C8434E"/>
          </a:solidFill>
          <a:ln/>
        </p:spPr>
      </p:sp>
      <p:sp>
        <p:nvSpPr>
          <p:cNvPr id="38" name="S11-mark443"/>
          <p:cNvSpPr/>
          <p:nvPr/>
        </p:nvSpPr>
        <p:spPr>
          <a:xfrm>
            <a:off x="9470407" y="3104282"/>
            <a:ext cx="231656" cy="257395"/>
          </a:xfrm>
          <a:custGeom>
            <a:avLst/>
            <a:gdLst/>
            <a:ahLst/>
            <a:cxnLst/>
            <a:rect l="l" t="t" r="r" b="b"/>
            <a:pathLst>
              <a:path w="231656" h="257395">
                <a:moveTo>
                  <a:pt x="0" y="257395"/>
                </a:moveTo>
                <a:lnTo>
                  <a:pt x="231656" y="257395"/>
                </a:lnTo>
                <a:lnTo>
                  <a:pt x="231656" y="109393"/>
                </a:lnTo>
                <a:lnTo>
                  <a:pt x="115828" y="0"/>
                </a:lnTo>
                <a:lnTo>
                  <a:pt x="0" y="109393"/>
                </a:lnTo>
                <a:close/>
              </a:path>
            </a:pathLst>
          </a:custGeom>
          <a:solidFill>
            <a:srgbClr val="F2C14E"/>
          </a:solidFill>
          <a:ln w="15875">
            <a:solidFill>
              <a:srgbClr val="1F2937"/>
            </a:solidFill>
            <a:prstDash val="solid"/>
          </a:ln>
        </p:spPr>
      </p:sp>
      <p:sp>
        <p:nvSpPr>
          <p:cNvPr id="39" name="S11-mark444"/>
          <p:cNvSpPr/>
          <p:nvPr/>
        </p:nvSpPr>
        <p:spPr>
          <a:xfrm>
            <a:off x="10195939" y="2490394"/>
            <a:ext cx="260613" cy="225864"/>
          </a:xfrm>
          <a:custGeom>
            <a:avLst/>
            <a:gdLst/>
            <a:ahLst/>
            <a:cxnLst/>
            <a:rect l="l" t="t" r="r" b="b"/>
            <a:pathLst>
              <a:path w="260613" h="225864">
                <a:moveTo>
                  <a:pt x="0" y="225864"/>
                </a:moveTo>
                <a:lnTo>
                  <a:pt x="260613" y="225864"/>
                </a:lnTo>
                <a:lnTo>
                  <a:pt x="130306" y="0"/>
                </a:lnTo>
                <a:close/>
              </a:path>
            </a:pathLst>
          </a:custGeom>
          <a:solidFill>
            <a:srgbClr val="8B5E3C"/>
          </a:solidFill>
          <a:ln w="15875">
            <a:solidFill>
              <a:srgbClr val="1F2937"/>
            </a:solidFill>
            <a:prstDash val="solid"/>
          </a:ln>
        </p:spPr>
      </p:sp>
      <p:sp>
        <p:nvSpPr>
          <p:cNvPr id="40" name="S11-mark445"/>
          <p:cNvSpPr/>
          <p:nvPr/>
        </p:nvSpPr>
        <p:spPr>
          <a:xfrm>
            <a:off x="10239375" y="2861365"/>
            <a:ext cx="208490" cy="144785"/>
          </a:xfrm>
          <a:custGeom>
            <a:avLst/>
            <a:gdLst/>
            <a:ahLst/>
            <a:cxnLst/>
            <a:rect l="l" t="t" r="r" b="b"/>
            <a:pathLst>
              <a:path w="208490" h="144785">
                <a:moveTo>
                  <a:pt x="0" y="0"/>
                </a:moveTo>
                <a:lnTo>
                  <a:pt x="208490" y="72392"/>
                </a:lnTo>
                <a:lnTo>
                  <a:pt x="0" y="144785"/>
                </a:lnTo>
                <a:close/>
              </a:path>
            </a:pathLst>
          </a:custGeom>
          <a:solidFill>
            <a:srgbClr val="E9762B"/>
          </a:solidFill>
          <a:ln w="15875">
            <a:solidFill>
              <a:srgbClr val="1F2937"/>
            </a:solidFill>
            <a:prstDash val="solid"/>
          </a:ln>
        </p:spPr>
      </p:sp>
      <p:sp>
        <p:nvSpPr>
          <p:cNvPr id="41" name="S11-mark446"/>
          <p:cNvSpPr/>
          <p:nvPr/>
        </p:nvSpPr>
        <p:spPr>
          <a:xfrm>
            <a:off x="10222000" y="2861365"/>
            <a:ext cx="34748" cy="260613"/>
          </a:xfrm>
          <a:custGeom>
            <a:avLst/>
            <a:gdLst/>
            <a:ahLst/>
            <a:cxnLst/>
            <a:rect l="l" t="t" r="r" b="b"/>
            <a:pathLst>
              <a:path w="34748" h="260613">
                <a:moveTo>
                  <a:pt x="0" y="260613"/>
                </a:moveTo>
                <a:lnTo>
                  <a:pt x="34748" y="260613"/>
                </a:lnTo>
                <a:lnTo>
                  <a:pt x="34748" y="0"/>
                </a:lnTo>
                <a:lnTo>
                  <a:pt x="0" y="0"/>
                </a:lnTo>
                <a:close/>
              </a:path>
            </a:pathLst>
          </a:custGeom>
          <a:solidFill>
            <a:srgbClr val="1F2937"/>
          </a:solidFill>
          <a:ln/>
        </p:spPr>
      </p:sp>
      <p:sp>
        <p:nvSpPr>
          <p:cNvPr id="42" name="S11-mark447"/>
          <p:cNvSpPr/>
          <p:nvPr/>
        </p:nvSpPr>
        <p:spPr>
          <a:xfrm>
            <a:off x="10193043" y="3278667"/>
            <a:ext cx="133202" cy="196907"/>
          </a:xfrm>
          <a:custGeom>
            <a:avLst/>
            <a:gdLst/>
            <a:ahLst/>
            <a:cxnLst/>
            <a:rect l="l" t="t" r="r" b="b"/>
            <a:pathLst>
              <a:path w="133202" h="196907">
                <a:moveTo>
                  <a:pt x="0" y="0"/>
                </a:moveTo>
                <a:lnTo>
                  <a:pt x="133202" y="28957"/>
                </a:lnTo>
                <a:lnTo>
                  <a:pt x="133202" y="196907"/>
                </a:lnTo>
                <a:lnTo>
                  <a:pt x="0" y="167950"/>
                </a:lnTo>
                <a:close/>
              </a:path>
            </a:pathLst>
          </a:custGeom>
          <a:solidFill>
            <a:srgbClr val="3D5A80"/>
          </a:solidFill>
          <a:ln w="15875">
            <a:solidFill>
              <a:srgbClr val="1F2937"/>
            </a:solidFill>
            <a:prstDash val="solid"/>
          </a:ln>
        </p:spPr>
      </p:sp>
      <p:sp>
        <p:nvSpPr>
          <p:cNvPr id="43" name="S11-mark448"/>
          <p:cNvSpPr/>
          <p:nvPr/>
        </p:nvSpPr>
        <p:spPr>
          <a:xfrm>
            <a:off x="10326245" y="3278667"/>
            <a:ext cx="133202" cy="196907"/>
          </a:xfrm>
          <a:custGeom>
            <a:avLst/>
            <a:gdLst/>
            <a:ahLst/>
            <a:cxnLst/>
            <a:rect l="l" t="t" r="r" b="b"/>
            <a:pathLst>
              <a:path w="133202" h="196907">
                <a:moveTo>
                  <a:pt x="133202" y="0"/>
                </a:moveTo>
                <a:lnTo>
                  <a:pt x="0" y="28957"/>
                </a:lnTo>
                <a:lnTo>
                  <a:pt x="0" y="196907"/>
                </a:lnTo>
                <a:lnTo>
                  <a:pt x="133202" y="167950"/>
                </a:lnTo>
                <a:close/>
              </a:path>
            </a:pathLst>
          </a:custGeom>
          <a:solidFill>
            <a:srgbClr val="3D5A80"/>
          </a:solidFill>
          <a:ln w="15875">
            <a:solidFill>
              <a:srgbClr val="1F2937"/>
            </a:solidFill>
            <a:prstDash val="solid"/>
          </a:ln>
        </p:spPr>
      </p:sp>
      <p:sp>
        <p:nvSpPr>
          <p:cNvPr id="44" name="S11-mark449"/>
          <p:cNvSpPr/>
          <p:nvPr/>
        </p:nvSpPr>
        <p:spPr>
          <a:xfrm>
            <a:off x="10210418" y="3635159"/>
            <a:ext cx="231656" cy="231656"/>
          </a:xfrm>
          <a:custGeom>
            <a:avLst/>
            <a:gdLst/>
            <a:ahLst/>
            <a:cxnLst/>
            <a:rect l="l" t="t" r="r" b="b"/>
            <a:pathLst>
              <a:path w="231656" h="231656">
                <a:moveTo>
                  <a:pt x="231656" y="115828"/>
                </a:moveTo>
                <a:lnTo>
                  <a:pt x="225864" y="80114"/>
                </a:lnTo>
                <a:lnTo>
                  <a:pt x="209455" y="47618"/>
                </a:lnTo>
                <a:lnTo>
                  <a:pt x="184037" y="22200"/>
                </a:lnTo>
                <a:lnTo>
                  <a:pt x="151541" y="5791"/>
                </a:lnTo>
                <a:lnTo>
                  <a:pt x="115828" y="0"/>
                </a:lnTo>
                <a:lnTo>
                  <a:pt x="80114" y="5791"/>
                </a:lnTo>
                <a:lnTo>
                  <a:pt x="47618" y="22200"/>
                </a:lnTo>
                <a:lnTo>
                  <a:pt x="22200" y="47618"/>
                </a:lnTo>
                <a:lnTo>
                  <a:pt x="5791" y="80114"/>
                </a:lnTo>
                <a:lnTo>
                  <a:pt x="0" y="115828"/>
                </a:lnTo>
                <a:lnTo>
                  <a:pt x="5791" y="151541"/>
                </a:lnTo>
                <a:lnTo>
                  <a:pt x="22200" y="184037"/>
                </a:lnTo>
                <a:lnTo>
                  <a:pt x="47618" y="209455"/>
                </a:lnTo>
                <a:lnTo>
                  <a:pt x="80114" y="225864"/>
                </a:lnTo>
                <a:lnTo>
                  <a:pt x="115828" y="231656"/>
                </a:lnTo>
                <a:lnTo>
                  <a:pt x="151541" y="225864"/>
                </a:lnTo>
                <a:lnTo>
                  <a:pt x="184037" y="209455"/>
                </a:lnTo>
                <a:lnTo>
                  <a:pt x="209455" y="184037"/>
                </a:lnTo>
                <a:lnTo>
                  <a:pt x="225864" y="151541"/>
                </a:lnTo>
                <a:close/>
              </a:path>
            </a:pathLst>
          </a:custGeom>
          <a:solidFill>
            <a:srgbClr val="FFFFFF"/>
          </a:solidFill>
          <a:ln w="25400">
            <a:solidFill>
              <a:srgbClr val="C8434E"/>
            </a:solidFill>
            <a:prstDash val="solid"/>
          </a:ln>
        </p:spPr>
      </p:sp>
      <p:sp>
        <p:nvSpPr>
          <p:cNvPr id="45" name="S11-mark450"/>
          <p:cNvSpPr/>
          <p:nvPr/>
        </p:nvSpPr>
        <p:spPr>
          <a:xfrm>
            <a:off x="10305976" y="3672803"/>
            <a:ext cx="40540" cy="156368"/>
          </a:xfrm>
          <a:custGeom>
            <a:avLst/>
            <a:gdLst/>
            <a:ahLst/>
            <a:cxnLst/>
            <a:rect l="l" t="t" r="r" b="b"/>
            <a:pathLst>
              <a:path w="40540" h="156368">
                <a:moveTo>
                  <a:pt x="0" y="156368"/>
                </a:moveTo>
                <a:lnTo>
                  <a:pt x="40540" y="156368"/>
                </a:lnTo>
                <a:lnTo>
                  <a:pt x="40540" y="0"/>
                </a:lnTo>
                <a:lnTo>
                  <a:pt x="0" y="0"/>
                </a:lnTo>
                <a:close/>
              </a:path>
            </a:pathLst>
          </a:custGeom>
          <a:solidFill>
            <a:srgbClr val="C8434E"/>
          </a:solidFill>
          <a:ln/>
        </p:spPr>
      </p:sp>
      <p:sp>
        <p:nvSpPr>
          <p:cNvPr id="46" name="S11-mark451"/>
          <p:cNvSpPr/>
          <p:nvPr/>
        </p:nvSpPr>
        <p:spPr>
          <a:xfrm>
            <a:off x="10248062" y="3730717"/>
            <a:ext cx="156368" cy="40540"/>
          </a:xfrm>
          <a:custGeom>
            <a:avLst/>
            <a:gdLst/>
            <a:ahLst/>
            <a:cxnLst/>
            <a:rect l="l" t="t" r="r" b="b"/>
            <a:pathLst>
              <a:path w="156368" h="40540">
                <a:moveTo>
                  <a:pt x="0" y="40540"/>
                </a:moveTo>
                <a:lnTo>
                  <a:pt x="156368" y="40540"/>
                </a:lnTo>
                <a:lnTo>
                  <a:pt x="156368" y="0"/>
                </a:lnTo>
                <a:lnTo>
                  <a:pt x="0" y="0"/>
                </a:lnTo>
                <a:close/>
              </a:path>
            </a:pathLst>
          </a:custGeom>
          <a:solidFill>
            <a:srgbClr val="C8434E"/>
          </a:solidFill>
          <a:ln/>
        </p:spPr>
      </p:sp>
      <p:sp>
        <p:nvSpPr>
          <p:cNvPr id="47" name="S11-mark452"/>
          <p:cNvSpPr/>
          <p:nvPr/>
        </p:nvSpPr>
        <p:spPr>
          <a:xfrm>
            <a:off x="10308871" y="4145123"/>
            <a:ext cx="34748" cy="115828"/>
          </a:xfrm>
          <a:custGeom>
            <a:avLst/>
            <a:gdLst/>
            <a:ahLst/>
            <a:cxnLst/>
            <a:rect l="l" t="t" r="r" b="b"/>
            <a:pathLst>
              <a:path w="34748" h="115828">
                <a:moveTo>
                  <a:pt x="0" y="115828"/>
                </a:moveTo>
                <a:lnTo>
                  <a:pt x="34748" y="115828"/>
                </a:lnTo>
                <a:lnTo>
                  <a:pt x="34748" y="0"/>
                </a:lnTo>
                <a:lnTo>
                  <a:pt x="0" y="0"/>
                </a:lnTo>
                <a:close/>
              </a:path>
            </a:pathLst>
          </a:custGeom>
          <a:solidFill>
            <a:srgbClr val="8B5E3C"/>
          </a:solidFill>
          <a:ln/>
        </p:spPr>
      </p:sp>
      <p:sp>
        <p:nvSpPr>
          <p:cNvPr id="48" name="S11-mark453"/>
          <p:cNvSpPr/>
          <p:nvPr/>
        </p:nvSpPr>
        <p:spPr>
          <a:xfrm>
            <a:off x="10230687" y="4000338"/>
            <a:ext cx="191116" cy="191116"/>
          </a:xfrm>
          <a:custGeom>
            <a:avLst/>
            <a:gdLst/>
            <a:ahLst/>
            <a:cxnLst/>
            <a:rect l="l" t="t" r="r" b="b"/>
            <a:pathLst>
              <a:path w="191116" h="191116">
                <a:moveTo>
                  <a:pt x="191116" y="95558"/>
                </a:moveTo>
                <a:lnTo>
                  <a:pt x="186290" y="65957"/>
                </a:lnTo>
                <a:lnTo>
                  <a:pt x="172776" y="39253"/>
                </a:lnTo>
                <a:lnTo>
                  <a:pt x="151863" y="18339"/>
                </a:lnTo>
                <a:lnTo>
                  <a:pt x="125158" y="4826"/>
                </a:lnTo>
                <a:lnTo>
                  <a:pt x="95558" y="0"/>
                </a:lnTo>
                <a:lnTo>
                  <a:pt x="65957" y="4826"/>
                </a:lnTo>
                <a:lnTo>
                  <a:pt x="39253" y="18339"/>
                </a:lnTo>
                <a:lnTo>
                  <a:pt x="18339" y="39253"/>
                </a:lnTo>
                <a:lnTo>
                  <a:pt x="4826" y="65957"/>
                </a:lnTo>
                <a:lnTo>
                  <a:pt x="0" y="95558"/>
                </a:lnTo>
                <a:lnTo>
                  <a:pt x="4826" y="125158"/>
                </a:lnTo>
                <a:lnTo>
                  <a:pt x="18339" y="151863"/>
                </a:lnTo>
                <a:lnTo>
                  <a:pt x="39253" y="172776"/>
                </a:lnTo>
                <a:lnTo>
                  <a:pt x="65957" y="186290"/>
                </a:lnTo>
                <a:lnTo>
                  <a:pt x="95558" y="191116"/>
                </a:lnTo>
                <a:lnTo>
                  <a:pt x="125158" y="186290"/>
                </a:lnTo>
                <a:lnTo>
                  <a:pt x="151863" y="172776"/>
                </a:lnTo>
                <a:lnTo>
                  <a:pt x="172776" y="151863"/>
                </a:lnTo>
                <a:lnTo>
                  <a:pt x="186290" y="125158"/>
                </a:lnTo>
                <a:close/>
              </a:path>
            </a:pathLst>
          </a:custGeom>
          <a:solidFill>
            <a:srgbClr val="2A9D8F"/>
          </a:solidFill>
          <a:ln w="15875">
            <a:solidFill>
              <a:srgbClr val="1F2937"/>
            </a:solidFill>
            <a:prstDash val="solid"/>
          </a:ln>
        </p:spPr>
      </p:sp>
      <p:sp>
        <p:nvSpPr>
          <p:cNvPr id="49" name="S11-mark454"/>
          <p:cNvSpPr/>
          <p:nvPr/>
        </p:nvSpPr>
        <p:spPr>
          <a:xfrm>
            <a:off x="10222000" y="4388683"/>
            <a:ext cx="208490" cy="231656"/>
          </a:xfrm>
          <a:custGeom>
            <a:avLst/>
            <a:gdLst/>
            <a:ahLst/>
            <a:cxnLst/>
            <a:rect l="l" t="t" r="r" b="b"/>
            <a:pathLst>
              <a:path w="208490" h="231656">
                <a:moveTo>
                  <a:pt x="0" y="231656"/>
                </a:moveTo>
                <a:lnTo>
                  <a:pt x="208490" y="231656"/>
                </a:lnTo>
                <a:lnTo>
                  <a:pt x="208490" y="98454"/>
                </a:lnTo>
                <a:lnTo>
                  <a:pt x="104245" y="0"/>
                </a:lnTo>
                <a:lnTo>
                  <a:pt x="0" y="98454"/>
                </a:lnTo>
                <a:close/>
              </a:path>
            </a:pathLst>
          </a:custGeom>
          <a:solidFill>
            <a:srgbClr val="F2C14E"/>
          </a:solidFill>
          <a:ln w="15875">
            <a:solidFill>
              <a:srgbClr val="1F2937"/>
            </a:solidFill>
            <a:prstDash val="solid"/>
          </a:ln>
        </p:spPr>
      </p:sp>
      <p:sp>
        <p:nvSpPr>
          <p:cNvPr id="50" name="S11-mark455"/>
          <p:cNvSpPr/>
          <p:nvPr/>
        </p:nvSpPr>
        <p:spPr>
          <a:xfrm>
            <a:off x="10133199" y="2081136"/>
            <a:ext cx="1415673" cy="3381528"/>
          </a:xfrm>
          <a:custGeom>
            <a:avLst/>
            <a:gdLst/>
            <a:ahLst/>
            <a:cxnLst/>
            <a:rect l="l" t="t" r="r" b="b"/>
            <a:pathLst>
              <a:path w="1415673" h="3381528">
                <a:moveTo>
                  <a:pt x="0" y="3381528"/>
                </a:moveTo>
                <a:lnTo>
                  <a:pt x="1415673" y="3381528"/>
                </a:lnTo>
                <a:lnTo>
                  <a:pt x="1415673" y="0"/>
                </a:lnTo>
                <a:lnTo>
                  <a:pt x="0" y="0"/>
                </a:lnTo>
                <a:lnTo>
                  <a:pt x="0" y="3381528"/>
                </a:lnTo>
              </a:path>
            </a:pathLst>
          </a:custGeom>
          <a:noFill/>
          <a:ln w="15875">
            <a:solidFill>
              <a:srgbClr val="1F2937"/>
            </a:solidFill>
            <a:prstDash val="solid"/>
          </a:ln>
        </p:spPr>
      </p:sp>
      <p:sp>
        <p:nvSpPr>
          <p:cNvPr id="51" name="S11-mark456"/>
          <p:cNvSpPr/>
          <p:nvPr/>
        </p:nvSpPr>
        <p:spPr>
          <a:xfrm>
            <a:off x="10133199" y="2402880"/>
            <a:ext cx="1415673" cy="9144"/>
          </a:xfrm>
          <a:custGeom>
            <a:avLst/>
            <a:gdLst/>
            <a:ahLst/>
            <a:cxnLst/>
            <a:rect l="l" t="t" r="r" b="b"/>
            <a:pathLst>
              <a:path w="1415673" h="9144">
                <a:moveTo>
                  <a:pt x="0" y="0"/>
                </a:moveTo>
                <a:lnTo>
                  <a:pt x="1415673" y="0"/>
                </a:lnTo>
              </a:path>
            </a:pathLst>
          </a:custGeom>
          <a:noFill/>
          <a:ln w="12700">
            <a:solidFill>
              <a:srgbClr val="1F2937"/>
            </a:solidFill>
            <a:prstDash val="solid"/>
          </a:ln>
        </p:spPr>
      </p:sp>
      <p:sp>
        <p:nvSpPr>
          <p:cNvPr id="52" name="S11-mark457"/>
          <p:cNvSpPr/>
          <p:nvPr/>
        </p:nvSpPr>
        <p:spPr>
          <a:xfrm flipV="1">
            <a:off x="9586235" y="2660275"/>
            <a:ext cx="0" cy="321744"/>
          </a:xfrm>
          <a:prstGeom prst="line">
            <a:avLst/>
          </a:prstGeom>
          <a:noFill/>
          <a:ln w="31750">
            <a:solidFill>
              <a:srgbClr val="1F2937"/>
            </a:solidFill>
            <a:prstDash val="solid"/>
            <a:tailEnd type="triangle"/>
          </a:ln>
        </p:spPr>
      </p:sp>
      <p:sp>
        <p:nvSpPr>
          <p:cNvPr id="53" name="S11-mark458"/>
          <p:cNvSpPr/>
          <p:nvPr/>
        </p:nvSpPr>
        <p:spPr>
          <a:xfrm>
            <a:off x="9473624" y="2821147"/>
            <a:ext cx="225221" cy="0"/>
          </a:xfrm>
          <a:prstGeom prst="line">
            <a:avLst/>
          </a:prstGeom>
          <a:noFill/>
          <a:ln w="25400">
            <a:solidFill>
              <a:srgbClr val="1F2937"/>
            </a:solidFill>
            <a:prstDash val="solid"/>
          </a:ln>
        </p:spPr>
      </p:sp>
      <p:sp>
        <p:nvSpPr>
          <p:cNvPr id="54" name="S11-mark459"/>
          <p:cNvSpPr/>
          <p:nvPr/>
        </p:nvSpPr>
        <p:spPr>
          <a:xfrm>
            <a:off x="6368796" y="5089441"/>
            <a:ext cx="321744" cy="0"/>
          </a:xfrm>
          <a:prstGeom prst="line">
            <a:avLst/>
          </a:prstGeom>
          <a:noFill/>
          <a:ln w="38100">
            <a:solidFill>
              <a:srgbClr val="1F2937"/>
            </a:solidFill>
            <a:prstDash val="solid"/>
          </a:ln>
        </p:spPr>
      </p:sp>
      <p:sp>
        <p:nvSpPr>
          <p:cNvPr id="55" name="S11-mark460"/>
          <p:cNvSpPr/>
          <p:nvPr/>
        </p:nvSpPr>
        <p:spPr>
          <a:xfrm>
            <a:off x="6368796" y="5018657"/>
            <a:ext cx="0" cy="141567"/>
          </a:xfrm>
          <a:prstGeom prst="line">
            <a:avLst/>
          </a:prstGeom>
          <a:noFill/>
          <a:ln w="25400">
            <a:solidFill>
              <a:srgbClr val="1F2937"/>
            </a:solidFill>
            <a:prstDash val="solid"/>
          </a:ln>
        </p:spPr>
      </p:sp>
      <p:sp>
        <p:nvSpPr>
          <p:cNvPr id="56" name="S11-mark461"/>
          <p:cNvSpPr/>
          <p:nvPr/>
        </p:nvSpPr>
        <p:spPr>
          <a:xfrm>
            <a:off x="6690540" y="5018657"/>
            <a:ext cx="0" cy="141567"/>
          </a:xfrm>
          <a:prstGeom prst="line">
            <a:avLst/>
          </a:prstGeom>
          <a:noFill/>
          <a:ln w="25400">
            <a:solidFill>
              <a:srgbClr val="1F2937"/>
            </a:solidFill>
            <a:prstDash val="solid"/>
          </a:ln>
        </p:spPr>
      </p:sp>
      <p:sp>
        <p:nvSpPr>
          <p:cNvPr id="57" name="S11-mark462"/>
          <p:cNvSpPr/>
          <p:nvPr/>
        </p:nvSpPr>
        <p:spPr>
          <a:xfrm>
            <a:off x="10181461" y="4889960"/>
            <a:ext cx="289569" cy="0"/>
          </a:xfrm>
          <a:prstGeom prst="line">
            <a:avLst/>
          </a:prstGeom>
          <a:noFill/>
          <a:ln w="88900">
            <a:solidFill>
              <a:srgbClr val="A3AAB4"/>
            </a:solidFill>
            <a:prstDash val="solid"/>
          </a:ln>
        </p:spPr>
      </p:sp>
      <p:sp>
        <p:nvSpPr>
          <p:cNvPr id="58" name="S11-mark463"/>
          <p:cNvSpPr/>
          <p:nvPr/>
        </p:nvSpPr>
        <p:spPr>
          <a:xfrm>
            <a:off x="10181461" y="5269618"/>
            <a:ext cx="289569" cy="0"/>
          </a:xfrm>
          <a:prstGeom prst="line">
            <a:avLst/>
          </a:prstGeom>
          <a:noFill/>
          <a:ln w="88900">
            <a:solidFill>
              <a:srgbClr val="4A90C8"/>
            </a:solidFill>
            <a:prstDash val="solid"/>
          </a:ln>
        </p:spPr>
      </p:sp>
      <p:sp>
        <p:nvSpPr>
          <p:cNvPr id="59" name="S11-label465"/>
          <p:cNvSpPr txBox="1"/>
          <p:nvPr/>
        </p:nvSpPr>
        <p:spPr>
          <a:xfrm>
            <a:off x="9382019" y="2292816"/>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60" name="S11-label467"/>
          <p:cNvSpPr txBox="1"/>
          <p:nvPr/>
        </p:nvSpPr>
        <p:spPr>
          <a:xfrm>
            <a:off x="6694757" y="4898941"/>
            <a:ext cx="1054608" cy="381000"/>
          </a:xfrm>
          <a:prstGeom prst="rect">
            <a:avLst/>
          </a:prstGeom>
          <a:noFill/>
          <a:ln/>
        </p:spPr>
        <p:txBody>
          <a:bodyPr wrap="square" lIns="0" tIns="0" rIns="0" bIns="0" rtlCol="0" anchor="ctr"/>
          <a:lstStyle/>
          <a:p>
            <a:pPr eaLnBrk="0" algn="ctr" indent="0" marL="0">
              <a:buNone/>
            </a:pPr>
            <a:r>
              <a:rPr lang="en-US" altLang="ko-KR" sz="2400" b="1" dirty="0">
                <a:solidFill>
                  <a:srgbClr val="1F2937"/>
                </a:solidFill>
                <a:latin typeface="맑은 고딕" pitchFamily="34" charset="0"/>
                <a:ea typeface="맑은 고딕" pitchFamily="34" charset="-122"/>
                <a:cs typeface="맑은 고딕" pitchFamily="34" charset="-120"/>
              </a:rPr>
              <a:t>100 m</a:t>
            </a:r>
            <a:endParaRPr lang="ko-KR" sz="2400" dirty="0"/>
          </a:p>
        </p:txBody>
      </p:sp>
      <p:sp>
        <p:nvSpPr>
          <p:cNvPr id="61" name="S11-label469"/>
          <p:cNvSpPr txBox="1"/>
          <p:nvPr/>
        </p:nvSpPr>
        <p:spPr>
          <a:xfrm>
            <a:off x="10487468" y="205150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범례</a:t>
            </a:r>
            <a:endParaRPr lang="ko-KR" sz="2400" dirty="0"/>
          </a:p>
        </p:txBody>
      </p:sp>
      <p:sp>
        <p:nvSpPr>
          <p:cNvPr id="62" name="S11-label471"/>
          <p:cNvSpPr txBox="1"/>
          <p:nvPr/>
        </p:nvSpPr>
        <p:spPr>
          <a:xfrm>
            <a:off x="10481417" y="2421513"/>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산</a:t>
            </a:r>
            <a:endParaRPr lang="ko-KR" sz="2400" dirty="0"/>
          </a:p>
        </p:txBody>
      </p:sp>
      <p:sp>
        <p:nvSpPr>
          <p:cNvPr id="63" name="S11-label473"/>
          <p:cNvSpPr txBox="1"/>
          <p:nvPr/>
        </p:nvSpPr>
        <p:spPr>
          <a:xfrm>
            <a:off x="10481998" y="2801171"/>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64" name="S11-label475"/>
          <p:cNvSpPr txBox="1"/>
          <p:nvPr/>
        </p:nvSpPr>
        <p:spPr>
          <a:xfrm>
            <a:off x="10482900" y="3180829"/>
            <a:ext cx="1005840"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도서관</a:t>
            </a:r>
            <a:endParaRPr lang="ko-KR" sz="2400" dirty="0"/>
          </a:p>
        </p:txBody>
      </p:sp>
      <p:sp>
        <p:nvSpPr>
          <p:cNvPr id="65" name="S11-label477"/>
          <p:cNvSpPr txBox="1"/>
          <p:nvPr/>
        </p:nvSpPr>
        <p:spPr>
          <a:xfrm>
            <a:off x="10481998" y="356048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병원</a:t>
            </a:r>
            <a:endParaRPr lang="ko-KR" sz="2400" dirty="0"/>
          </a:p>
        </p:txBody>
      </p:sp>
      <p:sp>
        <p:nvSpPr>
          <p:cNvPr id="66" name="S11-label479"/>
          <p:cNvSpPr txBox="1"/>
          <p:nvPr/>
        </p:nvSpPr>
        <p:spPr>
          <a:xfrm>
            <a:off x="10481998" y="3940144"/>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67" name="S11-label481"/>
          <p:cNvSpPr txBox="1"/>
          <p:nvPr/>
        </p:nvSpPr>
        <p:spPr>
          <a:xfrm>
            <a:off x="10481417" y="4319802"/>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68" name="S11-label483"/>
          <p:cNvSpPr txBox="1"/>
          <p:nvPr/>
        </p:nvSpPr>
        <p:spPr>
          <a:xfrm>
            <a:off x="10481998" y="469946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도로</a:t>
            </a:r>
            <a:endParaRPr lang="ko-KR" sz="2400" dirty="0"/>
          </a:p>
        </p:txBody>
      </p:sp>
      <p:sp>
        <p:nvSpPr>
          <p:cNvPr id="69" name="S11-label485"/>
          <p:cNvSpPr txBox="1"/>
          <p:nvPr/>
        </p:nvSpPr>
        <p:spPr>
          <a:xfrm>
            <a:off x="10481998" y="5079118"/>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하천</a:t>
            </a:r>
            <a:endParaRPr lang="ko-KR" sz="2400" dirty="0"/>
          </a:p>
        </p:txBody>
      </p:sp>
      <p:sp>
        <p:nvSpPr>
          <p:cNvPr id="70" name="S11-chip486"/>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1" name="S11-text487"/>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산은 학교의 어느 쪽에 있나요?</a:t>
            </a:r>
            <a:endParaRPr lang="ko-KR" sz="3000" dirty="0"/>
          </a:p>
        </p:txBody>
      </p:sp>
      <p:sp>
        <p:nvSpPr>
          <p:cNvPr id="72" name="S11-chip488"/>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3" name="S11-text489"/>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보면 공원은 어느 쪽?</a:t>
            </a:r>
            <a:endParaRPr lang="ko-KR" sz="3000" dirty="0"/>
          </a:p>
        </p:txBody>
      </p:sp>
      <p:sp>
        <p:nvSpPr>
          <p:cNvPr id="74" name="S11-chip490"/>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75" name="S11-text491"/>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병원에서 공원까지 실제로 몇 m?</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보는 지도 읽기</a:t>
            </a:r>
            <a:endParaRPr lang="ko-KR" sz="4000" dirty="0"/>
          </a:p>
        </p:txBody>
      </p:sp>
      <p:sp>
        <p:nvSpPr>
          <p:cNvPr id="3" name="S13-figure492" descr="등고선 지도. 바깥부터 100 m, 200 m, 300 m 등고선. 서쪽은 등고선 간격이 좁고 동쪽은 넓다. 산꼭대기(▲)는 300 m 등고선 안에 있고, 마을은 산꼭대기의 남쪽에 있다. 왼쪽 위에 북쪽을 가리키는 방위표가 있다."/>
          <p:cNvSpPr/>
          <p:nvPr/>
        </p:nvSpPr>
        <p:spPr>
          <a:xfrm>
            <a:off x="7496748" y="2320539"/>
            <a:ext cx="3895134" cy="2822561"/>
          </a:xfrm>
          <a:custGeom>
            <a:avLst/>
            <a:gdLst/>
            <a:ahLst/>
            <a:cxnLst/>
            <a:rect l="l" t="t" r="r" b="b"/>
            <a:pathLst>
              <a:path w="3895134" h="2822561">
                <a:moveTo>
                  <a:pt x="3895134" y="1411280"/>
                </a:moveTo>
                <a:lnTo>
                  <a:pt x="3852231" y="1166282"/>
                </a:lnTo>
                <a:lnTo>
                  <a:pt x="3724651" y="928622"/>
                </a:lnTo>
                <a:lnTo>
                  <a:pt x="3516910" y="705640"/>
                </a:lnTo>
                <a:lnTo>
                  <a:pt x="3234654" y="504109"/>
                </a:lnTo>
                <a:lnTo>
                  <a:pt x="2886915" y="330240"/>
                </a:lnTo>
                <a:lnTo>
                  <a:pt x="2483853" y="189112"/>
                </a:lnTo>
                <a:lnTo>
                  <a:pt x="2037889" y="85241"/>
                </a:lnTo>
                <a:lnTo>
                  <a:pt x="1562570" y="21451"/>
                </a:lnTo>
                <a:lnTo>
                  <a:pt x="1072573" y="0"/>
                </a:lnTo>
                <a:lnTo>
                  <a:pt x="886284" y="21451"/>
                </a:lnTo>
                <a:lnTo>
                  <a:pt x="705640" y="85241"/>
                </a:lnTo>
                <a:lnTo>
                  <a:pt x="536287" y="189112"/>
                </a:lnTo>
                <a:lnTo>
                  <a:pt x="383304" y="330240"/>
                </a:lnTo>
                <a:lnTo>
                  <a:pt x="251208" y="504109"/>
                </a:lnTo>
                <a:lnTo>
                  <a:pt x="143951" y="705640"/>
                </a:lnTo>
                <a:lnTo>
                  <a:pt x="64919" y="928622"/>
                </a:lnTo>
                <a:lnTo>
                  <a:pt x="16371" y="1166282"/>
                </a:lnTo>
                <a:lnTo>
                  <a:pt x="0" y="1411280"/>
                </a:lnTo>
                <a:lnTo>
                  <a:pt x="16371" y="1656279"/>
                </a:lnTo>
                <a:lnTo>
                  <a:pt x="64919" y="1893938"/>
                </a:lnTo>
                <a:lnTo>
                  <a:pt x="143951" y="2116920"/>
                </a:lnTo>
                <a:lnTo>
                  <a:pt x="251208" y="2318451"/>
                </a:lnTo>
                <a:lnTo>
                  <a:pt x="383304" y="2492321"/>
                </a:lnTo>
                <a:lnTo>
                  <a:pt x="536287" y="2633449"/>
                </a:lnTo>
                <a:lnTo>
                  <a:pt x="705640" y="2737319"/>
                </a:lnTo>
                <a:lnTo>
                  <a:pt x="886284" y="2801109"/>
                </a:lnTo>
                <a:lnTo>
                  <a:pt x="1072573" y="2822561"/>
                </a:lnTo>
                <a:lnTo>
                  <a:pt x="1562570" y="2801109"/>
                </a:lnTo>
                <a:lnTo>
                  <a:pt x="2037889" y="2737319"/>
                </a:lnTo>
                <a:lnTo>
                  <a:pt x="2483853" y="2633449"/>
                </a:lnTo>
                <a:lnTo>
                  <a:pt x="2886915" y="2492321"/>
                </a:lnTo>
                <a:lnTo>
                  <a:pt x="3234654" y="2318451"/>
                </a:lnTo>
                <a:lnTo>
                  <a:pt x="3516910" y="2116920"/>
                </a:lnTo>
                <a:lnTo>
                  <a:pt x="3724651" y="1893938"/>
                </a:lnTo>
                <a:lnTo>
                  <a:pt x="3852231" y="1656279"/>
                </a:lnTo>
                <a:close/>
              </a:path>
            </a:pathLst>
          </a:custGeom>
          <a:solidFill>
            <a:srgbClr val="D5ECC8"/>
          </a:solidFill>
          <a:ln w="25400">
            <a:solidFill>
              <a:srgbClr val="1F2937"/>
            </a:solidFill>
            <a:prstDash val="solid"/>
          </a:ln>
        </p:spPr>
      </p:sp>
      <p:sp>
        <p:nvSpPr>
          <p:cNvPr id="4" name="S13-mark493"/>
          <p:cNvSpPr/>
          <p:nvPr/>
        </p:nvSpPr>
        <p:spPr>
          <a:xfrm>
            <a:off x="7863681" y="2772149"/>
            <a:ext cx="2624981" cy="1919341"/>
          </a:xfrm>
          <a:custGeom>
            <a:avLst/>
            <a:gdLst/>
            <a:ahLst/>
            <a:cxnLst/>
            <a:rect l="l" t="t" r="r" b="b"/>
            <a:pathLst>
              <a:path w="2624981" h="1919341">
                <a:moveTo>
                  <a:pt x="2624981" y="959671"/>
                </a:moveTo>
                <a:lnTo>
                  <a:pt x="2595627" y="793140"/>
                </a:lnTo>
                <a:lnTo>
                  <a:pt x="2509256" y="631689"/>
                </a:lnTo>
                <a:lnTo>
                  <a:pt x="2367564" y="479835"/>
                </a:lnTo>
                <a:lnTo>
                  <a:pt x="2176194" y="342659"/>
                </a:lnTo>
                <a:lnTo>
                  <a:pt x="1939099" y="224676"/>
                </a:lnTo>
                <a:lnTo>
                  <a:pt x="1665311" y="128709"/>
                </a:lnTo>
                <a:lnTo>
                  <a:pt x="1362168" y="58145"/>
                </a:lnTo>
                <a:lnTo>
                  <a:pt x="1038702" y="14677"/>
                </a:lnTo>
                <a:lnTo>
                  <a:pt x="705640" y="0"/>
                </a:lnTo>
                <a:lnTo>
                  <a:pt x="583141" y="14677"/>
                </a:lnTo>
                <a:lnTo>
                  <a:pt x="464029" y="58145"/>
                </a:lnTo>
                <a:lnTo>
                  <a:pt x="352820" y="128709"/>
                </a:lnTo>
                <a:lnTo>
                  <a:pt x="252337" y="224676"/>
                </a:lnTo>
                <a:lnTo>
                  <a:pt x="164838" y="342659"/>
                </a:lnTo>
                <a:lnTo>
                  <a:pt x="94274" y="479835"/>
                </a:lnTo>
                <a:lnTo>
                  <a:pt x="42338" y="631689"/>
                </a:lnTo>
                <a:lnTo>
                  <a:pt x="10726" y="793140"/>
                </a:lnTo>
                <a:lnTo>
                  <a:pt x="0" y="959671"/>
                </a:lnTo>
                <a:lnTo>
                  <a:pt x="10726" y="1126202"/>
                </a:lnTo>
                <a:lnTo>
                  <a:pt x="42338" y="1287652"/>
                </a:lnTo>
                <a:lnTo>
                  <a:pt x="94274" y="1439506"/>
                </a:lnTo>
                <a:lnTo>
                  <a:pt x="164838" y="1576682"/>
                </a:lnTo>
                <a:lnTo>
                  <a:pt x="252337" y="1694665"/>
                </a:lnTo>
                <a:lnTo>
                  <a:pt x="352820" y="1790632"/>
                </a:lnTo>
                <a:lnTo>
                  <a:pt x="464029" y="1861196"/>
                </a:lnTo>
                <a:lnTo>
                  <a:pt x="583141" y="1904664"/>
                </a:lnTo>
                <a:lnTo>
                  <a:pt x="705640" y="1919341"/>
                </a:lnTo>
                <a:lnTo>
                  <a:pt x="1038702" y="1904664"/>
                </a:lnTo>
                <a:lnTo>
                  <a:pt x="1362168" y="1861196"/>
                </a:lnTo>
                <a:lnTo>
                  <a:pt x="1665311" y="1790632"/>
                </a:lnTo>
                <a:lnTo>
                  <a:pt x="1939099" y="1694665"/>
                </a:lnTo>
                <a:lnTo>
                  <a:pt x="2176194" y="1576682"/>
                </a:lnTo>
                <a:lnTo>
                  <a:pt x="2367564" y="1439506"/>
                </a:lnTo>
                <a:lnTo>
                  <a:pt x="2509256" y="1287652"/>
                </a:lnTo>
                <a:lnTo>
                  <a:pt x="2595627" y="1126202"/>
                </a:lnTo>
                <a:close/>
              </a:path>
            </a:pathLst>
          </a:custGeom>
          <a:solidFill>
            <a:srgbClr val="F3E6AE"/>
          </a:solidFill>
          <a:ln w="25400">
            <a:solidFill>
              <a:srgbClr val="1F2937"/>
            </a:solidFill>
            <a:prstDash val="solid"/>
          </a:ln>
        </p:spPr>
      </p:sp>
      <p:sp>
        <p:nvSpPr>
          <p:cNvPr id="5" name="S13-mark494"/>
          <p:cNvSpPr/>
          <p:nvPr/>
        </p:nvSpPr>
        <p:spPr>
          <a:xfrm>
            <a:off x="8230613" y="3223759"/>
            <a:ext cx="1354829" cy="1016122"/>
          </a:xfrm>
          <a:custGeom>
            <a:avLst/>
            <a:gdLst/>
            <a:ahLst/>
            <a:cxnLst/>
            <a:rect l="l" t="t" r="r" b="b"/>
            <a:pathLst>
              <a:path w="1354829" h="1016122">
                <a:moveTo>
                  <a:pt x="1354829" y="508061"/>
                </a:moveTo>
                <a:lnTo>
                  <a:pt x="1339587" y="419997"/>
                </a:lnTo>
                <a:lnTo>
                  <a:pt x="1293297" y="334191"/>
                </a:lnTo>
                <a:lnTo>
                  <a:pt x="1218782" y="254030"/>
                </a:lnTo>
                <a:lnTo>
                  <a:pt x="1117169" y="181208"/>
                </a:lnTo>
                <a:lnTo>
                  <a:pt x="991848" y="119112"/>
                </a:lnTo>
                <a:lnTo>
                  <a:pt x="846768" y="68306"/>
                </a:lnTo>
                <a:lnTo>
                  <a:pt x="686447" y="30484"/>
                </a:lnTo>
                <a:lnTo>
                  <a:pt x="515400" y="7903"/>
                </a:lnTo>
                <a:lnTo>
                  <a:pt x="338707" y="0"/>
                </a:lnTo>
                <a:lnTo>
                  <a:pt x="279998" y="7903"/>
                </a:lnTo>
                <a:lnTo>
                  <a:pt x="222982" y="30484"/>
                </a:lnTo>
                <a:lnTo>
                  <a:pt x="169354" y="68306"/>
                </a:lnTo>
                <a:lnTo>
                  <a:pt x="120806" y="119112"/>
                </a:lnTo>
                <a:lnTo>
                  <a:pt x="79032" y="181208"/>
                </a:lnTo>
                <a:lnTo>
                  <a:pt x="45161" y="254030"/>
                </a:lnTo>
                <a:lnTo>
                  <a:pt x="20322" y="334191"/>
                </a:lnTo>
                <a:lnTo>
                  <a:pt x="5081" y="419997"/>
                </a:lnTo>
                <a:lnTo>
                  <a:pt x="0" y="508061"/>
                </a:lnTo>
                <a:lnTo>
                  <a:pt x="5081" y="596125"/>
                </a:lnTo>
                <a:lnTo>
                  <a:pt x="20322" y="681931"/>
                </a:lnTo>
                <a:lnTo>
                  <a:pt x="45161" y="762091"/>
                </a:lnTo>
                <a:lnTo>
                  <a:pt x="79032" y="834913"/>
                </a:lnTo>
                <a:lnTo>
                  <a:pt x="120806" y="897010"/>
                </a:lnTo>
                <a:lnTo>
                  <a:pt x="169354" y="947816"/>
                </a:lnTo>
                <a:lnTo>
                  <a:pt x="222982" y="985638"/>
                </a:lnTo>
                <a:lnTo>
                  <a:pt x="279998" y="1008219"/>
                </a:lnTo>
                <a:lnTo>
                  <a:pt x="338707" y="1016122"/>
                </a:lnTo>
                <a:lnTo>
                  <a:pt x="515400" y="1008219"/>
                </a:lnTo>
                <a:lnTo>
                  <a:pt x="686447" y="985638"/>
                </a:lnTo>
                <a:lnTo>
                  <a:pt x="846768" y="947816"/>
                </a:lnTo>
                <a:lnTo>
                  <a:pt x="991848" y="897010"/>
                </a:lnTo>
                <a:lnTo>
                  <a:pt x="1117169" y="834913"/>
                </a:lnTo>
                <a:lnTo>
                  <a:pt x="1218782" y="762091"/>
                </a:lnTo>
                <a:lnTo>
                  <a:pt x="1293297" y="681931"/>
                </a:lnTo>
                <a:lnTo>
                  <a:pt x="1339587" y="596125"/>
                </a:lnTo>
                <a:close/>
              </a:path>
            </a:pathLst>
          </a:custGeom>
          <a:solidFill>
            <a:srgbClr val="E6C097"/>
          </a:solidFill>
          <a:ln w="25400">
            <a:solidFill>
              <a:srgbClr val="1F2937"/>
            </a:solidFill>
            <a:prstDash val="solid"/>
          </a:ln>
        </p:spPr>
      </p:sp>
      <p:sp>
        <p:nvSpPr>
          <p:cNvPr id="6" name="S13-mark495"/>
          <p:cNvSpPr/>
          <p:nvPr/>
        </p:nvSpPr>
        <p:spPr>
          <a:xfrm>
            <a:off x="8429886" y="3601417"/>
            <a:ext cx="278869" cy="242176"/>
          </a:xfrm>
          <a:custGeom>
            <a:avLst/>
            <a:gdLst/>
            <a:ahLst/>
            <a:cxnLst/>
            <a:rect l="l" t="t" r="r" b="b"/>
            <a:pathLst>
              <a:path w="278869" h="242176">
                <a:moveTo>
                  <a:pt x="0" y="242176"/>
                </a:moveTo>
                <a:lnTo>
                  <a:pt x="278869" y="242176"/>
                </a:lnTo>
                <a:lnTo>
                  <a:pt x="139434" y="0"/>
                </a:lnTo>
                <a:close/>
              </a:path>
            </a:pathLst>
          </a:custGeom>
          <a:solidFill>
            <a:srgbClr val="8B5E3C"/>
          </a:solidFill>
          <a:ln w="15875">
            <a:solidFill>
              <a:srgbClr val="1F2937"/>
            </a:solidFill>
            <a:prstDash val="solid"/>
          </a:ln>
        </p:spPr>
      </p:sp>
      <p:sp>
        <p:nvSpPr>
          <p:cNvPr id="7" name="S13-mark496"/>
          <p:cNvSpPr/>
          <p:nvPr/>
        </p:nvSpPr>
        <p:spPr>
          <a:xfrm>
            <a:off x="8386419" y="5720031"/>
            <a:ext cx="365804" cy="406449"/>
          </a:xfrm>
          <a:custGeom>
            <a:avLst/>
            <a:gdLst/>
            <a:ahLst/>
            <a:cxnLst/>
            <a:rect l="l" t="t" r="r" b="b"/>
            <a:pathLst>
              <a:path w="365804" h="406449">
                <a:moveTo>
                  <a:pt x="0" y="406449"/>
                </a:moveTo>
                <a:lnTo>
                  <a:pt x="365804" y="406449"/>
                </a:lnTo>
                <a:lnTo>
                  <a:pt x="365804" y="172741"/>
                </a:lnTo>
                <a:lnTo>
                  <a:pt x="182902" y="0"/>
                </a:lnTo>
                <a:lnTo>
                  <a:pt x="0" y="172741"/>
                </a:lnTo>
                <a:close/>
              </a:path>
            </a:pathLst>
          </a:custGeom>
          <a:solidFill>
            <a:srgbClr val="F2C14E"/>
          </a:solidFill>
          <a:ln w="15875">
            <a:solidFill>
              <a:srgbClr val="1F2937"/>
            </a:solidFill>
            <a:prstDash val="solid"/>
          </a:ln>
        </p:spPr>
      </p:sp>
      <p:sp>
        <p:nvSpPr>
          <p:cNvPr id="8" name="S13-mark497"/>
          <p:cNvSpPr/>
          <p:nvPr/>
        </p:nvSpPr>
        <p:spPr>
          <a:xfrm flipV="1">
            <a:off x="6762882" y="1981832"/>
            <a:ext cx="0" cy="677415"/>
          </a:xfrm>
          <a:prstGeom prst="line">
            <a:avLst/>
          </a:prstGeom>
          <a:noFill/>
          <a:ln w="31750">
            <a:solidFill>
              <a:srgbClr val="1F2937"/>
            </a:solidFill>
            <a:prstDash val="solid"/>
            <a:tailEnd type="triangle"/>
          </a:ln>
        </p:spPr>
      </p:sp>
      <p:sp>
        <p:nvSpPr>
          <p:cNvPr id="9" name="S13-mark498"/>
          <p:cNvSpPr/>
          <p:nvPr/>
        </p:nvSpPr>
        <p:spPr>
          <a:xfrm>
            <a:off x="6525787" y="2320539"/>
            <a:ext cx="474190" cy="0"/>
          </a:xfrm>
          <a:prstGeom prst="line">
            <a:avLst/>
          </a:prstGeom>
          <a:noFill/>
          <a:ln w="25400">
            <a:solidFill>
              <a:srgbClr val="1F2937"/>
            </a:solidFill>
            <a:prstDash val="solid"/>
          </a:ln>
        </p:spPr>
      </p:sp>
      <p:sp>
        <p:nvSpPr>
          <p:cNvPr id="10" name="S13-labelbg500"/>
          <p:cNvSpPr/>
          <p:nvPr/>
        </p:nvSpPr>
        <p:spPr>
          <a:xfrm>
            <a:off x="10570666" y="2769909"/>
            <a:ext cx="621792" cy="304800"/>
          </a:xfrm>
          <a:prstGeom prst="rect">
            <a:avLst/>
          </a:prstGeom>
          <a:solidFill>
            <a:srgbClr val="FFFFFF"/>
          </a:solidFill>
          <a:ln/>
        </p:spPr>
      </p:sp>
      <p:sp>
        <p:nvSpPr>
          <p:cNvPr id="11" name="S13-label501"/>
          <p:cNvSpPr txBox="1"/>
          <p:nvPr/>
        </p:nvSpPr>
        <p:spPr>
          <a:xfrm>
            <a:off x="10524946" y="2731809"/>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100</a:t>
            </a:r>
            <a:endParaRPr lang="ko-KR" sz="2400" dirty="0"/>
          </a:p>
        </p:txBody>
      </p:sp>
      <p:sp>
        <p:nvSpPr>
          <p:cNvPr id="12" name="S13-labelbg503"/>
          <p:cNvSpPr/>
          <p:nvPr/>
        </p:nvSpPr>
        <p:spPr>
          <a:xfrm>
            <a:off x="9830591" y="3029020"/>
            <a:ext cx="621792" cy="304800"/>
          </a:xfrm>
          <a:prstGeom prst="rect">
            <a:avLst/>
          </a:prstGeom>
          <a:solidFill>
            <a:srgbClr val="FFFFFF"/>
          </a:solidFill>
          <a:ln/>
        </p:spPr>
      </p:sp>
      <p:sp>
        <p:nvSpPr>
          <p:cNvPr id="13" name="S13-label504"/>
          <p:cNvSpPr txBox="1"/>
          <p:nvPr/>
        </p:nvSpPr>
        <p:spPr>
          <a:xfrm>
            <a:off x="9784871" y="2990920"/>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200</a:t>
            </a:r>
            <a:endParaRPr lang="ko-KR" sz="2400" dirty="0"/>
          </a:p>
        </p:txBody>
      </p:sp>
      <p:sp>
        <p:nvSpPr>
          <p:cNvPr id="14" name="S13-labelbg506"/>
          <p:cNvSpPr/>
          <p:nvPr/>
        </p:nvSpPr>
        <p:spPr>
          <a:xfrm>
            <a:off x="9090515" y="3288131"/>
            <a:ext cx="621792" cy="304800"/>
          </a:xfrm>
          <a:prstGeom prst="rect">
            <a:avLst/>
          </a:prstGeom>
          <a:solidFill>
            <a:srgbClr val="FFFFFF"/>
          </a:solidFill>
          <a:ln/>
        </p:spPr>
      </p:sp>
      <p:sp>
        <p:nvSpPr>
          <p:cNvPr id="15" name="S13-label507"/>
          <p:cNvSpPr txBox="1"/>
          <p:nvPr/>
        </p:nvSpPr>
        <p:spPr>
          <a:xfrm>
            <a:off x="9044795" y="3250031"/>
            <a:ext cx="7132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300</a:t>
            </a:r>
            <a:endParaRPr lang="ko-KR" sz="2400" dirty="0"/>
          </a:p>
        </p:txBody>
      </p:sp>
      <p:sp>
        <p:nvSpPr>
          <p:cNvPr id="16" name="S13-label509"/>
          <p:cNvSpPr txBox="1"/>
          <p:nvPr/>
        </p:nvSpPr>
        <p:spPr>
          <a:xfrm>
            <a:off x="9006070" y="5742917"/>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마을</a:t>
            </a:r>
            <a:endParaRPr lang="ko-KR" sz="2400" dirty="0"/>
          </a:p>
        </p:txBody>
      </p:sp>
      <p:sp>
        <p:nvSpPr>
          <p:cNvPr id="17" name="S13-label511"/>
          <p:cNvSpPr txBox="1"/>
          <p:nvPr/>
        </p:nvSpPr>
        <p:spPr>
          <a:xfrm>
            <a:off x="6558666" y="148085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북</a:t>
            </a:r>
            <a:endParaRPr lang="ko-KR" sz="2400" dirty="0"/>
          </a:p>
        </p:txBody>
      </p:sp>
      <p:sp>
        <p:nvSpPr>
          <p:cNvPr id="18" name="S13-chip512"/>
          <p:cNvSpPr txBox="1"/>
          <p:nvPr/>
        </p:nvSpPr>
        <p:spPr>
          <a:xfrm>
            <a:off x="548640" y="17739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19" name="S13-text513"/>
          <p:cNvSpPr txBox="1"/>
          <p:nvPr/>
        </p:nvSpPr>
        <p:spPr>
          <a:xfrm>
            <a:off x="1344168" y="132588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마을에서 보면 산꼭대기는 어느 쪽?</a:t>
            </a:r>
            <a:endParaRPr lang="ko-KR" sz="3000" dirty="0"/>
          </a:p>
        </p:txBody>
      </p:sp>
      <p:sp>
        <p:nvSpPr>
          <p:cNvPr id="20" name="S13-chip514"/>
          <p:cNvSpPr txBox="1"/>
          <p:nvPr/>
        </p:nvSpPr>
        <p:spPr>
          <a:xfrm>
            <a:off x="548640" y="34655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21" name="S13-text515"/>
          <p:cNvSpPr txBox="1"/>
          <p:nvPr/>
        </p:nvSpPr>
        <p:spPr>
          <a:xfrm>
            <a:off x="1344168" y="301752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서쪽과 동쪽 중 경사가 급한 쪽은? 왜?</a:t>
            </a:r>
            <a:endParaRPr lang="ko-KR" sz="3000" dirty="0"/>
          </a:p>
        </p:txBody>
      </p:sp>
      <p:sp>
        <p:nvSpPr>
          <p:cNvPr id="22" name="S13-chip516"/>
          <p:cNvSpPr txBox="1"/>
          <p:nvPr/>
        </p:nvSpPr>
        <p:spPr>
          <a:xfrm>
            <a:off x="548640" y="51572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23" name="S13-text517"/>
          <p:cNvSpPr txBox="1"/>
          <p:nvPr/>
        </p:nvSpPr>
        <p:spPr>
          <a:xfrm>
            <a:off x="1344168" y="4709160"/>
            <a:ext cx="4567428"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산꼭대기는 몇 m보다 높을까요?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4-card51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4-cardtext51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범례로 기호를 읽고, 방위표로 방향을, 축척으로 거리를,</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등고선으로 높낮이를 알아요.</a:t>
            </a:r>
            <a:endParaRPr lang="ko-KR" sz="3000" dirty="0"/>
          </a:p>
        </p:txBody>
      </p:sp>
      <p:sp>
        <p:nvSpPr>
          <p:cNvPr id="5" name="S14-chip52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동서남북으로 말하기</a:t>
            </a:r>
            <a:endParaRPr lang="ko-KR" sz="2400" dirty="0"/>
          </a:p>
        </p:txBody>
      </p:sp>
      <p:sp>
        <p:nvSpPr>
          <p:cNvPr id="6" name="S14-chip52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칸 수를 그대로 거리로 말하기</a:t>
            </a:r>
            <a:endParaRPr lang="ko-KR" sz="2400" dirty="0"/>
          </a:p>
        </p:txBody>
      </p:sp>
      <p:sp>
        <p:nvSpPr>
          <p:cNvPr id="7" name="S14-text52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4-text52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방위표가 없으면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북쪽은?</a:t>
            </a:r>
            <a:endParaRPr lang="ko-KR" sz="2400" dirty="0"/>
          </a:p>
        </p:txBody>
      </p:sp>
      <p:sp>
        <p:nvSpPr>
          <p:cNvPr id="9" name="S14-text52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한 칸이 100 m면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6칸은 몇 m?</a:t>
            </a:r>
            <a:endParaRPr lang="ko-KR" sz="2400" dirty="0"/>
          </a:p>
        </p:txBody>
      </p:sp>
      <p:sp>
        <p:nvSpPr>
          <p:cNvPr id="10" name="S14-text52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등고선 간격이</a:t>
            </a:r>
            <a:endParaRPr lang="ko-KR" sz="2400" dirty="0"/>
          </a:p>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좁으면?</a:t>
            </a:r>
            <a:endParaRPr lang="ko-KR" sz="2400" dirty="0"/>
          </a:p>
        </p:txBody>
      </p:sp>
      <p:sp>
        <p:nvSpPr>
          <p:cNvPr id="11" name="S14-text52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촌락과 도시</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기호와 위치 말하기</a:t>
            </a:r>
            <a:endParaRPr lang="ko-KR" sz="4000" dirty="0"/>
          </a:p>
        </p:txBody>
      </p:sp>
      <p:sp>
        <p:nvSpPr>
          <p:cNvPr id="3" name="S15-card527"/>
          <p:cNvSpPr/>
          <p:nvPr/>
        </p:nvSpPr>
        <p:spPr>
          <a:xfrm>
            <a:off x="548640" y="4494276"/>
            <a:ext cx="5431536" cy="1723644"/>
          </a:xfrm>
          <a:prstGeom prst="roundRect">
            <a:avLst>
              <a:gd name="adj" fmla="val 6366"/>
            </a:avLst>
          </a:prstGeom>
          <a:solidFill>
            <a:srgbClr val="EAF3F1"/>
          </a:solidFill>
          <a:ln w="12700">
            <a:solidFill>
              <a:srgbClr val="EAF3F1"/>
            </a:solidFill>
            <a:prstDash val="solid"/>
          </a:ln>
        </p:spPr>
      </p:sp>
      <p:sp>
        <p:nvSpPr>
          <p:cNvPr id="4" name="S15-cardtext528"/>
          <p:cNvSpPr txBox="1"/>
          <p:nvPr/>
        </p:nvSpPr>
        <p:spPr>
          <a:xfrm>
            <a:off x="822960"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기호는 장소를 간단한 그림으로 나타낸 약속이에요.</a:t>
            </a:r>
            <a:endParaRPr lang="ko-KR" sz="3000" dirty="0"/>
          </a:p>
        </p:txBody>
      </p:sp>
      <p:sp>
        <p:nvSpPr>
          <p:cNvPr id="5" name="S15-card529"/>
          <p:cNvSpPr/>
          <p:nvPr/>
        </p:nvSpPr>
        <p:spPr>
          <a:xfrm>
            <a:off x="6208776" y="4494276"/>
            <a:ext cx="5431536" cy="1723644"/>
          </a:xfrm>
          <a:prstGeom prst="roundRect">
            <a:avLst>
              <a:gd name="adj" fmla="val 6366"/>
            </a:avLst>
          </a:prstGeom>
          <a:solidFill>
            <a:srgbClr val="EAF3F1"/>
          </a:solidFill>
          <a:ln w="12700">
            <a:solidFill>
              <a:srgbClr val="EAF3F1"/>
            </a:solidFill>
            <a:prstDash val="solid"/>
          </a:ln>
        </p:spPr>
      </p:sp>
      <p:sp>
        <p:nvSpPr>
          <p:cNvPr id="6" name="S15-cardtext530"/>
          <p:cNvSpPr txBox="1"/>
          <p:nvPr/>
        </p:nvSpPr>
        <p:spPr>
          <a:xfrm>
            <a:off x="6483096" y="4631436"/>
            <a:ext cx="4882896" cy="144932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기준이 되는 곳을 먼저 정하고 ‘옆, 사이, 앞’으로 말해요.</a:t>
            </a:r>
            <a:endParaRPr lang="ko-KR" sz="3000" dirty="0"/>
          </a:p>
        </p:txBody>
      </p:sp>
      <p:sp>
        <p:nvSpPr>
          <p:cNvPr id="7" name="S15-figure531" descr="간단한 지도: 왼쪽부터 집, 공원, 학교가 길을 따라 있다. 아래에 기호의 약속(집, 공원, 학교)이 있다."/>
          <p:cNvSpPr/>
          <p:nvPr/>
        </p:nvSpPr>
        <p:spPr>
          <a:xfrm>
            <a:off x="2748535" y="2459441"/>
            <a:ext cx="6691882" cy="9144"/>
          </a:xfrm>
          <a:custGeom>
            <a:avLst/>
            <a:gdLst/>
            <a:ahLst/>
            <a:cxnLst/>
            <a:rect l="l" t="t" r="r" b="b"/>
            <a:pathLst>
              <a:path w="6691882" h="9144">
                <a:moveTo>
                  <a:pt x="0" y="0"/>
                </a:moveTo>
                <a:lnTo>
                  <a:pt x="6691882" y="0"/>
                </a:lnTo>
              </a:path>
            </a:pathLst>
          </a:custGeom>
          <a:noFill/>
          <a:ln w="114300">
            <a:solidFill>
              <a:srgbClr val="A3AAB4"/>
            </a:solidFill>
            <a:prstDash val="solid"/>
          </a:ln>
        </p:spPr>
      </p:sp>
      <p:sp>
        <p:nvSpPr>
          <p:cNvPr id="8" name="S15-mark532"/>
          <p:cNvSpPr/>
          <p:nvPr/>
        </p:nvSpPr>
        <p:spPr>
          <a:xfrm>
            <a:off x="3518101" y="1440323"/>
            <a:ext cx="552080" cy="613423"/>
          </a:xfrm>
          <a:custGeom>
            <a:avLst/>
            <a:gdLst/>
            <a:ahLst/>
            <a:cxnLst/>
            <a:rect l="l" t="t" r="r" b="b"/>
            <a:pathLst>
              <a:path w="552080" h="613423">
                <a:moveTo>
                  <a:pt x="0" y="613423"/>
                </a:moveTo>
                <a:lnTo>
                  <a:pt x="552080" y="613423"/>
                </a:lnTo>
                <a:lnTo>
                  <a:pt x="552080" y="260705"/>
                </a:lnTo>
                <a:lnTo>
                  <a:pt x="276040" y="0"/>
                </a:lnTo>
                <a:lnTo>
                  <a:pt x="0" y="260705"/>
                </a:lnTo>
                <a:close/>
              </a:path>
            </a:pathLst>
          </a:custGeom>
          <a:solidFill>
            <a:srgbClr val="F2C14E"/>
          </a:solidFill>
          <a:ln w="15875">
            <a:solidFill>
              <a:srgbClr val="1F2937"/>
            </a:solidFill>
            <a:prstDash val="solid"/>
          </a:ln>
        </p:spPr>
      </p:sp>
      <p:sp>
        <p:nvSpPr>
          <p:cNvPr id="9" name="S15-mark533"/>
          <p:cNvSpPr/>
          <p:nvPr/>
        </p:nvSpPr>
        <p:spPr>
          <a:xfrm>
            <a:off x="6048469" y="1800709"/>
            <a:ext cx="92013" cy="306711"/>
          </a:xfrm>
          <a:custGeom>
            <a:avLst/>
            <a:gdLst/>
            <a:ahLst/>
            <a:cxnLst/>
            <a:rect l="l" t="t" r="r" b="b"/>
            <a:pathLst>
              <a:path w="92013" h="306711">
                <a:moveTo>
                  <a:pt x="0" y="306711"/>
                </a:moveTo>
                <a:lnTo>
                  <a:pt x="92013" y="306711"/>
                </a:lnTo>
                <a:lnTo>
                  <a:pt x="92013" y="0"/>
                </a:lnTo>
                <a:lnTo>
                  <a:pt x="0" y="0"/>
                </a:lnTo>
                <a:close/>
              </a:path>
            </a:pathLst>
          </a:custGeom>
          <a:solidFill>
            <a:srgbClr val="8B5E3C"/>
          </a:solidFill>
          <a:ln/>
        </p:spPr>
      </p:sp>
      <p:sp>
        <p:nvSpPr>
          <p:cNvPr id="10" name="S15-mark534"/>
          <p:cNvSpPr/>
          <p:nvPr/>
        </p:nvSpPr>
        <p:spPr>
          <a:xfrm>
            <a:off x="5841439" y="1417320"/>
            <a:ext cx="506074" cy="506074"/>
          </a:xfrm>
          <a:custGeom>
            <a:avLst/>
            <a:gdLst/>
            <a:ahLst/>
            <a:cxnLst/>
            <a:rect l="l" t="t" r="r" b="b"/>
            <a:pathLst>
              <a:path w="506074" h="506074">
                <a:moveTo>
                  <a:pt x="506074" y="253037"/>
                </a:moveTo>
                <a:lnTo>
                  <a:pt x="493526" y="174965"/>
                </a:lnTo>
                <a:lnTo>
                  <a:pt x="457976" y="104561"/>
                </a:lnTo>
                <a:lnTo>
                  <a:pt x="401513" y="48098"/>
                </a:lnTo>
                <a:lnTo>
                  <a:pt x="331109" y="12547"/>
                </a:lnTo>
                <a:lnTo>
                  <a:pt x="253037" y="0"/>
                </a:lnTo>
                <a:lnTo>
                  <a:pt x="174965" y="12547"/>
                </a:lnTo>
                <a:lnTo>
                  <a:pt x="104561" y="48098"/>
                </a:lnTo>
                <a:lnTo>
                  <a:pt x="48098" y="104561"/>
                </a:lnTo>
                <a:lnTo>
                  <a:pt x="12547" y="174965"/>
                </a:lnTo>
                <a:lnTo>
                  <a:pt x="0" y="253037"/>
                </a:lnTo>
                <a:lnTo>
                  <a:pt x="12547" y="331109"/>
                </a:lnTo>
                <a:lnTo>
                  <a:pt x="48098" y="401513"/>
                </a:lnTo>
                <a:lnTo>
                  <a:pt x="104561" y="457976"/>
                </a:lnTo>
                <a:lnTo>
                  <a:pt x="174965" y="493526"/>
                </a:lnTo>
                <a:lnTo>
                  <a:pt x="253037" y="506074"/>
                </a:lnTo>
                <a:lnTo>
                  <a:pt x="331109" y="493526"/>
                </a:lnTo>
                <a:lnTo>
                  <a:pt x="401513" y="457976"/>
                </a:lnTo>
                <a:lnTo>
                  <a:pt x="457976" y="401513"/>
                </a:lnTo>
                <a:lnTo>
                  <a:pt x="493526" y="331109"/>
                </a:lnTo>
                <a:close/>
              </a:path>
            </a:pathLst>
          </a:custGeom>
          <a:solidFill>
            <a:srgbClr val="2A9D8F"/>
          </a:solidFill>
          <a:ln w="15875">
            <a:solidFill>
              <a:srgbClr val="1F2937"/>
            </a:solidFill>
            <a:prstDash val="solid"/>
          </a:ln>
        </p:spPr>
      </p:sp>
      <p:sp>
        <p:nvSpPr>
          <p:cNvPr id="11" name="S15-mark535"/>
          <p:cNvSpPr/>
          <p:nvPr/>
        </p:nvSpPr>
        <p:spPr>
          <a:xfrm>
            <a:off x="8164777" y="1417320"/>
            <a:ext cx="552080" cy="383389"/>
          </a:xfrm>
          <a:custGeom>
            <a:avLst/>
            <a:gdLst/>
            <a:ahLst/>
            <a:cxnLst/>
            <a:rect l="l" t="t" r="r" b="b"/>
            <a:pathLst>
              <a:path w="552080" h="383389">
                <a:moveTo>
                  <a:pt x="0" y="0"/>
                </a:moveTo>
                <a:lnTo>
                  <a:pt x="552080" y="191695"/>
                </a:lnTo>
                <a:lnTo>
                  <a:pt x="0" y="383389"/>
                </a:lnTo>
                <a:close/>
              </a:path>
            </a:pathLst>
          </a:custGeom>
          <a:solidFill>
            <a:srgbClr val="E9762B"/>
          </a:solidFill>
          <a:ln w="15875">
            <a:solidFill>
              <a:srgbClr val="1F2937"/>
            </a:solidFill>
            <a:prstDash val="solid"/>
          </a:ln>
        </p:spPr>
      </p:sp>
      <p:sp>
        <p:nvSpPr>
          <p:cNvPr id="12" name="S15-mark536"/>
          <p:cNvSpPr/>
          <p:nvPr/>
        </p:nvSpPr>
        <p:spPr>
          <a:xfrm>
            <a:off x="8118770" y="1417320"/>
            <a:ext cx="92013" cy="690100"/>
          </a:xfrm>
          <a:custGeom>
            <a:avLst/>
            <a:gdLst/>
            <a:ahLst/>
            <a:cxnLst/>
            <a:rect l="l" t="t" r="r" b="b"/>
            <a:pathLst>
              <a:path w="92013" h="690100">
                <a:moveTo>
                  <a:pt x="0" y="690100"/>
                </a:moveTo>
                <a:lnTo>
                  <a:pt x="92013" y="690100"/>
                </a:lnTo>
                <a:lnTo>
                  <a:pt x="92013" y="0"/>
                </a:lnTo>
                <a:lnTo>
                  <a:pt x="0" y="0"/>
                </a:lnTo>
                <a:close/>
              </a:path>
            </a:pathLst>
          </a:custGeom>
          <a:solidFill>
            <a:srgbClr val="1F2937"/>
          </a:solidFill>
          <a:ln/>
        </p:spPr>
      </p:sp>
      <p:sp>
        <p:nvSpPr>
          <p:cNvPr id="13" name="S15-mark537"/>
          <p:cNvSpPr/>
          <p:nvPr/>
        </p:nvSpPr>
        <p:spPr>
          <a:xfrm>
            <a:off x="2748535" y="3295926"/>
            <a:ext cx="6691882" cy="9144"/>
          </a:xfrm>
          <a:custGeom>
            <a:avLst/>
            <a:gdLst/>
            <a:ahLst/>
            <a:cxnLst/>
            <a:rect l="l" t="t" r="r" b="b"/>
            <a:pathLst>
              <a:path w="6691882" h="9144">
                <a:moveTo>
                  <a:pt x="0" y="0"/>
                </a:moveTo>
                <a:lnTo>
                  <a:pt x="6691882" y="0"/>
                </a:lnTo>
              </a:path>
            </a:pathLst>
          </a:custGeom>
          <a:noFill/>
          <a:ln w="12700">
            <a:solidFill>
              <a:srgbClr val="CBD5E1"/>
            </a:solidFill>
            <a:prstDash val="solid"/>
          </a:ln>
        </p:spPr>
      </p:sp>
      <p:sp>
        <p:nvSpPr>
          <p:cNvPr id="14" name="S15-mark538"/>
          <p:cNvSpPr/>
          <p:nvPr/>
        </p:nvSpPr>
        <p:spPr>
          <a:xfrm>
            <a:off x="3175142" y="3689075"/>
            <a:ext cx="401513" cy="446125"/>
          </a:xfrm>
          <a:custGeom>
            <a:avLst/>
            <a:gdLst/>
            <a:ahLst/>
            <a:cxnLst/>
            <a:rect l="l" t="t" r="r" b="b"/>
            <a:pathLst>
              <a:path w="401513" h="446125">
                <a:moveTo>
                  <a:pt x="0" y="446125"/>
                </a:moveTo>
                <a:lnTo>
                  <a:pt x="401513" y="446125"/>
                </a:lnTo>
                <a:lnTo>
                  <a:pt x="401513" y="189603"/>
                </a:lnTo>
                <a:lnTo>
                  <a:pt x="200756" y="0"/>
                </a:lnTo>
                <a:lnTo>
                  <a:pt x="0" y="189603"/>
                </a:lnTo>
                <a:close/>
              </a:path>
            </a:pathLst>
          </a:custGeom>
          <a:solidFill>
            <a:srgbClr val="F2C14E"/>
          </a:solidFill>
          <a:ln w="15875">
            <a:solidFill>
              <a:srgbClr val="1F2937"/>
            </a:solidFill>
            <a:prstDash val="solid"/>
          </a:ln>
        </p:spPr>
      </p:sp>
      <p:sp>
        <p:nvSpPr>
          <p:cNvPr id="15" name="S15-mark539"/>
          <p:cNvSpPr/>
          <p:nvPr/>
        </p:nvSpPr>
        <p:spPr>
          <a:xfrm>
            <a:off x="5433653" y="3951173"/>
            <a:ext cx="66919" cy="223063"/>
          </a:xfrm>
          <a:custGeom>
            <a:avLst/>
            <a:gdLst/>
            <a:ahLst/>
            <a:cxnLst/>
            <a:rect l="l" t="t" r="r" b="b"/>
            <a:pathLst>
              <a:path w="66919" h="223063">
                <a:moveTo>
                  <a:pt x="0" y="223063"/>
                </a:moveTo>
                <a:lnTo>
                  <a:pt x="66919" y="223063"/>
                </a:lnTo>
                <a:lnTo>
                  <a:pt x="66919" y="0"/>
                </a:lnTo>
                <a:lnTo>
                  <a:pt x="0" y="0"/>
                </a:lnTo>
                <a:close/>
              </a:path>
            </a:pathLst>
          </a:custGeom>
          <a:solidFill>
            <a:srgbClr val="8B5E3C"/>
          </a:solidFill>
          <a:ln/>
        </p:spPr>
      </p:sp>
      <p:sp>
        <p:nvSpPr>
          <p:cNvPr id="16" name="S15-mark540"/>
          <p:cNvSpPr/>
          <p:nvPr/>
        </p:nvSpPr>
        <p:spPr>
          <a:xfrm>
            <a:off x="5283085" y="3672345"/>
            <a:ext cx="368054" cy="368054"/>
          </a:xfrm>
          <a:custGeom>
            <a:avLst/>
            <a:gdLst/>
            <a:ahLst/>
            <a:cxnLst/>
            <a:rect l="l" t="t" r="r" b="b"/>
            <a:pathLst>
              <a:path w="368054" h="368054">
                <a:moveTo>
                  <a:pt x="368054" y="184027"/>
                </a:moveTo>
                <a:lnTo>
                  <a:pt x="358992" y="126867"/>
                </a:lnTo>
                <a:lnTo>
                  <a:pt x="333200" y="75981"/>
                </a:lnTo>
                <a:lnTo>
                  <a:pt x="292073" y="34854"/>
                </a:lnTo>
                <a:lnTo>
                  <a:pt x="241187" y="9062"/>
                </a:lnTo>
                <a:lnTo>
                  <a:pt x="184027" y="0"/>
                </a:lnTo>
                <a:lnTo>
                  <a:pt x="126867" y="9062"/>
                </a:lnTo>
                <a:lnTo>
                  <a:pt x="75981" y="34854"/>
                </a:lnTo>
                <a:lnTo>
                  <a:pt x="34854" y="75981"/>
                </a:lnTo>
                <a:lnTo>
                  <a:pt x="9062" y="126867"/>
                </a:lnTo>
                <a:lnTo>
                  <a:pt x="0" y="184027"/>
                </a:lnTo>
                <a:lnTo>
                  <a:pt x="9062" y="241187"/>
                </a:lnTo>
                <a:lnTo>
                  <a:pt x="34854" y="292073"/>
                </a:lnTo>
                <a:lnTo>
                  <a:pt x="75981" y="333200"/>
                </a:lnTo>
                <a:lnTo>
                  <a:pt x="126867" y="358992"/>
                </a:lnTo>
                <a:lnTo>
                  <a:pt x="184027" y="368054"/>
                </a:lnTo>
                <a:lnTo>
                  <a:pt x="241187" y="358992"/>
                </a:lnTo>
                <a:lnTo>
                  <a:pt x="292073" y="333200"/>
                </a:lnTo>
                <a:lnTo>
                  <a:pt x="333200" y="292073"/>
                </a:lnTo>
                <a:lnTo>
                  <a:pt x="358992" y="241187"/>
                </a:lnTo>
                <a:close/>
              </a:path>
            </a:pathLst>
          </a:custGeom>
          <a:solidFill>
            <a:srgbClr val="2A9D8F"/>
          </a:solidFill>
          <a:ln w="15875">
            <a:solidFill>
              <a:srgbClr val="1F2937"/>
            </a:solidFill>
            <a:prstDash val="solid"/>
          </a:ln>
        </p:spPr>
      </p:sp>
      <p:sp>
        <p:nvSpPr>
          <p:cNvPr id="17" name="S15-mark541"/>
          <p:cNvSpPr/>
          <p:nvPr/>
        </p:nvSpPr>
        <p:spPr>
          <a:xfrm>
            <a:off x="7600149" y="3672345"/>
            <a:ext cx="401513" cy="278828"/>
          </a:xfrm>
          <a:custGeom>
            <a:avLst/>
            <a:gdLst/>
            <a:ahLst/>
            <a:cxnLst/>
            <a:rect l="l" t="t" r="r" b="b"/>
            <a:pathLst>
              <a:path w="401513" h="278828">
                <a:moveTo>
                  <a:pt x="0" y="0"/>
                </a:moveTo>
                <a:lnTo>
                  <a:pt x="401513" y="139414"/>
                </a:lnTo>
                <a:lnTo>
                  <a:pt x="0" y="278828"/>
                </a:lnTo>
                <a:close/>
              </a:path>
            </a:pathLst>
          </a:custGeom>
          <a:solidFill>
            <a:srgbClr val="E9762B"/>
          </a:solidFill>
          <a:ln w="15875">
            <a:solidFill>
              <a:srgbClr val="1F2937"/>
            </a:solidFill>
            <a:prstDash val="solid"/>
          </a:ln>
        </p:spPr>
      </p:sp>
      <p:sp>
        <p:nvSpPr>
          <p:cNvPr id="18" name="S15-mark542"/>
          <p:cNvSpPr/>
          <p:nvPr/>
        </p:nvSpPr>
        <p:spPr>
          <a:xfrm>
            <a:off x="7566690" y="3672345"/>
            <a:ext cx="66919" cy="501891"/>
          </a:xfrm>
          <a:custGeom>
            <a:avLst/>
            <a:gdLst/>
            <a:ahLst/>
            <a:cxnLst/>
            <a:rect l="l" t="t" r="r" b="b"/>
            <a:pathLst>
              <a:path w="66919" h="501891">
                <a:moveTo>
                  <a:pt x="0" y="501891"/>
                </a:moveTo>
                <a:lnTo>
                  <a:pt x="66919" y="501891"/>
                </a:lnTo>
                <a:lnTo>
                  <a:pt x="66919" y="0"/>
                </a:lnTo>
                <a:lnTo>
                  <a:pt x="0" y="0"/>
                </a:lnTo>
                <a:close/>
              </a:path>
            </a:pathLst>
          </a:custGeom>
          <a:solidFill>
            <a:srgbClr val="1F2937"/>
          </a:solidFill>
          <a:ln/>
        </p:spPr>
      </p:sp>
      <p:sp>
        <p:nvSpPr>
          <p:cNvPr id="19" name="S15-label544"/>
          <p:cNvSpPr txBox="1"/>
          <p:nvPr/>
        </p:nvSpPr>
        <p:spPr>
          <a:xfrm>
            <a:off x="4043022" y="3732790"/>
            <a:ext cx="408432"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집</a:t>
            </a:r>
            <a:endParaRPr lang="ko-KR" sz="2400" dirty="0"/>
          </a:p>
        </p:txBody>
      </p:sp>
      <p:sp>
        <p:nvSpPr>
          <p:cNvPr id="20" name="S15-label546"/>
          <p:cNvSpPr txBox="1"/>
          <p:nvPr/>
        </p:nvSpPr>
        <p:spPr>
          <a:xfrm>
            <a:off x="5984883"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공원</a:t>
            </a:r>
            <a:endParaRPr lang="ko-KR" sz="2400" dirty="0"/>
          </a:p>
        </p:txBody>
      </p:sp>
      <p:sp>
        <p:nvSpPr>
          <p:cNvPr id="21" name="S15-label548"/>
          <p:cNvSpPr txBox="1"/>
          <p:nvPr/>
        </p:nvSpPr>
        <p:spPr>
          <a:xfrm>
            <a:off x="8285217" y="3732790"/>
            <a:ext cx="707136" cy="381000"/>
          </a:xfrm>
          <a:prstGeom prst="rect">
            <a:avLst/>
          </a:prstGeom>
          <a:noFill/>
          <a:ln/>
        </p:spPr>
        <p:txBody>
          <a:bodyPr wrap="square" lIns="0" tIns="0" rIns="0" bIns="0" rtlCol="0" anchor="ctr"/>
          <a:lstStyle/>
          <a:p>
            <a:pPr eaLnBrk="0" algn="ctr" indent="0" marL="0">
              <a:buNone/>
            </a:pPr>
            <a:r>
              <a:rPr lang="ko-KR" altLang="en-US" sz="2400" b="1" dirty="0">
                <a:solidFill>
                  <a:srgbClr val="1F2937"/>
                </a:solidFill>
                <a:latin typeface="맑은 고딕" pitchFamily="34" charset="0"/>
                <a:ea typeface="맑은 고딕" pitchFamily="34" charset="-122"/>
                <a:cs typeface="맑은 고딕" pitchFamily="34" charset="-120"/>
              </a:rPr>
              <a:t>학교</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초4 사회·역사 지도 읽기</dc:title>
  <dc:subject>KR22-G04-SOC-MAP-L01</dc:subject>
  <dc:creator>education-ppt</dc:creator>
  <cp:lastModifiedBy>education-ppt</cp:lastModifiedBy>
  <cp:revision>1</cp:revision>
  <dcterms:created xsi:type="dcterms:W3CDTF">2026-10-26T09:29:11Z</dcterms:created>
  <dcterms:modified xsi:type="dcterms:W3CDTF">2026-10-26T09:29:11Z</dcterms:modified>
</cp:coreProperties>
</file>