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af10f33-19da-cde8-e92a-9930f8d30125}">
          <p14:sldIdLst>
            <p14:sldId id="256"/>
            <p14:sldId id="257"/>
          </p14:sldIdLst>
        </p14:section>
        <p14:section name="개념" id="{bfb37498-aa8e-fe74-19fc-a956af543373}">
          <p14:sldIdLst>
            <p14:sldId id="258"/>
            <p14:sldId id="259"/>
            <p14:sldId id="262"/>
            <p14:sldId id="264"/>
          </p14:sldIdLst>
        </p14:section>
        <p14:section name="연습" id="{e8ff6b91-3a41-4d86-a834-5bc4e42a3da4}">
          <p14:sldIdLst>
            <p14:sldId id="260"/>
            <p14:sldId id="261"/>
            <p14:sldId id="263"/>
            <p14:sldId id="265"/>
          </p14:sldIdLst>
        </p14:section>
        <p14:section name="개념" id="{aeef43a0-12c4-1213-f5c3-882fb99bb2c7}">
          <p14:sldIdLst/>
        </p14:section>
        <p14:section name="연습" id="{64fec059-ad0e-a8b9-3153-a6718745f489}">
          <p14:sldIdLst/>
        </p14:section>
        <p14:section name="개념" id="{e8b51ef8-6f1e-d5e7-bb82-ebee438ea0ae}">
          <p14:sldIdLst/>
        </p14:section>
        <p14:section name="연습" id="{03a61ce2-5afc-aa59-ad0b-6caa5c868aba}">
          <p14:sldIdLst/>
        </p14:section>
        <p14:section name="확인" id="{223c46e6-2daa-4500-1922-60bb0820410b}">
          <p14:sldIdLst>
            <p14:sldId id="266"/>
            <p14:sldId id="267"/>
          </p14:sldIdLst>
        </p14:section>
        <p14:section name="정리" id="{23465a7b-b6dd-3771-ccf3-f5e0146f19ae}">
          <p14:sldIdLst>
            <p14:sldId id="268"/>
          </p14:sldIdLst>
        </p14:section>
        <p14:section name="보충" id="{db7efd40-3a5f-c6d5-4247-eaeb336b254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figure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4008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4" name="S03-mark40"/>
          <p:cNvSpPr/>
          <p:nvPr/>
        </p:nvSpPr>
        <p:spPr>
          <a:xfrm>
            <a:off x="106841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5" name="S03-mark41"/>
          <p:cNvSpPr/>
          <p:nvPr/>
        </p:nvSpPr>
        <p:spPr>
          <a:xfrm>
            <a:off x="149675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6" name="S03-mark42"/>
          <p:cNvSpPr/>
          <p:nvPr/>
        </p:nvSpPr>
        <p:spPr>
          <a:xfrm>
            <a:off x="192509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7" name="S03-mark43"/>
          <p:cNvSpPr/>
          <p:nvPr/>
        </p:nvSpPr>
        <p:spPr>
          <a:xfrm>
            <a:off x="235342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8" name="S03-mark44"/>
          <p:cNvSpPr/>
          <p:nvPr/>
        </p:nvSpPr>
        <p:spPr>
          <a:xfrm>
            <a:off x="278176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9" name="S03-mark45"/>
          <p:cNvSpPr/>
          <p:nvPr/>
        </p:nvSpPr>
        <p:spPr>
          <a:xfrm>
            <a:off x="321010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0" name="S03-mark46"/>
          <p:cNvSpPr/>
          <p:nvPr/>
        </p:nvSpPr>
        <p:spPr>
          <a:xfrm>
            <a:off x="363843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1" name="S03-mark47"/>
          <p:cNvSpPr/>
          <p:nvPr/>
        </p:nvSpPr>
        <p:spPr>
          <a:xfrm>
            <a:off x="406677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2" name="S03-mark48"/>
          <p:cNvSpPr/>
          <p:nvPr/>
        </p:nvSpPr>
        <p:spPr>
          <a:xfrm>
            <a:off x="449511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3" name="S03-mark49"/>
          <p:cNvSpPr/>
          <p:nvPr/>
        </p:nvSpPr>
        <p:spPr>
          <a:xfrm>
            <a:off x="4923448"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4" name="S03-mark50"/>
          <p:cNvSpPr/>
          <p:nvPr/>
        </p:nvSpPr>
        <p:spPr>
          <a:xfrm>
            <a:off x="535178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5" name="S03-mark51"/>
          <p:cNvSpPr/>
          <p:nvPr/>
        </p:nvSpPr>
        <p:spPr>
          <a:xfrm>
            <a:off x="640080" y="520468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6" name="S03-mark52"/>
          <p:cNvSpPr/>
          <p:nvPr/>
        </p:nvSpPr>
        <p:spPr>
          <a:xfrm>
            <a:off x="640080" y="4776350"/>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7" name="S03-mark53"/>
          <p:cNvSpPr/>
          <p:nvPr/>
        </p:nvSpPr>
        <p:spPr>
          <a:xfrm>
            <a:off x="640080" y="434801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8" name="S03-mark54"/>
          <p:cNvSpPr/>
          <p:nvPr/>
        </p:nvSpPr>
        <p:spPr>
          <a:xfrm>
            <a:off x="640080" y="391967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9" name="S03-mark55"/>
          <p:cNvSpPr/>
          <p:nvPr/>
        </p:nvSpPr>
        <p:spPr>
          <a:xfrm>
            <a:off x="640080" y="349133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0" name="S03-mark56"/>
          <p:cNvSpPr/>
          <p:nvPr/>
        </p:nvSpPr>
        <p:spPr>
          <a:xfrm>
            <a:off x="640080" y="306300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1" name="S03-mark57"/>
          <p:cNvSpPr/>
          <p:nvPr/>
        </p:nvSpPr>
        <p:spPr>
          <a:xfrm>
            <a:off x="640080" y="263466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2" name="S03-mark58"/>
          <p:cNvSpPr/>
          <p:nvPr/>
        </p:nvSpPr>
        <p:spPr>
          <a:xfrm>
            <a:off x="640080" y="220632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3" name="S03-mark59"/>
          <p:cNvSpPr/>
          <p:nvPr/>
        </p:nvSpPr>
        <p:spPr>
          <a:xfrm>
            <a:off x="640080" y="1777992"/>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4" name="S03-mark60"/>
          <p:cNvSpPr/>
          <p:nvPr/>
        </p:nvSpPr>
        <p:spPr>
          <a:xfrm>
            <a:off x="4109608" y="1777992"/>
            <a:ext cx="171335" cy="3426694"/>
          </a:xfrm>
          <a:custGeom>
            <a:avLst/>
            <a:gdLst/>
            <a:ahLst/>
            <a:cxnLst/>
            <a:rect l="l" t="t" r="r" b="b"/>
            <a:pathLst>
              <a:path w="171335" h="3426694">
                <a:moveTo>
                  <a:pt x="128501" y="0"/>
                </a:moveTo>
                <a:lnTo>
                  <a:pt x="0" y="642505"/>
                </a:lnTo>
                <a:lnTo>
                  <a:pt x="171335" y="1285010"/>
                </a:lnTo>
                <a:lnTo>
                  <a:pt x="42834" y="1927515"/>
                </a:lnTo>
                <a:lnTo>
                  <a:pt x="171335" y="2570021"/>
                </a:lnTo>
                <a:lnTo>
                  <a:pt x="42834" y="3426694"/>
                </a:lnTo>
              </a:path>
            </a:pathLst>
          </a:custGeom>
          <a:noFill/>
          <a:ln w="88900">
            <a:solidFill>
              <a:srgbClr val="4A90C8"/>
            </a:solidFill>
            <a:prstDash val="solid"/>
          </a:ln>
        </p:spPr>
      </p:sp>
      <p:sp>
        <p:nvSpPr>
          <p:cNvPr id="25" name="S03-mark61"/>
          <p:cNvSpPr/>
          <p:nvPr/>
        </p:nvSpPr>
        <p:spPr>
          <a:xfrm>
            <a:off x="640080" y="3705508"/>
            <a:ext cx="4711704" cy="9144"/>
          </a:xfrm>
          <a:custGeom>
            <a:avLst/>
            <a:gdLst/>
            <a:ahLst/>
            <a:cxnLst/>
            <a:rect l="l" t="t" r="r" b="b"/>
            <a:pathLst>
              <a:path w="4711704" h="9144">
                <a:moveTo>
                  <a:pt x="0" y="0"/>
                </a:moveTo>
                <a:lnTo>
                  <a:pt x="4711704" y="0"/>
                </a:lnTo>
              </a:path>
            </a:pathLst>
          </a:custGeom>
          <a:noFill/>
          <a:ln w="88900">
            <a:solidFill>
              <a:srgbClr val="A3AAB4"/>
            </a:solidFill>
            <a:prstDash val="solid"/>
          </a:ln>
        </p:spPr>
      </p:sp>
      <p:sp>
        <p:nvSpPr>
          <p:cNvPr id="26" name="S03-mark62"/>
          <p:cNvSpPr/>
          <p:nvPr/>
        </p:nvSpPr>
        <p:spPr>
          <a:xfrm>
            <a:off x="2567595" y="1777992"/>
            <a:ext cx="9144" cy="3426694"/>
          </a:xfrm>
          <a:custGeom>
            <a:avLst/>
            <a:gdLst/>
            <a:ahLst/>
            <a:cxnLst/>
            <a:rect l="l" t="t" r="r" b="b"/>
            <a:pathLst>
              <a:path w="9144" h="3426694">
                <a:moveTo>
                  <a:pt x="0" y="3426694"/>
                </a:moveTo>
                <a:lnTo>
                  <a:pt x="0" y="0"/>
                </a:lnTo>
              </a:path>
            </a:pathLst>
          </a:custGeom>
          <a:noFill/>
          <a:ln w="88900">
            <a:solidFill>
              <a:srgbClr val="A3AAB4"/>
            </a:solidFill>
            <a:prstDash val="solid"/>
          </a:ln>
        </p:spPr>
      </p:sp>
      <p:sp>
        <p:nvSpPr>
          <p:cNvPr id="27" name="S03-mark63"/>
          <p:cNvSpPr/>
          <p:nvPr/>
        </p:nvSpPr>
        <p:spPr>
          <a:xfrm>
            <a:off x="640080" y="1777992"/>
            <a:ext cx="4711704" cy="3426694"/>
          </a:xfrm>
          <a:custGeom>
            <a:avLst/>
            <a:gdLst/>
            <a:ahLst/>
            <a:cxnLst/>
            <a:rect l="l" t="t" r="r" b="b"/>
            <a:pathLst>
              <a:path w="4711704" h="3426694">
                <a:moveTo>
                  <a:pt x="0" y="3426694"/>
                </a:moveTo>
                <a:lnTo>
                  <a:pt x="4711704" y="3426694"/>
                </a:lnTo>
                <a:lnTo>
                  <a:pt x="4711704" y="0"/>
                </a:lnTo>
                <a:lnTo>
                  <a:pt x="0" y="0"/>
                </a:lnTo>
                <a:lnTo>
                  <a:pt x="0" y="3426694"/>
                </a:lnTo>
              </a:path>
            </a:pathLst>
          </a:custGeom>
          <a:noFill/>
          <a:ln w="19050">
            <a:solidFill>
              <a:srgbClr val="1F2937"/>
            </a:solidFill>
            <a:prstDash val="solid"/>
          </a:ln>
        </p:spPr>
      </p:sp>
      <p:sp>
        <p:nvSpPr>
          <p:cNvPr id="28" name="S03-mark64"/>
          <p:cNvSpPr/>
          <p:nvPr/>
        </p:nvSpPr>
        <p:spPr>
          <a:xfrm>
            <a:off x="1304002" y="2026428"/>
            <a:ext cx="385503" cy="334103"/>
          </a:xfrm>
          <a:custGeom>
            <a:avLst/>
            <a:gdLst/>
            <a:ahLst/>
            <a:cxnLst/>
            <a:rect l="l" t="t" r="r" b="b"/>
            <a:pathLst>
              <a:path w="385503" h="334103">
                <a:moveTo>
                  <a:pt x="0" y="334103"/>
                </a:moveTo>
                <a:lnTo>
                  <a:pt x="385503" y="334103"/>
                </a:lnTo>
                <a:lnTo>
                  <a:pt x="192752" y="0"/>
                </a:lnTo>
                <a:close/>
              </a:path>
            </a:pathLst>
          </a:custGeom>
          <a:solidFill>
            <a:srgbClr val="8B5E3C"/>
          </a:solidFill>
          <a:ln w="15875">
            <a:solidFill>
              <a:srgbClr val="1F2937"/>
            </a:solidFill>
            <a:prstDash val="solid"/>
          </a:ln>
        </p:spPr>
      </p:sp>
      <p:sp>
        <p:nvSpPr>
          <p:cNvPr id="29" name="S03-mark65"/>
          <p:cNvSpPr/>
          <p:nvPr/>
        </p:nvSpPr>
        <p:spPr>
          <a:xfrm>
            <a:off x="1368253" y="2870251"/>
            <a:ext cx="308402" cy="214168"/>
          </a:xfrm>
          <a:custGeom>
            <a:avLst/>
            <a:gdLst/>
            <a:ahLst/>
            <a:cxnLst/>
            <a:rect l="l" t="t" r="r" b="b"/>
            <a:pathLst>
              <a:path w="308402" h="214168">
                <a:moveTo>
                  <a:pt x="0" y="0"/>
                </a:moveTo>
                <a:lnTo>
                  <a:pt x="308402" y="107084"/>
                </a:lnTo>
                <a:lnTo>
                  <a:pt x="0" y="214168"/>
                </a:lnTo>
                <a:close/>
              </a:path>
            </a:pathLst>
          </a:custGeom>
          <a:solidFill>
            <a:srgbClr val="E9762B"/>
          </a:solidFill>
          <a:ln w="15875">
            <a:solidFill>
              <a:srgbClr val="1F2937"/>
            </a:solidFill>
            <a:prstDash val="solid"/>
          </a:ln>
        </p:spPr>
      </p:sp>
      <p:sp>
        <p:nvSpPr>
          <p:cNvPr id="30" name="S03-mark66"/>
          <p:cNvSpPr/>
          <p:nvPr/>
        </p:nvSpPr>
        <p:spPr>
          <a:xfrm>
            <a:off x="1342552" y="2870251"/>
            <a:ext cx="51400" cy="385503"/>
          </a:xfrm>
          <a:custGeom>
            <a:avLst/>
            <a:gdLst/>
            <a:ahLst/>
            <a:cxnLst/>
            <a:rect l="l" t="t" r="r" b="b"/>
            <a:pathLst>
              <a:path w="51400" h="385503">
                <a:moveTo>
                  <a:pt x="0" y="385503"/>
                </a:moveTo>
                <a:lnTo>
                  <a:pt x="51400" y="385503"/>
                </a:lnTo>
                <a:lnTo>
                  <a:pt x="51400" y="0"/>
                </a:lnTo>
                <a:lnTo>
                  <a:pt x="0" y="0"/>
                </a:lnTo>
                <a:close/>
              </a:path>
            </a:pathLst>
          </a:custGeom>
          <a:solidFill>
            <a:srgbClr val="1F2937"/>
          </a:solidFill>
          <a:ln/>
        </p:spPr>
      </p:sp>
      <p:sp>
        <p:nvSpPr>
          <p:cNvPr id="31" name="S03-mark67"/>
          <p:cNvSpPr/>
          <p:nvPr/>
        </p:nvSpPr>
        <p:spPr>
          <a:xfrm>
            <a:off x="3013066" y="2925935"/>
            <a:ext cx="197035" cy="291269"/>
          </a:xfrm>
          <a:custGeom>
            <a:avLst/>
            <a:gdLst/>
            <a:ahLst/>
            <a:cxnLst/>
            <a:rect l="l" t="t" r="r" b="b"/>
            <a:pathLst>
              <a:path w="197035" h="291269">
                <a:moveTo>
                  <a:pt x="0" y="0"/>
                </a:moveTo>
                <a:lnTo>
                  <a:pt x="197035" y="42834"/>
                </a:lnTo>
                <a:lnTo>
                  <a:pt x="197035" y="291269"/>
                </a:lnTo>
                <a:lnTo>
                  <a:pt x="0" y="248435"/>
                </a:lnTo>
                <a:close/>
              </a:path>
            </a:pathLst>
          </a:custGeom>
          <a:solidFill>
            <a:srgbClr val="3D5A80"/>
          </a:solidFill>
          <a:ln w="15875">
            <a:solidFill>
              <a:srgbClr val="1F2937"/>
            </a:solidFill>
            <a:prstDash val="solid"/>
          </a:ln>
        </p:spPr>
      </p:sp>
      <p:sp>
        <p:nvSpPr>
          <p:cNvPr id="32" name="S03-mark68"/>
          <p:cNvSpPr/>
          <p:nvPr/>
        </p:nvSpPr>
        <p:spPr>
          <a:xfrm>
            <a:off x="3210101" y="2925935"/>
            <a:ext cx="197035" cy="291269"/>
          </a:xfrm>
          <a:custGeom>
            <a:avLst/>
            <a:gdLst/>
            <a:ahLst/>
            <a:cxnLst/>
            <a:rect l="l" t="t" r="r" b="b"/>
            <a:pathLst>
              <a:path w="197035" h="291269">
                <a:moveTo>
                  <a:pt x="197035" y="0"/>
                </a:moveTo>
                <a:lnTo>
                  <a:pt x="0" y="42834"/>
                </a:lnTo>
                <a:lnTo>
                  <a:pt x="0" y="291269"/>
                </a:lnTo>
                <a:lnTo>
                  <a:pt x="197035" y="248435"/>
                </a:lnTo>
                <a:close/>
              </a:path>
            </a:pathLst>
          </a:custGeom>
          <a:solidFill>
            <a:srgbClr val="3D5A80"/>
          </a:solidFill>
          <a:ln w="15875">
            <a:solidFill>
              <a:srgbClr val="1F2937"/>
            </a:solidFill>
            <a:prstDash val="solid"/>
          </a:ln>
        </p:spPr>
      </p:sp>
      <p:sp>
        <p:nvSpPr>
          <p:cNvPr id="33" name="S03-mark69"/>
          <p:cNvSpPr/>
          <p:nvPr/>
        </p:nvSpPr>
        <p:spPr>
          <a:xfrm>
            <a:off x="1471053" y="4369430"/>
            <a:ext cx="51400" cy="171335"/>
          </a:xfrm>
          <a:custGeom>
            <a:avLst/>
            <a:gdLst/>
            <a:ahLst/>
            <a:cxnLst/>
            <a:rect l="l" t="t" r="r" b="b"/>
            <a:pathLst>
              <a:path w="51400" h="171335">
                <a:moveTo>
                  <a:pt x="0" y="171335"/>
                </a:moveTo>
                <a:lnTo>
                  <a:pt x="51400" y="171335"/>
                </a:lnTo>
                <a:lnTo>
                  <a:pt x="51400" y="0"/>
                </a:lnTo>
                <a:lnTo>
                  <a:pt x="0" y="0"/>
                </a:lnTo>
                <a:close/>
              </a:path>
            </a:pathLst>
          </a:custGeom>
          <a:solidFill>
            <a:srgbClr val="8B5E3C"/>
          </a:solidFill>
          <a:ln/>
        </p:spPr>
      </p:sp>
      <p:sp>
        <p:nvSpPr>
          <p:cNvPr id="34" name="S03-mark70"/>
          <p:cNvSpPr/>
          <p:nvPr/>
        </p:nvSpPr>
        <p:spPr>
          <a:xfrm>
            <a:off x="1355402" y="4155261"/>
            <a:ext cx="282702" cy="282702"/>
          </a:xfrm>
          <a:custGeom>
            <a:avLst/>
            <a:gdLst/>
            <a:ahLst/>
            <a:cxnLst/>
            <a:rect l="l" t="t" r="r" b="b"/>
            <a:pathLst>
              <a:path w="282702" h="282702">
                <a:moveTo>
                  <a:pt x="282702" y="141351"/>
                </a:moveTo>
                <a:lnTo>
                  <a:pt x="275849" y="97661"/>
                </a:lnTo>
                <a:lnTo>
                  <a:pt x="255717" y="58254"/>
                </a:lnTo>
                <a:lnTo>
                  <a:pt x="224448" y="26985"/>
                </a:lnTo>
                <a:lnTo>
                  <a:pt x="185041" y="6853"/>
                </a:lnTo>
                <a:lnTo>
                  <a:pt x="141351" y="0"/>
                </a:lnTo>
                <a:lnTo>
                  <a:pt x="97661" y="6853"/>
                </a:lnTo>
                <a:lnTo>
                  <a:pt x="58254" y="26985"/>
                </a:lnTo>
                <a:lnTo>
                  <a:pt x="26985" y="58254"/>
                </a:lnTo>
                <a:lnTo>
                  <a:pt x="6853" y="97661"/>
                </a:lnTo>
                <a:lnTo>
                  <a:pt x="0" y="141351"/>
                </a:lnTo>
                <a:lnTo>
                  <a:pt x="6853" y="185041"/>
                </a:lnTo>
                <a:lnTo>
                  <a:pt x="26985" y="224448"/>
                </a:lnTo>
                <a:lnTo>
                  <a:pt x="58254" y="255717"/>
                </a:lnTo>
                <a:lnTo>
                  <a:pt x="97661" y="275849"/>
                </a:lnTo>
                <a:lnTo>
                  <a:pt x="141351" y="282702"/>
                </a:lnTo>
                <a:lnTo>
                  <a:pt x="185041" y="275849"/>
                </a:lnTo>
                <a:lnTo>
                  <a:pt x="224448" y="255717"/>
                </a:lnTo>
                <a:lnTo>
                  <a:pt x="255717" y="224448"/>
                </a:lnTo>
                <a:lnTo>
                  <a:pt x="275849" y="185041"/>
                </a:lnTo>
                <a:close/>
              </a:path>
            </a:pathLst>
          </a:custGeom>
          <a:solidFill>
            <a:srgbClr val="2A9D8F"/>
          </a:solidFill>
          <a:ln w="15875">
            <a:solidFill>
              <a:srgbClr val="1F2937"/>
            </a:solidFill>
            <a:prstDash val="solid"/>
          </a:ln>
        </p:spPr>
      </p:sp>
      <p:sp>
        <p:nvSpPr>
          <p:cNvPr id="35" name="S03-mark71"/>
          <p:cNvSpPr/>
          <p:nvPr/>
        </p:nvSpPr>
        <p:spPr>
          <a:xfrm>
            <a:off x="3038766" y="4176678"/>
            <a:ext cx="342669" cy="342669"/>
          </a:xfrm>
          <a:custGeom>
            <a:avLst/>
            <a:gdLst/>
            <a:ahLst/>
            <a:cxnLst/>
            <a:rect l="l" t="t" r="r" b="b"/>
            <a:pathLst>
              <a:path w="342669" h="342669">
                <a:moveTo>
                  <a:pt x="342669" y="171335"/>
                </a:moveTo>
                <a:lnTo>
                  <a:pt x="334103" y="118221"/>
                </a:lnTo>
                <a:lnTo>
                  <a:pt x="310116" y="70676"/>
                </a:lnTo>
                <a:lnTo>
                  <a:pt x="271994" y="32554"/>
                </a:lnTo>
                <a:lnTo>
                  <a:pt x="224448" y="8567"/>
                </a:lnTo>
                <a:lnTo>
                  <a:pt x="171335" y="0"/>
                </a:lnTo>
                <a:lnTo>
                  <a:pt x="118221" y="8567"/>
                </a:lnTo>
                <a:lnTo>
                  <a:pt x="70676" y="32554"/>
                </a:lnTo>
                <a:lnTo>
                  <a:pt x="32554" y="70676"/>
                </a:lnTo>
                <a:lnTo>
                  <a:pt x="8567" y="118221"/>
                </a:lnTo>
                <a:lnTo>
                  <a:pt x="0" y="171335"/>
                </a:lnTo>
                <a:lnTo>
                  <a:pt x="8567" y="224448"/>
                </a:lnTo>
                <a:lnTo>
                  <a:pt x="32554" y="271994"/>
                </a:lnTo>
                <a:lnTo>
                  <a:pt x="70676" y="310116"/>
                </a:lnTo>
                <a:lnTo>
                  <a:pt x="118221" y="334103"/>
                </a:lnTo>
                <a:lnTo>
                  <a:pt x="171335" y="342669"/>
                </a:lnTo>
                <a:lnTo>
                  <a:pt x="224448" y="334103"/>
                </a:lnTo>
                <a:lnTo>
                  <a:pt x="271994" y="310116"/>
                </a:lnTo>
                <a:lnTo>
                  <a:pt x="310116" y="271994"/>
                </a:lnTo>
                <a:lnTo>
                  <a:pt x="334103" y="224448"/>
                </a:lnTo>
                <a:close/>
              </a:path>
            </a:pathLst>
          </a:custGeom>
          <a:solidFill>
            <a:srgbClr val="FFFFFF"/>
          </a:solidFill>
          <a:ln w="25400">
            <a:solidFill>
              <a:srgbClr val="C8434E"/>
            </a:solidFill>
            <a:prstDash val="solid"/>
          </a:ln>
        </p:spPr>
      </p:sp>
      <p:sp>
        <p:nvSpPr>
          <p:cNvPr id="36" name="S03-mark72"/>
          <p:cNvSpPr/>
          <p:nvPr/>
        </p:nvSpPr>
        <p:spPr>
          <a:xfrm>
            <a:off x="3180117" y="4232362"/>
            <a:ext cx="59967" cy="231302"/>
          </a:xfrm>
          <a:custGeom>
            <a:avLst/>
            <a:gdLst/>
            <a:ahLst/>
            <a:cxnLst/>
            <a:rect l="l" t="t" r="r" b="b"/>
            <a:pathLst>
              <a:path w="59967" h="231302">
                <a:moveTo>
                  <a:pt x="0" y="231302"/>
                </a:moveTo>
                <a:lnTo>
                  <a:pt x="59967" y="231302"/>
                </a:lnTo>
                <a:lnTo>
                  <a:pt x="59967" y="0"/>
                </a:lnTo>
                <a:lnTo>
                  <a:pt x="0" y="0"/>
                </a:lnTo>
                <a:close/>
              </a:path>
            </a:pathLst>
          </a:custGeom>
          <a:solidFill>
            <a:srgbClr val="C8434E"/>
          </a:solidFill>
          <a:ln/>
        </p:spPr>
      </p:sp>
      <p:sp>
        <p:nvSpPr>
          <p:cNvPr id="37" name="S03-mark73"/>
          <p:cNvSpPr/>
          <p:nvPr/>
        </p:nvSpPr>
        <p:spPr>
          <a:xfrm>
            <a:off x="3094450" y="4318029"/>
            <a:ext cx="231302" cy="59967"/>
          </a:xfrm>
          <a:custGeom>
            <a:avLst/>
            <a:gdLst/>
            <a:ahLst/>
            <a:cxnLst/>
            <a:rect l="l" t="t" r="r" b="b"/>
            <a:pathLst>
              <a:path w="231302" h="59967">
                <a:moveTo>
                  <a:pt x="0" y="59967"/>
                </a:moveTo>
                <a:lnTo>
                  <a:pt x="231302" y="59967"/>
                </a:lnTo>
                <a:lnTo>
                  <a:pt x="231302" y="0"/>
                </a:lnTo>
                <a:lnTo>
                  <a:pt x="0" y="0"/>
                </a:lnTo>
                <a:close/>
              </a:path>
            </a:pathLst>
          </a:custGeom>
          <a:solidFill>
            <a:srgbClr val="C8434E"/>
          </a:solidFill>
          <a:ln/>
        </p:spPr>
      </p:sp>
      <p:sp>
        <p:nvSpPr>
          <p:cNvPr id="38" name="S03-mark74"/>
          <p:cNvSpPr/>
          <p:nvPr/>
        </p:nvSpPr>
        <p:spPr>
          <a:xfrm>
            <a:off x="4769246" y="2883101"/>
            <a:ext cx="308402" cy="342669"/>
          </a:xfrm>
          <a:custGeom>
            <a:avLst/>
            <a:gdLst/>
            <a:ahLst/>
            <a:cxnLst/>
            <a:rect l="l" t="t" r="r" b="b"/>
            <a:pathLst>
              <a:path w="308402" h="342669">
                <a:moveTo>
                  <a:pt x="0" y="342669"/>
                </a:moveTo>
                <a:lnTo>
                  <a:pt x="308402" y="342669"/>
                </a:lnTo>
                <a:lnTo>
                  <a:pt x="308402" y="145635"/>
                </a:lnTo>
                <a:lnTo>
                  <a:pt x="154201" y="0"/>
                </a:lnTo>
                <a:lnTo>
                  <a:pt x="0" y="145635"/>
                </a:lnTo>
                <a:close/>
              </a:path>
            </a:pathLst>
          </a:custGeom>
          <a:solidFill>
            <a:srgbClr val="F2C14E"/>
          </a:solidFill>
          <a:ln w="15875">
            <a:solidFill>
              <a:srgbClr val="1F2937"/>
            </a:solidFill>
            <a:prstDash val="solid"/>
          </a:ln>
        </p:spPr>
      </p:sp>
      <p:sp>
        <p:nvSpPr>
          <p:cNvPr id="39" name="S03-mark75"/>
          <p:cNvSpPr/>
          <p:nvPr/>
        </p:nvSpPr>
        <p:spPr>
          <a:xfrm>
            <a:off x="5735146" y="2065835"/>
            <a:ext cx="346953" cy="300692"/>
          </a:xfrm>
          <a:custGeom>
            <a:avLst/>
            <a:gdLst/>
            <a:ahLst/>
            <a:cxnLst/>
            <a:rect l="l" t="t" r="r" b="b"/>
            <a:pathLst>
              <a:path w="346953" h="300692">
                <a:moveTo>
                  <a:pt x="0" y="300692"/>
                </a:moveTo>
                <a:lnTo>
                  <a:pt x="346953" y="300692"/>
                </a:lnTo>
                <a:lnTo>
                  <a:pt x="173476" y="0"/>
                </a:lnTo>
                <a:close/>
              </a:path>
            </a:pathLst>
          </a:custGeom>
          <a:solidFill>
            <a:srgbClr val="8B5E3C"/>
          </a:solidFill>
          <a:ln w="15875">
            <a:solidFill>
              <a:srgbClr val="1F2937"/>
            </a:solidFill>
            <a:prstDash val="solid"/>
          </a:ln>
        </p:spPr>
      </p:sp>
      <p:sp>
        <p:nvSpPr>
          <p:cNvPr id="40" name="S03-mark76"/>
          <p:cNvSpPr/>
          <p:nvPr/>
        </p:nvSpPr>
        <p:spPr>
          <a:xfrm>
            <a:off x="5792971" y="2559707"/>
            <a:ext cx="277562" cy="192752"/>
          </a:xfrm>
          <a:custGeom>
            <a:avLst/>
            <a:gdLst/>
            <a:ahLst/>
            <a:cxnLst/>
            <a:rect l="l" t="t" r="r" b="b"/>
            <a:pathLst>
              <a:path w="277562" h="192752">
                <a:moveTo>
                  <a:pt x="0" y="0"/>
                </a:moveTo>
                <a:lnTo>
                  <a:pt x="277562" y="96376"/>
                </a:lnTo>
                <a:lnTo>
                  <a:pt x="0" y="192752"/>
                </a:lnTo>
                <a:close/>
              </a:path>
            </a:pathLst>
          </a:custGeom>
          <a:solidFill>
            <a:srgbClr val="E9762B"/>
          </a:solidFill>
          <a:ln w="15875">
            <a:solidFill>
              <a:srgbClr val="1F2937"/>
            </a:solidFill>
            <a:prstDash val="solid"/>
          </a:ln>
        </p:spPr>
      </p:sp>
      <p:sp>
        <p:nvSpPr>
          <p:cNvPr id="41" name="S03-mark77"/>
          <p:cNvSpPr/>
          <p:nvPr/>
        </p:nvSpPr>
        <p:spPr>
          <a:xfrm>
            <a:off x="5769841" y="2559707"/>
            <a:ext cx="46260" cy="346953"/>
          </a:xfrm>
          <a:custGeom>
            <a:avLst/>
            <a:gdLst/>
            <a:ahLst/>
            <a:cxnLst/>
            <a:rect l="l" t="t" r="r" b="b"/>
            <a:pathLst>
              <a:path w="46260" h="346953">
                <a:moveTo>
                  <a:pt x="0" y="346953"/>
                </a:moveTo>
                <a:lnTo>
                  <a:pt x="46260" y="346953"/>
                </a:lnTo>
                <a:lnTo>
                  <a:pt x="46260" y="0"/>
                </a:lnTo>
                <a:lnTo>
                  <a:pt x="0" y="0"/>
                </a:lnTo>
                <a:close/>
              </a:path>
            </a:pathLst>
          </a:custGeom>
          <a:solidFill>
            <a:srgbClr val="1F2937"/>
          </a:solidFill>
          <a:ln/>
        </p:spPr>
      </p:sp>
      <p:sp>
        <p:nvSpPr>
          <p:cNvPr id="42" name="S03-mark78"/>
          <p:cNvSpPr/>
          <p:nvPr/>
        </p:nvSpPr>
        <p:spPr>
          <a:xfrm>
            <a:off x="5731291" y="3115260"/>
            <a:ext cx="177331" cy="262142"/>
          </a:xfrm>
          <a:custGeom>
            <a:avLst/>
            <a:gdLst/>
            <a:ahLst/>
            <a:cxnLst/>
            <a:rect l="l" t="t" r="r" b="b"/>
            <a:pathLst>
              <a:path w="177331" h="262142">
                <a:moveTo>
                  <a:pt x="0" y="0"/>
                </a:moveTo>
                <a:lnTo>
                  <a:pt x="177331" y="38550"/>
                </a:lnTo>
                <a:lnTo>
                  <a:pt x="177331" y="262142"/>
                </a:lnTo>
                <a:lnTo>
                  <a:pt x="0" y="223592"/>
                </a:lnTo>
                <a:close/>
              </a:path>
            </a:pathLst>
          </a:custGeom>
          <a:solidFill>
            <a:srgbClr val="3D5A80"/>
          </a:solidFill>
          <a:ln w="15875">
            <a:solidFill>
              <a:srgbClr val="1F2937"/>
            </a:solidFill>
            <a:prstDash val="solid"/>
          </a:ln>
        </p:spPr>
      </p:sp>
      <p:sp>
        <p:nvSpPr>
          <p:cNvPr id="43" name="S03-mark79"/>
          <p:cNvSpPr/>
          <p:nvPr/>
        </p:nvSpPr>
        <p:spPr>
          <a:xfrm>
            <a:off x="5908622" y="3115260"/>
            <a:ext cx="177331" cy="262142"/>
          </a:xfrm>
          <a:custGeom>
            <a:avLst/>
            <a:gdLst/>
            <a:ahLst/>
            <a:cxnLst/>
            <a:rect l="l" t="t" r="r" b="b"/>
            <a:pathLst>
              <a:path w="177331" h="262142">
                <a:moveTo>
                  <a:pt x="177331" y="0"/>
                </a:moveTo>
                <a:lnTo>
                  <a:pt x="0" y="38550"/>
                </a:lnTo>
                <a:lnTo>
                  <a:pt x="0" y="262142"/>
                </a:lnTo>
                <a:lnTo>
                  <a:pt x="177331" y="223592"/>
                </a:lnTo>
                <a:close/>
              </a:path>
            </a:pathLst>
          </a:custGeom>
          <a:solidFill>
            <a:srgbClr val="3D5A80"/>
          </a:solidFill>
          <a:ln w="15875">
            <a:solidFill>
              <a:srgbClr val="1F2937"/>
            </a:solidFill>
            <a:prstDash val="solid"/>
          </a:ln>
        </p:spPr>
      </p:sp>
      <p:sp>
        <p:nvSpPr>
          <p:cNvPr id="44" name="S03-mark80"/>
          <p:cNvSpPr/>
          <p:nvPr/>
        </p:nvSpPr>
        <p:spPr>
          <a:xfrm>
            <a:off x="5754421" y="3589857"/>
            <a:ext cx="308402" cy="308402"/>
          </a:xfrm>
          <a:custGeom>
            <a:avLst/>
            <a:gdLst/>
            <a:ahLst/>
            <a:cxnLst/>
            <a:rect l="l" t="t" r="r" b="b"/>
            <a:pathLst>
              <a:path w="308402" h="308402">
                <a:moveTo>
                  <a:pt x="308402" y="154201"/>
                </a:moveTo>
                <a:lnTo>
                  <a:pt x="300692" y="106656"/>
                </a:lnTo>
                <a:lnTo>
                  <a:pt x="278847" y="63394"/>
                </a:lnTo>
                <a:lnTo>
                  <a:pt x="245009" y="29555"/>
                </a:lnTo>
                <a:lnTo>
                  <a:pt x="201747" y="7710"/>
                </a:lnTo>
                <a:lnTo>
                  <a:pt x="154201" y="0"/>
                </a:lnTo>
                <a:lnTo>
                  <a:pt x="106656" y="7710"/>
                </a:lnTo>
                <a:lnTo>
                  <a:pt x="63394" y="29555"/>
                </a:lnTo>
                <a:lnTo>
                  <a:pt x="29555" y="63394"/>
                </a:lnTo>
                <a:lnTo>
                  <a:pt x="7710" y="106656"/>
                </a:lnTo>
                <a:lnTo>
                  <a:pt x="0" y="154201"/>
                </a:lnTo>
                <a:lnTo>
                  <a:pt x="7710" y="201747"/>
                </a:lnTo>
                <a:lnTo>
                  <a:pt x="29555" y="245009"/>
                </a:lnTo>
                <a:lnTo>
                  <a:pt x="63394" y="278847"/>
                </a:lnTo>
                <a:lnTo>
                  <a:pt x="106656" y="300692"/>
                </a:lnTo>
                <a:lnTo>
                  <a:pt x="154201" y="308402"/>
                </a:lnTo>
                <a:lnTo>
                  <a:pt x="201747" y="300692"/>
                </a:lnTo>
                <a:lnTo>
                  <a:pt x="245009" y="278847"/>
                </a:lnTo>
                <a:lnTo>
                  <a:pt x="278847" y="245009"/>
                </a:lnTo>
                <a:lnTo>
                  <a:pt x="300692" y="201747"/>
                </a:lnTo>
                <a:close/>
              </a:path>
            </a:pathLst>
          </a:custGeom>
          <a:solidFill>
            <a:srgbClr val="FFFFFF"/>
          </a:solidFill>
          <a:ln w="25400">
            <a:solidFill>
              <a:srgbClr val="C8434E"/>
            </a:solidFill>
            <a:prstDash val="solid"/>
          </a:ln>
        </p:spPr>
      </p:sp>
      <p:sp>
        <p:nvSpPr>
          <p:cNvPr id="45" name="S03-mark81"/>
          <p:cNvSpPr/>
          <p:nvPr/>
        </p:nvSpPr>
        <p:spPr>
          <a:xfrm>
            <a:off x="5881637" y="3639972"/>
            <a:ext cx="53970" cy="208172"/>
          </a:xfrm>
          <a:custGeom>
            <a:avLst/>
            <a:gdLst/>
            <a:ahLst/>
            <a:cxnLst/>
            <a:rect l="l" t="t" r="r" b="b"/>
            <a:pathLst>
              <a:path w="53970" h="208172">
                <a:moveTo>
                  <a:pt x="0" y="208172"/>
                </a:moveTo>
                <a:lnTo>
                  <a:pt x="53970" y="208172"/>
                </a:lnTo>
                <a:lnTo>
                  <a:pt x="53970" y="0"/>
                </a:lnTo>
                <a:lnTo>
                  <a:pt x="0" y="0"/>
                </a:lnTo>
                <a:close/>
              </a:path>
            </a:pathLst>
          </a:custGeom>
          <a:solidFill>
            <a:srgbClr val="C8434E"/>
          </a:solidFill>
          <a:ln/>
        </p:spPr>
      </p:sp>
      <p:sp>
        <p:nvSpPr>
          <p:cNvPr id="46" name="S03-mark82"/>
          <p:cNvSpPr/>
          <p:nvPr/>
        </p:nvSpPr>
        <p:spPr>
          <a:xfrm>
            <a:off x="5804536" y="3717073"/>
            <a:ext cx="208172" cy="53970"/>
          </a:xfrm>
          <a:custGeom>
            <a:avLst/>
            <a:gdLst/>
            <a:ahLst/>
            <a:cxnLst/>
            <a:rect l="l" t="t" r="r" b="b"/>
            <a:pathLst>
              <a:path w="208172" h="53970">
                <a:moveTo>
                  <a:pt x="0" y="53970"/>
                </a:moveTo>
                <a:lnTo>
                  <a:pt x="208172" y="53970"/>
                </a:lnTo>
                <a:lnTo>
                  <a:pt x="208172" y="0"/>
                </a:lnTo>
                <a:lnTo>
                  <a:pt x="0" y="0"/>
                </a:lnTo>
                <a:close/>
              </a:path>
            </a:pathLst>
          </a:custGeom>
          <a:solidFill>
            <a:srgbClr val="C8434E"/>
          </a:solidFill>
          <a:ln/>
        </p:spPr>
      </p:sp>
      <p:sp>
        <p:nvSpPr>
          <p:cNvPr id="47" name="S03-mark83"/>
          <p:cNvSpPr/>
          <p:nvPr/>
        </p:nvSpPr>
        <p:spPr>
          <a:xfrm>
            <a:off x="5885492" y="4268771"/>
            <a:ext cx="46260" cy="154201"/>
          </a:xfrm>
          <a:custGeom>
            <a:avLst/>
            <a:gdLst/>
            <a:ahLst/>
            <a:cxnLst/>
            <a:rect l="l" t="t" r="r" b="b"/>
            <a:pathLst>
              <a:path w="46260" h="154201">
                <a:moveTo>
                  <a:pt x="0" y="154201"/>
                </a:moveTo>
                <a:lnTo>
                  <a:pt x="46260" y="154201"/>
                </a:lnTo>
                <a:lnTo>
                  <a:pt x="46260" y="0"/>
                </a:lnTo>
                <a:lnTo>
                  <a:pt x="0" y="0"/>
                </a:lnTo>
                <a:close/>
              </a:path>
            </a:pathLst>
          </a:custGeom>
          <a:solidFill>
            <a:srgbClr val="8B5E3C"/>
          </a:solidFill>
          <a:ln/>
        </p:spPr>
      </p:sp>
      <p:sp>
        <p:nvSpPr>
          <p:cNvPr id="48" name="S03-mark84"/>
          <p:cNvSpPr/>
          <p:nvPr/>
        </p:nvSpPr>
        <p:spPr>
          <a:xfrm>
            <a:off x="5781406" y="4076019"/>
            <a:ext cx="254432" cy="254432"/>
          </a:xfrm>
          <a:custGeom>
            <a:avLst/>
            <a:gdLst/>
            <a:ahLst/>
            <a:cxnLst/>
            <a:rect l="l" t="t" r="r" b="b"/>
            <a:pathLst>
              <a:path w="254432" h="254432">
                <a:moveTo>
                  <a:pt x="254432" y="127216"/>
                </a:moveTo>
                <a:lnTo>
                  <a:pt x="248007" y="87809"/>
                </a:lnTo>
                <a:lnTo>
                  <a:pt x="230017" y="52257"/>
                </a:lnTo>
                <a:lnTo>
                  <a:pt x="202175" y="24415"/>
                </a:lnTo>
                <a:lnTo>
                  <a:pt x="166623" y="6425"/>
                </a:lnTo>
                <a:lnTo>
                  <a:pt x="127216" y="0"/>
                </a:lnTo>
                <a:lnTo>
                  <a:pt x="87809" y="6425"/>
                </a:lnTo>
                <a:lnTo>
                  <a:pt x="52257" y="24415"/>
                </a:lnTo>
                <a:lnTo>
                  <a:pt x="24415" y="52257"/>
                </a:lnTo>
                <a:lnTo>
                  <a:pt x="6425" y="87809"/>
                </a:lnTo>
                <a:lnTo>
                  <a:pt x="0" y="127216"/>
                </a:lnTo>
                <a:lnTo>
                  <a:pt x="6425" y="166623"/>
                </a:lnTo>
                <a:lnTo>
                  <a:pt x="24415" y="202175"/>
                </a:lnTo>
                <a:lnTo>
                  <a:pt x="52257" y="230017"/>
                </a:lnTo>
                <a:lnTo>
                  <a:pt x="87809" y="248007"/>
                </a:lnTo>
                <a:lnTo>
                  <a:pt x="127216" y="254432"/>
                </a:lnTo>
                <a:lnTo>
                  <a:pt x="166623" y="248007"/>
                </a:lnTo>
                <a:lnTo>
                  <a:pt x="202175" y="230017"/>
                </a:lnTo>
                <a:lnTo>
                  <a:pt x="230017" y="202175"/>
                </a:lnTo>
                <a:lnTo>
                  <a:pt x="248007" y="166623"/>
                </a:lnTo>
                <a:close/>
              </a:path>
            </a:pathLst>
          </a:custGeom>
          <a:solidFill>
            <a:srgbClr val="2A9D8F"/>
          </a:solidFill>
          <a:ln w="15875">
            <a:solidFill>
              <a:srgbClr val="1F2937"/>
            </a:solidFill>
            <a:prstDash val="solid"/>
          </a:ln>
        </p:spPr>
      </p:sp>
      <p:sp>
        <p:nvSpPr>
          <p:cNvPr id="49" name="S03-mark85"/>
          <p:cNvSpPr/>
          <p:nvPr/>
        </p:nvSpPr>
        <p:spPr>
          <a:xfrm>
            <a:off x="5769841" y="4593022"/>
            <a:ext cx="277562" cy="308402"/>
          </a:xfrm>
          <a:custGeom>
            <a:avLst/>
            <a:gdLst/>
            <a:ahLst/>
            <a:cxnLst/>
            <a:rect l="l" t="t" r="r" b="b"/>
            <a:pathLst>
              <a:path w="277562" h="308402">
                <a:moveTo>
                  <a:pt x="0" y="308402"/>
                </a:moveTo>
                <a:lnTo>
                  <a:pt x="277562" y="308402"/>
                </a:lnTo>
                <a:lnTo>
                  <a:pt x="277562" y="131071"/>
                </a:lnTo>
                <a:lnTo>
                  <a:pt x="138781" y="0"/>
                </a:lnTo>
                <a:lnTo>
                  <a:pt x="0" y="131071"/>
                </a:lnTo>
                <a:close/>
              </a:path>
            </a:pathLst>
          </a:custGeom>
          <a:solidFill>
            <a:srgbClr val="F2C14E"/>
          </a:solidFill>
          <a:ln w="15875">
            <a:solidFill>
              <a:srgbClr val="1F2937"/>
            </a:solidFill>
            <a:prstDash val="solid"/>
          </a:ln>
        </p:spPr>
      </p:sp>
      <p:sp>
        <p:nvSpPr>
          <p:cNvPr id="50" name="S03-mark86"/>
          <p:cNvSpPr/>
          <p:nvPr/>
        </p:nvSpPr>
        <p:spPr>
          <a:xfrm>
            <a:off x="5651620" y="1520990"/>
            <a:ext cx="1884682" cy="4501819"/>
          </a:xfrm>
          <a:custGeom>
            <a:avLst/>
            <a:gdLst/>
            <a:ahLst/>
            <a:cxnLst/>
            <a:rect l="l" t="t" r="r" b="b"/>
            <a:pathLst>
              <a:path w="1884682" h="4501819">
                <a:moveTo>
                  <a:pt x="0" y="4501819"/>
                </a:moveTo>
                <a:lnTo>
                  <a:pt x="1884682" y="4501819"/>
                </a:lnTo>
                <a:lnTo>
                  <a:pt x="1884682" y="0"/>
                </a:lnTo>
                <a:lnTo>
                  <a:pt x="0" y="0"/>
                </a:lnTo>
                <a:lnTo>
                  <a:pt x="0" y="4501819"/>
                </a:lnTo>
              </a:path>
            </a:pathLst>
          </a:custGeom>
          <a:noFill/>
          <a:ln w="15875">
            <a:solidFill>
              <a:srgbClr val="1F2937"/>
            </a:solidFill>
            <a:prstDash val="solid"/>
          </a:ln>
        </p:spPr>
      </p:sp>
      <p:sp>
        <p:nvSpPr>
          <p:cNvPr id="51" name="S03-mark87"/>
          <p:cNvSpPr/>
          <p:nvPr/>
        </p:nvSpPr>
        <p:spPr>
          <a:xfrm>
            <a:off x="5651620" y="1949327"/>
            <a:ext cx="1884682" cy="9144"/>
          </a:xfrm>
          <a:custGeom>
            <a:avLst/>
            <a:gdLst/>
            <a:ahLst/>
            <a:cxnLst/>
            <a:rect l="l" t="t" r="r" b="b"/>
            <a:pathLst>
              <a:path w="1884682" h="9144">
                <a:moveTo>
                  <a:pt x="0" y="0"/>
                </a:moveTo>
                <a:lnTo>
                  <a:pt x="1884682" y="0"/>
                </a:lnTo>
              </a:path>
            </a:pathLst>
          </a:custGeom>
          <a:noFill/>
          <a:ln w="12700">
            <a:solidFill>
              <a:srgbClr val="1F2937"/>
            </a:solidFill>
            <a:prstDash val="solid"/>
          </a:ln>
        </p:spPr>
      </p:sp>
      <p:sp>
        <p:nvSpPr>
          <p:cNvPr id="52" name="S03-mark88"/>
          <p:cNvSpPr/>
          <p:nvPr/>
        </p:nvSpPr>
        <p:spPr>
          <a:xfrm flipV="1">
            <a:off x="4923448" y="2291996"/>
            <a:ext cx="0" cy="428337"/>
          </a:xfrm>
          <a:prstGeom prst="line">
            <a:avLst/>
          </a:prstGeom>
          <a:noFill/>
          <a:ln w="31750">
            <a:solidFill>
              <a:srgbClr val="1F2937"/>
            </a:solidFill>
            <a:prstDash val="solid"/>
            <a:tailEnd type="triangle"/>
          </a:ln>
        </p:spPr>
      </p:sp>
      <p:sp>
        <p:nvSpPr>
          <p:cNvPr id="53" name="S03-mark89"/>
          <p:cNvSpPr/>
          <p:nvPr/>
        </p:nvSpPr>
        <p:spPr>
          <a:xfrm>
            <a:off x="4773530" y="2506165"/>
            <a:ext cx="299836" cy="0"/>
          </a:xfrm>
          <a:prstGeom prst="line">
            <a:avLst/>
          </a:prstGeom>
          <a:noFill/>
          <a:ln w="25400">
            <a:solidFill>
              <a:srgbClr val="1F2937"/>
            </a:solidFill>
            <a:prstDash val="solid"/>
          </a:ln>
        </p:spPr>
      </p:sp>
      <p:sp>
        <p:nvSpPr>
          <p:cNvPr id="54" name="S03-mark90"/>
          <p:cNvSpPr/>
          <p:nvPr/>
        </p:nvSpPr>
        <p:spPr>
          <a:xfrm>
            <a:off x="640080" y="5525939"/>
            <a:ext cx="428337" cy="0"/>
          </a:xfrm>
          <a:prstGeom prst="line">
            <a:avLst/>
          </a:prstGeom>
          <a:noFill/>
          <a:ln w="38100">
            <a:solidFill>
              <a:srgbClr val="1F2937"/>
            </a:solidFill>
            <a:prstDash val="solid"/>
          </a:ln>
        </p:spPr>
      </p:sp>
      <p:sp>
        <p:nvSpPr>
          <p:cNvPr id="55" name="S03-mark91"/>
          <p:cNvSpPr/>
          <p:nvPr/>
        </p:nvSpPr>
        <p:spPr>
          <a:xfrm>
            <a:off x="640080" y="5431705"/>
            <a:ext cx="0" cy="188468"/>
          </a:xfrm>
          <a:prstGeom prst="line">
            <a:avLst/>
          </a:prstGeom>
          <a:noFill/>
          <a:ln w="25400">
            <a:solidFill>
              <a:srgbClr val="1F2937"/>
            </a:solidFill>
            <a:prstDash val="solid"/>
          </a:ln>
        </p:spPr>
      </p:sp>
      <p:sp>
        <p:nvSpPr>
          <p:cNvPr id="56" name="S03-mark92"/>
          <p:cNvSpPr/>
          <p:nvPr/>
        </p:nvSpPr>
        <p:spPr>
          <a:xfrm>
            <a:off x="1068417" y="5431705"/>
            <a:ext cx="0" cy="188468"/>
          </a:xfrm>
          <a:prstGeom prst="line">
            <a:avLst/>
          </a:prstGeom>
          <a:noFill/>
          <a:ln w="25400">
            <a:solidFill>
              <a:srgbClr val="1F2937"/>
            </a:solidFill>
            <a:prstDash val="solid"/>
          </a:ln>
        </p:spPr>
      </p:sp>
      <p:sp>
        <p:nvSpPr>
          <p:cNvPr id="57" name="S03-mark93"/>
          <p:cNvSpPr/>
          <p:nvPr/>
        </p:nvSpPr>
        <p:spPr>
          <a:xfrm>
            <a:off x="5715871" y="5260370"/>
            <a:ext cx="385503" cy="0"/>
          </a:xfrm>
          <a:prstGeom prst="line">
            <a:avLst/>
          </a:prstGeom>
          <a:noFill/>
          <a:ln w="88900">
            <a:solidFill>
              <a:srgbClr val="A3AAB4"/>
            </a:solidFill>
            <a:prstDash val="solid"/>
          </a:ln>
        </p:spPr>
      </p:sp>
      <p:sp>
        <p:nvSpPr>
          <p:cNvPr id="58" name="S03-mark94"/>
          <p:cNvSpPr/>
          <p:nvPr/>
        </p:nvSpPr>
        <p:spPr>
          <a:xfrm>
            <a:off x="5715871" y="5765808"/>
            <a:ext cx="385503" cy="0"/>
          </a:xfrm>
          <a:prstGeom prst="line">
            <a:avLst/>
          </a:prstGeom>
          <a:noFill/>
          <a:ln w="88900">
            <a:solidFill>
              <a:srgbClr val="4A90C8"/>
            </a:solidFill>
            <a:prstDash val="solid"/>
          </a:ln>
        </p:spPr>
      </p:sp>
      <p:sp>
        <p:nvSpPr>
          <p:cNvPr id="59" name="S03-label96"/>
          <p:cNvSpPr txBox="1"/>
          <p:nvPr/>
        </p:nvSpPr>
        <p:spPr>
          <a:xfrm>
            <a:off x="4719232" y="186591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03-label98"/>
          <p:cNvSpPr txBox="1"/>
          <p:nvPr/>
        </p:nvSpPr>
        <p:spPr>
          <a:xfrm>
            <a:off x="1248725" y="53354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03-label100"/>
          <p:cNvSpPr txBox="1"/>
          <p:nvPr/>
        </p:nvSpPr>
        <p:spPr>
          <a:xfrm>
            <a:off x="6240393" y="154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03-label102"/>
          <p:cNvSpPr txBox="1"/>
          <p:nvPr/>
        </p:nvSpPr>
        <p:spPr>
          <a:xfrm>
            <a:off x="6182858" y="20372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03-label104"/>
          <p:cNvSpPr txBox="1"/>
          <p:nvPr/>
        </p:nvSpPr>
        <p:spPr>
          <a:xfrm>
            <a:off x="6233111" y="2542683"/>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03-label106"/>
          <p:cNvSpPr txBox="1"/>
          <p:nvPr/>
        </p:nvSpPr>
        <p:spPr>
          <a:xfrm>
            <a:off x="6283793" y="304812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03-label108"/>
          <p:cNvSpPr txBox="1"/>
          <p:nvPr/>
        </p:nvSpPr>
        <p:spPr>
          <a:xfrm>
            <a:off x="6233111" y="355355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03-label110"/>
          <p:cNvSpPr txBox="1"/>
          <p:nvPr/>
        </p:nvSpPr>
        <p:spPr>
          <a:xfrm>
            <a:off x="6233111" y="40589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03-label112"/>
          <p:cNvSpPr txBox="1"/>
          <p:nvPr/>
        </p:nvSpPr>
        <p:spPr>
          <a:xfrm>
            <a:off x="6182858" y="456443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03-label114"/>
          <p:cNvSpPr txBox="1"/>
          <p:nvPr/>
        </p:nvSpPr>
        <p:spPr>
          <a:xfrm>
            <a:off x="6233111" y="506987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03-label116"/>
          <p:cNvSpPr txBox="1"/>
          <p:nvPr/>
        </p:nvSpPr>
        <p:spPr>
          <a:xfrm>
            <a:off x="6233111" y="55753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03-card117"/>
          <p:cNvSpPr/>
          <p:nvPr/>
        </p:nvSpPr>
        <p:spPr>
          <a:xfrm>
            <a:off x="7993502" y="2043684"/>
            <a:ext cx="3646810" cy="1613916"/>
          </a:xfrm>
          <a:prstGeom prst="roundRect">
            <a:avLst>
              <a:gd name="adj" fmla="val 6799"/>
            </a:avLst>
          </a:prstGeom>
          <a:solidFill>
            <a:srgbClr val="EAF3F1"/>
          </a:solidFill>
          <a:ln w="12700">
            <a:solidFill>
              <a:srgbClr val="EAF3F1"/>
            </a:solidFill>
            <a:prstDash val="solid"/>
          </a:ln>
        </p:spPr>
      </p:sp>
      <p:sp>
        <p:nvSpPr>
          <p:cNvPr id="71" name="S03-cardtext118"/>
          <p:cNvSpPr txBox="1"/>
          <p:nvPr/>
        </p:nvSpPr>
        <p:spPr>
          <a:xfrm>
            <a:off x="8267822" y="2180844"/>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기호</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땅 위의 모습을 간단히 나타낸 약속</a:t>
            </a:r>
            <a:endParaRPr lang="ko-KR" sz="3000" dirty="0"/>
          </a:p>
        </p:txBody>
      </p:sp>
      <p:sp>
        <p:nvSpPr>
          <p:cNvPr id="72" name="S03-card119"/>
          <p:cNvSpPr/>
          <p:nvPr/>
        </p:nvSpPr>
        <p:spPr>
          <a:xfrm>
            <a:off x="7993502" y="3886200"/>
            <a:ext cx="3646810" cy="1613916"/>
          </a:xfrm>
          <a:prstGeom prst="roundRect">
            <a:avLst>
              <a:gd name="adj" fmla="val 6799"/>
            </a:avLst>
          </a:prstGeom>
          <a:solidFill>
            <a:srgbClr val="EAF3F1"/>
          </a:solidFill>
          <a:ln w="12700">
            <a:solidFill>
              <a:srgbClr val="EAF3F1"/>
            </a:solidFill>
            <a:prstDash val="solid"/>
          </a:ln>
        </p:spPr>
      </p:sp>
      <p:sp>
        <p:nvSpPr>
          <p:cNvPr id="73" name="S03-cardtext120"/>
          <p:cNvSpPr txBox="1"/>
          <p:nvPr/>
        </p:nvSpPr>
        <p:spPr>
          <a:xfrm>
            <a:off x="8267822" y="4023360"/>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범례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기호의 뜻을 모아 놓은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21"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2"/>
          <p:cNvSpPr/>
          <p:nvPr/>
        </p:nvSpPr>
        <p:spPr>
          <a:xfrm>
            <a:off x="1733702" y="3771900"/>
            <a:ext cx="1920240" cy="0"/>
          </a:xfrm>
          <a:prstGeom prst="line">
            <a:avLst/>
          </a:prstGeom>
          <a:noFill/>
          <a:ln w="25400">
            <a:solidFill>
              <a:srgbClr val="1F2937"/>
            </a:solidFill>
            <a:prstDash val="solid"/>
          </a:ln>
        </p:spPr>
      </p:sp>
      <p:sp>
        <p:nvSpPr>
          <p:cNvPr id="5" name="S04-label124"/>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6"/>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8"/>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30"/>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31"/>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2"/>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3"/>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4"/>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5"/>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6"/>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40"/>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41"/>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2"/>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3"/>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4"/>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5"/>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6"/>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7"/>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8"/>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9"/>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50"/>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51"/>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2"/>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3"/>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4"/>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5"/>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6"/>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7"/>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8"/>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9"/>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60"/>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61"/>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2"/>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3"/>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4"/>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5"/>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6"/>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7"/>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8"/>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9"/>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70"/>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71"/>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2"/>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3"/>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4"/>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5"/>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6"/>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7"/>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8"/>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9"/>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80"/>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81"/>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2"/>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3"/>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4"/>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5"/>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6"/>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5-mark187"/>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8"/>
          <p:cNvSpPr/>
          <p:nvPr/>
        </p:nvSpPr>
        <p:spPr>
          <a:xfrm flipV="1">
            <a:off x="9586235" y="2111635"/>
            <a:ext cx="0" cy="321744"/>
          </a:xfrm>
          <a:prstGeom prst="line">
            <a:avLst/>
          </a:prstGeom>
          <a:noFill/>
          <a:ln w="31750">
            <a:solidFill>
              <a:srgbClr val="1F2937"/>
            </a:solidFill>
            <a:prstDash val="solid"/>
            <a:tailEnd type="triangle"/>
          </a:ln>
        </p:spPr>
      </p:sp>
      <p:sp>
        <p:nvSpPr>
          <p:cNvPr id="55" name="S05-mark189"/>
          <p:cNvSpPr/>
          <p:nvPr/>
        </p:nvSpPr>
        <p:spPr>
          <a:xfrm>
            <a:off x="9473624" y="2272507"/>
            <a:ext cx="225221" cy="0"/>
          </a:xfrm>
          <a:prstGeom prst="line">
            <a:avLst/>
          </a:prstGeom>
          <a:noFill/>
          <a:ln w="25400">
            <a:solidFill>
              <a:srgbClr val="1F2937"/>
            </a:solidFill>
            <a:prstDash val="solid"/>
          </a:ln>
        </p:spPr>
      </p:sp>
      <p:sp>
        <p:nvSpPr>
          <p:cNvPr id="56" name="S05-mark190"/>
          <p:cNvSpPr/>
          <p:nvPr/>
        </p:nvSpPr>
        <p:spPr>
          <a:xfrm>
            <a:off x="6368796" y="4540801"/>
            <a:ext cx="321744" cy="0"/>
          </a:xfrm>
          <a:prstGeom prst="line">
            <a:avLst/>
          </a:prstGeom>
          <a:noFill/>
          <a:ln w="38100">
            <a:solidFill>
              <a:srgbClr val="1F2937"/>
            </a:solidFill>
            <a:prstDash val="solid"/>
          </a:ln>
        </p:spPr>
      </p:sp>
      <p:sp>
        <p:nvSpPr>
          <p:cNvPr id="57" name="S05-mark191"/>
          <p:cNvSpPr/>
          <p:nvPr/>
        </p:nvSpPr>
        <p:spPr>
          <a:xfrm>
            <a:off x="6368796" y="4470017"/>
            <a:ext cx="0" cy="141567"/>
          </a:xfrm>
          <a:prstGeom prst="line">
            <a:avLst/>
          </a:prstGeom>
          <a:noFill/>
          <a:ln w="25400">
            <a:solidFill>
              <a:srgbClr val="1F2937"/>
            </a:solidFill>
            <a:prstDash val="solid"/>
          </a:ln>
        </p:spPr>
      </p:sp>
      <p:sp>
        <p:nvSpPr>
          <p:cNvPr id="58" name="S05-mark192"/>
          <p:cNvSpPr/>
          <p:nvPr/>
        </p:nvSpPr>
        <p:spPr>
          <a:xfrm>
            <a:off x="6690540" y="4470017"/>
            <a:ext cx="0" cy="141567"/>
          </a:xfrm>
          <a:prstGeom prst="line">
            <a:avLst/>
          </a:prstGeom>
          <a:noFill/>
          <a:ln w="25400">
            <a:solidFill>
              <a:srgbClr val="1F2937"/>
            </a:solidFill>
            <a:prstDash val="solid"/>
          </a:ln>
        </p:spPr>
      </p:sp>
      <p:sp>
        <p:nvSpPr>
          <p:cNvPr id="59" name="S05-mark193"/>
          <p:cNvSpPr/>
          <p:nvPr/>
        </p:nvSpPr>
        <p:spPr>
          <a:xfrm>
            <a:off x="10181461" y="4341320"/>
            <a:ext cx="289569" cy="0"/>
          </a:xfrm>
          <a:prstGeom prst="line">
            <a:avLst/>
          </a:prstGeom>
          <a:noFill/>
          <a:ln w="88900">
            <a:solidFill>
              <a:srgbClr val="A3AAB4"/>
            </a:solidFill>
            <a:prstDash val="solid"/>
          </a:ln>
        </p:spPr>
      </p:sp>
      <p:sp>
        <p:nvSpPr>
          <p:cNvPr id="60" name="S05-mark194"/>
          <p:cNvSpPr/>
          <p:nvPr/>
        </p:nvSpPr>
        <p:spPr>
          <a:xfrm>
            <a:off x="10181461" y="4720978"/>
            <a:ext cx="289569" cy="0"/>
          </a:xfrm>
          <a:prstGeom prst="line">
            <a:avLst/>
          </a:prstGeom>
          <a:noFill/>
          <a:ln w="88900">
            <a:solidFill>
              <a:srgbClr val="4A90C8"/>
            </a:solidFill>
            <a:prstDash val="solid"/>
          </a:ln>
        </p:spPr>
      </p:sp>
      <p:sp>
        <p:nvSpPr>
          <p:cNvPr id="61" name="S05-label196"/>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8"/>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200"/>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2"/>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4"/>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6"/>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8"/>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10"/>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2"/>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4"/>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6"/>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7"/>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8"/>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9"/>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20"/>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21"/>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2"/>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3"/>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4"/>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7"/>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8"/>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9"/>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30"/>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3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2"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3"/>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4"/>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5"/>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6"/>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7"/>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8"/>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9"/>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40"/>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41"/>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2"/>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3"/>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4"/>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5"/>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6"/>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7"/>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8"/>
          <p:cNvSpPr/>
          <p:nvPr/>
        </p:nvSpPr>
        <p:spPr>
          <a:xfrm>
            <a:off x="7410907" y="3618244"/>
            <a:ext cx="0" cy="1034491"/>
          </a:xfrm>
          <a:prstGeom prst="line">
            <a:avLst/>
          </a:prstGeom>
          <a:noFill/>
          <a:ln w="15875">
            <a:solidFill>
              <a:srgbClr val="6B7280"/>
            </a:solidFill>
            <a:prstDash val="dash"/>
          </a:ln>
        </p:spPr>
      </p:sp>
      <p:sp>
        <p:nvSpPr>
          <p:cNvPr id="21" name="S07-mark249"/>
          <p:cNvSpPr/>
          <p:nvPr/>
        </p:nvSpPr>
        <p:spPr>
          <a:xfrm>
            <a:off x="10721279" y="3618244"/>
            <a:ext cx="0" cy="1034491"/>
          </a:xfrm>
          <a:prstGeom prst="line">
            <a:avLst/>
          </a:prstGeom>
          <a:noFill/>
          <a:ln w="15875">
            <a:solidFill>
              <a:srgbClr val="6B7280"/>
            </a:solidFill>
            <a:prstDash val="dash"/>
          </a:ln>
        </p:spPr>
      </p:sp>
      <p:sp>
        <p:nvSpPr>
          <p:cNvPr id="22" name="S07-mark250"/>
          <p:cNvSpPr/>
          <p:nvPr/>
        </p:nvSpPr>
        <p:spPr>
          <a:xfrm>
            <a:off x="6583314" y="5728606"/>
            <a:ext cx="827593" cy="0"/>
          </a:xfrm>
          <a:prstGeom prst="line">
            <a:avLst/>
          </a:prstGeom>
          <a:noFill/>
          <a:ln w="38100">
            <a:solidFill>
              <a:srgbClr val="1F2937"/>
            </a:solidFill>
            <a:prstDash val="solid"/>
          </a:ln>
        </p:spPr>
      </p:sp>
      <p:sp>
        <p:nvSpPr>
          <p:cNvPr id="23" name="S07-mark251"/>
          <p:cNvSpPr/>
          <p:nvPr/>
        </p:nvSpPr>
        <p:spPr>
          <a:xfrm>
            <a:off x="6583314" y="5563088"/>
            <a:ext cx="0" cy="331037"/>
          </a:xfrm>
          <a:prstGeom prst="line">
            <a:avLst/>
          </a:prstGeom>
          <a:noFill/>
          <a:ln w="25400">
            <a:solidFill>
              <a:srgbClr val="1F2937"/>
            </a:solidFill>
            <a:prstDash val="solid"/>
          </a:ln>
        </p:spPr>
      </p:sp>
      <p:sp>
        <p:nvSpPr>
          <p:cNvPr id="24" name="S07-mark252"/>
          <p:cNvSpPr/>
          <p:nvPr/>
        </p:nvSpPr>
        <p:spPr>
          <a:xfrm>
            <a:off x="7410907" y="5563088"/>
            <a:ext cx="0" cy="331037"/>
          </a:xfrm>
          <a:prstGeom prst="line">
            <a:avLst/>
          </a:prstGeom>
          <a:noFill/>
          <a:ln w="25400">
            <a:solidFill>
              <a:srgbClr val="1F2937"/>
            </a:solidFill>
            <a:prstDash val="solid"/>
          </a:ln>
        </p:spPr>
      </p:sp>
      <p:sp>
        <p:nvSpPr>
          <p:cNvPr id="25" name="S07-label254"/>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6"/>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7"/>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8"/>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9"/>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60"/>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61"/>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2"/>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5"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6"/>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7"/>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8"/>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9"/>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70"/>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71"/>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2"/>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3"/>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4"/>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5"/>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6"/>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7"/>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8"/>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9"/>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80"/>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81"/>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2"/>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3"/>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4"/>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5"/>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6"/>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7"/>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8"/>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9"/>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90"/>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91"/>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2"/>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3"/>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4"/>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5"/>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6"/>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7"/>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8"/>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9"/>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300"/>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301"/>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2"/>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3"/>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4"/>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5"/>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6"/>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7"/>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8"/>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9"/>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10"/>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11"/>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2"/>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8-mark313"/>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4"/>
          <p:cNvSpPr/>
          <p:nvPr/>
        </p:nvSpPr>
        <p:spPr>
          <a:xfrm flipV="1">
            <a:off x="9586235" y="2111635"/>
            <a:ext cx="0" cy="321744"/>
          </a:xfrm>
          <a:prstGeom prst="line">
            <a:avLst/>
          </a:prstGeom>
          <a:noFill/>
          <a:ln w="31750">
            <a:solidFill>
              <a:srgbClr val="1F2937"/>
            </a:solidFill>
            <a:prstDash val="solid"/>
            <a:tailEnd type="triangle"/>
          </a:ln>
        </p:spPr>
      </p:sp>
      <p:sp>
        <p:nvSpPr>
          <p:cNvPr id="55" name="S08-mark315"/>
          <p:cNvSpPr/>
          <p:nvPr/>
        </p:nvSpPr>
        <p:spPr>
          <a:xfrm>
            <a:off x="9473624" y="2272507"/>
            <a:ext cx="225221" cy="0"/>
          </a:xfrm>
          <a:prstGeom prst="line">
            <a:avLst/>
          </a:prstGeom>
          <a:noFill/>
          <a:ln w="25400">
            <a:solidFill>
              <a:srgbClr val="1F2937"/>
            </a:solidFill>
            <a:prstDash val="solid"/>
          </a:ln>
        </p:spPr>
      </p:sp>
      <p:sp>
        <p:nvSpPr>
          <p:cNvPr id="56" name="S08-mark316"/>
          <p:cNvSpPr/>
          <p:nvPr/>
        </p:nvSpPr>
        <p:spPr>
          <a:xfrm>
            <a:off x="6368796" y="4540801"/>
            <a:ext cx="321744" cy="0"/>
          </a:xfrm>
          <a:prstGeom prst="line">
            <a:avLst/>
          </a:prstGeom>
          <a:noFill/>
          <a:ln w="38100">
            <a:solidFill>
              <a:srgbClr val="1F2937"/>
            </a:solidFill>
            <a:prstDash val="solid"/>
          </a:ln>
        </p:spPr>
      </p:sp>
      <p:sp>
        <p:nvSpPr>
          <p:cNvPr id="57" name="S08-mark317"/>
          <p:cNvSpPr/>
          <p:nvPr/>
        </p:nvSpPr>
        <p:spPr>
          <a:xfrm>
            <a:off x="6368796" y="4470017"/>
            <a:ext cx="0" cy="141567"/>
          </a:xfrm>
          <a:prstGeom prst="line">
            <a:avLst/>
          </a:prstGeom>
          <a:noFill/>
          <a:ln w="25400">
            <a:solidFill>
              <a:srgbClr val="1F2937"/>
            </a:solidFill>
            <a:prstDash val="solid"/>
          </a:ln>
        </p:spPr>
      </p:sp>
      <p:sp>
        <p:nvSpPr>
          <p:cNvPr id="58" name="S08-mark318"/>
          <p:cNvSpPr/>
          <p:nvPr/>
        </p:nvSpPr>
        <p:spPr>
          <a:xfrm>
            <a:off x="6690540" y="4470017"/>
            <a:ext cx="0" cy="141567"/>
          </a:xfrm>
          <a:prstGeom prst="line">
            <a:avLst/>
          </a:prstGeom>
          <a:noFill/>
          <a:ln w="25400">
            <a:solidFill>
              <a:srgbClr val="1F2937"/>
            </a:solidFill>
            <a:prstDash val="solid"/>
          </a:ln>
        </p:spPr>
      </p:sp>
      <p:sp>
        <p:nvSpPr>
          <p:cNvPr id="59" name="S08-mark319"/>
          <p:cNvSpPr/>
          <p:nvPr/>
        </p:nvSpPr>
        <p:spPr>
          <a:xfrm>
            <a:off x="10181461" y="4341320"/>
            <a:ext cx="289569" cy="0"/>
          </a:xfrm>
          <a:prstGeom prst="line">
            <a:avLst/>
          </a:prstGeom>
          <a:noFill/>
          <a:ln w="88900">
            <a:solidFill>
              <a:srgbClr val="A3AAB4"/>
            </a:solidFill>
            <a:prstDash val="solid"/>
          </a:ln>
        </p:spPr>
      </p:sp>
      <p:sp>
        <p:nvSpPr>
          <p:cNvPr id="60" name="S08-mark320"/>
          <p:cNvSpPr/>
          <p:nvPr/>
        </p:nvSpPr>
        <p:spPr>
          <a:xfrm>
            <a:off x="10181461" y="4720978"/>
            <a:ext cx="289569" cy="0"/>
          </a:xfrm>
          <a:prstGeom prst="line">
            <a:avLst/>
          </a:prstGeom>
          <a:noFill/>
          <a:ln w="88900">
            <a:solidFill>
              <a:srgbClr val="4A90C8"/>
            </a:solidFill>
            <a:prstDash val="solid"/>
          </a:ln>
        </p:spPr>
      </p:sp>
      <p:sp>
        <p:nvSpPr>
          <p:cNvPr id="61" name="S08-label322"/>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4"/>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6"/>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8"/>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30"/>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2"/>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4"/>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6"/>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8"/>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40"/>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2"/>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3"/>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4"/>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5"/>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6"/>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7"/>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8"/>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9"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635453" y="1733018"/>
            <a:ext cx="4261921" cy="2209885"/>
          </a:xfrm>
          <a:custGeom>
            <a:avLst/>
            <a:gdLst/>
            <a:ahLst/>
            <a:cxnLst/>
            <a:rect l="l" t="t" r="r" b="b"/>
            <a:pathLst>
              <a:path w="4261921" h="2209885">
                <a:moveTo>
                  <a:pt x="4261921" y="1104943"/>
                </a:moveTo>
                <a:lnTo>
                  <a:pt x="4245084" y="912893"/>
                </a:lnTo>
                <a:lnTo>
                  <a:pt x="4195099" y="727157"/>
                </a:lnTo>
                <a:lnTo>
                  <a:pt x="4114070" y="552471"/>
                </a:lnTo>
                <a:lnTo>
                  <a:pt x="4003575" y="394622"/>
                </a:lnTo>
                <a:lnTo>
                  <a:pt x="3867299" y="258346"/>
                </a:lnTo>
                <a:lnTo>
                  <a:pt x="3709450" y="147852"/>
                </a:lnTo>
                <a:lnTo>
                  <a:pt x="3534764" y="66823"/>
                </a:lnTo>
                <a:lnTo>
                  <a:pt x="3349028" y="16837"/>
                </a:lnTo>
                <a:lnTo>
                  <a:pt x="3156979" y="0"/>
                </a:lnTo>
                <a:lnTo>
                  <a:pt x="2608717" y="16837"/>
                </a:lnTo>
                <a:lnTo>
                  <a:pt x="2077292" y="66823"/>
                </a:lnTo>
                <a:lnTo>
                  <a:pt x="1578489" y="147852"/>
                </a:lnTo>
                <a:lnTo>
                  <a:pt x="1127568" y="258346"/>
                </a:lnTo>
                <a:lnTo>
                  <a:pt x="738733" y="394622"/>
                </a:lnTo>
                <a:lnTo>
                  <a:pt x="423035" y="552471"/>
                </a:lnTo>
                <a:lnTo>
                  <a:pt x="190471" y="727157"/>
                </a:lnTo>
                <a:lnTo>
                  <a:pt x="47881" y="912893"/>
                </a:lnTo>
                <a:lnTo>
                  <a:pt x="0" y="1104943"/>
                </a:lnTo>
                <a:lnTo>
                  <a:pt x="47881" y="1296992"/>
                </a:lnTo>
                <a:lnTo>
                  <a:pt x="190471" y="1482728"/>
                </a:lnTo>
                <a:lnTo>
                  <a:pt x="423035" y="1657414"/>
                </a:lnTo>
                <a:lnTo>
                  <a:pt x="738733" y="1815263"/>
                </a:lnTo>
                <a:lnTo>
                  <a:pt x="1127568" y="1951539"/>
                </a:lnTo>
                <a:lnTo>
                  <a:pt x="1578489" y="2062033"/>
                </a:lnTo>
                <a:lnTo>
                  <a:pt x="2077292" y="2143062"/>
                </a:lnTo>
                <a:lnTo>
                  <a:pt x="2608717" y="2193048"/>
                </a:lnTo>
                <a:lnTo>
                  <a:pt x="3156979" y="2209885"/>
                </a:lnTo>
                <a:lnTo>
                  <a:pt x="3349028" y="2193048"/>
                </a:lnTo>
                <a:lnTo>
                  <a:pt x="3534764" y="2143062"/>
                </a:lnTo>
                <a:lnTo>
                  <a:pt x="3709450" y="2062033"/>
                </a:lnTo>
                <a:lnTo>
                  <a:pt x="3867299" y="1951539"/>
                </a:lnTo>
                <a:lnTo>
                  <a:pt x="4003575" y="1815263"/>
                </a:lnTo>
                <a:lnTo>
                  <a:pt x="4114070" y="1657414"/>
                </a:lnTo>
                <a:lnTo>
                  <a:pt x="4195099" y="1482728"/>
                </a:lnTo>
                <a:lnTo>
                  <a:pt x="4245084" y="1296992"/>
                </a:lnTo>
                <a:close/>
              </a:path>
            </a:pathLst>
          </a:custGeom>
          <a:solidFill>
            <a:srgbClr val="D5ECC8"/>
          </a:solidFill>
          <a:ln w="25400">
            <a:solidFill>
              <a:srgbClr val="1F2937"/>
            </a:solidFill>
            <a:prstDash val="solid"/>
          </a:ln>
        </p:spPr>
      </p:sp>
      <p:sp>
        <p:nvSpPr>
          <p:cNvPr id="4" name="S09-mark350"/>
          <p:cNvSpPr/>
          <p:nvPr/>
        </p:nvSpPr>
        <p:spPr>
          <a:xfrm>
            <a:off x="2898244" y="2048716"/>
            <a:ext cx="2683432" cy="1578489"/>
          </a:xfrm>
          <a:custGeom>
            <a:avLst/>
            <a:gdLst/>
            <a:ahLst/>
            <a:cxnLst/>
            <a:rect l="l" t="t" r="r" b="b"/>
            <a:pathLst>
              <a:path w="2683432" h="1578489">
                <a:moveTo>
                  <a:pt x="2683432" y="789245"/>
                </a:moveTo>
                <a:lnTo>
                  <a:pt x="2671330" y="652442"/>
                </a:lnTo>
                <a:lnTo>
                  <a:pt x="2636077" y="519323"/>
                </a:lnTo>
                <a:lnTo>
                  <a:pt x="2577673" y="394622"/>
                </a:lnTo>
                <a:lnTo>
                  <a:pt x="2498749" y="282023"/>
                </a:lnTo>
                <a:lnTo>
                  <a:pt x="2401409" y="184683"/>
                </a:lnTo>
                <a:lnTo>
                  <a:pt x="2288810" y="105759"/>
                </a:lnTo>
                <a:lnTo>
                  <a:pt x="2164109" y="47355"/>
                </a:lnTo>
                <a:lnTo>
                  <a:pt x="2030990" y="12102"/>
                </a:lnTo>
                <a:lnTo>
                  <a:pt x="1894187" y="0"/>
                </a:lnTo>
                <a:lnTo>
                  <a:pt x="1565335" y="12102"/>
                </a:lnTo>
                <a:lnTo>
                  <a:pt x="1246480" y="47355"/>
                </a:lnTo>
                <a:lnTo>
                  <a:pt x="947094" y="105759"/>
                </a:lnTo>
                <a:lnTo>
                  <a:pt x="676646" y="184683"/>
                </a:lnTo>
                <a:lnTo>
                  <a:pt x="443029" y="282023"/>
                </a:lnTo>
                <a:lnTo>
                  <a:pt x="253611" y="394622"/>
                </a:lnTo>
                <a:lnTo>
                  <a:pt x="114177" y="519323"/>
                </a:lnTo>
                <a:lnTo>
                  <a:pt x="28939" y="652442"/>
                </a:lnTo>
                <a:lnTo>
                  <a:pt x="0" y="789245"/>
                </a:lnTo>
                <a:lnTo>
                  <a:pt x="28939" y="926047"/>
                </a:lnTo>
                <a:lnTo>
                  <a:pt x="114177" y="1059166"/>
                </a:lnTo>
                <a:lnTo>
                  <a:pt x="253611" y="1183867"/>
                </a:lnTo>
                <a:lnTo>
                  <a:pt x="443029" y="1296466"/>
                </a:lnTo>
                <a:lnTo>
                  <a:pt x="676646" y="1393806"/>
                </a:lnTo>
                <a:lnTo>
                  <a:pt x="947094" y="1472731"/>
                </a:lnTo>
                <a:lnTo>
                  <a:pt x="1246480" y="1531135"/>
                </a:lnTo>
                <a:lnTo>
                  <a:pt x="1565335" y="1566388"/>
                </a:lnTo>
                <a:lnTo>
                  <a:pt x="1894187" y="1578489"/>
                </a:lnTo>
                <a:lnTo>
                  <a:pt x="2030990" y="1566388"/>
                </a:lnTo>
                <a:lnTo>
                  <a:pt x="2164109" y="1531135"/>
                </a:lnTo>
                <a:lnTo>
                  <a:pt x="2288810" y="1472731"/>
                </a:lnTo>
                <a:lnTo>
                  <a:pt x="2401409" y="1393806"/>
                </a:lnTo>
                <a:lnTo>
                  <a:pt x="2498749" y="1296466"/>
                </a:lnTo>
                <a:lnTo>
                  <a:pt x="2577673" y="1183867"/>
                </a:lnTo>
                <a:lnTo>
                  <a:pt x="2636077" y="1059166"/>
                </a:lnTo>
                <a:lnTo>
                  <a:pt x="2671330" y="926047"/>
                </a:lnTo>
                <a:close/>
              </a:path>
            </a:pathLst>
          </a:custGeom>
          <a:solidFill>
            <a:srgbClr val="F3E6AE"/>
          </a:solidFill>
          <a:ln w="25400">
            <a:solidFill>
              <a:srgbClr val="1F2937"/>
            </a:solidFill>
            <a:prstDash val="solid"/>
          </a:ln>
        </p:spPr>
      </p:sp>
      <p:sp>
        <p:nvSpPr>
          <p:cNvPr id="5" name="S09-mark351"/>
          <p:cNvSpPr/>
          <p:nvPr/>
        </p:nvSpPr>
        <p:spPr>
          <a:xfrm>
            <a:off x="4161036" y="2390722"/>
            <a:ext cx="1104943" cy="894477"/>
          </a:xfrm>
          <a:custGeom>
            <a:avLst/>
            <a:gdLst/>
            <a:ahLst/>
            <a:cxnLst/>
            <a:rect l="l" t="t" r="r" b="b"/>
            <a:pathLst>
              <a:path w="1104943" h="894477">
                <a:moveTo>
                  <a:pt x="1104943" y="447239"/>
                </a:moveTo>
                <a:lnTo>
                  <a:pt x="1097576" y="369367"/>
                </a:lnTo>
                <a:lnTo>
                  <a:pt x="1076530" y="294125"/>
                </a:lnTo>
                <a:lnTo>
                  <a:pt x="1041277" y="223619"/>
                </a:lnTo>
                <a:lnTo>
                  <a:pt x="993922" y="159954"/>
                </a:lnTo>
                <a:lnTo>
                  <a:pt x="936044" y="104706"/>
                </a:lnTo>
                <a:lnTo>
                  <a:pt x="868169" y="59983"/>
                </a:lnTo>
                <a:lnTo>
                  <a:pt x="793454" y="26834"/>
                </a:lnTo>
                <a:lnTo>
                  <a:pt x="713477" y="6840"/>
                </a:lnTo>
                <a:lnTo>
                  <a:pt x="631396" y="0"/>
                </a:lnTo>
                <a:lnTo>
                  <a:pt x="521954" y="6840"/>
                </a:lnTo>
                <a:lnTo>
                  <a:pt x="415669" y="26834"/>
                </a:lnTo>
                <a:lnTo>
                  <a:pt x="315698" y="59983"/>
                </a:lnTo>
                <a:lnTo>
                  <a:pt x="225724" y="104706"/>
                </a:lnTo>
                <a:lnTo>
                  <a:pt x="147852" y="159954"/>
                </a:lnTo>
                <a:lnTo>
                  <a:pt x="84712" y="223619"/>
                </a:lnTo>
                <a:lnTo>
                  <a:pt x="37884" y="294125"/>
                </a:lnTo>
                <a:lnTo>
                  <a:pt x="9471" y="369367"/>
                </a:lnTo>
                <a:lnTo>
                  <a:pt x="0" y="447239"/>
                </a:lnTo>
                <a:lnTo>
                  <a:pt x="9471" y="525111"/>
                </a:lnTo>
                <a:lnTo>
                  <a:pt x="37884" y="600352"/>
                </a:lnTo>
                <a:lnTo>
                  <a:pt x="84712" y="670858"/>
                </a:lnTo>
                <a:lnTo>
                  <a:pt x="147852" y="734524"/>
                </a:lnTo>
                <a:lnTo>
                  <a:pt x="225724" y="789771"/>
                </a:lnTo>
                <a:lnTo>
                  <a:pt x="315698" y="834495"/>
                </a:lnTo>
                <a:lnTo>
                  <a:pt x="415669" y="867643"/>
                </a:lnTo>
                <a:lnTo>
                  <a:pt x="521954" y="887637"/>
                </a:lnTo>
                <a:lnTo>
                  <a:pt x="631396" y="894477"/>
                </a:lnTo>
                <a:lnTo>
                  <a:pt x="713477" y="887637"/>
                </a:lnTo>
                <a:lnTo>
                  <a:pt x="793454" y="867643"/>
                </a:lnTo>
                <a:lnTo>
                  <a:pt x="868169" y="834495"/>
                </a:lnTo>
                <a:lnTo>
                  <a:pt x="936044" y="789771"/>
                </a:lnTo>
                <a:lnTo>
                  <a:pt x="993922" y="734524"/>
                </a:lnTo>
                <a:lnTo>
                  <a:pt x="1041277" y="670858"/>
                </a:lnTo>
                <a:lnTo>
                  <a:pt x="1076530" y="600352"/>
                </a:lnTo>
                <a:lnTo>
                  <a:pt x="1097576" y="525111"/>
                </a:lnTo>
                <a:close/>
              </a:path>
            </a:pathLst>
          </a:custGeom>
          <a:solidFill>
            <a:srgbClr val="E6C097"/>
          </a:solidFill>
          <a:ln w="25400">
            <a:solidFill>
              <a:srgbClr val="1F2937"/>
            </a:solidFill>
            <a:prstDash val="solid"/>
          </a:ln>
        </p:spPr>
      </p:sp>
      <p:sp>
        <p:nvSpPr>
          <p:cNvPr id="6" name="S09-mark352"/>
          <p:cNvSpPr/>
          <p:nvPr/>
        </p:nvSpPr>
        <p:spPr>
          <a:xfrm>
            <a:off x="4650368" y="2705367"/>
            <a:ext cx="284128" cy="246244"/>
          </a:xfrm>
          <a:custGeom>
            <a:avLst/>
            <a:gdLst/>
            <a:ahLst/>
            <a:cxnLst/>
            <a:rect l="l" t="t" r="r" b="b"/>
            <a:pathLst>
              <a:path w="284128" h="246244">
                <a:moveTo>
                  <a:pt x="0" y="246244"/>
                </a:moveTo>
                <a:lnTo>
                  <a:pt x="284128" y="246244"/>
                </a:lnTo>
                <a:lnTo>
                  <a:pt x="142064" y="0"/>
                </a:lnTo>
                <a:close/>
              </a:path>
            </a:pathLst>
          </a:custGeom>
          <a:solidFill>
            <a:srgbClr val="8B5E3C"/>
          </a:solidFill>
          <a:ln w="15875">
            <a:solidFill>
              <a:srgbClr val="1F2937"/>
            </a:solidFill>
            <a:prstDash val="solid"/>
          </a:ln>
        </p:spPr>
      </p:sp>
      <p:sp>
        <p:nvSpPr>
          <p:cNvPr id="7" name="S09-mark353"/>
          <p:cNvSpPr/>
          <p:nvPr/>
        </p:nvSpPr>
        <p:spPr>
          <a:xfrm>
            <a:off x="1267139" y="4332264"/>
            <a:ext cx="4998550" cy="1452210"/>
          </a:xfrm>
          <a:custGeom>
            <a:avLst/>
            <a:gdLst/>
            <a:ahLst/>
            <a:cxnLst/>
            <a:rect l="l" t="t" r="r" b="b"/>
            <a:pathLst>
              <a:path w="4998550" h="1452210">
                <a:moveTo>
                  <a:pt x="0" y="1162821"/>
                </a:moveTo>
                <a:lnTo>
                  <a:pt x="368314" y="1031280"/>
                </a:lnTo>
                <a:lnTo>
                  <a:pt x="1631106" y="610349"/>
                </a:lnTo>
                <a:lnTo>
                  <a:pt x="2893897" y="189419"/>
                </a:lnTo>
                <a:lnTo>
                  <a:pt x="3525293" y="0"/>
                </a:lnTo>
                <a:lnTo>
                  <a:pt x="3998840" y="189419"/>
                </a:lnTo>
                <a:lnTo>
                  <a:pt x="4314538" y="610349"/>
                </a:lnTo>
                <a:lnTo>
                  <a:pt x="4630236" y="1031280"/>
                </a:lnTo>
                <a:lnTo>
                  <a:pt x="4998550" y="1162821"/>
                </a:lnTo>
                <a:lnTo>
                  <a:pt x="4998550" y="1452210"/>
                </a:lnTo>
                <a:lnTo>
                  <a:pt x="0" y="1452210"/>
                </a:lnTo>
                <a:close/>
              </a:path>
            </a:pathLst>
          </a:custGeom>
          <a:solidFill>
            <a:srgbClr val="E6C097"/>
          </a:solidFill>
          <a:ln w="25400">
            <a:solidFill>
              <a:srgbClr val="1F2937"/>
            </a:solidFill>
            <a:prstDash val="solid"/>
          </a:ln>
        </p:spPr>
      </p:sp>
      <p:sp>
        <p:nvSpPr>
          <p:cNvPr id="8" name="S09-mark354"/>
          <p:cNvSpPr/>
          <p:nvPr/>
        </p:nvSpPr>
        <p:spPr>
          <a:xfrm>
            <a:off x="1635453" y="2837960"/>
            <a:ext cx="0" cy="2525583"/>
          </a:xfrm>
          <a:prstGeom prst="line">
            <a:avLst/>
          </a:prstGeom>
          <a:noFill/>
          <a:ln w="15875">
            <a:solidFill>
              <a:srgbClr val="6B7280"/>
            </a:solidFill>
            <a:prstDash val="dash"/>
          </a:ln>
        </p:spPr>
      </p:sp>
      <p:sp>
        <p:nvSpPr>
          <p:cNvPr id="9" name="S09-mark355"/>
          <p:cNvSpPr/>
          <p:nvPr/>
        </p:nvSpPr>
        <p:spPr>
          <a:xfrm>
            <a:off x="5897374" y="2837960"/>
            <a:ext cx="0" cy="2525583"/>
          </a:xfrm>
          <a:prstGeom prst="line">
            <a:avLst/>
          </a:prstGeom>
          <a:noFill/>
          <a:ln w="15875">
            <a:solidFill>
              <a:srgbClr val="6B7280"/>
            </a:solidFill>
            <a:prstDash val="dash"/>
          </a:ln>
        </p:spPr>
      </p:sp>
      <p:sp>
        <p:nvSpPr>
          <p:cNvPr id="10" name="S09-mark356"/>
          <p:cNvSpPr/>
          <p:nvPr/>
        </p:nvSpPr>
        <p:spPr>
          <a:xfrm>
            <a:off x="2898244" y="2837960"/>
            <a:ext cx="0" cy="2104653"/>
          </a:xfrm>
          <a:prstGeom prst="line">
            <a:avLst/>
          </a:prstGeom>
          <a:noFill/>
          <a:ln w="15875">
            <a:solidFill>
              <a:srgbClr val="6B7280"/>
            </a:solidFill>
            <a:prstDash val="dash"/>
          </a:ln>
        </p:spPr>
      </p:sp>
      <p:sp>
        <p:nvSpPr>
          <p:cNvPr id="11" name="S09-mark357"/>
          <p:cNvSpPr/>
          <p:nvPr/>
        </p:nvSpPr>
        <p:spPr>
          <a:xfrm>
            <a:off x="5581676" y="2837960"/>
            <a:ext cx="0" cy="2104653"/>
          </a:xfrm>
          <a:prstGeom prst="line">
            <a:avLst/>
          </a:prstGeom>
          <a:noFill/>
          <a:ln w="15875">
            <a:solidFill>
              <a:srgbClr val="6B7280"/>
            </a:solidFill>
            <a:prstDash val="dash"/>
          </a:ln>
        </p:spPr>
      </p:sp>
      <p:sp>
        <p:nvSpPr>
          <p:cNvPr id="12" name="S09-mark358"/>
          <p:cNvSpPr/>
          <p:nvPr/>
        </p:nvSpPr>
        <p:spPr>
          <a:xfrm>
            <a:off x="4161036" y="2837960"/>
            <a:ext cx="0" cy="1683722"/>
          </a:xfrm>
          <a:prstGeom prst="line">
            <a:avLst/>
          </a:prstGeom>
          <a:noFill/>
          <a:ln w="15875">
            <a:solidFill>
              <a:srgbClr val="6B7280"/>
            </a:solidFill>
            <a:prstDash val="dash"/>
          </a:ln>
        </p:spPr>
      </p:sp>
      <p:sp>
        <p:nvSpPr>
          <p:cNvPr id="13" name="S09-mark359"/>
          <p:cNvSpPr/>
          <p:nvPr/>
        </p:nvSpPr>
        <p:spPr>
          <a:xfrm>
            <a:off x="5265979" y="2837960"/>
            <a:ext cx="0" cy="1683722"/>
          </a:xfrm>
          <a:prstGeom prst="line">
            <a:avLst/>
          </a:prstGeom>
          <a:noFill/>
          <a:ln w="15875">
            <a:solidFill>
              <a:srgbClr val="6B7280"/>
            </a:solidFill>
            <a:prstDash val="dash"/>
          </a:ln>
        </p:spPr>
      </p:sp>
      <p:sp>
        <p:nvSpPr>
          <p:cNvPr id="14" name="S09-labelbg361"/>
          <p:cNvSpPr/>
          <p:nvPr/>
        </p:nvSpPr>
        <p:spPr>
          <a:xfrm>
            <a:off x="1324557" y="2685560"/>
            <a:ext cx="621792" cy="304800"/>
          </a:xfrm>
          <a:prstGeom prst="rect">
            <a:avLst/>
          </a:prstGeom>
          <a:solidFill>
            <a:srgbClr val="FFFFFF"/>
          </a:solidFill>
          <a:ln/>
        </p:spPr>
      </p:sp>
      <p:sp>
        <p:nvSpPr>
          <p:cNvPr id="15" name="S09-label362"/>
          <p:cNvSpPr txBox="1"/>
          <p:nvPr/>
        </p:nvSpPr>
        <p:spPr>
          <a:xfrm>
            <a:off x="1278837"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4"/>
          <p:cNvSpPr/>
          <p:nvPr/>
        </p:nvSpPr>
        <p:spPr>
          <a:xfrm>
            <a:off x="2587348" y="2685560"/>
            <a:ext cx="621792" cy="304800"/>
          </a:xfrm>
          <a:prstGeom prst="rect">
            <a:avLst/>
          </a:prstGeom>
          <a:solidFill>
            <a:srgbClr val="FFFFFF"/>
          </a:solidFill>
          <a:ln/>
        </p:spPr>
      </p:sp>
      <p:sp>
        <p:nvSpPr>
          <p:cNvPr id="17" name="S09-label365"/>
          <p:cNvSpPr txBox="1"/>
          <p:nvPr/>
        </p:nvSpPr>
        <p:spPr>
          <a:xfrm>
            <a:off x="2541628"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7"/>
          <p:cNvSpPr/>
          <p:nvPr/>
        </p:nvSpPr>
        <p:spPr>
          <a:xfrm>
            <a:off x="3850140" y="2685560"/>
            <a:ext cx="621792" cy="304800"/>
          </a:xfrm>
          <a:prstGeom prst="rect">
            <a:avLst/>
          </a:prstGeom>
          <a:solidFill>
            <a:srgbClr val="FFFFFF"/>
          </a:solidFill>
          <a:ln/>
        </p:spPr>
      </p:sp>
      <p:sp>
        <p:nvSpPr>
          <p:cNvPr id="19" name="S09-label368"/>
          <p:cNvSpPr txBox="1"/>
          <p:nvPr/>
        </p:nvSpPr>
        <p:spPr>
          <a:xfrm>
            <a:off x="3804420" y="264746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70"/>
          <p:cNvSpPr txBox="1"/>
          <p:nvPr/>
        </p:nvSpPr>
        <p:spPr>
          <a:xfrm>
            <a:off x="2697689" y="1226820"/>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 모습</a:t>
            </a:r>
            <a:endParaRPr lang="ko-KR" sz="2400" dirty="0"/>
          </a:p>
        </p:txBody>
      </p:sp>
      <p:sp>
        <p:nvSpPr>
          <p:cNvPr id="21" name="S09-label372"/>
          <p:cNvSpPr txBox="1"/>
          <p:nvPr/>
        </p:nvSpPr>
        <p:spPr>
          <a:xfrm>
            <a:off x="2697689" y="5935980"/>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 모습</a:t>
            </a:r>
            <a:endParaRPr lang="ko-KR" sz="2400" dirty="0"/>
          </a:p>
        </p:txBody>
      </p:sp>
      <p:sp>
        <p:nvSpPr>
          <p:cNvPr id="22" name="S09-card373"/>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4"/>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5"/>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6"/>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7"/>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8"/>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81"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312914" y="1714500"/>
            <a:ext cx="3474720" cy="2194560"/>
          </a:xfrm>
          <a:custGeom>
            <a:avLst/>
            <a:gdLst/>
            <a:ahLst/>
            <a:cxnLst/>
            <a:rect l="l" t="t" r="r" b="b"/>
            <a:pathLst>
              <a:path w="3474720" h="2194560">
                <a:moveTo>
                  <a:pt x="3474720" y="1508760"/>
                </a:moveTo>
                <a:lnTo>
                  <a:pt x="3448202" y="1246784"/>
                </a:lnTo>
                <a:lnTo>
                  <a:pt x="3370021" y="992581"/>
                </a:lnTo>
                <a:lnTo>
                  <a:pt x="3242005" y="754380"/>
                </a:lnTo>
                <a:lnTo>
                  <a:pt x="3068269" y="539039"/>
                </a:lnTo>
                <a:lnTo>
                  <a:pt x="2854300" y="352958"/>
                </a:lnTo>
                <a:lnTo>
                  <a:pt x="2606040" y="202082"/>
                </a:lnTo>
                <a:lnTo>
                  <a:pt x="2331720" y="90983"/>
                </a:lnTo>
                <a:lnTo>
                  <a:pt x="2039112" y="22860"/>
                </a:lnTo>
                <a:lnTo>
                  <a:pt x="1737360" y="0"/>
                </a:lnTo>
                <a:lnTo>
                  <a:pt x="1435608" y="22860"/>
                </a:lnTo>
                <a:lnTo>
                  <a:pt x="1143000" y="90983"/>
                </a:lnTo>
                <a:lnTo>
                  <a:pt x="868680" y="202082"/>
                </a:lnTo>
                <a:lnTo>
                  <a:pt x="620420" y="352958"/>
                </a:lnTo>
                <a:lnTo>
                  <a:pt x="406451" y="539039"/>
                </a:lnTo>
                <a:lnTo>
                  <a:pt x="232715" y="754380"/>
                </a:lnTo>
                <a:lnTo>
                  <a:pt x="104699" y="992581"/>
                </a:lnTo>
                <a:lnTo>
                  <a:pt x="26518" y="1246784"/>
                </a:lnTo>
                <a:lnTo>
                  <a:pt x="0" y="1508760"/>
                </a:lnTo>
                <a:lnTo>
                  <a:pt x="26518" y="1627632"/>
                </a:lnTo>
                <a:lnTo>
                  <a:pt x="104699" y="1743304"/>
                </a:lnTo>
                <a:lnTo>
                  <a:pt x="232715" y="1851660"/>
                </a:lnTo>
                <a:lnTo>
                  <a:pt x="406451" y="1949501"/>
                </a:lnTo>
                <a:lnTo>
                  <a:pt x="620420" y="2034083"/>
                </a:lnTo>
                <a:lnTo>
                  <a:pt x="868680" y="2102663"/>
                </a:lnTo>
                <a:lnTo>
                  <a:pt x="1143000" y="2153412"/>
                </a:lnTo>
                <a:lnTo>
                  <a:pt x="1435608" y="2184044"/>
                </a:lnTo>
                <a:lnTo>
                  <a:pt x="1737360" y="2194560"/>
                </a:lnTo>
                <a:lnTo>
                  <a:pt x="2039112" y="2184044"/>
                </a:lnTo>
                <a:lnTo>
                  <a:pt x="2331720" y="2153412"/>
                </a:lnTo>
                <a:lnTo>
                  <a:pt x="2606040" y="2102663"/>
                </a:lnTo>
                <a:lnTo>
                  <a:pt x="2854300" y="2034083"/>
                </a:lnTo>
                <a:lnTo>
                  <a:pt x="3068269" y="1949501"/>
                </a:lnTo>
                <a:lnTo>
                  <a:pt x="3242005" y="1851660"/>
                </a:lnTo>
                <a:lnTo>
                  <a:pt x="3370021" y="1743304"/>
                </a:lnTo>
                <a:lnTo>
                  <a:pt x="3448202" y="1627632"/>
                </a:lnTo>
                <a:close/>
              </a:path>
            </a:pathLst>
          </a:custGeom>
          <a:solidFill>
            <a:srgbClr val="D5ECC8"/>
          </a:solidFill>
          <a:ln w="25400">
            <a:solidFill>
              <a:srgbClr val="1F2937"/>
            </a:solidFill>
            <a:prstDash val="solid"/>
          </a:ln>
        </p:spPr>
      </p:sp>
      <p:sp>
        <p:nvSpPr>
          <p:cNvPr id="6" name="S10-mark382"/>
          <p:cNvSpPr/>
          <p:nvPr/>
        </p:nvSpPr>
        <p:spPr>
          <a:xfrm>
            <a:off x="7815834" y="2263140"/>
            <a:ext cx="2468880" cy="1417320"/>
          </a:xfrm>
          <a:custGeom>
            <a:avLst/>
            <a:gdLst/>
            <a:ahLst/>
            <a:cxnLst/>
            <a:rect l="l" t="t" r="r" b="b"/>
            <a:pathLst>
              <a:path w="2468880" h="1417320">
                <a:moveTo>
                  <a:pt x="2468880" y="960120"/>
                </a:moveTo>
                <a:lnTo>
                  <a:pt x="2450135" y="793242"/>
                </a:lnTo>
                <a:lnTo>
                  <a:pt x="2394356" y="631850"/>
                </a:lnTo>
                <a:lnTo>
                  <a:pt x="2303374" y="480060"/>
                </a:lnTo>
                <a:lnTo>
                  <a:pt x="2179930" y="342900"/>
                </a:lnTo>
                <a:lnTo>
                  <a:pt x="2028139" y="224485"/>
                </a:lnTo>
                <a:lnTo>
                  <a:pt x="1851660" y="128473"/>
                </a:lnTo>
                <a:lnTo>
                  <a:pt x="1656436" y="58064"/>
                </a:lnTo>
                <a:lnTo>
                  <a:pt x="1448867" y="14630"/>
                </a:lnTo>
                <a:lnTo>
                  <a:pt x="1234440" y="0"/>
                </a:lnTo>
                <a:lnTo>
                  <a:pt x="1020013" y="14630"/>
                </a:lnTo>
                <a:lnTo>
                  <a:pt x="812444" y="58064"/>
                </a:lnTo>
                <a:lnTo>
                  <a:pt x="617220" y="128473"/>
                </a:lnTo>
                <a:lnTo>
                  <a:pt x="440741" y="224485"/>
                </a:lnTo>
                <a:lnTo>
                  <a:pt x="288950" y="342900"/>
                </a:lnTo>
                <a:lnTo>
                  <a:pt x="165506" y="480060"/>
                </a:lnTo>
                <a:lnTo>
                  <a:pt x="74524" y="631850"/>
                </a:lnTo>
                <a:lnTo>
                  <a:pt x="18745" y="793242"/>
                </a:lnTo>
                <a:lnTo>
                  <a:pt x="0" y="960120"/>
                </a:lnTo>
                <a:lnTo>
                  <a:pt x="18745" y="1039673"/>
                </a:lnTo>
                <a:lnTo>
                  <a:pt x="74524" y="1116482"/>
                </a:lnTo>
                <a:lnTo>
                  <a:pt x="165506" y="1188720"/>
                </a:lnTo>
                <a:lnTo>
                  <a:pt x="288950" y="1254100"/>
                </a:lnTo>
                <a:lnTo>
                  <a:pt x="440741" y="1310335"/>
                </a:lnTo>
                <a:lnTo>
                  <a:pt x="617220" y="1356055"/>
                </a:lnTo>
                <a:lnTo>
                  <a:pt x="812444" y="1389888"/>
                </a:lnTo>
                <a:lnTo>
                  <a:pt x="1020013" y="1410462"/>
                </a:lnTo>
                <a:lnTo>
                  <a:pt x="1234440" y="1417320"/>
                </a:lnTo>
                <a:lnTo>
                  <a:pt x="1448867" y="1410462"/>
                </a:lnTo>
                <a:lnTo>
                  <a:pt x="1656436" y="1389888"/>
                </a:lnTo>
                <a:lnTo>
                  <a:pt x="1851660" y="1356055"/>
                </a:lnTo>
                <a:lnTo>
                  <a:pt x="2028139" y="1310335"/>
                </a:lnTo>
                <a:lnTo>
                  <a:pt x="2179930" y="1254100"/>
                </a:lnTo>
                <a:lnTo>
                  <a:pt x="2303374" y="1188720"/>
                </a:lnTo>
                <a:lnTo>
                  <a:pt x="2394356" y="1116482"/>
                </a:lnTo>
                <a:lnTo>
                  <a:pt x="2450135" y="1039673"/>
                </a:lnTo>
                <a:close/>
              </a:path>
            </a:pathLst>
          </a:custGeom>
          <a:solidFill>
            <a:srgbClr val="F3E6AE"/>
          </a:solidFill>
          <a:ln w="25400">
            <a:solidFill>
              <a:srgbClr val="1F2937"/>
            </a:solidFill>
            <a:prstDash val="solid"/>
          </a:ln>
        </p:spPr>
      </p:sp>
      <p:sp>
        <p:nvSpPr>
          <p:cNvPr id="7" name="S10-mark383"/>
          <p:cNvSpPr/>
          <p:nvPr/>
        </p:nvSpPr>
        <p:spPr>
          <a:xfrm>
            <a:off x="8364474" y="2766060"/>
            <a:ext cx="1371600" cy="685800"/>
          </a:xfrm>
          <a:custGeom>
            <a:avLst/>
            <a:gdLst/>
            <a:ahLst/>
            <a:cxnLst/>
            <a:rect l="l" t="t" r="r" b="b"/>
            <a:pathLst>
              <a:path w="1371600" h="685800">
                <a:moveTo>
                  <a:pt x="1371600" y="457200"/>
                </a:moveTo>
                <a:lnTo>
                  <a:pt x="1361084" y="377647"/>
                </a:lnTo>
                <a:lnTo>
                  <a:pt x="1330452" y="300838"/>
                </a:lnTo>
                <a:lnTo>
                  <a:pt x="1279703" y="228600"/>
                </a:lnTo>
                <a:lnTo>
                  <a:pt x="1211123" y="163220"/>
                </a:lnTo>
                <a:lnTo>
                  <a:pt x="1126541" y="106985"/>
                </a:lnTo>
                <a:lnTo>
                  <a:pt x="1028700" y="61265"/>
                </a:lnTo>
                <a:lnTo>
                  <a:pt x="920344" y="27432"/>
                </a:lnTo>
                <a:lnTo>
                  <a:pt x="804672" y="6858"/>
                </a:lnTo>
                <a:lnTo>
                  <a:pt x="685800" y="0"/>
                </a:lnTo>
                <a:lnTo>
                  <a:pt x="566928" y="6858"/>
                </a:lnTo>
                <a:lnTo>
                  <a:pt x="451256" y="27432"/>
                </a:lnTo>
                <a:lnTo>
                  <a:pt x="342900" y="61265"/>
                </a:lnTo>
                <a:lnTo>
                  <a:pt x="245059" y="106985"/>
                </a:lnTo>
                <a:lnTo>
                  <a:pt x="160477" y="163220"/>
                </a:lnTo>
                <a:lnTo>
                  <a:pt x="91897" y="228600"/>
                </a:lnTo>
                <a:lnTo>
                  <a:pt x="41148" y="300838"/>
                </a:lnTo>
                <a:lnTo>
                  <a:pt x="10516" y="377647"/>
                </a:lnTo>
                <a:lnTo>
                  <a:pt x="0" y="457200"/>
                </a:lnTo>
                <a:lnTo>
                  <a:pt x="10516" y="496976"/>
                </a:lnTo>
                <a:lnTo>
                  <a:pt x="41148" y="535381"/>
                </a:lnTo>
                <a:lnTo>
                  <a:pt x="91897" y="571500"/>
                </a:lnTo>
                <a:lnTo>
                  <a:pt x="160477" y="603961"/>
                </a:lnTo>
                <a:lnTo>
                  <a:pt x="245059" y="632308"/>
                </a:lnTo>
                <a:lnTo>
                  <a:pt x="342900" y="655168"/>
                </a:lnTo>
                <a:lnTo>
                  <a:pt x="451256" y="672084"/>
                </a:lnTo>
                <a:lnTo>
                  <a:pt x="566928" y="682142"/>
                </a:lnTo>
                <a:lnTo>
                  <a:pt x="685800" y="685800"/>
                </a:lnTo>
                <a:lnTo>
                  <a:pt x="804672" y="682142"/>
                </a:lnTo>
                <a:lnTo>
                  <a:pt x="920344" y="672084"/>
                </a:lnTo>
                <a:lnTo>
                  <a:pt x="1028700" y="655168"/>
                </a:lnTo>
                <a:lnTo>
                  <a:pt x="1126541" y="632308"/>
                </a:lnTo>
                <a:lnTo>
                  <a:pt x="1211123" y="603961"/>
                </a:lnTo>
                <a:lnTo>
                  <a:pt x="1279703" y="571500"/>
                </a:lnTo>
                <a:lnTo>
                  <a:pt x="1330452" y="535381"/>
                </a:lnTo>
                <a:lnTo>
                  <a:pt x="1361084" y="496976"/>
                </a:lnTo>
                <a:close/>
              </a:path>
            </a:pathLst>
          </a:custGeom>
          <a:solidFill>
            <a:srgbClr val="E6C097"/>
          </a:solidFill>
          <a:ln w="25400">
            <a:solidFill>
              <a:srgbClr val="1F2937"/>
            </a:solidFill>
            <a:prstDash val="solid"/>
          </a:ln>
        </p:spPr>
      </p:sp>
      <p:sp>
        <p:nvSpPr>
          <p:cNvPr id="8" name="S10-mark384"/>
          <p:cNvSpPr/>
          <p:nvPr/>
        </p:nvSpPr>
        <p:spPr>
          <a:xfrm>
            <a:off x="8937346" y="3117647"/>
            <a:ext cx="225857" cy="196139"/>
          </a:xfrm>
          <a:custGeom>
            <a:avLst/>
            <a:gdLst/>
            <a:ahLst/>
            <a:cxnLst/>
            <a:rect l="l" t="t" r="r" b="b"/>
            <a:pathLst>
              <a:path w="225857" h="196139">
                <a:moveTo>
                  <a:pt x="0" y="196139"/>
                </a:moveTo>
                <a:lnTo>
                  <a:pt x="225857" y="196139"/>
                </a:lnTo>
                <a:lnTo>
                  <a:pt x="112928" y="0"/>
                </a:lnTo>
                <a:close/>
              </a:path>
            </a:pathLst>
          </a:custGeom>
          <a:solidFill>
            <a:srgbClr val="8B5E3C"/>
          </a:solidFill>
          <a:ln w="15875">
            <a:solidFill>
              <a:srgbClr val="1F2937"/>
            </a:solidFill>
            <a:prstDash val="solid"/>
          </a:ln>
        </p:spPr>
      </p:sp>
      <p:sp>
        <p:nvSpPr>
          <p:cNvPr id="9" name="S10-mark385"/>
          <p:cNvSpPr/>
          <p:nvPr/>
        </p:nvSpPr>
        <p:spPr>
          <a:xfrm>
            <a:off x="7358634" y="1623060"/>
            <a:ext cx="1508760" cy="1485900"/>
          </a:xfrm>
          <a:custGeom>
            <a:avLst/>
            <a:gdLst/>
            <a:ahLst/>
            <a:cxnLst/>
            <a:rect l="l" t="t" r="r" b="b"/>
            <a:pathLst>
              <a:path w="1508760" h="1485900">
                <a:moveTo>
                  <a:pt x="0" y="0"/>
                </a:moveTo>
                <a:lnTo>
                  <a:pt x="731520" y="548640"/>
                </a:lnTo>
                <a:lnTo>
                  <a:pt x="1508760" y="1485900"/>
                </a:lnTo>
              </a:path>
            </a:pathLst>
          </a:custGeom>
          <a:noFill/>
          <a:ln w="44450">
            <a:solidFill>
              <a:srgbClr val="C8434E"/>
            </a:solidFill>
            <a:prstDash val="dash"/>
          </a:ln>
        </p:spPr>
      </p:sp>
      <p:sp>
        <p:nvSpPr>
          <p:cNvPr id="10" name="S10-mark386"/>
          <p:cNvSpPr/>
          <p:nvPr/>
        </p:nvSpPr>
        <p:spPr>
          <a:xfrm>
            <a:off x="9095994" y="3383280"/>
            <a:ext cx="365760" cy="1440180"/>
          </a:xfrm>
          <a:custGeom>
            <a:avLst/>
            <a:gdLst/>
            <a:ahLst/>
            <a:cxnLst/>
            <a:rect l="l" t="t" r="r" b="b"/>
            <a:pathLst>
              <a:path w="365760" h="1440180">
                <a:moveTo>
                  <a:pt x="365760" y="1440180"/>
                </a:moveTo>
                <a:lnTo>
                  <a:pt x="205740" y="708660"/>
                </a:lnTo>
                <a:lnTo>
                  <a:pt x="0" y="0"/>
                </a:lnTo>
              </a:path>
            </a:pathLst>
          </a:custGeom>
          <a:noFill/>
          <a:ln w="44450">
            <a:solidFill>
              <a:srgbClr val="C8434E"/>
            </a:solidFill>
            <a:prstDash val="dash"/>
          </a:ln>
        </p:spPr>
      </p:sp>
      <p:sp>
        <p:nvSpPr>
          <p:cNvPr id="11" name="S10-labelbg388"/>
          <p:cNvSpPr/>
          <p:nvPr/>
        </p:nvSpPr>
        <p:spPr>
          <a:xfrm>
            <a:off x="6971538" y="1264920"/>
            <a:ext cx="316992" cy="304800"/>
          </a:xfrm>
          <a:prstGeom prst="rect">
            <a:avLst/>
          </a:prstGeom>
          <a:solidFill>
            <a:srgbClr val="FFFFFF"/>
          </a:solidFill>
          <a:ln/>
        </p:spPr>
      </p:sp>
      <p:sp>
        <p:nvSpPr>
          <p:cNvPr id="12" name="S10-label389"/>
          <p:cNvSpPr txBox="1"/>
          <p:nvPr/>
        </p:nvSpPr>
        <p:spPr>
          <a:xfrm>
            <a:off x="6925818"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91"/>
          <p:cNvSpPr/>
          <p:nvPr/>
        </p:nvSpPr>
        <p:spPr>
          <a:xfrm>
            <a:off x="9531858" y="4876800"/>
            <a:ext cx="316992" cy="304800"/>
          </a:xfrm>
          <a:prstGeom prst="rect">
            <a:avLst/>
          </a:prstGeom>
          <a:solidFill>
            <a:srgbClr val="FFFFFF"/>
          </a:solidFill>
          <a:ln/>
        </p:spPr>
      </p:sp>
      <p:sp>
        <p:nvSpPr>
          <p:cNvPr id="14" name="S10-label392"/>
          <p:cNvSpPr txBox="1"/>
          <p:nvPr/>
        </p:nvSpPr>
        <p:spPr>
          <a:xfrm>
            <a:off x="948613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4"/>
          <p:cNvSpPr/>
          <p:nvPr/>
        </p:nvSpPr>
        <p:spPr>
          <a:xfrm>
            <a:off x="9856318" y="1915058"/>
            <a:ext cx="621792" cy="304800"/>
          </a:xfrm>
          <a:prstGeom prst="rect">
            <a:avLst/>
          </a:prstGeom>
          <a:solidFill>
            <a:srgbClr val="FFFFFF"/>
          </a:solidFill>
          <a:ln/>
        </p:spPr>
      </p:sp>
      <p:sp>
        <p:nvSpPr>
          <p:cNvPr id="16" name="S10-label395"/>
          <p:cNvSpPr txBox="1"/>
          <p:nvPr/>
        </p:nvSpPr>
        <p:spPr>
          <a:xfrm>
            <a:off x="9810598" y="187695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7"/>
          <p:cNvSpPr/>
          <p:nvPr/>
        </p:nvSpPr>
        <p:spPr>
          <a:xfrm>
            <a:off x="9533077" y="2335225"/>
            <a:ext cx="621792" cy="304800"/>
          </a:xfrm>
          <a:prstGeom prst="rect">
            <a:avLst/>
          </a:prstGeom>
          <a:solidFill>
            <a:srgbClr val="FFFFFF"/>
          </a:solidFill>
          <a:ln/>
        </p:spPr>
      </p:sp>
      <p:sp>
        <p:nvSpPr>
          <p:cNvPr id="18" name="S10-label398"/>
          <p:cNvSpPr txBox="1"/>
          <p:nvPr/>
        </p:nvSpPr>
        <p:spPr>
          <a:xfrm>
            <a:off x="9487357" y="229712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400"/>
          <p:cNvSpPr/>
          <p:nvPr/>
        </p:nvSpPr>
        <p:spPr>
          <a:xfrm>
            <a:off x="9180119" y="2720645"/>
            <a:ext cx="621792" cy="304800"/>
          </a:xfrm>
          <a:prstGeom prst="rect">
            <a:avLst/>
          </a:prstGeom>
          <a:solidFill>
            <a:srgbClr val="FFFFFF"/>
          </a:solidFill>
          <a:ln/>
        </p:spPr>
      </p:sp>
      <p:sp>
        <p:nvSpPr>
          <p:cNvPr id="20" name="S10-label401"/>
          <p:cNvSpPr txBox="1"/>
          <p:nvPr/>
        </p:nvSpPr>
        <p:spPr>
          <a:xfrm>
            <a:off x="9134399" y="268254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2"/>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3"/>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4"/>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5"/>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6"/>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7"/>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8"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9"/>
          <p:cNvSpPr/>
          <p:nvPr/>
        </p:nvSpPr>
        <p:spPr>
          <a:xfrm>
            <a:off x="6690540"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10"/>
          <p:cNvSpPr/>
          <p:nvPr/>
        </p:nvSpPr>
        <p:spPr>
          <a:xfrm>
            <a:off x="7012284"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11"/>
          <p:cNvSpPr/>
          <p:nvPr/>
        </p:nvSpPr>
        <p:spPr>
          <a:xfrm>
            <a:off x="733402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2"/>
          <p:cNvSpPr/>
          <p:nvPr/>
        </p:nvSpPr>
        <p:spPr>
          <a:xfrm>
            <a:off x="765577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3"/>
          <p:cNvSpPr/>
          <p:nvPr/>
        </p:nvSpPr>
        <p:spPr>
          <a:xfrm>
            <a:off x="797751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4"/>
          <p:cNvSpPr/>
          <p:nvPr/>
        </p:nvSpPr>
        <p:spPr>
          <a:xfrm>
            <a:off x="8299259"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5"/>
          <p:cNvSpPr/>
          <p:nvPr/>
        </p:nvSpPr>
        <p:spPr>
          <a:xfrm>
            <a:off x="8621003"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6"/>
          <p:cNvSpPr/>
          <p:nvPr/>
        </p:nvSpPr>
        <p:spPr>
          <a:xfrm>
            <a:off x="8942747"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7"/>
          <p:cNvSpPr/>
          <p:nvPr/>
        </p:nvSpPr>
        <p:spPr>
          <a:xfrm>
            <a:off x="926449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8"/>
          <p:cNvSpPr/>
          <p:nvPr/>
        </p:nvSpPr>
        <p:spPr>
          <a:xfrm>
            <a:off x="958623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9"/>
          <p:cNvSpPr/>
          <p:nvPr/>
        </p:nvSpPr>
        <p:spPr>
          <a:xfrm>
            <a:off x="990797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20"/>
          <p:cNvSpPr/>
          <p:nvPr/>
        </p:nvSpPr>
        <p:spPr>
          <a:xfrm>
            <a:off x="6368796" y="484813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21"/>
          <p:cNvSpPr/>
          <p:nvPr/>
        </p:nvSpPr>
        <p:spPr>
          <a:xfrm>
            <a:off x="6368796" y="452638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2"/>
          <p:cNvSpPr/>
          <p:nvPr/>
        </p:nvSpPr>
        <p:spPr>
          <a:xfrm>
            <a:off x="6368796" y="420464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3"/>
          <p:cNvSpPr/>
          <p:nvPr/>
        </p:nvSpPr>
        <p:spPr>
          <a:xfrm>
            <a:off x="6368796" y="38829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4"/>
          <p:cNvSpPr/>
          <p:nvPr/>
        </p:nvSpPr>
        <p:spPr>
          <a:xfrm>
            <a:off x="6368796" y="35611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5"/>
          <p:cNvSpPr/>
          <p:nvPr/>
        </p:nvSpPr>
        <p:spPr>
          <a:xfrm>
            <a:off x="6368796" y="32394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6"/>
          <p:cNvSpPr/>
          <p:nvPr/>
        </p:nvSpPr>
        <p:spPr>
          <a:xfrm>
            <a:off x="6368796" y="29176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7"/>
          <p:cNvSpPr/>
          <p:nvPr/>
        </p:nvSpPr>
        <p:spPr>
          <a:xfrm>
            <a:off x="6368796" y="259592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8"/>
          <p:cNvSpPr/>
          <p:nvPr/>
        </p:nvSpPr>
        <p:spPr>
          <a:xfrm>
            <a:off x="6368796" y="227418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9"/>
          <p:cNvSpPr/>
          <p:nvPr/>
        </p:nvSpPr>
        <p:spPr>
          <a:xfrm>
            <a:off x="8974921" y="227418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30"/>
          <p:cNvSpPr/>
          <p:nvPr/>
        </p:nvSpPr>
        <p:spPr>
          <a:xfrm>
            <a:off x="6368796" y="372203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31"/>
          <p:cNvSpPr/>
          <p:nvPr/>
        </p:nvSpPr>
        <p:spPr>
          <a:xfrm>
            <a:off x="7816643" y="227418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2"/>
          <p:cNvSpPr/>
          <p:nvPr/>
        </p:nvSpPr>
        <p:spPr>
          <a:xfrm>
            <a:off x="6368796" y="227418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3"/>
          <p:cNvSpPr/>
          <p:nvPr/>
        </p:nvSpPr>
        <p:spPr>
          <a:xfrm>
            <a:off x="6867499" y="246079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4"/>
          <p:cNvSpPr/>
          <p:nvPr/>
        </p:nvSpPr>
        <p:spPr>
          <a:xfrm>
            <a:off x="6915761" y="309462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5"/>
          <p:cNvSpPr/>
          <p:nvPr/>
        </p:nvSpPr>
        <p:spPr>
          <a:xfrm>
            <a:off x="6896456" y="309462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6"/>
          <p:cNvSpPr/>
          <p:nvPr/>
        </p:nvSpPr>
        <p:spPr>
          <a:xfrm>
            <a:off x="8151257" y="313645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7"/>
          <p:cNvSpPr/>
          <p:nvPr/>
        </p:nvSpPr>
        <p:spPr>
          <a:xfrm>
            <a:off x="8299259" y="313645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8"/>
          <p:cNvSpPr/>
          <p:nvPr/>
        </p:nvSpPr>
        <p:spPr>
          <a:xfrm>
            <a:off x="6992979" y="422073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9"/>
          <p:cNvSpPr/>
          <p:nvPr/>
        </p:nvSpPr>
        <p:spPr>
          <a:xfrm>
            <a:off x="6906108" y="405986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40"/>
          <p:cNvSpPr/>
          <p:nvPr/>
        </p:nvSpPr>
        <p:spPr>
          <a:xfrm>
            <a:off x="8170562" y="407594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41"/>
          <p:cNvSpPr/>
          <p:nvPr/>
        </p:nvSpPr>
        <p:spPr>
          <a:xfrm>
            <a:off x="8276737" y="411777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2"/>
          <p:cNvSpPr/>
          <p:nvPr/>
        </p:nvSpPr>
        <p:spPr>
          <a:xfrm>
            <a:off x="8212388" y="418212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3"/>
          <p:cNvSpPr/>
          <p:nvPr/>
        </p:nvSpPr>
        <p:spPr>
          <a:xfrm>
            <a:off x="9470407" y="310428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4"/>
          <p:cNvSpPr/>
          <p:nvPr/>
        </p:nvSpPr>
        <p:spPr>
          <a:xfrm>
            <a:off x="10195939" y="249039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5"/>
          <p:cNvSpPr/>
          <p:nvPr/>
        </p:nvSpPr>
        <p:spPr>
          <a:xfrm>
            <a:off x="10239375" y="286136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6"/>
          <p:cNvSpPr/>
          <p:nvPr/>
        </p:nvSpPr>
        <p:spPr>
          <a:xfrm>
            <a:off x="10222000" y="286136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7"/>
          <p:cNvSpPr/>
          <p:nvPr/>
        </p:nvSpPr>
        <p:spPr>
          <a:xfrm>
            <a:off x="10193043" y="327866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8"/>
          <p:cNvSpPr/>
          <p:nvPr/>
        </p:nvSpPr>
        <p:spPr>
          <a:xfrm>
            <a:off x="10326245" y="327866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9"/>
          <p:cNvSpPr/>
          <p:nvPr/>
        </p:nvSpPr>
        <p:spPr>
          <a:xfrm>
            <a:off x="10210418" y="363515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50"/>
          <p:cNvSpPr/>
          <p:nvPr/>
        </p:nvSpPr>
        <p:spPr>
          <a:xfrm>
            <a:off x="10305976" y="367280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51"/>
          <p:cNvSpPr/>
          <p:nvPr/>
        </p:nvSpPr>
        <p:spPr>
          <a:xfrm>
            <a:off x="10248062" y="373071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2"/>
          <p:cNvSpPr/>
          <p:nvPr/>
        </p:nvSpPr>
        <p:spPr>
          <a:xfrm>
            <a:off x="10308871" y="414512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3"/>
          <p:cNvSpPr/>
          <p:nvPr/>
        </p:nvSpPr>
        <p:spPr>
          <a:xfrm>
            <a:off x="10230687" y="400033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4"/>
          <p:cNvSpPr/>
          <p:nvPr/>
        </p:nvSpPr>
        <p:spPr>
          <a:xfrm>
            <a:off x="10222000" y="438868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5"/>
          <p:cNvSpPr/>
          <p:nvPr/>
        </p:nvSpPr>
        <p:spPr>
          <a:xfrm>
            <a:off x="10133199" y="208113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1" name="S11-mark456"/>
          <p:cNvSpPr/>
          <p:nvPr/>
        </p:nvSpPr>
        <p:spPr>
          <a:xfrm>
            <a:off x="10133199" y="240288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7"/>
          <p:cNvSpPr/>
          <p:nvPr/>
        </p:nvSpPr>
        <p:spPr>
          <a:xfrm flipV="1">
            <a:off x="9586235" y="2660275"/>
            <a:ext cx="0" cy="321744"/>
          </a:xfrm>
          <a:prstGeom prst="line">
            <a:avLst/>
          </a:prstGeom>
          <a:noFill/>
          <a:ln w="31750">
            <a:solidFill>
              <a:srgbClr val="1F2937"/>
            </a:solidFill>
            <a:prstDash val="solid"/>
            <a:tailEnd type="triangle"/>
          </a:ln>
        </p:spPr>
      </p:sp>
      <p:sp>
        <p:nvSpPr>
          <p:cNvPr id="53" name="S11-mark458"/>
          <p:cNvSpPr/>
          <p:nvPr/>
        </p:nvSpPr>
        <p:spPr>
          <a:xfrm>
            <a:off x="9473624" y="2821147"/>
            <a:ext cx="225221" cy="0"/>
          </a:xfrm>
          <a:prstGeom prst="line">
            <a:avLst/>
          </a:prstGeom>
          <a:noFill/>
          <a:ln w="25400">
            <a:solidFill>
              <a:srgbClr val="1F2937"/>
            </a:solidFill>
            <a:prstDash val="solid"/>
          </a:ln>
        </p:spPr>
      </p:sp>
      <p:sp>
        <p:nvSpPr>
          <p:cNvPr id="54" name="S11-mark459"/>
          <p:cNvSpPr/>
          <p:nvPr/>
        </p:nvSpPr>
        <p:spPr>
          <a:xfrm>
            <a:off x="6368796" y="5089441"/>
            <a:ext cx="321744" cy="0"/>
          </a:xfrm>
          <a:prstGeom prst="line">
            <a:avLst/>
          </a:prstGeom>
          <a:noFill/>
          <a:ln w="38100">
            <a:solidFill>
              <a:srgbClr val="1F2937"/>
            </a:solidFill>
            <a:prstDash val="solid"/>
          </a:ln>
        </p:spPr>
      </p:sp>
      <p:sp>
        <p:nvSpPr>
          <p:cNvPr id="55" name="S11-mark460"/>
          <p:cNvSpPr/>
          <p:nvPr/>
        </p:nvSpPr>
        <p:spPr>
          <a:xfrm>
            <a:off x="6368796" y="5018657"/>
            <a:ext cx="0" cy="141567"/>
          </a:xfrm>
          <a:prstGeom prst="line">
            <a:avLst/>
          </a:prstGeom>
          <a:noFill/>
          <a:ln w="25400">
            <a:solidFill>
              <a:srgbClr val="1F2937"/>
            </a:solidFill>
            <a:prstDash val="solid"/>
          </a:ln>
        </p:spPr>
      </p:sp>
      <p:sp>
        <p:nvSpPr>
          <p:cNvPr id="56" name="S11-mark461"/>
          <p:cNvSpPr/>
          <p:nvPr/>
        </p:nvSpPr>
        <p:spPr>
          <a:xfrm>
            <a:off x="6690540" y="5018657"/>
            <a:ext cx="0" cy="141567"/>
          </a:xfrm>
          <a:prstGeom prst="line">
            <a:avLst/>
          </a:prstGeom>
          <a:noFill/>
          <a:ln w="25400">
            <a:solidFill>
              <a:srgbClr val="1F2937"/>
            </a:solidFill>
            <a:prstDash val="solid"/>
          </a:ln>
        </p:spPr>
      </p:sp>
      <p:sp>
        <p:nvSpPr>
          <p:cNvPr id="57" name="S11-mark462"/>
          <p:cNvSpPr/>
          <p:nvPr/>
        </p:nvSpPr>
        <p:spPr>
          <a:xfrm>
            <a:off x="10181461" y="4889960"/>
            <a:ext cx="289569" cy="0"/>
          </a:xfrm>
          <a:prstGeom prst="line">
            <a:avLst/>
          </a:prstGeom>
          <a:noFill/>
          <a:ln w="88900">
            <a:solidFill>
              <a:srgbClr val="A3AAB4"/>
            </a:solidFill>
            <a:prstDash val="solid"/>
          </a:ln>
        </p:spPr>
      </p:sp>
      <p:sp>
        <p:nvSpPr>
          <p:cNvPr id="58" name="S11-mark463"/>
          <p:cNvSpPr/>
          <p:nvPr/>
        </p:nvSpPr>
        <p:spPr>
          <a:xfrm>
            <a:off x="10181461" y="5269618"/>
            <a:ext cx="289569" cy="0"/>
          </a:xfrm>
          <a:prstGeom prst="line">
            <a:avLst/>
          </a:prstGeom>
          <a:noFill/>
          <a:ln w="88900">
            <a:solidFill>
              <a:srgbClr val="4A90C8"/>
            </a:solidFill>
            <a:prstDash val="solid"/>
          </a:ln>
        </p:spPr>
      </p:sp>
      <p:sp>
        <p:nvSpPr>
          <p:cNvPr id="59" name="S11-label465"/>
          <p:cNvSpPr txBox="1"/>
          <p:nvPr/>
        </p:nvSpPr>
        <p:spPr>
          <a:xfrm>
            <a:off x="9382019" y="229281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7"/>
          <p:cNvSpPr txBox="1"/>
          <p:nvPr/>
        </p:nvSpPr>
        <p:spPr>
          <a:xfrm>
            <a:off x="6694757" y="489894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9"/>
          <p:cNvSpPr txBox="1"/>
          <p:nvPr/>
        </p:nvSpPr>
        <p:spPr>
          <a:xfrm>
            <a:off x="10487468" y="20515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71"/>
          <p:cNvSpPr txBox="1"/>
          <p:nvPr/>
        </p:nvSpPr>
        <p:spPr>
          <a:xfrm>
            <a:off x="10481417" y="2421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3"/>
          <p:cNvSpPr txBox="1"/>
          <p:nvPr/>
        </p:nvSpPr>
        <p:spPr>
          <a:xfrm>
            <a:off x="10481998" y="280117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5"/>
          <p:cNvSpPr txBox="1"/>
          <p:nvPr/>
        </p:nvSpPr>
        <p:spPr>
          <a:xfrm>
            <a:off x="10482900" y="318082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7"/>
          <p:cNvSpPr txBox="1"/>
          <p:nvPr/>
        </p:nvSpPr>
        <p:spPr>
          <a:xfrm>
            <a:off x="10481998" y="356048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9"/>
          <p:cNvSpPr txBox="1"/>
          <p:nvPr/>
        </p:nvSpPr>
        <p:spPr>
          <a:xfrm>
            <a:off x="10481998" y="394014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81"/>
          <p:cNvSpPr txBox="1"/>
          <p:nvPr/>
        </p:nvSpPr>
        <p:spPr>
          <a:xfrm>
            <a:off x="10481417" y="431980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3"/>
          <p:cNvSpPr txBox="1"/>
          <p:nvPr/>
        </p:nvSpPr>
        <p:spPr>
          <a:xfrm>
            <a:off x="10481998" y="469946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5"/>
          <p:cNvSpPr txBox="1"/>
          <p:nvPr/>
        </p:nvSpPr>
        <p:spPr>
          <a:xfrm>
            <a:off x="10481998" y="50791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9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9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492"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413380" y="2103526"/>
            <a:ext cx="4117233" cy="2983502"/>
          </a:xfrm>
          <a:custGeom>
            <a:avLst/>
            <a:gdLst/>
            <a:ahLst/>
            <a:cxnLst/>
            <a:rect l="l" t="t" r="r" b="b"/>
            <a:pathLst>
              <a:path w="4117233" h="2983502">
                <a:moveTo>
                  <a:pt x="4117233" y="1491751"/>
                </a:moveTo>
                <a:lnTo>
                  <a:pt x="4071884" y="1232783"/>
                </a:lnTo>
                <a:lnTo>
                  <a:pt x="3937030" y="981572"/>
                </a:lnTo>
                <a:lnTo>
                  <a:pt x="3717444" y="745876"/>
                </a:lnTo>
                <a:lnTo>
                  <a:pt x="3419094" y="532854"/>
                </a:lnTo>
                <a:lnTo>
                  <a:pt x="3051526" y="349070"/>
                </a:lnTo>
                <a:lnTo>
                  <a:pt x="2625482" y="199895"/>
                </a:lnTo>
                <a:lnTo>
                  <a:pt x="2154089" y="90102"/>
                </a:lnTo>
                <a:lnTo>
                  <a:pt x="1651667" y="22675"/>
                </a:lnTo>
                <a:lnTo>
                  <a:pt x="1133731" y="0"/>
                </a:lnTo>
                <a:lnTo>
                  <a:pt x="936820" y="22675"/>
                </a:lnTo>
                <a:lnTo>
                  <a:pt x="745876" y="90102"/>
                </a:lnTo>
                <a:lnTo>
                  <a:pt x="566865" y="199895"/>
                </a:lnTo>
                <a:lnTo>
                  <a:pt x="405160" y="349070"/>
                </a:lnTo>
                <a:lnTo>
                  <a:pt x="265532" y="532854"/>
                </a:lnTo>
                <a:lnTo>
                  <a:pt x="152159" y="745876"/>
                </a:lnTo>
                <a:lnTo>
                  <a:pt x="68621" y="981572"/>
                </a:lnTo>
                <a:lnTo>
                  <a:pt x="17304" y="1232783"/>
                </a:lnTo>
                <a:lnTo>
                  <a:pt x="0" y="1491751"/>
                </a:lnTo>
                <a:lnTo>
                  <a:pt x="17304" y="1750719"/>
                </a:lnTo>
                <a:lnTo>
                  <a:pt x="68621" y="2001930"/>
                </a:lnTo>
                <a:lnTo>
                  <a:pt x="152159" y="2237627"/>
                </a:lnTo>
                <a:lnTo>
                  <a:pt x="265532" y="2450649"/>
                </a:lnTo>
                <a:lnTo>
                  <a:pt x="405160" y="2634433"/>
                </a:lnTo>
                <a:lnTo>
                  <a:pt x="566865" y="2783608"/>
                </a:lnTo>
                <a:lnTo>
                  <a:pt x="745876" y="2893401"/>
                </a:lnTo>
                <a:lnTo>
                  <a:pt x="936820" y="2960828"/>
                </a:lnTo>
                <a:lnTo>
                  <a:pt x="1133731" y="2983502"/>
                </a:lnTo>
                <a:lnTo>
                  <a:pt x="1651667" y="2960828"/>
                </a:lnTo>
                <a:lnTo>
                  <a:pt x="2154089" y="2893401"/>
                </a:lnTo>
                <a:lnTo>
                  <a:pt x="2625482" y="2783608"/>
                </a:lnTo>
                <a:lnTo>
                  <a:pt x="3051526" y="2634433"/>
                </a:lnTo>
                <a:lnTo>
                  <a:pt x="3419094" y="2450649"/>
                </a:lnTo>
                <a:lnTo>
                  <a:pt x="3717444" y="2237627"/>
                </a:lnTo>
                <a:lnTo>
                  <a:pt x="3937030" y="2001930"/>
                </a:lnTo>
                <a:lnTo>
                  <a:pt x="4071884" y="1750719"/>
                </a:lnTo>
                <a:close/>
              </a:path>
            </a:pathLst>
          </a:custGeom>
          <a:solidFill>
            <a:srgbClr val="D5ECC8"/>
          </a:solidFill>
          <a:ln w="25400">
            <a:solidFill>
              <a:srgbClr val="1F2937"/>
            </a:solidFill>
            <a:prstDash val="solid"/>
          </a:ln>
        </p:spPr>
      </p:sp>
      <p:sp>
        <p:nvSpPr>
          <p:cNvPr id="4" name="S13-mark493"/>
          <p:cNvSpPr/>
          <p:nvPr/>
        </p:nvSpPr>
        <p:spPr>
          <a:xfrm>
            <a:off x="7801235" y="2580886"/>
            <a:ext cx="2774657" cy="2028782"/>
          </a:xfrm>
          <a:custGeom>
            <a:avLst/>
            <a:gdLst/>
            <a:ahLst/>
            <a:cxnLst/>
            <a:rect l="l" t="t" r="r" b="b"/>
            <a:pathLst>
              <a:path w="2774657" h="2028782">
                <a:moveTo>
                  <a:pt x="2774657" y="1014391"/>
                </a:moveTo>
                <a:lnTo>
                  <a:pt x="2743629" y="838364"/>
                </a:lnTo>
                <a:lnTo>
                  <a:pt x="2652334" y="667708"/>
                </a:lnTo>
                <a:lnTo>
                  <a:pt x="2502562" y="507195"/>
                </a:lnTo>
                <a:lnTo>
                  <a:pt x="2300280" y="362197"/>
                </a:lnTo>
                <a:lnTo>
                  <a:pt x="2049666" y="237487"/>
                </a:lnTo>
                <a:lnTo>
                  <a:pt x="1760266" y="136048"/>
                </a:lnTo>
                <a:lnTo>
                  <a:pt x="1439838" y="61460"/>
                </a:lnTo>
                <a:lnTo>
                  <a:pt x="1097929" y="15514"/>
                </a:lnTo>
                <a:lnTo>
                  <a:pt x="745876" y="0"/>
                </a:lnTo>
                <a:lnTo>
                  <a:pt x="616392" y="15514"/>
                </a:lnTo>
                <a:lnTo>
                  <a:pt x="490488" y="61460"/>
                </a:lnTo>
                <a:lnTo>
                  <a:pt x="372938" y="136048"/>
                </a:lnTo>
                <a:lnTo>
                  <a:pt x="266725" y="237487"/>
                </a:lnTo>
                <a:lnTo>
                  <a:pt x="174237" y="362197"/>
                </a:lnTo>
                <a:lnTo>
                  <a:pt x="99649" y="507195"/>
                </a:lnTo>
                <a:lnTo>
                  <a:pt x="44753" y="667708"/>
                </a:lnTo>
                <a:lnTo>
                  <a:pt x="11337" y="838364"/>
                </a:lnTo>
                <a:lnTo>
                  <a:pt x="0" y="1014391"/>
                </a:lnTo>
                <a:lnTo>
                  <a:pt x="11337" y="1190417"/>
                </a:lnTo>
                <a:lnTo>
                  <a:pt x="44753" y="1361074"/>
                </a:lnTo>
                <a:lnTo>
                  <a:pt x="99649" y="1521586"/>
                </a:lnTo>
                <a:lnTo>
                  <a:pt x="174237" y="1666584"/>
                </a:lnTo>
                <a:lnTo>
                  <a:pt x="266725" y="1791295"/>
                </a:lnTo>
                <a:lnTo>
                  <a:pt x="372938" y="1892734"/>
                </a:lnTo>
                <a:lnTo>
                  <a:pt x="490488" y="1967321"/>
                </a:lnTo>
                <a:lnTo>
                  <a:pt x="616392" y="2013267"/>
                </a:lnTo>
                <a:lnTo>
                  <a:pt x="745876" y="2028782"/>
                </a:lnTo>
                <a:lnTo>
                  <a:pt x="1097929" y="2013267"/>
                </a:lnTo>
                <a:lnTo>
                  <a:pt x="1439838" y="1967321"/>
                </a:lnTo>
                <a:lnTo>
                  <a:pt x="1760266" y="1892734"/>
                </a:lnTo>
                <a:lnTo>
                  <a:pt x="2049666" y="1791295"/>
                </a:lnTo>
                <a:lnTo>
                  <a:pt x="2300280" y="1666584"/>
                </a:lnTo>
                <a:lnTo>
                  <a:pt x="2502562" y="1521586"/>
                </a:lnTo>
                <a:lnTo>
                  <a:pt x="2652334" y="1361074"/>
                </a:lnTo>
                <a:lnTo>
                  <a:pt x="2743629" y="1190417"/>
                </a:lnTo>
                <a:close/>
              </a:path>
            </a:pathLst>
          </a:custGeom>
          <a:solidFill>
            <a:srgbClr val="F3E6AE"/>
          </a:solidFill>
          <a:ln w="25400">
            <a:solidFill>
              <a:srgbClr val="1F2937"/>
            </a:solidFill>
            <a:prstDash val="solid"/>
          </a:ln>
        </p:spPr>
      </p:sp>
      <p:sp>
        <p:nvSpPr>
          <p:cNvPr id="5" name="S13-mark494"/>
          <p:cNvSpPr/>
          <p:nvPr/>
        </p:nvSpPr>
        <p:spPr>
          <a:xfrm>
            <a:off x="8189090" y="3058246"/>
            <a:ext cx="1432081" cy="1074061"/>
          </a:xfrm>
          <a:custGeom>
            <a:avLst/>
            <a:gdLst/>
            <a:ahLst/>
            <a:cxnLst/>
            <a:rect l="l" t="t" r="r" b="b"/>
            <a:pathLst>
              <a:path w="1432081" h="1074061">
                <a:moveTo>
                  <a:pt x="1432081" y="537030"/>
                </a:moveTo>
                <a:lnTo>
                  <a:pt x="1415970" y="443945"/>
                </a:lnTo>
                <a:lnTo>
                  <a:pt x="1367041" y="353247"/>
                </a:lnTo>
                <a:lnTo>
                  <a:pt x="1288276" y="268515"/>
                </a:lnTo>
                <a:lnTo>
                  <a:pt x="1180870" y="191541"/>
                </a:lnTo>
                <a:lnTo>
                  <a:pt x="1048403" y="125904"/>
                </a:lnTo>
                <a:lnTo>
                  <a:pt x="895051" y="72201"/>
                </a:lnTo>
                <a:lnTo>
                  <a:pt x="725588" y="32222"/>
                </a:lnTo>
                <a:lnTo>
                  <a:pt x="544788" y="8354"/>
                </a:lnTo>
                <a:lnTo>
                  <a:pt x="358020" y="0"/>
                </a:lnTo>
                <a:lnTo>
                  <a:pt x="295963" y="8354"/>
                </a:lnTo>
                <a:lnTo>
                  <a:pt x="235697" y="32222"/>
                </a:lnTo>
                <a:lnTo>
                  <a:pt x="179010" y="72201"/>
                </a:lnTo>
                <a:lnTo>
                  <a:pt x="127694" y="125904"/>
                </a:lnTo>
                <a:lnTo>
                  <a:pt x="83538" y="191541"/>
                </a:lnTo>
                <a:lnTo>
                  <a:pt x="47736" y="268515"/>
                </a:lnTo>
                <a:lnTo>
                  <a:pt x="21481" y="353247"/>
                </a:lnTo>
                <a:lnTo>
                  <a:pt x="5370" y="443945"/>
                </a:lnTo>
                <a:lnTo>
                  <a:pt x="0" y="537030"/>
                </a:lnTo>
                <a:lnTo>
                  <a:pt x="5370" y="630116"/>
                </a:lnTo>
                <a:lnTo>
                  <a:pt x="21481" y="720814"/>
                </a:lnTo>
                <a:lnTo>
                  <a:pt x="47736" y="805546"/>
                </a:lnTo>
                <a:lnTo>
                  <a:pt x="83538" y="882520"/>
                </a:lnTo>
                <a:lnTo>
                  <a:pt x="127694" y="948157"/>
                </a:lnTo>
                <a:lnTo>
                  <a:pt x="179010" y="1001860"/>
                </a:lnTo>
                <a:lnTo>
                  <a:pt x="235697" y="1041839"/>
                </a:lnTo>
                <a:lnTo>
                  <a:pt x="295963" y="1065707"/>
                </a:lnTo>
                <a:lnTo>
                  <a:pt x="358020" y="1074061"/>
                </a:lnTo>
                <a:lnTo>
                  <a:pt x="544788" y="1065707"/>
                </a:lnTo>
                <a:lnTo>
                  <a:pt x="725588" y="1041839"/>
                </a:lnTo>
                <a:lnTo>
                  <a:pt x="895051" y="1001860"/>
                </a:lnTo>
                <a:lnTo>
                  <a:pt x="1048403" y="948157"/>
                </a:lnTo>
                <a:lnTo>
                  <a:pt x="1180870" y="882520"/>
                </a:lnTo>
                <a:lnTo>
                  <a:pt x="1288276" y="805546"/>
                </a:lnTo>
                <a:lnTo>
                  <a:pt x="1367041" y="720814"/>
                </a:lnTo>
                <a:lnTo>
                  <a:pt x="1415970" y="630116"/>
                </a:lnTo>
                <a:close/>
              </a:path>
            </a:pathLst>
          </a:custGeom>
          <a:solidFill>
            <a:srgbClr val="E6C097"/>
          </a:solidFill>
          <a:ln w="25400">
            <a:solidFill>
              <a:srgbClr val="1F2937"/>
            </a:solidFill>
            <a:prstDash val="solid"/>
          </a:ln>
        </p:spPr>
      </p:sp>
      <p:sp>
        <p:nvSpPr>
          <p:cNvPr id="6" name="S13-mark495"/>
          <p:cNvSpPr/>
          <p:nvPr/>
        </p:nvSpPr>
        <p:spPr>
          <a:xfrm>
            <a:off x="8399726" y="3457439"/>
            <a:ext cx="294770" cy="255984"/>
          </a:xfrm>
          <a:custGeom>
            <a:avLst/>
            <a:gdLst/>
            <a:ahLst/>
            <a:cxnLst/>
            <a:rect l="l" t="t" r="r" b="b"/>
            <a:pathLst>
              <a:path w="294770" h="255984">
                <a:moveTo>
                  <a:pt x="0" y="255984"/>
                </a:moveTo>
                <a:lnTo>
                  <a:pt x="294770" y="255984"/>
                </a:lnTo>
                <a:lnTo>
                  <a:pt x="147385" y="0"/>
                </a:lnTo>
                <a:close/>
              </a:path>
            </a:pathLst>
          </a:custGeom>
          <a:solidFill>
            <a:srgbClr val="8B5E3C"/>
          </a:solidFill>
          <a:ln w="15875">
            <a:solidFill>
              <a:srgbClr val="1F2937"/>
            </a:solidFill>
            <a:prstDash val="solid"/>
          </a:ln>
        </p:spPr>
      </p:sp>
      <p:sp>
        <p:nvSpPr>
          <p:cNvPr id="7" name="S13-mark496"/>
          <p:cNvSpPr/>
          <p:nvPr/>
        </p:nvSpPr>
        <p:spPr>
          <a:xfrm>
            <a:off x="8353780" y="5696856"/>
            <a:ext cx="386662" cy="429624"/>
          </a:xfrm>
          <a:custGeom>
            <a:avLst/>
            <a:gdLst/>
            <a:ahLst/>
            <a:cxnLst/>
            <a:rect l="l" t="t" r="r" b="b"/>
            <a:pathLst>
              <a:path w="386662" h="429624">
                <a:moveTo>
                  <a:pt x="0" y="429624"/>
                </a:moveTo>
                <a:lnTo>
                  <a:pt x="386662" y="429624"/>
                </a:lnTo>
                <a:lnTo>
                  <a:pt x="386662" y="182590"/>
                </a:lnTo>
                <a:lnTo>
                  <a:pt x="193331" y="0"/>
                </a:lnTo>
                <a:lnTo>
                  <a:pt x="0" y="182590"/>
                </a:lnTo>
                <a:close/>
              </a:path>
            </a:pathLst>
          </a:custGeom>
          <a:solidFill>
            <a:srgbClr val="F2C14E"/>
          </a:solidFill>
          <a:ln w="15875">
            <a:solidFill>
              <a:srgbClr val="1F2937"/>
            </a:solidFill>
            <a:prstDash val="solid"/>
          </a:ln>
        </p:spPr>
      </p:sp>
      <p:sp>
        <p:nvSpPr>
          <p:cNvPr id="8" name="S13-mark497"/>
          <p:cNvSpPr/>
          <p:nvPr/>
        </p:nvSpPr>
        <p:spPr>
          <a:xfrm flipV="1">
            <a:off x="6637669" y="1745505"/>
            <a:ext cx="0" cy="716041"/>
          </a:xfrm>
          <a:prstGeom prst="line">
            <a:avLst/>
          </a:prstGeom>
          <a:noFill/>
          <a:ln w="31750">
            <a:solidFill>
              <a:srgbClr val="1F2937"/>
            </a:solidFill>
            <a:prstDash val="solid"/>
            <a:tailEnd type="triangle"/>
          </a:ln>
        </p:spPr>
      </p:sp>
      <p:sp>
        <p:nvSpPr>
          <p:cNvPr id="9" name="S13-mark498"/>
          <p:cNvSpPr/>
          <p:nvPr/>
        </p:nvSpPr>
        <p:spPr>
          <a:xfrm>
            <a:off x="6387055" y="2103526"/>
            <a:ext cx="501228" cy="0"/>
          </a:xfrm>
          <a:prstGeom prst="line">
            <a:avLst/>
          </a:prstGeom>
          <a:noFill/>
          <a:ln w="25400">
            <a:solidFill>
              <a:srgbClr val="1F2937"/>
            </a:solidFill>
            <a:prstDash val="solid"/>
          </a:ln>
        </p:spPr>
      </p:sp>
      <p:sp>
        <p:nvSpPr>
          <p:cNvPr id="10" name="S13-labelbg500"/>
          <p:cNvSpPr/>
          <p:nvPr/>
        </p:nvSpPr>
        <p:spPr>
          <a:xfrm>
            <a:off x="10680300" y="2587208"/>
            <a:ext cx="621792" cy="304800"/>
          </a:xfrm>
          <a:prstGeom prst="rect">
            <a:avLst/>
          </a:prstGeom>
          <a:solidFill>
            <a:srgbClr val="FFFFFF"/>
          </a:solidFill>
          <a:ln/>
        </p:spPr>
      </p:sp>
      <p:sp>
        <p:nvSpPr>
          <p:cNvPr id="11" name="S13-label501"/>
          <p:cNvSpPr txBox="1"/>
          <p:nvPr/>
        </p:nvSpPr>
        <p:spPr>
          <a:xfrm>
            <a:off x="10634580" y="254910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03"/>
          <p:cNvSpPr/>
          <p:nvPr/>
        </p:nvSpPr>
        <p:spPr>
          <a:xfrm>
            <a:off x="9898025" y="2861094"/>
            <a:ext cx="621792" cy="304800"/>
          </a:xfrm>
          <a:prstGeom prst="rect">
            <a:avLst/>
          </a:prstGeom>
          <a:solidFill>
            <a:srgbClr val="FFFFFF"/>
          </a:solidFill>
          <a:ln/>
        </p:spPr>
      </p:sp>
      <p:sp>
        <p:nvSpPr>
          <p:cNvPr id="13" name="S13-label504"/>
          <p:cNvSpPr txBox="1"/>
          <p:nvPr/>
        </p:nvSpPr>
        <p:spPr>
          <a:xfrm>
            <a:off x="9852305" y="2822994"/>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06"/>
          <p:cNvSpPr/>
          <p:nvPr/>
        </p:nvSpPr>
        <p:spPr>
          <a:xfrm>
            <a:off x="9115751" y="3134979"/>
            <a:ext cx="621792" cy="304800"/>
          </a:xfrm>
          <a:prstGeom prst="rect">
            <a:avLst/>
          </a:prstGeom>
          <a:solidFill>
            <a:srgbClr val="FFFFFF"/>
          </a:solidFill>
          <a:ln/>
        </p:spPr>
      </p:sp>
      <p:sp>
        <p:nvSpPr>
          <p:cNvPr id="15" name="S13-label507"/>
          <p:cNvSpPr txBox="1"/>
          <p:nvPr/>
        </p:nvSpPr>
        <p:spPr>
          <a:xfrm>
            <a:off x="9070031" y="309687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09"/>
          <p:cNvSpPr txBox="1"/>
          <p:nvPr/>
        </p:nvSpPr>
        <p:spPr>
          <a:xfrm>
            <a:off x="9028923" y="57319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11"/>
          <p:cNvSpPr txBox="1"/>
          <p:nvPr/>
        </p:nvSpPr>
        <p:spPr>
          <a:xfrm>
            <a:off x="6433453"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12"/>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13"/>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14"/>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15"/>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16"/>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17"/>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27"/>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28"/>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29"/>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30"/>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31"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32"/>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33"/>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34"/>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35"/>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36"/>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37"/>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38"/>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39"/>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40"/>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41"/>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42"/>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44"/>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46"/>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48"/>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2026-10-26T09:28:31Z</dcterms:created>
  <dcterms:modified xsi:type="dcterms:W3CDTF">2026-10-26T09:28:31Z</dcterms:modified>
</cp:coreProperties>
</file>