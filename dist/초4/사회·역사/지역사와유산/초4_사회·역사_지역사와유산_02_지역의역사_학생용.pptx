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fc7e929-17f5-ef1a-e97a-02748fa7415f}">
          <p14:sldIdLst>
            <p14:sldId id="256"/>
            <p14:sldId id="257"/>
          </p14:sldIdLst>
        </p14:section>
        <p14:section name="개념" id="{5b3ed716-c172-01d8-f549-94791cecb84b}">
          <p14:sldIdLst>
            <p14:sldId id="258"/>
            <p14:sldId id="259"/>
            <p14:sldId id="261"/>
            <p14:sldId id="263"/>
          </p14:sldIdLst>
        </p14:section>
        <p14:section name="연습" id="{c6903ab3-5f7b-66a8-e49a-c449e96e6434}">
          <p14:sldIdLst>
            <p14:sldId id="260"/>
            <p14:sldId id="262"/>
            <p14:sldId id="264"/>
            <p14:sldId id="265"/>
          </p14:sldIdLst>
        </p14:section>
        <p14:section name="개념" id="{01b6e1c4-eb38-16fe-920a-d876fe937735}">
          <p14:sldIdLst/>
        </p14:section>
        <p14:section name="연습" id="{2dcb32c8-d940-fb61-418f-78ebe220dd68}">
          <p14:sldIdLst/>
        </p14:section>
        <p14:section name="개념" id="{54968464-14ab-3cd2-2d82-b09efc5d002d}">
          <p14:sldIdLst/>
        </p14:section>
        <p14:section name="연습" id="{33c53275-6f1d-c444-39fb-1d001062c50a}">
          <p14:sldIdLst/>
        </p14:section>
        <p14:section name="확인" id="{634c3f89-47c4-2ff8-016f-1fbc0e46679b}">
          <p14:sldIdLst>
            <p14:sldId id="266"/>
            <p14:sldId id="267"/>
          </p14:sldIdLst>
        </p14:section>
        <p14:section name="정리" id="{92624e25-6c5c-18ba-f410-f4c92f78598d}">
          <p14:sldIdLst>
            <p14:sldId id="268"/>
          </p14:sldIdLst>
        </p14:section>
        <p14:section name="보충" id="{794d3663-7eff-23ac-d056-c29b61375b5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지역사와유산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역사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지역의 역사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지역의 역사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역사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동네는 옛날에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모습이었을까요?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옛날과 오늘의 자료로 바뀐 것을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바뀐 까닭을 짐작하고 조사할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시간을 떠올려요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문화유산을 조사할 때 기록할 것은?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자료는 어디에서 찾을 수 있나요?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옛것을 보면 무엇을 알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모습을 알려 주는 자료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곳의 옛날 자료와 오늘 자료를 나란히 놓고 비교해요.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지도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길과 마을의 자리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사진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건물과 사람들의 모습</a:t>
            </a:r>
            <a:endParaRPr lang="ko-KR" sz="30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 이야기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보고 겪은 일</a:t>
            </a:r>
            <a:endParaRPr lang="ko-KR" sz="30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 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이름에 남은 옛 모습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오늘의 별빛마을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옛날에 나루가 있던 자리에 오늘은 다리가 있어요.</a:t>
            </a:r>
            <a:endParaRPr lang="ko-KR" sz="3000" dirty="0"/>
          </a:p>
        </p:txBody>
      </p:sp>
      <p:sp>
        <p:nvSpPr>
          <p:cNvPr id="5" name="S04-figure21" descr="옛날(할머니가 어렸을 때) 별빛마을 그림지도: 가운데로 하천이 흐르고, 나루에서 배로 하천을 건넌다. 서쪽에 초가집 몇 채와 좁은 길, 남쪽에 논밭, 나루 동쪽에 장터, 북서쪽에 산, 북동쪽에 큰 나무가 있다.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6" name="S04-mark22"/>
          <p:cNvSpPr/>
          <p:nvPr/>
        </p:nvSpPr>
        <p:spPr>
          <a:xfrm>
            <a:off x="3097213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7" name="S04-mark23"/>
          <p:cNvSpPr/>
          <p:nvPr/>
        </p:nvSpPr>
        <p:spPr>
          <a:xfrm>
            <a:off x="1317088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8" name="S04-mark24"/>
          <p:cNvSpPr/>
          <p:nvPr/>
        </p:nvSpPr>
        <p:spPr>
          <a:xfrm>
            <a:off x="2134983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9" name="S04-mark25"/>
          <p:cNvSpPr/>
          <p:nvPr/>
        </p:nvSpPr>
        <p:spPr>
          <a:xfrm>
            <a:off x="3578329" y="3726672"/>
            <a:ext cx="673561" cy="625450"/>
          </a:xfrm>
          <a:custGeom>
            <a:avLst/>
            <a:gdLst/>
            <a:ahLst/>
            <a:cxnLst/>
            <a:rect l="l" t="t" r="r" b="b"/>
            <a:pathLst>
              <a:path w="673561" h="625450">
                <a:moveTo>
                  <a:pt x="0" y="625450"/>
                </a:moveTo>
                <a:lnTo>
                  <a:pt x="673561" y="625450"/>
                </a:lnTo>
                <a:lnTo>
                  <a:pt x="6735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" name="S04-mark26"/>
          <p:cNvSpPr/>
          <p:nvPr/>
        </p:nvSpPr>
        <p:spPr>
          <a:xfrm>
            <a:off x="4348113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1" name="S04-mark27"/>
          <p:cNvSpPr/>
          <p:nvPr/>
        </p:nvSpPr>
        <p:spPr>
          <a:xfrm>
            <a:off x="1172753" y="3005000"/>
            <a:ext cx="1900405" cy="9144"/>
          </a:xfrm>
          <a:custGeom>
            <a:avLst/>
            <a:gdLst/>
            <a:ahLst/>
            <a:cxnLst/>
            <a:rect l="l" t="t" r="r" b="b"/>
            <a:pathLst>
              <a:path w="1900405" h="9144">
                <a:moveTo>
                  <a:pt x="0" y="0"/>
                </a:moveTo>
                <a:lnTo>
                  <a:pt x="1900405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2" name="S04-mark28"/>
          <p:cNvSpPr/>
          <p:nvPr/>
        </p:nvSpPr>
        <p:spPr>
          <a:xfrm>
            <a:off x="3506161" y="3005000"/>
            <a:ext cx="1804182" cy="9144"/>
          </a:xfrm>
          <a:custGeom>
            <a:avLst/>
            <a:gdLst/>
            <a:ahLst/>
            <a:cxnLst/>
            <a:rect l="l" t="t" r="r" b="b"/>
            <a:pathLst>
              <a:path w="1804182" h="9144">
                <a:moveTo>
                  <a:pt x="0" y="0"/>
                </a:moveTo>
                <a:lnTo>
                  <a:pt x="1804182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3" name="S04-mark29"/>
          <p:cNvSpPr/>
          <p:nvPr/>
        </p:nvSpPr>
        <p:spPr>
          <a:xfrm>
            <a:off x="1886728" y="254697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4-mark30"/>
          <p:cNvSpPr/>
          <p:nvPr/>
        </p:nvSpPr>
        <p:spPr>
          <a:xfrm>
            <a:off x="2223508" y="237858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4-mark31"/>
          <p:cNvSpPr/>
          <p:nvPr/>
        </p:nvSpPr>
        <p:spPr>
          <a:xfrm>
            <a:off x="2536233" y="2571034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04-mark32"/>
          <p:cNvSpPr/>
          <p:nvPr/>
        </p:nvSpPr>
        <p:spPr>
          <a:xfrm>
            <a:off x="3121269" y="2956888"/>
            <a:ext cx="336781" cy="120279"/>
          </a:xfrm>
          <a:custGeom>
            <a:avLst/>
            <a:gdLst/>
            <a:ahLst/>
            <a:cxnLst/>
            <a:rect l="l" t="t" r="r" b="b"/>
            <a:pathLst>
              <a:path w="336781" h="120279">
                <a:moveTo>
                  <a:pt x="0" y="0"/>
                </a:moveTo>
                <a:lnTo>
                  <a:pt x="336781" y="0"/>
                </a:lnTo>
                <a:lnTo>
                  <a:pt x="264613" y="120279"/>
                </a:lnTo>
                <a:lnTo>
                  <a:pt x="72167" y="120279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mark33"/>
          <p:cNvSpPr/>
          <p:nvPr/>
        </p:nvSpPr>
        <p:spPr>
          <a:xfrm>
            <a:off x="3698607" y="2547940"/>
            <a:ext cx="433004" cy="216502"/>
          </a:xfrm>
          <a:custGeom>
            <a:avLst/>
            <a:gdLst/>
            <a:ahLst/>
            <a:cxnLst/>
            <a:rect l="l" t="t" r="r" b="b"/>
            <a:pathLst>
              <a:path w="433004" h="216502">
                <a:moveTo>
                  <a:pt x="0" y="216502"/>
                </a:moveTo>
                <a:lnTo>
                  <a:pt x="433004" y="216502"/>
                </a:lnTo>
                <a:lnTo>
                  <a:pt x="4330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4-mark34"/>
          <p:cNvSpPr/>
          <p:nvPr/>
        </p:nvSpPr>
        <p:spPr>
          <a:xfrm>
            <a:off x="1384444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35"/>
          <p:cNvSpPr/>
          <p:nvPr/>
        </p:nvSpPr>
        <p:spPr>
          <a:xfrm>
            <a:off x="4893697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20" name="S04-mark36"/>
          <p:cNvSpPr/>
          <p:nvPr/>
        </p:nvSpPr>
        <p:spPr>
          <a:xfrm>
            <a:off x="4750806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37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4-labelbg39"/>
          <p:cNvSpPr/>
          <p:nvPr/>
        </p:nvSpPr>
        <p:spPr>
          <a:xfrm>
            <a:off x="2981812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04-label40"/>
          <p:cNvSpPr txBox="1"/>
          <p:nvPr/>
        </p:nvSpPr>
        <p:spPr>
          <a:xfrm>
            <a:off x="2936092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나루</a:t>
            </a:r>
            <a:endParaRPr lang="ko-KR" sz="2400" dirty="0"/>
          </a:p>
        </p:txBody>
      </p:sp>
      <p:sp>
        <p:nvSpPr>
          <p:cNvPr id="24" name="S04-label42"/>
          <p:cNvSpPr txBox="1"/>
          <p:nvPr/>
        </p:nvSpPr>
        <p:spPr>
          <a:xfrm>
            <a:off x="3561541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</a:t>
            </a:r>
            <a:endParaRPr lang="ko-KR" sz="2400" dirty="0"/>
          </a:p>
        </p:txBody>
      </p:sp>
      <p:sp>
        <p:nvSpPr>
          <p:cNvPr id="25" name="S04-labelbg44"/>
          <p:cNvSpPr/>
          <p:nvPr/>
        </p:nvSpPr>
        <p:spPr>
          <a:xfrm>
            <a:off x="1779024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04-label45"/>
          <p:cNvSpPr txBox="1"/>
          <p:nvPr/>
        </p:nvSpPr>
        <p:spPr>
          <a:xfrm>
            <a:off x="1733304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27" name="S04-label47"/>
          <p:cNvSpPr txBox="1"/>
          <p:nvPr/>
        </p:nvSpPr>
        <p:spPr>
          <a:xfrm>
            <a:off x="1353429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28" name="S04-label49"/>
          <p:cNvSpPr txBox="1"/>
          <p:nvPr/>
        </p:nvSpPr>
        <p:spPr>
          <a:xfrm>
            <a:off x="4376811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29" name="S04-label50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2400" dirty="0"/>
          </a:p>
        </p:txBody>
      </p:sp>
      <p:sp>
        <p:nvSpPr>
          <p:cNvPr id="30" name="S04-figure51" descr="오늘 별빛시 그림지도: 같은 하천에 다리가 놓였고 넓은 도로가 지난다. 초가집 자리에 아파트가, 서쪽 논밭 자리에 학교와 아파트가 들어섰다. 장터 자리에는 시장 건물이 있다. 산과 큰 나무, 동쪽 논밭 일부는 그대로다.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31" name="S04-mark52"/>
          <p:cNvSpPr/>
          <p:nvPr/>
        </p:nvSpPr>
        <p:spPr>
          <a:xfrm>
            <a:off x="8803069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32" name="S04-mark53"/>
          <p:cNvSpPr/>
          <p:nvPr/>
        </p:nvSpPr>
        <p:spPr>
          <a:xfrm>
            <a:off x="10053969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3" name="S04-mark54"/>
          <p:cNvSpPr/>
          <p:nvPr/>
        </p:nvSpPr>
        <p:spPr>
          <a:xfrm>
            <a:off x="6878609" y="3005000"/>
            <a:ext cx="4137590" cy="9144"/>
          </a:xfrm>
          <a:custGeom>
            <a:avLst/>
            <a:gdLst/>
            <a:ahLst/>
            <a:cxnLst/>
            <a:rect l="l" t="t" r="r" b="b"/>
            <a:pathLst>
              <a:path w="4137590" h="9144">
                <a:moveTo>
                  <a:pt x="0" y="0"/>
                </a:moveTo>
                <a:lnTo>
                  <a:pt x="4137590" y="0"/>
                </a:lnTo>
              </a:path>
            </a:pathLst>
          </a:custGeom>
          <a:noFill/>
          <a:ln w="139700">
            <a:solidFill>
              <a:srgbClr val="A3AAB4"/>
            </a:solidFill>
            <a:prstDash val="solid"/>
          </a:ln>
        </p:spPr>
      </p:sp>
      <p:sp>
        <p:nvSpPr>
          <p:cNvPr id="34" name="S04-mark55"/>
          <p:cNvSpPr/>
          <p:nvPr/>
        </p:nvSpPr>
        <p:spPr>
          <a:xfrm>
            <a:off x="7516087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04-mark56"/>
          <p:cNvSpPr/>
          <p:nvPr/>
        </p:nvSpPr>
        <p:spPr>
          <a:xfrm>
            <a:off x="7804756" y="2042770"/>
            <a:ext cx="216502" cy="769784"/>
          </a:xfrm>
          <a:custGeom>
            <a:avLst/>
            <a:gdLst/>
            <a:ahLst/>
            <a:cxnLst/>
            <a:rect l="l" t="t" r="r" b="b"/>
            <a:pathLst>
              <a:path w="216502" h="769784">
                <a:moveTo>
                  <a:pt x="0" y="769784"/>
                </a:moveTo>
                <a:lnTo>
                  <a:pt x="216502" y="769784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6" name="S04-mark57"/>
          <p:cNvSpPr/>
          <p:nvPr/>
        </p:nvSpPr>
        <p:spPr>
          <a:xfrm>
            <a:off x="8093425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7" name="S04-mark58"/>
          <p:cNvSpPr/>
          <p:nvPr/>
        </p:nvSpPr>
        <p:spPr>
          <a:xfrm>
            <a:off x="8370066" y="2331439"/>
            <a:ext cx="192446" cy="481115"/>
          </a:xfrm>
          <a:custGeom>
            <a:avLst/>
            <a:gdLst/>
            <a:ahLst/>
            <a:cxnLst/>
            <a:rect l="l" t="t" r="r" b="b"/>
            <a:pathLst>
              <a:path w="192446" h="481115">
                <a:moveTo>
                  <a:pt x="0" y="481115"/>
                </a:moveTo>
                <a:lnTo>
                  <a:pt x="192446" y="481115"/>
                </a:lnTo>
                <a:lnTo>
                  <a:pt x="192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8" name="S04-mark59"/>
          <p:cNvSpPr/>
          <p:nvPr/>
        </p:nvSpPr>
        <p:spPr>
          <a:xfrm>
            <a:off x="7925034" y="3678561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9" name="S04-mark60"/>
          <p:cNvSpPr/>
          <p:nvPr/>
        </p:nvSpPr>
        <p:spPr>
          <a:xfrm>
            <a:off x="8213704" y="3582338"/>
            <a:ext cx="216502" cy="721673"/>
          </a:xfrm>
          <a:custGeom>
            <a:avLst/>
            <a:gdLst/>
            <a:ahLst/>
            <a:cxnLst/>
            <a:rect l="l" t="t" r="r" b="b"/>
            <a:pathLst>
              <a:path w="216502" h="721673">
                <a:moveTo>
                  <a:pt x="0" y="721673"/>
                </a:moveTo>
                <a:lnTo>
                  <a:pt x="216502" y="721673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0" name="S04-mark61"/>
          <p:cNvSpPr/>
          <p:nvPr/>
        </p:nvSpPr>
        <p:spPr>
          <a:xfrm>
            <a:off x="7215390" y="3846951"/>
            <a:ext cx="346403" cy="240558"/>
          </a:xfrm>
          <a:custGeom>
            <a:avLst/>
            <a:gdLst/>
            <a:ahLst/>
            <a:cxnLst/>
            <a:rect l="l" t="t" r="r" b="b"/>
            <a:pathLst>
              <a:path w="346403" h="240558">
                <a:moveTo>
                  <a:pt x="0" y="0"/>
                </a:moveTo>
                <a:lnTo>
                  <a:pt x="346403" y="120279"/>
                </a:lnTo>
                <a:lnTo>
                  <a:pt x="0" y="240558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1" name="S04-mark62"/>
          <p:cNvSpPr/>
          <p:nvPr/>
        </p:nvSpPr>
        <p:spPr>
          <a:xfrm>
            <a:off x="7186523" y="3846951"/>
            <a:ext cx="57734" cy="433004"/>
          </a:xfrm>
          <a:custGeom>
            <a:avLst/>
            <a:gdLst/>
            <a:ahLst/>
            <a:cxnLst/>
            <a:rect l="l" t="t" r="r" b="b"/>
            <a:pathLst>
              <a:path w="57734" h="433004">
                <a:moveTo>
                  <a:pt x="0" y="433004"/>
                </a:moveTo>
                <a:lnTo>
                  <a:pt x="57734" y="433004"/>
                </a:lnTo>
                <a:lnTo>
                  <a:pt x="57734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2" name="S04-mark63"/>
          <p:cNvSpPr/>
          <p:nvPr/>
        </p:nvSpPr>
        <p:spPr>
          <a:xfrm>
            <a:off x="9324598" y="3942212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3" name="S04-mark64"/>
          <p:cNvSpPr/>
          <p:nvPr/>
        </p:nvSpPr>
        <p:spPr>
          <a:xfrm>
            <a:off x="9661379" y="3894100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4" name="S04-mark65"/>
          <p:cNvSpPr/>
          <p:nvPr/>
        </p:nvSpPr>
        <p:spPr>
          <a:xfrm>
            <a:off x="9380408" y="2475773"/>
            <a:ext cx="481115" cy="312725"/>
          </a:xfrm>
          <a:custGeom>
            <a:avLst/>
            <a:gdLst/>
            <a:ahLst/>
            <a:cxnLst/>
            <a:rect l="l" t="t" r="r" b="b"/>
            <a:pathLst>
              <a:path w="481115" h="312725">
                <a:moveTo>
                  <a:pt x="0" y="312725"/>
                </a:moveTo>
                <a:lnTo>
                  <a:pt x="481115" y="312725"/>
                </a:lnTo>
                <a:lnTo>
                  <a:pt x="481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5" name="S04-mark66"/>
          <p:cNvSpPr/>
          <p:nvPr/>
        </p:nvSpPr>
        <p:spPr>
          <a:xfrm>
            <a:off x="7090300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04-mark67"/>
          <p:cNvSpPr/>
          <p:nvPr/>
        </p:nvSpPr>
        <p:spPr>
          <a:xfrm>
            <a:off x="10599553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47" name="S04-mark68"/>
          <p:cNvSpPr/>
          <p:nvPr/>
        </p:nvSpPr>
        <p:spPr>
          <a:xfrm>
            <a:off x="10456662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4-mark69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4-mark70"/>
          <p:cNvSpPr/>
          <p:nvPr/>
        </p:nvSpPr>
        <p:spPr>
          <a:xfrm>
            <a:off x="8779014" y="2860665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4-mark71"/>
          <p:cNvSpPr/>
          <p:nvPr/>
        </p:nvSpPr>
        <p:spPr>
          <a:xfrm>
            <a:off x="8779014" y="3149334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4-labelbg73"/>
          <p:cNvSpPr/>
          <p:nvPr/>
        </p:nvSpPr>
        <p:spPr>
          <a:xfrm>
            <a:off x="10131013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04-label74"/>
          <p:cNvSpPr txBox="1"/>
          <p:nvPr/>
        </p:nvSpPr>
        <p:spPr>
          <a:xfrm>
            <a:off x="10085293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53" name="S04-labelbg76"/>
          <p:cNvSpPr/>
          <p:nvPr/>
        </p:nvSpPr>
        <p:spPr>
          <a:xfrm>
            <a:off x="8687668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04-label77"/>
          <p:cNvSpPr txBox="1"/>
          <p:nvPr/>
        </p:nvSpPr>
        <p:spPr>
          <a:xfrm>
            <a:off x="8641948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2400" dirty="0"/>
          </a:p>
        </p:txBody>
      </p:sp>
      <p:sp>
        <p:nvSpPr>
          <p:cNvPr id="55" name="S04-labelbg79"/>
          <p:cNvSpPr/>
          <p:nvPr/>
        </p:nvSpPr>
        <p:spPr>
          <a:xfrm>
            <a:off x="7051876" y="3453994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04-label80"/>
          <p:cNvSpPr txBox="1"/>
          <p:nvPr/>
        </p:nvSpPr>
        <p:spPr>
          <a:xfrm>
            <a:off x="7006156" y="341589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400" dirty="0"/>
          </a:p>
        </p:txBody>
      </p:sp>
      <p:sp>
        <p:nvSpPr>
          <p:cNvPr id="57" name="S04-label82"/>
          <p:cNvSpPr txBox="1"/>
          <p:nvPr/>
        </p:nvSpPr>
        <p:spPr>
          <a:xfrm>
            <a:off x="9267397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</a:t>
            </a:r>
            <a:endParaRPr lang="ko-KR" sz="2400" dirty="0"/>
          </a:p>
        </p:txBody>
      </p:sp>
      <p:sp>
        <p:nvSpPr>
          <p:cNvPr id="58" name="S04-label84"/>
          <p:cNvSpPr txBox="1"/>
          <p:nvPr/>
        </p:nvSpPr>
        <p:spPr>
          <a:xfrm>
            <a:off x="7059285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59" name="S04-label86"/>
          <p:cNvSpPr txBox="1"/>
          <p:nvPr/>
        </p:nvSpPr>
        <p:spPr>
          <a:xfrm>
            <a:off x="10082667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60" name="S04-label87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바뀌었을까요?</a:t>
            </a:r>
            <a:endParaRPr lang="ko-KR" sz="4000" dirty="0"/>
          </a:p>
        </p:txBody>
      </p:sp>
      <p:sp>
        <p:nvSpPr>
          <p:cNvPr id="3" name="S0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바뀐 것 두 가지  ② 그대로인 것 두 가지를 찾아요.</a:t>
            </a:r>
            <a:endParaRPr lang="ko-KR" sz="3000" dirty="0"/>
          </a:p>
        </p:txBody>
      </p:sp>
      <p:sp>
        <p:nvSpPr>
          <p:cNvPr id="5" name="S05-figure90" descr="옛날(할머니가 어렸을 때) 별빛마을 그림지도: 가운데로 하천이 흐르고, 나루에서 배로 하천을 건넌다. 서쪽에 초가집 몇 채와 좁은 길, 남쪽에 논밭, 나루 동쪽에 장터, 북서쪽에 산, 북동쪽에 큰 나무가 있다.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6" name="S05-mark91"/>
          <p:cNvSpPr/>
          <p:nvPr/>
        </p:nvSpPr>
        <p:spPr>
          <a:xfrm>
            <a:off x="3097213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7" name="S05-mark92"/>
          <p:cNvSpPr/>
          <p:nvPr/>
        </p:nvSpPr>
        <p:spPr>
          <a:xfrm>
            <a:off x="1317088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8" name="S05-mark93"/>
          <p:cNvSpPr/>
          <p:nvPr/>
        </p:nvSpPr>
        <p:spPr>
          <a:xfrm>
            <a:off x="2134983" y="3726672"/>
            <a:ext cx="721673" cy="625450"/>
          </a:xfrm>
          <a:custGeom>
            <a:avLst/>
            <a:gdLst/>
            <a:ahLst/>
            <a:cxnLst/>
            <a:rect l="l" t="t" r="r" b="b"/>
            <a:pathLst>
              <a:path w="721673" h="625450">
                <a:moveTo>
                  <a:pt x="0" y="625450"/>
                </a:moveTo>
                <a:lnTo>
                  <a:pt x="721673" y="625450"/>
                </a:lnTo>
                <a:lnTo>
                  <a:pt x="721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9" name="S05-mark94"/>
          <p:cNvSpPr/>
          <p:nvPr/>
        </p:nvSpPr>
        <p:spPr>
          <a:xfrm>
            <a:off x="3578329" y="3726672"/>
            <a:ext cx="673561" cy="625450"/>
          </a:xfrm>
          <a:custGeom>
            <a:avLst/>
            <a:gdLst/>
            <a:ahLst/>
            <a:cxnLst/>
            <a:rect l="l" t="t" r="r" b="b"/>
            <a:pathLst>
              <a:path w="673561" h="625450">
                <a:moveTo>
                  <a:pt x="0" y="625450"/>
                </a:moveTo>
                <a:lnTo>
                  <a:pt x="673561" y="625450"/>
                </a:lnTo>
                <a:lnTo>
                  <a:pt x="6735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" name="S05-mark95"/>
          <p:cNvSpPr/>
          <p:nvPr/>
        </p:nvSpPr>
        <p:spPr>
          <a:xfrm>
            <a:off x="4348113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1" name="S05-mark96"/>
          <p:cNvSpPr/>
          <p:nvPr/>
        </p:nvSpPr>
        <p:spPr>
          <a:xfrm>
            <a:off x="1172753" y="3005000"/>
            <a:ext cx="1900405" cy="9144"/>
          </a:xfrm>
          <a:custGeom>
            <a:avLst/>
            <a:gdLst/>
            <a:ahLst/>
            <a:cxnLst/>
            <a:rect l="l" t="t" r="r" b="b"/>
            <a:pathLst>
              <a:path w="1900405" h="9144">
                <a:moveTo>
                  <a:pt x="0" y="0"/>
                </a:moveTo>
                <a:lnTo>
                  <a:pt x="1900405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2" name="S05-mark97"/>
          <p:cNvSpPr/>
          <p:nvPr/>
        </p:nvSpPr>
        <p:spPr>
          <a:xfrm>
            <a:off x="3506161" y="3005000"/>
            <a:ext cx="1804182" cy="9144"/>
          </a:xfrm>
          <a:custGeom>
            <a:avLst/>
            <a:gdLst/>
            <a:ahLst/>
            <a:cxnLst/>
            <a:rect l="l" t="t" r="r" b="b"/>
            <a:pathLst>
              <a:path w="1804182" h="9144">
                <a:moveTo>
                  <a:pt x="0" y="0"/>
                </a:moveTo>
                <a:lnTo>
                  <a:pt x="1804182" y="0"/>
                </a:lnTo>
              </a:path>
            </a:pathLst>
          </a:custGeom>
          <a:noFill/>
          <a:ln w="31750">
            <a:solidFill>
              <a:srgbClr val="9C6B3E"/>
            </a:solidFill>
            <a:prstDash val="dash"/>
          </a:ln>
        </p:spPr>
      </p:sp>
      <p:sp>
        <p:nvSpPr>
          <p:cNvPr id="13" name="S05-mark98"/>
          <p:cNvSpPr/>
          <p:nvPr/>
        </p:nvSpPr>
        <p:spPr>
          <a:xfrm>
            <a:off x="1886728" y="254697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5-mark99"/>
          <p:cNvSpPr/>
          <p:nvPr/>
        </p:nvSpPr>
        <p:spPr>
          <a:xfrm>
            <a:off x="2223508" y="2378588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5-mark100"/>
          <p:cNvSpPr/>
          <p:nvPr/>
        </p:nvSpPr>
        <p:spPr>
          <a:xfrm>
            <a:off x="2536233" y="2571034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D9B26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05-mark101"/>
          <p:cNvSpPr/>
          <p:nvPr/>
        </p:nvSpPr>
        <p:spPr>
          <a:xfrm>
            <a:off x="3121269" y="2956888"/>
            <a:ext cx="336781" cy="120279"/>
          </a:xfrm>
          <a:custGeom>
            <a:avLst/>
            <a:gdLst/>
            <a:ahLst/>
            <a:cxnLst/>
            <a:rect l="l" t="t" r="r" b="b"/>
            <a:pathLst>
              <a:path w="336781" h="120279">
                <a:moveTo>
                  <a:pt x="0" y="0"/>
                </a:moveTo>
                <a:lnTo>
                  <a:pt x="336781" y="0"/>
                </a:lnTo>
                <a:lnTo>
                  <a:pt x="264613" y="120279"/>
                </a:lnTo>
                <a:lnTo>
                  <a:pt x="72167" y="120279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mark102"/>
          <p:cNvSpPr/>
          <p:nvPr/>
        </p:nvSpPr>
        <p:spPr>
          <a:xfrm>
            <a:off x="3698607" y="2547940"/>
            <a:ext cx="433004" cy="216502"/>
          </a:xfrm>
          <a:custGeom>
            <a:avLst/>
            <a:gdLst/>
            <a:ahLst/>
            <a:cxnLst/>
            <a:rect l="l" t="t" r="r" b="b"/>
            <a:pathLst>
              <a:path w="433004" h="216502">
                <a:moveTo>
                  <a:pt x="0" y="216502"/>
                </a:moveTo>
                <a:lnTo>
                  <a:pt x="433004" y="216502"/>
                </a:lnTo>
                <a:lnTo>
                  <a:pt x="4330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5-mark103"/>
          <p:cNvSpPr/>
          <p:nvPr/>
        </p:nvSpPr>
        <p:spPr>
          <a:xfrm>
            <a:off x="1384444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5-mark104"/>
          <p:cNvSpPr/>
          <p:nvPr/>
        </p:nvSpPr>
        <p:spPr>
          <a:xfrm>
            <a:off x="4893697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20" name="S05-mark105"/>
          <p:cNvSpPr/>
          <p:nvPr/>
        </p:nvSpPr>
        <p:spPr>
          <a:xfrm>
            <a:off x="4750806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5-mark106"/>
          <p:cNvSpPr/>
          <p:nvPr/>
        </p:nvSpPr>
        <p:spPr>
          <a:xfrm>
            <a:off x="1076530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5-labelbg108"/>
          <p:cNvSpPr/>
          <p:nvPr/>
        </p:nvSpPr>
        <p:spPr>
          <a:xfrm>
            <a:off x="2981812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05-label109"/>
          <p:cNvSpPr txBox="1"/>
          <p:nvPr/>
        </p:nvSpPr>
        <p:spPr>
          <a:xfrm>
            <a:off x="2936092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나루</a:t>
            </a:r>
            <a:endParaRPr lang="ko-KR" sz="2400" dirty="0"/>
          </a:p>
        </p:txBody>
      </p:sp>
      <p:sp>
        <p:nvSpPr>
          <p:cNvPr id="24" name="S05-label111"/>
          <p:cNvSpPr txBox="1"/>
          <p:nvPr/>
        </p:nvSpPr>
        <p:spPr>
          <a:xfrm>
            <a:off x="3561541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</a:t>
            </a:r>
            <a:endParaRPr lang="ko-KR" sz="2400" dirty="0"/>
          </a:p>
        </p:txBody>
      </p:sp>
      <p:sp>
        <p:nvSpPr>
          <p:cNvPr id="25" name="S05-labelbg113"/>
          <p:cNvSpPr/>
          <p:nvPr/>
        </p:nvSpPr>
        <p:spPr>
          <a:xfrm>
            <a:off x="1779024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05-label114"/>
          <p:cNvSpPr txBox="1"/>
          <p:nvPr/>
        </p:nvSpPr>
        <p:spPr>
          <a:xfrm>
            <a:off x="1733304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27" name="S05-label116"/>
          <p:cNvSpPr txBox="1"/>
          <p:nvPr/>
        </p:nvSpPr>
        <p:spPr>
          <a:xfrm>
            <a:off x="1353429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28" name="S05-label118"/>
          <p:cNvSpPr txBox="1"/>
          <p:nvPr/>
        </p:nvSpPr>
        <p:spPr>
          <a:xfrm>
            <a:off x="4376811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29" name="S05-label119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2400" dirty="0"/>
          </a:p>
        </p:txBody>
      </p:sp>
      <p:sp>
        <p:nvSpPr>
          <p:cNvPr id="30" name="S05-figure120" descr="오늘 별빛시 그림지도: 같은 하천에 다리가 놓였고 넓은 도로가 지난다. 초가집 자리에 아파트가, 서쪽 논밭 자리에 학교와 아파트가 들어섰다. 장터 자리에는 시장 건물이 있다. 산과 큰 나무, 동쪽 논밭 일부는 그대로다.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AF5"/>
          </a:solidFill>
          <a:ln/>
        </p:spPr>
      </p:sp>
      <p:sp>
        <p:nvSpPr>
          <p:cNvPr id="31" name="S05-mark121"/>
          <p:cNvSpPr/>
          <p:nvPr/>
        </p:nvSpPr>
        <p:spPr>
          <a:xfrm>
            <a:off x="8803069" y="1417320"/>
            <a:ext cx="192446" cy="3127248"/>
          </a:xfrm>
          <a:custGeom>
            <a:avLst/>
            <a:gdLst/>
            <a:ahLst/>
            <a:cxnLst/>
            <a:rect l="l" t="t" r="r" b="b"/>
            <a:pathLst>
              <a:path w="192446" h="3127248">
                <a:moveTo>
                  <a:pt x="144335" y="0"/>
                </a:moveTo>
                <a:lnTo>
                  <a:pt x="0" y="721673"/>
                </a:lnTo>
                <a:lnTo>
                  <a:pt x="192446" y="1587680"/>
                </a:lnTo>
                <a:lnTo>
                  <a:pt x="48112" y="2357464"/>
                </a:lnTo>
                <a:lnTo>
                  <a:pt x="192446" y="3127248"/>
                </a:lnTo>
              </a:path>
            </a:pathLst>
          </a:custGeom>
          <a:noFill/>
          <a:ln w="114300">
            <a:solidFill>
              <a:srgbClr val="4A90C8"/>
            </a:solidFill>
            <a:prstDash val="solid"/>
          </a:ln>
        </p:spPr>
      </p:sp>
      <p:sp>
        <p:nvSpPr>
          <p:cNvPr id="32" name="S05-mark122"/>
          <p:cNvSpPr/>
          <p:nvPr/>
        </p:nvSpPr>
        <p:spPr>
          <a:xfrm>
            <a:off x="10053969" y="3726672"/>
            <a:ext cx="769784" cy="625450"/>
          </a:xfrm>
          <a:custGeom>
            <a:avLst/>
            <a:gdLst/>
            <a:ahLst/>
            <a:cxnLst/>
            <a:rect l="l" t="t" r="r" b="b"/>
            <a:pathLst>
              <a:path w="769784" h="625450">
                <a:moveTo>
                  <a:pt x="0" y="625450"/>
                </a:moveTo>
                <a:lnTo>
                  <a:pt x="769784" y="625450"/>
                </a:lnTo>
                <a:lnTo>
                  <a:pt x="7697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3" name="S05-mark123"/>
          <p:cNvSpPr/>
          <p:nvPr/>
        </p:nvSpPr>
        <p:spPr>
          <a:xfrm>
            <a:off x="6878609" y="3005000"/>
            <a:ext cx="4137590" cy="9144"/>
          </a:xfrm>
          <a:custGeom>
            <a:avLst/>
            <a:gdLst/>
            <a:ahLst/>
            <a:cxnLst/>
            <a:rect l="l" t="t" r="r" b="b"/>
            <a:pathLst>
              <a:path w="4137590" h="9144">
                <a:moveTo>
                  <a:pt x="0" y="0"/>
                </a:moveTo>
                <a:lnTo>
                  <a:pt x="4137590" y="0"/>
                </a:lnTo>
              </a:path>
            </a:pathLst>
          </a:custGeom>
          <a:noFill/>
          <a:ln w="139700">
            <a:solidFill>
              <a:srgbClr val="A3AAB4"/>
            </a:solidFill>
            <a:prstDash val="solid"/>
          </a:ln>
        </p:spPr>
      </p:sp>
      <p:sp>
        <p:nvSpPr>
          <p:cNvPr id="34" name="S05-mark124"/>
          <p:cNvSpPr/>
          <p:nvPr/>
        </p:nvSpPr>
        <p:spPr>
          <a:xfrm>
            <a:off x="7516087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05-mark125"/>
          <p:cNvSpPr/>
          <p:nvPr/>
        </p:nvSpPr>
        <p:spPr>
          <a:xfrm>
            <a:off x="7804756" y="2042770"/>
            <a:ext cx="216502" cy="769784"/>
          </a:xfrm>
          <a:custGeom>
            <a:avLst/>
            <a:gdLst/>
            <a:ahLst/>
            <a:cxnLst/>
            <a:rect l="l" t="t" r="r" b="b"/>
            <a:pathLst>
              <a:path w="216502" h="769784">
                <a:moveTo>
                  <a:pt x="0" y="769784"/>
                </a:moveTo>
                <a:lnTo>
                  <a:pt x="216502" y="769784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6" name="S05-mark126"/>
          <p:cNvSpPr/>
          <p:nvPr/>
        </p:nvSpPr>
        <p:spPr>
          <a:xfrm>
            <a:off x="8093425" y="2187104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7" name="S05-mark127"/>
          <p:cNvSpPr/>
          <p:nvPr/>
        </p:nvSpPr>
        <p:spPr>
          <a:xfrm>
            <a:off x="8370066" y="2331439"/>
            <a:ext cx="192446" cy="481115"/>
          </a:xfrm>
          <a:custGeom>
            <a:avLst/>
            <a:gdLst/>
            <a:ahLst/>
            <a:cxnLst/>
            <a:rect l="l" t="t" r="r" b="b"/>
            <a:pathLst>
              <a:path w="192446" h="481115">
                <a:moveTo>
                  <a:pt x="0" y="481115"/>
                </a:moveTo>
                <a:lnTo>
                  <a:pt x="192446" y="481115"/>
                </a:lnTo>
                <a:lnTo>
                  <a:pt x="192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8" name="S05-mark128"/>
          <p:cNvSpPr/>
          <p:nvPr/>
        </p:nvSpPr>
        <p:spPr>
          <a:xfrm>
            <a:off x="7925034" y="3678561"/>
            <a:ext cx="216502" cy="625450"/>
          </a:xfrm>
          <a:custGeom>
            <a:avLst/>
            <a:gdLst/>
            <a:ahLst/>
            <a:cxnLst/>
            <a:rect l="l" t="t" r="r" b="b"/>
            <a:pathLst>
              <a:path w="216502" h="625450">
                <a:moveTo>
                  <a:pt x="0" y="625450"/>
                </a:moveTo>
                <a:lnTo>
                  <a:pt x="216502" y="625450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9" name="S05-mark129"/>
          <p:cNvSpPr/>
          <p:nvPr/>
        </p:nvSpPr>
        <p:spPr>
          <a:xfrm>
            <a:off x="8213704" y="3582338"/>
            <a:ext cx="216502" cy="721673"/>
          </a:xfrm>
          <a:custGeom>
            <a:avLst/>
            <a:gdLst/>
            <a:ahLst/>
            <a:cxnLst/>
            <a:rect l="l" t="t" r="r" b="b"/>
            <a:pathLst>
              <a:path w="216502" h="721673">
                <a:moveTo>
                  <a:pt x="0" y="721673"/>
                </a:moveTo>
                <a:lnTo>
                  <a:pt x="216502" y="721673"/>
                </a:lnTo>
                <a:lnTo>
                  <a:pt x="216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0" name="S05-mark130"/>
          <p:cNvSpPr/>
          <p:nvPr/>
        </p:nvSpPr>
        <p:spPr>
          <a:xfrm>
            <a:off x="7215390" y="3846951"/>
            <a:ext cx="346403" cy="240558"/>
          </a:xfrm>
          <a:custGeom>
            <a:avLst/>
            <a:gdLst/>
            <a:ahLst/>
            <a:cxnLst/>
            <a:rect l="l" t="t" r="r" b="b"/>
            <a:pathLst>
              <a:path w="346403" h="240558">
                <a:moveTo>
                  <a:pt x="0" y="0"/>
                </a:moveTo>
                <a:lnTo>
                  <a:pt x="346403" y="120279"/>
                </a:lnTo>
                <a:lnTo>
                  <a:pt x="0" y="240558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1" name="S05-mark131"/>
          <p:cNvSpPr/>
          <p:nvPr/>
        </p:nvSpPr>
        <p:spPr>
          <a:xfrm>
            <a:off x="7186523" y="3846951"/>
            <a:ext cx="57734" cy="433004"/>
          </a:xfrm>
          <a:custGeom>
            <a:avLst/>
            <a:gdLst/>
            <a:ahLst/>
            <a:cxnLst/>
            <a:rect l="l" t="t" r="r" b="b"/>
            <a:pathLst>
              <a:path w="57734" h="433004">
                <a:moveTo>
                  <a:pt x="0" y="433004"/>
                </a:moveTo>
                <a:lnTo>
                  <a:pt x="57734" y="433004"/>
                </a:lnTo>
                <a:lnTo>
                  <a:pt x="57734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2" name="S05-mark132"/>
          <p:cNvSpPr/>
          <p:nvPr/>
        </p:nvSpPr>
        <p:spPr>
          <a:xfrm>
            <a:off x="9324598" y="3942212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3" name="S05-mark133"/>
          <p:cNvSpPr/>
          <p:nvPr/>
        </p:nvSpPr>
        <p:spPr>
          <a:xfrm>
            <a:off x="9661379" y="3894100"/>
            <a:ext cx="207842" cy="230935"/>
          </a:xfrm>
          <a:custGeom>
            <a:avLst/>
            <a:gdLst/>
            <a:ahLst/>
            <a:cxnLst/>
            <a:rect l="l" t="t" r="r" b="b"/>
            <a:pathLst>
              <a:path w="207842" h="230935">
                <a:moveTo>
                  <a:pt x="0" y="230935"/>
                </a:moveTo>
                <a:lnTo>
                  <a:pt x="207842" y="230935"/>
                </a:lnTo>
                <a:lnTo>
                  <a:pt x="207842" y="98147"/>
                </a:lnTo>
                <a:lnTo>
                  <a:pt x="103921" y="0"/>
                </a:lnTo>
                <a:lnTo>
                  <a:pt x="0" y="98147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4" name="S05-mark134"/>
          <p:cNvSpPr/>
          <p:nvPr/>
        </p:nvSpPr>
        <p:spPr>
          <a:xfrm>
            <a:off x="9380408" y="2475773"/>
            <a:ext cx="481115" cy="312725"/>
          </a:xfrm>
          <a:custGeom>
            <a:avLst/>
            <a:gdLst/>
            <a:ahLst/>
            <a:cxnLst/>
            <a:rect l="l" t="t" r="r" b="b"/>
            <a:pathLst>
              <a:path w="481115" h="312725">
                <a:moveTo>
                  <a:pt x="0" y="312725"/>
                </a:moveTo>
                <a:lnTo>
                  <a:pt x="481115" y="312725"/>
                </a:lnTo>
                <a:lnTo>
                  <a:pt x="481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5" name="S05-mark135"/>
          <p:cNvSpPr/>
          <p:nvPr/>
        </p:nvSpPr>
        <p:spPr>
          <a:xfrm>
            <a:off x="7090300" y="1688669"/>
            <a:ext cx="346403" cy="300216"/>
          </a:xfrm>
          <a:custGeom>
            <a:avLst/>
            <a:gdLst/>
            <a:ahLst/>
            <a:cxnLst/>
            <a:rect l="l" t="t" r="r" b="b"/>
            <a:pathLst>
              <a:path w="346403" h="300216">
                <a:moveTo>
                  <a:pt x="0" y="300216"/>
                </a:moveTo>
                <a:lnTo>
                  <a:pt x="346403" y="300216"/>
                </a:lnTo>
                <a:lnTo>
                  <a:pt x="17320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05-mark136"/>
          <p:cNvSpPr/>
          <p:nvPr/>
        </p:nvSpPr>
        <p:spPr>
          <a:xfrm>
            <a:off x="10599553" y="1876785"/>
            <a:ext cx="63507" cy="211691"/>
          </a:xfrm>
          <a:custGeom>
            <a:avLst/>
            <a:gdLst/>
            <a:ahLst/>
            <a:cxnLst/>
            <a:rect l="l" t="t" r="r" b="b"/>
            <a:pathLst>
              <a:path w="63507" h="211691">
                <a:moveTo>
                  <a:pt x="0" y="211691"/>
                </a:moveTo>
                <a:lnTo>
                  <a:pt x="63507" y="211691"/>
                </a:lnTo>
                <a:lnTo>
                  <a:pt x="63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47" name="S05-mark137"/>
          <p:cNvSpPr/>
          <p:nvPr/>
        </p:nvSpPr>
        <p:spPr>
          <a:xfrm>
            <a:off x="10456662" y="1612172"/>
            <a:ext cx="349290" cy="349290"/>
          </a:xfrm>
          <a:custGeom>
            <a:avLst/>
            <a:gdLst/>
            <a:ahLst/>
            <a:cxnLst/>
            <a:rect l="l" t="t" r="r" b="b"/>
            <a:pathLst>
              <a:path w="349290" h="349290">
                <a:moveTo>
                  <a:pt x="349290" y="174645"/>
                </a:moveTo>
                <a:lnTo>
                  <a:pt x="340629" y="120760"/>
                </a:lnTo>
                <a:lnTo>
                  <a:pt x="316093" y="72167"/>
                </a:lnTo>
                <a:lnTo>
                  <a:pt x="277122" y="33197"/>
                </a:lnTo>
                <a:lnTo>
                  <a:pt x="228530" y="8660"/>
                </a:lnTo>
                <a:lnTo>
                  <a:pt x="174645" y="0"/>
                </a:lnTo>
                <a:lnTo>
                  <a:pt x="120760" y="8660"/>
                </a:lnTo>
                <a:lnTo>
                  <a:pt x="72167" y="33197"/>
                </a:lnTo>
                <a:lnTo>
                  <a:pt x="33197" y="72167"/>
                </a:lnTo>
                <a:lnTo>
                  <a:pt x="8660" y="120760"/>
                </a:lnTo>
                <a:lnTo>
                  <a:pt x="0" y="174645"/>
                </a:lnTo>
                <a:lnTo>
                  <a:pt x="8660" y="228530"/>
                </a:lnTo>
                <a:lnTo>
                  <a:pt x="33197" y="277122"/>
                </a:lnTo>
                <a:lnTo>
                  <a:pt x="72167" y="316093"/>
                </a:lnTo>
                <a:lnTo>
                  <a:pt x="120760" y="340629"/>
                </a:lnTo>
                <a:lnTo>
                  <a:pt x="174645" y="349290"/>
                </a:lnTo>
                <a:lnTo>
                  <a:pt x="228530" y="340629"/>
                </a:lnTo>
                <a:lnTo>
                  <a:pt x="277122" y="316093"/>
                </a:lnTo>
                <a:lnTo>
                  <a:pt x="316093" y="277122"/>
                </a:lnTo>
                <a:lnTo>
                  <a:pt x="340629" y="228530"/>
                </a:lnTo>
                <a:close/>
              </a:path>
            </a:pathLst>
          </a:custGeom>
          <a:solidFill>
            <a:srgbClr val="2A9D8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5-mark138"/>
          <p:cNvSpPr/>
          <p:nvPr/>
        </p:nvSpPr>
        <p:spPr>
          <a:xfrm>
            <a:off x="6782386" y="1417320"/>
            <a:ext cx="4330036" cy="3127248"/>
          </a:xfrm>
          <a:custGeom>
            <a:avLst/>
            <a:gdLst/>
            <a:ahLst/>
            <a:cxnLst/>
            <a:rect l="l" t="t" r="r" b="b"/>
            <a:pathLst>
              <a:path w="4330036" h="3127248">
                <a:moveTo>
                  <a:pt x="0" y="3127248"/>
                </a:moveTo>
                <a:lnTo>
                  <a:pt x="4330036" y="3127248"/>
                </a:lnTo>
                <a:lnTo>
                  <a:pt x="4330036" y="0"/>
                </a:lnTo>
                <a:lnTo>
                  <a:pt x="0" y="0"/>
                </a:lnTo>
                <a:lnTo>
                  <a:pt x="0" y="3127248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5-mark139"/>
          <p:cNvSpPr/>
          <p:nvPr/>
        </p:nvSpPr>
        <p:spPr>
          <a:xfrm>
            <a:off x="8779014" y="2860665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5-mark140"/>
          <p:cNvSpPr/>
          <p:nvPr/>
        </p:nvSpPr>
        <p:spPr>
          <a:xfrm>
            <a:off x="8779014" y="3149334"/>
            <a:ext cx="4330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5-labelbg142"/>
          <p:cNvSpPr/>
          <p:nvPr/>
        </p:nvSpPr>
        <p:spPr>
          <a:xfrm>
            <a:off x="10131013" y="3886997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05-label143"/>
          <p:cNvSpPr txBox="1"/>
          <p:nvPr/>
        </p:nvSpPr>
        <p:spPr>
          <a:xfrm>
            <a:off x="10085293" y="38488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53" name="S05-labelbg145"/>
          <p:cNvSpPr/>
          <p:nvPr/>
        </p:nvSpPr>
        <p:spPr>
          <a:xfrm>
            <a:off x="8687668" y="3213436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05-label146"/>
          <p:cNvSpPr txBox="1"/>
          <p:nvPr/>
        </p:nvSpPr>
        <p:spPr>
          <a:xfrm>
            <a:off x="8641948" y="317533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2400" dirty="0"/>
          </a:p>
        </p:txBody>
      </p:sp>
      <p:sp>
        <p:nvSpPr>
          <p:cNvPr id="55" name="S05-labelbg148"/>
          <p:cNvSpPr/>
          <p:nvPr/>
        </p:nvSpPr>
        <p:spPr>
          <a:xfrm>
            <a:off x="7051876" y="3453994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05-label149"/>
          <p:cNvSpPr txBox="1"/>
          <p:nvPr/>
        </p:nvSpPr>
        <p:spPr>
          <a:xfrm>
            <a:off x="7006156" y="341589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400" dirty="0"/>
          </a:p>
        </p:txBody>
      </p:sp>
      <p:sp>
        <p:nvSpPr>
          <p:cNvPr id="57" name="S05-label151"/>
          <p:cNvSpPr txBox="1"/>
          <p:nvPr/>
        </p:nvSpPr>
        <p:spPr>
          <a:xfrm>
            <a:off x="9267397" y="206877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</a:t>
            </a:r>
            <a:endParaRPr lang="ko-KR" sz="2400" dirty="0"/>
          </a:p>
        </p:txBody>
      </p:sp>
      <p:sp>
        <p:nvSpPr>
          <p:cNvPr id="58" name="S05-label153"/>
          <p:cNvSpPr txBox="1"/>
          <p:nvPr/>
        </p:nvSpPr>
        <p:spPr>
          <a:xfrm>
            <a:off x="7059285" y="20206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59" name="S05-label155"/>
          <p:cNvSpPr txBox="1"/>
          <p:nvPr/>
        </p:nvSpPr>
        <p:spPr>
          <a:xfrm>
            <a:off x="10082667" y="230932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나무</a:t>
            </a:r>
            <a:endParaRPr lang="ko-KR" sz="2400" dirty="0"/>
          </a:p>
        </p:txBody>
      </p:sp>
      <p:sp>
        <p:nvSpPr>
          <p:cNvPr id="60" name="S05-label156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 들은 이야기</a:t>
            </a:r>
            <a:endParaRPr lang="ko-KR" sz="4000" dirty="0"/>
          </a:p>
        </p:txBody>
      </p:sp>
      <p:sp>
        <p:nvSpPr>
          <p:cNvPr id="3" name="S06-text1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별빛마을에서 오래 사신 할머니께 여쭈어 정리했어요.</a:t>
            </a:r>
            <a:endParaRPr lang="ko-KR" sz="3000" dirty="0"/>
          </a:p>
        </p:txBody>
      </p:sp>
      <p:sp>
        <p:nvSpPr>
          <p:cNvPr id="4" name="S06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들으면 무엇이 먼저 바뀌었는지 알 수 있어요.</a:t>
            </a:r>
            <a:endParaRPr lang="ko-KR" sz="3000" dirty="0"/>
          </a:p>
        </p:txBody>
      </p:sp>
      <p:sp>
        <p:nvSpPr>
          <p:cNvPr id="6" name="S06-line160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6-event161"/>
          <p:cNvSpPr/>
          <p:nvPr/>
        </p:nvSpPr>
        <p:spPr>
          <a:xfrm>
            <a:off x="2021967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6-label162"/>
          <p:cNvSpPr txBox="1"/>
          <p:nvPr/>
        </p:nvSpPr>
        <p:spPr>
          <a:xfrm>
            <a:off x="868680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나룻배로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강을 건넜어요</a:t>
            </a:r>
            <a:endParaRPr lang="ko-KR" sz="2400" dirty="0"/>
          </a:p>
        </p:txBody>
      </p:sp>
      <p:sp>
        <p:nvSpPr>
          <p:cNvPr id="9" name="S06-label163"/>
          <p:cNvSpPr txBox="1"/>
          <p:nvPr/>
        </p:nvSpPr>
        <p:spPr>
          <a:xfrm>
            <a:off x="868680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어린 시절</a:t>
            </a:r>
            <a:endParaRPr lang="ko-KR" sz="2000" dirty="0"/>
          </a:p>
        </p:txBody>
      </p:sp>
      <p:sp>
        <p:nvSpPr>
          <p:cNvPr id="10" name="S06-event164"/>
          <p:cNvSpPr/>
          <p:nvPr/>
        </p:nvSpPr>
        <p:spPr>
          <a:xfrm>
            <a:off x="4657725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6-label165"/>
          <p:cNvSpPr txBox="1"/>
          <p:nvPr/>
        </p:nvSpPr>
        <p:spPr>
          <a:xfrm>
            <a:off x="3504438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놓였어요</a:t>
            </a:r>
            <a:endParaRPr lang="ko-KR" sz="2400" dirty="0"/>
          </a:p>
        </p:txBody>
      </p:sp>
      <p:sp>
        <p:nvSpPr>
          <p:cNvPr id="12" name="S06-label166"/>
          <p:cNvSpPr txBox="1"/>
          <p:nvPr/>
        </p:nvSpPr>
        <p:spPr>
          <a:xfrm>
            <a:off x="3504438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학생 시절</a:t>
            </a:r>
            <a:endParaRPr lang="ko-KR" sz="2000" dirty="0"/>
          </a:p>
        </p:txBody>
      </p:sp>
      <p:sp>
        <p:nvSpPr>
          <p:cNvPr id="13" name="S06-event167"/>
          <p:cNvSpPr/>
          <p:nvPr/>
        </p:nvSpPr>
        <p:spPr>
          <a:xfrm>
            <a:off x="7293483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6-label168"/>
          <p:cNvSpPr txBox="1"/>
          <p:nvPr/>
        </p:nvSpPr>
        <p:spPr>
          <a:xfrm>
            <a:off x="6140196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논밭에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아파트·학교</a:t>
            </a:r>
            <a:endParaRPr lang="ko-KR" sz="2400" dirty="0"/>
          </a:p>
        </p:txBody>
      </p:sp>
      <p:sp>
        <p:nvSpPr>
          <p:cNvPr id="15" name="S06-label169"/>
          <p:cNvSpPr txBox="1"/>
          <p:nvPr/>
        </p:nvSpPr>
        <p:spPr>
          <a:xfrm>
            <a:off x="6140196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어린 시절</a:t>
            </a:r>
            <a:endParaRPr lang="ko-KR" sz="2000" dirty="0"/>
          </a:p>
        </p:txBody>
      </p:sp>
      <p:sp>
        <p:nvSpPr>
          <p:cNvPr id="16" name="S06-event170"/>
          <p:cNvSpPr/>
          <p:nvPr/>
        </p:nvSpPr>
        <p:spPr>
          <a:xfrm>
            <a:off x="9929241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6-label171"/>
          <p:cNvSpPr txBox="1"/>
          <p:nvPr/>
        </p:nvSpPr>
        <p:spPr>
          <a:xfrm>
            <a:off x="8775954" y="2461260"/>
            <a:ext cx="254431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 자리에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건물</a:t>
            </a:r>
            <a:endParaRPr lang="ko-KR" sz="2400" dirty="0"/>
          </a:p>
        </p:txBody>
      </p:sp>
      <p:sp>
        <p:nvSpPr>
          <p:cNvPr id="18" name="S06-label172"/>
          <p:cNvSpPr txBox="1"/>
          <p:nvPr/>
        </p:nvSpPr>
        <p:spPr>
          <a:xfrm>
            <a:off x="8775954" y="3794760"/>
            <a:ext cx="254431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 이름에 남은 옛 모습</a:t>
            </a:r>
            <a:endParaRPr lang="ko-KR" sz="4000" dirty="0"/>
          </a:p>
        </p:txBody>
      </p:sp>
      <p:sp>
        <p:nvSpPr>
          <p:cNvPr id="3" name="S07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별빛시의 길 이름이에요.</a:t>
            </a:r>
            <a:endParaRPr lang="ko-KR" sz="3000" dirty="0"/>
          </a:p>
        </p:txBody>
      </p:sp>
      <p:sp>
        <p:nvSpPr>
          <p:cNvPr id="4" name="S07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속 낱말에 옛 모습이 숨어 있어요.</a:t>
            </a:r>
            <a:endParaRPr lang="ko-KR" sz="3000" dirty="0"/>
          </a:p>
        </p:txBody>
      </p:sp>
      <p:sp>
        <p:nvSpPr>
          <p:cNvPr id="6" name="S07-chip1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17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나루길: 옛날에 무엇이 있었을까요?</a:t>
            </a:r>
            <a:endParaRPr lang="ko-KR" sz="3000" dirty="0"/>
          </a:p>
        </p:txBody>
      </p:sp>
      <p:sp>
        <p:nvSpPr>
          <p:cNvPr id="8" name="S07-chip17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17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장터길: 옛날에 무엇이 있었을까요?</a:t>
            </a:r>
            <a:endParaRPr lang="ko-KR" sz="3000" dirty="0"/>
          </a:p>
        </p:txBody>
      </p:sp>
      <p:sp>
        <p:nvSpPr>
          <p:cNvPr id="10" name="S07-chip18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8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새터마을: ‘새로 생긴 터’라는 뜻이에요. 어떤 마을일까요?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바뀌었을까요?</a:t>
            </a:r>
            <a:endParaRPr lang="ko-KR" sz="4000" dirty="0"/>
          </a:p>
        </p:txBody>
      </p:sp>
      <p:sp>
        <p:nvSpPr>
          <p:cNvPr id="3" name="S08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보고 까닭을 차례로 짐작해요.</a:t>
            </a:r>
            <a:endParaRPr lang="ko-KR" sz="3000" dirty="0"/>
          </a:p>
        </p:txBody>
      </p:sp>
      <p:sp>
        <p:nvSpPr>
          <p:cNvPr id="4" name="S08-card18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8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보면 다리가 생긴 뒤 마을이 커졌다고 생각할 수 있어요.</a:t>
            </a:r>
            <a:endParaRPr lang="ko-KR" sz="3000" dirty="0"/>
          </a:p>
        </p:txBody>
      </p:sp>
      <p:sp>
        <p:nvSpPr>
          <p:cNvPr id="6" name="S08-step185"/>
          <p:cNvSpPr txBox="1"/>
          <p:nvPr/>
        </p:nvSpPr>
        <p:spPr>
          <a:xfrm>
            <a:off x="548640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놓임</a:t>
            </a:r>
            <a:endParaRPr lang="ko-KR" sz="2400" dirty="0"/>
          </a:p>
        </p:txBody>
      </p:sp>
      <p:sp>
        <p:nvSpPr>
          <p:cNvPr id="7" name="S08-line186"/>
          <p:cNvSpPr/>
          <p:nvPr/>
        </p:nvSpPr>
        <p:spPr>
          <a:xfrm>
            <a:off x="3067812" y="337108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187"/>
          <p:cNvSpPr txBox="1"/>
          <p:nvPr/>
        </p:nvSpPr>
        <p:spPr>
          <a:xfrm>
            <a:off x="3424428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강을 건너기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쉬워짐</a:t>
            </a:r>
            <a:endParaRPr lang="ko-KR" sz="2400" dirty="0"/>
          </a:p>
        </p:txBody>
      </p:sp>
      <p:sp>
        <p:nvSpPr>
          <p:cNvPr id="9" name="S08-line188"/>
          <p:cNvSpPr/>
          <p:nvPr/>
        </p:nvSpPr>
        <p:spPr>
          <a:xfrm>
            <a:off x="5943600" y="337108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189"/>
          <p:cNvSpPr txBox="1"/>
          <p:nvPr/>
        </p:nvSpPr>
        <p:spPr>
          <a:xfrm>
            <a:off x="6300216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물건이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오감</a:t>
            </a:r>
            <a:endParaRPr lang="ko-KR" sz="2400" dirty="0"/>
          </a:p>
        </p:txBody>
      </p:sp>
      <p:sp>
        <p:nvSpPr>
          <p:cNvPr id="11" name="S08-line190"/>
          <p:cNvSpPr/>
          <p:nvPr/>
        </p:nvSpPr>
        <p:spPr>
          <a:xfrm>
            <a:off x="8819388" y="3371088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191"/>
          <p:cNvSpPr txBox="1"/>
          <p:nvPr/>
        </p:nvSpPr>
        <p:spPr>
          <a:xfrm>
            <a:off x="9176004" y="2593848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집·가게·학교가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말하면 좋을까요?</a:t>
            </a:r>
            <a:endParaRPr lang="ko-KR" sz="4000" dirty="0"/>
          </a:p>
        </p:txBody>
      </p:sp>
      <p:sp>
        <p:nvSpPr>
          <p:cNvPr id="3" name="S09-card19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9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오늘의 별빛마을 지도를 보고 두 친구가 말했어요.</a:t>
            </a:r>
            <a:endParaRPr lang="ko-KR" sz="3000" dirty="0"/>
          </a:p>
        </p:txBody>
      </p:sp>
      <p:sp>
        <p:nvSpPr>
          <p:cNvPr id="5" name="S09-card1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더 알맞을까요? 왜 그럴까요?</a:t>
            </a:r>
            <a:endParaRPr lang="ko-KR" sz="3000" dirty="0"/>
          </a:p>
        </p:txBody>
      </p:sp>
      <p:sp>
        <p:nvSpPr>
          <p:cNvPr id="7" name="S09-chip19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19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“다리 때문에 사람들이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 왔어요. 틀림없어요.”</a:t>
            </a:r>
            <a:endParaRPr lang="ko-KR" sz="3000" dirty="0"/>
          </a:p>
        </p:txBody>
      </p:sp>
      <p:sp>
        <p:nvSpPr>
          <p:cNvPr id="9" name="S09-chip19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19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“다리가 생겨서 사람들이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왔을 것 같아요.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어르신께 여쭈어 확인해요.”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지역의 옛 모습 조사</a:t>
            </a:r>
            <a:endParaRPr lang="ko-KR" sz="4000" dirty="0"/>
          </a:p>
        </p:txBody>
      </p:sp>
      <p:sp>
        <p:nvSpPr>
          <p:cNvPr id="3" name="S10-text20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3000" dirty="0"/>
          </a:p>
        </p:txBody>
      </p:sp>
      <p:sp>
        <p:nvSpPr>
          <p:cNvPr id="4" name="S10-card2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어르신께 예의 바르게 여쭤요.</a:t>
            </a:r>
            <a:endParaRPr lang="ko-KR" sz="3000" dirty="0"/>
          </a:p>
        </p:txBody>
      </p:sp>
      <p:sp>
        <p:nvSpPr>
          <p:cNvPr id="6" name="S10-card203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04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바뀐 것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그대로인 것 한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바뀐 까닭과 확인한 곳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여쭌 분과 알아본 자료</a:t>
            </a:r>
            <a:endParaRPr lang="ko-KR" sz="3000" dirty="0"/>
          </a:p>
        </p:txBody>
      </p:sp>
      <p:sp>
        <p:nvSpPr>
          <p:cNvPr id="8" name="S10-stepno205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206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어르신께 옛날 동네 모습을 여쭤요.</a:t>
            </a:r>
            <a:endParaRPr lang="ko-KR" sz="2400" dirty="0"/>
          </a:p>
        </p:txBody>
      </p:sp>
      <p:sp>
        <p:nvSpPr>
          <p:cNvPr id="10" name="S10-stepno207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208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사진이나 지역 자료를 찾아봐요.</a:t>
            </a:r>
            <a:endParaRPr lang="ko-KR" sz="2400" dirty="0"/>
          </a:p>
        </p:txBody>
      </p:sp>
      <p:sp>
        <p:nvSpPr>
          <p:cNvPr id="12" name="S10-stepno209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210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것과 그대로인 것을 찾아요.</a:t>
            </a:r>
            <a:endParaRPr lang="ko-KR" sz="2400" dirty="0"/>
          </a:p>
        </p:txBody>
      </p:sp>
      <p:sp>
        <p:nvSpPr>
          <p:cNvPr id="14" name="S10-stepno211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212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기록해요.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솔빛마을의 옛날과 오늘이에요.</a:t>
            </a:r>
            <a:endParaRPr lang="ko-KR" sz="3000" dirty="0"/>
          </a:p>
        </p:txBody>
      </p:sp>
      <p:graphicFrame>
        <p:nvGraphicFramePr>
          <p:cNvPr id="12" name="S11-table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724912"/>
          <a:ext cx="512064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894637"/>
                <a:gridCol w="1894637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좁은 흙길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넓은 찻길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솔빛산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솔빛산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닷새마다 장터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가게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21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1-text21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것 두 가지를 말해요.</a:t>
            </a:r>
            <a:endParaRPr lang="ko-KR" sz="3000" dirty="0"/>
          </a:p>
        </p:txBody>
      </p:sp>
      <p:sp>
        <p:nvSpPr>
          <p:cNvPr id="7" name="S11-chip21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1-text21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그대로인 것은 무엇인가요?</a:t>
            </a:r>
            <a:endParaRPr lang="ko-KR" sz="3000" dirty="0"/>
          </a:p>
        </p:txBody>
      </p:sp>
      <p:sp>
        <p:nvSpPr>
          <p:cNvPr id="9" name="S11-chip21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1-text22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장보기는 어떻게 바뀌었나요?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짐작해요</a:t>
            </a:r>
            <a:endParaRPr lang="ko-KR" sz="4000" dirty="0"/>
          </a:p>
        </p:txBody>
      </p:sp>
      <p:sp>
        <p:nvSpPr>
          <p:cNvPr id="3" name="S13-text221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지도에 없던 기차역이 오늘 지도에 있고,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둘레에 가게와 집이 많아졌어요.</a:t>
            </a:r>
            <a:endParaRPr lang="ko-KR" sz="3000" dirty="0"/>
          </a:p>
        </p:txBody>
      </p:sp>
      <p:sp>
        <p:nvSpPr>
          <p:cNvPr id="4" name="S13-chip222"/>
          <p:cNvSpPr txBox="1"/>
          <p:nvPr/>
        </p:nvSpPr>
        <p:spPr>
          <a:xfrm>
            <a:off x="548640" y="28864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ext223"/>
          <p:cNvSpPr txBox="1"/>
          <p:nvPr/>
        </p:nvSpPr>
        <p:spPr>
          <a:xfrm>
            <a:off x="1344168" y="24384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바뀌었을지 짐작해 말해요.</a:t>
            </a:r>
            <a:endParaRPr lang="ko-KR" sz="3000" dirty="0"/>
          </a:p>
        </p:txBody>
      </p:sp>
      <p:sp>
        <p:nvSpPr>
          <p:cNvPr id="6" name="S13-chip224"/>
          <p:cNvSpPr txBox="1"/>
          <p:nvPr/>
        </p:nvSpPr>
        <p:spPr>
          <a:xfrm>
            <a:off x="548640" y="4867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text225"/>
          <p:cNvSpPr txBox="1"/>
          <p:nvPr/>
        </p:nvSpPr>
        <p:spPr>
          <a:xfrm>
            <a:off x="1344168" y="4419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짐작을 무엇으로 확인할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2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2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오늘의 자료를 나란히 놓고 비교하면 바뀐 것과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그대로인 것을 알 수 있고, 까닭은 짐작한 뒤 확인해요.</a:t>
            </a:r>
            <a:endParaRPr lang="ko-KR" sz="3000" dirty="0"/>
          </a:p>
        </p:txBody>
      </p:sp>
      <p:sp>
        <p:nvSpPr>
          <p:cNvPr id="5" name="S14-chip22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‘~것 같아요’로 짐작하고 확인하기</a:t>
            </a:r>
            <a:endParaRPr lang="ko-KR" sz="2400" dirty="0"/>
          </a:p>
        </p:txBody>
      </p:sp>
      <p:sp>
        <p:nvSpPr>
          <p:cNvPr id="6" name="S14-chip22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자료 없이 단정하기</a:t>
            </a:r>
            <a:endParaRPr lang="ko-KR" sz="2400" dirty="0"/>
          </a:p>
        </p:txBody>
      </p:sp>
      <p:sp>
        <p:nvSpPr>
          <p:cNvPr id="7" name="S14-text23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3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 모습을 알려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주는 자료는?</a:t>
            </a:r>
            <a:endParaRPr lang="ko-KR" sz="2400" dirty="0"/>
          </a:p>
        </p:txBody>
      </p:sp>
      <p:sp>
        <p:nvSpPr>
          <p:cNvPr id="9" name="S14-text23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나루가 있던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자리에는?</a:t>
            </a:r>
            <a:endParaRPr lang="ko-KR" sz="2400" dirty="0"/>
          </a:p>
        </p:txBody>
      </p:sp>
      <p:sp>
        <p:nvSpPr>
          <p:cNvPr id="10" name="S14-text23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짐작을 확인하는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방법은?</a:t>
            </a:r>
            <a:endParaRPr lang="ko-KR" sz="2400" dirty="0"/>
          </a:p>
        </p:txBody>
      </p:sp>
      <p:sp>
        <p:nvSpPr>
          <p:cNvPr id="11" name="S14-text23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필요와 선택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옛날과 오늘 짝짓기</a:t>
            </a:r>
            <a:endParaRPr lang="ko-KR" sz="4000" dirty="0"/>
          </a:p>
        </p:txBody>
      </p:sp>
      <p:sp>
        <p:nvSpPr>
          <p:cNvPr id="3" name="S15-text2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생활과 오늘 생활을 비교해요.</a:t>
            </a:r>
            <a:endParaRPr lang="ko-KR" sz="3000" dirty="0"/>
          </a:p>
        </p:txBody>
      </p:sp>
      <p:sp>
        <p:nvSpPr>
          <p:cNvPr id="4" name="S15-card2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오늘을 같은 일끼리 짝지으면 바뀐 것이 보여요.</a:t>
            </a:r>
            <a:endParaRPr lang="ko-KR" sz="3000" dirty="0"/>
          </a:p>
        </p:txBody>
      </p:sp>
      <p:graphicFrame>
        <p:nvGraphicFramePr>
          <p:cNvPr id="15" name="S15-table2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541016"/>
          <a:ext cx="10972800" cy="914400"/>
        </p:xfrm>
        <a:graphic>
          <a:graphicData uri="http://schemas.openxmlformats.org/drawingml/2006/table">
            <a:tbl>
              <a:tblPr/>
              <a:tblGrid>
                <a:gridCol w="3730752"/>
                <a:gridCol w="3072384"/>
                <a:gridCol w="416966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바뀌었나요?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우물에서 물 긷기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수도꼭지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물을 얻는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나룻배로 강 건너기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다리로 건너기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강을 건너는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불을 밝히는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지역의 역사</dc:title>
  <dc:subject>KR22-G04-SOC-LOCALHIST-L01</dc:subject>
  <dc:creator>education-ppt</dc:creator>
  <cp:lastModifiedBy>education-ppt</cp:lastModifiedBy>
  <cp:revision>1</cp:revision>
  <dcterms:created xsi:type="dcterms:W3CDTF">2026-10-26T09:44:31Z</dcterms:created>
  <dcterms:modified xsi:type="dcterms:W3CDTF">2026-10-26T09:44:31Z</dcterms:modified>
</cp:coreProperties>
</file>