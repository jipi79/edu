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0ecaf65-f260-144f-261f-d80dfda6dd10}">
          <p14:sldIdLst>
            <p14:sldId id="256"/>
            <p14:sldId id="257"/>
          </p14:sldIdLst>
        </p14:section>
        <p14:section name="개념" id="{10354ad1-d019-e96f-8518-43b2af4cdd42}">
          <p14:sldIdLst>
            <p14:sldId id="258"/>
            <p14:sldId id="259"/>
            <p14:sldId id="260"/>
            <p14:sldId id="261"/>
          </p14:sldIdLst>
        </p14:section>
        <p14:section name="연습" id="{aff176bc-0f3a-d4af-8717-a24b9e3e2dda}">
          <p14:sldIdLst>
            <p14:sldId id="262"/>
            <p14:sldId id="263"/>
            <p14:sldId id="264"/>
          </p14:sldIdLst>
        </p14:section>
        <p14:section name="확인" id="{e69a692c-e0df-8604-b374-1e4d1dbe9052}">
          <p14:sldIdLst>
            <p14:sldId id="265"/>
            <p14:sldId id="266"/>
          </p14:sldIdLst>
        </p14:section>
        <p14:section name="정리" id="{559c0658-6251-8049-4649-ace95ae31c05}">
          <p14:sldIdLst>
            <p14:sldId id="267"/>
          </p14:sldIdLst>
        </p14:section>
        <p14:section name="보충" id="{09915c73-7b03-48e4-fbc4-9304664f5f0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자료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그림그래프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그림그래프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그림그래프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마을에 학생이 가장 많을까?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그림그래프(마을별 학생 수): 큰 원 = 10명, 작은 원 = 1명. 가 큰 원 3개·작은 원 2개(32명), 나 큰 원 2개·작은 원 5개(25명), 다 큰 원 4개·작은 원 1개(41명), 라 큰 원 1개·작은 원 7개(17명)"/>
          <p:cNvSpPr/>
          <p:nvPr/>
        </p:nvSpPr>
        <p:spPr>
          <a:xfrm>
            <a:off x="8232899" y="1113306"/>
            <a:ext cx="2828041" cy="395926"/>
          </a:xfrm>
          <a:custGeom>
            <a:avLst/>
            <a:gdLst/>
            <a:ahLst/>
            <a:cxnLst/>
            <a:rect l="l" t="t" r="r" b="b"/>
            <a:pathLst>
              <a:path w="2828041" h="395926">
                <a:moveTo>
                  <a:pt x="0" y="0"/>
                </a:moveTo>
                <a:lnTo>
                  <a:pt x="2828041" y="0"/>
                </a:lnTo>
                <a:lnTo>
                  <a:pt x="2828041" y="395926"/>
                </a:lnTo>
                <a:lnTo>
                  <a:pt x="0" y="395926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232899" y="1113306"/>
            <a:ext cx="2828041" cy="1979629"/>
          </a:xfrm>
          <a:custGeom>
            <a:avLst/>
            <a:gdLst/>
            <a:ahLst/>
            <a:cxnLst/>
            <a:rect l="l" t="t" r="r" b="b"/>
            <a:pathLst>
              <a:path w="2828041" h="1979629">
                <a:moveTo>
                  <a:pt x="0" y="0"/>
                </a:moveTo>
                <a:lnTo>
                  <a:pt x="2828041" y="0"/>
                </a:lnTo>
                <a:lnTo>
                  <a:pt x="2828041" y="1979629"/>
                </a:lnTo>
                <a:lnTo>
                  <a:pt x="0" y="1979629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194433" y="1565792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519658" y="1565792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844883" y="1565792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10226668" y="1636493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10402007" y="1636493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9194433" y="1961718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9519658" y="1961718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9901444" y="2032419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10076782" y="2032419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10252121" y="2032419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10427459" y="2032419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10602798" y="2032419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9194433" y="2357644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9519658" y="2357644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9844883" y="2357644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10170108" y="2357644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>
            <a:off x="10551893" y="2428345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>
            <a:off x="9194433" y="2753569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>
            <a:off x="9576219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1-mark23"/>
          <p:cNvSpPr/>
          <p:nvPr/>
        </p:nvSpPr>
        <p:spPr>
          <a:xfrm>
            <a:off x="9751558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1-mark24"/>
          <p:cNvSpPr/>
          <p:nvPr/>
        </p:nvSpPr>
        <p:spPr>
          <a:xfrm>
            <a:off x="9926896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1-mark25"/>
          <p:cNvSpPr/>
          <p:nvPr/>
        </p:nvSpPr>
        <p:spPr>
          <a:xfrm>
            <a:off x="10102235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01-mark26"/>
          <p:cNvSpPr/>
          <p:nvPr/>
        </p:nvSpPr>
        <p:spPr>
          <a:xfrm>
            <a:off x="10277573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1-mark27"/>
          <p:cNvSpPr/>
          <p:nvPr/>
        </p:nvSpPr>
        <p:spPr>
          <a:xfrm>
            <a:off x="10452912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01-mark28"/>
          <p:cNvSpPr/>
          <p:nvPr/>
        </p:nvSpPr>
        <p:spPr>
          <a:xfrm>
            <a:off x="10628250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01-mark29"/>
          <p:cNvSpPr/>
          <p:nvPr/>
        </p:nvSpPr>
        <p:spPr>
          <a:xfrm>
            <a:off x="9104219" y="3191916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3" name="S01-mark30"/>
          <p:cNvSpPr/>
          <p:nvPr/>
        </p:nvSpPr>
        <p:spPr>
          <a:xfrm>
            <a:off x="10343749" y="3262617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1-mark31"/>
          <p:cNvSpPr/>
          <p:nvPr/>
        </p:nvSpPr>
        <p:spPr>
          <a:xfrm>
            <a:off x="8232899" y="1905157"/>
            <a:ext cx="282804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01-mark32"/>
          <p:cNvSpPr/>
          <p:nvPr/>
        </p:nvSpPr>
        <p:spPr>
          <a:xfrm>
            <a:off x="8232899" y="2301083"/>
            <a:ext cx="282804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1-mark33"/>
          <p:cNvSpPr/>
          <p:nvPr/>
        </p:nvSpPr>
        <p:spPr>
          <a:xfrm>
            <a:off x="8232899" y="2697009"/>
            <a:ext cx="282804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01-mark34"/>
          <p:cNvSpPr/>
          <p:nvPr/>
        </p:nvSpPr>
        <p:spPr>
          <a:xfrm>
            <a:off x="9081312" y="1113306"/>
            <a:ext cx="0" cy="197962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01-label36"/>
          <p:cNvSpPr txBox="1"/>
          <p:nvPr/>
        </p:nvSpPr>
        <p:spPr>
          <a:xfrm>
            <a:off x="8303538" y="1120768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ko-KR" sz="2400" dirty="0"/>
          </a:p>
        </p:txBody>
      </p:sp>
      <p:sp>
        <p:nvSpPr>
          <p:cNvPr id="39" name="S01-label38"/>
          <p:cNvSpPr txBox="1"/>
          <p:nvPr/>
        </p:nvSpPr>
        <p:spPr>
          <a:xfrm>
            <a:off x="9522486" y="1120768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</a:t>
            </a:r>
            <a:endParaRPr lang="ko-KR" sz="2400" dirty="0"/>
          </a:p>
        </p:txBody>
      </p:sp>
      <p:sp>
        <p:nvSpPr>
          <p:cNvPr id="40" name="S01-label40"/>
          <p:cNvSpPr txBox="1"/>
          <p:nvPr/>
        </p:nvSpPr>
        <p:spPr>
          <a:xfrm>
            <a:off x="8452890" y="151669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1" name="S01-label42"/>
          <p:cNvSpPr txBox="1"/>
          <p:nvPr/>
        </p:nvSpPr>
        <p:spPr>
          <a:xfrm>
            <a:off x="8452890" y="191262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2" name="S01-label44"/>
          <p:cNvSpPr txBox="1"/>
          <p:nvPr/>
        </p:nvSpPr>
        <p:spPr>
          <a:xfrm>
            <a:off x="8452890" y="230854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3" name="S01-label46"/>
          <p:cNvSpPr txBox="1"/>
          <p:nvPr/>
        </p:nvSpPr>
        <p:spPr>
          <a:xfrm>
            <a:off x="8452890" y="270447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4" name="S01-label48"/>
          <p:cNvSpPr txBox="1"/>
          <p:nvPr/>
        </p:nvSpPr>
        <p:spPr>
          <a:xfrm>
            <a:off x="8604504" y="710702"/>
            <a:ext cx="20848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학생 수</a:t>
            </a:r>
            <a:endParaRPr lang="ko-KR" sz="2400" dirty="0"/>
          </a:p>
        </p:txBody>
      </p:sp>
      <p:sp>
        <p:nvSpPr>
          <p:cNvPr id="45" name="S01-label50"/>
          <p:cNvSpPr txBox="1"/>
          <p:nvPr/>
        </p:nvSpPr>
        <p:spPr>
          <a:xfrm>
            <a:off x="9389160" y="3142818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</a:t>
            </a:r>
            <a:endParaRPr lang="ko-KR" sz="2400" dirty="0"/>
          </a:p>
        </p:txBody>
      </p:sp>
      <p:sp>
        <p:nvSpPr>
          <p:cNvPr id="46" name="S01-label52"/>
          <p:cNvSpPr txBox="1"/>
          <p:nvPr/>
        </p:nvSpPr>
        <p:spPr>
          <a:xfrm>
            <a:off x="10496526" y="3142818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ko-KR" sz="2400" dirty="0"/>
          </a:p>
        </p:txBody>
      </p:sp>
      <p:sp>
        <p:nvSpPr>
          <p:cNvPr id="47" name="S01-card5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8" name="S01-cardtext5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그림그래프를 읽고 그려요.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그림그래프로 비교한 것을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5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5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3개, 1이 4개인 수는?</a:t>
            </a:r>
            <a:endParaRPr lang="ko-KR" sz="3000" dirty="0"/>
          </a:p>
        </p:txBody>
      </p:sp>
      <p:sp>
        <p:nvSpPr>
          <p:cNvPr id="5" name="S02-chip5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5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27은 10이 □개, 1이 □개</a:t>
            </a:r>
            <a:endParaRPr lang="ko-KR" sz="3400" dirty="0"/>
          </a:p>
        </p:txBody>
      </p:sp>
      <p:sp>
        <p:nvSpPr>
          <p:cNvPr id="7" name="S02-chip59"/>
          <p:cNvSpPr txBox="1"/>
          <p:nvPr/>
        </p:nvSpPr>
        <p:spPr>
          <a:xfrm>
            <a:off x="548640" y="51800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graphicFrame>
        <p:nvGraphicFramePr>
          <p:cNvPr id="3" name="S02-table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0" y="4991100"/>
          <a:ext cx="82296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1399032"/>
                <a:gridCol w="1399032"/>
                <a:gridCol w="1399032"/>
                <a:gridCol w="1399032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 알아보기</a:t>
            </a:r>
            <a:endParaRPr lang="ko-KR" sz="4000" dirty="0"/>
          </a:p>
        </p:txBody>
      </p:sp>
      <p:sp>
        <p:nvSpPr>
          <p:cNvPr id="3" name="S03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수를 그림으로 나타낸 그래프를 그림그래프라고 해요.</a:t>
            </a:r>
            <a:endParaRPr lang="ko-KR" sz="3000" dirty="0"/>
          </a:p>
        </p:txBody>
      </p:sp>
      <p:sp>
        <p:nvSpPr>
          <p:cNvPr id="5" name="S03-figure63" descr="그림그래프(마을별 학생 수): 큰 원 = 10명, 작은 원 = 1명. 가 큰 원 3개·작은 원 2개(32명), 나 큰 원 2개·작은 원 5개(25명), 다 큰 원 4개·작은 원 1개(41명), 라 큰 원 1개·작은 원 7개(17명)"/>
          <p:cNvSpPr/>
          <p:nvPr/>
        </p:nvSpPr>
        <p:spPr>
          <a:xfrm>
            <a:off x="1904620" y="1920004"/>
            <a:ext cx="3723588" cy="521302"/>
          </a:xfrm>
          <a:custGeom>
            <a:avLst/>
            <a:gdLst/>
            <a:ahLst/>
            <a:cxnLst/>
            <a:rect l="l" t="t" r="r" b="b"/>
            <a:pathLst>
              <a:path w="3723588" h="521302">
                <a:moveTo>
                  <a:pt x="0" y="0"/>
                </a:moveTo>
                <a:lnTo>
                  <a:pt x="3723588" y="0"/>
                </a:lnTo>
                <a:lnTo>
                  <a:pt x="3723588" y="521302"/>
                </a:lnTo>
                <a:lnTo>
                  <a:pt x="0" y="521302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3-mark64"/>
          <p:cNvSpPr/>
          <p:nvPr/>
        </p:nvSpPr>
        <p:spPr>
          <a:xfrm>
            <a:off x="1904620" y="1920004"/>
            <a:ext cx="3723588" cy="2606511"/>
          </a:xfrm>
          <a:custGeom>
            <a:avLst/>
            <a:gdLst/>
            <a:ahLst/>
            <a:cxnLst/>
            <a:rect l="l" t="t" r="r" b="b"/>
            <a:pathLst>
              <a:path w="3723588" h="2606511">
                <a:moveTo>
                  <a:pt x="0" y="0"/>
                </a:moveTo>
                <a:lnTo>
                  <a:pt x="3723588" y="0"/>
                </a:lnTo>
                <a:lnTo>
                  <a:pt x="3723588" y="2606511"/>
                </a:lnTo>
                <a:lnTo>
                  <a:pt x="0" y="2606511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3-mark65"/>
          <p:cNvSpPr/>
          <p:nvPr/>
        </p:nvSpPr>
        <p:spPr>
          <a:xfrm>
            <a:off x="3170640" y="2515778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3-mark66"/>
          <p:cNvSpPr/>
          <p:nvPr/>
        </p:nvSpPr>
        <p:spPr>
          <a:xfrm>
            <a:off x="3598852" y="2515778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3-mark67"/>
          <p:cNvSpPr/>
          <p:nvPr/>
        </p:nvSpPr>
        <p:spPr>
          <a:xfrm>
            <a:off x="4027065" y="2515778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3-mark68"/>
          <p:cNvSpPr/>
          <p:nvPr/>
        </p:nvSpPr>
        <p:spPr>
          <a:xfrm>
            <a:off x="4529749" y="2608868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3-mark69"/>
          <p:cNvSpPr/>
          <p:nvPr/>
        </p:nvSpPr>
        <p:spPr>
          <a:xfrm>
            <a:off x="4760611" y="2608868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3-mark70"/>
          <p:cNvSpPr/>
          <p:nvPr/>
        </p:nvSpPr>
        <p:spPr>
          <a:xfrm>
            <a:off x="3170640" y="3037081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3-mark71"/>
          <p:cNvSpPr/>
          <p:nvPr/>
        </p:nvSpPr>
        <p:spPr>
          <a:xfrm>
            <a:off x="3598852" y="3037081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3-mark72"/>
          <p:cNvSpPr/>
          <p:nvPr/>
        </p:nvSpPr>
        <p:spPr>
          <a:xfrm>
            <a:off x="4101536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3-mark73"/>
          <p:cNvSpPr/>
          <p:nvPr/>
        </p:nvSpPr>
        <p:spPr>
          <a:xfrm>
            <a:off x="4332399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3-mark74"/>
          <p:cNvSpPr/>
          <p:nvPr/>
        </p:nvSpPr>
        <p:spPr>
          <a:xfrm>
            <a:off x="4563261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7" name="S03-mark75"/>
          <p:cNvSpPr/>
          <p:nvPr/>
        </p:nvSpPr>
        <p:spPr>
          <a:xfrm>
            <a:off x="4794124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3-mark76"/>
          <p:cNvSpPr/>
          <p:nvPr/>
        </p:nvSpPr>
        <p:spPr>
          <a:xfrm>
            <a:off x="5024986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3-mark77"/>
          <p:cNvSpPr/>
          <p:nvPr/>
        </p:nvSpPr>
        <p:spPr>
          <a:xfrm>
            <a:off x="3170640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0" name="S03-mark78"/>
          <p:cNvSpPr/>
          <p:nvPr/>
        </p:nvSpPr>
        <p:spPr>
          <a:xfrm>
            <a:off x="3598852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3-mark79"/>
          <p:cNvSpPr/>
          <p:nvPr/>
        </p:nvSpPr>
        <p:spPr>
          <a:xfrm>
            <a:off x="4027065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03-mark80"/>
          <p:cNvSpPr/>
          <p:nvPr/>
        </p:nvSpPr>
        <p:spPr>
          <a:xfrm>
            <a:off x="4455277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03-mark81"/>
          <p:cNvSpPr/>
          <p:nvPr/>
        </p:nvSpPr>
        <p:spPr>
          <a:xfrm>
            <a:off x="4957962" y="3651473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3-mark82"/>
          <p:cNvSpPr/>
          <p:nvPr/>
        </p:nvSpPr>
        <p:spPr>
          <a:xfrm>
            <a:off x="3170640" y="4079685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5" name="S03-mark83"/>
          <p:cNvSpPr/>
          <p:nvPr/>
        </p:nvSpPr>
        <p:spPr>
          <a:xfrm>
            <a:off x="3673324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3-mark84"/>
          <p:cNvSpPr/>
          <p:nvPr/>
        </p:nvSpPr>
        <p:spPr>
          <a:xfrm>
            <a:off x="3904186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3-mark85"/>
          <p:cNvSpPr/>
          <p:nvPr/>
        </p:nvSpPr>
        <p:spPr>
          <a:xfrm>
            <a:off x="4135049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3-mark86"/>
          <p:cNvSpPr/>
          <p:nvPr/>
        </p:nvSpPr>
        <p:spPr>
          <a:xfrm>
            <a:off x="4365911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03-mark87"/>
          <p:cNvSpPr/>
          <p:nvPr/>
        </p:nvSpPr>
        <p:spPr>
          <a:xfrm>
            <a:off x="4596774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3-mark88"/>
          <p:cNvSpPr/>
          <p:nvPr/>
        </p:nvSpPr>
        <p:spPr>
          <a:xfrm>
            <a:off x="4827636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03-mark89"/>
          <p:cNvSpPr/>
          <p:nvPr/>
        </p:nvSpPr>
        <p:spPr>
          <a:xfrm>
            <a:off x="5058499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03-mark90"/>
          <p:cNvSpPr/>
          <p:nvPr/>
        </p:nvSpPr>
        <p:spPr>
          <a:xfrm>
            <a:off x="3307295" y="4656841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3" name="S03-mark91"/>
          <p:cNvSpPr/>
          <p:nvPr/>
        </p:nvSpPr>
        <p:spPr>
          <a:xfrm>
            <a:off x="4790400" y="4749931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3-mark92"/>
          <p:cNvSpPr/>
          <p:nvPr/>
        </p:nvSpPr>
        <p:spPr>
          <a:xfrm>
            <a:off x="1904620" y="2962609"/>
            <a:ext cx="372358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03-mark93"/>
          <p:cNvSpPr/>
          <p:nvPr/>
        </p:nvSpPr>
        <p:spPr>
          <a:xfrm>
            <a:off x="1904620" y="3483911"/>
            <a:ext cx="372358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3-mark94"/>
          <p:cNvSpPr/>
          <p:nvPr/>
        </p:nvSpPr>
        <p:spPr>
          <a:xfrm>
            <a:off x="1904620" y="4005213"/>
            <a:ext cx="372358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03-mark95"/>
          <p:cNvSpPr/>
          <p:nvPr/>
        </p:nvSpPr>
        <p:spPr>
          <a:xfrm>
            <a:off x="3021696" y="1920004"/>
            <a:ext cx="0" cy="260651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03-label97"/>
          <p:cNvSpPr txBox="1"/>
          <p:nvPr/>
        </p:nvSpPr>
        <p:spPr>
          <a:xfrm>
            <a:off x="2109590" y="199015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ko-KR" sz="2400" dirty="0"/>
          </a:p>
        </p:txBody>
      </p:sp>
      <p:sp>
        <p:nvSpPr>
          <p:cNvPr id="39" name="S03-label99"/>
          <p:cNvSpPr txBox="1"/>
          <p:nvPr/>
        </p:nvSpPr>
        <p:spPr>
          <a:xfrm>
            <a:off x="3776312" y="1990155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</a:t>
            </a:r>
            <a:endParaRPr lang="ko-KR" sz="2400" dirty="0"/>
          </a:p>
        </p:txBody>
      </p:sp>
      <p:sp>
        <p:nvSpPr>
          <p:cNvPr id="40" name="S03-label101"/>
          <p:cNvSpPr txBox="1"/>
          <p:nvPr/>
        </p:nvSpPr>
        <p:spPr>
          <a:xfrm>
            <a:off x="2258942" y="2511458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1" name="S03-label103"/>
          <p:cNvSpPr txBox="1"/>
          <p:nvPr/>
        </p:nvSpPr>
        <p:spPr>
          <a:xfrm>
            <a:off x="2258942" y="30327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2" name="S03-label105"/>
          <p:cNvSpPr txBox="1"/>
          <p:nvPr/>
        </p:nvSpPr>
        <p:spPr>
          <a:xfrm>
            <a:off x="2258942" y="355406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3" name="S03-label107"/>
          <p:cNvSpPr txBox="1"/>
          <p:nvPr/>
        </p:nvSpPr>
        <p:spPr>
          <a:xfrm>
            <a:off x="2258942" y="407536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4" name="S03-label109"/>
          <p:cNvSpPr txBox="1"/>
          <p:nvPr/>
        </p:nvSpPr>
        <p:spPr>
          <a:xfrm>
            <a:off x="2723998" y="1450235"/>
            <a:ext cx="20848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학생 수</a:t>
            </a:r>
            <a:endParaRPr lang="ko-KR" sz="2400" dirty="0"/>
          </a:p>
        </p:txBody>
      </p:sp>
      <p:sp>
        <p:nvSpPr>
          <p:cNvPr id="45" name="S03-label111"/>
          <p:cNvSpPr txBox="1"/>
          <p:nvPr/>
        </p:nvSpPr>
        <p:spPr>
          <a:xfrm>
            <a:off x="3736367" y="4652521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</a:t>
            </a:r>
            <a:endParaRPr lang="ko-KR" sz="2400" dirty="0"/>
          </a:p>
        </p:txBody>
      </p:sp>
      <p:sp>
        <p:nvSpPr>
          <p:cNvPr id="46" name="S03-label113"/>
          <p:cNvSpPr txBox="1"/>
          <p:nvPr/>
        </p:nvSpPr>
        <p:spPr>
          <a:xfrm>
            <a:off x="5034829" y="4652521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ko-KR" sz="2400" dirty="0"/>
          </a:p>
        </p:txBody>
      </p:sp>
      <p:sp>
        <p:nvSpPr>
          <p:cNvPr id="47" name="S03-card114"/>
          <p:cNvSpPr/>
          <p:nvPr/>
        </p:nvSpPr>
        <p:spPr>
          <a:xfrm>
            <a:off x="7349947" y="2240280"/>
            <a:ext cx="4290365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8" name="S03-cardtext115"/>
          <p:cNvSpPr txBox="1"/>
          <p:nvPr/>
        </p:nvSpPr>
        <p:spPr>
          <a:xfrm>
            <a:off x="7624267" y="2377440"/>
            <a:ext cx="374172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1개는 10명</a:t>
            </a:r>
            <a:endParaRPr lang="ko-KR" sz="3000" dirty="0"/>
          </a:p>
        </p:txBody>
      </p:sp>
      <p:sp>
        <p:nvSpPr>
          <p:cNvPr id="49" name="S03-card116"/>
          <p:cNvSpPr/>
          <p:nvPr/>
        </p:nvSpPr>
        <p:spPr>
          <a:xfrm>
            <a:off x="7349947" y="3337560"/>
            <a:ext cx="4290365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0" name="S03-cardtext117"/>
          <p:cNvSpPr txBox="1"/>
          <p:nvPr/>
        </p:nvSpPr>
        <p:spPr>
          <a:xfrm>
            <a:off x="7624267" y="3474720"/>
            <a:ext cx="374172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○ 1개는 1명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 읽기</a:t>
            </a:r>
            <a:endParaRPr lang="ko-KR" sz="4000" dirty="0"/>
          </a:p>
        </p:txBody>
      </p:sp>
      <p:sp>
        <p:nvSpPr>
          <p:cNvPr id="3" name="S04-text1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마을의 학생은 몇 명일까요?</a:t>
            </a:r>
            <a:endParaRPr lang="ko-KR" sz="3000" dirty="0"/>
          </a:p>
        </p:txBody>
      </p:sp>
      <p:sp>
        <p:nvSpPr>
          <p:cNvPr id="4" name="S04-figure119" descr="그림그래프(마을별 학생 수): 큰 원 = 10명, 작은 원 = 1명. 가 큰 원 3개·작은 원 2개(32명), 나 큰 원 2개·작은 원 5개(25명), 다 큰 원 4개·작은 원 1개(41명), 라 큰 원 1개·작은 원 7개(17명)"/>
          <p:cNvSpPr/>
          <p:nvPr/>
        </p:nvSpPr>
        <p:spPr>
          <a:xfrm>
            <a:off x="6563160" y="2663072"/>
            <a:ext cx="4147794" cy="580691"/>
          </a:xfrm>
          <a:custGeom>
            <a:avLst/>
            <a:gdLst/>
            <a:ahLst/>
            <a:cxnLst/>
            <a:rect l="l" t="t" r="r" b="b"/>
            <a:pathLst>
              <a:path w="4147794" h="580691">
                <a:moveTo>
                  <a:pt x="0" y="0"/>
                </a:moveTo>
                <a:lnTo>
                  <a:pt x="4147794" y="0"/>
                </a:lnTo>
                <a:lnTo>
                  <a:pt x="4147794" y="580691"/>
                </a:lnTo>
                <a:lnTo>
                  <a:pt x="0" y="580691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4-mark120"/>
          <p:cNvSpPr/>
          <p:nvPr/>
        </p:nvSpPr>
        <p:spPr>
          <a:xfrm>
            <a:off x="6563160" y="2663072"/>
            <a:ext cx="4147794" cy="2903456"/>
          </a:xfrm>
          <a:custGeom>
            <a:avLst/>
            <a:gdLst/>
            <a:ahLst/>
            <a:cxnLst/>
            <a:rect l="l" t="t" r="r" b="b"/>
            <a:pathLst>
              <a:path w="4147794" h="2903456">
                <a:moveTo>
                  <a:pt x="0" y="0"/>
                </a:moveTo>
                <a:lnTo>
                  <a:pt x="4147794" y="0"/>
                </a:lnTo>
                <a:lnTo>
                  <a:pt x="4147794" y="2903456"/>
                </a:lnTo>
                <a:lnTo>
                  <a:pt x="0" y="2903456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4-mark121"/>
          <p:cNvSpPr/>
          <p:nvPr/>
        </p:nvSpPr>
        <p:spPr>
          <a:xfrm>
            <a:off x="7973410" y="3326719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4-mark122"/>
          <p:cNvSpPr/>
          <p:nvPr/>
        </p:nvSpPr>
        <p:spPr>
          <a:xfrm>
            <a:off x="8450406" y="3326719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4-mark123"/>
          <p:cNvSpPr/>
          <p:nvPr/>
        </p:nvSpPr>
        <p:spPr>
          <a:xfrm>
            <a:off x="8927402" y="3326719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4-mark124"/>
          <p:cNvSpPr/>
          <p:nvPr/>
        </p:nvSpPr>
        <p:spPr>
          <a:xfrm>
            <a:off x="9487354" y="3430414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4-mark125"/>
          <p:cNvSpPr/>
          <p:nvPr/>
        </p:nvSpPr>
        <p:spPr>
          <a:xfrm>
            <a:off x="9744518" y="3430414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4-mark126"/>
          <p:cNvSpPr/>
          <p:nvPr/>
        </p:nvSpPr>
        <p:spPr>
          <a:xfrm>
            <a:off x="7973410" y="3907410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04-mark127"/>
          <p:cNvSpPr/>
          <p:nvPr/>
        </p:nvSpPr>
        <p:spPr>
          <a:xfrm>
            <a:off x="8450406" y="3907410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4-mark128"/>
          <p:cNvSpPr/>
          <p:nvPr/>
        </p:nvSpPr>
        <p:spPr>
          <a:xfrm>
            <a:off x="9010358" y="4011105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4-mark129"/>
          <p:cNvSpPr/>
          <p:nvPr/>
        </p:nvSpPr>
        <p:spPr>
          <a:xfrm>
            <a:off x="9267521" y="4011105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4-mark130"/>
          <p:cNvSpPr/>
          <p:nvPr/>
        </p:nvSpPr>
        <p:spPr>
          <a:xfrm>
            <a:off x="9524685" y="4011105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4-mark131"/>
          <p:cNvSpPr/>
          <p:nvPr/>
        </p:nvSpPr>
        <p:spPr>
          <a:xfrm>
            <a:off x="9781848" y="4011105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7" name="S04-mark132"/>
          <p:cNvSpPr/>
          <p:nvPr/>
        </p:nvSpPr>
        <p:spPr>
          <a:xfrm>
            <a:off x="10039011" y="4011105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4-mark133"/>
          <p:cNvSpPr/>
          <p:nvPr/>
        </p:nvSpPr>
        <p:spPr>
          <a:xfrm>
            <a:off x="7973410" y="4488101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9" name="S04-mark134"/>
          <p:cNvSpPr/>
          <p:nvPr/>
        </p:nvSpPr>
        <p:spPr>
          <a:xfrm>
            <a:off x="8450406" y="4488101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0" name="S04-mark135"/>
          <p:cNvSpPr/>
          <p:nvPr/>
        </p:nvSpPr>
        <p:spPr>
          <a:xfrm>
            <a:off x="8927402" y="4488101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4-mark136"/>
          <p:cNvSpPr/>
          <p:nvPr/>
        </p:nvSpPr>
        <p:spPr>
          <a:xfrm>
            <a:off x="9404398" y="4488101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04-mark137"/>
          <p:cNvSpPr/>
          <p:nvPr/>
        </p:nvSpPr>
        <p:spPr>
          <a:xfrm>
            <a:off x="9964351" y="4591796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04-mark138"/>
          <p:cNvSpPr/>
          <p:nvPr/>
        </p:nvSpPr>
        <p:spPr>
          <a:xfrm>
            <a:off x="7973410" y="5068793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4" name="S04-mark139"/>
          <p:cNvSpPr/>
          <p:nvPr/>
        </p:nvSpPr>
        <p:spPr>
          <a:xfrm>
            <a:off x="8533362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04-mark140"/>
          <p:cNvSpPr/>
          <p:nvPr/>
        </p:nvSpPr>
        <p:spPr>
          <a:xfrm>
            <a:off x="8790525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4-mark141"/>
          <p:cNvSpPr/>
          <p:nvPr/>
        </p:nvSpPr>
        <p:spPr>
          <a:xfrm>
            <a:off x="9047688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4-mark142"/>
          <p:cNvSpPr/>
          <p:nvPr/>
        </p:nvSpPr>
        <p:spPr>
          <a:xfrm>
            <a:off x="9304851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4-mark143"/>
          <p:cNvSpPr/>
          <p:nvPr/>
        </p:nvSpPr>
        <p:spPr>
          <a:xfrm>
            <a:off x="9562015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04-mark144"/>
          <p:cNvSpPr/>
          <p:nvPr/>
        </p:nvSpPr>
        <p:spPr>
          <a:xfrm>
            <a:off x="9819178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4-mark145"/>
          <p:cNvSpPr/>
          <p:nvPr/>
        </p:nvSpPr>
        <p:spPr>
          <a:xfrm>
            <a:off x="10076341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04-mark146"/>
          <p:cNvSpPr/>
          <p:nvPr/>
        </p:nvSpPr>
        <p:spPr>
          <a:xfrm>
            <a:off x="8125634" y="5711701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2" name="S04-mark147"/>
          <p:cNvSpPr/>
          <p:nvPr/>
        </p:nvSpPr>
        <p:spPr>
          <a:xfrm>
            <a:off x="9777700" y="5815395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04-mark148"/>
          <p:cNvSpPr/>
          <p:nvPr/>
        </p:nvSpPr>
        <p:spPr>
          <a:xfrm>
            <a:off x="6563160" y="3824454"/>
            <a:ext cx="414779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4" name="S04-mark149"/>
          <p:cNvSpPr/>
          <p:nvPr/>
        </p:nvSpPr>
        <p:spPr>
          <a:xfrm>
            <a:off x="6563160" y="4405146"/>
            <a:ext cx="414779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04-mark150"/>
          <p:cNvSpPr/>
          <p:nvPr/>
        </p:nvSpPr>
        <p:spPr>
          <a:xfrm>
            <a:off x="6563160" y="4985837"/>
            <a:ext cx="414779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4-mark151"/>
          <p:cNvSpPr/>
          <p:nvPr/>
        </p:nvSpPr>
        <p:spPr>
          <a:xfrm>
            <a:off x="7807498" y="2663072"/>
            <a:ext cx="0" cy="290345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04-label153"/>
          <p:cNvSpPr txBox="1"/>
          <p:nvPr/>
        </p:nvSpPr>
        <p:spPr>
          <a:xfrm>
            <a:off x="6831761" y="2762918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ko-KR" sz="2400" dirty="0"/>
          </a:p>
        </p:txBody>
      </p:sp>
      <p:sp>
        <p:nvSpPr>
          <p:cNvPr id="38" name="S04-label155"/>
          <p:cNvSpPr txBox="1"/>
          <p:nvPr/>
        </p:nvSpPr>
        <p:spPr>
          <a:xfrm>
            <a:off x="8710586" y="2762918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</a:t>
            </a:r>
            <a:endParaRPr lang="ko-KR" sz="2400" dirty="0"/>
          </a:p>
        </p:txBody>
      </p:sp>
      <p:sp>
        <p:nvSpPr>
          <p:cNvPr id="39" name="S04-label157"/>
          <p:cNvSpPr txBox="1"/>
          <p:nvPr/>
        </p:nvSpPr>
        <p:spPr>
          <a:xfrm>
            <a:off x="6981113" y="334360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0" name="S04-label159"/>
          <p:cNvSpPr txBox="1"/>
          <p:nvPr/>
        </p:nvSpPr>
        <p:spPr>
          <a:xfrm>
            <a:off x="6981113" y="39243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1" name="S04-label161"/>
          <p:cNvSpPr txBox="1"/>
          <p:nvPr/>
        </p:nvSpPr>
        <p:spPr>
          <a:xfrm>
            <a:off x="6981113" y="450499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2" name="S04-label163"/>
          <p:cNvSpPr txBox="1"/>
          <p:nvPr/>
        </p:nvSpPr>
        <p:spPr>
          <a:xfrm>
            <a:off x="6981113" y="508568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3" name="S04-label165"/>
          <p:cNvSpPr txBox="1"/>
          <p:nvPr/>
        </p:nvSpPr>
        <p:spPr>
          <a:xfrm>
            <a:off x="7594641" y="2161488"/>
            <a:ext cx="20848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학생 수</a:t>
            </a:r>
            <a:endParaRPr lang="ko-KR" sz="2400" dirty="0"/>
          </a:p>
        </p:txBody>
      </p:sp>
      <p:sp>
        <p:nvSpPr>
          <p:cNvPr id="44" name="S04-label167"/>
          <p:cNvSpPr txBox="1"/>
          <p:nvPr/>
        </p:nvSpPr>
        <p:spPr>
          <a:xfrm>
            <a:off x="8649770" y="5728590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</a:t>
            </a:r>
            <a:endParaRPr lang="ko-KR" sz="2400" dirty="0"/>
          </a:p>
        </p:txBody>
      </p:sp>
      <p:sp>
        <p:nvSpPr>
          <p:cNvPr id="45" name="S04-label169"/>
          <p:cNvSpPr txBox="1"/>
          <p:nvPr/>
        </p:nvSpPr>
        <p:spPr>
          <a:xfrm>
            <a:off x="10084700" y="5728590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ko-KR" sz="2400" dirty="0"/>
          </a:p>
        </p:txBody>
      </p:sp>
      <p:sp>
        <p:nvSpPr>
          <p:cNvPr id="46" name="S04-stepno170"/>
          <p:cNvSpPr txBox="1"/>
          <p:nvPr/>
        </p:nvSpPr>
        <p:spPr>
          <a:xfrm>
            <a:off x="548640" y="31272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7" name="S04-text171"/>
          <p:cNvSpPr txBox="1"/>
          <p:nvPr/>
        </p:nvSpPr>
        <p:spPr>
          <a:xfrm>
            <a:off x="1325880" y="3127248"/>
            <a:ext cx="3942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3개: 30명</a:t>
            </a:r>
            <a:endParaRPr lang="ko-KR" sz="3000" dirty="0"/>
          </a:p>
        </p:txBody>
      </p:sp>
      <p:sp>
        <p:nvSpPr>
          <p:cNvPr id="48" name="S04-stepno172"/>
          <p:cNvSpPr txBox="1"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49" name="S04-text173"/>
          <p:cNvSpPr txBox="1"/>
          <p:nvPr/>
        </p:nvSpPr>
        <p:spPr>
          <a:xfrm>
            <a:off x="1325880" y="3840480"/>
            <a:ext cx="3942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○ 2개: 2명</a:t>
            </a:r>
            <a:endParaRPr lang="ko-KR" sz="3000" dirty="0"/>
          </a:p>
        </p:txBody>
      </p:sp>
      <p:sp>
        <p:nvSpPr>
          <p:cNvPr id="50" name="S04-stepno174"/>
          <p:cNvSpPr txBox="1"/>
          <p:nvPr/>
        </p:nvSpPr>
        <p:spPr>
          <a:xfrm>
            <a:off x="548640" y="45537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51" name="S04-text175"/>
          <p:cNvSpPr txBox="1"/>
          <p:nvPr/>
        </p:nvSpPr>
        <p:spPr>
          <a:xfrm>
            <a:off x="1325880" y="4553712"/>
            <a:ext cx="3942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+ 2 = 32명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 그리기</a:t>
            </a:r>
            <a:endParaRPr lang="ko-KR" sz="4000" dirty="0"/>
          </a:p>
        </p:txBody>
      </p:sp>
      <p:sp>
        <p:nvSpPr>
          <p:cNvPr id="3" name="S05-text1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표: 1반 23권, 2반 34권, 3반 18권</a:t>
            </a:r>
            <a:endParaRPr lang="ko-KR" sz="3000" dirty="0"/>
          </a:p>
        </p:txBody>
      </p:sp>
      <p:sp>
        <p:nvSpPr>
          <p:cNvPr id="4" name="S05-figure177" descr="그림그래프(반별 학급 문고 책 수): 큰 원 = 10권, 작은 원 = 1권. 1반 큰 원 2개·작은 원 3개(23권), 2반 빈칸, 3반 빈칸"/>
          <p:cNvSpPr/>
          <p:nvPr/>
        </p:nvSpPr>
        <p:spPr>
          <a:xfrm>
            <a:off x="6535123" y="2757522"/>
            <a:ext cx="4847422" cy="678639"/>
          </a:xfrm>
          <a:custGeom>
            <a:avLst/>
            <a:gdLst/>
            <a:ahLst/>
            <a:cxnLst/>
            <a:rect l="l" t="t" r="r" b="b"/>
            <a:pathLst>
              <a:path w="4847422" h="678639">
                <a:moveTo>
                  <a:pt x="0" y="0"/>
                </a:moveTo>
                <a:lnTo>
                  <a:pt x="4847422" y="0"/>
                </a:lnTo>
                <a:lnTo>
                  <a:pt x="4847422" y="678639"/>
                </a:lnTo>
                <a:lnTo>
                  <a:pt x="0" y="678639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5-mark178"/>
          <p:cNvSpPr/>
          <p:nvPr/>
        </p:nvSpPr>
        <p:spPr>
          <a:xfrm>
            <a:off x="6535123" y="2757522"/>
            <a:ext cx="4847422" cy="2714556"/>
          </a:xfrm>
          <a:custGeom>
            <a:avLst/>
            <a:gdLst/>
            <a:ahLst/>
            <a:cxnLst/>
            <a:rect l="l" t="t" r="r" b="b"/>
            <a:pathLst>
              <a:path w="4847422" h="2714556">
                <a:moveTo>
                  <a:pt x="0" y="0"/>
                </a:moveTo>
                <a:lnTo>
                  <a:pt x="4847422" y="0"/>
                </a:lnTo>
                <a:lnTo>
                  <a:pt x="4847422" y="2714556"/>
                </a:lnTo>
                <a:lnTo>
                  <a:pt x="0" y="2714556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5-mark179"/>
          <p:cNvSpPr/>
          <p:nvPr/>
        </p:nvSpPr>
        <p:spPr>
          <a:xfrm>
            <a:off x="8183247" y="3533109"/>
            <a:ext cx="484742" cy="484742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5-mark180"/>
          <p:cNvSpPr/>
          <p:nvPr/>
        </p:nvSpPr>
        <p:spPr>
          <a:xfrm>
            <a:off x="8740700" y="3533109"/>
            <a:ext cx="484742" cy="484742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5-mark181"/>
          <p:cNvSpPr/>
          <p:nvPr/>
        </p:nvSpPr>
        <p:spPr>
          <a:xfrm>
            <a:off x="9395102" y="3654295"/>
            <a:ext cx="242371" cy="2423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05-mark182"/>
          <p:cNvSpPr/>
          <p:nvPr/>
        </p:nvSpPr>
        <p:spPr>
          <a:xfrm>
            <a:off x="9695642" y="3654295"/>
            <a:ext cx="242371" cy="2423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5-mark183"/>
          <p:cNvSpPr/>
          <p:nvPr/>
        </p:nvSpPr>
        <p:spPr>
          <a:xfrm>
            <a:off x="9996182" y="3654295"/>
            <a:ext cx="242371" cy="2423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5-mark184"/>
          <p:cNvSpPr/>
          <p:nvPr/>
        </p:nvSpPr>
        <p:spPr>
          <a:xfrm>
            <a:off x="8361147" y="5641738"/>
            <a:ext cx="484742" cy="484742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05-mark185"/>
          <p:cNvSpPr/>
          <p:nvPr/>
        </p:nvSpPr>
        <p:spPr>
          <a:xfrm>
            <a:off x="10291875" y="5762923"/>
            <a:ext cx="242371" cy="2423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05-mark186"/>
          <p:cNvSpPr/>
          <p:nvPr/>
        </p:nvSpPr>
        <p:spPr>
          <a:xfrm>
            <a:off x="6535123" y="4114800"/>
            <a:ext cx="4847422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5-mark187"/>
          <p:cNvSpPr/>
          <p:nvPr/>
        </p:nvSpPr>
        <p:spPr>
          <a:xfrm>
            <a:off x="6535123" y="4793439"/>
            <a:ext cx="4847422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5-mark188"/>
          <p:cNvSpPr/>
          <p:nvPr/>
        </p:nvSpPr>
        <p:spPr>
          <a:xfrm>
            <a:off x="7989350" y="2757522"/>
            <a:ext cx="0" cy="271455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5-label190"/>
          <p:cNvSpPr txBox="1"/>
          <p:nvPr/>
        </p:nvSpPr>
        <p:spPr>
          <a:xfrm>
            <a:off x="7058020" y="290634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</a:t>
            </a:r>
            <a:endParaRPr lang="ko-KR" sz="2400" dirty="0"/>
          </a:p>
        </p:txBody>
      </p:sp>
      <p:sp>
        <p:nvSpPr>
          <p:cNvPr id="17" name="S05-label192"/>
          <p:cNvSpPr txBox="1"/>
          <p:nvPr/>
        </p:nvSpPr>
        <p:spPr>
          <a:xfrm>
            <a:off x="9286659" y="2906341"/>
            <a:ext cx="7985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수</a:t>
            </a:r>
            <a:endParaRPr lang="ko-KR" sz="2400" dirty="0"/>
          </a:p>
        </p:txBody>
      </p:sp>
      <p:sp>
        <p:nvSpPr>
          <p:cNvPr id="18" name="S05-label194"/>
          <p:cNvSpPr txBox="1"/>
          <p:nvPr/>
        </p:nvSpPr>
        <p:spPr>
          <a:xfrm>
            <a:off x="6957436" y="3584980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1반</a:t>
            </a:r>
            <a:endParaRPr lang="ko-KR" sz="2400" dirty="0"/>
          </a:p>
        </p:txBody>
      </p:sp>
      <p:sp>
        <p:nvSpPr>
          <p:cNvPr id="19" name="S05-label196"/>
          <p:cNvSpPr txBox="1"/>
          <p:nvPr/>
        </p:nvSpPr>
        <p:spPr>
          <a:xfrm>
            <a:off x="6957436" y="4263620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2반</a:t>
            </a:r>
            <a:endParaRPr lang="ko-KR" sz="2400" dirty="0"/>
          </a:p>
        </p:txBody>
      </p:sp>
      <p:sp>
        <p:nvSpPr>
          <p:cNvPr id="20" name="S05-label198"/>
          <p:cNvSpPr txBox="1"/>
          <p:nvPr/>
        </p:nvSpPr>
        <p:spPr>
          <a:xfrm>
            <a:off x="6957436" y="494225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3반</a:t>
            </a:r>
            <a:endParaRPr lang="ko-KR" sz="2400" dirty="0"/>
          </a:p>
        </p:txBody>
      </p:sp>
      <p:sp>
        <p:nvSpPr>
          <p:cNvPr id="21" name="S05-label200"/>
          <p:cNvSpPr txBox="1"/>
          <p:nvPr/>
        </p:nvSpPr>
        <p:spPr>
          <a:xfrm>
            <a:off x="7526274" y="2203465"/>
            <a:ext cx="2865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반별 학급 문고 책 수</a:t>
            </a:r>
            <a:endParaRPr lang="ko-KR" sz="2400" dirty="0"/>
          </a:p>
        </p:txBody>
      </p:sp>
      <p:sp>
        <p:nvSpPr>
          <p:cNvPr id="22" name="S05-label202"/>
          <p:cNvSpPr txBox="1"/>
          <p:nvPr/>
        </p:nvSpPr>
        <p:spPr>
          <a:xfrm>
            <a:off x="9042070" y="5693609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10권</a:t>
            </a:r>
            <a:endParaRPr lang="ko-KR" sz="2400" dirty="0"/>
          </a:p>
        </p:txBody>
      </p:sp>
      <p:sp>
        <p:nvSpPr>
          <p:cNvPr id="23" name="S05-label204"/>
          <p:cNvSpPr txBox="1"/>
          <p:nvPr/>
        </p:nvSpPr>
        <p:spPr>
          <a:xfrm>
            <a:off x="10702070" y="56936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1권</a:t>
            </a:r>
            <a:endParaRPr lang="ko-KR" sz="2400" dirty="0"/>
          </a:p>
        </p:txBody>
      </p:sp>
      <p:sp>
        <p:nvSpPr>
          <p:cNvPr id="24" name="S05-stepno205"/>
          <p:cNvSpPr txBox="1"/>
          <p:nvPr/>
        </p:nvSpPr>
        <p:spPr>
          <a:xfrm>
            <a:off x="548640" y="26014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5" name="S05-text206"/>
          <p:cNvSpPr txBox="1"/>
          <p:nvPr/>
        </p:nvSpPr>
        <p:spPr>
          <a:xfrm>
            <a:off x="1325880" y="2555748"/>
            <a:ext cx="458571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●는 10권, 작은 ○는 1권으로 정해요.</a:t>
            </a:r>
            <a:endParaRPr lang="ko-KR" sz="3000" dirty="0"/>
          </a:p>
        </p:txBody>
      </p:sp>
      <p:sp>
        <p:nvSpPr>
          <p:cNvPr id="26" name="S05-stepno207"/>
          <p:cNvSpPr txBox="1"/>
          <p:nvPr/>
        </p:nvSpPr>
        <p:spPr>
          <a:xfrm>
            <a:off x="548640" y="36957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7" name="S05-text208"/>
          <p:cNvSpPr txBox="1"/>
          <p:nvPr/>
        </p:nvSpPr>
        <p:spPr>
          <a:xfrm>
            <a:off x="1325880" y="3649980"/>
            <a:ext cx="458571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1반 23권은 10이 2개, 1이 3개</a:t>
            </a:r>
            <a:endParaRPr lang="ko-KR" sz="3000" dirty="0"/>
          </a:p>
        </p:txBody>
      </p:sp>
      <p:sp>
        <p:nvSpPr>
          <p:cNvPr id="28" name="S05-stepno209"/>
          <p:cNvSpPr txBox="1"/>
          <p:nvPr/>
        </p:nvSpPr>
        <p:spPr>
          <a:xfrm>
            <a:off x="548640" y="47899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5-text210"/>
          <p:cNvSpPr txBox="1"/>
          <p:nvPr/>
        </p:nvSpPr>
        <p:spPr>
          <a:xfrm>
            <a:off x="1325880" y="4744212"/>
            <a:ext cx="458571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2개, 작은 ○ 3개를 그려요.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그림그래프로 비교해요</a:t>
            </a:r>
            <a:endParaRPr lang="ko-KR" sz="4000" dirty="0"/>
          </a:p>
        </p:txBody>
      </p:sp>
      <p:sp>
        <p:nvSpPr>
          <p:cNvPr id="3" name="S06-card2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그림그래프는 많고 적음이 한눈에 보여요.</a:t>
            </a:r>
            <a:endParaRPr lang="ko-KR" sz="3000" dirty="0"/>
          </a:p>
        </p:txBody>
      </p:sp>
      <p:sp>
        <p:nvSpPr>
          <p:cNvPr id="5" name="S06-figure213" descr="그림그래프(마을별 학생 수): 큰 원 = 10명, 작은 원 = 1명. 가 큰 원 3개·작은 원 2개(32명), 나 큰 원 2개·작은 원 5개(25명), 다 큰 원 4개·작은 원 1개(41명), 라 큰 원 1개·작은 원 7개(17명)"/>
          <p:cNvSpPr/>
          <p:nvPr/>
        </p:nvSpPr>
        <p:spPr>
          <a:xfrm>
            <a:off x="1636472" y="1920004"/>
            <a:ext cx="3723588" cy="521302"/>
          </a:xfrm>
          <a:custGeom>
            <a:avLst/>
            <a:gdLst/>
            <a:ahLst/>
            <a:cxnLst/>
            <a:rect l="l" t="t" r="r" b="b"/>
            <a:pathLst>
              <a:path w="3723588" h="521302">
                <a:moveTo>
                  <a:pt x="0" y="0"/>
                </a:moveTo>
                <a:lnTo>
                  <a:pt x="3723588" y="0"/>
                </a:lnTo>
                <a:lnTo>
                  <a:pt x="3723588" y="521302"/>
                </a:lnTo>
                <a:lnTo>
                  <a:pt x="0" y="521302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6-mark214"/>
          <p:cNvSpPr/>
          <p:nvPr/>
        </p:nvSpPr>
        <p:spPr>
          <a:xfrm>
            <a:off x="1636472" y="1920004"/>
            <a:ext cx="3723588" cy="2606511"/>
          </a:xfrm>
          <a:custGeom>
            <a:avLst/>
            <a:gdLst/>
            <a:ahLst/>
            <a:cxnLst/>
            <a:rect l="l" t="t" r="r" b="b"/>
            <a:pathLst>
              <a:path w="3723588" h="2606511">
                <a:moveTo>
                  <a:pt x="0" y="0"/>
                </a:moveTo>
                <a:lnTo>
                  <a:pt x="3723588" y="0"/>
                </a:lnTo>
                <a:lnTo>
                  <a:pt x="3723588" y="2606511"/>
                </a:lnTo>
                <a:lnTo>
                  <a:pt x="0" y="2606511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6-mark215"/>
          <p:cNvSpPr/>
          <p:nvPr/>
        </p:nvSpPr>
        <p:spPr>
          <a:xfrm>
            <a:off x="2902492" y="2515778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6-mark216"/>
          <p:cNvSpPr/>
          <p:nvPr/>
        </p:nvSpPr>
        <p:spPr>
          <a:xfrm>
            <a:off x="3330704" y="2515778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6-mark217"/>
          <p:cNvSpPr/>
          <p:nvPr/>
        </p:nvSpPr>
        <p:spPr>
          <a:xfrm>
            <a:off x="3758917" y="2515778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6-mark218"/>
          <p:cNvSpPr/>
          <p:nvPr/>
        </p:nvSpPr>
        <p:spPr>
          <a:xfrm>
            <a:off x="4261601" y="2608868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6-mark219"/>
          <p:cNvSpPr/>
          <p:nvPr/>
        </p:nvSpPr>
        <p:spPr>
          <a:xfrm>
            <a:off x="4492464" y="2608868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6-mark220"/>
          <p:cNvSpPr/>
          <p:nvPr/>
        </p:nvSpPr>
        <p:spPr>
          <a:xfrm>
            <a:off x="2902492" y="3037081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6-mark221"/>
          <p:cNvSpPr/>
          <p:nvPr/>
        </p:nvSpPr>
        <p:spPr>
          <a:xfrm>
            <a:off x="3330704" y="3037081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6-mark222"/>
          <p:cNvSpPr/>
          <p:nvPr/>
        </p:nvSpPr>
        <p:spPr>
          <a:xfrm>
            <a:off x="3833389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6-mark223"/>
          <p:cNvSpPr/>
          <p:nvPr/>
        </p:nvSpPr>
        <p:spPr>
          <a:xfrm>
            <a:off x="4064251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6-mark224"/>
          <p:cNvSpPr/>
          <p:nvPr/>
        </p:nvSpPr>
        <p:spPr>
          <a:xfrm>
            <a:off x="4295114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7" name="S06-mark225"/>
          <p:cNvSpPr/>
          <p:nvPr/>
        </p:nvSpPr>
        <p:spPr>
          <a:xfrm>
            <a:off x="4525976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6-mark226"/>
          <p:cNvSpPr/>
          <p:nvPr/>
        </p:nvSpPr>
        <p:spPr>
          <a:xfrm>
            <a:off x="4756838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6-mark227"/>
          <p:cNvSpPr/>
          <p:nvPr/>
        </p:nvSpPr>
        <p:spPr>
          <a:xfrm>
            <a:off x="2902492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0" name="S06-mark228"/>
          <p:cNvSpPr/>
          <p:nvPr/>
        </p:nvSpPr>
        <p:spPr>
          <a:xfrm>
            <a:off x="3330704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6-mark229"/>
          <p:cNvSpPr/>
          <p:nvPr/>
        </p:nvSpPr>
        <p:spPr>
          <a:xfrm>
            <a:off x="3758917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06-mark230"/>
          <p:cNvSpPr/>
          <p:nvPr/>
        </p:nvSpPr>
        <p:spPr>
          <a:xfrm>
            <a:off x="4187130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06-mark231"/>
          <p:cNvSpPr/>
          <p:nvPr/>
        </p:nvSpPr>
        <p:spPr>
          <a:xfrm>
            <a:off x="4689814" y="3651473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6-mark232"/>
          <p:cNvSpPr/>
          <p:nvPr/>
        </p:nvSpPr>
        <p:spPr>
          <a:xfrm>
            <a:off x="2902492" y="4079685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5" name="S06-mark233"/>
          <p:cNvSpPr/>
          <p:nvPr/>
        </p:nvSpPr>
        <p:spPr>
          <a:xfrm>
            <a:off x="3405176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6-mark234"/>
          <p:cNvSpPr/>
          <p:nvPr/>
        </p:nvSpPr>
        <p:spPr>
          <a:xfrm>
            <a:off x="3636039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6-mark235"/>
          <p:cNvSpPr/>
          <p:nvPr/>
        </p:nvSpPr>
        <p:spPr>
          <a:xfrm>
            <a:off x="3866901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6-mark236"/>
          <p:cNvSpPr/>
          <p:nvPr/>
        </p:nvSpPr>
        <p:spPr>
          <a:xfrm>
            <a:off x="4097763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06-mark237"/>
          <p:cNvSpPr/>
          <p:nvPr/>
        </p:nvSpPr>
        <p:spPr>
          <a:xfrm>
            <a:off x="4328626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6-mark238"/>
          <p:cNvSpPr/>
          <p:nvPr/>
        </p:nvSpPr>
        <p:spPr>
          <a:xfrm>
            <a:off x="4559488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06-mark239"/>
          <p:cNvSpPr/>
          <p:nvPr/>
        </p:nvSpPr>
        <p:spPr>
          <a:xfrm>
            <a:off x="4790351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06-mark240"/>
          <p:cNvSpPr/>
          <p:nvPr/>
        </p:nvSpPr>
        <p:spPr>
          <a:xfrm>
            <a:off x="3039147" y="4656841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3" name="S06-mark241"/>
          <p:cNvSpPr/>
          <p:nvPr/>
        </p:nvSpPr>
        <p:spPr>
          <a:xfrm>
            <a:off x="4522252" y="4749931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6-mark242"/>
          <p:cNvSpPr/>
          <p:nvPr/>
        </p:nvSpPr>
        <p:spPr>
          <a:xfrm>
            <a:off x="1636472" y="2962609"/>
            <a:ext cx="372358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06-mark243"/>
          <p:cNvSpPr/>
          <p:nvPr/>
        </p:nvSpPr>
        <p:spPr>
          <a:xfrm>
            <a:off x="1636472" y="3483911"/>
            <a:ext cx="372358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6-mark244"/>
          <p:cNvSpPr/>
          <p:nvPr/>
        </p:nvSpPr>
        <p:spPr>
          <a:xfrm>
            <a:off x="1636472" y="4005213"/>
            <a:ext cx="372358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06-mark245"/>
          <p:cNvSpPr/>
          <p:nvPr/>
        </p:nvSpPr>
        <p:spPr>
          <a:xfrm>
            <a:off x="2753548" y="1920004"/>
            <a:ext cx="0" cy="260651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06-label247"/>
          <p:cNvSpPr txBox="1"/>
          <p:nvPr/>
        </p:nvSpPr>
        <p:spPr>
          <a:xfrm>
            <a:off x="1841442" y="199015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ko-KR" sz="2400" dirty="0"/>
          </a:p>
        </p:txBody>
      </p:sp>
      <p:sp>
        <p:nvSpPr>
          <p:cNvPr id="39" name="S06-label249"/>
          <p:cNvSpPr txBox="1"/>
          <p:nvPr/>
        </p:nvSpPr>
        <p:spPr>
          <a:xfrm>
            <a:off x="3508164" y="1990155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</a:t>
            </a:r>
            <a:endParaRPr lang="ko-KR" sz="2400" dirty="0"/>
          </a:p>
        </p:txBody>
      </p:sp>
      <p:sp>
        <p:nvSpPr>
          <p:cNvPr id="40" name="S06-label251"/>
          <p:cNvSpPr txBox="1"/>
          <p:nvPr/>
        </p:nvSpPr>
        <p:spPr>
          <a:xfrm>
            <a:off x="1990794" y="2511458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1" name="S06-label253"/>
          <p:cNvSpPr txBox="1"/>
          <p:nvPr/>
        </p:nvSpPr>
        <p:spPr>
          <a:xfrm>
            <a:off x="1990794" y="30327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2" name="S06-label255"/>
          <p:cNvSpPr txBox="1"/>
          <p:nvPr/>
        </p:nvSpPr>
        <p:spPr>
          <a:xfrm>
            <a:off x="1990794" y="355406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3" name="S06-label257"/>
          <p:cNvSpPr txBox="1"/>
          <p:nvPr/>
        </p:nvSpPr>
        <p:spPr>
          <a:xfrm>
            <a:off x="1990794" y="407536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4" name="S06-label259"/>
          <p:cNvSpPr txBox="1"/>
          <p:nvPr/>
        </p:nvSpPr>
        <p:spPr>
          <a:xfrm>
            <a:off x="2455850" y="1450235"/>
            <a:ext cx="20848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학생 수</a:t>
            </a:r>
            <a:endParaRPr lang="ko-KR" sz="2400" dirty="0"/>
          </a:p>
        </p:txBody>
      </p:sp>
      <p:sp>
        <p:nvSpPr>
          <p:cNvPr id="45" name="S06-label261"/>
          <p:cNvSpPr txBox="1"/>
          <p:nvPr/>
        </p:nvSpPr>
        <p:spPr>
          <a:xfrm>
            <a:off x="3468219" y="4652521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</a:t>
            </a:r>
            <a:endParaRPr lang="ko-KR" sz="2400" dirty="0"/>
          </a:p>
        </p:txBody>
      </p:sp>
      <p:sp>
        <p:nvSpPr>
          <p:cNvPr id="46" name="S06-label263"/>
          <p:cNvSpPr txBox="1"/>
          <p:nvPr/>
        </p:nvSpPr>
        <p:spPr>
          <a:xfrm>
            <a:off x="4766682" y="4652521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ko-KR" sz="2400" dirty="0"/>
          </a:p>
        </p:txBody>
      </p:sp>
      <p:sp>
        <p:nvSpPr>
          <p:cNvPr id="47" name="S06-card264"/>
          <p:cNvSpPr/>
          <p:nvPr/>
        </p:nvSpPr>
        <p:spPr>
          <a:xfrm>
            <a:off x="6813652" y="1617726"/>
            <a:ext cx="4826660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8" name="S06-cardtext265"/>
          <p:cNvSpPr txBox="1"/>
          <p:nvPr/>
        </p:nvSpPr>
        <p:spPr>
          <a:xfrm>
            <a:off x="7087972" y="1754886"/>
            <a:ext cx="427802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●가 가장 많은 다 마을이 가장 많아요.</a:t>
            </a:r>
            <a:endParaRPr lang="ko-KR" sz="3000" dirty="0"/>
          </a:p>
        </p:txBody>
      </p:sp>
      <p:sp>
        <p:nvSpPr>
          <p:cNvPr id="49" name="S06-card266"/>
          <p:cNvSpPr/>
          <p:nvPr/>
        </p:nvSpPr>
        <p:spPr>
          <a:xfrm>
            <a:off x="6813652" y="3105150"/>
            <a:ext cx="4826660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0" name="S06-cardtext267"/>
          <p:cNvSpPr txBox="1"/>
          <p:nvPr/>
        </p:nvSpPr>
        <p:spPr>
          <a:xfrm>
            <a:off x="7087972" y="3242310"/>
            <a:ext cx="4278020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41 − 32 = 9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마을이 가 마을보다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9명 더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마을이 더 많을까요?</a:t>
            </a:r>
            <a:endParaRPr lang="ko-KR" sz="4000" dirty="0"/>
          </a:p>
        </p:txBody>
      </p:sp>
      <p:sp>
        <p:nvSpPr>
          <p:cNvPr id="3" name="S07-card2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2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5" name="S07-figure270" descr="그림그래프(마을별 학생 수): 큰 원 = 10명, 작은 원 = 1명. 가 큰 원 3개·작은 원 2개(32명), 라 큰 원 1개·작은 원 7개(17명)"/>
          <p:cNvSpPr/>
          <p:nvPr/>
        </p:nvSpPr>
        <p:spPr>
          <a:xfrm>
            <a:off x="640080" y="2135444"/>
            <a:ext cx="5180076" cy="725211"/>
          </a:xfrm>
          <a:custGeom>
            <a:avLst/>
            <a:gdLst/>
            <a:ahLst/>
            <a:cxnLst/>
            <a:rect l="l" t="t" r="r" b="b"/>
            <a:pathLst>
              <a:path w="5180076" h="725211">
                <a:moveTo>
                  <a:pt x="0" y="0"/>
                </a:moveTo>
                <a:lnTo>
                  <a:pt x="5180076" y="0"/>
                </a:lnTo>
                <a:lnTo>
                  <a:pt x="5180076" y="725211"/>
                </a:lnTo>
                <a:lnTo>
                  <a:pt x="0" y="725211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7-mark271"/>
          <p:cNvSpPr/>
          <p:nvPr/>
        </p:nvSpPr>
        <p:spPr>
          <a:xfrm>
            <a:off x="640080" y="2135444"/>
            <a:ext cx="5180076" cy="2175632"/>
          </a:xfrm>
          <a:custGeom>
            <a:avLst/>
            <a:gdLst/>
            <a:ahLst/>
            <a:cxnLst/>
            <a:rect l="l" t="t" r="r" b="b"/>
            <a:pathLst>
              <a:path w="5180076" h="2175632">
                <a:moveTo>
                  <a:pt x="0" y="0"/>
                </a:moveTo>
                <a:lnTo>
                  <a:pt x="5180076" y="0"/>
                </a:lnTo>
                <a:lnTo>
                  <a:pt x="5180076" y="2175632"/>
                </a:lnTo>
                <a:lnTo>
                  <a:pt x="0" y="2175632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7-mark272"/>
          <p:cNvSpPr/>
          <p:nvPr/>
        </p:nvSpPr>
        <p:spPr>
          <a:xfrm>
            <a:off x="2401306" y="2964256"/>
            <a:ext cx="518008" cy="518008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7-mark273"/>
          <p:cNvSpPr/>
          <p:nvPr/>
        </p:nvSpPr>
        <p:spPr>
          <a:xfrm>
            <a:off x="2997015" y="2964256"/>
            <a:ext cx="518008" cy="518008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7-mark274"/>
          <p:cNvSpPr/>
          <p:nvPr/>
        </p:nvSpPr>
        <p:spPr>
          <a:xfrm>
            <a:off x="3592723" y="2964256"/>
            <a:ext cx="518008" cy="518008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7-mark275"/>
          <p:cNvSpPr/>
          <p:nvPr/>
        </p:nvSpPr>
        <p:spPr>
          <a:xfrm>
            <a:off x="4292034" y="3093758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7-mark276"/>
          <p:cNvSpPr/>
          <p:nvPr/>
        </p:nvSpPr>
        <p:spPr>
          <a:xfrm>
            <a:off x="4613198" y="3093758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7-mark277"/>
          <p:cNvSpPr/>
          <p:nvPr/>
        </p:nvSpPr>
        <p:spPr>
          <a:xfrm>
            <a:off x="2401306" y="3689467"/>
            <a:ext cx="518008" cy="518008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7-mark278"/>
          <p:cNvSpPr/>
          <p:nvPr/>
        </p:nvSpPr>
        <p:spPr>
          <a:xfrm>
            <a:off x="3100616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7-mark279"/>
          <p:cNvSpPr/>
          <p:nvPr/>
        </p:nvSpPr>
        <p:spPr>
          <a:xfrm>
            <a:off x="3421781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7-mark280"/>
          <p:cNvSpPr/>
          <p:nvPr/>
        </p:nvSpPr>
        <p:spPr>
          <a:xfrm>
            <a:off x="3742946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7-mark281"/>
          <p:cNvSpPr/>
          <p:nvPr/>
        </p:nvSpPr>
        <p:spPr>
          <a:xfrm>
            <a:off x="4064110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7" name="S07-mark282"/>
          <p:cNvSpPr/>
          <p:nvPr/>
        </p:nvSpPr>
        <p:spPr>
          <a:xfrm>
            <a:off x="4385275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7-mark283"/>
          <p:cNvSpPr/>
          <p:nvPr/>
        </p:nvSpPr>
        <p:spPr>
          <a:xfrm>
            <a:off x="4706440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7-mark284"/>
          <p:cNvSpPr/>
          <p:nvPr/>
        </p:nvSpPr>
        <p:spPr>
          <a:xfrm>
            <a:off x="5027604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7-mark285"/>
          <p:cNvSpPr/>
          <p:nvPr/>
        </p:nvSpPr>
        <p:spPr>
          <a:xfrm>
            <a:off x="2591415" y="4492379"/>
            <a:ext cx="518008" cy="518008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7-mark286"/>
          <p:cNvSpPr/>
          <p:nvPr/>
        </p:nvSpPr>
        <p:spPr>
          <a:xfrm>
            <a:off x="4654639" y="4621881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07-mark287"/>
          <p:cNvSpPr/>
          <p:nvPr/>
        </p:nvSpPr>
        <p:spPr>
          <a:xfrm>
            <a:off x="640080" y="3585865"/>
            <a:ext cx="5180076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3" name="S07-mark288"/>
          <p:cNvSpPr/>
          <p:nvPr/>
        </p:nvSpPr>
        <p:spPr>
          <a:xfrm>
            <a:off x="2194103" y="2135444"/>
            <a:ext cx="0" cy="217563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4" name="S07-label290"/>
          <p:cNvSpPr txBox="1"/>
          <p:nvPr/>
        </p:nvSpPr>
        <p:spPr>
          <a:xfrm>
            <a:off x="1063523" y="2307549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ko-KR" sz="2400" dirty="0"/>
          </a:p>
        </p:txBody>
      </p:sp>
      <p:sp>
        <p:nvSpPr>
          <p:cNvPr id="25" name="S07-label292"/>
          <p:cNvSpPr txBox="1"/>
          <p:nvPr/>
        </p:nvSpPr>
        <p:spPr>
          <a:xfrm>
            <a:off x="3458489" y="2307549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</a:t>
            </a:r>
            <a:endParaRPr lang="ko-KR" sz="2400" dirty="0"/>
          </a:p>
        </p:txBody>
      </p:sp>
      <p:sp>
        <p:nvSpPr>
          <p:cNvPr id="26" name="S07-label294"/>
          <p:cNvSpPr txBox="1"/>
          <p:nvPr/>
        </p:nvSpPr>
        <p:spPr>
          <a:xfrm>
            <a:off x="1212875" y="30327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27" name="S07-label296"/>
          <p:cNvSpPr txBox="1"/>
          <p:nvPr/>
        </p:nvSpPr>
        <p:spPr>
          <a:xfrm>
            <a:off x="1212875" y="375797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28" name="S07-label298"/>
          <p:cNvSpPr txBox="1"/>
          <p:nvPr/>
        </p:nvSpPr>
        <p:spPr>
          <a:xfrm>
            <a:off x="2187702" y="1556438"/>
            <a:ext cx="20848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학생 수</a:t>
            </a:r>
            <a:endParaRPr lang="ko-KR" sz="2400" dirty="0"/>
          </a:p>
        </p:txBody>
      </p:sp>
      <p:sp>
        <p:nvSpPr>
          <p:cNvPr id="29" name="S07-label300"/>
          <p:cNvSpPr txBox="1"/>
          <p:nvPr/>
        </p:nvSpPr>
        <p:spPr>
          <a:xfrm>
            <a:off x="3346886" y="4560882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</a:t>
            </a:r>
            <a:endParaRPr lang="ko-KR" sz="2400" dirty="0"/>
          </a:p>
        </p:txBody>
      </p:sp>
      <p:sp>
        <p:nvSpPr>
          <p:cNvPr id="30" name="S07-label302"/>
          <p:cNvSpPr txBox="1"/>
          <p:nvPr/>
        </p:nvSpPr>
        <p:spPr>
          <a:xfrm>
            <a:off x="5113900" y="4560882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ko-KR" sz="2400" dirty="0"/>
          </a:p>
        </p:txBody>
      </p:sp>
      <p:sp>
        <p:nvSpPr>
          <p:cNvPr id="31" name="S07-card303"/>
          <p:cNvSpPr/>
          <p:nvPr/>
        </p:nvSpPr>
        <p:spPr>
          <a:xfrm>
            <a:off x="6277356" y="18669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07-cardtext304"/>
          <p:cNvSpPr txBox="1"/>
          <p:nvPr/>
        </p:nvSpPr>
        <p:spPr>
          <a:xfrm>
            <a:off x="6551676" y="20040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라 마을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그림이 8개라서 더 많아요.</a:t>
            </a:r>
            <a:endParaRPr lang="ko-KR" sz="3000" dirty="0"/>
          </a:p>
        </p:txBody>
      </p:sp>
      <p:sp>
        <p:nvSpPr>
          <p:cNvPr id="33" name="S07-card305"/>
          <p:cNvSpPr/>
          <p:nvPr/>
        </p:nvSpPr>
        <p:spPr>
          <a:xfrm>
            <a:off x="6277356" y="33375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07-cardtext306"/>
          <p:cNvSpPr txBox="1"/>
          <p:nvPr/>
        </p:nvSpPr>
        <p:spPr>
          <a:xfrm>
            <a:off x="6551676" y="34747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가 마을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●가 3개라서 더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개씩 그릴까요?</a:t>
            </a:r>
            <a:endParaRPr lang="ko-KR" sz="4000" dirty="0"/>
          </a:p>
        </p:txBody>
      </p:sp>
      <p:sp>
        <p:nvSpPr>
          <p:cNvPr id="3" name="S08-card3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3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= 10권, 작은 ○ = 1권</a:t>
            </a:r>
            <a:endParaRPr lang="ko-KR" sz="3000" dirty="0"/>
          </a:p>
        </p:txBody>
      </p:sp>
      <p:sp>
        <p:nvSpPr>
          <p:cNvPr id="5" name="S08-figure309" descr="그림그래프(반별 학급 문고 책 수): 큰 원 = 10권, 작은 원 = 1권. 1반 큰 원 2개·작은 원 3개(23권), 2반 빈칸, 3반 빈칸"/>
          <p:cNvSpPr/>
          <p:nvPr/>
        </p:nvSpPr>
        <p:spPr>
          <a:xfrm>
            <a:off x="6783003" y="2004794"/>
            <a:ext cx="4351663" cy="609233"/>
          </a:xfrm>
          <a:custGeom>
            <a:avLst/>
            <a:gdLst/>
            <a:ahLst/>
            <a:cxnLst/>
            <a:rect l="l" t="t" r="r" b="b"/>
            <a:pathLst>
              <a:path w="4351663" h="609233">
                <a:moveTo>
                  <a:pt x="0" y="0"/>
                </a:moveTo>
                <a:lnTo>
                  <a:pt x="4351663" y="0"/>
                </a:lnTo>
                <a:lnTo>
                  <a:pt x="4351663" y="609233"/>
                </a:lnTo>
                <a:lnTo>
                  <a:pt x="0" y="609233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8-mark310"/>
          <p:cNvSpPr/>
          <p:nvPr/>
        </p:nvSpPr>
        <p:spPr>
          <a:xfrm>
            <a:off x="6783003" y="2004794"/>
            <a:ext cx="4351663" cy="2436931"/>
          </a:xfrm>
          <a:custGeom>
            <a:avLst/>
            <a:gdLst/>
            <a:ahLst/>
            <a:cxnLst/>
            <a:rect l="l" t="t" r="r" b="b"/>
            <a:pathLst>
              <a:path w="4351663" h="2436931">
                <a:moveTo>
                  <a:pt x="0" y="0"/>
                </a:moveTo>
                <a:lnTo>
                  <a:pt x="4351663" y="0"/>
                </a:lnTo>
                <a:lnTo>
                  <a:pt x="4351663" y="2436931"/>
                </a:lnTo>
                <a:lnTo>
                  <a:pt x="0" y="2436931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8-mark311"/>
          <p:cNvSpPr/>
          <p:nvPr/>
        </p:nvSpPr>
        <p:spPr>
          <a:xfrm>
            <a:off x="8262568" y="2701060"/>
            <a:ext cx="435166" cy="435166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8-mark312"/>
          <p:cNvSpPr/>
          <p:nvPr/>
        </p:nvSpPr>
        <p:spPr>
          <a:xfrm>
            <a:off x="8763009" y="2701060"/>
            <a:ext cx="435166" cy="435166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8-mark313"/>
          <p:cNvSpPr/>
          <p:nvPr/>
        </p:nvSpPr>
        <p:spPr>
          <a:xfrm>
            <a:off x="9350484" y="2809852"/>
            <a:ext cx="217583" cy="21758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8-mark314"/>
          <p:cNvSpPr/>
          <p:nvPr/>
        </p:nvSpPr>
        <p:spPr>
          <a:xfrm>
            <a:off x="9620287" y="2809852"/>
            <a:ext cx="217583" cy="21758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8-mark315"/>
          <p:cNvSpPr/>
          <p:nvPr/>
        </p:nvSpPr>
        <p:spPr>
          <a:xfrm>
            <a:off x="9890090" y="2809852"/>
            <a:ext cx="217583" cy="21758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8-mark316"/>
          <p:cNvSpPr/>
          <p:nvPr/>
        </p:nvSpPr>
        <p:spPr>
          <a:xfrm>
            <a:off x="8422274" y="4594034"/>
            <a:ext cx="435166" cy="435166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8-mark317"/>
          <p:cNvSpPr/>
          <p:nvPr/>
        </p:nvSpPr>
        <p:spPr>
          <a:xfrm>
            <a:off x="10155541" y="4702825"/>
            <a:ext cx="217583" cy="21758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8-mark318"/>
          <p:cNvSpPr/>
          <p:nvPr/>
        </p:nvSpPr>
        <p:spPr>
          <a:xfrm>
            <a:off x="6783003" y="3223260"/>
            <a:ext cx="4351663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8-mark319"/>
          <p:cNvSpPr/>
          <p:nvPr/>
        </p:nvSpPr>
        <p:spPr>
          <a:xfrm>
            <a:off x="6783003" y="3832493"/>
            <a:ext cx="4351663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8-mark320"/>
          <p:cNvSpPr/>
          <p:nvPr/>
        </p:nvSpPr>
        <p:spPr>
          <a:xfrm>
            <a:off x="8088501" y="2004794"/>
            <a:ext cx="0" cy="243693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8-label322"/>
          <p:cNvSpPr txBox="1"/>
          <p:nvPr/>
        </p:nvSpPr>
        <p:spPr>
          <a:xfrm>
            <a:off x="7231536" y="211891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</a:t>
            </a:r>
            <a:endParaRPr lang="ko-KR" sz="2400" dirty="0"/>
          </a:p>
        </p:txBody>
      </p:sp>
      <p:sp>
        <p:nvSpPr>
          <p:cNvPr id="18" name="S08-label324"/>
          <p:cNvSpPr txBox="1"/>
          <p:nvPr/>
        </p:nvSpPr>
        <p:spPr>
          <a:xfrm>
            <a:off x="9212295" y="2118911"/>
            <a:ext cx="7985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수</a:t>
            </a:r>
            <a:endParaRPr lang="ko-KR" sz="2400" dirty="0"/>
          </a:p>
        </p:txBody>
      </p:sp>
      <p:sp>
        <p:nvSpPr>
          <p:cNvPr id="19" name="S08-label326"/>
          <p:cNvSpPr txBox="1"/>
          <p:nvPr/>
        </p:nvSpPr>
        <p:spPr>
          <a:xfrm>
            <a:off x="7130952" y="2728144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1반</a:t>
            </a:r>
            <a:endParaRPr lang="ko-KR" sz="2400" dirty="0"/>
          </a:p>
        </p:txBody>
      </p:sp>
      <p:sp>
        <p:nvSpPr>
          <p:cNvPr id="20" name="S08-label328"/>
          <p:cNvSpPr txBox="1"/>
          <p:nvPr/>
        </p:nvSpPr>
        <p:spPr>
          <a:xfrm>
            <a:off x="7130952" y="333737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2반</a:t>
            </a:r>
            <a:endParaRPr lang="ko-KR" sz="2400" dirty="0"/>
          </a:p>
        </p:txBody>
      </p:sp>
      <p:sp>
        <p:nvSpPr>
          <p:cNvPr id="21" name="S08-label330"/>
          <p:cNvSpPr txBox="1"/>
          <p:nvPr/>
        </p:nvSpPr>
        <p:spPr>
          <a:xfrm>
            <a:off x="7130952" y="39466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3반</a:t>
            </a:r>
            <a:endParaRPr lang="ko-KR" sz="2400" dirty="0"/>
          </a:p>
        </p:txBody>
      </p:sp>
      <p:sp>
        <p:nvSpPr>
          <p:cNvPr id="22" name="S08-label332"/>
          <p:cNvSpPr txBox="1"/>
          <p:nvPr/>
        </p:nvSpPr>
        <p:spPr>
          <a:xfrm>
            <a:off x="7526274" y="1487920"/>
            <a:ext cx="2865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반별 학급 문고 책 수</a:t>
            </a:r>
            <a:endParaRPr lang="ko-KR" sz="2400" dirty="0"/>
          </a:p>
        </p:txBody>
      </p:sp>
      <p:sp>
        <p:nvSpPr>
          <p:cNvPr id="23" name="S08-label334"/>
          <p:cNvSpPr txBox="1"/>
          <p:nvPr/>
        </p:nvSpPr>
        <p:spPr>
          <a:xfrm>
            <a:off x="8992098" y="4621117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10권</a:t>
            </a:r>
            <a:endParaRPr lang="ko-KR" sz="2400" dirty="0"/>
          </a:p>
        </p:txBody>
      </p:sp>
      <p:sp>
        <p:nvSpPr>
          <p:cNvPr id="24" name="S08-label336"/>
          <p:cNvSpPr txBox="1"/>
          <p:nvPr/>
        </p:nvSpPr>
        <p:spPr>
          <a:xfrm>
            <a:off x="10492611" y="4621117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1권</a:t>
            </a:r>
            <a:endParaRPr lang="ko-KR" sz="2400" dirty="0"/>
          </a:p>
        </p:txBody>
      </p:sp>
      <p:sp>
        <p:nvSpPr>
          <p:cNvPr id="25" name="S08-chip337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26" name="S08-text338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2반 34권: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□개, 작은 ○ □개</a:t>
            </a:r>
            <a:endParaRPr lang="ko-KR" sz="3000" dirty="0"/>
          </a:p>
        </p:txBody>
      </p:sp>
      <p:sp>
        <p:nvSpPr>
          <p:cNvPr id="27" name="S08-chip339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8" name="S08-text340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3반 18권: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□개, 작은 ○ □개</a:t>
            </a:r>
            <a:endParaRPr lang="ko-KR" sz="3000" dirty="0"/>
          </a:p>
        </p:txBody>
      </p:sp>
      <p:sp>
        <p:nvSpPr>
          <p:cNvPr id="29" name="S08-chip341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0" name="S08-text342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4개, 작은 ○ 6개는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권?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읽어요</a:t>
            </a:r>
            <a:endParaRPr lang="ko-KR" sz="4000" dirty="0"/>
          </a:p>
        </p:txBody>
      </p:sp>
      <p:sp>
        <p:nvSpPr>
          <p:cNvPr id="3" name="S09-figure343" descr="그림그래프(가게별 팔린 붕어빵 수): 큰 원 = 10개, 작은 원 = 1개. 가 큰 원 3개·작은 원 6개(36개), 나 큰 원 4개·작은 원 3개(43개), 다 큰 원 3개·작은 원 2개(32개)"/>
          <p:cNvSpPr/>
          <p:nvPr/>
        </p:nvSpPr>
        <p:spPr>
          <a:xfrm>
            <a:off x="640080" y="2345355"/>
            <a:ext cx="5716372" cy="713273"/>
          </a:xfrm>
          <a:custGeom>
            <a:avLst/>
            <a:gdLst/>
            <a:ahLst/>
            <a:cxnLst/>
            <a:rect l="l" t="t" r="r" b="b"/>
            <a:pathLst>
              <a:path w="5716372" h="713273">
                <a:moveTo>
                  <a:pt x="0" y="0"/>
                </a:moveTo>
                <a:lnTo>
                  <a:pt x="5716372" y="0"/>
                </a:lnTo>
                <a:lnTo>
                  <a:pt x="5716372" y="713273"/>
                </a:lnTo>
                <a:lnTo>
                  <a:pt x="0" y="713273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09-mark344"/>
          <p:cNvSpPr/>
          <p:nvPr/>
        </p:nvSpPr>
        <p:spPr>
          <a:xfrm>
            <a:off x="640080" y="2345355"/>
            <a:ext cx="5716372" cy="2853091"/>
          </a:xfrm>
          <a:custGeom>
            <a:avLst/>
            <a:gdLst/>
            <a:ahLst/>
            <a:cxnLst/>
            <a:rect l="l" t="t" r="r" b="b"/>
            <a:pathLst>
              <a:path w="5716372" h="2853091">
                <a:moveTo>
                  <a:pt x="0" y="0"/>
                </a:moveTo>
                <a:lnTo>
                  <a:pt x="5716372" y="0"/>
                </a:lnTo>
                <a:lnTo>
                  <a:pt x="5716372" y="2853091"/>
                </a:lnTo>
                <a:lnTo>
                  <a:pt x="0" y="2853091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9-mark345"/>
          <p:cNvSpPr/>
          <p:nvPr/>
        </p:nvSpPr>
        <p:spPr>
          <a:xfrm>
            <a:off x="2372314" y="3160523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9-mark346"/>
          <p:cNvSpPr/>
          <p:nvPr/>
        </p:nvSpPr>
        <p:spPr>
          <a:xfrm>
            <a:off x="2958216" y="3160523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9-mark347"/>
          <p:cNvSpPr/>
          <p:nvPr/>
        </p:nvSpPr>
        <p:spPr>
          <a:xfrm>
            <a:off x="3544119" y="3160523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9-mark348"/>
          <p:cNvSpPr/>
          <p:nvPr/>
        </p:nvSpPr>
        <p:spPr>
          <a:xfrm>
            <a:off x="4231918" y="3287893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09-mark349"/>
          <p:cNvSpPr/>
          <p:nvPr/>
        </p:nvSpPr>
        <p:spPr>
          <a:xfrm>
            <a:off x="4547796" y="3287893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9-mark350"/>
          <p:cNvSpPr/>
          <p:nvPr/>
        </p:nvSpPr>
        <p:spPr>
          <a:xfrm>
            <a:off x="4863674" y="3287893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9-mark351"/>
          <p:cNvSpPr/>
          <p:nvPr/>
        </p:nvSpPr>
        <p:spPr>
          <a:xfrm>
            <a:off x="5179552" y="3287893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9-mark352"/>
          <p:cNvSpPr/>
          <p:nvPr/>
        </p:nvSpPr>
        <p:spPr>
          <a:xfrm>
            <a:off x="5495429" y="3287893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09-mark353"/>
          <p:cNvSpPr/>
          <p:nvPr/>
        </p:nvSpPr>
        <p:spPr>
          <a:xfrm>
            <a:off x="5811307" y="3287893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9-mark354"/>
          <p:cNvSpPr/>
          <p:nvPr/>
        </p:nvSpPr>
        <p:spPr>
          <a:xfrm>
            <a:off x="2372314" y="3873796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5" name="S09-mark355"/>
          <p:cNvSpPr/>
          <p:nvPr/>
        </p:nvSpPr>
        <p:spPr>
          <a:xfrm>
            <a:off x="2958216" y="3873796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6" name="S09-mark356"/>
          <p:cNvSpPr/>
          <p:nvPr/>
        </p:nvSpPr>
        <p:spPr>
          <a:xfrm>
            <a:off x="3544119" y="3873796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7" name="S09-mark357"/>
          <p:cNvSpPr/>
          <p:nvPr/>
        </p:nvSpPr>
        <p:spPr>
          <a:xfrm>
            <a:off x="4130022" y="3873796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8" name="S09-mark358"/>
          <p:cNvSpPr/>
          <p:nvPr/>
        </p:nvSpPr>
        <p:spPr>
          <a:xfrm>
            <a:off x="4817820" y="4001166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9-mark359"/>
          <p:cNvSpPr/>
          <p:nvPr/>
        </p:nvSpPr>
        <p:spPr>
          <a:xfrm>
            <a:off x="5133698" y="4001166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9-mark360"/>
          <p:cNvSpPr/>
          <p:nvPr/>
        </p:nvSpPr>
        <p:spPr>
          <a:xfrm>
            <a:off x="5449576" y="4001166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1" name="S09-mark361"/>
          <p:cNvSpPr/>
          <p:nvPr/>
        </p:nvSpPr>
        <p:spPr>
          <a:xfrm>
            <a:off x="2372314" y="4587069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09-mark362"/>
          <p:cNvSpPr/>
          <p:nvPr/>
        </p:nvSpPr>
        <p:spPr>
          <a:xfrm>
            <a:off x="2958216" y="4587069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09-mark363"/>
          <p:cNvSpPr/>
          <p:nvPr/>
        </p:nvSpPr>
        <p:spPr>
          <a:xfrm>
            <a:off x="3544119" y="4587069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4" name="S09-mark364"/>
          <p:cNvSpPr/>
          <p:nvPr/>
        </p:nvSpPr>
        <p:spPr>
          <a:xfrm>
            <a:off x="4231918" y="4714439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09-mark365"/>
          <p:cNvSpPr/>
          <p:nvPr/>
        </p:nvSpPr>
        <p:spPr>
          <a:xfrm>
            <a:off x="4547796" y="4714439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9-mark366"/>
          <p:cNvSpPr/>
          <p:nvPr/>
        </p:nvSpPr>
        <p:spPr>
          <a:xfrm>
            <a:off x="3180859" y="5376764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7" name="S09-mark367"/>
          <p:cNvSpPr/>
          <p:nvPr/>
        </p:nvSpPr>
        <p:spPr>
          <a:xfrm>
            <a:off x="5210120" y="5504134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9-mark368"/>
          <p:cNvSpPr/>
          <p:nvPr/>
        </p:nvSpPr>
        <p:spPr>
          <a:xfrm>
            <a:off x="640080" y="3771900"/>
            <a:ext cx="5716372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9" name="S09-mark369"/>
          <p:cNvSpPr/>
          <p:nvPr/>
        </p:nvSpPr>
        <p:spPr>
          <a:xfrm>
            <a:off x="640080" y="4485173"/>
            <a:ext cx="5716372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0" name="S09-mark370"/>
          <p:cNvSpPr/>
          <p:nvPr/>
        </p:nvSpPr>
        <p:spPr>
          <a:xfrm>
            <a:off x="2168522" y="2345355"/>
            <a:ext cx="0" cy="285309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1" name="S09-label372"/>
          <p:cNvSpPr txBox="1"/>
          <p:nvPr/>
        </p:nvSpPr>
        <p:spPr>
          <a:xfrm>
            <a:off x="1050733" y="2511491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</a:t>
            </a:r>
            <a:endParaRPr lang="ko-KR" sz="2400" dirty="0"/>
          </a:p>
        </p:txBody>
      </p:sp>
      <p:sp>
        <p:nvSpPr>
          <p:cNvPr id="32" name="S09-label374"/>
          <p:cNvSpPr txBox="1"/>
          <p:nvPr/>
        </p:nvSpPr>
        <p:spPr>
          <a:xfrm>
            <a:off x="3564495" y="2511491"/>
            <a:ext cx="1395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붕어빵 수</a:t>
            </a:r>
            <a:endParaRPr lang="ko-KR" sz="2400" dirty="0"/>
          </a:p>
        </p:txBody>
      </p:sp>
      <p:sp>
        <p:nvSpPr>
          <p:cNvPr id="33" name="S09-label376"/>
          <p:cNvSpPr txBox="1"/>
          <p:nvPr/>
        </p:nvSpPr>
        <p:spPr>
          <a:xfrm>
            <a:off x="1200085" y="322476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34" name="S09-label378"/>
          <p:cNvSpPr txBox="1"/>
          <p:nvPr/>
        </p:nvSpPr>
        <p:spPr>
          <a:xfrm>
            <a:off x="1200085" y="393803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35" name="S09-label380"/>
          <p:cNvSpPr txBox="1"/>
          <p:nvPr/>
        </p:nvSpPr>
        <p:spPr>
          <a:xfrm>
            <a:off x="1200085" y="465130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36" name="S09-label382"/>
          <p:cNvSpPr txBox="1"/>
          <p:nvPr/>
        </p:nvSpPr>
        <p:spPr>
          <a:xfrm>
            <a:off x="1962074" y="1772744"/>
            <a:ext cx="3072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가게별 팔린 붕어빵 수</a:t>
            </a:r>
            <a:endParaRPr lang="ko-KR" sz="2400" dirty="0"/>
          </a:p>
        </p:txBody>
      </p:sp>
      <p:sp>
        <p:nvSpPr>
          <p:cNvPr id="37" name="S09-label384"/>
          <p:cNvSpPr txBox="1"/>
          <p:nvPr/>
        </p:nvSpPr>
        <p:spPr>
          <a:xfrm>
            <a:off x="3917221" y="5441004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</a:t>
            </a:r>
            <a:endParaRPr lang="ko-KR" sz="2400" dirty="0"/>
          </a:p>
        </p:txBody>
      </p:sp>
      <p:sp>
        <p:nvSpPr>
          <p:cNvPr id="38" name="S09-label386"/>
          <p:cNvSpPr txBox="1"/>
          <p:nvPr/>
        </p:nvSpPr>
        <p:spPr>
          <a:xfrm>
            <a:off x="5656804" y="5441004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</a:t>
            </a:r>
            <a:endParaRPr lang="ko-KR" sz="2400" dirty="0"/>
          </a:p>
        </p:txBody>
      </p:sp>
      <p:sp>
        <p:nvSpPr>
          <p:cNvPr id="39" name="S09-card387"/>
          <p:cNvSpPr/>
          <p:nvPr/>
        </p:nvSpPr>
        <p:spPr>
          <a:xfrm>
            <a:off x="6813652" y="2045208"/>
            <a:ext cx="4826660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0" name="S09-cardtext388"/>
          <p:cNvSpPr txBox="1"/>
          <p:nvPr/>
        </p:nvSpPr>
        <p:spPr>
          <a:xfrm>
            <a:off x="7087972" y="2182368"/>
            <a:ext cx="4278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가장 많이 판 가게는?</a:t>
            </a:r>
            <a:endParaRPr lang="ko-KR" sz="3000" dirty="0"/>
          </a:p>
        </p:txBody>
      </p:sp>
      <p:sp>
        <p:nvSpPr>
          <p:cNvPr id="41" name="S09-card389"/>
          <p:cNvSpPr/>
          <p:nvPr/>
        </p:nvSpPr>
        <p:spPr>
          <a:xfrm>
            <a:off x="6813652" y="3142488"/>
            <a:ext cx="4826660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2" name="S09-cardtext390"/>
          <p:cNvSpPr txBox="1"/>
          <p:nvPr/>
        </p:nvSpPr>
        <p:spPr>
          <a:xfrm>
            <a:off x="7087972" y="3279648"/>
            <a:ext cx="427802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가와 다 중 더 많이 판 가게는?</a:t>
            </a:r>
            <a:endParaRPr lang="ko-KR" sz="3000" dirty="0"/>
          </a:p>
        </p:txBody>
      </p:sp>
      <p:sp>
        <p:nvSpPr>
          <p:cNvPr id="43" name="S09-card391"/>
          <p:cNvSpPr/>
          <p:nvPr/>
        </p:nvSpPr>
        <p:spPr>
          <a:xfrm>
            <a:off x="6813652" y="4629912"/>
            <a:ext cx="4826660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4" name="S09-cardtext392"/>
          <p:cNvSpPr txBox="1"/>
          <p:nvPr/>
        </p:nvSpPr>
        <p:spPr>
          <a:xfrm>
            <a:off x="7087972" y="4767072"/>
            <a:ext cx="4278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나는 다보다 몇 개 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figure393" descr="그림그래프(농장별 기르는 닭 수): 큰 원 = 10마리, 작은 원 = 1마리. 가 큰 원 3개·작은 원 4개(34마리), 나 큰 원 5개·작은 원 2개(52마리), 다 큰 원 2개·작은 원 7개(27마리), 라 큰 원 4개·작은 원 0개(40마리)"/>
          <p:cNvSpPr/>
          <p:nvPr/>
        </p:nvSpPr>
        <p:spPr>
          <a:xfrm>
            <a:off x="818414" y="2072719"/>
            <a:ext cx="5359704" cy="679673"/>
          </a:xfrm>
          <a:custGeom>
            <a:avLst/>
            <a:gdLst/>
            <a:ahLst/>
            <a:cxnLst/>
            <a:rect l="l" t="t" r="r" b="b"/>
            <a:pathLst>
              <a:path w="5359704" h="679673">
                <a:moveTo>
                  <a:pt x="0" y="0"/>
                </a:moveTo>
                <a:lnTo>
                  <a:pt x="5359704" y="0"/>
                </a:lnTo>
                <a:lnTo>
                  <a:pt x="5359704" y="679673"/>
                </a:lnTo>
                <a:lnTo>
                  <a:pt x="0" y="679673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10-mark394"/>
          <p:cNvSpPr/>
          <p:nvPr/>
        </p:nvSpPr>
        <p:spPr>
          <a:xfrm>
            <a:off x="818414" y="2072719"/>
            <a:ext cx="5359704" cy="3398363"/>
          </a:xfrm>
          <a:custGeom>
            <a:avLst/>
            <a:gdLst/>
            <a:ahLst/>
            <a:cxnLst/>
            <a:rect l="l" t="t" r="r" b="b"/>
            <a:pathLst>
              <a:path w="5359704" h="3398363">
                <a:moveTo>
                  <a:pt x="0" y="0"/>
                </a:moveTo>
                <a:lnTo>
                  <a:pt x="5359704" y="0"/>
                </a:lnTo>
                <a:lnTo>
                  <a:pt x="5359704" y="3398363"/>
                </a:lnTo>
                <a:lnTo>
                  <a:pt x="0" y="3398363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10-mark395"/>
          <p:cNvSpPr/>
          <p:nvPr/>
        </p:nvSpPr>
        <p:spPr>
          <a:xfrm>
            <a:off x="2469047" y="2849487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10-mark396"/>
          <p:cNvSpPr/>
          <p:nvPr/>
        </p:nvSpPr>
        <p:spPr>
          <a:xfrm>
            <a:off x="3027350" y="2849487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0-mark397"/>
          <p:cNvSpPr/>
          <p:nvPr/>
        </p:nvSpPr>
        <p:spPr>
          <a:xfrm>
            <a:off x="3585652" y="2849487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10-mark398"/>
          <p:cNvSpPr/>
          <p:nvPr/>
        </p:nvSpPr>
        <p:spPr>
          <a:xfrm>
            <a:off x="4241051" y="2970857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10-mark399"/>
          <p:cNvSpPr/>
          <p:nvPr/>
        </p:nvSpPr>
        <p:spPr>
          <a:xfrm>
            <a:off x="4542049" y="2970857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10-mark400"/>
          <p:cNvSpPr/>
          <p:nvPr/>
        </p:nvSpPr>
        <p:spPr>
          <a:xfrm>
            <a:off x="4843047" y="2970857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10-mark401"/>
          <p:cNvSpPr/>
          <p:nvPr/>
        </p:nvSpPr>
        <p:spPr>
          <a:xfrm>
            <a:off x="5144044" y="2970857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10-mark402"/>
          <p:cNvSpPr/>
          <p:nvPr/>
        </p:nvSpPr>
        <p:spPr>
          <a:xfrm>
            <a:off x="2469047" y="3529160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10-mark403"/>
          <p:cNvSpPr/>
          <p:nvPr/>
        </p:nvSpPr>
        <p:spPr>
          <a:xfrm>
            <a:off x="3027350" y="3529160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10-mark404"/>
          <p:cNvSpPr/>
          <p:nvPr/>
        </p:nvSpPr>
        <p:spPr>
          <a:xfrm>
            <a:off x="3585652" y="3529160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5" name="S10-mark405"/>
          <p:cNvSpPr/>
          <p:nvPr/>
        </p:nvSpPr>
        <p:spPr>
          <a:xfrm>
            <a:off x="4143955" y="3529160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6" name="S10-mark406"/>
          <p:cNvSpPr/>
          <p:nvPr/>
        </p:nvSpPr>
        <p:spPr>
          <a:xfrm>
            <a:off x="4702257" y="3529160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7" name="S10-mark407"/>
          <p:cNvSpPr/>
          <p:nvPr/>
        </p:nvSpPr>
        <p:spPr>
          <a:xfrm>
            <a:off x="5357656" y="3650530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10-mark408"/>
          <p:cNvSpPr/>
          <p:nvPr/>
        </p:nvSpPr>
        <p:spPr>
          <a:xfrm>
            <a:off x="5658654" y="3650530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10-mark409"/>
          <p:cNvSpPr/>
          <p:nvPr/>
        </p:nvSpPr>
        <p:spPr>
          <a:xfrm>
            <a:off x="2469047" y="4208832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0" name="S10-mark410"/>
          <p:cNvSpPr/>
          <p:nvPr/>
        </p:nvSpPr>
        <p:spPr>
          <a:xfrm>
            <a:off x="3027350" y="4208832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10-mark411"/>
          <p:cNvSpPr/>
          <p:nvPr/>
        </p:nvSpPr>
        <p:spPr>
          <a:xfrm>
            <a:off x="3682748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10-mark412"/>
          <p:cNvSpPr/>
          <p:nvPr/>
        </p:nvSpPr>
        <p:spPr>
          <a:xfrm>
            <a:off x="3983746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10-mark413"/>
          <p:cNvSpPr/>
          <p:nvPr/>
        </p:nvSpPr>
        <p:spPr>
          <a:xfrm>
            <a:off x="4284744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10-mark414"/>
          <p:cNvSpPr/>
          <p:nvPr/>
        </p:nvSpPr>
        <p:spPr>
          <a:xfrm>
            <a:off x="4585742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10-mark415"/>
          <p:cNvSpPr/>
          <p:nvPr/>
        </p:nvSpPr>
        <p:spPr>
          <a:xfrm>
            <a:off x="4886740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0-mark416"/>
          <p:cNvSpPr/>
          <p:nvPr/>
        </p:nvSpPr>
        <p:spPr>
          <a:xfrm>
            <a:off x="5187738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10-mark417"/>
          <p:cNvSpPr/>
          <p:nvPr/>
        </p:nvSpPr>
        <p:spPr>
          <a:xfrm>
            <a:off x="5488735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10-mark418"/>
          <p:cNvSpPr/>
          <p:nvPr/>
        </p:nvSpPr>
        <p:spPr>
          <a:xfrm>
            <a:off x="2469047" y="4888505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9" name="S10-mark419"/>
          <p:cNvSpPr/>
          <p:nvPr/>
        </p:nvSpPr>
        <p:spPr>
          <a:xfrm>
            <a:off x="3027350" y="4888505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0" name="S10-mark420"/>
          <p:cNvSpPr/>
          <p:nvPr/>
        </p:nvSpPr>
        <p:spPr>
          <a:xfrm>
            <a:off x="3585652" y="4888505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1" name="S10-mark421"/>
          <p:cNvSpPr/>
          <p:nvPr/>
        </p:nvSpPr>
        <p:spPr>
          <a:xfrm>
            <a:off x="4143955" y="4888505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2" name="S10-mark422"/>
          <p:cNvSpPr/>
          <p:nvPr/>
        </p:nvSpPr>
        <p:spPr>
          <a:xfrm>
            <a:off x="2358843" y="5641000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3" name="S10-mark423"/>
          <p:cNvSpPr/>
          <p:nvPr/>
        </p:nvSpPr>
        <p:spPr>
          <a:xfrm>
            <a:off x="4689149" y="5762370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10-mark424"/>
          <p:cNvSpPr/>
          <p:nvPr/>
        </p:nvSpPr>
        <p:spPr>
          <a:xfrm>
            <a:off x="818414" y="3432064"/>
            <a:ext cx="53597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10-mark425"/>
          <p:cNvSpPr/>
          <p:nvPr/>
        </p:nvSpPr>
        <p:spPr>
          <a:xfrm>
            <a:off x="818414" y="4111736"/>
            <a:ext cx="53597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10-mark426"/>
          <p:cNvSpPr/>
          <p:nvPr/>
        </p:nvSpPr>
        <p:spPr>
          <a:xfrm>
            <a:off x="818414" y="4791409"/>
            <a:ext cx="53597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10-mark427"/>
          <p:cNvSpPr/>
          <p:nvPr/>
        </p:nvSpPr>
        <p:spPr>
          <a:xfrm>
            <a:off x="2274855" y="2072719"/>
            <a:ext cx="0" cy="339836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10-label429"/>
          <p:cNvSpPr txBox="1"/>
          <p:nvPr/>
        </p:nvSpPr>
        <p:spPr>
          <a:xfrm>
            <a:off x="1193067" y="222205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농장</a:t>
            </a:r>
            <a:endParaRPr lang="ko-KR" sz="2400" dirty="0"/>
          </a:p>
        </p:txBody>
      </p:sp>
      <p:sp>
        <p:nvSpPr>
          <p:cNvPr id="39" name="S10-label431"/>
          <p:cNvSpPr txBox="1"/>
          <p:nvPr/>
        </p:nvSpPr>
        <p:spPr>
          <a:xfrm>
            <a:off x="3827198" y="2222055"/>
            <a:ext cx="7985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닭 수</a:t>
            </a:r>
            <a:endParaRPr lang="ko-KR" sz="2400" dirty="0"/>
          </a:p>
        </p:txBody>
      </p:sp>
      <p:sp>
        <p:nvSpPr>
          <p:cNvPr id="40" name="S10-label433"/>
          <p:cNvSpPr txBox="1"/>
          <p:nvPr/>
        </p:nvSpPr>
        <p:spPr>
          <a:xfrm>
            <a:off x="1342419" y="290172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1" name="S10-label435"/>
          <p:cNvSpPr txBox="1"/>
          <p:nvPr/>
        </p:nvSpPr>
        <p:spPr>
          <a:xfrm>
            <a:off x="1342419" y="35814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2" name="S10-label437"/>
          <p:cNvSpPr txBox="1"/>
          <p:nvPr/>
        </p:nvSpPr>
        <p:spPr>
          <a:xfrm>
            <a:off x="1342419" y="426107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3" name="S10-label439"/>
          <p:cNvSpPr txBox="1"/>
          <p:nvPr/>
        </p:nvSpPr>
        <p:spPr>
          <a:xfrm>
            <a:off x="1342419" y="494074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4" name="S10-label441"/>
          <p:cNvSpPr txBox="1"/>
          <p:nvPr/>
        </p:nvSpPr>
        <p:spPr>
          <a:xfrm>
            <a:off x="2111426" y="1518108"/>
            <a:ext cx="27736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농장별 기르는 닭 수</a:t>
            </a:r>
            <a:endParaRPr lang="ko-KR" sz="2400" dirty="0"/>
          </a:p>
        </p:txBody>
      </p:sp>
      <p:sp>
        <p:nvSpPr>
          <p:cNvPr id="45" name="S10-label443"/>
          <p:cNvSpPr txBox="1"/>
          <p:nvPr/>
        </p:nvSpPr>
        <p:spPr>
          <a:xfrm>
            <a:off x="3090630" y="5693240"/>
            <a:ext cx="11094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10마리</a:t>
            </a:r>
            <a:endParaRPr lang="ko-KR" sz="2400" dirty="0"/>
          </a:p>
        </p:txBody>
      </p:sp>
      <p:sp>
        <p:nvSpPr>
          <p:cNvPr id="46" name="S10-label445"/>
          <p:cNvSpPr txBox="1"/>
          <p:nvPr/>
        </p:nvSpPr>
        <p:spPr>
          <a:xfrm>
            <a:off x="5149642" y="5693240"/>
            <a:ext cx="9083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1마리</a:t>
            </a:r>
            <a:endParaRPr lang="ko-KR" sz="2400" dirty="0"/>
          </a:p>
        </p:txBody>
      </p:sp>
      <p:sp>
        <p:nvSpPr>
          <p:cNvPr id="47" name="S10-card446"/>
          <p:cNvSpPr/>
          <p:nvPr/>
        </p:nvSpPr>
        <p:spPr>
          <a:xfrm>
            <a:off x="6813652" y="1850136"/>
            <a:ext cx="4826660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8" name="S10-cardtext447"/>
          <p:cNvSpPr txBox="1"/>
          <p:nvPr/>
        </p:nvSpPr>
        <p:spPr>
          <a:xfrm>
            <a:off x="7087972" y="1987296"/>
            <a:ext cx="4278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농장마다 몇 마리?</a:t>
            </a:r>
            <a:endParaRPr lang="ko-KR" sz="3000" dirty="0"/>
          </a:p>
        </p:txBody>
      </p:sp>
      <p:sp>
        <p:nvSpPr>
          <p:cNvPr id="49" name="S10-card448"/>
          <p:cNvSpPr/>
          <p:nvPr/>
        </p:nvSpPr>
        <p:spPr>
          <a:xfrm>
            <a:off x="6813652" y="2947416"/>
            <a:ext cx="4826660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0" name="S10-cardtext449"/>
          <p:cNvSpPr txBox="1"/>
          <p:nvPr/>
        </p:nvSpPr>
        <p:spPr>
          <a:xfrm>
            <a:off x="7087972" y="3084576"/>
            <a:ext cx="427802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가장 많은 농장과 가장 적은 농장은?</a:t>
            </a:r>
            <a:endParaRPr lang="ko-KR" sz="3000" dirty="0"/>
          </a:p>
        </p:txBody>
      </p:sp>
      <p:sp>
        <p:nvSpPr>
          <p:cNvPr id="51" name="S10-card450"/>
          <p:cNvSpPr/>
          <p:nvPr/>
        </p:nvSpPr>
        <p:spPr>
          <a:xfrm>
            <a:off x="6813652" y="4434840"/>
            <a:ext cx="4826660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2" name="S10-cardtext451"/>
          <p:cNvSpPr txBox="1"/>
          <p:nvPr/>
        </p:nvSpPr>
        <p:spPr>
          <a:xfrm>
            <a:off x="7087972" y="4572000"/>
            <a:ext cx="427802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나는 다보다 몇 마리 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42명을 나타낸 것은?</a:t>
            </a:r>
            <a:endParaRPr lang="ko-KR" sz="4000" dirty="0"/>
          </a:p>
        </p:txBody>
      </p:sp>
      <p:sp>
        <p:nvSpPr>
          <p:cNvPr id="3" name="S12-text4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= 10명, 작은 ○ = 1명이에요.</a:t>
            </a:r>
            <a:endParaRPr lang="ko-KR" sz="3000" dirty="0"/>
          </a:p>
        </p:txBody>
      </p:sp>
      <p:sp>
        <p:nvSpPr>
          <p:cNvPr id="4" name="S12-card4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4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것을 고르고, 까닭을 말해요.</a:t>
            </a:r>
            <a:endParaRPr lang="ko-KR" sz="3000" dirty="0"/>
          </a:p>
        </p:txBody>
      </p:sp>
      <p:sp>
        <p:nvSpPr>
          <p:cNvPr id="6" name="S12-chip45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figure456" descr="큰 원 2개, 작은 원 4개"/>
          <p:cNvSpPr/>
          <p:nvPr/>
        </p:nvSpPr>
        <p:spPr>
          <a:xfrm>
            <a:off x="721843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12-mark457"/>
          <p:cNvSpPr/>
          <p:nvPr/>
        </p:nvSpPr>
        <p:spPr>
          <a:xfrm>
            <a:off x="1191978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12-mark458"/>
          <p:cNvSpPr/>
          <p:nvPr/>
        </p:nvSpPr>
        <p:spPr>
          <a:xfrm>
            <a:off x="1743875" y="3816001"/>
            <a:ext cx="204407" cy="204407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12-mark459"/>
          <p:cNvSpPr/>
          <p:nvPr/>
        </p:nvSpPr>
        <p:spPr>
          <a:xfrm>
            <a:off x="1997339" y="3816001"/>
            <a:ext cx="204407" cy="204407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12-mark460"/>
          <p:cNvSpPr/>
          <p:nvPr/>
        </p:nvSpPr>
        <p:spPr>
          <a:xfrm>
            <a:off x="2250803" y="3816001"/>
            <a:ext cx="204407" cy="204407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12-mark461"/>
          <p:cNvSpPr/>
          <p:nvPr/>
        </p:nvSpPr>
        <p:spPr>
          <a:xfrm>
            <a:off x="2504267" y="3816001"/>
            <a:ext cx="204407" cy="204407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12-chip46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4" name="S12-figure463" descr="큰 원 4개, 작은 원 2개"/>
          <p:cNvSpPr/>
          <p:nvPr/>
        </p:nvSpPr>
        <p:spPr>
          <a:xfrm>
            <a:off x="4540987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5" name="S12-mark464"/>
          <p:cNvSpPr/>
          <p:nvPr/>
        </p:nvSpPr>
        <p:spPr>
          <a:xfrm>
            <a:off x="5011122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6" name="S12-mark465"/>
          <p:cNvSpPr/>
          <p:nvPr/>
        </p:nvSpPr>
        <p:spPr>
          <a:xfrm>
            <a:off x="5481257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7" name="S12-mark466"/>
          <p:cNvSpPr/>
          <p:nvPr/>
        </p:nvSpPr>
        <p:spPr>
          <a:xfrm>
            <a:off x="5951391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8" name="S12-mark467"/>
          <p:cNvSpPr/>
          <p:nvPr/>
        </p:nvSpPr>
        <p:spPr>
          <a:xfrm>
            <a:off x="6503289" y="3816001"/>
            <a:ext cx="204407" cy="204407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12-mark468"/>
          <p:cNvSpPr/>
          <p:nvPr/>
        </p:nvSpPr>
        <p:spPr>
          <a:xfrm>
            <a:off x="6756753" y="3816001"/>
            <a:ext cx="204407" cy="204407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12-chip46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21" name="S12-figure470" descr="큰 원 6개"/>
          <p:cNvSpPr/>
          <p:nvPr/>
        </p:nvSpPr>
        <p:spPr>
          <a:xfrm>
            <a:off x="8360131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12-mark471"/>
          <p:cNvSpPr/>
          <p:nvPr/>
        </p:nvSpPr>
        <p:spPr>
          <a:xfrm>
            <a:off x="8830266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12-mark472"/>
          <p:cNvSpPr/>
          <p:nvPr/>
        </p:nvSpPr>
        <p:spPr>
          <a:xfrm>
            <a:off x="9300401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4" name="S12-mark473"/>
          <p:cNvSpPr/>
          <p:nvPr/>
        </p:nvSpPr>
        <p:spPr>
          <a:xfrm>
            <a:off x="9770535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5" name="S12-mark474"/>
          <p:cNvSpPr/>
          <p:nvPr/>
        </p:nvSpPr>
        <p:spPr>
          <a:xfrm>
            <a:off x="10240670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6" name="S12-mark475"/>
          <p:cNvSpPr/>
          <p:nvPr/>
        </p:nvSpPr>
        <p:spPr>
          <a:xfrm>
            <a:off x="10710805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47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47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그림그래프는 큰 그림(10)과 작은 그림(1)으로 수를 나타내요.</a:t>
            </a:r>
            <a:endParaRPr lang="ko-KR" sz="3000" dirty="0"/>
          </a:p>
        </p:txBody>
      </p:sp>
      <p:sp>
        <p:nvSpPr>
          <p:cNvPr id="5" name="S13-chip47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약속을 읽고 큰 그림부터 세기</a:t>
            </a:r>
            <a:endParaRPr lang="ko-KR" sz="2400" dirty="0"/>
          </a:p>
        </p:txBody>
      </p:sp>
      <p:sp>
        <p:nvSpPr>
          <p:cNvPr id="6" name="S13-chip47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그림 개수만 세기</a:t>
            </a:r>
            <a:endParaRPr lang="ko-KR" sz="2400" dirty="0"/>
          </a:p>
        </p:txBody>
      </p:sp>
      <p:sp>
        <p:nvSpPr>
          <p:cNvPr id="7" name="S13-text48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481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큰 ● 3개,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○ 5개는 몇 명?</a:t>
            </a:r>
            <a:endParaRPr lang="ko-KR" sz="2400" dirty="0"/>
          </a:p>
        </p:txBody>
      </p:sp>
      <p:sp>
        <p:nvSpPr>
          <p:cNvPr id="9" name="S13-text482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26명은 큰 ●, 작은 ○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개씩?</a:t>
            </a:r>
            <a:endParaRPr lang="ko-KR" sz="2400" dirty="0"/>
          </a:p>
        </p:txBody>
      </p:sp>
      <p:sp>
        <p:nvSpPr>
          <p:cNvPr id="10" name="S13-text48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그림그래프의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점은?</a:t>
            </a:r>
            <a:endParaRPr lang="ko-KR" sz="2400" dirty="0"/>
          </a:p>
        </p:txBody>
      </p:sp>
      <p:sp>
        <p:nvSpPr>
          <p:cNvPr id="11" name="S13-text48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만과 다섯 자리 수(초4)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10이 몇 개, 1이 몇 개</a:t>
            </a:r>
            <a:endParaRPr lang="ko-KR" sz="4000" dirty="0"/>
          </a:p>
        </p:txBody>
      </p:sp>
      <p:sp>
        <p:nvSpPr>
          <p:cNvPr id="3" name="S14-card4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4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3개, 1이 4개이면 34예요.</a:t>
            </a:r>
            <a:endParaRPr lang="ko-KR" sz="3000" dirty="0"/>
          </a:p>
        </p:txBody>
      </p:sp>
      <p:sp>
        <p:nvSpPr>
          <p:cNvPr id="5" name="S14-card487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488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 3개: 30</a:t>
            </a:r>
            <a:endParaRPr lang="ko-KR" sz="3000" dirty="0"/>
          </a:p>
        </p:txBody>
      </p:sp>
      <p:sp>
        <p:nvSpPr>
          <p:cNvPr id="7" name="S14-card489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490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모형 4개: 4</a:t>
            </a:r>
            <a:endParaRPr lang="ko-KR" sz="3000" dirty="0"/>
          </a:p>
        </p:txBody>
      </p:sp>
      <p:sp>
        <p:nvSpPr>
          <p:cNvPr id="9" name="S14-rod491"/>
          <p:cNvSpPr/>
          <p:nvPr/>
        </p:nvSpPr>
        <p:spPr>
          <a:xfrm>
            <a:off x="5303388" y="1377755"/>
            <a:ext cx="259373" cy="25937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4-line492"/>
          <p:cNvSpPr/>
          <p:nvPr/>
        </p:nvSpPr>
        <p:spPr>
          <a:xfrm>
            <a:off x="5303388" y="1637128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4-line493"/>
          <p:cNvSpPr/>
          <p:nvPr/>
        </p:nvSpPr>
        <p:spPr>
          <a:xfrm>
            <a:off x="5303388" y="1896501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4-line494"/>
          <p:cNvSpPr/>
          <p:nvPr/>
        </p:nvSpPr>
        <p:spPr>
          <a:xfrm>
            <a:off x="5303388" y="2155874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4-line495"/>
          <p:cNvSpPr/>
          <p:nvPr/>
        </p:nvSpPr>
        <p:spPr>
          <a:xfrm>
            <a:off x="5303388" y="2415247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4-line496"/>
          <p:cNvSpPr/>
          <p:nvPr/>
        </p:nvSpPr>
        <p:spPr>
          <a:xfrm>
            <a:off x="5303388" y="2674620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4-line497"/>
          <p:cNvSpPr/>
          <p:nvPr/>
        </p:nvSpPr>
        <p:spPr>
          <a:xfrm>
            <a:off x="5303388" y="2933993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4-line498"/>
          <p:cNvSpPr/>
          <p:nvPr/>
        </p:nvSpPr>
        <p:spPr>
          <a:xfrm>
            <a:off x="5303388" y="3193366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4-line499"/>
          <p:cNvSpPr/>
          <p:nvPr/>
        </p:nvSpPr>
        <p:spPr>
          <a:xfrm>
            <a:off x="5303388" y="3452739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4-line500"/>
          <p:cNvSpPr/>
          <p:nvPr/>
        </p:nvSpPr>
        <p:spPr>
          <a:xfrm>
            <a:off x="5303388" y="3712112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4-rod501"/>
          <p:cNvSpPr/>
          <p:nvPr/>
        </p:nvSpPr>
        <p:spPr>
          <a:xfrm>
            <a:off x="5718385" y="1377755"/>
            <a:ext cx="259373" cy="25937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4-line502"/>
          <p:cNvSpPr/>
          <p:nvPr/>
        </p:nvSpPr>
        <p:spPr>
          <a:xfrm>
            <a:off x="5718385" y="1637128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4-line503"/>
          <p:cNvSpPr/>
          <p:nvPr/>
        </p:nvSpPr>
        <p:spPr>
          <a:xfrm>
            <a:off x="5718385" y="1896501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4-line504"/>
          <p:cNvSpPr/>
          <p:nvPr/>
        </p:nvSpPr>
        <p:spPr>
          <a:xfrm>
            <a:off x="5718385" y="2155874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4-line505"/>
          <p:cNvSpPr/>
          <p:nvPr/>
        </p:nvSpPr>
        <p:spPr>
          <a:xfrm>
            <a:off x="5718385" y="2415247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4-line506"/>
          <p:cNvSpPr/>
          <p:nvPr/>
        </p:nvSpPr>
        <p:spPr>
          <a:xfrm>
            <a:off x="5718385" y="2674620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4-line507"/>
          <p:cNvSpPr/>
          <p:nvPr/>
        </p:nvSpPr>
        <p:spPr>
          <a:xfrm>
            <a:off x="5718385" y="2933993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4-line508"/>
          <p:cNvSpPr/>
          <p:nvPr/>
        </p:nvSpPr>
        <p:spPr>
          <a:xfrm>
            <a:off x="5718385" y="3193366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4-line509"/>
          <p:cNvSpPr/>
          <p:nvPr/>
        </p:nvSpPr>
        <p:spPr>
          <a:xfrm>
            <a:off x="5718385" y="3452739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4-line510"/>
          <p:cNvSpPr/>
          <p:nvPr/>
        </p:nvSpPr>
        <p:spPr>
          <a:xfrm>
            <a:off x="5718385" y="3712112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4-rod511"/>
          <p:cNvSpPr/>
          <p:nvPr/>
        </p:nvSpPr>
        <p:spPr>
          <a:xfrm>
            <a:off x="6133382" y="1377755"/>
            <a:ext cx="259373" cy="25937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4-line512"/>
          <p:cNvSpPr/>
          <p:nvPr/>
        </p:nvSpPr>
        <p:spPr>
          <a:xfrm>
            <a:off x="6133382" y="1637128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4-line513"/>
          <p:cNvSpPr/>
          <p:nvPr/>
        </p:nvSpPr>
        <p:spPr>
          <a:xfrm>
            <a:off x="6133382" y="1896501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4-line514"/>
          <p:cNvSpPr/>
          <p:nvPr/>
        </p:nvSpPr>
        <p:spPr>
          <a:xfrm>
            <a:off x="6133382" y="2155874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4-line515"/>
          <p:cNvSpPr/>
          <p:nvPr/>
        </p:nvSpPr>
        <p:spPr>
          <a:xfrm>
            <a:off x="6133382" y="2415247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4-line516"/>
          <p:cNvSpPr/>
          <p:nvPr/>
        </p:nvSpPr>
        <p:spPr>
          <a:xfrm>
            <a:off x="6133382" y="2674620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4-line517"/>
          <p:cNvSpPr/>
          <p:nvPr/>
        </p:nvSpPr>
        <p:spPr>
          <a:xfrm>
            <a:off x="6133382" y="2933993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4-line518"/>
          <p:cNvSpPr/>
          <p:nvPr/>
        </p:nvSpPr>
        <p:spPr>
          <a:xfrm>
            <a:off x="6133382" y="3193366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4-line519"/>
          <p:cNvSpPr/>
          <p:nvPr/>
        </p:nvSpPr>
        <p:spPr>
          <a:xfrm>
            <a:off x="6133382" y="3452739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4-line520"/>
          <p:cNvSpPr/>
          <p:nvPr/>
        </p:nvSpPr>
        <p:spPr>
          <a:xfrm>
            <a:off x="6133382" y="3712112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4-unit521"/>
          <p:cNvSpPr/>
          <p:nvPr/>
        </p:nvSpPr>
        <p:spPr>
          <a:xfrm>
            <a:off x="6548379" y="3647269"/>
            <a:ext cx="259373" cy="259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4-unit522"/>
          <p:cNvSpPr/>
          <p:nvPr/>
        </p:nvSpPr>
        <p:spPr>
          <a:xfrm>
            <a:off x="6548379" y="3323053"/>
            <a:ext cx="259373" cy="259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4-unit523"/>
          <p:cNvSpPr/>
          <p:nvPr/>
        </p:nvSpPr>
        <p:spPr>
          <a:xfrm>
            <a:off x="6548379" y="2998836"/>
            <a:ext cx="259373" cy="259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4-unit524"/>
          <p:cNvSpPr/>
          <p:nvPr/>
        </p:nvSpPr>
        <p:spPr>
          <a:xfrm>
            <a:off x="6548379" y="2674620"/>
            <a:ext cx="259373" cy="259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4-figure525" descr="수 모형: 십 모형 3개, 일 모형 4개(34)"/>
          <p:cNvSpPr/>
          <p:nvPr/>
        </p:nvSpPr>
        <p:spPr>
          <a:xfrm>
            <a:off x="548640" y="137775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그림그래프</dc:title>
  <dc:subject>KR22-G03-MAT-PICTO-L01</dc:subject>
  <dc:creator>education-ppt</dc:creator>
  <cp:lastModifiedBy>education-ppt</cp:lastModifiedBy>
  <cp:revision>1</cp:revision>
  <dcterms:created xsi:type="dcterms:W3CDTF">2026-10-26T07:55:16Z</dcterms:created>
  <dcterms:modified xsi:type="dcterms:W3CDTF">2026-10-26T07:55:16Z</dcterms:modified>
</cp:coreProperties>
</file>