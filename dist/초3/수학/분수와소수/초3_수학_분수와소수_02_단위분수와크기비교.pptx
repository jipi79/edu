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35e9ff88-90e7-8583-f9a9-4b91da4ff575}">
          <p14:sldIdLst>
            <p14:sldId id="256"/>
            <p14:sldId id="257"/>
          </p14:sldIdLst>
        </p14:section>
        <p14:section name="개념" id="{bf13ec33-63e9-c815-23a0-7eb0a45d4a42}">
          <p14:sldIdLst>
            <p14:sldId id="258"/>
            <p14:sldId id="259"/>
            <p14:sldId id="261"/>
          </p14:sldIdLst>
        </p14:section>
        <p14:section name="연습" id="{333cf3f1-80a4-68be-16a2-935665f3d65d}">
          <p14:sldIdLst>
            <p14:sldId id="260"/>
            <p14:sldId id="262"/>
            <p14:sldId id="263"/>
          </p14:sldIdLst>
        </p14:section>
        <p14:section name="개념" id="{ba9664fe-d0e1-9443-d7b6-1debf3fcce0d}">
          <p14:sldIdLst/>
        </p14:section>
        <p14:section name="연습" id="{764ba80d-461b-b732-0fd2-63c2b2d5dec6}">
          <p14:sldIdLst/>
        </p14:section>
        <p14:section name="확인" id="{d0bb083a-13ed-f17f-b573-8e4f3f67e3b4}">
          <p14:sldIdLst>
            <p14:sldId id="264"/>
            <p14:sldId id="265"/>
            <p14:sldId id="266"/>
          </p14:sldIdLst>
        </p14:section>
        <p14:section name="정리" id="{d33a31db-e289-712a-02a6-8178a2112dc0}">
          <p14:sldIdLst>
            <p14:sldId id="267"/>
          </p14:sldIdLst>
        </p14:section>
        <p14:section name="보충" id="{a80b543a-d8be-b754-8684-1953afec884d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분수의 크기를 어떻게 비교할지 궁금하게 합니다.
시간: 약 2분
이렇게 말해 보세요
- “같은 크기의 피자를 하나는 3명이, 하나는 4명이 똑같이 나누어 먹으면 누구 조각이 더 클까?”
예상 답
- “4분의 1이요. 4가 더 크니까요.” 또는 “3분의 1이요.”
막히면
- 답을 확인하지 않고 넘어갑니다. S06에서 띠로 알아봅니다.
주의
- 4가 3보다 크니까 4분의 1이 더 크다고 답해도 고치지 말고 그대로 둡니다. S07에서 스스로 바로잡게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확인(분수의 뜻)]
목적: 지난 시간의 분수의 뜻(분모는 똑같이 나눈 수, 분자는 부분의 수)을 기억하는지 확인합니다.
시간: 약 3분
이렇게 말해 보세요
- “①, ②는 색칠한 부분을 분수로 말해 줘. ③의 분모와 분자는 뭐야?”
정답
- ① 5분의 2
- ② 6분의 1
- ③ 분모 8, 분자 3
막히면
- “똑같이 몇으로 나누었어? 몇 칸을 색칠했어?”라고 차례로 묻습니다.
- 두 문제 이상 틀리면 S13(보충)을 먼저 합니다. 보충으로도 어려우면 초3 분수와소수 1차시 ‘분수의 뜻’(KR22-G03-MAT-FRAC-L01)을 먼저 다시 합니다.
주의
- 분모·분자를 바꾸어 말하면 오늘 비교에서 계속 헷갈립니다. 여기서 바로잡습니다.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단위분수의 뜻, 단위분수의 개수]
목적: 분자가 1인 분수를 단위분수라고 하고, 다른 분수를 단위분수가 몇 개인지로 볼 수 있음을 압니다.
시간: 약 4분
이렇게 말해 보세요
- “5분의 1처럼 분자가 1인 분수를 단위분수라고 해. 2분의 1, 3분의 1도 단위분수야.”
- “아래 띠의 5분의 3에는 5분의 1이 몇 개 있어?”
예상 답
- “3개요.”
막히면
- 아래 띠의 색칠한 칸을 하나씩 짚으며 “5분의 1, 2개, 3개”라고 세게 합니다.
주의
- ‘5분의 3은 5분의 1이 3개’라는 생각이 S04의 비교와 다음 차시의 소수(0.1이 몇 개)에 그대로 이어집니다.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분모가 같은 분수의 크기 비교]
목적: 분모가 같은 분수는 단위분수의 개수(분자)가 많을수록 크다는 것을 띠 그림으로 봅니다.
시간: 약 4분
이렇게 말해 보세요
- “두 띠 모두 6칸으로 똑같이 나누었어. 위는 몇 칸, 아래는 몇 칸 색칠했어?”
- “점선을 보면 어느 쪽이 더 길어? 6분의 5와 6분의 3 중 어느 것이 더 커?”
예상 답
- “5칸, 3칸이요. 6분의 5가 더 커요.”
막히면
- 같은 길이 종이 띠 두 장을 6칸으로 접어 색칠하고 나란히 놓아 봅니다.
주의
- ‘&gt;’는 벌어진 쪽이 큰 수입니다. 6분의 5 &gt; 6분의 3은 ‘6분의 5는 6분의 3보다 큽니다’라고 읽습니다.
- 비교할 때는 언제나 같은 크기의 전체(같은 길이의 띠)를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안내받는 연습(분모가 같은 분수 비교)]
목적: 도움을 받으며 분모가 같은 분수의 크기를 비교하고, 단위분수의 개수로 분수를 나타냅니다.
시간: 약 4분
이렇게 말해 보세요
- “①은 오른쪽 그림으로 확인해 볼까? 7분의 1이 몇 개인지 비교해 봐.”
- “③은 8분의 1이 5개면 어떤 분수가 될까?”
정답
- ① &lt;
- ② &gt;
- ③ 8분의 5
막히면
- ②는 그림이 없으므로 종이 띠를 9칸으로 그려 색칠해 보게 합니다.
주의
- 기호를 반대로 쓰면 “벌어진 입이 큰 수를 먹어.”처럼 기호 모양을 말로 기억하게 합니다.
- 지치면 여기서 쉬고, 다음에 S06부터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단위분수의 크기 비교]
목적: 같은 크기의 전체를 더 많이 나눌수록 한 칸이 작아지므로, 단위분수는 분모가 클수록 작다는 것을 봅니다.
시간: 약 4분
이렇게 말해 보세요
- “같은 길이의 띠를 2칸, 3칸, 4칸, 6칸으로 똑같이 나누었어. 색칠한 한 칸의 길이를 비교해 봐. 어느 것이 가장 길어?”
- “나누는 칸이 많아지면 한 칸은 어떻게 돼?”
예상 답
- “2분의 1이 가장 길어요.” “칸이 많아지면 한 칸이 작아져요.”
막히면
- 종이 띠를 반으로 접은 것과 반의 반으로 접은 것을 나란히 놓고 한 칸끼리 비교합니다.
- 같은 크기의 종이 원(피자)을 2조각, 4조각으로 잘라 한 조각씩 겹쳐 봅니다.
주의
- 단위분수는 분모가 작을수록 큽니다. 2분의 1 &gt; 3분의 1 &gt; 4분의 1 &gt; 6분의 1입니다.
- 분모가 같은 분수의 비교(분자가 클수록 큼)와 규칙이 반대처럼 보여 헷갈리기 쉽습니다. 규칙보다 ‘한 칸의 크기’로 말하게 합니다(M4).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오개념 비교(분모가 크면 크다)]
목적: 단위분수에서 분모가 크면 더 크다고 생각하는 실수를 그림으로 바로잡습니다(M1).
시간: 약 3분
이렇게 말해 보세요
- “토끼는 8이 5보다 크니까 8분의 1이 더 크대. 곰의 그림을 보면 어때?”
- “같은 피자를 5명이 나누어 먹을 때와 8명이 나누어 먹을 때, 한 사람이 먹는 양은 언제 더 많아?”
예상 답
- “곰이요. 8명이 나누면 한 조각이 작아요.”
정답
- 곰이 맞습니다. 5분의 1 &gt; 8분의 1입니다.
- 같은 크기를 더 많이 나누면 한 칸이 작아지므로 분모가 큰 8분의 1이 더 작습니다.
막히면
- 같은 크기의 종이 원 2장을 5조각, 8조각으로 접거나 그려서 한 조각끼리 겹쳐 봅니다.
주의
- S01에서 4분의 1이 더 크다고 답했다면 여기서 다시 물어 스스로 고치게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안내받는 연습(단위분수 비교)]
목적: 도움을 받으며 단위분수의 크기를 비교하고, 까닭을 한 칸의 크기로 말합니다.
시간: 약 4분
이렇게 말해 보세요
- “①은 같은 띠를 3칸으로 나눈 한 칸과 7칸으로 나눈 한 칸이야. 어느 쪽이 더 클까?”
- “③에서 가장 큰 것은? 왜 그렇게 생각해?”
정답
- ① &gt;
- ② &lt;
- ③ 2분의 1(가장 적게 나누어 한 칸이 가장 커요)
막히면
- S06 그림을 다시 보여 주거나, 종이 띠에 3칸과 7칸을 어림으로 그려 비교하게 합니다.
주의
- 까닭을 ‘분모가 작으니까’로만 말하면 “왜 분모가 작으면 커?”라고 한 번 더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혼자 해결]
목적: 도움 없이 분모가 같은 분수와 단위분수의 크기를 비교하고, 까닭을 말하는지 확인합니다.
시간: 약 5분
이렇게 말해 보세요
- “이번에는 혼자 해 볼래? 공책에 쓰고, 하나씩 까닭도 말해 줘.”
정답
- ① &lt;
- ② &lt;
- ③ &gt;
- ④ 5분의 4
막히면
- 바로 알려 주지 말고 “분모가 같아? 분자가 1이야?”라고 먼저 묻습니다.
- 도움을 받아 해결했다면 기록표에 ‘도움’으로 표시합니다.
주의
- ②만 틀리면 단위분수 비교가 아직입니다(M1). S07을 다시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정답과 피드백]
목적: 아이의 답을 함께 확인하고 흔한 실수를 바로잡습니다. 수업용에만 있는 장입니다.
시간: 약 2분
이렇게 말해 보세요
- “네 답과 같은지 볼까? 다르면 띠를 그려서 다시 비교해 보자.”
정답
- ① 8분의 4 &lt; 8분의 7 ② 6분의 1 &lt; 5분의 1 ③ 9분의 5 &gt; 9분의 2 ④ 5분의 4
막히면
- ②가 틀리면 S06·S07로, ①·③이 틀리면 S04로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마무리 확인(단위분수 비교와 까닭)]
목적: 처음 보는 문제에서 그림 없이 단위분수를 비교하고 까닭을 말하는지 확인합니다.
시간: 약 3분
이렇게 말해 보세요
- “같은 크기의 피자를 7명, 3명, 5명이 똑같이 나누었어. 가장 큰 조각은 어느 것일까? 왜?”
정답
- 나(3분의 1)입니다. 같은 크기를 가장 적게(3조각) 나누었기 때문에 한 조각이 가장 큽니다.
막히면
- 종이 원을 그려 3조각과 7조각으로 어림해 나누어 봅니다.
주의
- 답만 고르고 까닭을 말하지 못하면 기록표에 ‘답만’으로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정리와 다음 수업 복습]
목적: 핵심을 정리하고 다음 수업 첫 5분에 풀 복습 문제를 알려 줍니다.
시간: 약 2분
이렇게 말해 보세요
- “분모가 같은 분수는 무엇을 보고 비교했지? 단위분수는?”
예상 답
- “분자를 봐요.” “단위분수는 분모가 작을수록 커요. 한 칸이 크니까요.”
정답
- ① &lt; ② &gt; ③ 6분의 5
막히면
- S04와 S06을 나란히 보여 주며 두 규칙을 그림으로 다시 말합니다.
주의
- 다음 차시에서는 10분의 1을 0.1로 나타내는 소수를 배웁니다. ‘10분의 1이 몇 개’라는 생각을 그대로 씁니다. 복습 세 문제는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선수 학습 보충(분수의 뜻)]
목적: S02에서 분수의 뜻이 흔들리면, 종이 띠를 접어 분모와 분자를 다시 익힙니다.
시간: 약 5분
이렇게 말해 보세요
- “종이 띠를 반으로 접고 또 반으로 접으면 몇 칸이야? 3칸을 색칠하면 분수로 어떻게 써?”
- “분모는 무엇이고 분자는 무엇이야?”
정답
- 4분의 3(분모 4, 분자 3)
막히면
- 8칸으로 접은 띠에 5칸을 색칠해 8분의 5로도 해 봅니다.
주의
- 보충으로도 어려우면 초3 분수와소수 1차시 ‘분수의 뜻’(KR22-G03-MAT-FRAC-L01)을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분수와소수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단위분수와 크기 비교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단위분수와 크기 비교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수학 · 단위분수와 크기 비교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단위분수와 크기 비교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3분의 1과 4분의 1 중 어느 것이 더 클까?</a:t>
            </a:r>
            <a:endParaRPr lang="ko-KR" sz="3000" dirty="0"/>
          </a:p>
        </p:txBody>
      </p:sp>
      <p:sp>
        <p:nvSpPr>
          <p:cNvPr id="4" name="S01-cell1"/>
          <p:cNvSpPr/>
          <p:nvPr/>
        </p:nvSpPr>
        <p:spPr>
          <a:xfrm>
            <a:off x="7680960" y="1243584"/>
            <a:ext cx="131064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1-cell2"/>
          <p:cNvSpPr/>
          <p:nvPr/>
        </p:nvSpPr>
        <p:spPr>
          <a:xfrm>
            <a:off x="8991600" y="1243584"/>
            <a:ext cx="131064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1-cell3"/>
          <p:cNvSpPr/>
          <p:nvPr/>
        </p:nvSpPr>
        <p:spPr>
          <a:xfrm>
            <a:off x="10302240" y="1243584"/>
            <a:ext cx="131064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1-figure4" descr="똑같이 3칸으로 나눈 띠, 1칸 색칠"/>
          <p:cNvSpPr/>
          <p:nvPr/>
        </p:nvSpPr>
        <p:spPr>
          <a:xfrm>
            <a:off x="7680960" y="1243584"/>
            <a:ext cx="3931920" cy="73152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1-cell5"/>
          <p:cNvSpPr/>
          <p:nvPr/>
        </p:nvSpPr>
        <p:spPr>
          <a:xfrm>
            <a:off x="7680960" y="2231136"/>
            <a:ext cx="98298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1-cell6"/>
          <p:cNvSpPr/>
          <p:nvPr/>
        </p:nvSpPr>
        <p:spPr>
          <a:xfrm>
            <a:off x="8663940" y="2231136"/>
            <a:ext cx="9829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1-cell7"/>
          <p:cNvSpPr/>
          <p:nvPr/>
        </p:nvSpPr>
        <p:spPr>
          <a:xfrm>
            <a:off x="9646920" y="2231136"/>
            <a:ext cx="9829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1-cell8"/>
          <p:cNvSpPr/>
          <p:nvPr/>
        </p:nvSpPr>
        <p:spPr>
          <a:xfrm>
            <a:off x="10629900" y="2231136"/>
            <a:ext cx="9829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1-figure9" descr="똑같이 4칸으로 나눈 띠, 1칸 색칠"/>
          <p:cNvSpPr/>
          <p:nvPr/>
        </p:nvSpPr>
        <p:spPr>
          <a:xfrm>
            <a:off x="7680960" y="2231136"/>
            <a:ext cx="3931920" cy="73152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1-card10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4" name="S01-cardtext11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분모가 같은 분수의 크기를 비교해요.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단위분수의 크기를 비교해요.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text1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분수로 쓰고 읽어요.</a:t>
            </a:r>
            <a:endParaRPr lang="ko-KR" sz="3000" dirty="0"/>
          </a:p>
        </p:txBody>
      </p:sp>
      <p:sp>
        <p:nvSpPr>
          <p:cNvPr id="4" name="S02-chip13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cell14"/>
          <p:cNvSpPr/>
          <p:nvPr/>
        </p:nvSpPr>
        <p:spPr>
          <a:xfrm>
            <a:off x="1344168" y="2331720"/>
            <a:ext cx="1097280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2-cell15"/>
          <p:cNvSpPr/>
          <p:nvPr/>
        </p:nvSpPr>
        <p:spPr>
          <a:xfrm>
            <a:off x="2441448" y="2331720"/>
            <a:ext cx="1097280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2-cell16"/>
          <p:cNvSpPr/>
          <p:nvPr/>
        </p:nvSpPr>
        <p:spPr>
          <a:xfrm>
            <a:off x="3538728" y="2331720"/>
            <a:ext cx="109728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2-cell17"/>
          <p:cNvSpPr/>
          <p:nvPr/>
        </p:nvSpPr>
        <p:spPr>
          <a:xfrm>
            <a:off x="4636008" y="2331720"/>
            <a:ext cx="109728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2-cell18"/>
          <p:cNvSpPr/>
          <p:nvPr/>
        </p:nvSpPr>
        <p:spPr>
          <a:xfrm>
            <a:off x="5733288" y="2331720"/>
            <a:ext cx="109728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2-figure19" descr="똑같이 5칸으로 나눈 띠, 2칸 색칠"/>
          <p:cNvSpPr/>
          <p:nvPr/>
        </p:nvSpPr>
        <p:spPr>
          <a:xfrm>
            <a:off x="1344168" y="2331720"/>
            <a:ext cx="5486400" cy="6400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02-chip20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2" name="S02-sector21"/>
          <p:cNvSpPr/>
          <p:nvPr/>
        </p:nvSpPr>
        <p:spPr>
          <a:xfrm>
            <a:off x="3447288" y="3474720"/>
            <a:ext cx="1280160" cy="1280160"/>
          </a:xfrm>
          <a:prstGeom prst="pie">
            <a:avLst>
              <a:gd name="adj1" fmla="val 16200000"/>
              <a:gd name="adj2" fmla="val 1980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2-sector22"/>
          <p:cNvSpPr/>
          <p:nvPr/>
        </p:nvSpPr>
        <p:spPr>
          <a:xfrm>
            <a:off x="3447288" y="3474720"/>
            <a:ext cx="1280160" cy="1280160"/>
          </a:xfrm>
          <a:prstGeom prst="pie">
            <a:avLst>
              <a:gd name="adj1" fmla="val 19800000"/>
              <a:gd name="adj2" fmla="val 18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2-sector23"/>
          <p:cNvSpPr/>
          <p:nvPr/>
        </p:nvSpPr>
        <p:spPr>
          <a:xfrm>
            <a:off x="3447288" y="3474720"/>
            <a:ext cx="1280160" cy="1280160"/>
          </a:xfrm>
          <a:prstGeom prst="pie">
            <a:avLst>
              <a:gd name="adj1" fmla="val 1800000"/>
              <a:gd name="adj2" fmla="val 54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2-sector24"/>
          <p:cNvSpPr/>
          <p:nvPr/>
        </p:nvSpPr>
        <p:spPr>
          <a:xfrm>
            <a:off x="3447288" y="3474720"/>
            <a:ext cx="1280160" cy="1280160"/>
          </a:xfrm>
          <a:prstGeom prst="pie">
            <a:avLst>
              <a:gd name="adj1" fmla="val 5400000"/>
              <a:gd name="adj2" fmla="val 90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2-sector25"/>
          <p:cNvSpPr/>
          <p:nvPr/>
        </p:nvSpPr>
        <p:spPr>
          <a:xfrm>
            <a:off x="3447288" y="3474720"/>
            <a:ext cx="1280160" cy="1280160"/>
          </a:xfrm>
          <a:prstGeom prst="pie">
            <a:avLst>
              <a:gd name="adj1" fmla="val 9000000"/>
              <a:gd name="adj2" fmla="val 126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2-sector26"/>
          <p:cNvSpPr/>
          <p:nvPr/>
        </p:nvSpPr>
        <p:spPr>
          <a:xfrm>
            <a:off x="3447288" y="3474720"/>
            <a:ext cx="1280160" cy="1280160"/>
          </a:xfrm>
          <a:prstGeom prst="pie">
            <a:avLst>
              <a:gd name="adj1" fmla="val 12600000"/>
              <a:gd name="adj2" fmla="val 162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2-figure27" descr="원을 똑같이 6조각으로 나누고 1조각 색칠"/>
          <p:cNvSpPr/>
          <p:nvPr/>
        </p:nvSpPr>
        <p:spPr>
          <a:xfrm>
            <a:off x="3447288" y="3474720"/>
            <a:ext cx="1280160" cy="128016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02-chip2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20" name="S02-text2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8분의 3의 분모와 분자는?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단위분수</a:t>
            </a:r>
            <a:endParaRPr lang="ko-KR" sz="4000" dirty="0"/>
          </a:p>
        </p:txBody>
      </p:sp>
      <p:sp>
        <p:nvSpPr>
          <p:cNvPr id="3" name="S03-text3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분자가 1인 분수를 단위분수라고 해요.</a:t>
            </a:r>
            <a:endParaRPr lang="ko-KR" sz="3000" dirty="0"/>
          </a:p>
        </p:txBody>
      </p:sp>
      <p:sp>
        <p:nvSpPr>
          <p:cNvPr id="4" name="S03-card31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3-cardtext32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1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단위분수예요.</a:t>
            </a:r>
            <a:endParaRPr lang="ko-KR" sz="3000" dirty="0"/>
          </a:p>
        </p:txBody>
      </p:sp>
      <p:sp>
        <p:nvSpPr>
          <p:cNvPr id="6" name="S03-card33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34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3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1이 3개예요.</a:t>
            </a:r>
            <a:endParaRPr lang="ko-KR" sz="3000" dirty="0"/>
          </a:p>
        </p:txBody>
      </p:sp>
      <p:sp>
        <p:nvSpPr>
          <p:cNvPr id="8" name="S03-num35"/>
          <p:cNvSpPr txBox="1"/>
          <p:nvPr/>
        </p:nvSpPr>
        <p:spPr>
          <a:xfrm>
            <a:off x="764286" y="2406650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9" name="S03-fracbar36"/>
          <p:cNvSpPr/>
          <p:nvPr/>
        </p:nvSpPr>
        <p:spPr>
          <a:xfrm>
            <a:off x="800862" y="2862834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3-num37"/>
          <p:cNvSpPr txBox="1"/>
          <p:nvPr/>
        </p:nvSpPr>
        <p:spPr>
          <a:xfrm>
            <a:off x="764286" y="2899410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11" name="S03-cell38"/>
          <p:cNvSpPr/>
          <p:nvPr/>
        </p:nvSpPr>
        <p:spPr>
          <a:xfrm>
            <a:off x="1600200" y="2474214"/>
            <a:ext cx="2008022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3-cell39"/>
          <p:cNvSpPr/>
          <p:nvPr/>
        </p:nvSpPr>
        <p:spPr>
          <a:xfrm>
            <a:off x="3608222" y="2474214"/>
            <a:ext cx="2008022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3-cell40"/>
          <p:cNvSpPr/>
          <p:nvPr/>
        </p:nvSpPr>
        <p:spPr>
          <a:xfrm>
            <a:off x="5616245" y="2474214"/>
            <a:ext cx="2008022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3-cell41"/>
          <p:cNvSpPr/>
          <p:nvPr/>
        </p:nvSpPr>
        <p:spPr>
          <a:xfrm>
            <a:off x="7624267" y="2474214"/>
            <a:ext cx="2008022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3-cell42"/>
          <p:cNvSpPr/>
          <p:nvPr/>
        </p:nvSpPr>
        <p:spPr>
          <a:xfrm>
            <a:off x="9632290" y="2474214"/>
            <a:ext cx="2008022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3-figure43" descr="똑같이 5칸으로 나눈 띠, 1칸 색칠"/>
          <p:cNvSpPr/>
          <p:nvPr/>
        </p:nvSpPr>
        <p:spPr>
          <a:xfrm>
            <a:off x="1600200" y="2474214"/>
            <a:ext cx="10040112" cy="7772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7" name="S03-num44"/>
          <p:cNvSpPr txBox="1"/>
          <p:nvPr/>
        </p:nvSpPr>
        <p:spPr>
          <a:xfrm>
            <a:off x="764286" y="3439922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18" name="S03-fracbar45"/>
          <p:cNvSpPr/>
          <p:nvPr/>
        </p:nvSpPr>
        <p:spPr>
          <a:xfrm>
            <a:off x="800862" y="3896106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03-num46"/>
          <p:cNvSpPr txBox="1"/>
          <p:nvPr/>
        </p:nvSpPr>
        <p:spPr>
          <a:xfrm>
            <a:off x="764286" y="3932682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20" name="S03-cell47"/>
          <p:cNvSpPr/>
          <p:nvPr/>
        </p:nvSpPr>
        <p:spPr>
          <a:xfrm>
            <a:off x="1600200" y="3507486"/>
            <a:ext cx="2008022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3-cell48"/>
          <p:cNvSpPr/>
          <p:nvPr/>
        </p:nvSpPr>
        <p:spPr>
          <a:xfrm>
            <a:off x="3608222" y="3507486"/>
            <a:ext cx="2008022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3-cell49"/>
          <p:cNvSpPr/>
          <p:nvPr/>
        </p:nvSpPr>
        <p:spPr>
          <a:xfrm>
            <a:off x="5616245" y="3507486"/>
            <a:ext cx="2008022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3-cell50"/>
          <p:cNvSpPr/>
          <p:nvPr/>
        </p:nvSpPr>
        <p:spPr>
          <a:xfrm>
            <a:off x="7624267" y="3507486"/>
            <a:ext cx="2008022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3-cell51"/>
          <p:cNvSpPr/>
          <p:nvPr/>
        </p:nvSpPr>
        <p:spPr>
          <a:xfrm>
            <a:off x="9632290" y="3507486"/>
            <a:ext cx="2008022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3-figure52" descr="똑같이 5칸으로 나눈 띠, 3칸 색칠"/>
          <p:cNvSpPr/>
          <p:nvPr/>
        </p:nvSpPr>
        <p:spPr>
          <a:xfrm>
            <a:off x="1600200" y="3507486"/>
            <a:ext cx="10040112" cy="7772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분모가 같은 분수 비교</a:t>
            </a:r>
            <a:endParaRPr lang="ko-KR" sz="4000" dirty="0"/>
          </a:p>
        </p:txBody>
      </p:sp>
      <p:sp>
        <p:nvSpPr>
          <p:cNvPr id="3" name="S04-text5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6분의 1이 5개인 수와 3개인 수를 비교해요.</a:t>
            </a:r>
            <a:endParaRPr lang="ko-KR" sz="3000" dirty="0"/>
          </a:p>
        </p:txBody>
      </p:sp>
      <p:sp>
        <p:nvSpPr>
          <p:cNvPr id="4" name="S04-card54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55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6분의 5 &gt; 6분의 3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분모가 같으면 분자가 클수록 커요.</a:t>
            </a:r>
            <a:endParaRPr lang="ko-KR" sz="3000" dirty="0"/>
          </a:p>
        </p:txBody>
      </p:sp>
      <p:sp>
        <p:nvSpPr>
          <p:cNvPr id="6" name="S04-num56"/>
          <p:cNvSpPr txBox="1"/>
          <p:nvPr/>
        </p:nvSpPr>
        <p:spPr>
          <a:xfrm>
            <a:off x="764286" y="2406650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7" name="S04-fracbar57"/>
          <p:cNvSpPr/>
          <p:nvPr/>
        </p:nvSpPr>
        <p:spPr>
          <a:xfrm>
            <a:off x="800862" y="2862834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4-num58"/>
          <p:cNvSpPr txBox="1"/>
          <p:nvPr/>
        </p:nvSpPr>
        <p:spPr>
          <a:xfrm>
            <a:off x="764286" y="2899410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9" name="S04-cell59"/>
          <p:cNvSpPr/>
          <p:nvPr/>
        </p:nvSpPr>
        <p:spPr>
          <a:xfrm>
            <a:off x="1600200" y="2474214"/>
            <a:ext cx="1673352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4-cell60"/>
          <p:cNvSpPr/>
          <p:nvPr/>
        </p:nvSpPr>
        <p:spPr>
          <a:xfrm>
            <a:off x="3273552" y="2474214"/>
            <a:ext cx="1673352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4-cell61"/>
          <p:cNvSpPr/>
          <p:nvPr/>
        </p:nvSpPr>
        <p:spPr>
          <a:xfrm>
            <a:off x="4946904" y="2474214"/>
            <a:ext cx="1673352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4-cell62"/>
          <p:cNvSpPr/>
          <p:nvPr/>
        </p:nvSpPr>
        <p:spPr>
          <a:xfrm>
            <a:off x="6620256" y="2474214"/>
            <a:ext cx="1673352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4-cell63"/>
          <p:cNvSpPr/>
          <p:nvPr/>
        </p:nvSpPr>
        <p:spPr>
          <a:xfrm>
            <a:off x="8293608" y="2474214"/>
            <a:ext cx="1673352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4-cell64"/>
          <p:cNvSpPr/>
          <p:nvPr/>
        </p:nvSpPr>
        <p:spPr>
          <a:xfrm>
            <a:off x="9966960" y="2474214"/>
            <a:ext cx="1673352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4-figure65" descr="똑같이 6칸으로 나눈 띠, 5칸 색칠"/>
          <p:cNvSpPr/>
          <p:nvPr/>
        </p:nvSpPr>
        <p:spPr>
          <a:xfrm>
            <a:off x="1600200" y="2474214"/>
            <a:ext cx="10040112" cy="7772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04-num66"/>
          <p:cNvSpPr txBox="1"/>
          <p:nvPr/>
        </p:nvSpPr>
        <p:spPr>
          <a:xfrm>
            <a:off x="764286" y="3439922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17" name="S04-fracbar67"/>
          <p:cNvSpPr/>
          <p:nvPr/>
        </p:nvSpPr>
        <p:spPr>
          <a:xfrm>
            <a:off x="800862" y="3896106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4-num68"/>
          <p:cNvSpPr txBox="1"/>
          <p:nvPr/>
        </p:nvSpPr>
        <p:spPr>
          <a:xfrm>
            <a:off x="764286" y="3932682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19" name="S04-cell69"/>
          <p:cNvSpPr/>
          <p:nvPr/>
        </p:nvSpPr>
        <p:spPr>
          <a:xfrm>
            <a:off x="1600200" y="3507486"/>
            <a:ext cx="1673352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4-cell70"/>
          <p:cNvSpPr/>
          <p:nvPr/>
        </p:nvSpPr>
        <p:spPr>
          <a:xfrm>
            <a:off x="3273552" y="3507486"/>
            <a:ext cx="1673352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4-cell71"/>
          <p:cNvSpPr/>
          <p:nvPr/>
        </p:nvSpPr>
        <p:spPr>
          <a:xfrm>
            <a:off x="4946904" y="3507486"/>
            <a:ext cx="1673352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4-cell72"/>
          <p:cNvSpPr/>
          <p:nvPr/>
        </p:nvSpPr>
        <p:spPr>
          <a:xfrm>
            <a:off x="6620256" y="3507486"/>
            <a:ext cx="1673352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4-cell73"/>
          <p:cNvSpPr/>
          <p:nvPr/>
        </p:nvSpPr>
        <p:spPr>
          <a:xfrm>
            <a:off x="8293608" y="3507486"/>
            <a:ext cx="1673352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4-cell74"/>
          <p:cNvSpPr/>
          <p:nvPr/>
        </p:nvSpPr>
        <p:spPr>
          <a:xfrm>
            <a:off x="9966960" y="3507486"/>
            <a:ext cx="1673352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4-figure75" descr="똑같이 6칸으로 나눈 띠, 3칸 색칠"/>
          <p:cNvSpPr/>
          <p:nvPr/>
        </p:nvSpPr>
        <p:spPr>
          <a:xfrm>
            <a:off x="1600200" y="3507486"/>
            <a:ext cx="10040112" cy="7772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6" name="S04-guide76"/>
          <p:cNvSpPr/>
          <p:nvPr/>
        </p:nvSpPr>
        <p:spPr>
          <a:xfrm>
            <a:off x="9966960" y="2337054"/>
            <a:ext cx="0" cy="2084832"/>
          </a:xfrm>
          <a:prstGeom prst="line">
            <a:avLst/>
          </a:prstGeom>
          <a:noFill/>
          <a:ln w="25400">
            <a:solidFill>
              <a:srgbClr val="3D5A80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크기를 비교해요</a:t>
            </a:r>
            <a:endParaRPr lang="ko-KR" sz="4000" dirty="0"/>
          </a:p>
        </p:txBody>
      </p:sp>
      <p:sp>
        <p:nvSpPr>
          <p:cNvPr id="3" name="S05-text7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안에 &gt;, &lt;를 알맞게 써요.</a:t>
            </a:r>
            <a:endParaRPr lang="ko-KR" sz="3000" dirty="0"/>
          </a:p>
        </p:txBody>
      </p:sp>
      <p:sp>
        <p:nvSpPr>
          <p:cNvPr id="4" name="S05-card7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7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분모가 같으면 분자를 비교해요.</a:t>
            </a:r>
            <a:endParaRPr lang="ko-KR" sz="3000" dirty="0"/>
          </a:p>
        </p:txBody>
      </p:sp>
      <p:sp>
        <p:nvSpPr>
          <p:cNvPr id="6" name="S05-num80"/>
          <p:cNvSpPr txBox="1"/>
          <p:nvPr/>
        </p:nvSpPr>
        <p:spPr>
          <a:xfrm>
            <a:off x="6519672" y="2479548"/>
            <a:ext cx="42976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7" name="S05-fracbar81"/>
          <p:cNvSpPr/>
          <p:nvPr/>
        </p:nvSpPr>
        <p:spPr>
          <a:xfrm>
            <a:off x="6556248" y="2875788"/>
            <a:ext cx="35661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8" name="S05-num82"/>
          <p:cNvSpPr txBox="1"/>
          <p:nvPr/>
        </p:nvSpPr>
        <p:spPr>
          <a:xfrm>
            <a:off x="6519672" y="2912364"/>
            <a:ext cx="42976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400" dirty="0"/>
          </a:p>
        </p:txBody>
      </p:sp>
      <p:sp>
        <p:nvSpPr>
          <p:cNvPr id="9" name="S05-cell83"/>
          <p:cNvSpPr/>
          <p:nvPr/>
        </p:nvSpPr>
        <p:spPr>
          <a:xfrm>
            <a:off x="7328916" y="2555748"/>
            <a:ext cx="615914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5-cell84"/>
          <p:cNvSpPr/>
          <p:nvPr/>
        </p:nvSpPr>
        <p:spPr>
          <a:xfrm>
            <a:off x="7944830" y="2555748"/>
            <a:ext cx="615914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5-cell85"/>
          <p:cNvSpPr/>
          <p:nvPr/>
        </p:nvSpPr>
        <p:spPr>
          <a:xfrm>
            <a:off x="8560743" y="2555748"/>
            <a:ext cx="615914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5-cell86"/>
          <p:cNvSpPr/>
          <p:nvPr/>
        </p:nvSpPr>
        <p:spPr>
          <a:xfrm>
            <a:off x="9176657" y="2555748"/>
            <a:ext cx="615914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5-cell87"/>
          <p:cNvSpPr/>
          <p:nvPr/>
        </p:nvSpPr>
        <p:spPr>
          <a:xfrm>
            <a:off x="9792571" y="2555748"/>
            <a:ext cx="615914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5-cell88"/>
          <p:cNvSpPr/>
          <p:nvPr/>
        </p:nvSpPr>
        <p:spPr>
          <a:xfrm>
            <a:off x="10408485" y="2555748"/>
            <a:ext cx="615914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5-cell89"/>
          <p:cNvSpPr/>
          <p:nvPr/>
        </p:nvSpPr>
        <p:spPr>
          <a:xfrm>
            <a:off x="11024398" y="2555748"/>
            <a:ext cx="615914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5-figure90" descr="똑같이 7칸으로 나눈 띠, 3칸 색칠"/>
          <p:cNvSpPr/>
          <p:nvPr/>
        </p:nvSpPr>
        <p:spPr>
          <a:xfrm>
            <a:off x="7328916" y="2555748"/>
            <a:ext cx="4311396" cy="6400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7" name="S05-num91"/>
          <p:cNvSpPr txBox="1"/>
          <p:nvPr/>
        </p:nvSpPr>
        <p:spPr>
          <a:xfrm>
            <a:off x="6519672" y="3375660"/>
            <a:ext cx="42976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18" name="S05-fracbar92"/>
          <p:cNvSpPr/>
          <p:nvPr/>
        </p:nvSpPr>
        <p:spPr>
          <a:xfrm>
            <a:off x="6556248" y="3771900"/>
            <a:ext cx="35661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9" name="S05-num93"/>
          <p:cNvSpPr txBox="1"/>
          <p:nvPr/>
        </p:nvSpPr>
        <p:spPr>
          <a:xfrm>
            <a:off x="6519672" y="3808476"/>
            <a:ext cx="42976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400" dirty="0"/>
          </a:p>
        </p:txBody>
      </p:sp>
      <p:sp>
        <p:nvSpPr>
          <p:cNvPr id="20" name="S05-cell94"/>
          <p:cNvSpPr/>
          <p:nvPr/>
        </p:nvSpPr>
        <p:spPr>
          <a:xfrm>
            <a:off x="7328916" y="3451860"/>
            <a:ext cx="615914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5-cell95"/>
          <p:cNvSpPr/>
          <p:nvPr/>
        </p:nvSpPr>
        <p:spPr>
          <a:xfrm>
            <a:off x="7944830" y="3451860"/>
            <a:ext cx="615914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5-cell96"/>
          <p:cNvSpPr/>
          <p:nvPr/>
        </p:nvSpPr>
        <p:spPr>
          <a:xfrm>
            <a:off x="8560743" y="3451860"/>
            <a:ext cx="615914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5-cell97"/>
          <p:cNvSpPr/>
          <p:nvPr/>
        </p:nvSpPr>
        <p:spPr>
          <a:xfrm>
            <a:off x="9176657" y="3451860"/>
            <a:ext cx="615914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5-cell98"/>
          <p:cNvSpPr/>
          <p:nvPr/>
        </p:nvSpPr>
        <p:spPr>
          <a:xfrm>
            <a:off x="9792571" y="3451860"/>
            <a:ext cx="615914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5-cell99"/>
          <p:cNvSpPr/>
          <p:nvPr/>
        </p:nvSpPr>
        <p:spPr>
          <a:xfrm>
            <a:off x="10408485" y="3451860"/>
            <a:ext cx="615914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5-cell100"/>
          <p:cNvSpPr/>
          <p:nvPr/>
        </p:nvSpPr>
        <p:spPr>
          <a:xfrm>
            <a:off x="11024398" y="3451860"/>
            <a:ext cx="615914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5-figure101" descr="똑같이 7칸으로 나눈 띠, 5칸 색칠"/>
          <p:cNvSpPr/>
          <p:nvPr/>
        </p:nvSpPr>
        <p:spPr>
          <a:xfrm>
            <a:off x="7328916" y="3451860"/>
            <a:ext cx="4311396" cy="6400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8" name="S05-label102"/>
          <p:cNvSpPr txBox="1"/>
          <p:nvPr/>
        </p:nvSpPr>
        <p:spPr>
          <a:xfrm>
            <a:off x="6277356" y="4709160"/>
            <a:ext cx="5362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①을 그림으로</a:t>
            </a:r>
            <a:endParaRPr lang="ko-KR" sz="2400" dirty="0"/>
          </a:p>
        </p:txBody>
      </p:sp>
      <p:sp>
        <p:nvSpPr>
          <p:cNvPr id="29" name="S05-chip103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30" name="S05-num104"/>
          <p:cNvSpPr txBox="1"/>
          <p:nvPr/>
        </p:nvSpPr>
        <p:spPr>
          <a:xfrm>
            <a:off x="1344168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31" name="S05-fracbar105"/>
          <p:cNvSpPr/>
          <p:nvPr/>
        </p:nvSpPr>
        <p:spPr>
          <a:xfrm>
            <a:off x="1380744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05-num106"/>
          <p:cNvSpPr txBox="1"/>
          <p:nvPr/>
        </p:nvSpPr>
        <p:spPr>
          <a:xfrm>
            <a:off x="1344168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800" dirty="0"/>
          </a:p>
        </p:txBody>
      </p:sp>
      <p:sp>
        <p:nvSpPr>
          <p:cNvPr id="33" name="S05-op107"/>
          <p:cNvSpPr txBox="1"/>
          <p:nvPr/>
        </p:nvSpPr>
        <p:spPr>
          <a:xfrm>
            <a:off x="1937004" y="201269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2800" dirty="0"/>
          </a:p>
        </p:txBody>
      </p:sp>
      <p:sp>
        <p:nvSpPr>
          <p:cNvPr id="34" name="S05-num108"/>
          <p:cNvSpPr txBox="1"/>
          <p:nvPr/>
        </p:nvSpPr>
        <p:spPr>
          <a:xfrm>
            <a:off x="2651252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35" name="S05-fracbar109"/>
          <p:cNvSpPr/>
          <p:nvPr/>
        </p:nvSpPr>
        <p:spPr>
          <a:xfrm>
            <a:off x="2687828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6" name="S05-num110"/>
          <p:cNvSpPr txBox="1"/>
          <p:nvPr/>
        </p:nvSpPr>
        <p:spPr>
          <a:xfrm>
            <a:off x="2651252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800" dirty="0"/>
          </a:p>
        </p:txBody>
      </p:sp>
      <p:sp>
        <p:nvSpPr>
          <p:cNvPr id="37" name="S05-chip111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38" name="S05-num112"/>
          <p:cNvSpPr txBox="1"/>
          <p:nvPr/>
        </p:nvSpPr>
        <p:spPr>
          <a:xfrm>
            <a:off x="1344168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800" dirty="0"/>
          </a:p>
        </p:txBody>
      </p:sp>
      <p:sp>
        <p:nvSpPr>
          <p:cNvPr id="39" name="S05-fracbar113"/>
          <p:cNvSpPr/>
          <p:nvPr/>
        </p:nvSpPr>
        <p:spPr>
          <a:xfrm>
            <a:off x="1380744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0" name="S05-num114"/>
          <p:cNvSpPr txBox="1"/>
          <p:nvPr/>
        </p:nvSpPr>
        <p:spPr>
          <a:xfrm>
            <a:off x="1344168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800" dirty="0"/>
          </a:p>
        </p:txBody>
      </p:sp>
      <p:sp>
        <p:nvSpPr>
          <p:cNvPr id="41" name="S05-op115"/>
          <p:cNvSpPr txBox="1"/>
          <p:nvPr/>
        </p:nvSpPr>
        <p:spPr>
          <a:xfrm>
            <a:off x="1937004" y="310997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2800" dirty="0"/>
          </a:p>
        </p:txBody>
      </p:sp>
      <p:sp>
        <p:nvSpPr>
          <p:cNvPr id="42" name="S05-num116"/>
          <p:cNvSpPr txBox="1"/>
          <p:nvPr/>
        </p:nvSpPr>
        <p:spPr>
          <a:xfrm>
            <a:off x="2651252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43" name="S05-fracbar117"/>
          <p:cNvSpPr/>
          <p:nvPr/>
        </p:nvSpPr>
        <p:spPr>
          <a:xfrm>
            <a:off x="2687828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4" name="S05-num118"/>
          <p:cNvSpPr txBox="1"/>
          <p:nvPr/>
        </p:nvSpPr>
        <p:spPr>
          <a:xfrm>
            <a:off x="2651252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800" dirty="0"/>
          </a:p>
        </p:txBody>
      </p:sp>
      <p:sp>
        <p:nvSpPr>
          <p:cNvPr id="45" name="S05-chip119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46" name="S05-text120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8분의 1이 5개인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단위분수의 크기</a:t>
            </a:r>
            <a:endParaRPr lang="ko-KR" sz="4000" dirty="0"/>
          </a:p>
        </p:txBody>
      </p:sp>
      <p:sp>
        <p:nvSpPr>
          <p:cNvPr id="3" name="S06-text12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띠를 똑같이 2, 3, 4, 6칸으로 나누었어요.</a:t>
            </a:r>
            <a:endParaRPr lang="ko-KR" sz="3000" dirty="0"/>
          </a:p>
        </p:txBody>
      </p:sp>
      <p:sp>
        <p:nvSpPr>
          <p:cNvPr id="4" name="S06-card1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1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분모가 클수록 한 칸의 크기가 작아요.</a:t>
            </a:r>
            <a:endParaRPr lang="ko-KR" sz="3000" dirty="0"/>
          </a:p>
        </p:txBody>
      </p:sp>
      <p:sp>
        <p:nvSpPr>
          <p:cNvPr id="6" name="S06-num124"/>
          <p:cNvSpPr txBox="1"/>
          <p:nvPr/>
        </p:nvSpPr>
        <p:spPr>
          <a:xfrm>
            <a:off x="810959" y="2055876"/>
            <a:ext cx="389763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100" dirty="0"/>
          </a:p>
        </p:txBody>
      </p:sp>
      <p:sp>
        <p:nvSpPr>
          <p:cNvPr id="7" name="S06-fracbar125"/>
          <p:cNvSpPr/>
          <p:nvPr/>
        </p:nvSpPr>
        <p:spPr>
          <a:xfrm>
            <a:off x="847535" y="2407158"/>
            <a:ext cx="316611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8" name="S06-num126"/>
          <p:cNvSpPr txBox="1"/>
          <p:nvPr/>
        </p:nvSpPr>
        <p:spPr>
          <a:xfrm>
            <a:off x="810959" y="2443734"/>
            <a:ext cx="389763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100" dirty="0"/>
          </a:p>
        </p:txBody>
      </p:sp>
      <p:sp>
        <p:nvSpPr>
          <p:cNvPr id="9" name="S06-cell127"/>
          <p:cNvSpPr/>
          <p:nvPr/>
        </p:nvSpPr>
        <p:spPr>
          <a:xfrm>
            <a:off x="1600200" y="2148840"/>
            <a:ext cx="5020056" cy="516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6-cell128"/>
          <p:cNvSpPr/>
          <p:nvPr/>
        </p:nvSpPr>
        <p:spPr>
          <a:xfrm>
            <a:off x="6620256" y="2148840"/>
            <a:ext cx="5020056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6-figure129" descr="똑같이 2칸으로 나눈 띠, 1칸 색칠"/>
          <p:cNvSpPr/>
          <p:nvPr/>
        </p:nvSpPr>
        <p:spPr>
          <a:xfrm>
            <a:off x="1600200" y="2148840"/>
            <a:ext cx="10040112" cy="516636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06-num130"/>
          <p:cNvSpPr txBox="1"/>
          <p:nvPr/>
        </p:nvSpPr>
        <p:spPr>
          <a:xfrm>
            <a:off x="810959" y="2828544"/>
            <a:ext cx="389763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100" dirty="0"/>
          </a:p>
        </p:txBody>
      </p:sp>
      <p:sp>
        <p:nvSpPr>
          <p:cNvPr id="13" name="S06-fracbar131"/>
          <p:cNvSpPr/>
          <p:nvPr/>
        </p:nvSpPr>
        <p:spPr>
          <a:xfrm>
            <a:off x="847535" y="3179826"/>
            <a:ext cx="316611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4" name="S06-num132"/>
          <p:cNvSpPr txBox="1"/>
          <p:nvPr/>
        </p:nvSpPr>
        <p:spPr>
          <a:xfrm>
            <a:off x="810959" y="3216402"/>
            <a:ext cx="389763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100" dirty="0"/>
          </a:p>
        </p:txBody>
      </p:sp>
      <p:sp>
        <p:nvSpPr>
          <p:cNvPr id="15" name="S06-cell133"/>
          <p:cNvSpPr/>
          <p:nvPr/>
        </p:nvSpPr>
        <p:spPr>
          <a:xfrm>
            <a:off x="1600200" y="2921508"/>
            <a:ext cx="3346704" cy="516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6-cell134"/>
          <p:cNvSpPr/>
          <p:nvPr/>
        </p:nvSpPr>
        <p:spPr>
          <a:xfrm>
            <a:off x="4946904" y="2921508"/>
            <a:ext cx="3346704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6-cell135"/>
          <p:cNvSpPr/>
          <p:nvPr/>
        </p:nvSpPr>
        <p:spPr>
          <a:xfrm>
            <a:off x="8293608" y="2921508"/>
            <a:ext cx="3346704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6-figure136" descr="똑같이 3칸으로 나눈 띠, 1칸 색칠"/>
          <p:cNvSpPr/>
          <p:nvPr/>
        </p:nvSpPr>
        <p:spPr>
          <a:xfrm>
            <a:off x="1600200" y="2921508"/>
            <a:ext cx="10040112" cy="516636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06-num137"/>
          <p:cNvSpPr txBox="1"/>
          <p:nvPr/>
        </p:nvSpPr>
        <p:spPr>
          <a:xfrm>
            <a:off x="810959" y="3601212"/>
            <a:ext cx="389763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100" dirty="0"/>
          </a:p>
        </p:txBody>
      </p:sp>
      <p:sp>
        <p:nvSpPr>
          <p:cNvPr id="20" name="S06-fracbar138"/>
          <p:cNvSpPr/>
          <p:nvPr/>
        </p:nvSpPr>
        <p:spPr>
          <a:xfrm>
            <a:off x="847535" y="3952494"/>
            <a:ext cx="316611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1" name="S06-num139"/>
          <p:cNvSpPr txBox="1"/>
          <p:nvPr/>
        </p:nvSpPr>
        <p:spPr>
          <a:xfrm>
            <a:off x="810959" y="3989070"/>
            <a:ext cx="389763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100" dirty="0"/>
          </a:p>
        </p:txBody>
      </p:sp>
      <p:sp>
        <p:nvSpPr>
          <p:cNvPr id="22" name="S06-cell140"/>
          <p:cNvSpPr/>
          <p:nvPr/>
        </p:nvSpPr>
        <p:spPr>
          <a:xfrm>
            <a:off x="1600200" y="3694176"/>
            <a:ext cx="2510028" cy="516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6-cell141"/>
          <p:cNvSpPr/>
          <p:nvPr/>
        </p:nvSpPr>
        <p:spPr>
          <a:xfrm>
            <a:off x="4110228" y="3694176"/>
            <a:ext cx="2510028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6-cell142"/>
          <p:cNvSpPr/>
          <p:nvPr/>
        </p:nvSpPr>
        <p:spPr>
          <a:xfrm>
            <a:off x="6620256" y="3694176"/>
            <a:ext cx="2510028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6-cell143"/>
          <p:cNvSpPr/>
          <p:nvPr/>
        </p:nvSpPr>
        <p:spPr>
          <a:xfrm>
            <a:off x="9130284" y="3694176"/>
            <a:ext cx="2510028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6-figure144" descr="똑같이 4칸으로 나눈 띠, 1칸 색칠"/>
          <p:cNvSpPr/>
          <p:nvPr/>
        </p:nvSpPr>
        <p:spPr>
          <a:xfrm>
            <a:off x="1600200" y="3694176"/>
            <a:ext cx="10040112" cy="516636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7" name="S06-num145"/>
          <p:cNvSpPr txBox="1"/>
          <p:nvPr/>
        </p:nvSpPr>
        <p:spPr>
          <a:xfrm>
            <a:off x="810959" y="4373880"/>
            <a:ext cx="389763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100" dirty="0"/>
          </a:p>
        </p:txBody>
      </p:sp>
      <p:sp>
        <p:nvSpPr>
          <p:cNvPr id="28" name="S06-fracbar146"/>
          <p:cNvSpPr/>
          <p:nvPr/>
        </p:nvSpPr>
        <p:spPr>
          <a:xfrm>
            <a:off x="847535" y="4725162"/>
            <a:ext cx="316611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9" name="S06-num147"/>
          <p:cNvSpPr txBox="1"/>
          <p:nvPr/>
        </p:nvSpPr>
        <p:spPr>
          <a:xfrm>
            <a:off x="810959" y="4761738"/>
            <a:ext cx="389763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100" dirty="0"/>
          </a:p>
        </p:txBody>
      </p:sp>
      <p:sp>
        <p:nvSpPr>
          <p:cNvPr id="30" name="S06-cell148"/>
          <p:cNvSpPr/>
          <p:nvPr/>
        </p:nvSpPr>
        <p:spPr>
          <a:xfrm>
            <a:off x="1600200" y="4466844"/>
            <a:ext cx="1673352" cy="516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6-cell149"/>
          <p:cNvSpPr/>
          <p:nvPr/>
        </p:nvSpPr>
        <p:spPr>
          <a:xfrm>
            <a:off x="3273552" y="4466844"/>
            <a:ext cx="1673352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6-cell150"/>
          <p:cNvSpPr/>
          <p:nvPr/>
        </p:nvSpPr>
        <p:spPr>
          <a:xfrm>
            <a:off x="4946904" y="4466844"/>
            <a:ext cx="1673352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6-cell151"/>
          <p:cNvSpPr/>
          <p:nvPr/>
        </p:nvSpPr>
        <p:spPr>
          <a:xfrm>
            <a:off x="6620256" y="4466844"/>
            <a:ext cx="1673352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6-cell152"/>
          <p:cNvSpPr/>
          <p:nvPr/>
        </p:nvSpPr>
        <p:spPr>
          <a:xfrm>
            <a:off x="8293608" y="4466844"/>
            <a:ext cx="1673352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6-cell153"/>
          <p:cNvSpPr/>
          <p:nvPr/>
        </p:nvSpPr>
        <p:spPr>
          <a:xfrm>
            <a:off x="9966960" y="4466844"/>
            <a:ext cx="1673352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6-figure154" descr="똑같이 6칸으로 나눈 띠, 1칸 색칠"/>
          <p:cNvSpPr/>
          <p:nvPr/>
        </p:nvSpPr>
        <p:spPr>
          <a:xfrm>
            <a:off x="1600200" y="4466844"/>
            <a:ext cx="10040112" cy="516636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7" name="S06-guide155"/>
          <p:cNvSpPr/>
          <p:nvPr/>
        </p:nvSpPr>
        <p:spPr>
          <a:xfrm>
            <a:off x="6620256" y="2011680"/>
            <a:ext cx="0" cy="3108960"/>
          </a:xfrm>
          <a:prstGeom prst="line">
            <a:avLst/>
          </a:prstGeom>
          <a:noFill/>
          <a:ln w="25400">
            <a:solidFill>
              <a:srgbClr val="3D5A80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7-card15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15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8분의 1과 5분의 1을 비교했어요.</a:t>
            </a:r>
            <a:endParaRPr lang="ko-KR" sz="3000" dirty="0"/>
          </a:p>
        </p:txBody>
      </p:sp>
      <p:sp>
        <p:nvSpPr>
          <p:cNvPr id="5" name="S07-card15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15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피자로도 생각해 봐요.</a:t>
            </a:r>
            <a:endParaRPr lang="ko-KR" sz="3000" dirty="0"/>
          </a:p>
        </p:txBody>
      </p:sp>
      <p:sp>
        <p:nvSpPr>
          <p:cNvPr id="7" name="S07-chip16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8분의 1이 더 커요</a:t>
            </a:r>
            <a:endParaRPr lang="ko-KR" sz="2400" dirty="0"/>
          </a:p>
        </p:txBody>
      </p:sp>
      <p:sp>
        <p:nvSpPr>
          <p:cNvPr id="8" name="S07-text16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“8이 5보다 크니까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8분의 1이 더 커요.”</a:t>
            </a:r>
            <a:endParaRPr lang="ko-KR" sz="3000" dirty="0"/>
          </a:p>
        </p:txBody>
      </p:sp>
      <p:sp>
        <p:nvSpPr>
          <p:cNvPr id="9" name="S07-chip16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5분의 1이 더 커요</a:t>
            </a:r>
            <a:endParaRPr lang="ko-KR" sz="2400" dirty="0"/>
          </a:p>
        </p:txBody>
      </p:sp>
      <p:sp>
        <p:nvSpPr>
          <p:cNvPr id="10" name="S07-num163"/>
          <p:cNvSpPr txBox="1"/>
          <p:nvPr/>
        </p:nvSpPr>
        <p:spPr>
          <a:xfrm>
            <a:off x="6546342" y="3198622"/>
            <a:ext cx="37642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000" dirty="0"/>
          </a:p>
        </p:txBody>
      </p:sp>
      <p:sp>
        <p:nvSpPr>
          <p:cNvPr id="11" name="S07-fracbar164"/>
          <p:cNvSpPr/>
          <p:nvPr/>
        </p:nvSpPr>
        <p:spPr>
          <a:xfrm>
            <a:off x="6582918" y="3534918"/>
            <a:ext cx="30327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2" name="S07-num165"/>
          <p:cNvSpPr txBox="1"/>
          <p:nvPr/>
        </p:nvSpPr>
        <p:spPr>
          <a:xfrm>
            <a:off x="6546342" y="3571494"/>
            <a:ext cx="37642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000" dirty="0"/>
          </a:p>
        </p:txBody>
      </p:sp>
      <p:sp>
        <p:nvSpPr>
          <p:cNvPr id="13" name="S07-cell166"/>
          <p:cNvSpPr/>
          <p:nvPr/>
        </p:nvSpPr>
        <p:spPr>
          <a:xfrm>
            <a:off x="7328916" y="3291840"/>
            <a:ext cx="862279" cy="48615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7-cell167"/>
          <p:cNvSpPr/>
          <p:nvPr/>
        </p:nvSpPr>
        <p:spPr>
          <a:xfrm>
            <a:off x="8191195" y="3291840"/>
            <a:ext cx="862279" cy="48615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7-cell168"/>
          <p:cNvSpPr/>
          <p:nvPr/>
        </p:nvSpPr>
        <p:spPr>
          <a:xfrm>
            <a:off x="9053474" y="3291840"/>
            <a:ext cx="862279" cy="48615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7-cell169"/>
          <p:cNvSpPr/>
          <p:nvPr/>
        </p:nvSpPr>
        <p:spPr>
          <a:xfrm>
            <a:off x="9915754" y="3291840"/>
            <a:ext cx="862279" cy="48615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7-cell170"/>
          <p:cNvSpPr/>
          <p:nvPr/>
        </p:nvSpPr>
        <p:spPr>
          <a:xfrm>
            <a:off x="10778033" y="3291840"/>
            <a:ext cx="862279" cy="48615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7-figure171" descr="똑같이 5칸으로 나눈 띠, 1칸 색칠"/>
          <p:cNvSpPr/>
          <p:nvPr/>
        </p:nvSpPr>
        <p:spPr>
          <a:xfrm>
            <a:off x="7328916" y="3291840"/>
            <a:ext cx="4311396" cy="486156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07-num172"/>
          <p:cNvSpPr txBox="1"/>
          <p:nvPr/>
        </p:nvSpPr>
        <p:spPr>
          <a:xfrm>
            <a:off x="6546342" y="3940810"/>
            <a:ext cx="37642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000" dirty="0"/>
          </a:p>
        </p:txBody>
      </p:sp>
      <p:sp>
        <p:nvSpPr>
          <p:cNvPr id="20" name="S07-fracbar173"/>
          <p:cNvSpPr/>
          <p:nvPr/>
        </p:nvSpPr>
        <p:spPr>
          <a:xfrm>
            <a:off x="6582918" y="4277106"/>
            <a:ext cx="30327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1" name="S07-num174"/>
          <p:cNvSpPr txBox="1"/>
          <p:nvPr/>
        </p:nvSpPr>
        <p:spPr>
          <a:xfrm>
            <a:off x="6546342" y="4313682"/>
            <a:ext cx="37642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000" dirty="0"/>
          </a:p>
        </p:txBody>
      </p:sp>
      <p:sp>
        <p:nvSpPr>
          <p:cNvPr id="22" name="S07-cell175"/>
          <p:cNvSpPr/>
          <p:nvPr/>
        </p:nvSpPr>
        <p:spPr>
          <a:xfrm>
            <a:off x="7328916" y="4034028"/>
            <a:ext cx="538925" cy="48615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7-cell176"/>
          <p:cNvSpPr/>
          <p:nvPr/>
        </p:nvSpPr>
        <p:spPr>
          <a:xfrm>
            <a:off x="7867841" y="4034028"/>
            <a:ext cx="538925" cy="48615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7-cell177"/>
          <p:cNvSpPr/>
          <p:nvPr/>
        </p:nvSpPr>
        <p:spPr>
          <a:xfrm>
            <a:off x="8406765" y="4034028"/>
            <a:ext cx="538925" cy="48615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7-cell178"/>
          <p:cNvSpPr/>
          <p:nvPr/>
        </p:nvSpPr>
        <p:spPr>
          <a:xfrm>
            <a:off x="8945690" y="4034028"/>
            <a:ext cx="538925" cy="48615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7-cell179"/>
          <p:cNvSpPr/>
          <p:nvPr/>
        </p:nvSpPr>
        <p:spPr>
          <a:xfrm>
            <a:off x="9484614" y="4034028"/>
            <a:ext cx="538925" cy="48615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7-cell180"/>
          <p:cNvSpPr/>
          <p:nvPr/>
        </p:nvSpPr>
        <p:spPr>
          <a:xfrm>
            <a:off x="10023539" y="4034028"/>
            <a:ext cx="538925" cy="48615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7-cell181"/>
          <p:cNvSpPr/>
          <p:nvPr/>
        </p:nvSpPr>
        <p:spPr>
          <a:xfrm>
            <a:off x="10562463" y="4034028"/>
            <a:ext cx="538925" cy="48615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7-cell182"/>
          <p:cNvSpPr/>
          <p:nvPr/>
        </p:nvSpPr>
        <p:spPr>
          <a:xfrm>
            <a:off x="11101388" y="4034028"/>
            <a:ext cx="538924" cy="48615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7-figure183" descr="똑같이 8칸으로 나눈 띠, 1칸 색칠"/>
          <p:cNvSpPr/>
          <p:nvPr/>
        </p:nvSpPr>
        <p:spPr>
          <a:xfrm>
            <a:off x="7328916" y="4034028"/>
            <a:ext cx="4311396" cy="486156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1" name="S07-guide184"/>
          <p:cNvSpPr/>
          <p:nvPr/>
        </p:nvSpPr>
        <p:spPr>
          <a:xfrm>
            <a:off x="8191195" y="3154680"/>
            <a:ext cx="0" cy="1502664"/>
          </a:xfrm>
          <a:prstGeom prst="line">
            <a:avLst/>
          </a:prstGeom>
          <a:noFill/>
          <a:ln w="25400">
            <a:solidFill>
              <a:srgbClr val="3D5A80"/>
            </a:solidFill>
            <a:prstDash val="dash"/>
          </a:ln>
        </p:spPr>
      </p:sp>
      <p:sp>
        <p:nvSpPr>
          <p:cNvPr id="32" name="S07-text185"/>
          <p:cNvSpPr txBox="1"/>
          <p:nvPr/>
        </p:nvSpPr>
        <p:spPr>
          <a:xfrm>
            <a:off x="6277356" y="4657344"/>
            <a:ext cx="536295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“칸이 많으면 한 칸이 작아요.”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단위분수 비교하기</a:t>
            </a:r>
            <a:endParaRPr lang="ko-KR" sz="4000" dirty="0"/>
          </a:p>
        </p:txBody>
      </p:sp>
      <p:sp>
        <p:nvSpPr>
          <p:cNvPr id="3" name="S08-text18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안에 &gt;, &lt;를 알맞게 써요.</a:t>
            </a:r>
            <a:endParaRPr lang="ko-KR" sz="3000" dirty="0"/>
          </a:p>
        </p:txBody>
      </p:sp>
      <p:sp>
        <p:nvSpPr>
          <p:cNvPr id="4" name="S08-card18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18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띠를 몇 칸으로 나누었는지 생각해요.</a:t>
            </a:r>
            <a:endParaRPr lang="ko-KR" sz="3000" dirty="0"/>
          </a:p>
        </p:txBody>
      </p:sp>
      <p:sp>
        <p:nvSpPr>
          <p:cNvPr id="6" name="S08-chip189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8-num190"/>
          <p:cNvSpPr txBox="1"/>
          <p:nvPr/>
        </p:nvSpPr>
        <p:spPr>
          <a:xfrm>
            <a:off x="1344168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8" name="S08-fracbar191"/>
          <p:cNvSpPr/>
          <p:nvPr/>
        </p:nvSpPr>
        <p:spPr>
          <a:xfrm>
            <a:off x="1380744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08-num192"/>
          <p:cNvSpPr txBox="1"/>
          <p:nvPr/>
        </p:nvSpPr>
        <p:spPr>
          <a:xfrm>
            <a:off x="1344168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10" name="S08-op193"/>
          <p:cNvSpPr txBox="1"/>
          <p:nvPr/>
        </p:nvSpPr>
        <p:spPr>
          <a:xfrm>
            <a:off x="1937004" y="201269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2800" dirty="0"/>
          </a:p>
        </p:txBody>
      </p:sp>
      <p:sp>
        <p:nvSpPr>
          <p:cNvPr id="11" name="S08-num194"/>
          <p:cNvSpPr txBox="1"/>
          <p:nvPr/>
        </p:nvSpPr>
        <p:spPr>
          <a:xfrm>
            <a:off x="2651252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12" name="S08-fracbar195"/>
          <p:cNvSpPr/>
          <p:nvPr/>
        </p:nvSpPr>
        <p:spPr>
          <a:xfrm>
            <a:off x="2687828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8-num196"/>
          <p:cNvSpPr txBox="1"/>
          <p:nvPr/>
        </p:nvSpPr>
        <p:spPr>
          <a:xfrm>
            <a:off x="2651252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800" dirty="0"/>
          </a:p>
        </p:txBody>
      </p:sp>
      <p:sp>
        <p:nvSpPr>
          <p:cNvPr id="14" name="S08-chip197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5" name="S08-num198"/>
          <p:cNvSpPr txBox="1"/>
          <p:nvPr/>
        </p:nvSpPr>
        <p:spPr>
          <a:xfrm>
            <a:off x="1344168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16" name="S08-fracbar199"/>
          <p:cNvSpPr/>
          <p:nvPr/>
        </p:nvSpPr>
        <p:spPr>
          <a:xfrm>
            <a:off x="1380744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8-num200"/>
          <p:cNvSpPr txBox="1"/>
          <p:nvPr/>
        </p:nvSpPr>
        <p:spPr>
          <a:xfrm>
            <a:off x="1344168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800" dirty="0"/>
          </a:p>
        </p:txBody>
      </p:sp>
      <p:sp>
        <p:nvSpPr>
          <p:cNvPr id="18" name="S08-op201"/>
          <p:cNvSpPr txBox="1"/>
          <p:nvPr/>
        </p:nvSpPr>
        <p:spPr>
          <a:xfrm>
            <a:off x="1937004" y="310997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2800" dirty="0"/>
          </a:p>
        </p:txBody>
      </p:sp>
      <p:sp>
        <p:nvSpPr>
          <p:cNvPr id="19" name="S08-num202"/>
          <p:cNvSpPr txBox="1"/>
          <p:nvPr/>
        </p:nvSpPr>
        <p:spPr>
          <a:xfrm>
            <a:off x="2651252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20" name="S08-fracbar203"/>
          <p:cNvSpPr/>
          <p:nvPr/>
        </p:nvSpPr>
        <p:spPr>
          <a:xfrm>
            <a:off x="2687828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8-num204"/>
          <p:cNvSpPr txBox="1"/>
          <p:nvPr/>
        </p:nvSpPr>
        <p:spPr>
          <a:xfrm>
            <a:off x="2651252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22" name="S08-chip205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23" name="S08-text206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큰 분수는? 6분의 1, 2분의 1, 10분의 1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09-text20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안에 &gt;, &lt;를 쓰고, 까닭을 말해요.</a:t>
            </a:r>
            <a:endParaRPr lang="ko-KR" sz="3000" dirty="0"/>
          </a:p>
        </p:txBody>
      </p:sp>
      <p:sp>
        <p:nvSpPr>
          <p:cNvPr id="4" name="S09-chip208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9-num209"/>
          <p:cNvSpPr txBox="1"/>
          <p:nvPr/>
        </p:nvSpPr>
        <p:spPr>
          <a:xfrm>
            <a:off x="1344168" y="219710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400" dirty="0"/>
          </a:p>
        </p:txBody>
      </p:sp>
      <p:sp>
        <p:nvSpPr>
          <p:cNvPr id="6" name="S09-fracbar210"/>
          <p:cNvSpPr/>
          <p:nvPr/>
        </p:nvSpPr>
        <p:spPr>
          <a:xfrm>
            <a:off x="1380744" y="274320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7" name="S09-num211"/>
          <p:cNvSpPr txBox="1"/>
          <p:nvPr/>
        </p:nvSpPr>
        <p:spPr>
          <a:xfrm>
            <a:off x="1344168" y="277977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400" dirty="0"/>
          </a:p>
        </p:txBody>
      </p:sp>
      <p:sp>
        <p:nvSpPr>
          <p:cNvPr id="8" name="S09-op212"/>
          <p:cNvSpPr txBox="1"/>
          <p:nvPr/>
        </p:nvSpPr>
        <p:spPr>
          <a:xfrm>
            <a:off x="2017014" y="2197100"/>
            <a:ext cx="679196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3400" dirty="0"/>
          </a:p>
        </p:txBody>
      </p:sp>
      <p:sp>
        <p:nvSpPr>
          <p:cNvPr id="9" name="S09-num213"/>
          <p:cNvSpPr txBox="1"/>
          <p:nvPr/>
        </p:nvSpPr>
        <p:spPr>
          <a:xfrm>
            <a:off x="2805938" y="219710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400" dirty="0"/>
          </a:p>
        </p:txBody>
      </p:sp>
      <p:sp>
        <p:nvSpPr>
          <p:cNvPr id="10" name="S09-fracbar214"/>
          <p:cNvSpPr/>
          <p:nvPr/>
        </p:nvSpPr>
        <p:spPr>
          <a:xfrm>
            <a:off x="2842514" y="274320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1" name="S09-num215"/>
          <p:cNvSpPr txBox="1"/>
          <p:nvPr/>
        </p:nvSpPr>
        <p:spPr>
          <a:xfrm>
            <a:off x="2805938" y="277977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400" dirty="0"/>
          </a:p>
        </p:txBody>
      </p:sp>
      <p:sp>
        <p:nvSpPr>
          <p:cNvPr id="12" name="S09-chip216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3" name="S09-num217"/>
          <p:cNvSpPr txBox="1"/>
          <p:nvPr/>
        </p:nvSpPr>
        <p:spPr>
          <a:xfrm>
            <a:off x="7072884" y="219710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400" dirty="0"/>
          </a:p>
        </p:txBody>
      </p:sp>
      <p:sp>
        <p:nvSpPr>
          <p:cNvPr id="14" name="S09-fracbar218"/>
          <p:cNvSpPr/>
          <p:nvPr/>
        </p:nvSpPr>
        <p:spPr>
          <a:xfrm>
            <a:off x="7109460" y="274320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5" name="S09-num219"/>
          <p:cNvSpPr txBox="1"/>
          <p:nvPr/>
        </p:nvSpPr>
        <p:spPr>
          <a:xfrm>
            <a:off x="7072884" y="277977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400" dirty="0"/>
          </a:p>
        </p:txBody>
      </p:sp>
      <p:sp>
        <p:nvSpPr>
          <p:cNvPr id="16" name="S09-op220"/>
          <p:cNvSpPr txBox="1"/>
          <p:nvPr/>
        </p:nvSpPr>
        <p:spPr>
          <a:xfrm>
            <a:off x="7745730" y="2197100"/>
            <a:ext cx="679196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3400" dirty="0"/>
          </a:p>
        </p:txBody>
      </p:sp>
      <p:sp>
        <p:nvSpPr>
          <p:cNvPr id="17" name="S09-num221"/>
          <p:cNvSpPr txBox="1"/>
          <p:nvPr/>
        </p:nvSpPr>
        <p:spPr>
          <a:xfrm>
            <a:off x="8534654" y="219710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400" dirty="0"/>
          </a:p>
        </p:txBody>
      </p:sp>
      <p:sp>
        <p:nvSpPr>
          <p:cNvPr id="18" name="S09-fracbar222"/>
          <p:cNvSpPr/>
          <p:nvPr/>
        </p:nvSpPr>
        <p:spPr>
          <a:xfrm>
            <a:off x="8571230" y="274320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9" name="S09-num223"/>
          <p:cNvSpPr txBox="1"/>
          <p:nvPr/>
        </p:nvSpPr>
        <p:spPr>
          <a:xfrm>
            <a:off x="8534654" y="277977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20" name="S09-chip224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21" name="S09-num225"/>
          <p:cNvSpPr txBox="1"/>
          <p:nvPr/>
        </p:nvSpPr>
        <p:spPr>
          <a:xfrm>
            <a:off x="1344168" y="439166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22" name="S09-fracbar226"/>
          <p:cNvSpPr/>
          <p:nvPr/>
        </p:nvSpPr>
        <p:spPr>
          <a:xfrm>
            <a:off x="1380744" y="493776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23" name="S09-num227"/>
          <p:cNvSpPr txBox="1"/>
          <p:nvPr/>
        </p:nvSpPr>
        <p:spPr>
          <a:xfrm>
            <a:off x="1344168" y="497433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400" dirty="0"/>
          </a:p>
        </p:txBody>
      </p:sp>
      <p:sp>
        <p:nvSpPr>
          <p:cNvPr id="24" name="S09-op228"/>
          <p:cNvSpPr txBox="1"/>
          <p:nvPr/>
        </p:nvSpPr>
        <p:spPr>
          <a:xfrm>
            <a:off x="2017014" y="4391660"/>
            <a:ext cx="679196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3400" dirty="0"/>
          </a:p>
        </p:txBody>
      </p:sp>
      <p:sp>
        <p:nvSpPr>
          <p:cNvPr id="25" name="S09-num229"/>
          <p:cNvSpPr txBox="1"/>
          <p:nvPr/>
        </p:nvSpPr>
        <p:spPr>
          <a:xfrm>
            <a:off x="2805938" y="439166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400" dirty="0"/>
          </a:p>
        </p:txBody>
      </p:sp>
      <p:sp>
        <p:nvSpPr>
          <p:cNvPr id="26" name="S09-fracbar230"/>
          <p:cNvSpPr/>
          <p:nvPr/>
        </p:nvSpPr>
        <p:spPr>
          <a:xfrm>
            <a:off x="2842514" y="493776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27" name="S09-num231"/>
          <p:cNvSpPr txBox="1"/>
          <p:nvPr/>
        </p:nvSpPr>
        <p:spPr>
          <a:xfrm>
            <a:off x="2805938" y="497433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400" dirty="0"/>
          </a:p>
        </p:txBody>
      </p:sp>
      <p:sp>
        <p:nvSpPr>
          <p:cNvPr id="28" name="S09-chip232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29" name="S09-text233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1이 4개인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0-card2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2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같은 길이의 띠를 그려서 다시 비교하세요.</a:t>
            </a:r>
            <a:endParaRPr lang="ko-KR" sz="3000" dirty="0"/>
          </a:p>
        </p:txBody>
      </p:sp>
      <p:sp>
        <p:nvSpPr>
          <p:cNvPr id="5" name="S10-chip236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0-text237"/>
          <p:cNvSpPr txBox="1"/>
          <p:nvPr/>
        </p:nvSpPr>
        <p:spPr>
          <a:xfrm>
            <a:off x="548640" y="20574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&lt;</a:t>
            </a:r>
            <a:endParaRPr lang="ko-KR" sz="3000" dirty="0"/>
          </a:p>
        </p:txBody>
      </p:sp>
      <p:sp>
        <p:nvSpPr>
          <p:cNvPr id="7" name="S10-text238"/>
          <p:cNvSpPr txBox="1"/>
          <p:nvPr/>
        </p:nvSpPr>
        <p:spPr>
          <a:xfrm>
            <a:off x="3367278" y="20574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 4 &lt; 7</a:t>
            </a:r>
            <a:endParaRPr lang="ko-KR" sz="2400" dirty="0"/>
          </a:p>
        </p:txBody>
      </p:sp>
      <p:sp>
        <p:nvSpPr>
          <p:cNvPr id="8" name="S10-text239"/>
          <p:cNvSpPr txBox="1"/>
          <p:nvPr/>
        </p:nvSpPr>
        <p:spPr>
          <a:xfrm>
            <a:off x="548640" y="28575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&lt;</a:t>
            </a:r>
            <a:endParaRPr lang="ko-KR" sz="3000" dirty="0"/>
          </a:p>
        </p:txBody>
      </p:sp>
      <p:sp>
        <p:nvSpPr>
          <p:cNvPr id="9" name="S10-text240"/>
          <p:cNvSpPr txBox="1"/>
          <p:nvPr/>
        </p:nvSpPr>
        <p:spPr>
          <a:xfrm>
            <a:off x="3367278" y="28575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6칸이 더 잘게</a:t>
            </a:r>
            <a:endParaRPr lang="ko-KR" sz="2400" dirty="0"/>
          </a:p>
        </p:txBody>
      </p:sp>
      <p:sp>
        <p:nvSpPr>
          <p:cNvPr id="10" name="S10-text241"/>
          <p:cNvSpPr txBox="1"/>
          <p:nvPr/>
        </p:nvSpPr>
        <p:spPr>
          <a:xfrm>
            <a:off x="548640" y="36576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&gt;</a:t>
            </a:r>
            <a:endParaRPr lang="ko-KR" sz="3000" dirty="0"/>
          </a:p>
        </p:txBody>
      </p:sp>
      <p:sp>
        <p:nvSpPr>
          <p:cNvPr id="11" name="S10-text242"/>
          <p:cNvSpPr txBox="1"/>
          <p:nvPr/>
        </p:nvSpPr>
        <p:spPr>
          <a:xfrm>
            <a:off x="3367278" y="36576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 5 &gt; 2</a:t>
            </a:r>
            <a:endParaRPr lang="ko-KR" sz="2400" dirty="0"/>
          </a:p>
        </p:txBody>
      </p:sp>
      <p:sp>
        <p:nvSpPr>
          <p:cNvPr id="12" name="S10-text243"/>
          <p:cNvSpPr txBox="1"/>
          <p:nvPr/>
        </p:nvSpPr>
        <p:spPr>
          <a:xfrm>
            <a:off x="548640" y="44577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5분의 4</a:t>
            </a:r>
            <a:endParaRPr lang="ko-KR" sz="3000" dirty="0"/>
          </a:p>
        </p:txBody>
      </p:sp>
      <p:sp>
        <p:nvSpPr>
          <p:cNvPr id="13" name="S10-text244"/>
          <p:cNvSpPr txBox="1"/>
          <p:nvPr/>
        </p:nvSpPr>
        <p:spPr>
          <a:xfrm>
            <a:off x="3367278" y="44577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1이 4개</a:t>
            </a:r>
            <a:endParaRPr lang="ko-KR" sz="2400" dirty="0"/>
          </a:p>
        </p:txBody>
      </p:sp>
      <p:sp>
        <p:nvSpPr>
          <p:cNvPr id="14" name="S10-chip245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5" name="S10-text246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&gt;</a:t>
            </a:r>
            <a:endParaRPr lang="ko-KR" sz="3000" dirty="0"/>
          </a:p>
        </p:txBody>
      </p:sp>
      <p:sp>
        <p:nvSpPr>
          <p:cNvPr id="16" name="S10-text247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&gt; 5만 봄</a:t>
            </a:r>
            <a:endParaRPr lang="ko-KR" sz="2400" dirty="0"/>
          </a:p>
        </p:txBody>
      </p:sp>
      <p:sp>
        <p:nvSpPr>
          <p:cNvPr id="17" name="S10-text248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4분의 5</a:t>
            </a:r>
            <a:endParaRPr lang="ko-KR" sz="3000" dirty="0"/>
          </a:p>
        </p:txBody>
      </p:sp>
      <p:sp>
        <p:nvSpPr>
          <p:cNvPr id="18" name="S10-text249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분모·분자 바꿈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큰 단위분수는?</a:t>
            </a:r>
            <a:endParaRPr lang="ko-KR" sz="4000" dirty="0"/>
          </a:p>
        </p:txBody>
      </p:sp>
      <p:sp>
        <p:nvSpPr>
          <p:cNvPr id="3" name="S11-text25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크기의 피자를 똑같이 나눈 한 조각이에요.</a:t>
            </a:r>
            <a:endParaRPr lang="ko-KR" sz="3000" dirty="0"/>
          </a:p>
        </p:txBody>
      </p:sp>
      <p:sp>
        <p:nvSpPr>
          <p:cNvPr id="4" name="S11-card25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1-cardtext25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큰 것을 고르고, 까닭을 말해요.</a:t>
            </a:r>
            <a:endParaRPr lang="ko-KR" sz="3000" dirty="0"/>
          </a:p>
        </p:txBody>
      </p:sp>
      <p:sp>
        <p:nvSpPr>
          <p:cNvPr id="6" name="S11-chip253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1-card254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1-cardtext255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7분의 1</a:t>
            </a:r>
            <a:endParaRPr lang="ko-KR" sz="3000" dirty="0"/>
          </a:p>
        </p:txBody>
      </p:sp>
      <p:sp>
        <p:nvSpPr>
          <p:cNvPr id="9" name="S11-chip256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1-card257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1-cardtext258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3분의 1</a:t>
            </a:r>
            <a:endParaRPr lang="ko-KR" sz="3000" dirty="0"/>
          </a:p>
        </p:txBody>
      </p:sp>
      <p:sp>
        <p:nvSpPr>
          <p:cNvPr id="12" name="S11-chip259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11-card260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1-cardtext261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1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2-card262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263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분모가 같으면 분자가 클수록, 단위분수는 분모가 작을수록 커요.</a:t>
            </a:r>
            <a:endParaRPr lang="ko-KR" sz="3000" dirty="0"/>
          </a:p>
        </p:txBody>
      </p:sp>
      <p:sp>
        <p:nvSpPr>
          <p:cNvPr id="5" name="S12-chip264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같은 크기의 전체로 비교하기</a:t>
            </a:r>
            <a:endParaRPr lang="ko-KR" sz="2400" dirty="0"/>
          </a:p>
        </p:txBody>
      </p:sp>
      <p:sp>
        <p:nvSpPr>
          <p:cNvPr id="6" name="S12-chip265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분모가 크면 크다고 생각하기</a:t>
            </a:r>
            <a:endParaRPr lang="ko-KR" sz="2400" dirty="0"/>
          </a:p>
        </p:txBody>
      </p:sp>
      <p:sp>
        <p:nvSpPr>
          <p:cNvPr id="7" name="S12-text266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2-op267"/>
          <p:cNvSpPr txBox="1"/>
          <p:nvPr/>
        </p:nvSpPr>
        <p:spPr>
          <a:xfrm>
            <a:off x="548640" y="4402328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800" dirty="0"/>
          </a:p>
        </p:txBody>
      </p:sp>
      <p:sp>
        <p:nvSpPr>
          <p:cNvPr id="9" name="S12-num268"/>
          <p:cNvSpPr txBox="1"/>
          <p:nvPr/>
        </p:nvSpPr>
        <p:spPr>
          <a:xfrm>
            <a:off x="1262888" y="4402328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10" name="S12-fracbar269"/>
          <p:cNvSpPr/>
          <p:nvPr/>
        </p:nvSpPr>
        <p:spPr>
          <a:xfrm>
            <a:off x="1299464" y="4858512"/>
            <a:ext cx="409956" cy="0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</a:ln>
        </p:spPr>
      </p:sp>
      <p:sp>
        <p:nvSpPr>
          <p:cNvPr id="11" name="S12-num270"/>
          <p:cNvSpPr txBox="1"/>
          <p:nvPr/>
        </p:nvSpPr>
        <p:spPr>
          <a:xfrm>
            <a:off x="1262888" y="4895088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12" name="S12-op271"/>
          <p:cNvSpPr txBox="1"/>
          <p:nvPr/>
        </p:nvSpPr>
        <p:spPr>
          <a:xfrm>
            <a:off x="1855724" y="4402328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2800" dirty="0"/>
          </a:p>
        </p:txBody>
      </p:sp>
      <p:sp>
        <p:nvSpPr>
          <p:cNvPr id="13" name="S12-num272"/>
          <p:cNvSpPr txBox="1"/>
          <p:nvPr/>
        </p:nvSpPr>
        <p:spPr>
          <a:xfrm>
            <a:off x="2569972" y="4402328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14" name="S12-fracbar273"/>
          <p:cNvSpPr/>
          <p:nvPr/>
        </p:nvSpPr>
        <p:spPr>
          <a:xfrm>
            <a:off x="2606548" y="4858512"/>
            <a:ext cx="409956" cy="0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</a:ln>
        </p:spPr>
      </p:sp>
      <p:sp>
        <p:nvSpPr>
          <p:cNvPr id="15" name="S12-num274"/>
          <p:cNvSpPr txBox="1"/>
          <p:nvPr/>
        </p:nvSpPr>
        <p:spPr>
          <a:xfrm>
            <a:off x="2569972" y="4895088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16" name="S12-op275"/>
          <p:cNvSpPr txBox="1"/>
          <p:nvPr/>
        </p:nvSpPr>
        <p:spPr>
          <a:xfrm>
            <a:off x="4322064" y="4402328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800" dirty="0"/>
          </a:p>
        </p:txBody>
      </p:sp>
      <p:sp>
        <p:nvSpPr>
          <p:cNvPr id="17" name="S12-num276"/>
          <p:cNvSpPr txBox="1"/>
          <p:nvPr/>
        </p:nvSpPr>
        <p:spPr>
          <a:xfrm>
            <a:off x="5036312" y="4402328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18" name="S12-fracbar277"/>
          <p:cNvSpPr/>
          <p:nvPr/>
        </p:nvSpPr>
        <p:spPr>
          <a:xfrm>
            <a:off x="5072888" y="4858512"/>
            <a:ext cx="409956" cy="0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</a:ln>
        </p:spPr>
      </p:sp>
      <p:sp>
        <p:nvSpPr>
          <p:cNvPr id="19" name="S12-num278"/>
          <p:cNvSpPr txBox="1"/>
          <p:nvPr/>
        </p:nvSpPr>
        <p:spPr>
          <a:xfrm>
            <a:off x="5036312" y="4895088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20" name="S12-op279"/>
          <p:cNvSpPr txBox="1"/>
          <p:nvPr/>
        </p:nvSpPr>
        <p:spPr>
          <a:xfrm>
            <a:off x="5629148" y="4402328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2800" dirty="0"/>
          </a:p>
        </p:txBody>
      </p:sp>
      <p:sp>
        <p:nvSpPr>
          <p:cNvPr id="21" name="S12-num280"/>
          <p:cNvSpPr txBox="1"/>
          <p:nvPr/>
        </p:nvSpPr>
        <p:spPr>
          <a:xfrm>
            <a:off x="6343396" y="4402328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22" name="S12-fracbar281"/>
          <p:cNvSpPr/>
          <p:nvPr/>
        </p:nvSpPr>
        <p:spPr>
          <a:xfrm>
            <a:off x="6379972" y="4858512"/>
            <a:ext cx="409956" cy="0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</a:ln>
        </p:spPr>
      </p:sp>
      <p:sp>
        <p:nvSpPr>
          <p:cNvPr id="23" name="S12-num282"/>
          <p:cNvSpPr txBox="1"/>
          <p:nvPr/>
        </p:nvSpPr>
        <p:spPr>
          <a:xfrm>
            <a:off x="6343396" y="4895088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800" dirty="0"/>
          </a:p>
        </p:txBody>
      </p:sp>
      <p:sp>
        <p:nvSpPr>
          <p:cNvPr id="24" name="S12-text283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6분의 1이 5개인 분수</a:t>
            </a:r>
            <a:endParaRPr lang="ko-KR" sz="2400" dirty="0"/>
          </a:p>
        </p:txBody>
      </p:sp>
      <p:sp>
        <p:nvSpPr>
          <p:cNvPr id="25" name="S12-text28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소수의 뜻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4분의 3</a:t>
            </a:r>
            <a:endParaRPr lang="ko-KR" sz="4000" dirty="0"/>
          </a:p>
        </p:txBody>
      </p:sp>
      <p:sp>
        <p:nvSpPr>
          <p:cNvPr id="3" name="S13-text28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4칸으로 나눈 것 중 3칸이에요.</a:t>
            </a:r>
            <a:endParaRPr lang="ko-KR" sz="3000" dirty="0"/>
          </a:p>
        </p:txBody>
      </p:sp>
      <p:sp>
        <p:nvSpPr>
          <p:cNvPr id="4" name="S13-card286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287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 4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나눈 수</a:t>
            </a:r>
            <a:endParaRPr lang="ko-KR" sz="3000" dirty="0"/>
          </a:p>
        </p:txBody>
      </p:sp>
      <p:sp>
        <p:nvSpPr>
          <p:cNvPr id="6" name="S13-card288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3-cardtext289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 3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색칠한 부분의 수</a:t>
            </a:r>
            <a:endParaRPr lang="ko-KR" sz="3000" dirty="0"/>
          </a:p>
        </p:txBody>
      </p:sp>
      <p:sp>
        <p:nvSpPr>
          <p:cNvPr id="8" name="S13-num290"/>
          <p:cNvSpPr txBox="1"/>
          <p:nvPr/>
        </p:nvSpPr>
        <p:spPr>
          <a:xfrm>
            <a:off x="764286" y="292328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9" name="S13-fracbar291"/>
          <p:cNvSpPr/>
          <p:nvPr/>
        </p:nvSpPr>
        <p:spPr>
          <a:xfrm>
            <a:off x="800862" y="337947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13-num292"/>
          <p:cNvSpPr txBox="1"/>
          <p:nvPr/>
        </p:nvSpPr>
        <p:spPr>
          <a:xfrm>
            <a:off x="764286" y="341604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11" name="S13-cell293"/>
          <p:cNvSpPr/>
          <p:nvPr/>
        </p:nvSpPr>
        <p:spPr>
          <a:xfrm>
            <a:off x="1600200" y="2990850"/>
            <a:ext cx="1083564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3-cell294"/>
          <p:cNvSpPr/>
          <p:nvPr/>
        </p:nvSpPr>
        <p:spPr>
          <a:xfrm>
            <a:off x="2683764" y="2990850"/>
            <a:ext cx="1083564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3-cell295"/>
          <p:cNvSpPr/>
          <p:nvPr/>
        </p:nvSpPr>
        <p:spPr>
          <a:xfrm>
            <a:off x="3767328" y="2990850"/>
            <a:ext cx="1083564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3-cell296"/>
          <p:cNvSpPr/>
          <p:nvPr/>
        </p:nvSpPr>
        <p:spPr>
          <a:xfrm>
            <a:off x="4850892" y="2990850"/>
            <a:ext cx="1083564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3-figure297" descr="똑같이 4칸으로 나눈 띠, 3칸 색칠"/>
          <p:cNvSpPr/>
          <p:nvPr/>
        </p:nvSpPr>
        <p:spPr>
          <a:xfrm>
            <a:off x="1600200" y="2990850"/>
            <a:ext cx="4334256" cy="7772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13-sector298"/>
          <p:cNvSpPr/>
          <p:nvPr/>
        </p:nvSpPr>
        <p:spPr>
          <a:xfrm>
            <a:off x="8033004" y="2465070"/>
            <a:ext cx="1828800" cy="1828800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3-sector299"/>
          <p:cNvSpPr/>
          <p:nvPr/>
        </p:nvSpPr>
        <p:spPr>
          <a:xfrm>
            <a:off x="8033004" y="2465070"/>
            <a:ext cx="1828800" cy="1828800"/>
          </a:xfrm>
          <a:prstGeom prst="pie">
            <a:avLst>
              <a:gd name="adj1" fmla="val 0"/>
              <a:gd name="adj2" fmla="val 540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3-sector300"/>
          <p:cNvSpPr/>
          <p:nvPr/>
        </p:nvSpPr>
        <p:spPr>
          <a:xfrm>
            <a:off x="8033004" y="2465070"/>
            <a:ext cx="1828800" cy="1828800"/>
          </a:xfrm>
          <a:prstGeom prst="pie">
            <a:avLst>
              <a:gd name="adj1" fmla="val 5400000"/>
              <a:gd name="adj2" fmla="val 1080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3-sector301"/>
          <p:cNvSpPr/>
          <p:nvPr/>
        </p:nvSpPr>
        <p:spPr>
          <a:xfrm>
            <a:off x="8033004" y="2465070"/>
            <a:ext cx="1828800" cy="1828800"/>
          </a:xfrm>
          <a:prstGeom prst="pie">
            <a:avLst>
              <a:gd name="adj1" fmla="val 10800000"/>
              <a:gd name="adj2" fmla="val 162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3-figure302" descr="원을 똑같이 4조각으로 나누고 3조각 색칠"/>
          <p:cNvSpPr/>
          <p:nvPr/>
        </p:nvSpPr>
        <p:spPr>
          <a:xfrm>
            <a:off x="8033004" y="2465070"/>
            <a:ext cx="1828800" cy="182880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수학 단위분수와 크기 비교</dc:title>
  <dc:subject>KR22-G03-MAT-UNITFRAC-L01</dc:subject>
  <dc:creator>education-ppt</dc:creator>
  <cp:lastModifiedBy>education-ppt</cp:lastModifiedBy>
  <cp:revision>1</cp:revision>
  <dcterms:created xsi:type="dcterms:W3CDTF">2026-10-26T07:47:35Z</dcterms:created>
  <dcterms:modified xsi:type="dcterms:W3CDTF">2026-10-26T07:47:35Z</dcterms:modified>
</cp:coreProperties>
</file>