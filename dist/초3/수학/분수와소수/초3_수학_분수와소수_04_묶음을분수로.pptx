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7da74f20-952d-7331-1fc5-42501b28e8c3}">
          <p14:sldIdLst>
            <p14:sldId id="256"/>
            <p14:sldId id="257"/>
          </p14:sldIdLst>
        </p14:section>
        <p14:section name="개념" id="{093d891e-bebd-17a1-9cd8-9194710a64af}">
          <p14:sldIdLst>
            <p14:sldId id="258"/>
            <p14:sldId id="259"/>
            <p14:sldId id="262"/>
          </p14:sldIdLst>
        </p14:section>
        <p14:section name="연습" id="{58a24a11-025d-8d21-2218-43217ad02a4d}">
          <p14:sldIdLst>
            <p14:sldId id="260"/>
            <p14:sldId id="261"/>
            <p14:sldId id="263"/>
          </p14:sldIdLst>
        </p14:section>
        <p14:section name="개념" id="{1efca736-a24a-c46a-cda1-87bc0c8cc9d5}">
          <p14:sldIdLst/>
        </p14:section>
        <p14:section name="연습" id="{6360d5c4-58d9-e47c-3574-30d00491ba06}">
          <p14:sldIdLst/>
        </p14:section>
        <p14:section name="확인" id="{e0ec0456-054a-a444-e612-7dab13b477e4}">
          <p14:sldIdLst>
            <p14:sldId id="264"/>
            <p14:sldId id="265"/>
            <p14:sldId id="266"/>
          </p14:sldIdLst>
        </p14:section>
        <p14:section name="정리" id="{f3c4be49-58da-d385-017c-a408b573638f}">
          <p14:sldIdLst>
            <p14:sldId id="267"/>
          </p14:sldIdLst>
        </p14:section>
        <p14:section name="보충" id="{65ed0987-6d16-bac4-211f-4bce0963108c}">
          <p14:sldIdLst>
            <p14:sldId id="26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[S01 · 오늘의 질문과 목표]
목적: 오늘 할 일을 알려 주고, 지금까지 띠나 원을 똑같이 나누던 분수를 바둑돌처럼 낱개가 여러 개인 ‘묶음’에도 쓸 수 있다는 것을 궁금하게 합니다.
시간: 약 2분
이렇게 말해 보세요
- “지금까지는 띠나 피자를 똑같이 나누어 분수로 나타냈지? 오늘은 바둑돌처럼 여러 개를 묶어서 분수로 나타내 볼 거야.”
- “오른쪽 그림에서 바둑돌 12개를 몇 묶음으로 나누었어? 주황색은 그중 몇 묶음이야?”
예상 답
- “3묶음이요. 주황색은 1묶음이에요.”
- “12개의 3분의 1은… 잘 모르겠어요.”
막히면
- 답을 확인하지 않고 넘어갑니다. S03에서 같은 그림을 자세히 봅니다.
주의
- 오늘은 바둑돌(또는 단추·콩) 24개와 종이컵 6개를 씁니다. 작은 물건을 입에 넣지 않게 합니다.
- 그림의 주황색 바둑돌은 ‘고른 묶음’, 흰색은 ‘고르지 않은 묶음’입니다. 이 약속은 오늘 모든 장에서 같습니다.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[S02 · 선수 학습 확인(분수의 뜻, 똑같이 나누기)]
목적: 오늘 꼭 필요한 두 가지, 분수의 뜻(전체를 똑같이 나눈 것 중의 부분)과 똑같이 나누기(나눗셈)를 할 수 있는지 확인합니다.
시간: 약 3분
이렇게 말해 보세요
- “①에서 색칠한 부분은 전체의 얼마야? 분수로 말해 줘.”
- “②는 12 ÷ 3이야. ③은 바둑돌 15개를 5묶음으로 똑같이 나누는 거야. 한 묶음에 몇 개씩일까?”
정답
- ① 4분의 3 (똑같이 4칸으로 나눈 것 중 3칸)
- ② 4
- ③ 3개 (15 ÷ 5 = 3)
막히면
- ①에서 분자와 분모를 바꾸어 말하면 “전체를 몇 칸으로 나눴어? 그게 아래 수(분모)야.”라고 짚어 줍니다.
- ②③은 바둑돌을 컵에 하나씩 번갈아 넣어 보게 합니다.
- 두 문제 이상 틀리면 S13(보충)을 먼저 합니다. 보충으로도 어려우면 초3 ‘분수의 뜻’(KR22-G03-MAT-FRAC-L01)과 ‘나눗셈의 뜻’(KR22-G03-MAT-DIVIDE-L01)을 다시 합니다.
주의
- 계획상 바로 앞 차시는 ‘소수의 뜻’(KR22-G03-MAT-DECIMAL-L01)이지만, 오늘 내용에 직접 필요한 것은 분수의 뜻과 나눗셈입니다. 그래서 이 두 가지를 확인합니다.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[S03 · 묶음으로 세어 분수로 나타내기(1묶음)]
목적: 바둑돌을 낱개가 아니라 ‘묶음’으로 세면, 전체 묶음 중 몇 묶음인지를 분수로 나타낼 수 있다는 것을 압니다.
시간: 약 3분
이렇게 말해 보세요
- “바둑돌 12개를 4개씩 묶으면 몇 묶음이 돼?”
- “주황색은 전체 3묶음 중에서 몇 묶음이야? 분수로 말하면?”
- “주황색 묶음에 바둑돌이 몇 개 있어? 그래서 ‘4는 12의 3분의 1’이라고 말해.”
예상 답
- “3묶음이요.” “3묶음 중 1묶음이니까 3분의 1이에요.” “4개요.”
막히면
- 실제 바둑돌 12개를 종이컵 3개에 4개씩 담고, 한 컵을 들어 “이 컵은 3컵 중 몇 컵이야?”라고 묻습니다.
- 띠 그림과 연결합니다: “띠를 똑같이 3칸으로 나눈 것 중 1칸이 3분의 1이었지? 여기서는 한 칸 대신 한 묶음이야.”
주의
- 분모 3은 ‘전체 묶음의 수’입니다. 한 묶음 안의 바둑돌 수(4)가 아닙니다. 이 차이를 S06에서 다시 다룹니다(M1).
- ‘4는 12의 3분의 1’에서 4는 바둑돌의 개수, 3분의 1은 전체 중 차지하는 부분입니다.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[S04 · 부분 묶음이 여러 개일 때(분자)]
목적: 고른 묶음이 여러 개일 때 분자는 ‘고른 묶음의 수’라는 것을 알고, 묶음 수를 세어 분수로 나타내는 순서를 익힙니다.
시간: 약 4분
이렇게 말해 보세요
- “이번에는 주황색이 2묶음이야. 주황색 바둑돌은 모두 몇 개야?”
- “전체는 몇 묶음이지? 주황색은 그중 몇 묶음이야? 그러면 8은 12의 몇 분의 몇일까?”
- “분모 3은 무엇을 센 수야? 분자 2는?”
예상 답
- “8개요.” “3묶음 중 2묶음이니까 3분의 2예요.”
- “3은 전체 묶음 수, 2는 주황색 묶음 수예요.”
막히면
- 컵 3개에 4개씩 담아 두고 두 컵을 앞으로 당겨 “앞으로 나온 컵은 3컵 중 몇 컵이야?”라고 묻습니다.
주의
- 분자에 바둑돌 개수 8을 쓰는 실수(‘3분의 8’)가 있습니다(M2). 분자도 바둑돌이 아니라 ‘묶음’을 센다는 것을 강조합니다.
- 1개씩 묶으면 ‘12분의 8’도 맞는 말입니다. 오늘은 문제에서 말한 대로(4개씩) 묶어서 셉니다.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[S05 · 안내받는 연습(묶음을 분수로)]
목적: 도움을 받으며 여러 가지로 묶은 그림을 분수로 나타내고, 묶는 방법이 달라지면 같은 개수도 다른 분수가 된다는 것을 봅니다.
시간: 약 4분
이렇게 말해 보세요
- “가는 바둑돌 10개를 몇 개씩 묶었어? 전체는 몇 묶음, 주황색은 몇 묶음이야?”
- “나, 다, 라도 같은 방법으로 해 보자. 주황색 바둑돌은 모두 몇 개씩이야? 그런데 분수는 같아?”
정답
- 가: 10을 2씩 묶으면 5묶음, 주황색 3묶음 → 6은 10의 5분의 3
- 나: 12를 3씩 묶으면 4묶음, 주황색 2묶음 → 6은 12의 4분의 2
- 다: 12를 6씩 묶으면 2묶음, 주황색 1묶음 → 6은 12의 2분의 1
- 라: 9를 3씩 묶으면 3묶음, 주황색 2묶음 → 6은 9의 3분의 2
- 주황색은 모두 6개이지만 전체의 개수나 한 묶음의 개수가 달라서 전체 묶음 수(분모)와 주황색 묶음 수(분자)가 달라졌기 때문입니다.
막히면
- 묶음마다 손가락을 대고 “한 묶음, 두 묶음…” 소리 내어 세게 합니다. 먼저 전체 묶음 수, 다음에 주황색 묶음 수를 셉니다.
- 바둑돌 12개를 3개씩, 6개씩 직접 다시 묶어 봅니다.
주의
- 분수는 ‘몇 개’가 아니라 ‘전체 중 얼마’를 나타냅니다. 같은 6개라도 전체와 묶는 방법에 따라 분수가 달라집니다.
- 나의 4분의 2와 다의 2분의 1은 크기가 같은 분수입니다(5학년에서 배움). 아이가 물으면 “둘 다 12개 중 6개라 양은 같아. 묶는 방법만 달라.”라고 답해 줍니다.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[S06 · 오개념 비교(한 묶음 개수를 분모로)]
목적: 한 묶음 안의 개수를 분모로 쓰는 흔한 실수를 찾고, 분모는 전체 묶음의 수라는 것을 자기 말로 설명합니다(M1).
시간: 약 3분
이렇게 말해 보세요
- “토끼와 곰이 같은 그림을 보고 다르게 말했어. 누가 맞았을까?”
- “분모는 무엇을 센 수였지? 토끼는 무엇을 분모로 썼어?”
예상 답
- “곰이요. 전체가 3묶음이니까 분모가 3이에요.”
- “토끼는 한 묶음에 있는 바둑돌 수를 썼어요.”
정답
- 곰이 맞습니다. 12를 4씩 묶으면 3묶음이고, 8은 그중 2묶음이므로 12의 3분의 2입니다.
- 토끼는 한 묶음 안의 바둑돌 수(4)를 분모로 썼습니다. 분모는 전체를 똑같이 나눈 묶음의 수입니다.
막히면
- 띠 그림과 비교합니다: “띠를 3칸으로 나누면 분모가 3이었지? 칸 하나가 아무리 길어도 분모는 칸의 수야. 묶음도 마찬가지야.”
주의
- 여기까지가 목표 ①(묶음을 분수로)입니다. 지치면 여기서 쉬고, 다음에 S07부터 이어도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[S07 · 분수만큼은 얼마인지 구하기(시범)]
목적: ‘12의 3분의 2’가 몇 개인지 구하는 방법(분모만큼 똑같이 묶기 → 분자만큼의 묶음 세기)을 바둑돌로 시범 보이고 식과 연결합니다.
시간: 약 5분
이렇게 말해 보세요
- “바둑돌 12개를 컵 3개에 똑같이 나누어 담아 보자. 한 개씩 차례로 넣어. 한 컵에 몇 개가 들어갔어?”
- “그러면 12의 3분의 1은 몇 개야? 3분의 2는 몇 컵이지? 바둑돌은 모두 몇 개야?”
- “식으로 쓰면 12 ÷ 3 = 4, 4 × 2 = 8이야.”
예상 답
- “한 컵에 4개요.” “3분의 1은 4개, 3분의 2는 두 컵이니까 8개예요.”
막히면
- 컵에 담을 때 ‘하나는 이 컵, 하나는 저 컵’ 하며 돌아가며 넣게 합니다. 다 넣은 뒤 컵마다 개수가 같은지 세어 봅니다.
- 곱셈이 어려우면 4 + 4 = 8처럼 더해도 됩니다.
주의
- 분모로 먼저 나누고(몇 묶음으로 나눌지), 분자만큼 묶음을 셉니다. 12를 분자 2로 나누어 6이라고 하는 실수(M3)가 있으면 “3분의 2는 몇 묶음으로 나눈 거였지?”라고 묻습니다.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[S08 · 안내받는 연습(분수만큼 구하기)]
목적: 도움을 받으며 바둑돌이나 그림으로 ‘○의 □분의 △’가 몇 개인지 구합니다.
시간: 약 4분
이렇게 말해 보세요
- “①은 15의 5분의 1이야. 15개를 몇 묶음으로 나눠야 할까? 오른쪽 그림을 봐도 돼.”
- “②는 15의 5분의 3이야. 몇 묶음을 세면 될까?”
- “③은 바둑돌 16개로 직접 해 보자. 몇 묶음으로 나눠야 해?”
정답
- ① 3 (15 ÷ 5 = 3)
- ② 9 (한 묶음 3개, 3묶음이면 3 × 3 = 9)
- ③ 12 (16 ÷ 4 = 4, 4 × 3 = 12)
막히면
- 오른쪽 그림의 묶음에 손가락을 대며 “한 묶음에 몇 개?”를 먼저 묻습니다.
- ③은 컵 4개에 바둑돌 16개를 하나씩 번갈아 넣게 합니다.
주의
- 답을 말한 뒤에는 꼭 “어떻게 알았어?”라고 묻고 ‘몇 묶음으로 나누고, 몇 묶음을 셌다’를 말하게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[S09 · 혼자 해결]
목적: 도움 없이 묶음을 분수로 나타내고(목표 ①), 분수만큼이 몇 개인지 구하는지(목표 ②) 확인합니다.
시간: 약 5분
이렇게 말해 보세요
- “이번에는 혼자 해 볼래? 바둑돌을 써도 돼. 다 하면 어떻게 했는지 말해 줘.”
- “①은 주황색이 전체의 얼마인지 분수로 말해 줘.”
정답
- ① 6분의 4 (18을 3씩 묶으면 6묶음, 주황색 4묶음 → 12는 18의 6분의 4)
- ② 7분의 3 (14를 2씩 묶으면 7묶음, 6은 3묶음)
- ③ 6 (24 ÷ 4 = 6)
- ④ 18 (한 묶음 6개, 3묶음이면 6 × 3 = 18)
막히면
- 바로 알려 주지 말고 “전체는 몇 묶음이야?”, “몇 묶음으로 나눠야 해?”라고만 묻습니다.
- 도움을 받아 해결했다면 기록표에 ‘도움’으로 표시합니다.
주의
- ①을 3분의 4라고 하면 한 묶음의 개수(3)를 분모로 쓴 것입니다(M1). ④를 6이라고 하면 1묶음만 센 것입니다(M3).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[S10 · 정답과 피드백]
목적: 아이의 답을 함께 확인하고 흔한 실수를 바로잡습니다. 수업용에만 있는 장입니다.
시간: 약 2분
이렇게 말해 보세요
- “네 답과 같은지 볼까? 다르면 바둑돌로 같이 다시 묶어 보자.”
정답
- ① 6분의 4 ② 7분의 3 ③ 6 ④ 18
막히면
- ①②가 틀렸으면 S04·S06을, ③④가 틀렸으면 S07을 다시 봅니다.
주의
- 이 장은 학생용 파일에는 없습니다. 아이와 함께 볼 때는 슬라이드 쇼로 보여 줍니다.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[S11 · 마무리 확인(생활 문제)]
목적: 처음 보는 생활 문제에서 분수만큼을 구하고(①), 남은 양을 묶음으로 보아 분수로 나타내는지(②) 확인합니다.
시간: 약 3분
이렇게 말해 보세요
- “사탕 20개의 5분의 2를 동생에게 주었대. 몇 묶음으로 나눠야 할까? 동생은 몇 개를 받았어?”
- “남은 사탕은 5묶음 중 몇 묶음이야? 분수로 말하면?”
정답
- ① 8개 (20 ÷ 5 = 4, 한 묶음 4개 × 2묶음 = 8)
- ② 5분의 3 (5묶음 중 남은 3묶음, 12개)
막히면
- 바둑돌 20개를 컵 5개에 똑같이 나누어 담고, 두 컵을 ‘동생 몫’으로 옆에 옮겨 봅니다.
주의
- ②를 ‘20분의 12’라고 하면 1개씩 묶은 것으로 틀린 답은 아니지만, “5묶음으로 나누었을 때는?”이라고 다시 묻습니다.
- ①②를 모두 까닭과 함께 말하면 두 목표 모두 확인 완료입니다.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[S12 · 정리와 다음 수업 복습]
목적: 핵심을 정리하고 다음 수업 첫 5분에 풀 복습 문제를 알려 줍니다.
시간: 약 2분
이렇게 말해 보세요
- “묶음을 분수로 나타낼 때 분모는 무엇을 센 수야? 분자는?”
- “12의 3분의 2를 구할 때 어떤 순서로 했지?”
예상 답
- “분모는 전체 묶음 수, 분자는 고른 묶음 수예요.”
- “3묶음으로 똑같이 나누고 2묶음을 세요.”
정답
- ① 4분의 3 (4묶음 중 3묶음)
- ② 4
- ③ 12
막히면
- S04와 S07을 다시 보여 주며 순서를 함께 말합니다.
주의
- 복습 세 문제는 다음 수업을 시작할 때 활동지 마지막 쪽과 함께 풉니다.
- 다음 차시에서는 4분의 5처럼 분자가 분모보다 큰 분수를 배웁니다.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[S13 · 선수 학습 보충(똑같이 나누기와 분수의 뜻)]
목적: S02에서 분수의 뜻이나 나눗셈이 흔들리면, 오늘 내용 전에 ‘똑같이 나누기’와 ‘전체 중의 부분’을 바둑돌로 다시 익힙니다.
시간: 약 5분
이렇게 말해 보세요
- “바둑돌 12개를 컵 3개에 하나씩 차례로 넣어 보자. 한 컵에 몇 개씩 들어갔어? 모두 같아?”
- “한 컵은 컵 3개 중 몇 개야? 띠를 똑같이 3칸으로 나눈 것 중 1칸처럼 3분의 1이라고 해.”
정답
- 한 묶음에 4개 (12 ÷ 3 = 4), 한 묶음은 3묶음 중 1묶음(3분의 1)
막히면
- 6개를 2컵, 8개를 4컵처럼 작은 수로 먼저 해 봅니다(한 컵에 3개, 2개).
- 띠 종이를 3칸으로 접어 1칸을 색칠하고, 컵 하나와 나란히 놓아 비교합니다.
주의
- 보충으로도 어려우면 초3 ‘분수의 뜻’(KR22-G03-MAT-FRAC-L01), ‘나눗셈의 뜻’(KR22-G03-MAT-DIVIDE-L01)을 먼저 다시 합니다. 계획상 앞 차시는 ‘소수의 뜻’(KR22-G03-MAT-DECIMAL-L01)입니다.
- 보충이 오래 걸리면 오늘은 여기까지 하고 다음 날 S02부터 다시 시작합니다.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0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buNone/>
            </a:pPr>
            <a:endParaRPr lang="en-US" sz="3000" dirty="0"/>
          </a:p>
        </p:txBody>
      </p:sp>
      <p:sp>
        <p:nvSpPr>
          <p:cNvPr id="4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초3 수학 · 분수와소수 · 4차시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초3 수학 · 묶음을 분수로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초3 수학 · 묶음을 분수로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PPORT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 자료 · 초3 수학 · 묶음을 분수로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묶음을 분수로</a:t>
            </a:r>
            <a:endParaRPr lang="ko-KR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30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바둑돌 12개의 3분의 1은 몇 개일까?</a:t>
            </a:r>
            <a:endParaRPr lang="ko-KR" sz="3000" dirty="0"/>
          </a:p>
        </p:txBody>
      </p:sp>
      <p:sp>
        <p:nvSpPr>
          <p:cNvPr id="4" name="S01-dot1"/>
          <p:cNvSpPr/>
          <p:nvPr/>
        </p:nvSpPr>
        <p:spPr>
          <a:xfrm>
            <a:off x="8073695" y="1192835"/>
            <a:ext cx="311810" cy="3118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5" name="S01-dot2"/>
          <p:cNvSpPr/>
          <p:nvPr/>
        </p:nvSpPr>
        <p:spPr>
          <a:xfrm>
            <a:off x="8073695" y="1695755"/>
            <a:ext cx="311810" cy="3118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6" name="S01-dot3"/>
          <p:cNvSpPr/>
          <p:nvPr/>
        </p:nvSpPr>
        <p:spPr>
          <a:xfrm>
            <a:off x="8073695" y="2198675"/>
            <a:ext cx="311810" cy="3118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7" name="S01-dot4"/>
          <p:cNvSpPr/>
          <p:nvPr/>
        </p:nvSpPr>
        <p:spPr>
          <a:xfrm>
            <a:off x="8073695" y="2701595"/>
            <a:ext cx="311810" cy="3118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8" name="S01-group5"/>
          <p:cNvSpPr/>
          <p:nvPr/>
        </p:nvSpPr>
        <p:spPr>
          <a:xfrm>
            <a:off x="8014716" y="1124712"/>
            <a:ext cx="429768" cy="1956816"/>
          </a:xfrm>
          <a:prstGeom prst="roundRect">
            <a:avLst>
              <a:gd name="adj" fmla="val 25532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9" name="S01-figure6" descr="바둑돌 4개 한 묶음(주황색)"/>
          <p:cNvSpPr/>
          <p:nvPr/>
        </p:nvSpPr>
        <p:spPr>
          <a:xfrm>
            <a:off x="7978140" y="1097280"/>
            <a:ext cx="502920" cy="201168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S01-dot7"/>
          <p:cNvSpPr/>
          <p:nvPr/>
        </p:nvSpPr>
        <p:spPr>
          <a:xfrm>
            <a:off x="9491015" y="1192835"/>
            <a:ext cx="311810" cy="31181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1" name="S01-dot8"/>
          <p:cNvSpPr/>
          <p:nvPr/>
        </p:nvSpPr>
        <p:spPr>
          <a:xfrm>
            <a:off x="9491015" y="1695755"/>
            <a:ext cx="311810" cy="31181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2" name="S01-dot9"/>
          <p:cNvSpPr/>
          <p:nvPr/>
        </p:nvSpPr>
        <p:spPr>
          <a:xfrm>
            <a:off x="9491015" y="2198675"/>
            <a:ext cx="311810" cy="31181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3" name="S01-dot10"/>
          <p:cNvSpPr/>
          <p:nvPr/>
        </p:nvSpPr>
        <p:spPr>
          <a:xfrm>
            <a:off x="9491015" y="2701595"/>
            <a:ext cx="311810" cy="31181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4" name="S01-group11"/>
          <p:cNvSpPr/>
          <p:nvPr/>
        </p:nvSpPr>
        <p:spPr>
          <a:xfrm>
            <a:off x="9432036" y="1124712"/>
            <a:ext cx="429768" cy="1956816"/>
          </a:xfrm>
          <a:prstGeom prst="roundRect">
            <a:avLst>
              <a:gd name="adj" fmla="val 25532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15" name="S01-figure12" descr="바둑돌 4개 한 묶음(흰색)"/>
          <p:cNvSpPr/>
          <p:nvPr/>
        </p:nvSpPr>
        <p:spPr>
          <a:xfrm>
            <a:off x="9395460" y="1097280"/>
            <a:ext cx="502920" cy="201168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S01-dot13"/>
          <p:cNvSpPr/>
          <p:nvPr/>
        </p:nvSpPr>
        <p:spPr>
          <a:xfrm>
            <a:off x="10908335" y="1192835"/>
            <a:ext cx="311810" cy="31181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7" name="S01-dot14"/>
          <p:cNvSpPr/>
          <p:nvPr/>
        </p:nvSpPr>
        <p:spPr>
          <a:xfrm>
            <a:off x="10908335" y="1695755"/>
            <a:ext cx="311810" cy="31181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8" name="S01-dot15"/>
          <p:cNvSpPr/>
          <p:nvPr/>
        </p:nvSpPr>
        <p:spPr>
          <a:xfrm>
            <a:off x="10908335" y="2198675"/>
            <a:ext cx="311810" cy="31181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9" name="S01-dot16"/>
          <p:cNvSpPr/>
          <p:nvPr/>
        </p:nvSpPr>
        <p:spPr>
          <a:xfrm>
            <a:off x="10908335" y="2701595"/>
            <a:ext cx="311810" cy="31181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0" name="S01-group17"/>
          <p:cNvSpPr/>
          <p:nvPr/>
        </p:nvSpPr>
        <p:spPr>
          <a:xfrm>
            <a:off x="10849356" y="1124712"/>
            <a:ext cx="429768" cy="1956816"/>
          </a:xfrm>
          <a:prstGeom prst="roundRect">
            <a:avLst>
              <a:gd name="adj" fmla="val 25532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21" name="S01-figure18" descr="바둑돌 4개 한 묶음(흰색)"/>
          <p:cNvSpPr/>
          <p:nvPr/>
        </p:nvSpPr>
        <p:spPr>
          <a:xfrm>
            <a:off x="10812780" y="1097280"/>
            <a:ext cx="502920" cy="201168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" name="S01-card19"/>
          <p:cNvSpPr/>
          <p:nvPr/>
        </p:nvSpPr>
        <p:spPr>
          <a:xfrm>
            <a:off x="731520" y="4436364"/>
            <a:ext cx="10725912" cy="1690116"/>
          </a:xfrm>
          <a:prstGeom prst="roundRect">
            <a:avLst>
              <a:gd name="adj" fmla="val 6492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23" name="S01-cardtext20"/>
          <p:cNvSpPr txBox="1"/>
          <p:nvPr/>
        </p:nvSpPr>
        <p:spPr>
          <a:xfrm>
            <a:off x="1005840" y="4573524"/>
            <a:ext cx="10177272" cy="1415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할 수 있게 될 것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묶음으로 나눈 양을 분수로 나타내요.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분수만큼은 몇 개인지 구해요.</a:t>
            </a:r>
            <a:endParaRPr lang="ko-KR" sz="3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지난 시간 기억하기</a:t>
            </a:r>
            <a:endParaRPr lang="ko-KR" sz="4000" dirty="0"/>
          </a:p>
        </p:txBody>
      </p:sp>
      <p:sp>
        <p:nvSpPr>
          <p:cNvPr id="3" name="S02-text21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①은 분수로 말하고, ②③은 답을 구해요.</a:t>
            </a:r>
            <a:endParaRPr lang="ko-KR" sz="3000" dirty="0"/>
          </a:p>
        </p:txBody>
      </p:sp>
      <p:sp>
        <p:nvSpPr>
          <p:cNvPr id="4" name="S02-chip22"/>
          <p:cNvSpPr txBox="1"/>
          <p:nvPr/>
        </p:nvSpPr>
        <p:spPr>
          <a:xfrm>
            <a:off x="548640" y="2368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5" name="S02-cell23"/>
          <p:cNvSpPr/>
          <p:nvPr/>
        </p:nvSpPr>
        <p:spPr>
          <a:xfrm>
            <a:off x="1344168" y="2240280"/>
            <a:ext cx="1371600" cy="82296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6" name="S02-cell24"/>
          <p:cNvSpPr/>
          <p:nvPr/>
        </p:nvSpPr>
        <p:spPr>
          <a:xfrm>
            <a:off x="2715768" y="2240280"/>
            <a:ext cx="1371600" cy="82296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7" name="S02-cell25"/>
          <p:cNvSpPr/>
          <p:nvPr/>
        </p:nvSpPr>
        <p:spPr>
          <a:xfrm>
            <a:off x="4087368" y="2240280"/>
            <a:ext cx="1371600" cy="82296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8" name="S02-cell26"/>
          <p:cNvSpPr/>
          <p:nvPr/>
        </p:nvSpPr>
        <p:spPr>
          <a:xfrm>
            <a:off x="5458968" y="2240280"/>
            <a:ext cx="1371600" cy="82296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9" name="S02-figure27" descr="똑같이 4칸으로 나눈 띠, 3칸 색칠"/>
          <p:cNvSpPr/>
          <p:nvPr/>
        </p:nvSpPr>
        <p:spPr>
          <a:xfrm>
            <a:off x="1344168" y="2240280"/>
            <a:ext cx="5486400" cy="822960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0" name="S02-chip28"/>
          <p:cNvSpPr txBox="1"/>
          <p:nvPr/>
        </p:nvSpPr>
        <p:spPr>
          <a:xfrm>
            <a:off x="548640" y="38313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11" name="S02-eqtext29"/>
          <p:cNvSpPr txBox="1"/>
          <p:nvPr/>
        </p:nvSpPr>
        <p:spPr>
          <a:xfrm>
            <a:off x="1344168" y="3474720"/>
            <a:ext cx="10296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 ÷ 3 = □</a:t>
            </a:r>
            <a:endParaRPr lang="ko-KR" sz="3400" dirty="0"/>
          </a:p>
        </p:txBody>
      </p:sp>
      <p:sp>
        <p:nvSpPr>
          <p:cNvPr id="12" name="S02-chip30"/>
          <p:cNvSpPr txBox="1"/>
          <p:nvPr/>
        </p:nvSpPr>
        <p:spPr>
          <a:xfrm>
            <a:off x="548640" y="52943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400" dirty="0"/>
          </a:p>
        </p:txBody>
      </p:sp>
      <p:sp>
        <p:nvSpPr>
          <p:cNvPr id="13" name="S02-text31"/>
          <p:cNvSpPr txBox="1"/>
          <p:nvPr/>
        </p:nvSpPr>
        <p:spPr>
          <a:xfrm>
            <a:off x="1344168" y="4937760"/>
            <a:ext cx="10296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바둑돌 15개를 5묶음으로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똑같이 나누면 한 묶음은?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4는 12의 3분의 1</a:t>
            </a:r>
            <a:endParaRPr lang="ko-KR" sz="4000" dirty="0"/>
          </a:p>
        </p:txBody>
      </p:sp>
      <p:sp>
        <p:nvSpPr>
          <p:cNvPr id="3" name="S03-text32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바둑돌 12개를 4개씩 묶었어요.</a:t>
            </a:r>
            <a:endParaRPr lang="ko-KR" sz="3000" dirty="0"/>
          </a:p>
        </p:txBody>
      </p:sp>
      <p:sp>
        <p:nvSpPr>
          <p:cNvPr id="4" name="S03-card33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3-cardtext34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그래서 4는 12의 3분의 1이에요.</a:t>
            </a:r>
            <a:endParaRPr lang="ko-KR" sz="3000" dirty="0"/>
          </a:p>
        </p:txBody>
      </p:sp>
      <p:sp>
        <p:nvSpPr>
          <p:cNvPr id="6" name="S03-card35"/>
          <p:cNvSpPr/>
          <p:nvPr/>
        </p:nvSpPr>
        <p:spPr>
          <a:xfrm>
            <a:off x="548640" y="3878580"/>
            <a:ext cx="5431536" cy="1242060"/>
          </a:xfrm>
          <a:prstGeom prst="roundRect">
            <a:avLst>
              <a:gd name="adj" fmla="val 883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7" name="S03-cardtext36"/>
          <p:cNvSpPr txBox="1"/>
          <p:nvPr/>
        </p:nvSpPr>
        <p:spPr>
          <a:xfrm>
            <a:off x="822960" y="4015740"/>
            <a:ext cx="4882896" cy="967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전체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3묶음</a:t>
            </a:r>
            <a:endParaRPr lang="ko-KR" sz="3000" dirty="0"/>
          </a:p>
        </p:txBody>
      </p:sp>
      <p:sp>
        <p:nvSpPr>
          <p:cNvPr id="8" name="S03-card37"/>
          <p:cNvSpPr/>
          <p:nvPr/>
        </p:nvSpPr>
        <p:spPr>
          <a:xfrm>
            <a:off x="6208776" y="3878580"/>
            <a:ext cx="5431536" cy="1242060"/>
          </a:xfrm>
          <a:prstGeom prst="roundRect">
            <a:avLst>
              <a:gd name="adj" fmla="val 883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9" name="S03-cardtext38"/>
          <p:cNvSpPr txBox="1"/>
          <p:nvPr/>
        </p:nvSpPr>
        <p:spPr>
          <a:xfrm>
            <a:off x="6483096" y="4015740"/>
            <a:ext cx="4882896" cy="967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주황색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3묶음 중 1묶음</a:t>
            </a:r>
            <a:endParaRPr lang="ko-KR" sz="3000" dirty="0"/>
          </a:p>
        </p:txBody>
      </p:sp>
      <p:sp>
        <p:nvSpPr>
          <p:cNvPr id="10" name="S03-dot39"/>
          <p:cNvSpPr/>
          <p:nvPr/>
        </p:nvSpPr>
        <p:spPr>
          <a:xfrm>
            <a:off x="2163604" y="2089499"/>
            <a:ext cx="253936" cy="253936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1" name="S03-dot40"/>
          <p:cNvSpPr/>
          <p:nvPr/>
        </p:nvSpPr>
        <p:spPr>
          <a:xfrm>
            <a:off x="2163604" y="2499074"/>
            <a:ext cx="253936" cy="253936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2" name="S03-dot41"/>
          <p:cNvSpPr/>
          <p:nvPr/>
        </p:nvSpPr>
        <p:spPr>
          <a:xfrm>
            <a:off x="2163604" y="2908649"/>
            <a:ext cx="253936" cy="253936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3" name="S03-dot42"/>
          <p:cNvSpPr/>
          <p:nvPr/>
        </p:nvSpPr>
        <p:spPr>
          <a:xfrm>
            <a:off x="2163604" y="3318224"/>
            <a:ext cx="253936" cy="253936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4" name="S03-group43"/>
          <p:cNvSpPr/>
          <p:nvPr/>
        </p:nvSpPr>
        <p:spPr>
          <a:xfrm>
            <a:off x="2122361" y="2039112"/>
            <a:ext cx="336423" cy="1583436"/>
          </a:xfrm>
          <a:prstGeom prst="roundRect">
            <a:avLst>
              <a:gd name="adj" fmla="val 32616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15" name="S03-figure44" descr="바둑돌 4개 한 묶음(주황색)"/>
          <p:cNvSpPr/>
          <p:nvPr/>
        </p:nvSpPr>
        <p:spPr>
          <a:xfrm>
            <a:off x="2085785" y="2011680"/>
            <a:ext cx="409575" cy="163830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S03-dot45"/>
          <p:cNvSpPr/>
          <p:nvPr/>
        </p:nvSpPr>
        <p:spPr>
          <a:xfrm>
            <a:off x="5967508" y="2089499"/>
            <a:ext cx="253936" cy="25393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7" name="S03-dot46"/>
          <p:cNvSpPr/>
          <p:nvPr/>
        </p:nvSpPr>
        <p:spPr>
          <a:xfrm>
            <a:off x="5967508" y="2499074"/>
            <a:ext cx="253936" cy="25393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8" name="S03-dot47"/>
          <p:cNvSpPr/>
          <p:nvPr/>
        </p:nvSpPr>
        <p:spPr>
          <a:xfrm>
            <a:off x="5967508" y="2908649"/>
            <a:ext cx="253936" cy="25393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9" name="S03-dot48"/>
          <p:cNvSpPr/>
          <p:nvPr/>
        </p:nvSpPr>
        <p:spPr>
          <a:xfrm>
            <a:off x="5967508" y="3318224"/>
            <a:ext cx="253936" cy="25393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0" name="S03-group49"/>
          <p:cNvSpPr/>
          <p:nvPr/>
        </p:nvSpPr>
        <p:spPr>
          <a:xfrm>
            <a:off x="5926265" y="2039112"/>
            <a:ext cx="336423" cy="1583436"/>
          </a:xfrm>
          <a:prstGeom prst="roundRect">
            <a:avLst>
              <a:gd name="adj" fmla="val 32616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21" name="S03-figure50" descr="바둑돌 4개 한 묶음(흰색)"/>
          <p:cNvSpPr/>
          <p:nvPr/>
        </p:nvSpPr>
        <p:spPr>
          <a:xfrm>
            <a:off x="5889689" y="2011680"/>
            <a:ext cx="409575" cy="163830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" name="S03-dot51"/>
          <p:cNvSpPr/>
          <p:nvPr/>
        </p:nvSpPr>
        <p:spPr>
          <a:xfrm>
            <a:off x="9771412" y="2089499"/>
            <a:ext cx="253936" cy="25393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3" name="S03-dot52"/>
          <p:cNvSpPr/>
          <p:nvPr/>
        </p:nvSpPr>
        <p:spPr>
          <a:xfrm>
            <a:off x="9771412" y="2499074"/>
            <a:ext cx="253936" cy="25393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4" name="S03-dot53"/>
          <p:cNvSpPr/>
          <p:nvPr/>
        </p:nvSpPr>
        <p:spPr>
          <a:xfrm>
            <a:off x="9771412" y="2908649"/>
            <a:ext cx="253936" cy="25393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5" name="S03-dot54"/>
          <p:cNvSpPr/>
          <p:nvPr/>
        </p:nvSpPr>
        <p:spPr>
          <a:xfrm>
            <a:off x="9771412" y="3318224"/>
            <a:ext cx="253936" cy="25393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6" name="S03-group55"/>
          <p:cNvSpPr/>
          <p:nvPr/>
        </p:nvSpPr>
        <p:spPr>
          <a:xfrm>
            <a:off x="9730169" y="2039112"/>
            <a:ext cx="336423" cy="1583436"/>
          </a:xfrm>
          <a:prstGeom prst="roundRect">
            <a:avLst>
              <a:gd name="adj" fmla="val 32616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27" name="S03-figure56" descr="바둑돌 4개 한 묶음(흰색)"/>
          <p:cNvSpPr/>
          <p:nvPr/>
        </p:nvSpPr>
        <p:spPr>
          <a:xfrm>
            <a:off x="9693593" y="2011680"/>
            <a:ext cx="409575" cy="163830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8은 12의 몇 분의 몇?</a:t>
            </a:r>
            <a:endParaRPr lang="ko-KR" sz="4000" dirty="0"/>
          </a:p>
        </p:txBody>
      </p:sp>
      <p:sp>
        <p:nvSpPr>
          <p:cNvPr id="3" name="S04-card57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4-cardtext58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분모는 전체 묶음 수, 분자는 그중 몇 묶음</a:t>
            </a:r>
            <a:endParaRPr lang="ko-KR" sz="3000" dirty="0"/>
          </a:p>
        </p:txBody>
      </p:sp>
      <p:sp>
        <p:nvSpPr>
          <p:cNvPr id="5" name="S04-text59"/>
          <p:cNvSpPr txBox="1"/>
          <p:nvPr/>
        </p:nvSpPr>
        <p:spPr>
          <a:xfrm>
            <a:off x="548640" y="1325880"/>
            <a:ext cx="1109167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12를 4씩 묶으면 8은 12의 얼마일까요?</a:t>
            </a:r>
            <a:endParaRPr lang="ko-KR" sz="3000" dirty="0"/>
          </a:p>
        </p:txBody>
      </p:sp>
      <p:sp>
        <p:nvSpPr>
          <p:cNvPr id="6" name="S04-dot60"/>
          <p:cNvSpPr/>
          <p:nvPr/>
        </p:nvSpPr>
        <p:spPr>
          <a:xfrm>
            <a:off x="7459066" y="3035808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7" name="S04-dot61"/>
          <p:cNvSpPr/>
          <p:nvPr/>
        </p:nvSpPr>
        <p:spPr>
          <a:xfrm>
            <a:off x="7459066" y="3493008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8" name="S04-dot62"/>
          <p:cNvSpPr/>
          <p:nvPr/>
        </p:nvSpPr>
        <p:spPr>
          <a:xfrm>
            <a:off x="7459066" y="3950208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9" name="S04-dot63"/>
          <p:cNvSpPr/>
          <p:nvPr/>
        </p:nvSpPr>
        <p:spPr>
          <a:xfrm>
            <a:off x="7459066" y="4407408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0" name="S04-group64"/>
          <p:cNvSpPr/>
          <p:nvPr/>
        </p:nvSpPr>
        <p:spPr>
          <a:xfrm>
            <a:off x="7408774" y="2976372"/>
            <a:ext cx="384048" cy="1773936"/>
          </a:xfrm>
          <a:prstGeom prst="roundRect">
            <a:avLst>
              <a:gd name="adj" fmla="val 28571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11" name="S04-figure65" descr="바둑돌 4개 한 묶음(주황색)"/>
          <p:cNvSpPr/>
          <p:nvPr/>
        </p:nvSpPr>
        <p:spPr>
          <a:xfrm>
            <a:off x="7372198" y="2948940"/>
            <a:ext cx="457200" cy="182880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S04-dot66"/>
          <p:cNvSpPr/>
          <p:nvPr/>
        </p:nvSpPr>
        <p:spPr>
          <a:xfrm>
            <a:off x="9138879" y="3035808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3" name="S04-dot67"/>
          <p:cNvSpPr/>
          <p:nvPr/>
        </p:nvSpPr>
        <p:spPr>
          <a:xfrm>
            <a:off x="9138879" y="3493008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4" name="S04-dot68"/>
          <p:cNvSpPr/>
          <p:nvPr/>
        </p:nvSpPr>
        <p:spPr>
          <a:xfrm>
            <a:off x="9138879" y="3950208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5" name="S04-dot69"/>
          <p:cNvSpPr/>
          <p:nvPr/>
        </p:nvSpPr>
        <p:spPr>
          <a:xfrm>
            <a:off x="9138879" y="4407408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6" name="S04-group70"/>
          <p:cNvSpPr/>
          <p:nvPr/>
        </p:nvSpPr>
        <p:spPr>
          <a:xfrm>
            <a:off x="9088587" y="2976372"/>
            <a:ext cx="384048" cy="1773936"/>
          </a:xfrm>
          <a:prstGeom prst="roundRect">
            <a:avLst>
              <a:gd name="adj" fmla="val 28571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17" name="S04-figure71" descr="바둑돌 4개 한 묶음(주황색)"/>
          <p:cNvSpPr/>
          <p:nvPr/>
        </p:nvSpPr>
        <p:spPr>
          <a:xfrm>
            <a:off x="9052011" y="2948940"/>
            <a:ext cx="457200" cy="182880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S04-dot72"/>
          <p:cNvSpPr/>
          <p:nvPr/>
        </p:nvSpPr>
        <p:spPr>
          <a:xfrm>
            <a:off x="10818693" y="3035808"/>
            <a:ext cx="283464" cy="28346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9" name="S04-dot73"/>
          <p:cNvSpPr/>
          <p:nvPr/>
        </p:nvSpPr>
        <p:spPr>
          <a:xfrm>
            <a:off x="10818693" y="3493008"/>
            <a:ext cx="283464" cy="28346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0" name="S04-dot74"/>
          <p:cNvSpPr/>
          <p:nvPr/>
        </p:nvSpPr>
        <p:spPr>
          <a:xfrm>
            <a:off x="10818693" y="3950208"/>
            <a:ext cx="283464" cy="28346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1" name="S04-dot75"/>
          <p:cNvSpPr/>
          <p:nvPr/>
        </p:nvSpPr>
        <p:spPr>
          <a:xfrm>
            <a:off x="10818693" y="4407408"/>
            <a:ext cx="283464" cy="28346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2" name="S04-group76"/>
          <p:cNvSpPr/>
          <p:nvPr/>
        </p:nvSpPr>
        <p:spPr>
          <a:xfrm>
            <a:off x="10768401" y="2976372"/>
            <a:ext cx="384048" cy="1773936"/>
          </a:xfrm>
          <a:prstGeom prst="roundRect">
            <a:avLst>
              <a:gd name="adj" fmla="val 28571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23" name="S04-figure77" descr="바둑돌 4개 한 묶음(흰색)"/>
          <p:cNvSpPr/>
          <p:nvPr/>
        </p:nvSpPr>
        <p:spPr>
          <a:xfrm>
            <a:off x="10731825" y="2948940"/>
            <a:ext cx="457200" cy="182880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" name="S04-stepno78"/>
          <p:cNvSpPr txBox="1"/>
          <p:nvPr/>
        </p:nvSpPr>
        <p:spPr>
          <a:xfrm>
            <a:off x="548640" y="266395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25" name="S04-text79"/>
          <p:cNvSpPr txBox="1"/>
          <p:nvPr/>
        </p:nvSpPr>
        <p:spPr>
          <a:xfrm>
            <a:off x="1325880" y="2663952"/>
            <a:ext cx="522927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전체 묶음을 세면 3묶음</a:t>
            </a:r>
            <a:endParaRPr lang="ko-KR" sz="3000" dirty="0"/>
          </a:p>
        </p:txBody>
      </p:sp>
      <p:sp>
        <p:nvSpPr>
          <p:cNvPr id="26" name="S04-stepno80"/>
          <p:cNvSpPr txBox="1"/>
          <p:nvPr/>
        </p:nvSpPr>
        <p:spPr>
          <a:xfrm>
            <a:off x="548640" y="3377184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27" name="S04-text81"/>
          <p:cNvSpPr txBox="1"/>
          <p:nvPr/>
        </p:nvSpPr>
        <p:spPr>
          <a:xfrm>
            <a:off x="1325880" y="3377184"/>
            <a:ext cx="522927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8은 그중 2묶음</a:t>
            </a:r>
            <a:endParaRPr lang="ko-KR" sz="3000" dirty="0"/>
          </a:p>
        </p:txBody>
      </p:sp>
      <p:sp>
        <p:nvSpPr>
          <p:cNvPr id="28" name="S04-stepno82"/>
          <p:cNvSpPr txBox="1"/>
          <p:nvPr/>
        </p:nvSpPr>
        <p:spPr>
          <a:xfrm>
            <a:off x="548640" y="4136136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29" name="S04-text83"/>
          <p:cNvSpPr txBox="1"/>
          <p:nvPr/>
        </p:nvSpPr>
        <p:spPr>
          <a:xfrm>
            <a:off x="1325880" y="4090416"/>
            <a:ext cx="2706536" cy="972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8은 12의</a:t>
            </a:r>
            <a:endParaRPr lang="ko-KR" sz="3000" dirty="0"/>
          </a:p>
        </p:txBody>
      </p:sp>
      <p:sp>
        <p:nvSpPr>
          <p:cNvPr id="30" name="S04-num84"/>
          <p:cNvSpPr txBox="1"/>
          <p:nvPr/>
        </p:nvSpPr>
        <p:spPr>
          <a:xfrm>
            <a:off x="4032416" y="4090416"/>
            <a:ext cx="509778" cy="4495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3000" dirty="0"/>
          </a:p>
        </p:txBody>
      </p:sp>
      <p:sp>
        <p:nvSpPr>
          <p:cNvPr id="31" name="S04-fracbar85"/>
          <p:cNvSpPr/>
          <p:nvPr/>
        </p:nvSpPr>
        <p:spPr>
          <a:xfrm>
            <a:off x="4068992" y="4576572"/>
            <a:ext cx="436626" cy="0"/>
          </a:xfrm>
          <a:prstGeom prst="line">
            <a:avLst/>
          </a:prstGeom>
          <a:noFill/>
          <a:ln w="23813">
            <a:solidFill>
              <a:srgbClr val="1F2937"/>
            </a:solidFill>
            <a:prstDash val="solid"/>
          </a:ln>
        </p:spPr>
      </p:sp>
      <p:sp>
        <p:nvSpPr>
          <p:cNvPr id="32" name="S04-num86"/>
          <p:cNvSpPr txBox="1"/>
          <p:nvPr/>
        </p:nvSpPr>
        <p:spPr>
          <a:xfrm>
            <a:off x="4032416" y="4613148"/>
            <a:ext cx="509778" cy="4495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분수로 나타내요</a:t>
            </a:r>
            <a:endParaRPr lang="ko-KR" sz="4000" dirty="0"/>
          </a:p>
        </p:txBody>
      </p:sp>
      <p:sp>
        <p:nvSpPr>
          <p:cNvPr id="3" name="S05-text87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주황색은 전체의 얼마인지 분수로 말해요.</a:t>
            </a:r>
            <a:endParaRPr lang="ko-KR" sz="3000" dirty="0"/>
          </a:p>
        </p:txBody>
      </p:sp>
      <p:sp>
        <p:nvSpPr>
          <p:cNvPr id="4" name="S05-card88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" name="S05-cardtext89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주황색은 모두 6개인데, 분수가 왜 다를까요?</a:t>
            </a:r>
            <a:endParaRPr lang="ko-KR" sz="3000" dirty="0"/>
          </a:p>
        </p:txBody>
      </p:sp>
      <p:sp>
        <p:nvSpPr>
          <p:cNvPr id="6" name="S05-chip90"/>
          <p:cNvSpPr txBox="1"/>
          <p:nvPr/>
        </p:nvSpPr>
        <p:spPr>
          <a:xfrm>
            <a:off x="548640" y="24368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3000" dirty="0"/>
          </a:p>
        </p:txBody>
      </p:sp>
      <p:sp>
        <p:nvSpPr>
          <p:cNvPr id="7" name="S05-dot91"/>
          <p:cNvSpPr/>
          <p:nvPr/>
        </p:nvSpPr>
        <p:spPr>
          <a:xfrm>
            <a:off x="1435882" y="2629632"/>
            <a:ext cx="181417" cy="181417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8" name="S05-dot92"/>
          <p:cNvSpPr/>
          <p:nvPr/>
        </p:nvSpPr>
        <p:spPr>
          <a:xfrm>
            <a:off x="1728490" y="2629632"/>
            <a:ext cx="181417" cy="181417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9" name="S05-group93"/>
          <p:cNvSpPr/>
          <p:nvPr/>
        </p:nvSpPr>
        <p:spPr>
          <a:xfrm>
            <a:off x="1407719" y="2610612"/>
            <a:ext cx="530352" cy="219456"/>
          </a:xfrm>
          <a:prstGeom prst="roundRect">
            <a:avLst>
              <a:gd name="adj" fmla="val 50000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10" name="S05-figure94" descr="바둑돌 2개 한 묶음(주황색)"/>
          <p:cNvSpPr/>
          <p:nvPr/>
        </p:nvSpPr>
        <p:spPr>
          <a:xfrm>
            <a:off x="1380287" y="2574036"/>
            <a:ext cx="585216" cy="292608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S05-dot95"/>
          <p:cNvSpPr/>
          <p:nvPr/>
        </p:nvSpPr>
        <p:spPr>
          <a:xfrm>
            <a:off x="2413376" y="2629632"/>
            <a:ext cx="181417" cy="181417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2" name="S05-dot96"/>
          <p:cNvSpPr/>
          <p:nvPr/>
        </p:nvSpPr>
        <p:spPr>
          <a:xfrm>
            <a:off x="2705984" y="2629632"/>
            <a:ext cx="181417" cy="181417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3" name="S05-group97"/>
          <p:cNvSpPr/>
          <p:nvPr/>
        </p:nvSpPr>
        <p:spPr>
          <a:xfrm>
            <a:off x="2385212" y="2610612"/>
            <a:ext cx="530352" cy="219456"/>
          </a:xfrm>
          <a:prstGeom prst="roundRect">
            <a:avLst>
              <a:gd name="adj" fmla="val 50000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14" name="S05-figure98" descr="바둑돌 2개 한 묶음(주황색)"/>
          <p:cNvSpPr/>
          <p:nvPr/>
        </p:nvSpPr>
        <p:spPr>
          <a:xfrm>
            <a:off x="2357780" y="2574036"/>
            <a:ext cx="585216" cy="292608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S05-dot99"/>
          <p:cNvSpPr/>
          <p:nvPr/>
        </p:nvSpPr>
        <p:spPr>
          <a:xfrm>
            <a:off x="3390870" y="2629632"/>
            <a:ext cx="181417" cy="181417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6" name="S05-dot100"/>
          <p:cNvSpPr/>
          <p:nvPr/>
        </p:nvSpPr>
        <p:spPr>
          <a:xfrm>
            <a:off x="3683478" y="2629632"/>
            <a:ext cx="181417" cy="181417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7" name="S05-group101"/>
          <p:cNvSpPr/>
          <p:nvPr/>
        </p:nvSpPr>
        <p:spPr>
          <a:xfrm>
            <a:off x="3362706" y="2610612"/>
            <a:ext cx="530352" cy="219456"/>
          </a:xfrm>
          <a:prstGeom prst="roundRect">
            <a:avLst>
              <a:gd name="adj" fmla="val 50000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18" name="S05-figure102" descr="바둑돌 2개 한 묶음(주황색)"/>
          <p:cNvSpPr/>
          <p:nvPr/>
        </p:nvSpPr>
        <p:spPr>
          <a:xfrm>
            <a:off x="3335274" y="2574036"/>
            <a:ext cx="585216" cy="292608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S05-dot103"/>
          <p:cNvSpPr/>
          <p:nvPr/>
        </p:nvSpPr>
        <p:spPr>
          <a:xfrm>
            <a:off x="4368363" y="2629632"/>
            <a:ext cx="181417" cy="181417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0" name="S05-dot104"/>
          <p:cNvSpPr/>
          <p:nvPr/>
        </p:nvSpPr>
        <p:spPr>
          <a:xfrm>
            <a:off x="4660971" y="2629632"/>
            <a:ext cx="181417" cy="181417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1" name="S05-group105"/>
          <p:cNvSpPr/>
          <p:nvPr/>
        </p:nvSpPr>
        <p:spPr>
          <a:xfrm>
            <a:off x="4340200" y="2610612"/>
            <a:ext cx="530352" cy="219456"/>
          </a:xfrm>
          <a:prstGeom prst="roundRect">
            <a:avLst>
              <a:gd name="adj" fmla="val 50000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22" name="S05-figure106" descr="바둑돌 2개 한 묶음(흰색)"/>
          <p:cNvSpPr/>
          <p:nvPr/>
        </p:nvSpPr>
        <p:spPr>
          <a:xfrm>
            <a:off x="4312768" y="2574036"/>
            <a:ext cx="585216" cy="292608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" name="S05-dot107"/>
          <p:cNvSpPr/>
          <p:nvPr/>
        </p:nvSpPr>
        <p:spPr>
          <a:xfrm>
            <a:off x="5345857" y="2629632"/>
            <a:ext cx="181417" cy="181417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4" name="S05-dot108"/>
          <p:cNvSpPr/>
          <p:nvPr/>
        </p:nvSpPr>
        <p:spPr>
          <a:xfrm>
            <a:off x="5638465" y="2629632"/>
            <a:ext cx="181417" cy="181417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5" name="S05-group109"/>
          <p:cNvSpPr/>
          <p:nvPr/>
        </p:nvSpPr>
        <p:spPr>
          <a:xfrm>
            <a:off x="5317693" y="2610612"/>
            <a:ext cx="530352" cy="219456"/>
          </a:xfrm>
          <a:prstGeom prst="roundRect">
            <a:avLst>
              <a:gd name="adj" fmla="val 50000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26" name="S05-figure110" descr="바둑돌 2개 한 묶음(흰색)"/>
          <p:cNvSpPr/>
          <p:nvPr/>
        </p:nvSpPr>
        <p:spPr>
          <a:xfrm>
            <a:off x="5290261" y="2574036"/>
            <a:ext cx="585216" cy="292608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" name="S05-chip111"/>
          <p:cNvSpPr txBox="1"/>
          <p:nvPr/>
        </p:nvSpPr>
        <p:spPr>
          <a:xfrm>
            <a:off x="6277356" y="24368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3000" dirty="0"/>
          </a:p>
        </p:txBody>
      </p:sp>
      <p:sp>
        <p:nvSpPr>
          <p:cNvPr id="28" name="S05-dot112"/>
          <p:cNvSpPr/>
          <p:nvPr/>
        </p:nvSpPr>
        <p:spPr>
          <a:xfrm>
            <a:off x="7140481" y="2629632"/>
            <a:ext cx="181417" cy="181417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9" name="S05-dot113"/>
          <p:cNvSpPr/>
          <p:nvPr/>
        </p:nvSpPr>
        <p:spPr>
          <a:xfrm>
            <a:off x="7433089" y="2629632"/>
            <a:ext cx="181417" cy="181417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0" name="S05-dot114"/>
          <p:cNvSpPr/>
          <p:nvPr/>
        </p:nvSpPr>
        <p:spPr>
          <a:xfrm>
            <a:off x="7725697" y="2629632"/>
            <a:ext cx="181417" cy="181417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1" name="S05-group115"/>
          <p:cNvSpPr/>
          <p:nvPr/>
        </p:nvSpPr>
        <p:spPr>
          <a:xfrm>
            <a:off x="7112318" y="2610612"/>
            <a:ext cx="822960" cy="219456"/>
          </a:xfrm>
          <a:prstGeom prst="roundRect">
            <a:avLst>
              <a:gd name="adj" fmla="val 50000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32" name="S05-figure116" descr="바둑돌 3개 한 묶음(주황색)"/>
          <p:cNvSpPr/>
          <p:nvPr/>
        </p:nvSpPr>
        <p:spPr>
          <a:xfrm>
            <a:off x="7084886" y="2574036"/>
            <a:ext cx="877824" cy="292608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" name="S05-dot117"/>
          <p:cNvSpPr/>
          <p:nvPr/>
        </p:nvSpPr>
        <p:spPr>
          <a:xfrm>
            <a:off x="8362348" y="2629632"/>
            <a:ext cx="181417" cy="181417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4" name="S05-dot118"/>
          <p:cNvSpPr/>
          <p:nvPr/>
        </p:nvSpPr>
        <p:spPr>
          <a:xfrm>
            <a:off x="8654956" y="2629632"/>
            <a:ext cx="181417" cy="181417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5" name="S05-dot119"/>
          <p:cNvSpPr/>
          <p:nvPr/>
        </p:nvSpPr>
        <p:spPr>
          <a:xfrm>
            <a:off x="8947564" y="2629632"/>
            <a:ext cx="181417" cy="181417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6" name="S05-group120"/>
          <p:cNvSpPr/>
          <p:nvPr/>
        </p:nvSpPr>
        <p:spPr>
          <a:xfrm>
            <a:off x="8334185" y="2610612"/>
            <a:ext cx="822960" cy="219456"/>
          </a:xfrm>
          <a:prstGeom prst="roundRect">
            <a:avLst>
              <a:gd name="adj" fmla="val 50000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37" name="S05-figure121" descr="바둑돌 3개 한 묶음(주황색)"/>
          <p:cNvSpPr/>
          <p:nvPr/>
        </p:nvSpPr>
        <p:spPr>
          <a:xfrm>
            <a:off x="8306753" y="2574036"/>
            <a:ext cx="877824" cy="292608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8" name="S05-dot122"/>
          <p:cNvSpPr/>
          <p:nvPr/>
        </p:nvSpPr>
        <p:spPr>
          <a:xfrm>
            <a:off x="9584215" y="2629632"/>
            <a:ext cx="181417" cy="181417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9" name="S05-dot123"/>
          <p:cNvSpPr/>
          <p:nvPr/>
        </p:nvSpPr>
        <p:spPr>
          <a:xfrm>
            <a:off x="9876823" y="2629632"/>
            <a:ext cx="181417" cy="181417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40" name="S05-dot124"/>
          <p:cNvSpPr/>
          <p:nvPr/>
        </p:nvSpPr>
        <p:spPr>
          <a:xfrm>
            <a:off x="10169431" y="2629632"/>
            <a:ext cx="181417" cy="181417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41" name="S05-group125"/>
          <p:cNvSpPr/>
          <p:nvPr/>
        </p:nvSpPr>
        <p:spPr>
          <a:xfrm>
            <a:off x="9556052" y="2610612"/>
            <a:ext cx="822960" cy="219456"/>
          </a:xfrm>
          <a:prstGeom prst="roundRect">
            <a:avLst>
              <a:gd name="adj" fmla="val 50000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42" name="S05-figure126" descr="바둑돌 3개 한 묶음(흰색)"/>
          <p:cNvSpPr/>
          <p:nvPr/>
        </p:nvSpPr>
        <p:spPr>
          <a:xfrm>
            <a:off x="9528620" y="2574036"/>
            <a:ext cx="877824" cy="292608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3" name="S05-dot127"/>
          <p:cNvSpPr/>
          <p:nvPr/>
        </p:nvSpPr>
        <p:spPr>
          <a:xfrm>
            <a:off x="10806082" y="2629632"/>
            <a:ext cx="181417" cy="181417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44" name="S05-dot128"/>
          <p:cNvSpPr/>
          <p:nvPr/>
        </p:nvSpPr>
        <p:spPr>
          <a:xfrm>
            <a:off x="11098690" y="2629632"/>
            <a:ext cx="181417" cy="181417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45" name="S05-dot129"/>
          <p:cNvSpPr/>
          <p:nvPr/>
        </p:nvSpPr>
        <p:spPr>
          <a:xfrm>
            <a:off x="11391298" y="2629632"/>
            <a:ext cx="181417" cy="181417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46" name="S05-group130"/>
          <p:cNvSpPr/>
          <p:nvPr/>
        </p:nvSpPr>
        <p:spPr>
          <a:xfrm>
            <a:off x="10777919" y="2610612"/>
            <a:ext cx="822960" cy="219456"/>
          </a:xfrm>
          <a:prstGeom prst="roundRect">
            <a:avLst>
              <a:gd name="adj" fmla="val 50000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47" name="S05-figure131" descr="바둑돌 3개 한 묶음(흰색)"/>
          <p:cNvSpPr/>
          <p:nvPr/>
        </p:nvSpPr>
        <p:spPr>
          <a:xfrm>
            <a:off x="10750487" y="2574036"/>
            <a:ext cx="877824" cy="292608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8" name="S05-chip132"/>
          <p:cNvSpPr txBox="1"/>
          <p:nvPr/>
        </p:nvSpPr>
        <p:spPr>
          <a:xfrm>
            <a:off x="548640" y="41285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</a:t>
            </a:r>
            <a:endParaRPr lang="ko-KR" sz="3000" dirty="0"/>
          </a:p>
        </p:txBody>
      </p:sp>
      <p:sp>
        <p:nvSpPr>
          <p:cNvPr id="49" name="S05-dot133"/>
          <p:cNvSpPr/>
          <p:nvPr/>
        </p:nvSpPr>
        <p:spPr>
          <a:xfrm>
            <a:off x="1583787" y="4321272"/>
            <a:ext cx="181417" cy="181417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50" name="S05-dot134"/>
          <p:cNvSpPr/>
          <p:nvPr/>
        </p:nvSpPr>
        <p:spPr>
          <a:xfrm>
            <a:off x="1876395" y="4321272"/>
            <a:ext cx="181417" cy="181417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51" name="S05-dot135"/>
          <p:cNvSpPr/>
          <p:nvPr/>
        </p:nvSpPr>
        <p:spPr>
          <a:xfrm>
            <a:off x="2169003" y="4321272"/>
            <a:ext cx="181417" cy="181417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52" name="S05-dot136"/>
          <p:cNvSpPr/>
          <p:nvPr/>
        </p:nvSpPr>
        <p:spPr>
          <a:xfrm>
            <a:off x="2461611" y="4321272"/>
            <a:ext cx="181417" cy="181417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53" name="S05-dot137"/>
          <p:cNvSpPr/>
          <p:nvPr/>
        </p:nvSpPr>
        <p:spPr>
          <a:xfrm>
            <a:off x="2754219" y="4321272"/>
            <a:ext cx="181417" cy="181417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54" name="S05-dot138"/>
          <p:cNvSpPr/>
          <p:nvPr/>
        </p:nvSpPr>
        <p:spPr>
          <a:xfrm>
            <a:off x="3046827" y="4321272"/>
            <a:ext cx="181417" cy="181417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55" name="S05-group139"/>
          <p:cNvSpPr/>
          <p:nvPr/>
        </p:nvSpPr>
        <p:spPr>
          <a:xfrm>
            <a:off x="1555623" y="4302252"/>
            <a:ext cx="1700784" cy="219456"/>
          </a:xfrm>
          <a:prstGeom prst="roundRect">
            <a:avLst>
              <a:gd name="adj" fmla="val 50000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56" name="S05-figure140" descr="바둑돌 6개 한 묶음(주황색)"/>
          <p:cNvSpPr/>
          <p:nvPr/>
        </p:nvSpPr>
        <p:spPr>
          <a:xfrm>
            <a:off x="1528191" y="4265676"/>
            <a:ext cx="1755648" cy="292608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7" name="S05-dot141"/>
          <p:cNvSpPr/>
          <p:nvPr/>
        </p:nvSpPr>
        <p:spPr>
          <a:xfrm>
            <a:off x="4027521" y="4321272"/>
            <a:ext cx="181417" cy="181417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58" name="S05-dot142"/>
          <p:cNvSpPr/>
          <p:nvPr/>
        </p:nvSpPr>
        <p:spPr>
          <a:xfrm>
            <a:off x="4320129" y="4321272"/>
            <a:ext cx="181417" cy="181417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59" name="S05-dot143"/>
          <p:cNvSpPr/>
          <p:nvPr/>
        </p:nvSpPr>
        <p:spPr>
          <a:xfrm>
            <a:off x="4612737" y="4321272"/>
            <a:ext cx="181417" cy="181417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60" name="S05-dot144"/>
          <p:cNvSpPr/>
          <p:nvPr/>
        </p:nvSpPr>
        <p:spPr>
          <a:xfrm>
            <a:off x="4905345" y="4321272"/>
            <a:ext cx="181417" cy="181417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61" name="S05-dot145"/>
          <p:cNvSpPr/>
          <p:nvPr/>
        </p:nvSpPr>
        <p:spPr>
          <a:xfrm>
            <a:off x="5197953" y="4321272"/>
            <a:ext cx="181417" cy="181417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62" name="S05-dot146"/>
          <p:cNvSpPr/>
          <p:nvPr/>
        </p:nvSpPr>
        <p:spPr>
          <a:xfrm>
            <a:off x="5490561" y="4321272"/>
            <a:ext cx="181417" cy="181417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63" name="S05-group147"/>
          <p:cNvSpPr/>
          <p:nvPr/>
        </p:nvSpPr>
        <p:spPr>
          <a:xfrm>
            <a:off x="3999357" y="4302252"/>
            <a:ext cx="1700784" cy="219456"/>
          </a:xfrm>
          <a:prstGeom prst="roundRect">
            <a:avLst>
              <a:gd name="adj" fmla="val 50000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64" name="S05-figure148" descr="바둑돌 6개 한 묶음(흰색)"/>
          <p:cNvSpPr/>
          <p:nvPr/>
        </p:nvSpPr>
        <p:spPr>
          <a:xfrm>
            <a:off x="3971925" y="4265676"/>
            <a:ext cx="1755648" cy="292608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5" name="S05-chip149"/>
          <p:cNvSpPr txBox="1"/>
          <p:nvPr/>
        </p:nvSpPr>
        <p:spPr>
          <a:xfrm>
            <a:off x="6277356" y="41285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라</a:t>
            </a:r>
            <a:endParaRPr lang="ko-KR" sz="3000" dirty="0"/>
          </a:p>
        </p:txBody>
      </p:sp>
      <p:sp>
        <p:nvSpPr>
          <p:cNvPr id="66" name="S05-dot150"/>
          <p:cNvSpPr/>
          <p:nvPr/>
        </p:nvSpPr>
        <p:spPr>
          <a:xfrm>
            <a:off x="7344126" y="4321272"/>
            <a:ext cx="181417" cy="181417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67" name="S05-dot151"/>
          <p:cNvSpPr/>
          <p:nvPr/>
        </p:nvSpPr>
        <p:spPr>
          <a:xfrm>
            <a:off x="7636734" y="4321272"/>
            <a:ext cx="181417" cy="181417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68" name="S05-dot152"/>
          <p:cNvSpPr/>
          <p:nvPr/>
        </p:nvSpPr>
        <p:spPr>
          <a:xfrm>
            <a:off x="7929342" y="4321272"/>
            <a:ext cx="181417" cy="181417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69" name="S05-group153"/>
          <p:cNvSpPr/>
          <p:nvPr/>
        </p:nvSpPr>
        <p:spPr>
          <a:xfrm>
            <a:off x="7315962" y="4302252"/>
            <a:ext cx="822960" cy="219456"/>
          </a:xfrm>
          <a:prstGeom prst="roundRect">
            <a:avLst>
              <a:gd name="adj" fmla="val 50000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70" name="S05-figure154" descr="바둑돌 3개 한 묶음(주황색)"/>
          <p:cNvSpPr/>
          <p:nvPr/>
        </p:nvSpPr>
        <p:spPr>
          <a:xfrm>
            <a:off x="7288530" y="4265676"/>
            <a:ext cx="877824" cy="292608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1" name="S05-dot155"/>
          <p:cNvSpPr/>
          <p:nvPr/>
        </p:nvSpPr>
        <p:spPr>
          <a:xfrm>
            <a:off x="8973282" y="4321272"/>
            <a:ext cx="181417" cy="181417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72" name="S05-dot156"/>
          <p:cNvSpPr/>
          <p:nvPr/>
        </p:nvSpPr>
        <p:spPr>
          <a:xfrm>
            <a:off x="9265890" y="4321272"/>
            <a:ext cx="181417" cy="181417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73" name="S05-dot157"/>
          <p:cNvSpPr/>
          <p:nvPr/>
        </p:nvSpPr>
        <p:spPr>
          <a:xfrm>
            <a:off x="9558498" y="4321272"/>
            <a:ext cx="181417" cy="181417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74" name="S05-group158"/>
          <p:cNvSpPr/>
          <p:nvPr/>
        </p:nvSpPr>
        <p:spPr>
          <a:xfrm>
            <a:off x="8945118" y="4302252"/>
            <a:ext cx="822960" cy="219456"/>
          </a:xfrm>
          <a:prstGeom prst="roundRect">
            <a:avLst>
              <a:gd name="adj" fmla="val 50000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75" name="S05-figure159" descr="바둑돌 3개 한 묶음(주황색)"/>
          <p:cNvSpPr/>
          <p:nvPr/>
        </p:nvSpPr>
        <p:spPr>
          <a:xfrm>
            <a:off x="8917686" y="4265676"/>
            <a:ext cx="877824" cy="292608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6" name="S05-dot160"/>
          <p:cNvSpPr/>
          <p:nvPr/>
        </p:nvSpPr>
        <p:spPr>
          <a:xfrm>
            <a:off x="10602438" y="4321272"/>
            <a:ext cx="181417" cy="181417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77" name="S05-dot161"/>
          <p:cNvSpPr/>
          <p:nvPr/>
        </p:nvSpPr>
        <p:spPr>
          <a:xfrm>
            <a:off x="10895046" y="4321272"/>
            <a:ext cx="181417" cy="181417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78" name="S05-dot162"/>
          <p:cNvSpPr/>
          <p:nvPr/>
        </p:nvSpPr>
        <p:spPr>
          <a:xfrm>
            <a:off x="11187654" y="4321272"/>
            <a:ext cx="181417" cy="181417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79" name="S05-group163"/>
          <p:cNvSpPr/>
          <p:nvPr/>
        </p:nvSpPr>
        <p:spPr>
          <a:xfrm>
            <a:off x="10574274" y="4302252"/>
            <a:ext cx="822960" cy="219456"/>
          </a:xfrm>
          <a:prstGeom prst="roundRect">
            <a:avLst>
              <a:gd name="adj" fmla="val 50000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80" name="S05-figure164" descr="바둑돌 3개 한 묶음(흰색)"/>
          <p:cNvSpPr/>
          <p:nvPr/>
        </p:nvSpPr>
        <p:spPr>
          <a:xfrm>
            <a:off x="10546842" y="4265676"/>
            <a:ext cx="877824" cy="292608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누가 맞았을까요?</a:t>
            </a:r>
            <a:endParaRPr lang="ko-KR" sz="4000" dirty="0"/>
          </a:p>
        </p:txBody>
      </p:sp>
      <p:sp>
        <p:nvSpPr>
          <p:cNvPr id="3" name="S06-card165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6-cardtext166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12를 4씩 묶었어요. 8은 12의 얼마일까요?</a:t>
            </a:r>
            <a:endParaRPr lang="ko-KR" sz="3000" dirty="0"/>
          </a:p>
        </p:txBody>
      </p:sp>
      <p:sp>
        <p:nvSpPr>
          <p:cNvPr id="5" name="S06-card167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06-cardtext168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누가 맞았을까요? 왜 그럴까요?</a:t>
            </a:r>
            <a:endParaRPr lang="ko-KR" sz="3000" dirty="0"/>
          </a:p>
        </p:txBody>
      </p:sp>
      <p:sp>
        <p:nvSpPr>
          <p:cNvPr id="7" name="S06-chip169"/>
          <p:cNvSpPr txBox="1"/>
          <p:nvPr/>
        </p:nvSpPr>
        <p:spPr>
          <a:xfrm>
            <a:off x="548640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토끼: 4분의 2</a:t>
            </a:r>
            <a:endParaRPr lang="ko-KR" sz="2400" dirty="0"/>
          </a:p>
        </p:txBody>
      </p:sp>
      <p:sp>
        <p:nvSpPr>
          <p:cNvPr id="8" name="S06-dot170"/>
          <p:cNvSpPr/>
          <p:nvPr/>
        </p:nvSpPr>
        <p:spPr>
          <a:xfrm>
            <a:off x="640659" y="3601029"/>
            <a:ext cx="238110" cy="2381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9" name="S06-dot171"/>
          <p:cNvSpPr/>
          <p:nvPr/>
        </p:nvSpPr>
        <p:spPr>
          <a:xfrm>
            <a:off x="1024707" y="3601029"/>
            <a:ext cx="238110" cy="2381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0" name="S06-dot172"/>
          <p:cNvSpPr/>
          <p:nvPr/>
        </p:nvSpPr>
        <p:spPr>
          <a:xfrm>
            <a:off x="1408755" y="3601029"/>
            <a:ext cx="238110" cy="2381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1" name="S06-dot173"/>
          <p:cNvSpPr/>
          <p:nvPr/>
        </p:nvSpPr>
        <p:spPr>
          <a:xfrm>
            <a:off x="1792803" y="3601029"/>
            <a:ext cx="238110" cy="2381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2" name="S06-group174"/>
          <p:cNvSpPr/>
          <p:nvPr/>
        </p:nvSpPr>
        <p:spPr>
          <a:xfrm>
            <a:off x="595122" y="3564636"/>
            <a:ext cx="1481328" cy="310896"/>
          </a:xfrm>
          <a:prstGeom prst="roundRect">
            <a:avLst>
              <a:gd name="adj" fmla="val 35294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13" name="S06-figure175" descr="바둑돌 4개 한 묶음(주황색)"/>
          <p:cNvSpPr/>
          <p:nvPr/>
        </p:nvSpPr>
        <p:spPr>
          <a:xfrm>
            <a:off x="567690" y="3528060"/>
            <a:ext cx="1536192" cy="384048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S06-dot176"/>
          <p:cNvSpPr/>
          <p:nvPr/>
        </p:nvSpPr>
        <p:spPr>
          <a:xfrm>
            <a:off x="2534991" y="3601029"/>
            <a:ext cx="238110" cy="2381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5" name="S06-dot177"/>
          <p:cNvSpPr/>
          <p:nvPr/>
        </p:nvSpPr>
        <p:spPr>
          <a:xfrm>
            <a:off x="2919039" y="3601029"/>
            <a:ext cx="238110" cy="2381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6" name="S06-dot178"/>
          <p:cNvSpPr/>
          <p:nvPr/>
        </p:nvSpPr>
        <p:spPr>
          <a:xfrm>
            <a:off x="3303087" y="3601029"/>
            <a:ext cx="238110" cy="2381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7" name="S06-dot179"/>
          <p:cNvSpPr/>
          <p:nvPr/>
        </p:nvSpPr>
        <p:spPr>
          <a:xfrm>
            <a:off x="3687135" y="3601029"/>
            <a:ext cx="238110" cy="2381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8" name="S06-group180"/>
          <p:cNvSpPr/>
          <p:nvPr/>
        </p:nvSpPr>
        <p:spPr>
          <a:xfrm>
            <a:off x="2489454" y="3564636"/>
            <a:ext cx="1481328" cy="310896"/>
          </a:xfrm>
          <a:prstGeom prst="roundRect">
            <a:avLst>
              <a:gd name="adj" fmla="val 35294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19" name="S06-figure181" descr="바둑돌 4개 한 묶음(주황색)"/>
          <p:cNvSpPr/>
          <p:nvPr/>
        </p:nvSpPr>
        <p:spPr>
          <a:xfrm>
            <a:off x="2462022" y="3528060"/>
            <a:ext cx="1536192" cy="384048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" name="S06-dot182"/>
          <p:cNvSpPr/>
          <p:nvPr/>
        </p:nvSpPr>
        <p:spPr>
          <a:xfrm>
            <a:off x="4429323" y="3601029"/>
            <a:ext cx="238110" cy="23811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1" name="S06-dot183"/>
          <p:cNvSpPr/>
          <p:nvPr/>
        </p:nvSpPr>
        <p:spPr>
          <a:xfrm>
            <a:off x="4813371" y="3601029"/>
            <a:ext cx="238110" cy="23811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2" name="S06-dot184"/>
          <p:cNvSpPr/>
          <p:nvPr/>
        </p:nvSpPr>
        <p:spPr>
          <a:xfrm>
            <a:off x="5197419" y="3601029"/>
            <a:ext cx="238110" cy="23811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3" name="S06-dot185"/>
          <p:cNvSpPr/>
          <p:nvPr/>
        </p:nvSpPr>
        <p:spPr>
          <a:xfrm>
            <a:off x="5581467" y="3601029"/>
            <a:ext cx="238110" cy="23811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4" name="S06-group186"/>
          <p:cNvSpPr/>
          <p:nvPr/>
        </p:nvSpPr>
        <p:spPr>
          <a:xfrm>
            <a:off x="4383786" y="3564636"/>
            <a:ext cx="1481328" cy="310896"/>
          </a:xfrm>
          <a:prstGeom prst="roundRect">
            <a:avLst>
              <a:gd name="adj" fmla="val 35294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25" name="S06-figure187" descr="바둑돌 4개 한 묶음(흰색)"/>
          <p:cNvSpPr/>
          <p:nvPr/>
        </p:nvSpPr>
        <p:spPr>
          <a:xfrm>
            <a:off x="4356354" y="3528060"/>
            <a:ext cx="1536192" cy="384048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" name="S06-text188"/>
          <p:cNvSpPr txBox="1"/>
          <p:nvPr/>
        </p:nvSpPr>
        <p:spPr>
          <a:xfrm>
            <a:off x="548640" y="4285488"/>
            <a:ext cx="5362956" cy="835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“한 묶음에 4개니까</a:t>
            </a:r>
            <a:endParaRPr lang="ko-KR" sz="2400" dirty="0"/>
          </a:p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분모가 4예요.”</a:t>
            </a:r>
            <a:endParaRPr lang="ko-KR" sz="2400" dirty="0"/>
          </a:p>
        </p:txBody>
      </p:sp>
      <p:sp>
        <p:nvSpPr>
          <p:cNvPr id="27" name="S06-chip189"/>
          <p:cNvSpPr txBox="1"/>
          <p:nvPr/>
        </p:nvSpPr>
        <p:spPr>
          <a:xfrm>
            <a:off x="6277356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곰: 3분의 2</a:t>
            </a:r>
            <a:endParaRPr lang="ko-KR" sz="2400" dirty="0"/>
          </a:p>
        </p:txBody>
      </p:sp>
      <p:sp>
        <p:nvSpPr>
          <p:cNvPr id="28" name="S06-dot190"/>
          <p:cNvSpPr/>
          <p:nvPr/>
        </p:nvSpPr>
        <p:spPr>
          <a:xfrm>
            <a:off x="6369375" y="3601029"/>
            <a:ext cx="238110" cy="2381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9" name="S06-dot191"/>
          <p:cNvSpPr/>
          <p:nvPr/>
        </p:nvSpPr>
        <p:spPr>
          <a:xfrm>
            <a:off x="6753423" y="3601029"/>
            <a:ext cx="238110" cy="2381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0" name="S06-dot192"/>
          <p:cNvSpPr/>
          <p:nvPr/>
        </p:nvSpPr>
        <p:spPr>
          <a:xfrm>
            <a:off x="7137471" y="3601029"/>
            <a:ext cx="238110" cy="2381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1" name="S06-dot193"/>
          <p:cNvSpPr/>
          <p:nvPr/>
        </p:nvSpPr>
        <p:spPr>
          <a:xfrm>
            <a:off x="7521519" y="3601029"/>
            <a:ext cx="238110" cy="2381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2" name="S06-group194"/>
          <p:cNvSpPr/>
          <p:nvPr/>
        </p:nvSpPr>
        <p:spPr>
          <a:xfrm>
            <a:off x="6323838" y="3564636"/>
            <a:ext cx="1481328" cy="310896"/>
          </a:xfrm>
          <a:prstGeom prst="roundRect">
            <a:avLst>
              <a:gd name="adj" fmla="val 35294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33" name="S06-figure195" descr="바둑돌 4개 한 묶음(주황색)"/>
          <p:cNvSpPr/>
          <p:nvPr/>
        </p:nvSpPr>
        <p:spPr>
          <a:xfrm>
            <a:off x="6296406" y="3528060"/>
            <a:ext cx="1536192" cy="384048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" name="S06-dot196"/>
          <p:cNvSpPr/>
          <p:nvPr/>
        </p:nvSpPr>
        <p:spPr>
          <a:xfrm>
            <a:off x="8263707" y="3601029"/>
            <a:ext cx="238110" cy="2381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5" name="S06-dot197"/>
          <p:cNvSpPr/>
          <p:nvPr/>
        </p:nvSpPr>
        <p:spPr>
          <a:xfrm>
            <a:off x="8647755" y="3601029"/>
            <a:ext cx="238110" cy="2381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6" name="S06-dot198"/>
          <p:cNvSpPr/>
          <p:nvPr/>
        </p:nvSpPr>
        <p:spPr>
          <a:xfrm>
            <a:off x="9031803" y="3601029"/>
            <a:ext cx="238110" cy="2381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7" name="S06-dot199"/>
          <p:cNvSpPr/>
          <p:nvPr/>
        </p:nvSpPr>
        <p:spPr>
          <a:xfrm>
            <a:off x="9415851" y="3601029"/>
            <a:ext cx="238110" cy="2381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8" name="S06-group200"/>
          <p:cNvSpPr/>
          <p:nvPr/>
        </p:nvSpPr>
        <p:spPr>
          <a:xfrm>
            <a:off x="8218170" y="3564636"/>
            <a:ext cx="1481328" cy="310896"/>
          </a:xfrm>
          <a:prstGeom prst="roundRect">
            <a:avLst>
              <a:gd name="adj" fmla="val 35294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39" name="S06-figure201" descr="바둑돌 4개 한 묶음(주황색)"/>
          <p:cNvSpPr/>
          <p:nvPr/>
        </p:nvSpPr>
        <p:spPr>
          <a:xfrm>
            <a:off x="8190738" y="3528060"/>
            <a:ext cx="1536192" cy="384048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0" name="S06-dot202"/>
          <p:cNvSpPr/>
          <p:nvPr/>
        </p:nvSpPr>
        <p:spPr>
          <a:xfrm>
            <a:off x="10158039" y="3601029"/>
            <a:ext cx="238110" cy="23811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41" name="S06-dot203"/>
          <p:cNvSpPr/>
          <p:nvPr/>
        </p:nvSpPr>
        <p:spPr>
          <a:xfrm>
            <a:off x="10542087" y="3601029"/>
            <a:ext cx="238110" cy="23811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42" name="S06-dot204"/>
          <p:cNvSpPr/>
          <p:nvPr/>
        </p:nvSpPr>
        <p:spPr>
          <a:xfrm>
            <a:off x="10926135" y="3601029"/>
            <a:ext cx="238110" cy="23811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43" name="S06-dot205"/>
          <p:cNvSpPr/>
          <p:nvPr/>
        </p:nvSpPr>
        <p:spPr>
          <a:xfrm>
            <a:off x="11310183" y="3601029"/>
            <a:ext cx="238110" cy="23811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44" name="S06-group206"/>
          <p:cNvSpPr/>
          <p:nvPr/>
        </p:nvSpPr>
        <p:spPr>
          <a:xfrm>
            <a:off x="10112502" y="3564636"/>
            <a:ext cx="1481328" cy="310896"/>
          </a:xfrm>
          <a:prstGeom prst="roundRect">
            <a:avLst>
              <a:gd name="adj" fmla="val 35294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45" name="S06-figure207" descr="바둑돌 4개 한 묶음(흰색)"/>
          <p:cNvSpPr/>
          <p:nvPr/>
        </p:nvSpPr>
        <p:spPr>
          <a:xfrm>
            <a:off x="10085070" y="3528060"/>
            <a:ext cx="1536192" cy="384048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6" name="S06-text208"/>
          <p:cNvSpPr txBox="1"/>
          <p:nvPr/>
        </p:nvSpPr>
        <p:spPr>
          <a:xfrm>
            <a:off x="6277356" y="4285488"/>
            <a:ext cx="5362956" cy="835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“3묶음 중 2묶음이니까</a:t>
            </a:r>
            <a:endParaRPr lang="ko-KR" sz="2400" dirty="0"/>
          </a:p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3분의 2예요.”</a:t>
            </a:r>
            <a:endParaRPr lang="ko-KR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12의 3분의 2는 얼마?</a:t>
            </a:r>
            <a:endParaRPr lang="ko-KR" sz="4000" dirty="0"/>
          </a:p>
        </p:txBody>
      </p:sp>
      <p:sp>
        <p:nvSpPr>
          <p:cNvPr id="3" name="S07-card209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7-cardtext210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분모만큼 똑같이 묶고, 분자만큼의 묶음을 세요.</a:t>
            </a:r>
            <a:endParaRPr lang="ko-KR" sz="3000" dirty="0"/>
          </a:p>
        </p:txBody>
      </p:sp>
      <p:sp>
        <p:nvSpPr>
          <p:cNvPr id="5" name="S07-op211"/>
          <p:cNvSpPr txBox="1"/>
          <p:nvPr/>
        </p:nvSpPr>
        <p:spPr>
          <a:xfrm>
            <a:off x="548640" y="1351280"/>
            <a:ext cx="1249172" cy="1092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12의</a:t>
            </a:r>
            <a:endParaRPr lang="ko-KR" sz="3400" dirty="0"/>
          </a:p>
        </p:txBody>
      </p:sp>
      <p:sp>
        <p:nvSpPr>
          <p:cNvPr id="6" name="S07-num212"/>
          <p:cNvSpPr txBox="1"/>
          <p:nvPr/>
        </p:nvSpPr>
        <p:spPr>
          <a:xfrm>
            <a:off x="1907540" y="1351280"/>
            <a:ext cx="563118" cy="509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3400" dirty="0"/>
          </a:p>
        </p:txBody>
      </p:sp>
      <p:sp>
        <p:nvSpPr>
          <p:cNvPr id="7" name="S07-fracbar213"/>
          <p:cNvSpPr/>
          <p:nvPr/>
        </p:nvSpPr>
        <p:spPr>
          <a:xfrm>
            <a:off x="1944116" y="1897380"/>
            <a:ext cx="489966" cy="0"/>
          </a:xfrm>
          <a:prstGeom prst="line">
            <a:avLst/>
          </a:prstGeom>
          <a:noFill/>
          <a:ln w="26988">
            <a:solidFill>
              <a:srgbClr val="1F2937"/>
            </a:solidFill>
            <a:prstDash val="solid"/>
          </a:ln>
        </p:spPr>
      </p:sp>
      <p:sp>
        <p:nvSpPr>
          <p:cNvPr id="8" name="S07-num214"/>
          <p:cNvSpPr txBox="1"/>
          <p:nvPr/>
        </p:nvSpPr>
        <p:spPr>
          <a:xfrm>
            <a:off x="1907540" y="1933956"/>
            <a:ext cx="563118" cy="509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3400" dirty="0"/>
          </a:p>
        </p:txBody>
      </p:sp>
      <p:sp>
        <p:nvSpPr>
          <p:cNvPr id="9" name="S07-op215"/>
          <p:cNvSpPr txBox="1"/>
          <p:nvPr/>
        </p:nvSpPr>
        <p:spPr>
          <a:xfrm>
            <a:off x="2580386" y="1351280"/>
            <a:ext cx="437388" cy="1092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</a:t>
            </a:r>
            <a:endParaRPr lang="ko-KR" sz="3400" dirty="0"/>
          </a:p>
        </p:txBody>
      </p:sp>
      <p:sp>
        <p:nvSpPr>
          <p:cNvPr id="10" name="S07-blank216"/>
          <p:cNvSpPr/>
          <p:nvPr/>
        </p:nvSpPr>
        <p:spPr>
          <a:xfrm>
            <a:off x="3278576" y="1708856"/>
            <a:ext cx="377048" cy="377048"/>
          </a:xfrm>
          <a:prstGeom prst="rect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11" name="S07-dot217"/>
          <p:cNvSpPr/>
          <p:nvPr/>
        </p:nvSpPr>
        <p:spPr>
          <a:xfrm>
            <a:off x="7459066" y="3035808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2" name="S07-dot218"/>
          <p:cNvSpPr/>
          <p:nvPr/>
        </p:nvSpPr>
        <p:spPr>
          <a:xfrm>
            <a:off x="7459066" y="3493008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3" name="S07-dot219"/>
          <p:cNvSpPr/>
          <p:nvPr/>
        </p:nvSpPr>
        <p:spPr>
          <a:xfrm>
            <a:off x="7459066" y="3950208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4" name="S07-dot220"/>
          <p:cNvSpPr/>
          <p:nvPr/>
        </p:nvSpPr>
        <p:spPr>
          <a:xfrm>
            <a:off x="7459066" y="4407408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5" name="S07-group221"/>
          <p:cNvSpPr/>
          <p:nvPr/>
        </p:nvSpPr>
        <p:spPr>
          <a:xfrm>
            <a:off x="7408774" y="2976372"/>
            <a:ext cx="384048" cy="1773936"/>
          </a:xfrm>
          <a:prstGeom prst="roundRect">
            <a:avLst>
              <a:gd name="adj" fmla="val 28571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16" name="S07-figure222" descr="바둑돌 4개 한 묶음(주황색)"/>
          <p:cNvSpPr/>
          <p:nvPr/>
        </p:nvSpPr>
        <p:spPr>
          <a:xfrm>
            <a:off x="7372198" y="2948940"/>
            <a:ext cx="457200" cy="182880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S07-dot223"/>
          <p:cNvSpPr/>
          <p:nvPr/>
        </p:nvSpPr>
        <p:spPr>
          <a:xfrm>
            <a:off x="9138879" y="3035808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8" name="S07-dot224"/>
          <p:cNvSpPr/>
          <p:nvPr/>
        </p:nvSpPr>
        <p:spPr>
          <a:xfrm>
            <a:off x="9138879" y="3493008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9" name="S07-dot225"/>
          <p:cNvSpPr/>
          <p:nvPr/>
        </p:nvSpPr>
        <p:spPr>
          <a:xfrm>
            <a:off x="9138879" y="3950208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0" name="S07-dot226"/>
          <p:cNvSpPr/>
          <p:nvPr/>
        </p:nvSpPr>
        <p:spPr>
          <a:xfrm>
            <a:off x="9138879" y="4407408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1" name="S07-group227"/>
          <p:cNvSpPr/>
          <p:nvPr/>
        </p:nvSpPr>
        <p:spPr>
          <a:xfrm>
            <a:off x="9088587" y="2976372"/>
            <a:ext cx="384048" cy="1773936"/>
          </a:xfrm>
          <a:prstGeom prst="roundRect">
            <a:avLst>
              <a:gd name="adj" fmla="val 28571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22" name="S07-figure228" descr="바둑돌 4개 한 묶음(주황색)"/>
          <p:cNvSpPr/>
          <p:nvPr/>
        </p:nvSpPr>
        <p:spPr>
          <a:xfrm>
            <a:off x="9052011" y="2948940"/>
            <a:ext cx="457200" cy="182880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" name="S07-dot229"/>
          <p:cNvSpPr/>
          <p:nvPr/>
        </p:nvSpPr>
        <p:spPr>
          <a:xfrm>
            <a:off x="10818693" y="3035808"/>
            <a:ext cx="283464" cy="28346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4" name="S07-dot230"/>
          <p:cNvSpPr/>
          <p:nvPr/>
        </p:nvSpPr>
        <p:spPr>
          <a:xfrm>
            <a:off x="10818693" y="3493008"/>
            <a:ext cx="283464" cy="28346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5" name="S07-dot231"/>
          <p:cNvSpPr/>
          <p:nvPr/>
        </p:nvSpPr>
        <p:spPr>
          <a:xfrm>
            <a:off x="10818693" y="3950208"/>
            <a:ext cx="283464" cy="28346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6" name="S07-dot232"/>
          <p:cNvSpPr/>
          <p:nvPr/>
        </p:nvSpPr>
        <p:spPr>
          <a:xfrm>
            <a:off x="10818693" y="4407408"/>
            <a:ext cx="283464" cy="28346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7" name="S07-group233"/>
          <p:cNvSpPr/>
          <p:nvPr/>
        </p:nvSpPr>
        <p:spPr>
          <a:xfrm>
            <a:off x="10768401" y="2976372"/>
            <a:ext cx="384048" cy="1773936"/>
          </a:xfrm>
          <a:prstGeom prst="roundRect">
            <a:avLst>
              <a:gd name="adj" fmla="val 28571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28" name="S07-figure234" descr="바둑돌 4개 한 묶음(흰색)"/>
          <p:cNvSpPr/>
          <p:nvPr/>
        </p:nvSpPr>
        <p:spPr>
          <a:xfrm>
            <a:off x="10731825" y="2948940"/>
            <a:ext cx="457200" cy="182880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" name="S07-stepno235"/>
          <p:cNvSpPr txBox="1"/>
          <p:nvPr/>
        </p:nvSpPr>
        <p:spPr>
          <a:xfrm>
            <a:off x="548640" y="282397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30" name="S07-text236"/>
          <p:cNvSpPr txBox="1"/>
          <p:nvPr/>
        </p:nvSpPr>
        <p:spPr>
          <a:xfrm>
            <a:off x="1325880" y="2778252"/>
            <a:ext cx="5229271" cy="743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12개를 3묶음으로</a:t>
            </a:r>
            <a:endParaRPr lang="ko-KR" sz="2400" dirty="0"/>
          </a:p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똑같이 나눠요.</a:t>
            </a:r>
            <a:endParaRPr lang="ko-KR" sz="2400" dirty="0"/>
          </a:p>
        </p:txBody>
      </p:sp>
      <p:sp>
        <p:nvSpPr>
          <p:cNvPr id="31" name="S07-stepno237"/>
          <p:cNvSpPr txBox="1"/>
          <p:nvPr/>
        </p:nvSpPr>
        <p:spPr>
          <a:xfrm>
            <a:off x="548640" y="3686556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32" name="S07-text238"/>
          <p:cNvSpPr txBox="1"/>
          <p:nvPr/>
        </p:nvSpPr>
        <p:spPr>
          <a:xfrm>
            <a:off x="1325880" y="3686556"/>
            <a:ext cx="27065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1묶음은 4개예요.</a:t>
            </a:r>
            <a:endParaRPr lang="ko-KR" sz="2400" dirty="0"/>
          </a:p>
        </p:txBody>
      </p:sp>
      <p:sp>
        <p:nvSpPr>
          <p:cNvPr id="33" name="S07-eqtext239"/>
          <p:cNvSpPr txBox="1"/>
          <p:nvPr/>
        </p:nvSpPr>
        <p:spPr>
          <a:xfrm>
            <a:off x="4032416" y="3686556"/>
            <a:ext cx="25227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 ÷ 3 = 4</a:t>
            </a:r>
            <a:endParaRPr lang="ko-KR" sz="2400" dirty="0"/>
          </a:p>
        </p:txBody>
      </p:sp>
      <p:sp>
        <p:nvSpPr>
          <p:cNvPr id="34" name="S07-stepno240"/>
          <p:cNvSpPr txBox="1"/>
          <p:nvPr/>
        </p:nvSpPr>
        <p:spPr>
          <a:xfrm>
            <a:off x="548640" y="439978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35" name="S07-text241"/>
          <p:cNvSpPr txBox="1"/>
          <p:nvPr/>
        </p:nvSpPr>
        <p:spPr>
          <a:xfrm>
            <a:off x="1325880" y="4399788"/>
            <a:ext cx="27065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2묶음은 8개예요.</a:t>
            </a:r>
            <a:endParaRPr lang="ko-KR" sz="2400" dirty="0"/>
          </a:p>
        </p:txBody>
      </p:sp>
      <p:sp>
        <p:nvSpPr>
          <p:cNvPr id="36" name="S07-eqtext242"/>
          <p:cNvSpPr txBox="1"/>
          <p:nvPr/>
        </p:nvSpPr>
        <p:spPr>
          <a:xfrm>
            <a:off x="4032416" y="4399788"/>
            <a:ext cx="25227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 × 2 = 8</a:t>
            </a:r>
            <a:endParaRPr lang="ko-KR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바둑돌로 구해요</a:t>
            </a:r>
            <a:endParaRPr lang="ko-KR" sz="4000" dirty="0"/>
          </a:p>
        </p:txBody>
      </p:sp>
      <p:sp>
        <p:nvSpPr>
          <p:cNvPr id="3" name="S08-text243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분수만큼은 몇 개인지 구해요.</a:t>
            </a:r>
            <a:endParaRPr lang="ko-KR" sz="3000" dirty="0"/>
          </a:p>
        </p:txBody>
      </p:sp>
      <p:sp>
        <p:nvSpPr>
          <p:cNvPr id="4" name="S08-card244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08-cardtext245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분모만큼 묶고, 분자만큼의 묶음을 세요.</a:t>
            </a:r>
            <a:endParaRPr lang="ko-KR" sz="3000" dirty="0"/>
          </a:p>
        </p:txBody>
      </p:sp>
      <p:sp>
        <p:nvSpPr>
          <p:cNvPr id="6" name="S08-card246"/>
          <p:cNvSpPr/>
          <p:nvPr/>
        </p:nvSpPr>
        <p:spPr>
          <a:xfrm>
            <a:off x="6277356" y="2011680"/>
            <a:ext cx="5362956" cy="3108960"/>
          </a:xfrm>
          <a:prstGeom prst="roundRect">
            <a:avLst>
              <a:gd name="adj" fmla="val 3529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7" name="S08-cardtext247"/>
          <p:cNvSpPr txBox="1"/>
          <p:nvPr/>
        </p:nvSpPr>
        <p:spPr>
          <a:xfrm>
            <a:off x="6551676" y="2148840"/>
            <a:ext cx="4814316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15를 5묶음으로</a:t>
            </a:r>
            <a:endParaRPr lang="ko-KR" sz="3000" dirty="0"/>
          </a:p>
        </p:txBody>
      </p:sp>
      <p:sp>
        <p:nvSpPr>
          <p:cNvPr id="8" name="S08-dot248"/>
          <p:cNvSpPr/>
          <p:nvPr/>
        </p:nvSpPr>
        <p:spPr>
          <a:xfrm>
            <a:off x="6749186" y="3158795"/>
            <a:ext cx="311810" cy="31181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9" name="S08-dot249"/>
          <p:cNvSpPr/>
          <p:nvPr/>
        </p:nvSpPr>
        <p:spPr>
          <a:xfrm>
            <a:off x="6749186" y="3661715"/>
            <a:ext cx="311810" cy="31181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0" name="S08-dot250"/>
          <p:cNvSpPr/>
          <p:nvPr/>
        </p:nvSpPr>
        <p:spPr>
          <a:xfrm>
            <a:off x="6749186" y="4164635"/>
            <a:ext cx="311810" cy="31181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1" name="S08-group251"/>
          <p:cNvSpPr/>
          <p:nvPr/>
        </p:nvSpPr>
        <p:spPr>
          <a:xfrm>
            <a:off x="6690208" y="3090672"/>
            <a:ext cx="429768" cy="1453896"/>
          </a:xfrm>
          <a:prstGeom prst="roundRect">
            <a:avLst>
              <a:gd name="adj" fmla="val 25532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12" name="S08-figure252" descr="바둑돌 3개 한 묶음(흰색)"/>
          <p:cNvSpPr/>
          <p:nvPr/>
        </p:nvSpPr>
        <p:spPr>
          <a:xfrm>
            <a:off x="6653632" y="3063240"/>
            <a:ext cx="502920" cy="150876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S08-dot253"/>
          <p:cNvSpPr/>
          <p:nvPr/>
        </p:nvSpPr>
        <p:spPr>
          <a:xfrm>
            <a:off x="7776058" y="3158795"/>
            <a:ext cx="311810" cy="31181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4" name="S08-dot254"/>
          <p:cNvSpPr/>
          <p:nvPr/>
        </p:nvSpPr>
        <p:spPr>
          <a:xfrm>
            <a:off x="7776058" y="3661715"/>
            <a:ext cx="311810" cy="31181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5" name="S08-dot255"/>
          <p:cNvSpPr/>
          <p:nvPr/>
        </p:nvSpPr>
        <p:spPr>
          <a:xfrm>
            <a:off x="7776058" y="4164635"/>
            <a:ext cx="311810" cy="31181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6" name="S08-group256"/>
          <p:cNvSpPr/>
          <p:nvPr/>
        </p:nvSpPr>
        <p:spPr>
          <a:xfrm>
            <a:off x="7717079" y="3090672"/>
            <a:ext cx="429768" cy="1453896"/>
          </a:xfrm>
          <a:prstGeom prst="roundRect">
            <a:avLst>
              <a:gd name="adj" fmla="val 25532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17" name="S08-figure257" descr="바둑돌 3개 한 묶음(흰색)"/>
          <p:cNvSpPr/>
          <p:nvPr/>
        </p:nvSpPr>
        <p:spPr>
          <a:xfrm>
            <a:off x="7680503" y="3063240"/>
            <a:ext cx="502920" cy="150876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S08-dot258"/>
          <p:cNvSpPr/>
          <p:nvPr/>
        </p:nvSpPr>
        <p:spPr>
          <a:xfrm>
            <a:off x="8802929" y="3158795"/>
            <a:ext cx="311810" cy="31181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9" name="S08-dot259"/>
          <p:cNvSpPr/>
          <p:nvPr/>
        </p:nvSpPr>
        <p:spPr>
          <a:xfrm>
            <a:off x="8802929" y="3661715"/>
            <a:ext cx="311810" cy="31181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0" name="S08-dot260"/>
          <p:cNvSpPr/>
          <p:nvPr/>
        </p:nvSpPr>
        <p:spPr>
          <a:xfrm>
            <a:off x="8802929" y="4164635"/>
            <a:ext cx="311810" cy="31181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1" name="S08-group261"/>
          <p:cNvSpPr/>
          <p:nvPr/>
        </p:nvSpPr>
        <p:spPr>
          <a:xfrm>
            <a:off x="8743950" y="3090672"/>
            <a:ext cx="429768" cy="1453896"/>
          </a:xfrm>
          <a:prstGeom prst="roundRect">
            <a:avLst>
              <a:gd name="adj" fmla="val 25532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22" name="S08-figure262" descr="바둑돌 3개 한 묶음(흰색)"/>
          <p:cNvSpPr/>
          <p:nvPr/>
        </p:nvSpPr>
        <p:spPr>
          <a:xfrm>
            <a:off x="8707374" y="3063240"/>
            <a:ext cx="502920" cy="150876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" name="S08-dot263"/>
          <p:cNvSpPr/>
          <p:nvPr/>
        </p:nvSpPr>
        <p:spPr>
          <a:xfrm>
            <a:off x="9829800" y="3158795"/>
            <a:ext cx="311810" cy="31181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4" name="S08-dot264"/>
          <p:cNvSpPr/>
          <p:nvPr/>
        </p:nvSpPr>
        <p:spPr>
          <a:xfrm>
            <a:off x="9829800" y="3661715"/>
            <a:ext cx="311810" cy="31181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5" name="S08-dot265"/>
          <p:cNvSpPr/>
          <p:nvPr/>
        </p:nvSpPr>
        <p:spPr>
          <a:xfrm>
            <a:off x="9829800" y="4164635"/>
            <a:ext cx="311810" cy="31181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6" name="S08-group266"/>
          <p:cNvSpPr/>
          <p:nvPr/>
        </p:nvSpPr>
        <p:spPr>
          <a:xfrm>
            <a:off x="9770821" y="3090672"/>
            <a:ext cx="429768" cy="1453896"/>
          </a:xfrm>
          <a:prstGeom prst="roundRect">
            <a:avLst>
              <a:gd name="adj" fmla="val 25532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27" name="S08-figure267" descr="바둑돌 3개 한 묶음(흰색)"/>
          <p:cNvSpPr/>
          <p:nvPr/>
        </p:nvSpPr>
        <p:spPr>
          <a:xfrm>
            <a:off x="9734245" y="3063240"/>
            <a:ext cx="502920" cy="150876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" name="S08-dot268"/>
          <p:cNvSpPr/>
          <p:nvPr/>
        </p:nvSpPr>
        <p:spPr>
          <a:xfrm>
            <a:off x="10856671" y="3158795"/>
            <a:ext cx="311810" cy="31181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9" name="S08-dot269"/>
          <p:cNvSpPr/>
          <p:nvPr/>
        </p:nvSpPr>
        <p:spPr>
          <a:xfrm>
            <a:off x="10856671" y="3661715"/>
            <a:ext cx="311810" cy="31181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0" name="S08-dot270"/>
          <p:cNvSpPr/>
          <p:nvPr/>
        </p:nvSpPr>
        <p:spPr>
          <a:xfrm>
            <a:off x="10856671" y="4164635"/>
            <a:ext cx="311810" cy="31181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1" name="S08-group271"/>
          <p:cNvSpPr/>
          <p:nvPr/>
        </p:nvSpPr>
        <p:spPr>
          <a:xfrm>
            <a:off x="10797692" y="3090672"/>
            <a:ext cx="429768" cy="1453896"/>
          </a:xfrm>
          <a:prstGeom prst="roundRect">
            <a:avLst>
              <a:gd name="adj" fmla="val 25532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32" name="S08-figure272" descr="바둑돌 3개 한 묶음(흰색)"/>
          <p:cNvSpPr/>
          <p:nvPr/>
        </p:nvSpPr>
        <p:spPr>
          <a:xfrm>
            <a:off x="10761116" y="3063240"/>
            <a:ext cx="502920" cy="150876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" name="S08-chip273"/>
          <p:cNvSpPr txBox="1"/>
          <p:nvPr/>
        </p:nvSpPr>
        <p:spPr>
          <a:xfrm>
            <a:off x="548640" y="21854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34" name="S08-op274"/>
          <p:cNvSpPr txBox="1"/>
          <p:nvPr/>
        </p:nvSpPr>
        <p:spPr>
          <a:xfrm>
            <a:off x="1344168" y="2012696"/>
            <a:ext cx="1073912" cy="912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15의</a:t>
            </a:r>
            <a:endParaRPr lang="ko-KR" sz="2800" dirty="0"/>
          </a:p>
        </p:txBody>
      </p:sp>
      <p:sp>
        <p:nvSpPr>
          <p:cNvPr id="35" name="S08-num275"/>
          <p:cNvSpPr txBox="1"/>
          <p:nvPr/>
        </p:nvSpPr>
        <p:spPr>
          <a:xfrm>
            <a:off x="2527808" y="2012696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800" dirty="0"/>
          </a:p>
        </p:txBody>
      </p:sp>
      <p:sp>
        <p:nvSpPr>
          <p:cNvPr id="36" name="S08-fracbar276"/>
          <p:cNvSpPr/>
          <p:nvPr/>
        </p:nvSpPr>
        <p:spPr>
          <a:xfrm>
            <a:off x="2564384" y="2468880"/>
            <a:ext cx="409956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37" name="S08-num277"/>
          <p:cNvSpPr txBox="1"/>
          <p:nvPr/>
        </p:nvSpPr>
        <p:spPr>
          <a:xfrm>
            <a:off x="2527808" y="2505456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2800" dirty="0"/>
          </a:p>
        </p:txBody>
      </p:sp>
      <p:sp>
        <p:nvSpPr>
          <p:cNvPr id="38" name="S08-op278"/>
          <p:cNvSpPr txBox="1"/>
          <p:nvPr/>
        </p:nvSpPr>
        <p:spPr>
          <a:xfrm>
            <a:off x="3120644" y="2012696"/>
            <a:ext cx="405384" cy="912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</a:t>
            </a:r>
            <a:endParaRPr lang="ko-KR" sz="2800" dirty="0"/>
          </a:p>
        </p:txBody>
      </p:sp>
      <p:sp>
        <p:nvSpPr>
          <p:cNvPr id="39" name="S08-blank279"/>
          <p:cNvSpPr/>
          <p:nvPr/>
        </p:nvSpPr>
        <p:spPr>
          <a:xfrm>
            <a:off x="3782761" y="2313625"/>
            <a:ext cx="310510" cy="310510"/>
          </a:xfrm>
          <a:prstGeom prst="rect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40" name="S08-chip280"/>
          <p:cNvSpPr txBox="1"/>
          <p:nvPr/>
        </p:nvSpPr>
        <p:spPr>
          <a:xfrm>
            <a:off x="548640" y="32826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41" name="S08-op281"/>
          <p:cNvSpPr txBox="1"/>
          <p:nvPr/>
        </p:nvSpPr>
        <p:spPr>
          <a:xfrm>
            <a:off x="1344168" y="3109976"/>
            <a:ext cx="1073912" cy="912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15의</a:t>
            </a:r>
            <a:endParaRPr lang="ko-KR" sz="2800" dirty="0"/>
          </a:p>
        </p:txBody>
      </p:sp>
      <p:sp>
        <p:nvSpPr>
          <p:cNvPr id="42" name="S08-num282"/>
          <p:cNvSpPr txBox="1"/>
          <p:nvPr/>
        </p:nvSpPr>
        <p:spPr>
          <a:xfrm>
            <a:off x="2527808" y="3109976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800" dirty="0"/>
          </a:p>
        </p:txBody>
      </p:sp>
      <p:sp>
        <p:nvSpPr>
          <p:cNvPr id="43" name="S08-fracbar283"/>
          <p:cNvSpPr/>
          <p:nvPr/>
        </p:nvSpPr>
        <p:spPr>
          <a:xfrm>
            <a:off x="2564384" y="3566160"/>
            <a:ext cx="409956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44" name="S08-num284"/>
          <p:cNvSpPr txBox="1"/>
          <p:nvPr/>
        </p:nvSpPr>
        <p:spPr>
          <a:xfrm>
            <a:off x="2527808" y="3602736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2800" dirty="0"/>
          </a:p>
        </p:txBody>
      </p:sp>
      <p:sp>
        <p:nvSpPr>
          <p:cNvPr id="45" name="S08-op285"/>
          <p:cNvSpPr txBox="1"/>
          <p:nvPr/>
        </p:nvSpPr>
        <p:spPr>
          <a:xfrm>
            <a:off x="3120644" y="3109976"/>
            <a:ext cx="405384" cy="912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</a:t>
            </a:r>
            <a:endParaRPr lang="ko-KR" sz="2800" dirty="0"/>
          </a:p>
        </p:txBody>
      </p:sp>
      <p:sp>
        <p:nvSpPr>
          <p:cNvPr id="46" name="S08-blank286"/>
          <p:cNvSpPr/>
          <p:nvPr/>
        </p:nvSpPr>
        <p:spPr>
          <a:xfrm>
            <a:off x="3782761" y="3410905"/>
            <a:ext cx="310510" cy="310510"/>
          </a:xfrm>
          <a:prstGeom prst="rect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47" name="S08-chip287"/>
          <p:cNvSpPr txBox="1"/>
          <p:nvPr/>
        </p:nvSpPr>
        <p:spPr>
          <a:xfrm>
            <a:off x="548640" y="43799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400" dirty="0"/>
          </a:p>
        </p:txBody>
      </p:sp>
      <p:sp>
        <p:nvSpPr>
          <p:cNvPr id="48" name="S08-op288"/>
          <p:cNvSpPr txBox="1"/>
          <p:nvPr/>
        </p:nvSpPr>
        <p:spPr>
          <a:xfrm>
            <a:off x="1344168" y="4207256"/>
            <a:ext cx="1073912" cy="912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16의</a:t>
            </a:r>
            <a:endParaRPr lang="ko-KR" sz="2800" dirty="0"/>
          </a:p>
        </p:txBody>
      </p:sp>
      <p:sp>
        <p:nvSpPr>
          <p:cNvPr id="49" name="S08-num289"/>
          <p:cNvSpPr txBox="1"/>
          <p:nvPr/>
        </p:nvSpPr>
        <p:spPr>
          <a:xfrm>
            <a:off x="2527808" y="4207256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800" dirty="0"/>
          </a:p>
        </p:txBody>
      </p:sp>
      <p:sp>
        <p:nvSpPr>
          <p:cNvPr id="50" name="S08-fracbar290"/>
          <p:cNvSpPr/>
          <p:nvPr/>
        </p:nvSpPr>
        <p:spPr>
          <a:xfrm>
            <a:off x="2564384" y="4663440"/>
            <a:ext cx="409956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51" name="S08-num291"/>
          <p:cNvSpPr txBox="1"/>
          <p:nvPr/>
        </p:nvSpPr>
        <p:spPr>
          <a:xfrm>
            <a:off x="2527808" y="4700016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800" dirty="0"/>
          </a:p>
        </p:txBody>
      </p:sp>
      <p:sp>
        <p:nvSpPr>
          <p:cNvPr id="52" name="S08-op292"/>
          <p:cNvSpPr txBox="1"/>
          <p:nvPr/>
        </p:nvSpPr>
        <p:spPr>
          <a:xfrm>
            <a:off x="3120644" y="4207256"/>
            <a:ext cx="405384" cy="912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</a:t>
            </a:r>
            <a:endParaRPr lang="ko-KR" sz="2800" dirty="0"/>
          </a:p>
        </p:txBody>
      </p:sp>
      <p:sp>
        <p:nvSpPr>
          <p:cNvPr id="53" name="S08-blank293"/>
          <p:cNvSpPr/>
          <p:nvPr/>
        </p:nvSpPr>
        <p:spPr>
          <a:xfrm>
            <a:off x="3782761" y="4508185"/>
            <a:ext cx="310510" cy="310510"/>
          </a:xfrm>
          <a:prstGeom prst="rect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</a:t>
            </a:r>
            <a:endParaRPr lang="ko-KR" sz="4000" dirty="0"/>
          </a:p>
        </p:txBody>
      </p:sp>
      <p:sp>
        <p:nvSpPr>
          <p:cNvPr id="3" name="S09-text294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①②는 분수로, ③④는 몇 개인지 구해요.</a:t>
            </a:r>
            <a:endParaRPr lang="ko-KR" sz="3000" dirty="0"/>
          </a:p>
        </p:txBody>
      </p:sp>
      <p:sp>
        <p:nvSpPr>
          <p:cNvPr id="4" name="S09-chip295"/>
          <p:cNvSpPr txBox="1"/>
          <p:nvPr/>
        </p:nvSpPr>
        <p:spPr>
          <a:xfrm>
            <a:off x="548640" y="27340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5" name="S09-dot296"/>
          <p:cNvSpPr/>
          <p:nvPr/>
        </p:nvSpPr>
        <p:spPr>
          <a:xfrm>
            <a:off x="1472382" y="2514417"/>
            <a:ext cx="238110" cy="2381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6" name="S09-dot297"/>
          <p:cNvSpPr/>
          <p:nvPr/>
        </p:nvSpPr>
        <p:spPr>
          <a:xfrm>
            <a:off x="1472382" y="2898465"/>
            <a:ext cx="238110" cy="2381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7" name="S09-dot298"/>
          <p:cNvSpPr/>
          <p:nvPr/>
        </p:nvSpPr>
        <p:spPr>
          <a:xfrm>
            <a:off x="1472382" y="3282513"/>
            <a:ext cx="238110" cy="2381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8" name="S09-group299"/>
          <p:cNvSpPr/>
          <p:nvPr/>
        </p:nvSpPr>
        <p:spPr>
          <a:xfrm>
            <a:off x="1435989" y="2468880"/>
            <a:ext cx="310896" cy="1097280"/>
          </a:xfrm>
          <a:prstGeom prst="roundRect">
            <a:avLst>
              <a:gd name="adj" fmla="val 35294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9" name="S09-figure300" descr="바둑돌 3개 한 묶음(주황색)"/>
          <p:cNvSpPr/>
          <p:nvPr/>
        </p:nvSpPr>
        <p:spPr>
          <a:xfrm>
            <a:off x="1399413" y="2441448"/>
            <a:ext cx="384048" cy="1152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S09-dot301"/>
          <p:cNvSpPr/>
          <p:nvPr/>
        </p:nvSpPr>
        <p:spPr>
          <a:xfrm>
            <a:off x="2286960" y="2514417"/>
            <a:ext cx="238110" cy="2381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1" name="S09-dot302"/>
          <p:cNvSpPr/>
          <p:nvPr/>
        </p:nvSpPr>
        <p:spPr>
          <a:xfrm>
            <a:off x="2286960" y="2898465"/>
            <a:ext cx="238110" cy="2381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2" name="S09-dot303"/>
          <p:cNvSpPr/>
          <p:nvPr/>
        </p:nvSpPr>
        <p:spPr>
          <a:xfrm>
            <a:off x="2286960" y="3282513"/>
            <a:ext cx="238110" cy="2381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3" name="S09-group304"/>
          <p:cNvSpPr/>
          <p:nvPr/>
        </p:nvSpPr>
        <p:spPr>
          <a:xfrm>
            <a:off x="2250567" y="2468880"/>
            <a:ext cx="310896" cy="1097280"/>
          </a:xfrm>
          <a:prstGeom prst="roundRect">
            <a:avLst>
              <a:gd name="adj" fmla="val 35294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14" name="S09-figure305" descr="바둑돌 3개 한 묶음(주황색)"/>
          <p:cNvSpPr/>
          <p:nvPr/>
        </p:nvSpPr>
        <p:spPr>
          <a:xfrm>
            <a:off x="2213991" y="2441448"/>
            <a:ext cx="384048" cy="1152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S09-dot306"/>
          <p:cNvSpPr/>
          <p:nvPr/>
        </p:nvSpPr>
        <p:spPr>
          <a:xfrm>
            <a:off x="3101538" y="2514417"/>
            <a:ext cx="238110" cy="2381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6" name="S09-dot307"/>
          <p:cNvSpPr/>
          <p:nvPr/>
        </p:nvSpPr>
        <p:spPr>
          <a:xfrm>
            <a:off x="3101538" y="2898465"/>
            <a:ext cx="238110" cy="2381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7" name="S09-dot308"/>
          <p:cNvSpPr/>
          <p:nvPr/>
        </p:nvSpPr>
        <p:spPr>
          <a:xfrm>
            <a:off x="3101538" y="3282513"/>
            <a:ext cx="238110" cy="2381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8" name="S09-group309"/>
          <p:cNvSpPr/>
          <p:nvPr/>
        </p:nvSpPr>
        <p:spPr>
          <a:xfrm>
            <a:off x="3065145" y="2468880"/>
            <a:ext cx="310896" cy="1097280"/>
          </a:xfrm>
          <a:prstGeom prst="roundRect">
            <a:avLst>
              <a:gd name="adj" fmla="val 35294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19" name="S09-figure310" descr="바둑돌 3개 한 묶음(주황색)"/>
          <p:cNvSpPr/>
          <p:nvPr/>
        </p:nvSpPr>
        <p:spPr>
          <a:xfrm>
            <a:off x="3028569" y="2441448"/>
            <a:ext cx="384048" cy="1152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" name="S09-dot311"/>
          <p:cNvSpPr/>
          <p:nvPr/>
        </p:nvSpPr>
        <p:spPr>
          <a:xfrm>
            <a:off x="3916116" y="2514417"/>
            <a:ext cx="238110" cy="2381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1" name="S09-dot312"/>
          <p:cNvSpPr/>
          <p:nvPr/>
        </p:nvSpPr>
        <p:spPr>
          <a:xfrm>
            <a:off x="3916116" y="2898465"/>
            <a:ext cx="238110" cy="2381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2" name="S09-dot313"/>
          <p:cNvSpPr/>
          <p:nvPr/>
        </p:nvSpPr>
        <p:spPr>
          <a:xfrm>
            <a:off x="3916116" y="3282513"/>
            <a:ext cx="238110" cy="2381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3" name="S09-group314"/>
          <p:cNvSpPr/>
          <p:nvPr/>
        </p:nvSpPr>
        <p:spPr>
          <a:xfrm>
            <a:off x="3879723" y="2468880"/>
            <a:ext cx="310896" cy="1097280"/>
          </a:xfrm>
          <a:prstGeom prst="roundRect">
            <a:avLst>
              <a:gd name="adj" fmla="val 35294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24" name="S09-figure315" descr="바둑돌 3개 한 묶음(주황색)"/>
          <p:cNvSpPr/>
          <p:nvPr/>
        </p:nvSpPr>
        <p:spPr>
          <a:xfrm>
            <a:off x="3843147" y="2441448"/>
            <a:ext cx="384048" cy="1152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S09-dot316"/>
          <p:cNvSpPr/>
          <p:nvPr/>
        </p:nvSpPr>
        <p:spPr>
          <a:xfrm>
            <a:off x="4730694" y="2514417"/>
            <a:ext cx="238110" cy="23811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6" name="S09-dot317"/>
          <p:cNvSpPr/>
          <p:nvPr/>
        </p:nvSpPr>
        <p:spPr>
          <a:xfrm>
            <a:off x="4730694" y="2898465"/>
            <a:ext cx="238110" cy="23811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7" name="S09-dot318"/>
          <p:cNvSpPr/>
          <p:nvPr/>
        </p:nvSpPr>
        <p:spPr>
          <a:xfrm>
            <a:off x="4730694" y="3282513"/>
            <a:ext cx="238110" cy="23811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8" name="S09-group319"/>
          <p:cNvSpPr/>
          <p:nvPr/>
        </p:nvSpPr>
        <p:spPr>
          <a:xfrm>
            <a:off x="4694301" y="2468880"/>
            <a:ext cx="310896" cy="1097280"/>
          </a:xfrm>
          <a:prstGeom prst="roundRect">
            <a:avLst>
              <a:gd name="adj" fmla="val 35294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29" name="S09-figure320" descr="바둑돌 3개 한 묶음(흰색)"/>
          <p:cNvSpPr/>
          <p:nvPr/>
        </p:nvSpPr>
        <p:spPr>
          <a:xfrm>
            <a:off x="4657725" y="2441448"/>
            <a:ext cx="384048" cy="1152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" name="S09-dot321"/>
          <p:cNvSpPr/>
          <p:nvPr/>
        </p:nvSpPr>
        <p:spPr>
          <a:xfrm>
            <a:off x="5545272" y="2514417"/>
            <a:ext cx="238110" cy="23811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1" name="S09-dot322"/>
          <p:cNvSpPr/>
          <p:nvPr/>
        </p:nvSpPr>
        <p:spPr>
          <a:xfrm>
            <a:off x="5545272" y="2898465"/>
            <a:ext cx="238110" cy="23811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2" name="S09-dot323"/>
          <p:cNvSpPr/>
          <p:nvPr/>
        </p:nvSpPr>
        <p:spPr>
          <a:xfrm>
            <a:off x="5545272" y="3282513"/>
            <a:ext cx="238110" cy="23811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3" name="S09-group324"/>
          <p:cNvSpPr/>
          <p:nvPr/>
        </p:nvSpPr>
        <p:spPr>
          <a:xfrm>
            <a:off x="5508879" y="2468880"/>
            <a:ext cx="310896" cy="1097280"/>
          </a:xfrm>
          <a:prstGeom prst="roundRect">
            <a:avLst>
              <a:gd name="adj" fmla="val 35294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34" name="S09-figure325" descr="바둑돌 3개 한 묶음(흰색)"/>
          <p:cNvSpPr/>
          <p:nvPr/>
        </p:nvSpPr>
        <p:spPr>
          <a:xfrm>
            <a:off x="5472303" y="2441448"/>
            <a:ext cx="384048" cy="1152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5" name="S09-chip326"/>
          <p:cNvSpPr txBox="1"/>
          <p:nvPr/>
        </p:nvSpPr>
        <p:spPr>
          <a:xfrm>
            <a:off x="6277356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36" name="S09-text327"/>
          <p:cNvSpPr txBox="1"/>
          <p:nvPr/>
        </p:nvSpPr>
        <p:spPr>
          <a:xfrm>
            <a:off x="7072884" y="20116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14를 2씩 묶으면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6은 14의 얼마?</a:t>
            </a:r>
            <a:endParaRPr lang="ko-KR" sz="3000" dirty="0"/>
          </a:p>
        </p:txBody>
      </p:sp>
      <p:sp>
        <p:nvSpPr>
          <p:cNvPr id="37" name="S09-chip328"/>
          <p:cNvSpPr txBox="1"/>
          <p:nvPr/>
        </p:nvSpPr>
        <p:spPr>
          <a:xfrm>
            <a:off x="548640" y="4654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400" dirty="0"/>
          </a:p>
        </p:txBody>
      </p:sp>
      <p:sp>
        <p:nvSpPr>
          <p:cNvPr id="38" name="S09-op329"/>
          <p:cNvSpPr txBox="1"/>
          <p:nvPr/>
        </p:nvSpPr>
        <p:spPr>
          <a:xfrm>
            <a:off x="1344168" y="4391660"/>
            <a:ext cx="1249172" cy="1092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24의</a:t>
            </a:r>
            <a:endParaRPr lang="ko-KR" sz="3400" dirty="0"/>
          </a:p>
        </p:txBody>
      </p:sp>
      <p:sp>
        <p:nvSpPr>
          <p:cNvPr id="39" name="S09-num330"/>
          <p:cNvSpPr txBox="1"/>
          <p:nvPr/>
        </p:nvSpPr>
        <p:spPr>
          <a:xfrm>
            <a:off x="2703068" y="4391660"/>
            <a:ext cx="563118" cy="509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3400" dirty="0"/>
          </a:p>
        </p:txBody>
      </p:sp>
      <p:sp>
        <p:nvSpPr>
          <p:cNvPr id="40" name="S09-fracbar331"/>
          <p:cNvSpPr/>
          <p:nvPr/>
        </p:nvSpPr>
        <p:spPr>
          <a:xfrm>
            <a:off x="2739644" y="4937760"/>
            <a:ext cx="489966" cy="0"/>
          </a:xfrm>
          <a:prstGeom prst="line">
            <a:avLst/>
          </a:prstGeom>
          <a:noFill/>
          <a:ln w="26988">
            <a:solidFill>
              <a:srgbClr val="1F2937"/>
            </a:solidFill>
            <a:prstDash val="solid"/>
          </a:ln>
        </p:spPr>
      </p:sp>
      <p:sp>
        <p:nvSpPr>
          <p:cNvPr id="41" name="S09-num332"/>
          <p:cNvSpPr txBox="1"/>
          <p:nvPr/>
        </p:nvSpPr>
        <p:spPr>
          <a:xfrm>
            <a:off x="2703068" y="4974336"/>
            <a:ext cx="563118" cy="509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3400" dirty="0"/>
          </a:p>
        </p:txBody>
      </p:sp>
      <p:sp>
        <p:nvSpPr>
          <p:cNvPr id="42" name="S09-op333"/>
          <p:cNvSpPr txBox="1"/>
          <p:nvPr/>
        </p:nvSpPr>
        <p:spPr>
          <a:xfrm>
            <a:off x="3375914" y="4391660"/>
            <a:ext cx="437388" cy="1092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</a:t>
            </a:r>
            <a:endParaRPr lang="ko-KR" sz="3400" dirty="0"/>
          </a:p>
        </p:txBody>
      </p:sp>
      <p:sp>
        <p:nvSpPr>
          <p:cNvPr id="43" name="S09-blank334"/>
          <p:cNvSpPr/>
          <p:nvPr/>
        </p:nvSpPr>
        <p:spPr>
          <a:xfrm>
            <a:off x="4074104" y="4749236"/>
            <a:ext cx="377048" cy="377048"/>
          </a:xfrm>
          <a:prstGeom prst="rect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44" name="S09-chip335"/>
          <p:cNvSpPr txBox="1"/>
          <p:nvPr/>
        </p:nvSpPr>
        <p:spPr>
          <a:xfrm>
            <a:off x="6277356" y="4654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ko-KR" sz="2400" dirty="0"/>
          </a:p>
        </p:txBody>
      </p:sp>
      <p:sp>
        <p:nvSpPr>
          <p:cNvPr id="45" name="S09-op336"/>
          <p:cNvSpPr txBox="1"/>
          <p:nvPr/>
        </p:nvSpPr>
        <p:spPr>
          <a:xfrm>
            <a:off x="7072884" y="4391660"/>
            <a:ext cx="1249172" cy="1092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24의</a:t>
            </a:r>
            <a:endParaRPr lang="ko-KR" sz="3400" dirty="0"/>
          </a:p>
        </p:txBody>
      </p:sp>
      <p:sp>
        <p:nvSpPr>
          <p:cNvPr id="46" name="S09-num337"/>
          <p:cNvSpPr txBox="1"/>
          <p:nvPr/>
        </p:nvSpPr>
        <p:spPr>
          <a:xfrm>
            <a:off x="8431784" y="4391660"/>
            <a:ext cx="563118" cy="509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3400" dirty="0"/>
          </a:p>
        </p:txBody>
      </p:sp>
      <p:sp>
        <p:nvSpPr>
          <p:cNvPr id="47" name="S09-fracbar338"/>
          <p:cNvSpPr/>
          <p:nvPr/>
        </p:nvSpPr>
        <p:spPr>
          <a:xfrm>
            <a:off x="8468360" y="4937760"/>
            <a:ext cx="489966" cy="0"/>
          </a:xfrm>
          <a:prstGeom prst="line">
            <a:avLst/>
          </a:prstGeom>
          <a:noFill/>
          <a:ln w="26988">
            <a:solidFill>
              <a:srgbClr val="1F2937"/>
            </a:solidFill>
            <a:prstDash val="solid"/>
          </a:ln>
        </p:spPr>
      </p:sp>
      <p:sp>
        <p:nvSpPr>
          <p:cNvPr id="48" name="S09-num339"/>
          <p:cNvSpPr txBox="1"/>
          <p:nvPr/>
        </p:nvSpPr>
        <p:spPr>
          <a:xfrm>
            <a:off x="8431784" y="4974336"/>
            <a:ext cx="563118" cy="509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3400" dirty="0"/>
          </a:p>
        </p:txBody>
      </p:sp>
      <p:sp>
        <p:nvSpPr>
          <p:cNvPr id="49" name="S09-op340"/>
          <p:cNvSpPr txBox="1"/>
          <p:nvPr/>
        </p:nvSpPr>
        <p:spPr>
          <a:xfrm>
            <a:off x="9104630" y="4391660"/>
            <a:ext cx="437388" cy="1092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</a:t>
            </a:r>
            <a:endParaRPr lang="ko-KR" sz="3400" dirty="0"/>
          </a:p>
        </p:txBody>
      </p:sp>
      <p:sp>
        <p:nvSpPr>
          <p:cNvPr id="50" name="S09-blank341"/>
          <p:cNvSpPr/>
          <p:nvPr/>
        </p:nvSpPr>
        <p:spPr>
          <a:xfrm>
            <a:off x="9802820" y="4749236"/>
            <a:ext cx="377048" cy="377048"/>
          </a:xfrm>
          <a:prstGeom prst="rect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 정답</a:t>
            </a:r>
            <a:endParaRPr lang="ko-KR" sz="4000" dirty="0"/>
          </a:p>
        </p:txBody>
      </p:sp>
      <p:sp>
        <p:nvSpPr>
          <p:cNvPr id="3" name="S10-card342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10-cardtext343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틀린 문제는 바둑돌을 직접 묶어 다시 세게 하세요.</a:t>
            </a:r>
            <a:endParaRPr lang="ko-KR" sz="3000" dirty="0"/>
          </a:p>
        </p:txBody>
      </p:sp>
      <p:sp>
        <p:nvSpPr>
          <p:cNvPr id="5" name="S10-chip344"/>
          <p:cNvSpPr txBox="1"/>
          <p:nvPr/>
        </p:nvSpPr>
        <p:spPr>
          <a:xfrm>
            <a:off x="548640" y="1325880"/>
            <a:ext cx="5362956" cy="548640"/>
          </a:xfrm>
          <a:prstGeom prst="roundRect">
            <a:avLst>
              <a:gd name="adj" fmla="val 26667"/>
            </a:avLst>
          </a:prstGeom>
          <a:solidFill>
            <a:srgbClr val="E3F4F1"/>
          </a:solidFill>
          <a:ln>
            <a:solidFill>
              <a:srgbClr val="E3F4F1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정답</a:t>
            </a:r>
            <a:endParaRPr lang="ko-KR" sz="2400" dirty="0"/>
          </a:p>
        </p:txBody>
      </p:sp>
      <p:sp>
        <p:nvSpPr>
          <p:cNvPr id="6" name="S10-text345"/>
          <p:cNvSpPr txBox="1"/>
          <p:nvPr/>
        </p:nvSpPr>
        <p:spPr>
          <a:xfrm>
            <a:off x="548640" y="2057400"/>
            <a:ext cx="2681478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6분의 4</a:t>
            </a:r>
            <a:endParaRPr lang="ko-KR" sz="3000" dirty="0"/>
          </a:p>
        </p:txBody>
      </p:sp>
      <p:sp>
        <p:nvSpPr>
          <p:cNvPr id="7" name="S10-text346"/>
          <p:cNvSpPr txBox="1"/>
          <p:nvPr/>
        </p:nvSpPr>
        <p:spPr>
          <a:xfrm>
            <a:off x="3367278" y="2057400"/>
            <a:ext cx="2544318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6묶음 중 4묶음</a:t>
            </a:r>
            <a:endParaRPr lang="ko-KR" sz="2400" dirty="0"/>
          </a:p>
        </p:txBody>
      </p:sp>
      <p:sp>
        <p:nvSpPr>
          <p:cNvPr id="8" name="S10-text347"/>
          <p:cNvSpPr txBox="1"/>
          <p:nvPr/>
        </p:nvSpPr>
        <p:spPr>
          <a:xfrm>
            <a:off x="548640" y="2857500"/>
            <a:ext cx="2681478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7분의 3</a:t>
            </a:r>
            <a:endParaRPr lang="ko-KR" sz="3000" dirty="0"/>
          </a:p>
        </p:txBody>
      </p:sp>
      <p:sp>
        <p:nvSpPr>
          <p:cNvPr id="9" name="S10-text348"/>
          <p:cNvSpPr txBox="1"/>
          <p:nvPr/>
        </p:nvSpPr>
        <p:spPr>
          <a:xfrm>
            <a:off x="3367278" y="2857500"/>
            <a:ext cx="2544318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7묶음 중 3묶음</a:t>
            </a:r>
            <a:endParaRPr lang="ko-KR" sz="2400" dirty="0"/>
          </a:p>
        </p:txBody>
      </p:sp>
      <p:sp>
        <p:nvSpPr>
          <p:cNvPr id="10" name="S10-text349"/>
          <p:cNvSpPr txBox="1"/>
          <p:nvPr/>
        </p:nvSpPr>
        <p:spPr>
          <a:xfrm>
            <a:off x="548640" y="3657600"/>
            <a:ext cx="2681478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6</a:t>
            </a:r>
            <a:endParaRPr lang="ko-KR" sz="3000" dirty="0"/>
          </a:p>
        </p:txBody>
      </p:sp>
      <p:sp>
        <p:nvSpPr>
          <p:cNvPr id="11" name="S10-text350"/>
          <p:cNvSpPr txBox="1"/>
          <p:nvPr/>
        </p:nvSpPr>
        <p:spPr>
          <a:xfrm>
            <a:off x="3367278" y="3657600"/>
            <a:ext cx="2544318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24 ÷ 4 = 6</a:t>
            </a:r>
            <a:endParaRPr lang="ko-KR" sz="2400" dirty="0"/>
          </a:p>
        </p:txBody>
      </p:sp>
      <p:sp>
        <p:nvSpPr>
          <p:cNvPr id="12" name="S10-text351"/>
          <p:cNvSpPr txBox="1"/>
          <p:nvPr/>
        </p:nvSpPr>
        <p:spPr>
          <a:xfrm>
            <a:off x="548640" y="4457700"/>
            <a:ext cx="2681478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 18</a:t>
            </a:r>
            <a:endParaRPr lang="ko-KR" sz="3000" dirty="0"/>
          </a:p>
        </p:txBody>
      </p:sp>
      <p:sp>
        <p:nvSpPr>
          <p:cNvPr id="13" name="S10-text352"/>
          <p:cNvSpPr txBox="1"/>
          <p:nvPr/>
        </p:nvSpPr>
        <p:spPr>
          <a:xfrm>
            <a:off x="3367278" y="4457700"/>
            <a:ext cx="2544318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 × 3 = 18</a:t>
            </a:r>
            <a:endParaRPr lang="ko-KR" sz="2400" dirty="0"/>
          </a:p>
        </p:txBody>
      </p:sp>
      <p:sp>
        <p:nvSpPr>
          <p:cNvPr id="14" name="S10-chip353"/>
          <p:cNvSpPr txBox="1"/>
          <p:nvPr/>
        </p:nvSpPr>
        <p:spPr>
          <a:xfrm>
            <a:off x="6277356" y="1325880"/>
            <a:ext cx="5362956" cy="548640"/>
          </a:xfrm>
          <a:prstGeom prst="roundRect">
            <a:avLst>
              <a:gd name="adj" fmla="val 26667"/>
            </a:avLst>
          </a:prstGeom>
          <a:solidFill>
            <a:srgbClr val="FBE6E7"/>
          </a:solidFill>
          <a:ln>
            <a:solidFill>
              <a:srgbClr val="FBE6E7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흔한 실수</a:t>
            </a:r>
            <a:endParaRPr lang="ko-KR" sz="2400" dirty="0"/>
          </a:p>
        </p:txBody>
      </p:sp>
      <p:sp>
        <p:nvSpPr>
          <p:cNvPr id="15" name="S10-text354"/>
          <p:cNvSpPr txBox="1"/>
          <p:nvPr/>
        </p:nvSpPr>
        <p:spPr>
          <a:xfrm>
            <a:off x="6277356" y="2057400"/>
            <a:ext cx="268147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3분의 4</a:t>
            </a:r>
            <a:endParaRPr lang="ko-KR" sz="3000" dirty="0"/>
          </a:p>
        </p:txBody>
      </p:sp>
      <p:sp>
        <p:nvSpPr>
          <p:cNvPr id="16" name="S10-text355"/>
          <p:cNvSpPr txBox="1"/>
          <p:nvPr/>
        </p:nvSpPr>
        <p:spPr>
          <a:xfrm>
            <a:off x="9095994" y="2057400"/>
            <a:ext cx="25443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묶음 개수를 분모로</a:t>
            </a:r>
            <a:endParaRPr lang="ko-KR" sz="2400" dirty="0"/>
          </a:p>
        </p:txBody>
      </p:sp>
      <p:sp>
        <p:nvSpPr>
          <p:cNvPr id="17" name="S10-text356"/>
          <p:cNvSpPr txBox="1"/>
          <p:nvPr/>
        </p:nvSpPr>
        <p:spPr>
          <a:xfrm>
            <a:off x="6277356" y="3429000"/>
            <a:ext cx="268147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 6</a:t>
            </a:r>
            <a:endParaRPr lang="ko-KR" sz="3000" dirty="0"/>
          </a:p>
        </p:txBody>
      </p:sp>
      <p:sp>
        <p:nvSpPr>
          <p:cNvPr id="18" name="S10-text357"/>
          <p:cNvSpPr txBox="1"/>
          <p:nvPr/>
        </p:nvSpPr>
        <p:spPr>
          <a:xfrm>
            <a:off x="9095994" y="3429000"/>
            <a:ext cx="25443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1묶음만 셈</a:t>
            </a:r>
            <a:endParaRPr lang="ko-KR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사탕 나누기</a:t>
            </a:r>
            <a:endParaRPr lang="ko-KR" sz="4000" dirty="0"/>
          </a:p>
        </p:txBody>
      </p:sp>
      <p:sp>
        <p:nvSpPr>
          <p:cNvPr id="3" name="S11-text358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사탕 20개가 있어요.</a:t>
            </a:r>
            <a:endParaRPr lang="ko-KR" sz="3000" dirty="0"/>
          </a:p>
        </p:txBody>
      </p:sp>
      <p:sp>
        <p:nvSpPr>
          <p:cNvPr id="4" name="S11-card359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11-cardtext360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바둑돌 20개로 해 봐도 좋아요.</a:t>
            </a:r>
            <a:endParaRPr lang="ko-KR" sz="3000" dirty="0"/>
          </a:p>
        </p:txBody>
      </p:sp>
      <p:sp>
        <p:nvSpPr>
          <p:cNvPr id="6" name="S11-chip361"/>
          <p:cNvSpPr txBox="1"/>
          <p:nvPr/>
        </p:nvSpPr>
        <p:spPr>
          <a:xfrm>
            <a:off x="548640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7" name="S11-text362"/>
          <p:cNvSpPr txBox="1"/>
          <p:nvPr/>
        </p:nvSpPr>
        <p:spPr>
          <a:xfrm>
            <a:off x="1344168" y="201168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20개의 5분의 2를 동생에게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주었어요. 몇 개를 주었나요?</a:t>
            </a:r>
            <a:endParaRPr lang="ko-KR" sz="3000" dirty="0"/>
          </a:p>
        </p:txBody>
      </p:sp>
      <p:sp>
        <p:nvSpPr>
          <p:cNvPr id="8" name="S11-chip363"/>
          <p:cNvSpPr txBox="1"/>
          <p:nvPr/>
        </p:nvSpPr>
        <p:spPr>
          <a:xfrm>
            <a:off x="548640" y="41056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9" name="S11-text364"/>
          <p:cNvSpPr txBox="1"/>
          <p:nvPr/>
        </p:nvSpPr>
        <p:spPr>
          <a:xfrm>
            <a:off x="1344168" y="365760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남은 사탕은 20개의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몇 분의 몇인가요?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</a:t>
            </a:r>
            <a:endParaRPr lang="ko-KR" sz="4000" dirty="0"/>
          </a:p>
        </p:txBody>
      </p:sp>
      <p:sp>
        <p:nvSpPr>
          <p:cNvPr id="3" name="S12-card365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4" name="S12-cardtext366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분모만큼 똑같이 묶고, 분자만큼의 묶음을 세요.</a:t>
            </a:r>
            <a:endParaRPr lang="ko-KR" sz="3000" dirty="0"/>
          </a:p>
        </p:txBody>
      </p:sp>
      <p:sp>
        <p:nvSpPr>
          <p:cNvPr id="5" name="S12-chip367"/>
          <p:cNvSpPr txBox="1"/>
          <p:nvPr/>
        </p:nvSpPr>
        <p:spPr>
          <a:xfrm>
            <a:off x="548640" y="2423160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묶음의 수를 분모로</a:t>
            </a:r>
            <a:endParaRPr lang="ko-KR" sz="2400" dirty="0"/>
          </a:p>
        </p:txBody>
      </p:sp>
      <p:sp>
        <p:nvSpPr>
          <p:cNvPr id="6" name="S12-chip368"/>
          <p:cNvSpPr txBox="1"/>
          <p:nvPr/>
        </p:nvSpPr>
        <p:spPr>
          <a:xfrm>
            <a:off x="6208776" y="2423160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C8434E"/>
          </a:solidFill>
          <a:ln>
            <a:solidFill>
              <a:srgbClr val="C8434E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한 묶음 개수를 분모로</a:t>
            </a:r>
            <a:endParaRPr lang="ko-KR" sz="2400" dirty="0"/>
          </a:p>
        </p:txBody>
      </p:sp>
      <p:sp>
        <p:nvSpPr>
          <p:cNvPr id="7" name="S12-text369"/>
          <p:cNvSpPr txBox="1"/>
          <p:nvPr/>
        </p:nvSpPr>
        <p:spPr>
          <a:xfrm>
            <a:off x="548640" y="324612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수업을 시작할 때 다시 풀어요</a:t>
            </a:r>
            <a:endParaRPr lang="ko-KR" sz="2400" dirty="0"/>
          </a:p>
        </p:txBody>
      </p:sp>
      <p:sp>
        <p:nvSpPr>
          <p:cNvPr id="8" name="S12-text370"/>
          <p:cNvSpPr txBox="1"/>
          <p:nvPr/>
        </p:nvSpPr>
        <p:spPr>
          <a:xfrm>
            <a:off x="548640" y="3749040"/>
            <a:ext cx="35448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12를 3씩 묶으면</a:t>
            </a:r>
            <a:endParaRPr lang="ko-KR" sz="2400" dirty="0"/>
          </a:p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9는 12의 얼마?</a:t>
            </a:r>
            <a:endParaRPr lang="ko-KR" sz="2400" dirty="0"/>
          </a:p>
        </p:txBody>
      </p:sp>
      <p:sp>
        <p:nvSpPr>
          <p:cNvPr id="9" name="S12-op371"/>
          <p:cNvSpPr txBox="1"/>
          <p:nvPr/>
        </p:nvSpPr>
        <p:spPr>
          <a:xfrm>
            <a:off x="4322064" y="4237228"/>
            <a:ext cx="579628" cy="852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600" dirty="0"/>
          </a:p>
        </p:txBody>
      </p:sp>
      <p:sp>
        <p:nvSpPr>
          <p:cNvPr id="10" name="S12-op372"/>
          <p:cNvSpPr txBox="1"/>
          <p:nvPr/>
        </p:nvSpPr>
        <p:spPr>
          <a:xfrm>
            <a:off x="5011420" y="4237228"/>
            <a:ext cx="1015492" cy="852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16의</a:t>
            </a:r>
            <a:endParaRPr lang="ko-KR" sz="2600" dirty="0"/>
          </a:p>
        </p:txBody>
      </p:sp>
      <p:sp>
        <p:nvSpPr>
          <p:cNvPr id="11" name="S12-num373"/>
          <p:cNvSpPr txBox="1"/>
          <p:nvPr/>
        </p:nvSpPr>
        <p:spPr>
          <a:xfrm>
            <a:off x="6136640" y="4237228"/>
            <a:ext cx="456438" cy="389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600" dirty="0"/>
          </a:p>
        </p:txBody>
      </p:sp>
      <p:sp>
        <p:nvSpPr>
          <p:cNvPr id="12" name="S12-fracbar374"/>
          <p:cNvSpPr/>
          <p:nvPr/>
        </p:nvSpPr>
        <p:spPr>
          <a:xfrm>
            <a:off x="6173216" y="4663440"/>
            <a:ext cx="383286" cy="0"/>
          </a:xfrm>
          <a:prstGeom prst="line">
            <a:avLst/>
          </a:prstGeom>
          <a:noFill/>
          <a:ln w="20638">
            <a:solidFill>
              <a:srgbClr val="FFFFFF"/>
            </a:solidFill>
            <a:prstDash val="solid"/>
          </a:ln>
        </p:spPr>
      </p:sp>
      <p:sp>
        <p:nvSpPr>
          <p:cNvPr id="13" name="S12-num375"/>
          <p:cNvSpPr txBox="1"/>
          <p:nvPr/>
        </p:nvSpPr>
        <p:spPr>
          <a:xfrm>
            <a:off x="6136640" y="4700016"/>
            <a:ext cx="456438" cy="389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600" dirty="0"/>
          </a:p>
        </p:txBody>
      </p:sp>
      <p:sp>
        <p:nvSpPr>
          <p:cNvPr id="14" name="S12-op376"/>
          <p:cNvSpPr txBox="1"/>
          <p:nvPr/>
        </p:nvSpPr>
        <p:spPr>
          <a:xfrm>
            <a:off x="6702806" y="4237228"/>
            <a:ext cx="394716" cy="852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</a:t>
            </a:r>
            <a:endParaRPr lang="ko-KR" sz="2600" dirty="0"/>
          </a:p>
        </p:txBody>
      </p:sp>
      <p:sp>
        <p:nvSpPr>
          <p:cNvPr id="15" name="S12-blank377"/>
          <p:cNvSpPr/>
          <p:nvPr/>
        </p:nvSpPr>
        <p:spPr>
          <a:xfrm>
            <a:off x="7352899" y="4519275"/>
            <a:ext cx="288331" cy="288331"/>
          </a:xfrm>
          <a:prstGeom prst="rect">
            <a:avLst/>
          </a:prstGeom>
          <a:solidFill>
            <a:srgbClr val="FFFFFF"/>
          </a:solidFill>
          <a:ln w="22225">
            <a:solidFill>
              <a:srgbClr val="FFFFFF"/>
            </a:solidFill>
            <a:prstDash val="solid"/>
          </a:ln>
        </p:spPr>
      </p:sp>
      <p:sp>
        <p:nvSpPr>
          <p:cNvPr id="16" name="S12-op378"/>
          <p:cNvSpPr txBox="1"/>
          <p:nvPr/>
        </p:nvSpPr>
        <p:spPr>
          <a:xfrm>
            <a:off x="8095488" y="4237228"/>
            <a:ext cx="579628" cy="852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600" dirty="0"/>
          </a:p>
        </p:txBody>
      </p:sp>
      <p:sp>
        <p:nvSpPr>
          <p:cNvPr id="17" name="S12-op379"/>
          <p:cNvSpPr txBox="1"/>
          <p:nvPr/>
        </p:nvSpPr>
        <p:spPr>
          <a:xfrm>
            <a:off x="8784844" y="4237228"/>
            <a:ext cx="1015492" cy="852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16의</a:t>
            </a:r>
            <a:endParaRPr lang="ko-KR" sz="2600" dirty="0"/>
          </a:p>
        </p:txBody>
      </p:sp>
      <p:sp>
        <p:nvSpPr>
          <p:cNvPr id="18" name="S12-num380"/>
          <p:cNvSpPr txBox="1"/>
          <p:nvPr/>
        </p:nvSpPr>
        <p:spPr>
          <a:xfrm>
            <a:off x="9910064" y="4237228"/>
            <a:ext cx="456438" cy="389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600" dirty="0"/>
          </a:p>
        </p:txBody>
      </p:sp>
      <p:sp>
        <p:nvSpPr>
          <p:cNvPr id="19" name="S12-fracbar381"/>
          <p:cNvSpPr/>
          <p:nvPr/>
        </p:nvSpPr>
        <p:spPr>
          <a:xfrm>
            <a:off x="9946640" y="4663440"/>
            <a:ext cx="383286" cy="0"/>
          </a:xfrm>
          <a:prstGeom prst="line">
            <a:avLst/>
          </a:prstGeom>
          <a:noFill/>
          <a:ln w="20638">
            <a:solidFill>
              <a:srgbClr val="FFFFFF"/>
            </a:solidFill>
            <a:prstDash val="solid"/>
          </a:ln>
        </p:spPr>
      </p:sp>
      <p:sp>
        <p:nvSpPr>
          <p:cNvPr id="20" name="S12-num382"/>
          <p:cNvSpPr txBox="1"/>
          <p:nvPr/>
        </p:nvSpPr>
        <p:spPr>
          <a:xfrm>
            <a:off x="9910064" y="4700016"/>
            <a:ext cx="456438" cy="389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600" dirty="0"/>
          </a:p>
        </p:txBody>
      </p:sp>
      <p:sp>
        <p:nvSpPr>
          <p:cNvPr id="21" name="S12-op383"/>
          <p:cNvSpPr txBox="1"/>
          <p:nvPr/>
        </p:nvSpPr>
        <p:spPr>
          <a:xfrm>
            <a:off x="10476230" y="4237228"/>
            <a:ext cx="394716" cy="852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</a:t>
            </a:r>
            <a:endParaRPr lang="ko-KR" sz="2600" dirty="0"/>
          </a:p>
        </p:txBody>
      </p:sp>
      <p:sp>
        <p:nvSpPr>
          <p:cNvPr id="22" name="S12-blank384"/>
          <p:cNvSpPr/>
          <p:nvPr/>
        </p:nvSpPr>
        <p:spPr>
          <a:xfrm>
            <a:off x="11126323" y="4519275"/>
            <a:ext cx="288331" cy="288331"/>
          </a:xfrm>
          <a:prstGeom prst="rect">
            <a:avLst/>
          </a:prstGeom>
          <a:solidFill>
            <a:srgbClr val="FFFFFF"/>
          </a:solidFill>
          <a:ln w="22225">
            <a:solidFill>
              <a:srgbClr val="FFFFFF"/>
            </a:solidFill>
            <a:prstDash val="solid"/>
          </a:ln>
        </p:spPr>
      </p:sp>
      <p:sp>
        <p:nvSpPr>
          <p:cNvPr id="23" name="S12-text385"/>
          <p:cNvSpPr txBox="1"/>
          <p:nvPr/>
        </p:nvSpPr>
        <p:spPr>
          <a:xfrm>
            <a:off x="548640" y="5715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시간: 진분수·가분수·대분수</a:t>
            </a:r>
            <a:endParaRPr lang="ko-KR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보충: 똑같이 나누기</a:t>
            </a:r>
            <a:endParaRPr lang="ko-KR" sz="4000" dirty="0"/>
          </a:p>
        </p:txBody>
      </p:sp>
      <p:sp>
        <p:nvSpPr>
          <p:cNvPr id="3" name="S13-text386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바둑돌 12개를 3묶음으로 똑같이 나눠요.</a:t>
            </a:r>
            <a:endParaRPr lang="ko-KR" sz="3000" dirty="0"/>
          </a:p>
        </p:txBody>
      </p:sp>
      <p:sp>
        <p:nvSpPr>
          <p:cNvPr id="4" name="S13-card387"/>
          <p:cNvSpPr/>
          <p:nvPr/>
        </p:nvSpPr>
        <p:spPr>
          <a:xfrm>
            <a:off x="548640" y="4975860"/>
            <a:ext cx="5431536" cy="1242060"/>
          </a:xfrm>
          <a:prstGeom prst="roundRect">
            <a:avLst>
              <a:gd name="adj" fmla="val 883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" name="S13-cardtext388"/>
          <p:cNvSpPr txBox="1"/>
          <p:nvPr/>
        </p:nvSpPr>
        <p:spPr>
          <a:xfrm>
            <a:off x="822960" y="5113020"/>
            <a:ext cx="4882896" cy="967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 ÷ 3 = 4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묶음에 4개</a:t>
            </a:r>
            <a:endParaRPr lang="ko-KR" sz="3000" dirty="0"/>
          </a:p>
        </p:txBody>
      </p:sp>
      <p:sp>
        <p:nvSpPr>
          <p:cNvPr id="6" name="S13-card389"/>
          <p:cNvSpPr/>
          <p:nvPr/>
        </p:nvSpPr>
        <p:spPr>
          <a:xfrm>
            <a:off x="6208776" y="4975860"/>
            <a:ext cx="5431536" cy="1242060"/>
          </a:xfrm>
          <a:prstGeom prst="roundRect">
            <a:avLst>
              <a:gd name="adj" fmla="val 883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7" name="S13-cardtext390"/>
          <p:cNvSpPr txBox="1"/>
          <p:nvPr/>
        </p:nvSpPr>
        <p:spPr>
          <a:xfrm>
            <a:off x="6483096" y="5113020"/>
            <a:ext cx="4882896" cy="967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묶음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3묶음 중 하나</a:t>
            </a:r>
            <a:endParaRPr lang="ko-KR" sz="3000" dirty="0"/>
          </a:p>
        </p:txBody>
      </p:sp>
      <p:sp>
        <p:nvSpPr>
          <p:cNvPr id="8" name="S13-dot391"/>
          <p:cNvSpPr/>
          <p:nvPr/>
        </p:nvSpPr>
        <p:spPr>
          <a:xfrm>
            <a:off x="2148840" y="2551938"/>
            <a:ext cx="283464" cy="28346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9" name="S13-dot392"/>
          <p:cNvSpPr/>
          <p:nvPr/>
        </p:nvSpPr>
        <p:spPr>
          <a:xfrm>
            <a:off x="2148840" y="3009138"/>
            <a:ext cx="283464" cy="28346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0" name="S13-dot393"/>
          <p:cNvSpPr/>
          <p:nvPr/>
        </p:nvSpPr>
        <p:spPr>
          <a:xfrm>
            <a:off x="2148840" y="3466338"/>
            <a:ext cx="283464" cy="28346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1" name="S13-dot394"/>
          <p:cNvSpPr/>
          <p:nvPr/>
        </p:nvSpPr>
        <p:spPr>
          <a:xfrm>
            <a:off x="2148840" y="3923538"/>
            <a:ext cx="283464" cy="28346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2" name="S13-group395"/>
          <p:cNvSpPr/>
          <p:nvPr/>
        </p:nvSpPr>
        <p:spPr>
          <a:xfrm>
            <a:off x="2098548" y="2492502"/>
            <a:ext cx="384048" cy="1773936"/>
          </a:xfrm>
          <a:prstGeom prst="roundRect">
            <a:avLst>
              <a:gd name="adj" fmla="val 28571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13" name="S13-figure396" descr="바둑돌 4개 한 묶음(흰색)"/>
          <p:cNvSpPr/>
          <p:nvPr/>
        </p:nvSpPr>
        <p:spPr>
          <a:xfrm>
            <a:off x="2061972" y="2465070"/>
            <a:ext cx="457200" cy="182880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S13-dot397"/>
          <p:cNvSpPr/>
          <p:nvPr/>
        </p:nvSpPr>
        <p:spPr>
          <a:xfrm>
            <a:off x="5952744" y="2551938"/>
            <a:ext cx="283464" cy="28346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5" name="S13-dot398"/>
          <p:cNvSpPr/>
          <p:nvPr/>
        </p:nvSpPr>
        <p:spPr>
          <a:xfrm>
            <a:off x="5952744" y="3009138"/>
            <a:ext cx="283464" cy="28346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6" name="S13-dot399"/>
          <p:cNvSpPr/>
          <p:nvPr/>
        </p:nvSpPr>
        <p:spPr>
          <a:xfrm>
            <a:off x="5952744" y="3466338"/>
            <a:ext cx="283464" cy="28346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7" name="S13-dot400"/>
          <p:cNvSpPr/>
          <p:nvPr/>
        </p:nvSpPr>
        <p:spPr>
          <a:xfrm>
            <a:off x="5952744" y="3923538"/>
            <a:ext cx="283464" cy="28346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8" name="S13-group401"/>
          <p:cNvSpPr/>
          <p:nvPr/>
        </p:nvSpPr>
        <p:spPr>
          <a:xfrm>
            <a:off x="5902452" y="2492502"/>
            <a:ext cx="384048" cy="1773936"/>
          </a:xfrm>
          <a:prstGeom prst="roundRect">
            <a:avLst>
              <a:gd name="adj" fmla="val 28571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19" name="S13-figure402" descr="바둑돌 4개 한 묶음(흰색)"/>
          <p:cNvSpPr/>
          <p:nvPr/>
        </p:nvSpPr>
        <p:spPr>
          <a:xfrm>
            <a:off x="5865876" y="2465070"/>
            <a:ext cx="457200" cy="182880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" name="S13-dot403"/>
          <p:cNvSpPr/>
          <p:nvPr/>
        </p:nvSpPr>
        <p:spPr>
          <a:xfrm>
            <a:off x="9756648" y="2551938"/>
            <a:ext cx="283464" cy="28346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1" name="S13-dot404"/>
          <p:cNvSpPr/>
          <p:nvPr/>
        </p:nvSpPr>
        <p:spPr>
          <a:xfrm>
            <a:off x="9756648" y="3009138"/>
            <a:ext cx="283464" cy="28346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2" name="S13-dot405"/>
          <p:cNvSpPr/>
          <p:nvPr/>
        </p:nvSpPr>
        <p:spPr>
          <a:xfrm>
            <a:off x="9756648" y="3466338"/>
            <a:ext cx="283464" cy="28346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3" name="S13-dot406"/>
          <p:cNvSpPr/>
          <p:nvPr/>
        </p:nvSpPr>
        <p:spPr>
          <a:xfrm>
            <a:off x="9756648" y="3923538"/>
            <a:ext cx="283464" cy="28346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4" name="S13-group407"/>
          <p:cNvSpPr/>
          <p:nvPr/>
        </p:nvSpPr>
        <p:spPr>
          <a:xfrm>
            <a:off x="9706356" y="2492502"/>
            <a:ext cx="384048" cy="1773936"/>
          </a:xfrm>
          <a:prstGeom prst="roundRect">
            <a:avLst>
              <a:gd name="adj" fmla="val 28571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25" name="S13-figure408" descr="바둑돌 4개 한 묶음(흰색)"/>
          <p:cNvSpPr/>
          <p:nvPr/>
        </p:nvSpPr>
        <p:spPr>
          <a:xfrm>
            <a:off x="9669780" y="2465070"/>
            <a:ext cx="457200" cy="182880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cation Classroom">
  <a:themeElements>
    <a:clrScheme name="Education Classroom">
      <a:dk1>
        <a:srgbClr val="1F2937"/>
      </a:dk1>
      <a:lt1>
        <a:srgbClr val="FFFFFF"/>
      </a:lt1>
      <a:dk2>
        <a:srgbClr val="264653"/>
      </a:dk2>
      <a:lt2>
        <a:srgbClr val="EAF3F1"/>
      </a:lt2>
      <a:accent1>
        <a:srgbClr val="E9762B"/>
      </a:accent1>
      <a:accent2>
        <a:srgbClr val="2A9D8F"/>
      </a:accent2>
      <a:accent3>
        <a:srgbClr val="C8434E"/>
      </a:accent3>
      <a:accent4>
        <a:srgbClr val="3D5A80"/>
      </a:accent4>
      <a:accent5>
        <a:srgbClr val="F2C14E"/>
      </a:accent5>
      <a:accent6>
        <a:srgbClr val="4B5563"/>
      </a:accent6>
      <a:hlink>
        <a:srgbClr val="3D5A80"/>
      </a:hlink>
      <a:folHlink>
        <a:srgbClr val="7A4E8A"/>
      </a:folHlink>
    </a:clrScheme>
    <a:fontScheme name="Education Classroom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초3 수학 묶음을 분수로</dc:title>
  <dc:subject>KR22-G03-MAT-FRACSET-L01</dc:subject>
  <dc:creator>education-ppt</dc:creator>
  <cp:lastModifiedBy>education-ppt</cp:lastModifiedBy>
  <cp:revision>1</cp:revision>
  <dcterms:created xsi:type="dcterms:W3CDTF">2026-10-26T07:54:25Z</dcterms:created>
  <dcterms:modified xsi:type="dcterms:W3CDTF">2026-10-26T07:54:25Z</dcterms:modified>
</cp:coreProperties>
</file>