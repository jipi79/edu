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aeaa59a-8232-51e2-bf52-664d816aac25}">
          <p14:sldIdLst>
            <p14:sldId id="256"/>
            <p14:sldId id="257"/>
          </p14:sldIdLst>
        </p14:section>
        <p14:section name="개념" id="{a42cbadb-16e4-f656-2100-19a35dd0b583}">
          <p14:sldIdLst>
            <p14:sldId id="258"/>
            <p14:sldId id="260"/>
            <p14:sldId id="261"/>
          </p14:sldIdLst>
        </p14:section>
        <p14:section name="연습" id="{6b41fd40-d719-165b-00a8-574e3e29f266}">
          <p14:sldIdLst>
            <p14:sldId id="259"/>
            <p14:sldId id="262"/>
            <p14:sldId id="263"/>
          </p14:sldIdLst>
        </p14:section>
        <p14:section name="개념" id="{f90b004e-de79-2dfb-877d-9e97d8f4fd48}">
          <p14:sldIdLst/>
        </p14:section>
        <p14:section name="연습" id="{2d69ebdc-d6af-0b7f-327c-b913c2b3d8a4}">
          <p14:sldIdLst/>
        </p14:section>
        <p14:section name="확인" id="{75054487-bfc8-9c01-f85f-8ca304c476d1}">
          <p14:sldIdLst>
            <p14:sldId id="264"/>
            <p14:sldId id="265"/>
          </p14:sldIdLst>
        </p14:section>
        <p14:section name="정리" id="{76212156-f80b-a94d-0d2d-6ef74ac5bb71}">
          <p14:sldIdLst>
            <p14:sldId id="266"/>
          </p14:sldIdLst>
        </p14:section>
        <p14:section name="보충" id="{dd2d992a-adb7-9786-31a9-d6042fb4a378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분수와소수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분수의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분수의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분수의 뜻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나눈 한 조각을 어떻게 나타낼까?</a:t>
            </a:r>
            <a:endParaRPr lang="ko-KR" sz="3000" dirty="0"/>
          </a:p>
        </p:txBody>
      </p:sp>
      <p:sp>
        <p:nvSpPr>
          <p:cNvPr id="4" name="S01-sector1"/>
          <p:cNvSpPr/>
          <p:nvPr/>
        </p:nvSpPr>
        <p:spPr>
          <a:xfrm>
            <a:off x="8366760" y="822960"/>
            <a:ext cx="2560320" cy="2560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sector2"/>
          <p:cNvSpPr/>
          <p:nvPr/>
        </p:nvSpPr>
        <p:spPr>
          <a:xfrm>
            <a:off x="8366760" y="822960"/>
            <a:ext cx="2560320" cy="256032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sector3"/>
          <p:cNvSpPr/>
          <p:nvPr/>
        </p:nvSpPr>
        <p:spPr>
          <a:xfrm>
            <a:off x="8366760" y="822960"/>
            <a:ext cx="2560320" cy="256032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sector4"/>
          <p:cNvSpPr/>
          <p:nvPr/>
        </p:nvSpPr>
        <p:spPr>
          <a:xfrm>
            <a:off x="8366760" y="822960"/>
            <a:ext cx="2560320" cy="256032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figure5" descr="원을 똑같이 4조각으로 나누고 1조각 색칠"/>
          <p:cNvSpPr/>
          <p:nvPr/>
        </p:nvSpPr>
        <p:spPr>
          <a:xfrm>
            <a:off x="8366760" y="822960"/>
            <a:ext cx="2560320" cy="256032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1-card6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똑같이 나누었는지 보고, 까닭을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색칠한 부분을 분수로 쓰고 읽어요.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 기억하기</a:t>
            </a:r>
            <a:endParaRPr lang="ko-KR" sz="40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÷ 2 = □</a:t>
            </a:r>
            <a:endParaRPr lang="ko-KR" sz="34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□</a:t>
            </a:r>
            <a:endParaRPr lang="ko-KR" sz="34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 6개를 3명이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나누면?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나누었나요?</a:t>
            </a:r>
            <a:endParaRPr lang="ko-KR" sz="4000" dirty="0"/>
          </a:p>
        </p:txBody>
      </p:sp>
      <p:sp>
        <p:nvSpPr>
          <p:cNvPr id="3" name="S03-card1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띠를 모두 4조각으로 나누었어요.</a:t>
            </a:r>
            <a:endParaRPr lang="ko-KR" sz="3000" dirty="0"/>
          </a:p>
        </p:txBody>
      </p:sp>
      <p:sp>
        <p:nvSpPr>
          <p:cNvPr id="5" name="S03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3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포개어 보면 조각이 꼭 맞을까요?</a:t>
            </a:r>
            <a:endParaRPr lang="ko-KR" sz="3000" dirty="0"/>
          </a:p>
        </p:txBody>
      </p:sp>
      <p:sp>
        <p:nvSpPr>
          <p:cNvPr id="7" name="S03-chip18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가: 똑같이 나눔</a:t>
            </a:r>
            <a:endParaRPr lang="ko-KR" sz="2400" dirty="0"/>
          </a:p>
        </p:txBody>
      </p:sp>
      <p:sp>
        <p:nvSpPr>
          <p:cNvPr id="8" name="S03-cell19"/>
          <p:cNvSpPr/>
          <p:nvPr/>
        </p:nvSpPr>
        <p:spPr>
          <a:xfrm>
            <a:off x="548640" y="3494532"/>
            <a:ext cx="1340739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cell20"/>
          <p:cNvSpPr/>
          <p:nvPr/>
        </p:nvSpPr>
        <p:spPr>
          <a:xfrm>
            <a:off x="1889379" y="3494532"/>
            <a:ext cx="1340739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cell21"/>
          <p:cNvSpPr/>
          <p:nvPr/>
        </p:nvSpPr>
        <p:spPr>
          <a:xfrm>
            <a:off x="3230118" y="3494532"/>
            <a:ext cx="1340739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cell22"/>
          <p:cNvSpPr/>
          <p:nvPr/>
        </p:nvSpPr>
        <p:spPr>
          <a:xfrm>
            <a:off x="4570857" y="3494532"/>
            <a:ext cx="1340739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3-figure23" descr="똑같이 4칸으로 나눈 띠"/>
          <p:cNvSpPr/>
          <p:nvPr/>
        </p:nvSpPr>
        <p:spPr>
          <a:xfrm>
            <a:off x="548640" y="3494532"/>
            <a:ext cx="53629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3" name="S03-text24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조각의 크기가 모두 같아요.</a:t>
            </a:r>
            <a:endParaRPr lang="ko-KR" sz="2400" dirty="0"/>
          </a:p>
        </p:txBody>
      </p:sp>
      <p:sp>
        <p:nvSpPr>
          <p:cNvPr id="14" name="S03-chip2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나: 똑같이 나누지 않음</a:t>
            </a:r>
            <a:endParaRPr lang="ko-KR" sz="2400" dirty="0"/>
          </a:p>
        </p:txBody>
      </p:sp>
      <p:sp>
        <p:nvSpPr>
          <p:cNvPr id="15" name="S03-cell26"/>
          <p:cNvSpPr/>
          <p:nvPr/>
        </p:nvSpPr>
        <p:spPr>
          <a:xfrm>
            <a:off x="6277356" y="3494532"/>
            <a:ext cx="2145182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27"/>
          <p:cNvSpPr/>
          <p:nvPr/>
        </p:nvSpPr>
        <p:spPr>
          <a:xfrm>
            <a:off x="8422538" y="3494532"/>
            <a:ext cx="1340739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28"/>
          <p:cNvSpPr/>
          <p:nvPr/>
        </p:nvSpPr>
        <p:spPr>
          <a:xfrm>
            <a:off x="9763277" y="3494532"/>
            <a:ext cx="107259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cell29"/>
          <p:cNvSpPr/>
          <p:nvPr/>
        </p:nvSpPr>
        <p:spPr>
          <a:xfrm>
            <a:off x="10835869" y="3494532"/>
            <a:ext cx="804443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figure30" descr="크기가 다른 4조각으로 나눈 띠"/>
          <p:cNvSpPr/>
          <p:nvPr/>
        </p:nvSpPr>
        <p:spPr>
          <a:xfrm>
            <a:off x="6277356" y="3494532"/>
            <a:ext cx="53629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3-text31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조각의 크기가 서로 달라요.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나눈 것 찾기</a:t>
            </a:r>
            <a:endParaRPr lang="ko-KR" sz="4000" dirty="0"/>
          </a:p>
        </p:txBody>
      </p:sp>
      <p:sp>
        <p:nvSpPr>
          <p:cNvPr id="3" name="S04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나눈 것을 모두 골라요.</a:t>
            </a:r>
            <a:endParaRPr lang="ko-KR" sz="3000" dirty="0"/>
          </a:p>
        </p:txBody>
      </p:sp>
      <p:sp>
        <p:nvSpPr>
          <p:cNvPr id="4" name="S04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말해요.</a:t>
            </a:r>
            <a:endParaRPr lang="ko-KR" sz="3000" dirty="0"/>
          </a:p>
        </p:txBody>
      </p:sp>
      <p:sp>
        <p:nvSpPr>
          <p:cNvPr id="6" name="S04-chip35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04-sector36"/>
          <p:cNvSpPr/>
          <p:nvPr/>
        </p:nvSpPr>
        <p:spPr>
          <a:xfrm>
            <a:off x="2919222" y="2011680"/>
            <a:ext cx="1417320" cy="1417320"/>
          </a:xfrm>
          <a:prstGeom prst="pie">
            <a:avLst>
              <a:gd name="adj1" fmla="val 16200000"/>
              <a:gd name="adj2" fmla="val 1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sector37"/>
          <p:cNvSpPr/>
          <p:nvPr/>
        </p:nvSpPr>
        <p:spPr>
          <a:xfrm>
            <a:off x="2919222" y="2011680"/>
            <a:ext cx="1417320" cy="1417320"/>
          </a:xfrm>
          <a:prstGeom prst="pie">
            <a:avLst>
              <a:gd name="adj1" fmla="val 1800000"/>
              <a:gd name="adj2" fmla="val 90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sector38"/>
          <p:cNvSpPr/>
          <p:nvPr/>
        </p:nvSpPr>
        <p:spPr>
          <a:xfrm>
            <a:off x="2919222" y="2011680"/>
            <a:ext cx="1417320" cy="1417320"/>
          </a:xfrm>
          <a:prstGeom prst="pie">
            <a:avLst>
              <a:gd name="adj1" fmla="val 90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figure39" descr="원을 똑같이 3조각으로 나눔"/>
          <p:cNvSpPr/>
          <p:nvPr/>
        </p:nvSpPr>
        <p:spPr>
          <a:xfrm>
            <a:off x="2919222" y="2011680"/>
            <a:ext cx="1417320" cy="141732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4-chip40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2" name="S04-cell41"/>
          <p:cNvSpPr/>
          <p:nvPr/>
        </p:nvSpPr>
        <p:spPr>
          <a:xfrm>
            <a:off x="7072884" y="2354580"/>
            <a:ext cx="2283714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42"/>
          <p:cNvSpPr/>
          <p:nvPr/>
        </p:nvSpPr>
        <p:spPr>
          <a:xfrm>
            <a:off x="9356598" y="2354580"/>
            <a:ext cx="1370228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cell43"/>
          <p:cNvSpPr/>
          <p:nvPr/>
        </p:nvSpPr>
        <p:spPr>
          <a:xfrm>
            <a:off x="10726826" y="2354580"/>
            <a:ext cx="913486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figure44" descr="크기가 다른 3조각으로 나눈 띠"/>
          <p:cNvSpPr/>
          <p:nvPr/>
        </p:nvSpPr>
        <p:spPr>
          <a:xfrm>
            <a:off x="7072884" y="2354580"/>
            <a:ext cx="4567428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4-chip45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7" name="S04-cell46"/>
          <p:cNvSpPr/>
          <p:nvPr/>
        </p:nvSpPr>
        <p:spPr>
          <a:xfrm>
            <a:off x="1344168" y="4046220"/>
            <a:ext cx="913486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47"/>
          <p:cNvSpPr/>
          <p:nvPr/>
        </p:nvSpPr>
        <p:spPr>
          <a:xfrm>
            <a:off x="2257654" y="4046220"/>
            <a:ext cx="913486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48"/>
          <p:cNvSpPr/>
          <p:nvPr/>
        </p:nvSpPr>
        <p:spPr>
          <a:xfrm>
            <a:off x="3171139" y="4046220"/>
            <a:ext cx="913486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49"/>
          <p:cNvSpPr/>
          <p:nvPr/>
        </p:nvSpPr>
        <p:spPr>
          <a:xfrm>
            <a:off x="4084625" y="4046220"/>
            <a:ext cx="913486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50"/>
          <p:cNvSpPr/>
          <p:nvPr/>
        </p:nvSpPr>
        <p:spPr>
          <a:xfrm>
            <a:off x="4998110" y="4046220"/>
            <a:ext cx="913486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figure51" descr="똑같이 5칸으로 나눈 띠"/>
          <p:cNvSpPr/>
          <p:nvPr/>
        </p:nvSpPr>
        <p:spPr>
          <a:xfrm>
            <a:off x="1344168" y="4046220"/>
            <a:ext cx="4567428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4-chip52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24" name="S04-cell53"/>
          <p:cNvSpPr/>
          <p:nvPr/>
        </p:nvSpPr>
        <p:spPr>
          <a:xfrm>
            <a:off x="7072884" y="4046220"/>
            <a:ext cx="1141857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cell54"/>
          <p:cNvSpPr/>
          <p:nvPr/>
        </p:nvSpPr>
        <p:spPr>
          <a:xfrm>
            <a:off x="8214741" y="4046220"/>
            <a:ext cx="1141857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4-cell55"/>
          <p:cNvSpPr/>
          <p:nvPr/>
        </p:nvSpPr>
        <p:spPr>
          <a:xfrm>
            <a:off x="9356598" y="4046220"/>
            <a:ext cx="2283714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figure56" descr="두 조각은 같고 한 조각은 큰 띠"/>
          <p:cNvSpPr/>
          <p:nvPr/>
        </p:nvSpPr>
        <p:spPr>
          <a:xfrm>
            <a:off x="7072884" y="4046220"/>
            <a:ext cx="4567428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</a:t>
            </a:r>
            <a:endParaRPr lang="ko-KR" sz="4000" dirty="0"/>
          </a:p>
        </p:txBody>
      </p:sp>
      <p:sp>
        <p:nvSpPr>
          <p:cNvPr id="3" name="S05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똑같이 4로 나눈 것 중의 1이에요.</a:t>
            </a:r>
            <a:endParaRPr lang="ko-KR" sz="3000" dirty="0"/>
          </a:p>
        </p:txBody>
      </p:sp>
      <p:sp>
        <p:nvSpPr>
          <p:cNvPr id="4" name="S05-card58"/>
          <p:cNvSpPr/>
          <p:nvPr/>
        </p:nvSpPr>
        <p:spPr>
          <a:xfrm>
            <a:off x="548640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59"/>
          <p:cNvSpPr txBox="1"/>
          <p:nvPr/>
        </p:nvSpPr>
        <p:spPr>
          <a:xfrm>
            <a:off x="822960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똑같이 나눈 수</a:t>
            </a:r>
            <a:endParaRPr lang="ko-KR" sz="3000" dirty="0"/>
          </a:p>
        </p:txBody>
      </p:sp>
      <p:sp>
        <p:nvSpPr>
          <p:cNvPr id="6" name="S05-card60"/>
          <p:cNvSpPr/>
          <p:nvPr/>
        </p:nvSpPr>
        <p:spPr>
          <a:xfrm>
            <a:off x="4322064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61"/>
          <p:cNvSpPr txBox="1"/>
          <p:nvPr/>
        </p:nvSpPr>
        <p:spPr>
          <a:xfrm>
            <a:off x="4596384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 1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색칠한 부분의 수</a:t>
            </a:r>
            <a:endParaRPr lang="ko-KR" sz="3000" dirty="0"/>
          </a:p>
        </p:txBody>
      </p:sp>
      <p:sp>
        <p:nvSpPr>
          <p:cNvPr id="8" name="S05-card62"/>
          <p:cNvSpPr/>
          <p:nvPr/>
        </p:nvSpPr>
        <p:spPr>
          <a:xfrm>
            <a:off x="8095488" y="497586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63"/>
          <p:cNvSpPr txBox="1"/>
          <p:nvPr/>
        </p:nvSpPr>
        <p:spPr>
          <a:xfrm>
            <a:off x="8369808" y="511302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</a:t>
            </a:r>
            <a:endParaRPr lang="ko-KR" sz="3000" dirty="0"/>
          </a:p>
        </p:txBody>
      </p:sp>
      <p:sp>
        <p:nvSpPr>
          <p:cNvPr id="10" name="S05-num64"/>
          <p:cNvSpPr txBox="1"/>
          <p:nvPr/>
        </p:nvSpPr>
        <p:spPr>
          <a:xfrm>
            <a:off x="764286" y="292328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11" name="S05-fracbar65"/>
          <p:cNvSpPr/>
          <p:nvPr/>
        </p:nvSpPr>
        <p:spPr>
          <a:xfrm>
            <a:off x="800862" y="337947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num66"/>
          <p:cNvSpPr txBox="1"/>
          <p:nvPr/>
        </p:nvSpPr>
        <p:spPr>
          <a:xfrm>
            <a:off x="764286" y="341604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3" name="S05-cell67"/>
          <p:cNvSpPr/>
          <p:nvPr/>
        </p:nvSpPr>
        <p:spPr>
          <a:xfrm>
            <a:off x="1600200" y="2967990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68"/>
          <p:cNvSpPr/>
          <p:nvPr/>
        </p:nvSpPr>
        <p:spPr>
          <a:xfrm>
            <a:off x="2683764" y="2967990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cell69"/>
          <p:cNvSpPr/>
          <p:nvPr/>
        </p:nvSpPr>
        <p:spPr>
          <a:xfrm>
            <a:off x="3767328" y="2967990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5-cell70"/>
          <p:cNvSpPr/>
          <p:nvPr/>
        </p:nvSpPr>
        <p:spPr>
          <a:xfrm>
            <a:off x="4850892" y="2967990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5-figure71" descr="똑같이 4칸으로 나눈 띠, 1칸 색칠"/>
          <p:cNvSpPr/>
          <p:nvPr/>
        </p:nvSpPr>
        <p:spPr>
          <a:xfrm>
            <a:off x="1600200" y="2967990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5-sector72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sector73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sector74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sector75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figure76" descr="원을 똑같이 4조각으로 나누고 1조각 색칠"/>
          <p:cNvSpPr/>
          <p:nvPr/>
        </p:nvSpPr>
        <p:spPr>
          <a:xfrm>
            <a:off x="8033004" y="2465070"/>
            <a:ext cx="1828800" cy="182880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</a:t>
            </a:r>
            <a:endParaRPr lang="ko-KR" sz="4000" dirty="0"/>
          </a:p>
        </p:txBody>
      </p:sp>
      <p:sp>
        <p:nvSpPr>
          <p:cNvPr id="3" name="S06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4로 나눈 것 중의 3이에요.</a:t>
            </a:r>
            <a:endParaRPr lang="ko-KR" sz="3000" dirty="0"/>
          </a:p>
        </p:txBody>
      </p:sp>
      <p:sp>
        <p:nvSpPr>
          <p:cNvPr id="4" name="S06-card78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6-cardtext79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부분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</a:t>
            </a:r>
            <a:endParaRPr lang="ko-KR" sz="3000" dirty="0"/>
          </a:p>
        </p:txBody>
      </p:sp>
      <p:sp>
        <p:nvSpPr>
          <p:cNvPr id="6" name="S06-card80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81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색칠하지 않은 부분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</a:t>
            </a:r>
            <a:endParaRPr lang="ko-KR" sz="3000" dirty="0"/>
          </a:p>
        </p:txBody>
      </p:sp>
      <p:sp>
        <p:nvSpPr>
          <p:cNvPr id="8" name="S06-num82"/>
          <p:cNvSpPr txBox="1"/>
          <p:nvPr/>
        </p:nvSpPr>
        <p:spPr>
          <a:xfrm>
            <a:off x="764286" y="292328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9" name="S06-fracbar83"/>
          <p:cNvSpPr/>
          <p:nvPr/>
        </p:nvSpPr>
        <p:spPr>
          <a:xfrm>
            <a:off x="800862" y="337947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num84"/>
          <p:cNvSpPr txBox="1"/>
          <p:nvPr/>
        </p:nvSpPr>
        <p:spPr>
          <a:xfrm>
            <a:off x="764286" y="341604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1" name="S06-cell85"/>
          <p:cNvSpPr/>
          <p:nvPr/>
        </p:nvSpPr>
        <p:spPr>
          <a:xfrm>
            <a:off x="1600200" y="2967990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cell86"/>
          <p:cNvSpPr/>
          <p:nvPr/>
        </p:nvSpPr>
        <p:spPr>
          <a:xfrm>
            <a:off x="2683764" y="2967990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cell87"/>
          <p:cNvSpPr/>
          <p:nvPr/>
        </p:nvSpPr>
        <p:spPr>
          <a:xfrm>
            <a:off x="3767328" y="2967990"/>
            <a:ext cx="1083564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6-cell88"/>
          <p:cNvSpPr/>
          <p:nvPr/>
        </p:nvSpPr>
        <p:spPr>
          <a:xfrm>
            <a:off x="4850892" y="2967990"/>
            <a:ext cx="1083564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6-figure89" descr="똑같이 4칸으로 나눈 띠, 3칸 색칠"/>
          <p:cNvSpPr/>
          <p:nvPr/>
        </p:nvSpPr>
        <p:spPr>
          <a:xfrm>
            <a:off x="1600200" y="2967990"/>
            <a:ext cx="433425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6-sector90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6-sector91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6-sector92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6-sector93"/>
          <p:cNvSpPr/>
          <p:nvPr/>
        </p:nvSpPr>
        <p:spPr>
          <a:xfrm>
            <a:off x="8033004" y="2465070"/>
            <a:ext cx="1828800" cy="182880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6-figure94" descr="원을 똑같이 4조각으로 나누고 3조각 색칠"/>
          <p:cNvSpPr/>
          <p:nvPr/>
        </p:nvSpPr>
        <p:spPr>
          <a:xfrm>
            <a:off x="8033004" y="2465070"/>
            <a:ext cx="1828800" cy="182880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나타내요</a:t>
            </a:r>
            <a:endParaRPr lang="ko-KR" sz="4000" dirty="0"/>
          </a:p>
        </p:txBody>
      </p:sp>
      <p:sp>
        <p:nvSpPr>
          <p:cNvPr id="3" name="S07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색칠한 부분을 분수로 쓰고 읽어요.</a:t>
            </a:r>
            <a:endParaRPr lang="ko-KR" sz="3000" dirty="0"/>
          </a:p>
        </p:txBody>
      </p:sp>
      <p:sp>
        <p:nvSpPr>
          <p:cNvPr id="4" name="S07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몇으로 똑같이 나누었나요? 몇 칸을 색칠했나요?</a:t>
            </a:r>
            <a:endParaRPr lang="ko-KR" sz="3000" dirty="0"/>
          </a:p>
        </p:txBody>
      </p:sp>
      <p:sp>
        <p:nvSpPr>
          <p:cNvPr id="6" name="S07-chip9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sector99"/>
          <p:cNvSpPr/>
          <p:nvPr/>
        </p:nvSpPr>
        <p:spPr>
          <a:xfrm>
            <a:off x="2896362" y="2011680"/>
            <a:ext cx="1463040" cy="1463040"/>
          </a:xfrm>
          <a:prstGeom prst="pie">
            <a:avLst>
              <a:gd name="adj1" fmla="val 16200000"/>
              <a:gd name="adj2" fmla="val 198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sector100"/>
          <p:cNvSpPr/>
          <p:nvPr/>
        </p:nvSpPr>
        <p:spPr>
          <a:xfrm>
            <a:off x="2896362" y="2011680"/>
            <a:ext cx="1463040" cy="1463040"/>
          </a:xfrm>
          <a:prstGeom prst="pie">
            <a:avLst>
              <a:gd name="adj1" fmla="val 19800000"/>
              <a:gd name="adj2" fmla="val 1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7-sector101"/>
          <p:cNvSpPr/>
          <p:nvPr/>
        </p:nvSpPr>
        <p:spPr>
          <a:xfrm>
            <a:off x="2896362" y="2011680"/>
            <a:ext cx="1463040" cy="1463040"/>
          </a:xfrm>
          <a:prstGeom prst="pie">
            <a:avLst>
              <a:gd name="adj1" fmla="val 180000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7-sector102"/>
          <p:cNvSpPr/>
          <p:nvPr/>
        </p:nvSpPr>
        <p:spPr>
          <a:xfrm>
            <a:off x="2896362" y="2011680"/>
            <a:ext cx="1463040" cy="1463040"/>
          </a:xfrm>
          <a:prstGeom prst="pie">
            <a:avLst>
              <a:gd name="adj1" fmla="val 5400000"/>
              <a:gd name="adj2" fmla="val 90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7-sector103"/>
          <p:cNvSpPr/>
          <p:nvPr/>
        </p:nvSpPr>
        <p:spPr>
          <a:xfrm>
            <a:off x="2896362" y="2011680"/>
            <a:ext cx="1463040" cy="1463040"/>
          </a:xfrm>
          <a:prstGeom prst="pie">
            <a:avLst>
              <a:gd name="adj1" fmla="val 9000000"/>
              <a:gd name="adj2" fmla="val 126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7-sector104"/>
          <p:cNvSpPr/>
          <p:nvPr/>
        </p:nvSpPr>
        <p:spPr>
          <a:xfrm>
            <a:off x="2896362" y="2011680"/>
            <a:ext cx="1463040" cy="1463040"/>
          </a:xfrm>
          <a:prstGeom prst="pie">
            <a:avLst>
              <a:gd name="adj1" fmla="val 126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7-figure105" descr="원을 똑같이 6조각으로 나누고 1조각 색칠"/>
          <p:cNvSpPr/>
          <p:nvPr/>
        </p:nvSpPr>
        <p:spPr>
          <a:xfrm>
            <a:off x="2896362" y="201168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7-chip10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5" name="S07-cell107"/>
          <p:cNvSpPr/>
          <p:nvPr/>
        </p:nvSpPr>
        <p:spPr>
          <a:xfrm>
            <a:off x="7072884" y="2423160"/>
            <a:ext cx="913486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7-cell108"/>
          <p:cNvSpPr/>
          <p:nvPr/>
        </p:nvSpPr>
        <p:spPr>
          <a:xfrm>
            <a:off x="7986370" y="2423160"/>
            <a:ext cx="913486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7-cell109"/>
          <p:cNvSpPr/>
          <p:nvPr/>
        </p:nvSpPr>
        <p:spPr>
          <a:xfrm>
            <a:off x="8899855" y="2423160"/>
            <a:ext cx="913486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7-cell110"/>
          <p:cNvSpPr/>
          <p:nvPr/>
        </p:nvSpPr>
        <p:spPr>
          <a:xfrm>
            <a:off x="9813341" y="2423160"/>
            <a:ext cx="913486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7-cell111"/>
          <p:cNvSpPr/>
          <p:nvPr/>
        </p:nvSpPr>
        <p:spPr>
          <a:xfrm>
            <a:off x="10726826" y="2423160"/>
            <a:ext cx="913486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7-figure112" descr="똑같이 5칸으로 나눈 띠, 2칸 색칠"/>
          <p:cNvSpPr/>
          <p:nvPr/>
        </p:nvSpPr>
        <p:spPr>
          <a:xfrm>
            <a:off x="7072884" y="2423160"/>
            <a:ext cx="4567428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1" name="S07-chip113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22" name="S07-sector114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16200000"/>
              <a:gd name="adj2" fmla="val 189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7-sector115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18900000"/>
              <a:gd name="adj2" fmla="val 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7-sector116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0"/>
              <a:gd name="adj2" fmla="val 27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7-sector117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270000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7-sector118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5400000"/>
              <a:gd name="adj2" fmla="val 81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7-sector119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8100000"/>
              <a:gd name="adj2" fmla="val 10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7-sector120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10800000"/>
              <a:gd name="adj2" fmla="val 135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7-sector121"/>
          <p:cNvSpPr/>
          <p:nvPr/>
        </p:nvSpPr>
        <p:spPr>
          <a:xfrm>
            <a:off x="2896362" y="3657600"/>
            <a:ext cx="1463040" cy="1463040"/>
          </a:xfrm>
          <a:prstGeom prst="pie">
            <a:avLst>
              <a:gd name="adj1" fmla="val 135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7-figure122" descr="원을 똑같이 8조각으로 나누고 3조각 색칠"/>
          <p:cNvSpPr/>
          <p:nvPr/>
        </p:nvSpPr>
        <p:spPr>
          <a:xfrm>
            <a:off x="2896362" y="3657600"/>
            <a:ext cx="1463040" cy="146304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7-chip123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32" name="S07-cell124"/>
          <p:cNvSpPr/>
          <p:nvPr/>
        </p:nvSpPr>
        <p:spPr>
          <a:xfrm>
            <a:off x="7072884" y="4069080"/>
            <a:ext cx="1522476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7-cell125"/>
          <p:cNvSpPr/>
          <p:nvPr/>
        </p:nvSpPr>
        <p:spPr>
          <a:xfrm>
            <a:off x="8595360" y="4069080"/>
            <a:ext cx="1522476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7-cell126"/>
          <p:cNvSpPr/>
          <p:nvPr/>
        </p:nvSpPr>
        <p:spPr>
          <a:xfrm>
            <a:off x="10117836" y="4069080"/>
            <a:ext cx="1522476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7-figure127" descr="똑같이 3칸으로 나눈 띠, 2칸 색칠"/>
          <p:cNvSpPr/>
          <p:nvPr/>
        </p:nvSpPr>
        <p:spPr>
          <a:xfrm>
            <a:off x="7072884" y="4069080"/>
            <a:ext cx="4567428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1일까요?</a:t>
            </a:r>
            <a:endParaRPr lang="ko-KR" sz="4000" dirty="0"/>
          </a:p>
        </p:txBody>
      </p:sp>
      <p:sp>
        <p:nvSpPr>
          <p:cNvPr id="3" name="S08-card12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2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다른 4조각 중 1조각을 색칠했어요.</a:t>
            </a:r>
            <a:endParaRPr lang="ko-KR" sz="3000" dirty="0"/>
          </a:p>
        </p:txBody>
      </p:sp>
      <p:sp>
        <p:nvSpPr>
          <p:cNvPr id="5" name="S08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까닭을 말해요.</a:t>
            </a:r>
            <a:endParaRPr lang="ko-KR" sz="3000" dirty="0"/>
          </a:p>
        </p:txBody>
      </p:sp>
      <p:sp>
        <p:nvSpPr>
          <p:cNvPr id="7" name="S08-chip132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4분의 1이에요</a:t>
            </a:r>
            <a:endParaRPr lang="ko-KR" sz="2400" dirty="0"/>
          </a:p>
        </p:txBody>
      </p:sp>
      <p:sp>
        <p:nvSpPr>
          <p:cNvPr id="8" name="S08-label133"/>
          <p:cNvSpPr txBox="1"/>
          <p:nvPr/>
        </p:nvSpPr>
        <p:spPr>
          <a:xfrm>
            <a:off x="548640" y="354025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400" dirty="0"/>
          </a:p>
        </p:txBody>
      </p:sp>
      <p:sp>
        <p:nvSpPr>
          <p:cNvPr id="9" name="S08-cell134"/>
          <p:cNvSpPr/>
          <p:nvPr/>
        </p:nvSpPr>
        <p:spPr>
          <a:xfrm>
            <a:off x="1600200" y="3540252"/>
            <a:ext cx="1724558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8-cell135"/>
          <p:cNvSpPr/>
          <p:nvPr/>
        </p:nvSpPr>
        <p:spPr>
          <a:xfrm>
            <a:off x="3324758" y="3540252"/>
            <a:ext cx="1077849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8-cell136"/>
          <p:cNvSpPr/>
          <p:nvPr/>
        </p:nvSpPr>
        <p:spPr>
          <a:xfrm>
            <a:off x="4402607" y="3540252"/>
            <a:ext cx="862279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137"/>
          <p:cNvSpPr/>
          <p:nvPr/>
        </p:nvSpPr>
        <p:spPr>
          <a:xfrm>
            <a:off x="5264887" y="3540252"/>
            <a:ext cx="646709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figure138" descr="크기가 다른 4조각 중 가장 큰 조각 색칠"/>
          <p:cNvSpPr/>
          <p:nvPr/>
        </p:nvSpPr>
        <p:spPr>
          <a:xfrm>
            <a:off x="1600200" y="3540252"/>
            <a:ext cx="4311396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08-text139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“4조각 중 1조각이니까요.”</a:t>
            </a:r>
            <a:endParaRPr lang="ko-KR" sz="2400" dirty="0"/>
          </a:p>
        </p:txBody>
      </p:sp>
      <p:sp>
        <p:nvSpPr>
          <p:cNvPr id="15" name="S08-chip140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4분의 1이 아니에요</a:t>
            </a:r>
            <a:endParaRPr lang="ko-KR" sz="2400" dirty="0"/>
          </a:p>
        </p:txBody>
      </p:sp>
      <p:sp>
        <p:nvSpPr>
          <p:cNvPr id="16" name="S08-num141"/>
          <p:cNvSpPr txBox="1"/>
          <p:nvPr/>
        </p:nvSpPr>
        <p:spPr>
          <a:xfrm>
            <a:off x="6499670" y="3464814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700" dirty="0"/>
          </a:p>
        </p:txBody>
      </p:sp>
      <p:sp>
        <p:nvSpPr>
          <p:cNvPr id="17" name="S08-fracbar142"/>
          <p:cNvSpPr/>
          <p:nvPr/>
        </p:nvSpPr>
        <p:spPr>
          <a:xfrm>
            <a:off x="6536246" y="3906012"/>
            <a:ext cx="396621" cy="0"/>
          </a:xfrm>
          <a:prstGeom prst="line">
            <a:avLst/>
          </a:prstGeom>
          <a:noFill/>
          <a:ln w="21431">
            <a:solidFill>
              <a:srgbClr val="1F2937"/>
            </a:solidFill>
            <a:prstDash val="solid"/>
          </a:ln>
        </p:spPr>
      </p:sp>
      <p:sp>
        <p:nvSpPr>
          <p:cNvPr id="18" name="S08-num143"/>
          <p:cNvSpPr txBox="1"/>
          <p:nvPr/>
        </p:nvSpPr>
        <p:spPr>
          <a:xfrm>
            <a:off x="6499670" y="3942588"/>
            <a:ext cx="469773" cy="4046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19" name="S08-cell144"/>
          <p:cNvSpPr/>
          <p:nvPr/>
        </p:nvSpPr>
        <p:spPr>
          <a:xfrm>
            <a:off x="7328916" y="3540252"/>
            <a:ext cx="1077849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8-cell145"/>
          <p:cNvSpPr/>
          <p:nvPr/>
        </p:nvSpPr>
        <p:spPr>
          <a:xfrm>
            <a:off x="8406765" y="3540252"/>
            <a:ext cx="1077849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8-cell146"/>
          <p:cNvSpPr/>
          <p:nvPr/>
        </p:nvSpPr>
        <p:spPr>
          <a:xfrm>
            <a:off x="9484614" y="3540252"/>
            <a:ext cx="1077849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8-cell147"/>
          <p:cNvSpPr/>
          <p:nvPr/>
        </p:nvSpPr>
        <p:spPr>
          <a:xfrm>
            <a:off x="10562463" y="3540252"/>
            <a:ext cx="1077849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8-figure148" descr="똑같이 4칸으로 나눈 띠, 1칸 색칠"/>
          <p:cNvSpPr/>
          <p:nvPr/>
        </p:nvSpPr>
        <p:spPr>
          <a:xfrm>
            <a:off x="7328916" y="3540252"/>
            <a:ext cx="4311396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08-text149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“4분의 1은 이만큼이에요.”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1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쓰고, 물음에 답해요.</a:t>
            </a:r>
            <a:endParaRPr lang="ko-KR" sz="3000" dirty="0"/>
          </a:p>
        </p:txBody>
      </p:sp>
      <p:sp>
        <p:nvSpPr>
          <p:cNvPr id="4" name="S09-chip151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9-sector152"/>
          <p:cNvSpPr/>
          <p:nvPr/>
        </p:nvSpPr>
        <p:spPr>
          <a:xfrm>
            <a:off x="2622042" y="2011680"/>
            <a:ext cx="2011680" cy="2011680"/>
          </a:xfrm>
          <a:prstGeom prst="pie">
            <a:avLst>
              <a:gd name="adj1" fmla="val 16200000"/>
              <a:gd name="adj2" fmla="val 18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9-sector153"/>
          <p:cNvSpPr/>
          <p:nvPr/>
        </p:nvSpPr>
        <p:spPr>
          <a:xfrm>
            <a:off x="2622042" y="2011680"/>
            <a:ext cx="2011680" cy="2011680"/>
          </a:xfrm>
          <a:prstGeom prst="pie">
            <a:avLst>
              <a:gd name="adj1" fmla="val 1800000"/>
              <a:gd name="adj2" fmla="val 90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9-sector154"/>
          <p:cNvSpPr/>
          <p:nvPr/>
        </p:nvSpPr>
        <p:spPr>
          <a:xfrm>
            <a:off x="2622042" y="2011680"/>
            <a:ext cx="2011680" cy="2011680"/>
          </a:xfrm>
          <a:prstGeom prst="pie">
            <a:avLst>
              <a:gd name="adj1" fmla="val 90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9-figure155" descr="원을 똑같이 3조각으로 나누고 2조각 색칠"/>
          <p:cNvSpPr/>
          <p:nvPr/>
        </p:nvSpPr>
        <p:spPr>
          <a:xfrm>
            <a:off x="2622042" y="2011680"/>
            <a:ext cx="2011680" cy="201168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9" name="S09-chip156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9-cell157"/>
          <p:cNvSpPr/>
          <p:nvPr/>
        </p:nvSpPr>
        <p:spPr>
          <a:xfrm>
            <a:off x="7072884" y="2697480"/>
            <a:ext cx="7612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9-cell158"/>
          <p:cNvSpPr/>
          <p:nvPr/>
        </p:nvSpPr>
        <p:spPr>
          <a:xfrm>
            <a:off x="7834122" y="2697480"/>
            <a:ext cx="7612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9-cell159"/>
          <p:cNvSpPr/>
          <p:nvPr/>
        </p:nvSpPr>
        <p:spPr>
          <a:xfrm>
            <a:off x="8595360" y="2697480"/>
            <a:ext cx="7612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9-cell160"/>
          <p:cNvSpPr/>
          <p:nvPr/>
        </p:nvSpPr>
        <p:spPr>
          <a:xfrm>
            <a:off x="9356598" y="2697480"/>
            <a:ext cx="7612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9-cell161"/>
          <p:cNvSpPr/>
          <p:nvPr/>
        </p:nvSpPr>
        <p:spPr>
          <a:xfrm>
            <a:off x="10117836" y="2697480"/>
            <a:ext cx="761238" cy="64008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9-cell162"/>
          <p:cNvSpPr/>
          <p:nvPr/>
        </p:nvSpPr>
        <p:spPr>
          <a:xfrm>
            <a:off x="10879074" y="2697480"/>
            <a:ext cx="761238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9-figure163" descr="똑같이 6칸으로 나눈 띠, 5칸 색칠"/>
          <p:cNvSpPr/>
          <p:nvPr/>
        </p:nvSpPr>
        <p:spPr>
          <a:xfrm>
            <a:off x="7072884" y="2697480"/>
            <a:ext cx="4567428" cy="6400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7" name="S09-chip164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8" name="S09-text165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②에서 색칠하지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않은 부분은?</a:t>
            </a:r>
            <a:endParaRPr lang="ko-KR" sz="3000" dirty="0"/>
          </a:p>
        </p:txBody>
      </p:sp>
      <p:sp>
        <p:nvSpPr>
          <p:cNvPr id="19" name="S09-chip166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20" name="S09-text167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7분의 4의 분모와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 찾기</a:t>
            </a:r>
            <a:endParaRPr lang="ko-KR" sz="4000" dirty="0"/>
          </a:p>
        </p:txBody>
      </p:sp>
      <p:sp>
        <p:nvSpPr>
          <p:cNvPr id="3" name="S11-text16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1만큼 색칠한 것을 모두 골라요.</a:t>
            </a:r>
            <a:endParaRPr lang="ko-KR" sz="3000" dirty="0"/>
          </a:p>
        </p:txBody>
      </p:sp>
      <p:sp>
        <p:nvSpPr>
          <p:cNvPr id="4" name="S11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까닭과 고르지 않은 까닭을 말해요.</a:t>
            </a:r>
            <a:endParaRPr lang="ko-KR" sz="3000" dirty="0"/>
          </a:p>
        </p:txBody>
      </p:sp>
      <p:sp>
        <p:nvSpPr>
          <p:cNvPr id="6" name="S11-chip171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1-sector172"/>
          <p:cNvSpPr/>
          <p:nvPr/>
        </p:nvSpPr>
        <p:spPr>
          <a:xfrm>
            <a:off x="2919222" y="201168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1-sector173"/>
          <p:cNvSpPr/>
          <p:nvPr/>
        </p:nvSpPr>
        <p:spPr>
          <a:xfrm>
            <a:off x="2919222" y="2011680"/>
            <a:ext cx="1417320" cy="1417320"/>
          </a:xfrm>
          <a:prstGeom prst="pie">
            <a:avLst>
              <a:gd name="adj1" fmla="val 0"/>
              <a:gd name="adj2" fmla="val 54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1-sector174"/>
          <p:cNvSpPr/>
          <p:nvPr/>
        </p:nvSpPr>
        <p:spPr>
          <a:xfrm>
            <a:off x="2919222" y="2011680"/>
            <a:ext cx="1417320" cy="1417320"/>
          </a:xfrm>
          <a:prstGeom prst="pie">
            <a:avLst>
              <a:gd name="adj1" fmla="val 5400000"/>
              <a:gd name="adj2" fmla="val 108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1-sector175"/>
          <p:cNvSpPr/>
          <p:nvPr/>
        </p:nvSpPr>
        <p:spPr>
          <a:xfrm>
            <a:off x="2919222" y="2011680"/>
            <a:ext cx="1417320" cy="1417320"/>
          </a:xfrm>
          <a:prstGeom prst="pie">
            <a:avLst>
              <a:gd name="adj1" fmla="val 108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1-figure176" descr="원을 똑같이 4조각으로 나누고 1조각 색칠"/>
          <p:cNvSpPr/>
          <p:nvPr/>
        </p:nvSpPr>
        <p:spPr>
          <a:xfrm>
            <a:off x="2919222" y="2011680"/>
            <a:ext cx="1417320" cy="141732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11-chip177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3" name="S11-cell178"/>
          <p:cNvSpPr/>
          <p:nvPr/>
        </p:nvSpPr>
        <p:spPr>
          <a:xfrm>
            <a:off x="7072884" y="2354580"/>
            <a:ext cx="456743" cy="7315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1-cell179"/>
          <p:cNvSpPr/>
          <p:nvPr/>
        </p:nvSpPr>
        <p:spPr>
          <a:xfrm>
            <a:off x="7529627" y="2354580"/>
            <a:ext cx="1370228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1-cell180"/>
          <p:cNvSpPr/>
          <p:nvPr/>
        </p:nvSpPr>
        <p:spPr>
          <a:xfrm>
            <a:off x="8899855" y="2354580"/>
            <a:ext cx="1370228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1-cell181"/>
          <p:cNvSpPr/>
          <p:nvPr/>
        </p:nvSpPr>
        <p:spPr>
          <a:xfrm>
            <a:off x="10270084" y="2354580"/>
            <a:ext cx="1370228" cy="7315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1-figure182" descr="크기가 다른 4조각 중 가장 작은 조각 색칠"/>
          <p:cNvSpPr/>
          <p:nvPr/>
        </p:nvSpPr>
        <p:spPr>
          <a:xfrm>
            <a:off x="7072884" y="2354580"/>
            <a:ext cx="4567428" cy="73152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11-chip183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9" name="S11-cell184"/>
          <p:cNvSpPr/>
          <p:nvPr/>
        </p:nvSpPr>
        <p:spPr>
          <a:xfrm>
            <a:off x="2942082" y="372618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1-cell185"/>
          <p:cNvSpPr/>
          <p:nvPr/>
        </p:nvSpPr>
        <p:spPr>
          <a:xfrm>
            <a:off x="3627882" y="3726180"/>
            <a:ext cx="68580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1-cell186"/>
          <p:cNvSpPr/>
          <p:nvPr/>
        </p:nvSpPr>
        <p:spPr>
          <a:xfrm>
            <a:off x="2942082" y="4411980"/>
            <a:ext cx="68580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1-cell187"/>
          <p:cNvSpPr/>
          <p:nvPr/>
        </p:nvSpPr>
        <p:spPr>
          <a:xfrm>
            <a:off x="3627882" y="4411980"/>
            <a:ext cx="68580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1-figure188" descr="정사각형을 똑같이 4칸으로 나누고 1칸 색칠"/>
          <p:cNvSpPr/>
          <p:nvPr/>
        </p:nvSpPr>
        <p:spPr>
          <a:xfrm>
            <a:off x="2942082" y="3726180"/>
            <a:ext cx="13716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4" name="S11-chip189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000" dirty="0"/>
          </a:p>
        </p:txBody>
      </p:sp>
      <p:sp>
        <p:nvSpPr>
          <p:cNvPr id="25" name="S11-sector190"/>
          <p:cNvSpPr/>
          <p:nvPr/>
        </p:nvSpPr>
        <p:spPr>
          <a:xfrm>
            <a:off x="8647938" y="3703320"/>
            <a:ext cx="1417320" cy="1417320"/>
          </a:xfrm>
          <a:prstGeom prst="pie">
            <a:avLst>
              <a:gd name="adj1" fmla="val 16200000"/>
              <a:gd name="adj2" fmla="val 1800000"/>
            </a:avLst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1-sector191"/>
          <p:cNvSpPr/>
          <p:nvPr/>
        </p:nvSpPr>
        <p:spPr>
          <a:xfrm>
            <a:off x="8647938" y="3703320"/>
            <a:ext cx="1417320" cy="1417320"/>
          </a:xfrm>
          <a:prstGeom prst="pie">
            <a:avLst>
              <a:gd name="adj1" fmla="val 1800000"/>
              <a:gd name="adj2" fmla="val 90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1-sector192"/>
          <p:cNvSpPr/>
          <p:nvPr/>
        </p:nvSpPr>
        <p:spPr>
          <a:xfrm>
            <a:off x="8647938" y="3703320"/>
            <a:ext cx="1417320" cy="1417320"/>
          </a:xfrm>
          <a:prstGeom prst="pie">
            <a:avLst>
              <a:gd name="adj1" fmla="val 9000000"/>
              <a:gd name="adj2" fmla="val 16200000"/>
            </a:avLst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1-figure193" descr="원을 똑같이 3조각으로 나누고 1조각 색칠"/>
          <p:cNvSpPr/>
          <p:nvPr/>
        </p:nvSpPr>
        <p:spPr>
          <a:xfrm>
            <a:off x="8647938" y="3703320"/>
            <a:ext cx="1417320" cy="1417320"/>
          </a:xfrm>
          <a:prstGeom prst="ellipse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19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9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전체를 똑같이 나누어야 분수로 나타낼 수 있어요.</a:t>
            </a:r>
            <a:endParaRPr lang="ko-KR" sz="3000" dirty="0"/>
          </a:p>
        </p:txBody>
      </p:sp>
      <p:sp>
        <p:nvSpPr>
          <p:cNvPr id="5" name="S12-chip19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똑같이 나누었는지 먼저 보기</a:t>
            </a:r>
            <a:endParaRPr lang="ko-KR" sz="2400" dirty="0"/>
          </a:p>
        </p:txBody>
      </p:sp>
      <p:sp>
        <p:nvSpPr>
          <p:cNvPr id="6" name="S12-chip19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크기가 다른 조각 세기</a:t>
            </a:r>
            <a:endParaRPr lang="ko-KR" sz="2400" dirty="0"/>
          </a:p>
        </p:txBody>
      </p:sp>
      <p:sp>
        <p:nvSpPr>
          <p:cNvPr id="7" name="S12-text19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19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똑같이 5로 나눈 것 중의 2를 분수로</a:t>
            </a:r>
            <a:endParaRPr lang="ko-KR" sz="2400" dirty="0"/>
          </a:p>
        </p:txBody>
      </p:sp>
      <p:sp>
        <p:nvSpPr>
          <p:cNvPr id="9" name="S12-text20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8분의 3의 분모는?</a:t>
            </a:r>
            <a:endParaRPr lang="ko-KR" sz="2400" dirty="0"/>
          </a:p>
        </p:txBody>
      </p:sp>
      <p:sp>
        <p:nvSpPr>
          <p:cNvPr id="10" name="S12-text20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띠를 똑같이 3칸으로 나누고 1칸 색칠하기</a:t>
            </a:r>
            <a:endParaRPr lang="ko-KR" sz="2400" dirty="0"/>
          </a:p>
        </p:txBody>
      </p:sp>
      <p:sp>
        <p:nvSpPr>
          <p:cNvPr id="11" name="S12-text20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단위분수와 크기 비교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반으로 접기</a:t>
            </a:r>
            <a:endParaRPr lang="ko-KR" sz="4000" dirty="0"/>
          </a:p>
        </p:txBody>
      </p:sp>
      <p:sp>
        <p:nvSpPr>
          <p:cNvPr id="3" name="S13-text20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띠를 반으로 접고, 또 반으로 접어요.</a:t>
            </a:r>
            <a:endParaRPr lang="ko-KR" sz="3000" dirty="0"/>
          </a:p>
        </p:txBody>
      </p:sp>
      <p:sp>
        <p:nvSpPr>
          <p:cNvPr id="4" name="S13-card204"/>
          <p:cNvSpPr/>
          <p:nvPr/>
        </p:nvSpPr>
        <p:spPr>
          <a:xfrm>
            <a:off x="548640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05"/>
          <p:cNvSpPr txBox="1"/>
          <p:nvPr/>
        </p:nvSpPr>
        <p:spPr>
          <a:xfrm>
            <a:off x="822960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반으로 접으면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2칸</a:t>
            </a:r>
            <a:endParaRPr lang="ko-KR" sz="3000" dirty="0"/>
          </a:p>
        </p:txBody>
      </p:sp>
      <p:sp>
        <p:nvSpPr>
          <p:cNvPr id="6" name="S13-card206"/>
          <p:cNvSpPr/>
          <p:nvPr/>
        </p:nvSpPr>
        <p:spPr>
          <a:xfrm>
            <a:off x="6208776" y="4975860"/>
            <a:ext cx="543153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207"/>
          <p:cNvSpPr txBox="1"/>
          <p:nvPr/>
        </p:nvSpPr>
        <p:spPr>
          <a:xfrm>
            <a:off x="6483096" y="5113020"/>
            <a:ext cx="488289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더 접으면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크기가 같은 4칸</a:t>
            </a:r>
            <a:endParaRPr lang="ko-KR" sz="3000" dirty="0"/>
          </a:p>
        </p:txBody>
      </p:sp>
      <p:sp>
        <p:nvSpPr>
          <p:cNvPr id="8" name="S13-cell208"/>
          <p:cNvSpPr/>
          <p:nvPr/>
        </p:nvSpPr>
        <p:spPr>
          <a:xfrm>
            <a:off x="1065276" y="2428494"/>
            <a:ext cx="50292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3-cell209"/>
          <p:cNvSpPr/>
          <p:nvPr/>
        </p:nvSpPr>
        <p:spPr>
          <a:xfrm>
            <a:off x="6094476" y="2428494"/>
            <a:ext cx="50292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3-figure210" descr="똑같이 2칸으로 나눈 띠"/>
          <p:cNvSpPr/>
          <p:nvPr/>
        </p:nvSpPr>
        <p:spPr>
          <a:xfrm>
            <a:off x="1065276" y="2428494"/>
            <a:ext cx="10058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13-cell211"/>
          <p:cNvSpPr/>
          <p:nvPr/>
        </p:nvSpPr>
        <p:spPr>
          <a:xfrm>
            <a:off x="1065276" y="3507486"/>
            <a:ext cx="25146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cell212"/>
          <p:cNvSpPr/>
          <p:nvPr/>
        </p:nvSpPr>
        <p:spPr>
          <a:xfrm>
            <a:off x="3579876" y="3507486"/>
            <a:ext cx="25146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cell213"/>
          <p:cNvSpPr/>
          <p:nvPr/>
        </p:nvSpPr>
        <p:spPr>
          <a:xfrm>
            <a:off x="6094476" y="3507486"/>
            <a:ext cx="25146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cell214"/>
          <p:cNvSpPr/>
          <p:nvPr/>
        </p:nvSpPr>
        <p:spPr>
          <a:xfrm>
            <a:off x="8609076" y="3507486"/>
            <a:ext cx="251460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figure215" descr="똑같이 4칸으로 나눈 띠"/>
          <p:cNvSpPr/>
          <p:nvPr/>
        </p:nvSpPr>
        <p:spPr>
          <a:xfrm>
            <a:off x="1065276" y="3507486"/>
            <a:ext cx="10058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분수의 뜻</dc:title>
  <dc:subject>KR22-G03-MAT-FRAC-L01</dc:subject>
  <dc:creator>education-ppt</dc:creator>
  <cp:lastModifiedBy>education-ppt</cp:lastModifiedBy>
  <cp:revision>1</cp:revision>
  <dcterms:created xsi:type="dcterms:W3CDTF">2026-10-26T07:32:22Z</dcterms:created>
  <dcterms:modified xsi:type="dcterms:W3CDTF">2026-10-26T07:32:22Z</dcterms:modified>
</cp:coreProperties>
</file>