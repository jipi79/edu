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6805a36-05f9-9868-ed20-8d2f45d86201}">
          <p14:sldIdLst>
            <p14:sldId id="256"/>
            <p14:sldId id="257"/>
          </p14:sldIdLst>
        </p14:section>
        <p14:section name="개념" id="{0390e82f-7f70-3f74-31db-fb67686507ad}">
          <p14:sldIdLst>
            <p14:sldId id="258"/>
            <p14:sldId id="260"/>
            <p14:sldId id="261"/>
          </p14:sldIdLst>
        </p14:section>
        <p14:section name="연습" id="{c8cbb5b0-0643-b943-0168-297a6749e3fa}">
          <p14:sldIdLst>
            <p14:sldId id="259"/>
            <p14:sldId id="262"/>
            <p14:sldId id="263"/>
          </p14:sldIdLst>
        </p14:section>
        <p14:section name="개념" id="{94990a75-8858-7510-0973-0b413dc298ee}">
          <p14:sldIdLst/>
        </p14:section>
        <p14:section name="연습" id="{921f2c1d-a7ce-24d1-3e5b-42dcc9f0549e}">
          <p14:sldIdLst/>
        </p14:section>
        <p14:section name="확인" id="{2f451a6d-46b3-7d1a-2d67-378dda19465d}">
          <p14:sldIdLst>
            <p14:sldId id="264"/>
            <p14:sldId id="265"/>
          </p14:sldIdLst>
        </p14:section>
        <p14:section name="정리" id="{cfd9da29-d869-f8be-9a4e-9fbe1c591fb9}">
          <p14:sldIdLst>
            <p14:sldId id="266"/>
          </p14:sldIdLst>
        </p14:section>
        <p14:section name="보충" id="{9d3ac1ae-5338-a65c-9527-3898f4dad49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분수와소수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분수의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분수의 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분수의 뜻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한 조각을 어떻게 나타낼까?</a:t>
            </a:r>
            <a:endParaRPr lang="ko-KR" sz="3000" dirty="0"/>
          </a:p>
        </p:txBody>
      </p:sp>
      <p:sp>
        <p:nvSpPr>
          <p:cNvPr id="4" name="S01-sector1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sector2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sector3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sector4"/>
          <p:cNvSpPr/>
          <p:nvPr/>
        </p:nvSpPr>
        <p:spPr>
          <a:xfrm>
            <a:off x="8366760" y="822960"/>
            <a:ext cx="2560320" cy="256032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figure5" descr="원을 똑같이 4조각으로 나누고 1조각 색칠"/>
          <p:cNvSpPr/>
          <p:nvPr/>
        </p:nvSpPr>
        <p:spPr>
          <a:xfrm>
            <a:off x="8366760" y="822960"/>
            <a:ext cx="2560320" cy="2560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똑같이 나누었는지 보고, 까닭을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색칠한 부분을 분수로 쓰고 읽어요.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나누기 기억하기</a:t>
            </a:r>
            <a:endParaRPr lang="ko-KR" sz="40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÷ 2 = □</a:t>
            </a:r>
            <a:endParaRPr lang="ko-KR" sz="34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÷ 3 = □</a:t>
            </a:r>
            <a:endParaRPr lang="ko-KR" sz="34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6개를 3명이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나누면?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나누었나요?</a:t>
            </a:r>
            <a:endParaRPr lang="ko-KR" sz="4000" dirty="0"/>
          </a:p>
        </p:txBody>
      </p:sp>
      <p:sp>
        <p:nvSpPr>
          <p:cNvPr id="3" name="S03-card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띠를 모두 4조각으로 나누었어요.</a:t>
            </a:r>
            <a:endParaRPr lang="ko-KR" sz="3000" dirty="0"/>
          </a:p>
        </p:txBody>
      </p:sp>
      <p:sp>
        <p:nvSpPr>
          <p:cNvPr id="5" name="S03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포개어 보면 조각이 꼭 맞을까요?</a:t>
            </a:r>
            <a:endParaRPr lang="ko-KR" sz="3000" dirty="0"/>
          </a:p>
        </p:txBody>
      </p:sp>
      <p:sp>
        <p:nvSpPr>
          <p:cNvPr id="7" name="S03-chip1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가: 똑같이 나눔</a:t>
            </a:r>
            <a:endParaRPr lang="ko-KR" sz="2400" dirty="0"/>
          </a:p>
        </p:txBody>
      </p:sp>
      <p:sp>
        <p:nvSpPr>
          <p:cNvPr id="8" name="S03-cell19"/>
          <p:cNvSpPr/>
          <p:nvPr/>
        </p:nvSpPr>
        <p:spPr>
          <a:xfrm>
            <a:off x="548640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cell20"/>
          <p:cNvSpPr/>
          <p:nvPr/>
        </p:nvSpPr>
        <p:spPr>
          <a:xfrm>
            <a:off x="1889379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21"/>
          <p:cNvSpPr/>
          <p:nvPr/>
        </p:nvSpPr>
        <p:spPr>
          <a:xfrm>
            <a:off x="3230118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22"/>
          <p:cNvSpPr/>
          <p:nvPr/>
        </p:nvSpPr>
        <p:spPr>
          <a:xfrm>
            <a:off x="4570857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figure23" descr="똑같이 4칸으로 나눈 띠"/>
          <p:cNvSpPr/>
          <p:nvPr/>
        </p:nvSpPr>
        <p:spPr>
          <a:xfrm>
            <a:off x="548640" y="3494532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text24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조각의 크기가 모두 같아요.</a:t>
            </a:r>
            <a:endParaRPr lang="ko-KR" sz="2400" dirty="0"/>
          </a:p>
        </p:txBody>
      </p:sp>
      <p:sp>
        <p:nvSpPr>
          <p:cNvPr id="14" name="S03-chip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나: 똑같이 나누지 않음</a:t>
            </a:r>
            <a:endParaRPr lang="ko-KR" sz="2400" dirty="0"/>
          </a:p>
        </p:txBody>
      </p:sp>
      <p:sp>
        <p:nvSpPr>
          <p:cNvPr id="15" name="S03-cell26"/>
          <p:cNvSpPr/>
          <p:nvPr/>
        </p:nvSpPr>
        <p:spPr>
          <a:xfrm>
            <a:off x="6277356" y="3494532"/>
            <a:ext cx="214518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27"/>
          <p:cNvSpPr/>
          <p:nvPr/>
        </p:nvSpPr>
        <p:spPr>
          <a:xfrm>
            <a:off x="8422538" y="3494532"/>
            <a:ext cx="134073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28"/>
          <p:cNvSpPr/>
          <p:nvPr/>
        </p:nvSpPr>
        <p:spPr>
          <a:xfrm>
            <a:off x="9763277" y="3494532"/>
            <a:ext cx="107259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29"/>
          <p:cNvSpPr/>
          <p:nvPr/>
        </p:nvSpPr>
        <p:spPr>
          <a:xfrm>
            <a:off x="10835869" y="3494532"/>
            <a:ext cx="80444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figure30" descr="크기가 다른 4조각으로 나눈 띠"/>
          <p:cNvSpPr/>
          <p:nvPr/>
        </p:nvSpPr>
        <p:spPr>
          <a:xfrm>
            <a:off x="6277356" y="3494532"/>
            <a:ext cx="53629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03-text31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조각의 크기가 서로 달라요.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것 찾기</a:t>
            </a:r>
            <a:endParaRPr lang="ko-KR" sz="4000" dirty="0"/>
          </a:p>
        </p:txBody>
      </p:sp>
      <p:sp>
        <p:nvSpPr>
          <p:cNvPr id="3" name="S04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나눈 것을 모두 골라요.</a:t>
            </a:r>
            <a:endParaRPr lang="ko-KR" sz="3000" dirty="0"/>
          </a:p>
        </p:txBody>
      </p:sp>
      <p:sp>
        <p:nvSpPr>
          <p:cNvPr id="4" name="S04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말해요.</a:t>
            </a:r>
            <a:endParaRPr lang="ko-KR" sz="3000" dirty="0"/>
          </a:p>
        </p:txBody>
      </p:sp>
      <p:sp>
        <p:nvSpPr>
          <p:cNvPr id="6" name="S04-chip35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4-sector36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sector37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sector38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figure39" descr="원을 똑같이 3조각으로 나눔"/>
          <p:cNvSpPr/>
          <p:nvPr/>
        </p:nvSpPr>
        <p:spPr>
          <a:xfrm>
            <a:off x="2919222" y="2011680"/>
            <a:ext cx="1417320" cy="1417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4-chip40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2" name="S04-cell41"/>
          <p:cNvSpPr/>
          <p:nvPr/>
        </p:nvSpPr>
        <p:spPr>
          <a:xfrm>
            <a:off x="7072884" y="2354580"/>
            <a:ext cx="228371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4-cell42"/>
          <p:cNvSpPr/>
          <p:nvPr/>
        </p:nvSpPr>
        <p:spPr>
          <a:xfrm>
            <a:off x="9356598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4-cell43"/>
          <p:cNvSpPr/>
          <p:nvPr/>
        </p:nvSpPr>
        <p:spPr>
          <a:xfrm>
            <a:off x="10726826" y="235458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figure44" descr="크기가 다른 3조각으로 나눈 띠"/>
          <p:cNvSpPr/>
          <p:nvPr/>
        </p:nvSpPr>
        <p:spPr>
          <a:xfrm>
            <a:off x="7072884" y="235458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chip45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7" name="S04-cell46"/>
          <p:cNvSpPr/>
          <p:nvPr/>
        </p:nvSpPr>
        <p:spPr>
          <a:xfrm>
            <a:off x="1344168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47"/>
          <p:cNvSpPr/>
          <p:nvPr/>
        </p:nvSpPr>
        <p:spPr>
          <a:xfrm>
            <a:off x="2257654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48"/>
          <p:cNvSpPr/>
          <p:nvPr/>
        </p:nvSpPr>
        <p:spPr>
          <a:xfrm>
            <a:off x="3171139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cell49"/>
          <p:cNvSpPr/>
          <p:nvPr/>
        </p:nvSpPr>
        <p:spPr>
          <a:xfrm>
            <a:off x="4084625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4-cell50"/>
          <p:cNvSpPr/>
          <p:nvPr/>
        </p:nvSpPr>
        <p:spPr>
          <a:xfrm>
            <a:off x="4998110" y="4046220"/>
            <a:ext cx="913486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4-figure51" descr="똑같이 5칸으로 나눈 띠"/>
          <p:cNvSpPr/>
          <p:nvPr/>
        </p:nvSpPr>
        <p:spPr>
          <a:xfrm>
            <a:off x="1344168" y="404622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4-chip52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4" name="S04-cell53"/>
          <p:cNvSpPr/>
          <p:nvPr/>
        </p:nvSpPr>
        <p:spPr>
          <a:xfrm>
            <a:off x="7072884" y="4046220"/>
            <a:ext cx="1141857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4-cell54"/>
          <p:cNvSpPr/>
          <p:nvPr/>
        </p:nvSpPr>
        <p:spPr>
          <a:xfrm>
            <a:off x="8214741" y="4046220"/>
            <a:ext cx="1141857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4-cell55"/>
          <p:cNvSpPr/>
          <p:nvPr/>
        </p:nvSpPr>
        <p:spPr>
          <a:xfrm>
            <a:off x="9356598" y="4046220"/>
            <a:ext cx="228371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figure56" descr="두 조각은 같고 한 조각은 큰 띠"/>
          <p:cNvSpPr/>
          <p:nvPr/>
        </p:nvSpPr>
        <p:spPr>
          <a:xfrm>
            <a:off x="7072884" y="404622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4000" dirty="0"/>
          </a:p>
        </p:txBody>
      </p:sp>
      <p:sp>
        <p:nvSpPr>
          <p:cNvPr id="3" name="S05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4로 나눈 것 중의 1이에요.</a:t>
            </a:r>
            <a:endParaRPr lang="ko-KR" sz="3000" dirty="0"/>
          </a:p>
        </p:txBody>
      </p:sp>
      <p:sp>
        <p:nvSpPr>
          <p:cNvPr id="4" name="S05-card58"/>
          <p:cNvSpPr/>
          <p:nvPr/>
        </p:nvSpPr>
        <p:spPr>
          <a:xfrm>
            <a:off x="548640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5-cardtext59"/>
          <p:cNvSpPr txBox="1"/>
          <p:nvPr/>
        </p:nvSpPr>
        <p:spPr>
          <a:xfrm>
            <a:off x="822960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4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나눈 수</a:t>
            </a:r>
            <a:endParaRPr lang="ko-KR" sz="3000" dirty="0"/>
          </a:p>
        </p:txBody>
      </p:sp>
      <p:sp>
        <p:nvSpPr>
          <p:cNvPr id="6" name="S05-card60"/>
          <p:cNvSpPr/>
          <p:nvPr/>
        </p:nvSpPr>
        <p:spPr>
          <a:xfrm>
            <a:off x="4322064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61"/>
          <p:cNvSpPr txBox="1"/>
          <p:nvPr/>
        </p:nvSpPr>
        <p:spPr>
          <a:xfrm>
            <a:off x="4596384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색칠한 부분의 수</a:t>
            </a:r>
            <a:endParaRPr lang="ko-KR" sz="3000" dirty="0"/>
          </a:p>
        </p:txBody>
      </p:sp>
      <p:sp>
        <p:nvSpPr>
          <p:cNvPr id="8" name="S05-card62"/>
          <p:cNvSpPr/>
          <p:nvPr/>
        </p:nvSpPr>
        <p:spPr>
          <a:xfrm>
            <a:off x="8095488" y="4975860"/>
            <a:ext cx="3544824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63"/>
          <p:cNvSpPr txBox="1"/>
          <p:nvPr/>
        </p:nvSpPr>
        <p:spPr>
          <a:xfrm>
            <a:off x="8369808" y="5113020"/>
            <a:ext cx="2996184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3000" dirty="0"/>
          </a:p>
        </p:txBody>
      </p:sp>
      <p:sp>
        <p:nvSpPr>
          <p:cNvPr id="10" name="S05-num64"/>
          <p:cNvSpPr txBox="1"/>
          <p:nvPr/>
        </p:nvSpPr>
        <p:spPr>
          <a:xfrm>
            <a:off x="764286" y="292328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11" name="S05-fracbar65"/>
          <p:cNvSpPr/>
          <p:nvPr/>
        </p:nvSpPr>
        <p:spPr>
          <a:xfrm>
            <a:off x="800862" y="337947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num66"/>
          <p:cNvSpPr txBox="1"/>
          <p:nvPr/>
        </p:nvSpPr>
        <p:spPr>
          <a:xfrm>
            <a:off x="764286" y="341604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3" name="S05-cell67"/>
          <p:cNvSpPr/>
          <p:nvPr/>
        </p:nvSpPr>
        <p:spPr>
          <a:xfrm>
            <a:off x="1600200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68"/>
          <p:cNvSpPr/>
          <p:nvPr/>
        </p:nvSpPr>
        <p:spPr>
          <a:xfrm>
            <a:off x="2683764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69"/>
          <p:cNvSpPr/>
          <p:nvPr/>
        </p:nvSpPr>
        <p:spPr>
          <a:xfrm>
            <a:off x="3767328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70"/>
          <p:cNvSpPr/>
          <p:nvPr/>
        </p:nvSpPr>
        <p:spPr>
          <a:xfrm>
            <a:off x="4850892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figure71" descr="똑같이 4칸으로 나눈 띠, 1칸 색칠"/>
          <p:cNvSpPr/>
          <p:nvPr/>
        </p:nvSpPr>
        <p:spPr>
          <a:xfrm>
            <a:off x="1600200" y="296799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5-sector72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sector73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sector74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sector75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figure76" descr="원을 똑같이 4조각으로 나누고 1조각 색칠"/>
          <p:cNvSpPr/>
          <p:nvPr/>
        </p:nvSpPr>
        <p:spPr>
          <a:xfrm>
            <a:off x="8033004" y="246507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</a:t>
            </a:r>
            <a:endParaRPr lang="ko-KR" sz="4000" dirty="0"/>
          </a:p>
        </p:txBody>
      </p:sp>
      <p:sp>
        <p:nvSpPr>
          <p:cNvPr id="3" name="S06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4로 나눈 것 중의 3이에요.</a:t>
            </a:r>
            <a:endParaRPr lang="ko-KR" sz="3000" dirty="0"/>
          </a:p>
        </p:txBody>
      </p:sp>
      <p:sp>
        <p:nvSpPr>
          <p:cNvPr id="4" name="S06-card7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7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</a:t>
            </a:r>
            <a:endParaRPr lang="ko-KR" sz="3000" dirty="0"/>
          </a:p>
        </p:txBody>
      </p:sp>
      <p:sp>
        <p:nvSpPr>
          <p:cNvPr id="6" name="S06-card8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8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색칠하지 않은 부분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</a:t>
            </a:r>
            <a:endParaRPr lang="ko-KR" sz="3000" dirty="0"/>
          </a:p>
        </p:txBody>
      </p:sp>
      <p:sp>
        <p:nvSpPr>
          <p:cNvPr id="8" name="S06-num82"/>
          <p:cNvSpPr txBox="1"/>
          <p:nvPr/>
        </p:nvSpPr>
        <p:spPr>
          <a:xfrm>
            <a:off x="764286" y="292328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9" name="S06-fracbar83"/>
          <p:cNvSpPr/>
          <p:nvPr/>
        </p:nvSpPr>
        <p:spPr>
          <a:xfrm>
            <a:off x="800862" y="337947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num84"/>
          <p:cNvSpPr txBox="1"/>
          <p:nvPr/>
        </p:nvSpPr>
        <p:spPr>
          <a:xfrm>
            <a:off x="764286" y="341604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1" name="S06-cell85"/>
          <p:cNvSpPr/>
          <p:nvPr/>
        </p:nvSpPr>
        <p:spPr>
          <a:xfrm>
            <a:off x="1600200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86"/>
          <p:cNvSpPr/>
          <p:nvPr/>
        </p:nvSpPr>
        <p:spPr>
          <a:xfrm>
            <a:off x="2683764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87"/>
          <p:cNvSpPr/>
          <p:nvPr/>
        </p:nvSpPr>
        <p:spPr>
          <a:xfrm>
            <a:off x="3767328" y="2967990"/>
            <a:ext cx="1083564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88"/>
          <p:cNvSpPr/>
          <p:nvPr/>
        </p:nvSpPr>
        <p:spPr>
          <a:xfrm>
            <a:off x="4850892" y="2967990"/>
            <a:ext cx="1083564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figure89" descr="똑같이 4칸으로 나눈 띠, 3칸 색칠"/>
          <p:cNvSpPr/>
          <p:nvPr/>
        </p:nvSpPr>
        <p:spPr>
          <a:xfrm>
            <a:off x="1600200" y="2967990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6-sector90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sector91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sector92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sector93"/>
          <p:cNvSpPr/>
          <p:nvPr/>
        </p:nvSpPr>
        <p:spPr>
          <a:xfrm>
            <a:off x="8033004" y="2465070"/>
            <a:ext cx="1828800" cy="182880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figure94" descr="원을 똑같이 4조각으로 나누고 3조각 색칠"/>
          <p:cNvSpPr/>
          <p:nvPr/>
        </p:nvSpPr>
        <p:spPr>
          <a:xfrm>
            <a:off x="8033004" y="2465070"/>
            <a:ext cx="1828800" cy="182880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나타내요</a:t>
            </a:r>
            <a:endParaRPr lang="ko-KR" sz="4000" dirty="0"/>
          </a:p>
        </p:txBody>
      </p:sp>
      <p:sp>
        <p:nvSpPr>
          <p:cNvPr id="3" name="S07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부분을 분수로 쓰고 읽어요.</a:t>
            </a:r>
            <a:endParaRPr lang="ko-KR" sz="3000" dirty="0"/>
          </a:p>
        </p:txBody>
      </p:sp>
      <p:sp>
        <p:nvSpPr>
          <p:cNvPr id="4" name="S07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몇으로 똑같이 나누었나요? 몇 칸을 색칠했나요?</a:t>
            </a:r>
            <a:endParaRPr lang="ko-KR" sz="3000" dirty="0"/>
          </a:p>
        </p:txBody>
      </p:sp>
      <p:sp>
        <p:nvSpPr>
          <p:cNvPr id="6" name="S07-chip9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sector99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6200000"/>
              <a:gd name="adj2" fmla="val 19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sector100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9800000"/>
              <a:gd name="adj2" fmla="val 1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sector101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80000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sector102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54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sector103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9000000"/>
              <a:gd name="adj2" fmla="val 126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sector104"/>
          <p:cNvSpPr/>
          <p:nvPr/>
        </p:nvSpPr>
        <p:spPr>
          <a:xfrm>
            <a:off x="2896362" y="2011680"/>
            <a:ext cx="1463040" cy="1463040"/>
          </a:xfrm>
          <a:prstGeom prst="pie">
            <a:avLst>
              <a:gd name="adj1" fmla="val 126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7-figure105" descr="원을 똑같이 6조각으로 나누고 1조각 색칠"/>
          <p:cNvSpPr/>
          <p:nvPr/>
        </p:nvSpPr>
        <p:spPr>
          <a:xfrm>
            <a:off x="2896362" y="201168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7-chip10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5" name="S07-cell107"/>
          <p:cNvSpPr/>
          <p:nvPr/>
        </p:nvSpPr>
        <p:spPr>
          <a:xfrm>
            <a:off x="7072884" y="2423160"/>
            <a:ext cx="91348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108"/>
          <p:cNvSpPr/>
          <p:nvPr/>
        </p:nvSpPr>
        <p:spPr>
          <a:xfrm>
            <a:off x="7986370" y="2423160"/>
            <a:ext cx="91348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109"/>
          <p:cNvSpPr/>
          <p:nvPr/>
        </p:nvSpPr>
        <p:spPr>
          <a:xfrm>
            <a:off x="8899855" y="2423160"/>
            <a:ext cx="91348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110"/>
          <p:cNvSpPr/>
          <p:nvPr/>
        </p:nvSpPr>
        <p:spPr>
          <a:xfrm>
            <a:off x="9813341" y="2423160"/>
            <a:ext cx="91348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111"/>
          <p:cNvSpPr/>
          <p:nvPr/>
        </p:nvSpPr>
        <p:spPr>
          <a:xfrm>
            <a:off x="10726826" y="2423160"/>
            <a:ext cx="91348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figure112" descr="똑같이 5칸으로 나눈 띠, 2칸 색칠"/>
          <p:cNvSpPr/>
          <p:nvPr/>
        </p:nvSpPr>
        <p:spPr>
          <a:xfrm>
            <a:off x="7072884" y="2423160"/>
            <a:ext cx="4567428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7-chip11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2" name="S07-sector114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6200000"/>
              <a:gd name="adj2" fmla="val 189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sector115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89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7-sector116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0"/>
              <a:gd name="adj2" fmla="val 27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7-sector117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270000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sector118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5400000"/>
              <a:gd name="adj2" fmla="val 81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sector119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81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sector120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0800000"/>
              <a:gd name="adj2" fmla="val 135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sector121"/>
          <p:cNvSpPr/>
          <p:nvPr/>
        </p:nvSpPr>
        <p:spPr>
          <a:xfrm>
            <a:off x="2896362" y="3657600"/>
            <a:ext cx="1463040" cy="1463040"/>
          </a:xfrm>
          <a:prstGeom prst="pie">
            <a:avLst>
              <a:gd name="adj1" fmla="val 135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figure122" descr="원을 똑같이 8조각으로 나누고 3조각 색칠"/>
          <p:cNvSpPr/>
          <p:nvPr/>
        </p:nvSpPr>
        <p:spPr>
          <a:xfrm>
            <a:off x="2896362" y="3657600"/>
            <a:ext cx="1463040" cy="146304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7-chip123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32" name="S07-cell124"/>
          <p:cNvSpPr/>
          <p:nvPr/>
        </p:nvSpPr>
        <p:spPr>
          <a:xfrm>
            <a:off x="7072884" y="4069080"/>
            <a:ext cx="152247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7-cell125"/>
          <p:cNvSpPr/>
          <p:nvPr/>
        </p:nvSpPr>
        <p:spPr>
          <a:xfrm>
            <a:off x="8595360" y="4069080"/>
            <a:ext cx="1522476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7-cell126"/>
          <p:cNvSpPr/>
          <p:nvPr/>
        </p:nvSpPr>
        <p:spPr>
          <a:xfrm>
            <a:off x="10117836" y="4069080"/>
            <a:ext cx="1522476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7-figure127" descr="똑같이 3칸으로 나눈 띠, 2칸 색칠"/>
          <p:cNvSpPr/>
          <p:nvPr/>
        </p:nvSpPr>
        <p:spPr>
          <a:xfrm>
            <a:off x="7072884" y="4069080"/>
            <a:ext cx="4567428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1일까요?</a:t>
            </a:r>
            <a:endParaRPr lang="ko-KR" sz="4000" dirty="0"/>
          </a:p>
        </p:txBody>
      </p:sp>
      <p:sp>
        <p:nvSpPr>
          <p:cNvPr id="3" name="S08-card12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2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다른 4조각 중 1조각을 색칠했어요.</a:t>
            </a:r>
            <a:endParaRPr lang="ko-KR" sz="3000" dirty="0"/>
          </a:p>
        </p:txBody>
      </p:sp>
      <p:sp>
        <p:nvSpPr>
          <p:cNvPr id="5" name="S08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까닭을 말해요.</a:t>
            </a:r>
            <a:endParaRPr lang="ko-KR" sz="3000" dirty="0"/>
          </a:p>
        </p:txBody>
      </p:sp>
      <p:sp>
        <p:nvSpPr>
          <p:cNvPr id="7" name="S08-chip13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4분의 1이에요</a:t>
            </a:r>
            <a:endParaRPr lang="ko-KR" sz="2400" dirty="0"/>
          </a:p>
        </p:txBody>
      </p:sp>
      <p:sp>
        <p:nvSpPr>
          <p:cNvPr id="8" name="S08-label133"/>
          <p:cNvSpPr txBox="1"/>
          <p:nvPr/>
        </p:nvSpPr>
        <p:spPr>
          <a:xfrm>
            <a:off x="548640" y="354025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400" dirty="0"/>
          </a:p>
        </p:txBody>
      </p:sp>
      <p:sp>
        <p:nvSpPr>
          <p:cNvPr id="9" name="S08-cell134"/>
          <p:cNvSpPr/>
          <p:nvPr/>
        </p:nvSpPr>
        <p:spPr>
          <a:xfrm>
            <a:off x="1600200" y="3540252"/>
            <a:ext cx="1724558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35"/>
          <p:cNvSpPr/>
          <p:nvPr/>
        </p:nvSpPr>
        <p:spPr>
          <a:xfrm>
            <a:off x="3324758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36"/>
          <p:cNvSpPr/>
          <p:nvPr/>
        </p:nvSpPr>
        <p:spPr>
          <a:xfrm>
            <a:off x="4402607" y="3540252"/>
            <a:ext cx="86227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37"/>
          <p:cNvSpPr/>
          <p:nvPr/>
        </p:nvSpPr>
        <p:spPr>
          <a:xfrm>
            <a:off x="5264887" y="3540252"/>
            <a:ext cx="64670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figure138" descr="크기가 다른 4조각 중 가장 큰 조각 색칠"/>
          <p:cNvSpPr/>
          <p:nvPr/>
        </p:nvSpPr>
        <p:spPr>
          <a:xfrm>
            <a:off x="1600200" y="3540252"/>
            <a:ext cx="4311396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8-text139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“4조각 중 1조각이니까요.”</a:t>
            </a:r>
            <a:endParaRPr lang="ko-KR" sz="2400" dirty="0"/>
          </a:p>
        </p:txBody>
      </p:sp>
      <p:sp>
        <p:nvSpPr>
          <p:cNvPr id="15" name="S08-chip1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4분의 1이 아니에요</a:t>
            </a:r>
            <a:endParaRPr lang="ko-KR" sz="2400" dirty="0"/>
          </a:p>
        </p:txBody>
      </p:sp>
      <p:sp>
        <p:nvSpPr>
          <p:cNvPr id="16" name="S08-num141"/>
          <p:cNvSpPr txBox="1"/>
          <p:nvPr/>
        </p:nvSpPr>
        <p:spPr>
          <a:xfrm>
            <a:off x="6499670" y="3464814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700" dirty="0"/>
          </a:p>
        </p:txBody>
      </p:sp>
      <p:sp>
        <p:nvSpPr>
          <p:cNvPr id="17" name="S08-fracbar142"/>
          <p:cNvSpPr/>
          <p:nvPr/>
        </p:nvSpPr>
        <p:spPr>
          <a:xfrm>
            <a:off x="6536246" y="3906012"/>
            <a:ext cx="396621" cy="0"/>
          </a:xfrm>
          <a:prstGeom prst="line">
            <a:avLst/>
          </a:prstGeom>
          <a:noFill/>
          <a:ln w="21431">
            <a:solidFill>
              <a:srgbClr val="1F2937"/>
            </a:solidFill>
            <a:prstDash val="solid"/>
          </a:ln>
        </p:spPr>
      </p:sp>
      <p:sp>
        <p:nvSpPr>
          <p:cNvPr id="18" name="S08-num143"/>
          <p:cNvSpPr txBox="1"/>
          <p:nvPr/>
        </p:nvSpPr>
        <p:spPr>
          <a:xfrm>
            <a:off x="6499670" y="3942588"/>
            <a:ext cx="469773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19" name="S08-cell144"/>
          <p:cNvSpPr/>
          <p:nvPr/>
        </p:nvSpPr>
        <p:spPr>
          <a:xfrm>
            <a:off x="7328916" y="3540252"/>
            <a:ext cx="1077849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45"/>
          <p:cNvSpPr/>
          <p:nvPr/>
        </p:nvSpPr>
        <p:spPr>
          <a:xfrm>
            <a:off x="8406765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46"/>
          <p:cNvSpPr/>
          <p:nvPr/>
        </p:nvSpPr>
        <p:spPr>
          <a:xfrm>
            <a:off x="9484614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cell147"/>
          <p:cNvSpPr/>
          <p:nvPr/>
        </p:nvSpPr>
        <p:spPr>
          <a:xfrm>
            <a:off x="10562463" y="3540252"/>
            <a:ext cx="1077849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figure148" descr="똑같이 4칸으로 나눈 띠, 1칸 색칠"/>
          <p:cNvSpPr/>
          <p:nvPr/>
        </p:nvSpPr>
        <p:spPr>
          <a:xfrm>
            <a:off x="7328916" y="3540252"/>
            <a:ext cx="4311396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8-text149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“4분의 1은 이만큼이에요.”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1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분수로 쓰고, 물음에 답해요.</a:t>
            </a:r>
            <a:endParaRPr lang="ko-KR" sz="3000" dirty="0"/>
          </a:p>
        </p:txBody>
      </p:sp>
      <p:sp>
        <p:nvSpPr>
          <p:cNvPr id="4" name="S09-chip151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sector152"/>
          <p:cNvSpPr/>
          <p:nvPr/>
        </p:nvSpPr>
        <p:spPr>
          <a:xfrm>
            <a:off x="2622042" y="2011680"/>
            <a:ext cx="2011680" cy="201168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9-sector153"/>
          <p:cNvSpPr/>
          <p:nvPr/>
        </p:nvSpPr>
        <p:spPr>
          <a:xfrm>
            <a:off x="2622042" y="2011680"/>
            <a:ext cx="2011680" cy="201168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sector154"/>
          <p:cNvSpPr/>
          <p:nvPr/>
        </p:nvSpPr>
        <p:spPr>
          <a:xfrm>
            <a:off x="2622042" y="2011680"/>
            <a:ext cx="2011680" cy="201168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figure155" descr="원을 똑같이 3조각으로 나누고 2조각 색칠"/>
          <p:cNvSpPr/>
          <p:nvPr/>
        </p:nvSpPr>
        <p:spPr>
          <a:xfrm>
            <a:off x="2622042" y="2011680"/>
            <a:ext cx="2011680" cy="201168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9-chip156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9-cell157"/>
          <p:cNvSpPr/>
          <p:nvPr/>
        </p:nvSpPr>
        <p:spPr>
          <a:xfrm>
            <a:off x="7072884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158"/>
          <p:cNvSpPr/>
          <p:nvPr/>
        </p:nvSpPr>
        <p:spPr>
          <a:xfrm>
            <a:off x="7834122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cell159"/>
          <p:cNvSpPr/>
          <p:nvPr/>
        </p:nvSpPr>
        <p:spPr>
          <a:xfrm>
            <a:off x="8595360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9-cell160"/>
          <p:cNvSpPr/>
          <p:nvPr/>
        </p:nvSpPr>
        <p:spPr>
          <a:xfrm>
            <a:off x="9356598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9-cell161"/>
          <p:cNvSpPr/>
          <p:nvPr/>
        </p:nvSpPr>
        <p:spPr>
          <a:xfrm>
            <a:off x="10117836" y="2697480"/>
            <a:ext cx="761238" cy="6400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62"/>
          <p:cNvSpPr/>
          <p:nvPr/>
        </p:nvSpPr>
        <p:spPr>
          <a:xfrm>
            <a:off x="10879074" y="2697480"/>
            <a:ext cx="761238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figure163" descr="똑같이 6칸으로 나눈 띠, 5칸 색칠"/>
          <p:cNvSpPr/>
          <p:nvPr/>
        </p:nvSpPr>
        <p:spPr>
          <a:xfrm>
            <a:off x="7072884" y="2697480"/>
            <a:ext cx="4567428" cy="6400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9-chip16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8" name="S09-text165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②에서 색칠하지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않은 부분은?</a:t>
            </a:r>
            <a:endParaRPr lang="ko-KR" sz="3000" dirty="0"/>
          </a:p>
        </p:txBody>
      </p:sp>
      <p:sp>
        <p:nvSpPr>
          <p:cNvPr id="19" name="S09-chip166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20" name="S09-text167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7분의 4의 분모와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 찾기</a:t>
            </a:r>
            <a:endParaRPr lang="ko-KR" sz="4000" dirty="0"/>
          </a:p>
        </p:txBody>
      </p:sp>
      <p:sp>
        <p:nvSpPr>
          <p:cNvPr id="3" name="S11-text1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1만큼 색칠한 것을 모두 골라요.</a:t>
            </a:r>
            <a:endParaRPr lang="ko-KR" sz="3000" dirty="0"/>
          </a:p>
        </p:txBody>
      </p:sp>
      <p:sp>
        <p:nvSpPr>
          <p:cNvPr id="4" name="S11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까닭과 고르지 않은 까닭을 말해요.</a:t>
            </a:r>
            <a:endParaRPr lang="ko-KR" sz="3000" dirty="0"/>
          </a:p>
        </p:txBody>
      </p:sp>
      <p:sp>
        <p:nvSpPr>
          <p:cNvPr id="6" name="S11-chip171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sector172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1-sector173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0"/>
              <a:gd name="adj2" fmla="val 54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1-sector174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5400000"/>
              <a:gd name="adj2" fmla="val 108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1-sector175"/>
          <p:cNvSpPr/>
          <p:nvPr/>
        </p:nvSpPr>
        <p:spPr>
          <a:xfrm>
            <a:off x="2919222" y="2011680"/>
            <a:ext cx="1417320" cy="1417320"/>
          </a:xfrm>
          <a:prstGeom prst="pie">
            <a:avLst>
              <a:gd name="adj1" fmla="val 108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figure176" descr="원을 똑같이 4조각으로 나누고 1조각 색칠"/>
          <p:cNvSpPr/>
          <p:nvPr/>
        </p:nvSpPr>
        <p:spPr>
          <a:xfrm>
            <a:off x="2919222" y="2011680"/>
            <a:ext cx="1417320" cy="1417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11-chip177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3" name="S11-cell178"/>
          <p:cNvSpPr/>
          <p:nvPr/>
        </p:nvSpPr>
        <p:spPr>
          <a:xfrm>
            <a:off x="7072884" y="2354580"/>
            <a:ext cx="456743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1-cell179"/>
          <p:cNvSpPr/>
          <p:nvPr/>
        </p:nvSpPr>
        <p:spPr>
          <a:xfrm>
            <a:off x="7529627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cell180"/>
          <p:cNvSpPr/>
          <p:nvPr/>
        </p:nvSpPr>
        <p:spPr>
          <a:xfrm>
            <a:off x="8899855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1-cell181"/>
          <p:cNvSpPr/>
          <p:nvPr/>
        </p:nvSpPr>
        <p:spPr>
          <a:xfrm>
            <a:off x="10270084" y="2354580"/>
            <a:ext cx="1370228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figure182" descr="크기가 다른 4조각 중 가장 작은 조각 색칠"/>
          <p:cNvSpPr/>
          <p:nvPr/>
        </p:nvSpPr>
        <p:spPr>
          <a:xfrm>
            <a:off x="7072884" y="2354580"/>
            <a:ext cx="4567428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11-chip183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9" name="S11-cell184"/>
          <p:cNvSpPr/>
          <p:nvPr/>
        </p:nvSpPr>
        <p:spPr>
          <a:xfrm>
            <a:off x="2942082" y="3726180"/>
            <a:ext cx="685800" cy="6858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cell185"/>
          <p:cNvSpPr/>
          <p:nvPr/>
        </p:nvSpPr>
        <p:spPr>
          <a:xfrm>
            <a:off x="3627882" y="3726180"/>
            <a:ext cx="685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cell186"/>
          <p:cNvSpPr/>
          <p:nvPr/>
        </p:nvSpPr>
        <p:spPr>
          <a:xfrm>
            <a:off x="2942082" y="4411980"/>
            <a:ext cx="685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cell187"/>
          <p:cNvSpPr/>
          <p:nvPr/>
        </p:nvSpPr>
        <p:spPr>
          <a:xfrm>
            <a:off x="3627882" y="4411980"/>
            <a:ext cx="6858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1-figure188" descr="정사각형을 똑같이 4칸으로 나누고 1칸 색칠"/>
          <p:cNvSpPr/>
          <p:nvPr/>
        </p:nvSpPr>
        <p:spPr>
          <a:xfrm>
            <a:off x="2942082" y="372618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1-chip18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25" name="S11-sector190"/>
          <p:cNvSpPr/>
          <p:nvPr/>
        </p:nvSpPr>
        <p:spPr>
          <a:xfrm>
            <a:off x="8647938" y="3703320"/>
            <a:ext cx="1417320" cy="1417320"/>
          </a:xfrm>
          <a:prstGeom prst="pie">
            <a:avLst>
              <a:gd name="adj1" fmla="val 16200000"/>
              <a:gd name="adj2" fmla="val 1800000"/>
            </a:avLst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1-sector191"/>
          <p:cNvSpPr/>
          <p:nvPr/>
        </p:nvSpPr>
        <p:spPr>
          <a:xfrm>
            <a:off x="8647938" y="3703320"/>
            <a:ext cx="1417320" cy="1417320"/>
          </a:xfrm>
          <a:prstGeom prst="pie">
            <a:avLst>
              <a:gd name="adj1" fmla="val 1800000"/>
              <a:gd name="adj2" fmla="val 90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1-sector192"/>
          <p:cNvSpPr/>
          <p:nvPr/>
        </p:nvSpPr>
        <p:spPr>
          <a:xfrm>
            <a:off x="8647938" y="3703320"/>
            <a:ext cx="1417320" cy="1417320"/>
          </a:xfrm>
          <a:prstGeom prst="pie">
            <a:avLst>
              <a:gd name="adj1" fmla="val 9000000"/>
              <a:gd name="adj2" fmla="val 16200000"/>
            </a:avLst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1-figure193" descr="원을 똑같이 3조각으로 나누고 1조각 색칠"/>
          <p:cNvSpPr/>
          <p:nvPr/>
        </p:nvSpPr>
        <p:spPr>
          <a:xfrm>
            <a:off x="8647938" y="3703320"/>
            <a:ext cx="1417320" cy="1417320"/>
          </a:xfrm>
          <a:prstGeom prst="ellipse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1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1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똑같이 나누어야 분수로 나타낼 수 있어요.</a:t>
            </a:r>
            <a:endParaRPr lang="ko-KR" sz="3000" dirty="0"/>
          </a:p>
        </p:txBody>
      </p:sp>
      <p:sp>
        <p:nvSpPr>
          <p:cNvPr id="5" name="S12-chip19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똑같이 나누었는지 먼저 보기</a:t>
            </a:r>
            <a:endParaRPr lang="ko-KR" sz="2400" dirty="0"/>
          </a:p>
        </p:txBody>
      </p:sp>
      <p:sp>
        <p:nvSpPr>
          <p:cNvPr id="6" name="S12-chip19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크기가 다른 조각 세기</a:t>
            </a:r>
            <a:endParaRPr lang="ko-KR" sz="2400" dirty="0"/>
          </a:p>
        </p:txBody>
      </p:sp>
      <p:sp>
        <p:nvSpPr>
          <p:cNvPr id="7" name="S12-text19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19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똑같이 5로 나눈 것 중의 2를 분수로</a:t>
            </a:r>
            <a:endParaRPr lang="ko-KR" sz="2400" dirty="0"/>
          </a:p>
        </p:txBody>
      </p:sp>
      <p:sp>
        <p:nvSpPr>
          <p:cNvPr id="9" name="S12-text20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8분의 3의 분모는?</a:t>
            </a:r>
            <a:endParaRPr lang="ko-KR" sz="2400" dirty="0"/>
          </a:p>
        </p:txBody>
      </p:sp>
      <p:sp>
        <p:nvSpPr>
          <p:cNvPr id="10" name="S12-text20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띠를 똑같이 3칸으로 나누고 1칸 색칠하기</a:t>
            </a:r>
            <a:endParaRPr lang="ko-KR" sz="2400" dirty="0"/>
          </a:p>
        </p:txBody>
      </p:sp>
      <p:sp>
        <p:nvSpPr>
          <p:cNvPr id="11" name="S12-text2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단위분수와 크기 비교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반으로 접기</a:t>
            </a:r>
            <a:endParaRPr lang="ko-KR" sz="4000" dirty="0"/>
          </a:p>
        </p:txBody>
      </p:sp>
      <p:sp>
        <p:nvSpPr>
          <p:cNvPr id="3" name="S13-text2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띠를 반으로 접고, 또 반으로 접어요.</a:t>
            </a:r>
            <a:endParaRPr lang="ko-KR" sz="3000" dirty="0"/>
          </a:p>
        </p:txBody>
      </p:sp>
      <p:sp>
        <p:nvSpPr>
          <p:cNvPr id="4" name="S13-card204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05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반으로 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2칸</a:t>
            </a:r>
            <a:endParaRPr lang="ko-KR" sz="3000" dirty="0"/>
          </a:p>
        </p:txBody>
      </p:sp>
      <p:sp>
        <p:nvSpPr>
          <p:cNvPr id="6" name="S13-card206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3-cardtext207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더 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크기가 같은 4칸</a:t>
            </a:r>
            <a:endParaRPr lang="ko-KR" sz="3000" dirty="0"/>
          </a:p>
        </p:txBody>
      </p:sp>
      <p:sp>
        <p:nvSpPr>
          <p:cNvPr id="8" name="S13-cell208"/>
          <p:cNvSpPr/>
          <p:nvPr/>
        </p:nvSpPr>
        <p:spPr>
          <a:xfrm>
            <a:off x="1065276" y="2428494"/>
            <a:ext cx="5029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209"/>
          <p:cNvSpPr/>
          <p:nvPr/>
        </p:nvSpPr>
        <p:spPr>
          <a:xfrm>
            <a:off x="6094476" y="2428494"/>
            <a:ext cx="5029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figure210" descr="똑같이 2칸으로 나눈 띠"/>
          <p:cNvSpPr/>
          <p:nvPr/>
        </p:nvSpPr>
        <p:spPr>
          <a:xfrm>
            <a:off x="1065276" y="2428494"/>
            <a:ext cx="10058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13-cell211"/>
          <p:cNvSpPr/>
          <p:nvPr/>
        </p:nvSpPr>
        <p:spPr>
          <a:xfrm>
            <a:off x="10652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212"/>
          <p:cNvSpPr/>
          <p:nvPr/>
        </p:nvSpPr>
        <p:spPr>
          <a:xfrm>
            <a:off x="35798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213"/>
          <p:cNvSpPr/>
          <p:nvPr/>
        </p:nvSpPr>
        <p:spPr>
          <a:xfrm>
            <a:off x="60944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214"/>
          <p:cNvSpPr/>
          <p:nvPr/>
        </p:nvSpPr>
        <p:spPr>
          <a:xfrm>
            <a:off x="8609076" y="3507486"/>
            <a:ext cx="25146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figure215" descr="똑같이 4칸으로 나눈 띠"/>
          <p:cNvSpPr/>
          <p:nvPr/>
        </p:nvSpPr>
        <p:spPr>
          <a:xfrm>
            <a:off x="1065276" y="3507486"/>
            <a:ext cx="1005840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분수의 뜻</dc:title>
  <dc:subject>KR22-G03-MAT-FRAC-L01</dc:subject>
  <dc:creator>education-ppt</dc:creator>
  <cp:lastModifiedBy>education-ppt</cp:lastModifiedBy>
  <cp:revision>1</cp:revision>
  <dcterms:created xsi:type="dcterms:W3CDTF">2026-10-26T07:47:27Z</dcterms:created>
  <dcterms:modified xsi:type="dcterms:W3CDTF">2026-10-26T07:47:27Z</dcterms:modified>
</cp:coreProperties>
</file>