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c019ba4-4201-0205-8ddd-4fb645f13358}">
          <p14:sldIdLst>
            <p14:sldId id="256"/>
            <p14:sldId id="257"/>
          </p14:sldIdLst>
        </p14:section>
        <p14:section name="개념" id="{b2fe34fa-af43-9011-87f6-f9394867176b}">
          <p14:sldIdLst>
            <p14:sldId id="258"/>
            <p14:sldId id="259"/>
            <p14:sldId id="262"/>
          </p14:sldIdLst>
        </p14:section>
        <p14:section name="연습" id="{a05fe063-82ed-6ffe-3d10-fe8cc6857c37}">
          <p14:sldIdLst>
            <p14:sldId id="260"/>
            <p14:sldId id="261"/>
            <p14:sldId id="263"/>
          </p14:sldIdLst>
        </p14:section>
        <p14:section name="개념" id="{a94cf680-1a27-cd41-6b0d-1a69281b6940}">
          <p14:sldIdLst/>
        </p14:section>
        <p14:section name="연습" id="{e5e9935d-b506-5df7-b3b4-244349fe7c70}">
          <p14:sldIdLst/>
        </p14:section>
        <p14:section name="확인" id="{c1036004-fe99-dcf2-357a-934c789d3f9d}">
          <p14:sldIdLst>
            <p14:sldId id="264"/>
            <p14:sldId id="265"/>
          </p14:sldIdLst>
        </p14:section>
        <p14:section name="정리" id="{19fa8b77-216a-ca2e-0bc9-422fdadaeaf8}">
          <p14:sldIdLst>
            <p14:sldId id="266"/>
          </p14:sldIdLst>
        </p14:section>
        <p14:section name="보충" id="{7eba4f26-c948-99c9-cfb3-4547bd43cb0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묶음을 분수로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묶음을 분수로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묶음을 분수로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묶음을 분수로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12개의 3분의 1은 몇 개일까?</a:t>
            </a:r>
            <a:endParaRPr lang="ko-KR" sz="3000" dirty="0"/>
          </a:p>
        </p:txBody>
      </p:sp>
      <p:sp>
        <p:nvSpPr>
          <p:cNvPr id="4" name="S01-dot1"/>
          <p:cNvSpPr/>
          <p:nvPr/>
        </p:nvSpPr>
        <p:spPr>
          <a:xfrm>
            <a:off x="8073695" y="119283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073695" y="169575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073695" y="219867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073695" y="2701595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group5"/>
          <p:cNvSpPr/>
          <p:nvPr/>
        </p:nvSpPr>
        <p:spPr>
          <a:xfrm>
            <a:off x="8014716" y="1124712"/>
            <a:ext cx="429768" cy="195681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1-figure6" descr="바둑돌 4개 한 묶음(주황색)"/>
          <p:cNvSpPr/>
          <p:nvPr/>
        </p:nvSpPr>
        <p:spPr>
          <a:xfrm>
            <a:off x="7978140" y="1097280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9491015" y="11928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491015" y="169575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9491015" y="219867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9491015" y="27015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group11"/>
          <p:cNvSpPr/>
          <p:nvPr/>
        </p:nvSpPr>
        <p:spPr>
          <a:xfrm>
            <a:off x="9432036" y="1124712"/>
            <a:ext cx="429768" cy="195681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1-figure12" descr="바둑돌 4개 한 묶음(흰색)"/>
          <p:cNvSpPr/>
          <p:nvPr/>
        </p:nvSpPr>
        <p:spPr>
          <a:xfrm>
            <a:off x="9395460" y="1097280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10908335" y="11928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908335" y="169575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10908335" y="219867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10908335" y="27015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group17"/>
          <p:cNvSpPr/>
          <p:nvPr/>
        </p:nvSpPr>
        <p:spPr>
          <a:xfrm>
            <a:off x="10849356" y="1124712"/>
            <a:ext cx="429768" cy="195681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1-figure18" descr="바둑돌 4개 한 묶음(흰색)"/>
          <p:cNvSpPr/>
          <p:nvPr/>
        </p:nvSpPr>
        <p:spPr>
          <a:xfrm>
            <a:off x="10812780" y="1097280"/>
            <a:ext cx="5029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묶음으로 나눈 양을 분수로 나타내요.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분수만큼은 몇 개인지 구해요.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분수로 말하고, ②③은 답을 구해요.</a:t>
            </a:r>
            <a:endParaRPr lang="ko-KR" sz="3000" dirty="0"/>
          </a:p>
        </p:txBody>
      </p:sp>
      <p:sp>
        <p:nvSpPr>
          <p:cNvPr id="4" name="S02-chip2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cell23"/>
          <p:cNvSpPr/>
          <p:nvPr/>
        </p:nvSpPr>
        <p:spPr>
          <a:xfrm>
            <a:off x="1344168" y="2240280"/>
            <a:ext cx="137160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cell24"/>
          <p:cNvSpPr/>
          <p:nvPr/>
        </p:nvSpPr>
        <p:spPr>
          <a:xfrm>
            <a:off x="2715768" y="2240280"/>
            <a:ext cx="137160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2-cell25"/>
          <p:cNvSpPr/>
          <p:nvPr/>
        </p:nvSpPr>
        <p:spPr>
          <a:xfrm>
            <a:off x="4087368" y="2240280"/>
            <a:ext cx="137160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2-cell26"/>
          <p:cNvSpPr/>
          <p:nvPr/>
        </p:nvSpPr>
        <p:spPr>
          <a:xfrm>
            <a:off x="5458968" y="2240280"/>
            <a:ext cx="1371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2-figure27" descr="똑같이 4칸으로 나눈 띠, 3칸 색칠"/>
          <p:cNvSpPr/>
          <p:nvPr/>
        </p:nvSpPr>
        <p:spPr>
          <a:xfrm>
            <a:off x="1344168" y="2240280"/>
            <a:ext cx="5486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0" name="S02-chip2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2-eqtext2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□</a:t>
            </a:r>
            <a:endParaRPr lang="ko-KR" sz="3400" dirty="0"/>
          </a:p>
        </p:txBody>
      </p:sp>
      <p:sp>
        <p:nvSpPr>
          <p:cNvPr id="12" name="S02-chip3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2-text3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15개를 5묶음으로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나누면 한 묶음은?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12의 3분의 1</a:t>
            </a:r>
            <a:endParaRPr lang="ko-KR" sz="4000" dirty="0"/>
          </a:p>
        </p:txBody>
      </p:sp>
      <p:sp>
        <p:nvSpPr>
          <p:cNvPr id="3" name="S03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12개를 4개씩 묶었어요.</a:t>
            </a:r>
            <a:endParaRPr lang="ko-KR" sz="3000" dirty="0"/>
          </a:p>
        </p:txBody>
      </p:sp>
      <p:sp>
        <p:nvSpPr>
          <p:cNvPr id="4" name="S03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4는 12의 3분의 1이에요.</a:t>
            </a:r>
            <a:endParaRPr lang="ko-KR" sz="3000" dirty="0"/>
          </a:p>
        </p:txBody>
      </p:sp>
      <p:sp>
        <p:nvSpPr>
          <p:cNvPr id="6" name="S03-card35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6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</a:t>
            </a:r>
            <a:endParaRPr lang="ko-KR" sz="3000" dirty="0"/>
          </a:p>
        </p:txBody>
      </p:sp>
      <p:sp>
        <p:nvSpPr>
          <p:cNvPr id="8" name="S03-card37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38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 중 1묶음</a:t>
            </a:r>
            <a:endParaRPr lang="ko-KR" sz="3000" dirty="0"/>
          </a:p>
        </p:txBody>
      </p:sp>
      <p:sp>
        <p:nvSpPr>
          <p:cNvPr id="10" name="S03-dot39"/>
          <p:cNvSpPr/>
          <p:nvPr/>
        </p:nvSpPr>
        <p:spPr>
          <a:xfrm>
            <a:off x="2163604" y="2089499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dot40"/>
          <p:cNvSpPr/>
          <p:nvPr/>
        </p:nvSpPr>
        <p:spPr>
          <a:xfrm>
            <a:off x="2163604" y="2499074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41"/>
          <p:cNvSpPr/>
          <p:nvPr/>
        </p:nvSpPr>
        <p:spPr>
          <a:xfrm>
            <a:off x="2163604" y="2908649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42"/>
          <p:cNvSpPr/>
          <p:nvPr/>
        </p:nvSpPr>
        <p:spPr>
          <a:xfrm>
            <a:off x="2163604" y="3318224"/>
            <a:ext cx="253936" cy="25393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group43"/>
          <p:cNvSpPr/>
          <p:nvPr/>
        </p:nvSpPr>
        <p:spPr>
          <a:xfrm>
            <a:off x="2122361" y="2039112"/>
            <a:ext cx="336423" cy="1583436"/>
          </a:xfrm>
          <a:prstGeom prst="roundRect">
            <a:avLst>
              <a:gd name="adj" fmla="val 3261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3-figure44" descr="바둑돌 4개 한 묶음(주황색)"/>
          <p:cNvSpPr/>
          <p:nvPr/>
        </p:nvSpPr>
        <p:spPr>
          <a:xfrm>
            <a:off x="2085785" y="2011680"/>
            <a:ext cx="409575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3-dot45"/>
          <p:cNvSpPr/>
          <p:nvPr/>
        </p:nvSpPr>
        <p:spPr>
          <a:xfrm>
            <a:off x="5967508" y="208949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6"/>
          <p:cNvSpPr/>
          <p:nvPr/>
        </p:nvSpPr>
        <p:spPr>
          <a:xfrm>
            <a:off x="5967508" y="249907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dot47"/>
          <p:cNvSpPr/>
          <p:nvPr/>
        </p:nvSpPr>
        <p:spPr>
          <a:xfrm>
            <a:off x="5967508" y="290864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3-dot48"/>
          <p:cNvSpPr/>
          <p:nvPr/>
        </p:nvSpPr>
        <p:spPr>
          <a:xfrm>
            <a:off x="5967508" y="331822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group49"/>
          <p:cNvSpPr/>
          <p:nvPr/>
        </p:nvSpPr>
        <p:spPr>
          <a:xfrm>
            <a:off x="5926265" y="2039112"/>
            <a:ext cx="336423" cy="1583436"/>
          </a:xfrm>
          <a:prstGeom prst="roundRect">
            <a:avLst>
              <a:gd name="adj" fmla="val 3261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3-figure50" descr="바둑돌 4개 한 묶음(흰색)"/>
          <p:cNvSpPr/>
          <p:nvPr/>
        </p:nvSpPr>
        <p:spPr>
          <a:xfrm>
            <a:off x="5889689" y="2011680"/>
            <a:ext cx="409575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3-dot51"/>
          <p:cNvSpPr/>
          <p:nvPr/>
        </p:nvSpPr>
        <p:spPr>
          <a:xfrm>
            <a:off x="9771412" y="208949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52"/>
          <p:cNvSpPr/>
          <p:nvPr/>
        </p:nvSpPr>
        <p:spPr>
          <a:xfrm>
            <a:off x="9771412" y="249907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53"/>
          <p:cNvSpPr/>
          <p:nvPr/>
        </p:nvSpPr>
        <p:spPr>
          <a:xfrm>
            <a:off x="9771412" y="2908649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54"/>
          <p:cNvSpPr/>
          <p:nvPr/>
        </p:nvSpPr>
        <p:spPr>
          <a:xfrm>
            <a:off x="9771412" y="3318224"/>
            <a:ext cx="253936" cy="2539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group55"/>
          <p:cNvSpPr/>
          <p:nvPr/>
        </p:nvSpPr>
        <p:spPr>
          <a:xfrm>
            <a:off x="9730169" y="2039112"/>
            <a:ext cx="336423" cy="1583436"/>
          </a:xfrm>
          <a:prstGeom prst="roundRect">
            <a:avLst>
              <a:gd name="adj" fmla="val 32616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3-figure56" descr="바둑돌 4개 한 묶음(흰색)"/>
          <p:cNvSpPr/>
          <p:nvPr/>
        </p:nvSpPr>
        <p:spPr>
          <a:xfrm>
            <a:off x="9693593" y="2011680"/>
            <a:ext cx="409575" cy="16383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12의 몇 분의 몇?</a:t>
            </a:r>
            <a:endParaRPr lang="ko-KR" sz="4000" dirty="0"/>
          </a:p>
        </p:txBody>
      </p:sp>
      <p:sp>
        <p:nvSpPr>
          <p:cNvPr id="3" name="S04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전체 묶음 수, 분자는 그중 몇 묶음</a:t>
            </a:r>
            <a:endParaRPr lang="ko-KR" sz="3000" dirty="0"/>
          </a:p>
        </p:txBody>
      </p:sp>
      <p:sp>
        <p:nvSpPr>
          <p:cNvPr id="5" name="S04-text59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4씩 묶으면 8은 12의 얼마일까요?</a:t>
            </a:r>
            <a:endParaRPr lang="ko-KR" sz="3000" dirty="0"/>
          </a:p>
        </p:txBody>
      </p:sp>
      <p:sp>
        <p:nvSpPr>
          <p:cNvPr id="6" name="S04-dot60"/>
          <p:cNvSpPr/>
          <p:nvPr/>
        </p:nvSpPr>
        <p:spPr>
          <a:xfrm>
            <a:off x="7459066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dot61"/>
          <p:cNvSpPr/>
          <p:nvPr/>
        </p:nvSpPr>
        <p:spPr>
          <a:xfrm>
            <a:off x="7459066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4-dot62"/>
          <p:cNvSpPr/>
          <p:nvPr/>
        </p:nvSpPr>
        <p:spPr>
          <a:xfrm>
            <a:off x="7459066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63"/>
          <p:cNvSpPr/>
          <p:nvPr/>
        </p:nvSpPr>
        <p:spPr>
          <a:xfrm>
            <a:off x="7459066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group64"/>
          <p:cNvSpPr/>
          <p:nvPr/>
        </p:nvSpPr>
        <p:spPr>
          <a:xfrm>
            <a:off x="7408774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1" name="S04-figure65" descr="바둑돌 4개 한 묶음(주황색)"/>
          <p:cNvSpPr/>
          <p:nvPr/>
        </p:nvSpPr>
        <p:spPr>
          <a:xfrm>
            <a:off x="7372198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4-dot66"/>
          <p:cNvSpPr/>
          <p:nvPr/>
        </p:nvSpPr>
        <p:spPr>
          <a:xfrm>
            <a:off x="9138879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67"/>
          <p:cNvSpPr/>
          <p:nvPr/>
        </p:nvSpPr>
        <p:spPr>
          <a:xfrm>
            <a:off x="9138879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8"/>
          <p:cNvSpPr/>
          <p:nvPr/>
        </p:nvSpPr>
        <p:spPr>
          <a:xfrm>
            <a:off x="9138879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dot69"/>
          <p:cNvSpPr/>
          <p:nvPr/>
        </p:nvSpPr>
        <p:spPr>
          <a:xfrm>
            <a:off x="9138879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4-group70"/>
          <p:cNvSpPr/>
          <p:nvPr/>
        </p:nvSpPr>
        <p:spPr>
          <a:xfrm>
            <a:off x="9088587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4-figure71" descr="바둑돌 4개 한 묶음(주황색)"/>
          <p:cNvSpPr/>
          <p:nvPr/>
        </p:nvSpPr>
        <p:spPr>
          <a:xfrm>
            <a:off x="9052011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4-dot72"/>
          <p:cNvSpPr/>
          <p:nvPr/>
        </p:nvSpPr>
        <p:spPr>
          <a:xfrm>
            <a:off x="10818693" y="30358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73"/>
          <p:cNvSpPr/>
          <p:nvPr/>
        </p:nvSpPr>
        <p:spPr>
          <a:xfrm>
            <a:off x="10818693" y="34930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dot74"/>
          <p:cNvSpPr/>
          <p:nvPr/>
        </p:nvSpPr>
        <p:spPr>
          <a:xfrm>
            <a:off x="10818693" y="39502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4-dot75"/>
          <p:cNvSpPr/>
          <p:nvPr/>
        </p:nvSpPr>
        <p:spPr>
          <a:xfrm>
            <a:off x="10818693" y="44074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4-group76"/>
          <p:cNvSpPr/>
          <p:nvPr/>
        </p:nvSpPr>
        <p:spPr>
          <a:xfrm>
            <a:off x="10768401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4-figure77" descr="바둑돌 4개 한 묶음(흰색)"/>
          <p:cNvSpPr/>
          <p:nvPr/>
        </p:nvSpPr>
        <p:spPr>
          <a:xfrm>
            <a:off x="10731825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4-stepno78"/>
          <p:cNvSpPr txBox="1"/>
          <p:nvPr/>
        </p:nvSpPr>
        <p:spPr>
          <a:xfrm>
            <a:off x="548640" y="2663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5" name="S04-text79"/>
          <p:cNvSpPr txBox="1"/>
          <p:nvPr/>
        </p:nvSpPr>
        <p:spPr>
          <a:xfrm>
            <a:off x="1325880" y="266395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묶음을 세면 3묶음</a:t>
            </a:r>
            <a:endParaRPr lang="ko-KR" sz="3000" dirty="0"/>
          </a:p>
        </p:txBody>
      </p:sp>
      <p:sp>
        <p:nvSpPr>
          <p:cNvPr id="26" name="S04-stepno80"/>
          <p:cNvSpPr txBox="1"/>
          <p:nvPr/>
        </p:nvSpPr>
        <p:spPr>
          <a:xfrm>
            <a:off x="548640" y="33771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7" name="S04-text81"/>
          <p:cNvSpPr txBox="1"/>
          <p:nvPr/>
        </p:nvSpPr>
        <p:spPr>
          <a:xfrm>
            <a:off x="1325880" y="337718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그중 2묶음</a:t>
            </a:r>
            <a:endParaRPr lang="ko-KR" sz="3000" dirty="0"/>
          </a:p>
        </p:txBody>
      </p:sp>
      <p:sp>
        <p:nvSpPr>
          <p:cNvPr id="28" name="S04-stepno82"/>
          <p:cNvSpPr txBox="1"/>
          <p:nvPr/>
        </p:nvSpPr>
        <p:spPr>
          <a:xfrm>
            <a:off x="548640" y="41361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9" name="S04-text83"/>
          <p:cNvSpPr txBox="1"/>
          <p:nvPr/>
        </p:nvSpPr>
        <p:spPr>
          <a:xfrm>
            <a:off x="1325880" y="4090416"/>
            <a:ext cx="2706536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8은 12의</a:t>
            </a:r>
            <a:endParaRPr lang="ko-KR" sz="3000" dirty="0"/>
          </a:p>
        </p:txBody>
      </p:sp>
      <p:sp>
        <p:nvSpPr>
          <p:cNvPr id="30" name="S04-num84"/>
          <p:cNvSpPr txBox="1"/>
          <p:nvPr/>
        </p:nvSpPr>
        <p:spPr>
          <a:xfrm>
            <a:off x="4032416" y="409041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1" name="S04-fracbar85"/>
          <p:cNvSpPr/>
          <p:nvPr/>
        </p:nvSpPr>
        <p:spPr>
          <a:xfrm>
            <a:off x="4068992" y="4576572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2" name="S04-num86"/>
          <p:cNvSpPr txBox="1"/>
          <p:nvPr/>
        </p:nvSpPr>
        <p:spPr>
          <a:xfrm>
            <a:off x="4032416" y="4613148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나타내요</a:t>
            </a:r>
            <a:endParaRPr lang="ko-KR" sz="4000" dirty="0"/>
          </a:p>
        </p:txBody>
      </p:sp>
      <p:sp>
        <p:nvSpPr>
          <p:cNvPr id="3" name="S05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주황색은 전체의 얼마인지 분수로 말해요.</a:t>
            </a:r>
            <a:endParaRPr lang="ko-KR" sz="3000" dirty="0"/>
          </a:p>
        </p:txBody>
      </p:sp>
      <p:sp>
        <p:nvSpPr>
          <p:cNvPr id="4" name="S05-card8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8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주황색은 모두 6개인데, 분수가 왜 다를까요?</a:t>
            </a:r>
            <a:endParaRPr lang="ko-KR" sz="3000" dirty="0"/>
          </a:p>
        </p:txBody>
      </p:sp>
      <p:sp>
        <p:nvSpPr>
          <p:cNvPr id="6" name="S05-chip9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5-dot91"/>
          <p:cNvSpPr/>
          <p:nvPr/>
        </p:nvSpPr>
        <p:spPr>
          <a:xfrm>
            <a:off x="1435882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5-dot92"/>
          <p:cNvSpPr/>
          <p:nvPr/>
        </p:nvSpPr>
        <p:spPr>
          <a:xfrm>
            <a:off x="1728490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group93"/>
          <p:cNvSpPr/>
          <p:nvPr/>
        </p:nvSpPr>
        <p:spPr>
          <a:xfrm>
            <a:off x="1407719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0" name="S05-figure94" descr="바둑돌 2개 한 묶음(주황색)"/>
          <p:cNvSpPr/>
          <p:nvPr/>
        </p:nvSpPr>
        <p:spPr>
          <a:xfrm>
            <a:off x="1380287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5-dot95"/>
          <p:cNvSpPr/>
          <p:nvPr/>
        </p:nvSpPr>
        <p:spPr>
          <a:xfrm>
            <a:off x="2413376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5-dot96"/>
          <p:cNvSpPr/>
          <p:nvPr/>
        </p:nvSpPr>
        <p:spPr>
          <a:xfrm>
            <a:off x="2705984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group97"/>
          <p:cNvSpPr/>
          <p:nvPr/>
        </p:nvSpPr>
        <p:spPr>
          <a:xfrm>
            <a:off x="2385212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5-figure98" descr="바둑돌 2개 한 묶음(주황색)"/>
          <p:cNvSpPr/>
          <p:nvPr/>
        </p:nvSpPr>
        <p:spPr>
          <a:xfrm>
            <a:off x="2357780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5-dot99"/>
          <p:cNvSpPr/>
          <p:nvPr/>
        </p:nvSpPr>
        <p:spPr>
          <a:xfrm>
            <a:off x="3390870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5-dot100"/>
          <p:cNvSpPr/>
          <p:nvPr/>
        </p:nvSpPr>
        <p:spPr>
          <a:xfrm>
            <a:off x="3683478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group101"/>
          <p:cNvSpPr/>
          <p:nvPr/>
        </p:nvSpPr>
        <p:spPr>
          <a:xfrm>
            <a:off x="3362706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5-figure102" descr="바둑돌 2개 한 묶음(주황색)"/>
          <p:cNvSpPr/>
          <p:nvPr/>
        </p:nvSpPr>
        <p:spPr>
          <a:xfrm>
            <a:off x="3335274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05-dot103"/>
          <p:cNvSpPr/>
          <p:nvPr/>
        </p:nvSpPr>
        <p:spPr>
          <a:xfrm>
            <a:off x="4368363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5-dot104"/>
          <p:cNvSpPr/>
          <p:nvPr/>
        </p:nvSpPr>
        <p:spPr>
          <a:xfrm>
            <a:off x="4660971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5-group105"/>
          <p:cNvSpPr/>
          <p:nvPr/>
        </p:nvSpPr>
        <p:spPr>
          <a:xfrm>
            <a:off x="4340200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5-figure106" descr="바둑돌 2개 한 묶음(흰색)"/>
          <p:cNvSpPr/>
          <p:nvPr/>
        </p:nvSpPr>
        <p:spPr>
          <a:xfrm>
            <a:off x="4312768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5-dot107"/>
          <p:cNvSpPr/>
          <p:nvPr/>
        </p:nvSpPr>
        <p:spPr>
          <a:xfrm>
            <a:off x="5345857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5-dot108"/>
          <p:cNvSpPr/>
          <p:nvPr/>
        </p:nvSpPr>
        <p:spPr>
          <a:xfrm>
            <a:off x="5638465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group109"/>
          <p:cNvSpPr/>
          <p:nvPr/>
        </p:nvSpPr>
        <p:spPr>
          <a:xfrm>
            <a:off x="5317693" y="261061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5-figure110" descr="바둑돌 2개 한 묶음(흰색)"/>
          <p:cNvSpPr/>
          <p:nvPr/>
        </p:nvSpPr>
        <p:spPr>
          <a:xfrm>
            <a:off x="5290261" y="2574036"/>
            <a:ext cx="585216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5-chip11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8" name="S05-dot112"/>
          <p:cNvSpPr/>
          <p:nvPr/>
        </p:nvSpPr>
        <p:spPr>
          <a:xfrm>
            <a:off x="7140481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dot113"/>
          <p:cNvSpPr/>
          <p:nvPr/>
        </p:nvSpPr>
        <p:spPr>
          <a:xfrm>
            <a:off x="7433089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5-dot114"/>
          <p:cNvSpPr/>
          <p:nvPr/>
        </p:nvSpPr>
        <p:spPr>
          <a:xfrm>
            <a:off x="7725697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group115"/>
          <p:cNvSpPr/>
          <p:nvPr/>
        </p:nvSpPr>
        <p:spPr>
          <a:xfrm>
            <a:off x="7112318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5-figure116" descr="바둑돌 3개 한 묶음(주황색)"/>
          <p:cNvSpPr/>
          <p:nvPr/>
        </p:nvSpPr>
        <p:spPr>
          <a:xfrm>
            <a:off x="7084886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5-dot117"/>
          <p:cNvSpPr/>
          <p:nvPr/>
        </p:nvSpPr>
        <p:spPr>
          <a:xfrm>
            <a:off x="8362348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5-dot118"/>
          <p:cNvSpPr/>
          <p:nvPr/>
        </p:nvSpPr>
        <p:spPr>
          <a:xfrm>
            <a:off x="8654956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dot119"/>
          <p:cNvSpPr/>
          <p:nvPr/>
        </p:nvSpPr>
        <p:spPr>
          <a:xfrm>
            <a:off x="8947564" y="262963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5-group120"/>
          <p:cNvSpPr/>
          <p:nvPr/>
        </p:nvSpPr>
        <p:spPr>
          <a:xfrm>
            <a:off x="8334185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5-figure121" descr="바둑돌 3개 한 묶음(주황색)"/>
          <p:cNvSpPr/>
          <p:nvPr/>
        </p:nvSpPr>
        <p:spPr>
          <a:xfrm>
            <a:off x="8306753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05-dot122"/>
          <p:cNvSpPr/>
          <p:nvPr/>
        </p:nvSpPr>
        <p:spPr>
          <a:xfrm>
            <a:off x="9584215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5-dot123"/>
          <p:cNvSpPr/>
          <p:nvPr/>
        </p:nvSpPr>
        <p:spPr>
          <a:xfrm>
            <a:off x="9876823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5-dot124"/>
          <p:cNvSpPr/>
          <p:nvPr/>
        </p:nvSpPr>
        <p:spPr>
          <a:xfrm>
            <a:off x="10169431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5-group125"/>
          <p:cNvSpPr/>
          <p:nvPr/>
        </p:nvSpPr>
        <p:spPr>
          <a:xfrm>
            <a:off x="9556052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5-figure126" descr="바둑돌 3개 한 묶음(흰색)"/>
          <p:cNvSpPr/>
          <p:nvPr/>
        </p:nvSpPr>
        <p:spPr>
          <a:xfrm>
            <a:off x="9528620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5-dot127"/>
          <p:cNvSpPr/>
          <p:nvPr/>
        </p:nvSpPr>
        <p:spPr>
          <a:xfrm>
            <a:off x="10806082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5-dot128"/>
          <p:cNvSpPr/>
          <p:nvPr/>
        </p:nvSpPr>
        <p:spPr>
          <a:xfrm>
            <a:off x="11098690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5-dot129"/>
          <p:cNvSpPr/>
          <p:nvPr/>
        </p:nvSpPr>
        <p:spPr>
          <a:xfrm>
            <a:off x="11391298" y="262963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5-group130"/>
          <p:cNvSpPr/>
          <p:nvPr/>
        </p:nvSpPr>
        <p:spPr>
          <a:xfrm>
            <a:off x="10777919" y="261061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7" name="S05-figure131" descr="바둑돌 3개 한 묶음(흰색)"/>
          <p:cNvSpPr/>
          <p:nvPr/>
        </p:nvSpPr>
        <p:spPr>
          <a:xfrm>
            <a:off x="10750487" y="257403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05-chip132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9" name="S05-dot133"/>
          <p:cNvSpPr/>
          <p:nvPr/>
        </p:nvSpPr>
        <p:spPr>
          <a:xfrm>
            <a:off x="1583787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5-dot134"/>
          <p:cNvSpPr/>
          <p:nvPr/>
        </p:nvSpPr>
        <p:spPr>
          <a:xfrm>
            <a:off x="1876395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5-dot135"/>
          <p:cNvSpPr/>
          <p:nvPr/>
        </p:nvSpPr>
        <p:spPr>
          <a:xfrm>
            <a:off x="2169003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5-dot136"/>
          <p:cNvSpPr/>
          <p:nvPr/>
        </p:nvSpPr>
        <p:spPr>
          <a:xfrm>
            <a:off x="2461611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5-dot137"/>
          <p:cNvSpPr/>
          <p:nvPr/>
        </p:nvSpPr>
        <p:spPr>
          <a:xfrm>
            <a:off x="2754219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5-dot138"/>
          <p:cNvSpPr/>
          <p:nvPr/>
        </p:nvSpPr>
        <p:spPr>
          <a:xfrm>
            <a:off x="3046827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5-group139"/>
          <p:cNvSpPr/>
          <p:nvPr/>
        </p:nvSpPr>
        <p:spPr>
          <a:xfrm>
            <a:off x="1555623" y="4302252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6" name="S05-figure140" descr="바둑돌 6개 한 묶음(주황색)"/>
          <p:cNvSpPr/>
          <p:nvPr/>
        </p:nvSpPr>
        <p:spPr>
          <a:xfrm>
            <a:off x="1528191" y="4265676"/>
            <a:ext cx="1755648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05-dot141"/>
          <p:cNvSpPr/>
          <p:nvPr/>
        </p:nvSpPr>
        <p:spPr>
          <a:xfrm>
            <a:off x="4027521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5-dot142"/>
          <p:cNvSpPr/>
          <p:nvPr/>
        </p:nvSpPr>
        <p:spPr>
          <a:xfrm>
            <a:off x="4320129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5-dot143"/>
          <p:cNvSpPr/>
          <p:nvPr/>
        </p:nvSpPr>
        <p:spPr>
          <a:xfrm>
            <a:off x="4612737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5-dot144"/>
          <p:cNvSpPr/>
          <p:nvPr/>
        </p:nvSpPr>
        <p:spPr>
          <a:xfrm>
            <a:off x="4905345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5-dot145"/>
          <p:cNvSpPr/>
          <p:nvPr/>
        </p:nvSpPr>
        <p:spPr>
          <a:xfrm>
            <a:off x="5197953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5-dot146"/>
          <p:cNvSpPr/>
          <p:nvPr/>
        </p:nvSpPr>
        <p:spPr>
          <a:xfrm>
            <a:off x="5490561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5-group147"/>
          <p:cNvSpPr/>
          <p:nvPr/>
        </p:nvSpPr>
        <p:spPr>
          <a:xfrm>
            <a:off x="3999357" y="4302252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4" name="S05-figure148" descr="바둑돌 6개 한 묶음(흰색)"/>
          <p:cNvSpPr/>
          <p:nvPr/>
        </p:nvSpPr>
        <p:spPr>
          <a:xfrm>
            <a:off x="3971925" y="4265676"/>
            <a:ext cx="1755648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05-chip14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66" name="S05-dot150"/>
          <p:cNvSpPr/>
          <p:nvPr/>
        </p:nvSpPr>
        <p:spPr>
          <a:xfrm>
            <a:off x="7344126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5-dot151"/>
          <p:cNvSpPr/>
          <p:nvPr/>
        </p:nvSpPr>
        <p:spPr>
          <a:xfrm>
            <a:off x="7636734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5-dot152"/>
          <p:cNvSpPr/>
          <p:nvPr/>
        </p:nvSpPr>
        <p:spPr>
          <a:xfrm>
            <a:off x="7929342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05-group153"/>
          <p:cNvSpPr/>
          <p:nvPr/>
        </p:nvSpPr>
        <p:spPr>
          <a:xfrm>
            <a:off x="7315962" y="43022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0" name="S05-figure154" descr="바둑돌 3개 한 묶음(주황색)"/>
          <p:cNvSpPr/>
          <p:nvPr/>
        </p:nvSpPr>
        <p:spPr>
          <a:xfrm>
            <a:off x="7288530" y="426567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05-dot155"/>
          <p:cNvSpPr/>
          <p:nvPr/>
        </p:nvSpPr>
        <p:spPr>
          <a:xfrm>
            <a:off x="8973282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5-dot156"/>
          <p:cNvSpPr/>
          <p:nvPr/>
        </p:nvSpPr>
        <p:spPr>
          <a:xfrm>
            <a:off x="9265890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3" name="S05-dot157"/>
          <p:cNvSpPr/>
          <p:nvPr/>
        </p:nvSpPr>
        <p:spPr>
          <a:xfrm>
            <a:off x="9558498" y="4321272"/>
            <a:ext cx="181417" cy="18141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05-group158"/>
          <p:cNvSpPr/>
          <p:nvPr/>
        </p:nvSpPr>
        <p:spPr>
          <a:xfrm>
            <a:off x="8945118" y="43022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5" name="S05-figure159" descr="바둑돌 3개 한 묶음(주황색)"/>
          <p:cNvSpPr/>
          <p:nvPr/>
        </p:nvSpPr>
        <p:spPr>
          <a:xfrm>
            <a:off x="8917686" y="426567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05-dot160"/>
          <p:cNvSpPr/>
          <p:nvPr/>
        </p:nvSpPr>
        <p:spPr>
          <a:xfrm>
            <a:off x="10602438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7" name="S05-dot161"/>
          <p:cNvSpPr/>
          <p:nvPr/>
        </p:nvSpPr>
        <p:spPr>
          <a:xfrm>
            <a:off x="10895046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8" name="S05-dot162"/>
          <p:cNvSpPr/>
          <p:nvPr/>
        </p:nvSpPr>
        <p:spPr>
          <a:xfrm>
            <a:off x="11187654" y="4321272"/>
            <a:ext cx="181417" cy="1814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9" name="S05-group163"/>
          <p:cNvSpPr/>
          <p:nvPr/>
        </p:nvSpPr>
        <p:spPr>
          <a:xfrm>
            <a:off x="10574274" y="430225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80" name="S05-figure164" descr="바둑돌 3개 한 묶음(흰색)"/>
          <p:cNvSpPr/>
          <p:nvPr/>
        </p:nvSpPr>
        <p:spPr>
          <a:xfrm>
            <a:off x="10546842" y="4265676"/>
            <a:ext cx="877824" cy="2926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6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6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4씩 묶었어요. 8은 12의 얼마일까요?</a:t>
            </a:r>
            <a:endParaRPr lang="ko-KR" sz="3000" dirty="0"/>
          </a:p>
        </p:txBody>
      </p:sp>
      <p:sp>
        <p:nvSpPr>
          <p:cNvPr id="5" name="S06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6-chip16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4분의 2</a:t>
            </a:r>
            <a:endParaRPr lang="ko-KR" sz="2400" dirty="0"/>
          </a:p>
        </p:txBody>
      </p:sp>
      <p:sp>
        <p:nvSpPr>
          <p:cNvPr id="8" name="S06-dot170"/>
          <p:cNvSpPr/>
          <p:nvPr/>
        </p:nvSpPr>
        <p:spPr>
          <a:xfrm>
            <a:off x="640659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71"/>
          <p:cNvSpPr/>
          <p:nvPr/>
        </p:nvSpPr>
        <p:spPr>
          <a:xfrm>
            <a:off x="1024707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72"/>
          <p:cNvSpPr/>
          <p:nvPr/>
        </p:nvSpPr>
        <p:spPr>
          <a:xfrm>
            <a:off x="140875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73"/>
          <p:cNvSpPr/>
          <p:nvPr/>
        </p:nvSpPr>
        <p:spPr>
          <a:xfrm>
            <a:off x="1792803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group174"/>
          <p:cNvSpPr/>
          <p:nvPr/>
        </p:nvSpPr>
        <p:spPr>
          <a:xfrm>
            <a:off x="595122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06-figure175" descr="바둑돌 4개 한 묶음(주황색)"/>
          <p:cNvSpPr/>
          <p:nvPr/>
        </p:nvSpPr>
        <p:spPr>
          <a:xfrm>
            <a:off x="567690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06-dot176"/>
          <p:cNvSpPr/>
          <p:nvPr/>
        </p:nvSpPr>
        <p:spPr>
          <a:xfrm>
            <a:off x="2534991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77"/>
          <p:cNvSpPr/>
          <p:nvPr/>
        </p:nvSpPr>
        <p:spPr>
          <a:xfrm>
            <a:off x="2919039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78"/>
          <p:cNvSpPr/>
          <p:nvPr/>
        </p:nvSpPr>
        <p:spPr>
          <a:xfrm>
            <a:off x="3303087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79"/>
          <p:cNvSpPr/>
          <p:nvPr/>
        </p:nvSpPr>
        <p:spPr>
          <a:xfrm>
            <a:off x="368713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80"/>
          <p:cNvSpPr/>
          <p:nvPr/>
        </p:nvSpPr>
        <p:spPr>
          <a:xfrm>
            <a:off x="2489454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figure181" descr="바둑돌 4개 한 묶음(주황색)"/>
          <p:cNvSpPr/>
          <p:nvPr/>
        </p:nvSpPr>
        <p:spPr>
          <a:xfrm>
            <a:off x="2462022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6-dot182"/>
          <p:cNvSpPr/>
          <p:nvPr/>
        </p:nvSpPr>
        <p:spPr>
          <a:xfrm>
            <a:off x="4429323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83"/>
          <p:cNvSpPr/>
          <p:nvPr/>
        </p:nvSpPr>
        <p:spPr>
          <a:xfrm>
            <a:off x="4813371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84"/>
          <p:cNvSpPr/>
          <p:nvPr/>
        </p:nvSpPr>
        <p:spPr>
          <a:xfrm>
            <a:off x="5197419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85"/>
          <p:cNvSpPr/>
          <p:nvPr/>
        </p:nvSpPr>
        <p:spPr>
          <a:xfrm>
            <a:off x="5581467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group186"/>
          <p:cNvSpPr/>
          <p:nvPr/>
        </p:nvSpPr>
        <p:spPr>
          <a:xfrm>
            <a:off x="4383786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6-figure187" descr="바둑돌 4개 한 묶음(흰색)"/>
          <p:cNvSpPr/>
          <p:nvPr/>
        </p:nvSpPr>
        <p:spPr>
          <a:xfrm>
            <a:off x="4356354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6-text188"/>
          <p:cNvSpPr txBox="1"/>
          <p:nvPr/>
        </p:nvSpPr>
        <p:spPr>
          <a:xfrm>
            <a:off x="548640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“한 묶음에 4개니까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분모가 4예요.”</a:t>
            </a:r>
            <a:endParaRPr lang="ko-KR" sz="2400" dirty="0"/>
          </a:p>
        </p:txBody>
      </p:sp>
      <p:sp>
        <p:nvSpPr>
          <p:cNvPr id="27" name="S06-chip1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3분의 2</a:t>
            </a:r>
            <a:endParaRPr lang="ko-KR" sz="2400" dirty="0"/>
          </a:p>
        </p:txBody>
      </p:sp>
      <p:sp>
        <p:nvSpPr>
          <p:cNvPr id="28" name="S06-dot190"/>
          <p:cNvSpPr/>
          <p:nvPr/>
        </p:nvSpPr>
        <p:spPr>
          <a:xfrm>
            <a:off x="636937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91"/>
          <p:cNvSpPr/>
          <p:nvPr/>
        </p:nvSpPr>
        <p:spPr>
          <a:xfrm>
            <a:off x="6753423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92"/>
          <p:cNvSpPr/>
          <p:nvPr/>
        </p:nvSpPr>
        <p:spPr>
          <a:xfrm>
            <a:off x="7137471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93"/>
          <p:cNvSpPr/>
          <p:nvPr/>
        </p:nvSpPr>
        <p:spPr>
          <a:xfrm>
            <a:off x="7521519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group194"/>
          <p:cNvSpPr/>
          <p:nvPr/>
        </p:nvSpPr>
        <p:spPr>
          <a:xfrm>
            <a:off x="6323838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6-figure195" descr="바둑돌 4개 한 묶음(주황색)"/>
          <p:cNvSpPr/>
          <p:nvPr/>
        </p:nvSpPr>
        <p:spPr>
          <a:xfrm>
            <a:off x="6296406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06-dot196"/>
          <p:cNvSpPr/>
          <p:nvPr/>
        </p:nvSpPr>
        <p:spPr>
          <a:xfrm>
            <a:off x="8263707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97"/>
          <p:cNvSpPr/>
          <p:nvPr/>
        </p:nvSpPr>
        <p:spPr>
          <a:xfrm>
            <a:off x="8647755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dot198"/>
          <p:cNvSpPr/>
          <p:nvPr/>
        </p:nvSpPr>
        <p:spPr>
          <a:xfrm>
            <a:off x="9031803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6-dot199"/>
          <p:cNvSpPr/>
          <p:nvPr/>
        </p:nvSpPr>
        <p:spPr>
          <a:xfrm>
            <a:off x="9415851" y="3601029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group200"/>
          <p:cNvSpPr/>
          <p:nvPr/>
        </p:nvSpPr>
        <p:spPr>
          <a:xfrm>
            <a:off x="8218170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figure201" descr="바둑돌 4개 한 묶음(주황색)"/>
          <p:cNvSpPr/>
          <p:nvPr/>
        </p:nvSpPr>
        <p:spPr>
          <a:xfrm>
            <a:off x="8190738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6-dot202"/>
          <p:cNvSpPr/>
          <p:nvPr/>
        </p:nvSpPr>
        <p:spPr>
          <a:xfrm>
            <a:off x="10158039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6-dot203"/>
          <p:cNvSpPr/>
          <p:nvPr/>
        </p:nvSpPr>
        <p:spPr>
          <a:xfrm>
            <a:off x="10542087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204"/>
          <p:cNvSpPr/>
          <p:nvPr/>
        </p:nvSpPr>
        <p:spPr>
          <a:xfrm>
            <a:off x="10926135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205"/>
          <p:cNvSpPr/>
          <p:nvPr/>
        </p:nvSpPr>
        <p:spPr>
          <a:xfrm>
            <a:off x="11310183" y="3601029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group206"/>
          <p:cNvSpPr/>
          <p:nvPr/>
        </p:nvSpPr>
        <p:spPr>
          <a:xfrm>
            <a:off x="10112502" y="3564636"/>
            <a:ext cx="1481328" cy="310896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06-figure207" descr="바둑돌 4개 한 묶음(흰색)"/>
          <p:cNvSpPr/>
          <p:nvPr/>
        </p:nvSpPr>
        <p:spPr>
          <a:xfrm>
            <a:off x="10085070" y="3528060"/>
            <a:ext cx="1536192" cy="38404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06-text208"/>
          <p:cNvSpPr txBox="1"/>
          <p:nvPr/>
        </p:nvSpPr>
        <p:spPr>
          <a:xfrm>
            <a:off x="6277356" y="4285488"/>
            <a:ext cx="5362956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“3묶음 중 2묶음이니까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2예요.”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3분의 2는 얼마?</a:t>
            </a:r>
            <a:endParaRPr lang="ko-KR" sz="4000" dirty="0"/>
          </a:p>
        </p:txBody>
      </p:sp>
      <p:sp>
        <p:nvSpPr>
          <p:cNvPr id="3" name="S07-card2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2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 똑같이 묶고, 분자만큼의 묶음을 세요.</a:t>
            </a:r>
            <a:endParaRPr lang="ko-KR" sz="3000" dirty="0"/>
          </a:p>
        </p:txBody>
      </p:sp>
      <p:sp>
        <p:nvSpPr>
          <p:cNvPr id="5" name="S07-op211"/>
          <p:cNvSpPr txBox="1"/>
          <p:nvPr/>
        </p:nvSpPr>
        <p:spPr>
          <a:xfrm>
            <a:off x="548640" y="135128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</a:t>
            </a:r>
            <a:endParaRPr lang="ko-KR" sz="3400" dirty="0"/>
          </a:p>
        </p:txBody>
      </p:sp>
      <p:sp>
        <p:nvSpPr>
          <p:cNvPr id="6" name="S07-num212"/>
          <p:cNvSpPr txBox="1"/>
          <p:nvPr/>
        </p:nvSpPr>
        <p:spPr>
          <a:xfrm>
            <a:off x="1907540" y="135128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7" name="S07-fracbar213"/>
          <p:cNvSpPr/>
          <p:nvPr/>
        </p:nvSpPr>
        <p:spPr>
          <a:xfrm>
            <a:off x="1944116" y="189738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8" name="S07-num214"/>
          <p:cNvSpPr txBox="1"/>
          <p:nvPr/>
        </p:nvSpPr>
        <p:spPr>
          <a:xfrm>
            <a:off x="1907540" y="193395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9" name="S07-op215"/>
          <p:cNvSpPr txBox="1"/>
          <p:nvPr/>
        </p:nvSpPr>
        <p:spPr>
          <a:xfrm>
            <a:off x="2580386" y="135128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10" name="S07-blank216"/>
          <p:cNvSpPr/>
          <p:nvPr/>
        </p:nvSpPr>
        <p:spPr>
          <a:xfrm>
            <a:off x="3278576" y="170885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1" name="S07-dot217"/>
          <p:cNvSpPr/>
          <p:nvPr/>
        </p:nvSpPr>
        <p:spPr>
          <a:xfrm>
            <a:off x="7459066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218"/>
          <p:cNvSpPr/>
          <p:nvPr/>
        </p:nvSpPr>
        <p:spPr>
          <a:xfrm>
            <a:off x="7459066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219"/>
          <p:cNvSpPr/>
          <p:nvPr/>
        </p:nvSpPr>
        <p:spPr>
          <a:xfrm>
            <a:off x="7459066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220"/>
          <p:cNvSpPr/>
          <p:nvPr/>
        </p:nvSpPr>
        <p:spPr>
          <a:xfrm>
            <a:off x="7459066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group221"/>
          <p:cNvSpPr/>
          <p:nvPr/>
        </p:nvSpPr>
        <p:spPr>
          <a:xfrm>
            <a:off x="7408774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7-figure222" descr="바둑돌 4개 한 묶음(주황색)"/>
          <p:cNvSpPr/>
          <p:nvPr/>
        </p:nvSpPr>
        <p:spPr>
          <a:xfrm>
            <a:off x="7372198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7-dot223"/>
          <p:cNvSpPr/>
          <p:nvPr/>
        </p:nvSpPr>
        <p:spPr>
          <a:xfrm>
            <a:off x="9138879" y="30358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dot224"/>
          <p:cNvSpPr/>
          <p:nvPr/>
        </p:nvSpPr>
        <p:spPr>
          <a:xfrm>
            <a:off x="9138879" y="34930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7-dot225"/>
          <p:cNvSpPr/>
          <p:nvPr/>
        </p:nvSpPr>
        <p:spPr>
          <a:xfrm>
            <a:off x="9138879" y="39502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7-dot226"/>
          <p:cNvSpPr/>
          <p:nvPr/>
        </p:nvSpPr>
        <p:spPr>
          <a:xfrm>
            <a:off x="9138879" y="440740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group227"/>
          <p:cNvSpPr/>
          <p:nvPr/>
        </p:nvSpPr>
        <p:spPr>
          <a:xfrm>
            <a:off x="9088587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7-figure228" descr="바둑돌 4개 한 묶음(주황색)"/>
          <p:cNvSpPr/>
          <p:nvPr/>
        </p:nvSpPr>
        <p:spPr>
          <a:xfrm>
            <a:off x="9052011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7-dot229"/>
          <p:cNvSpPr/>
          <p:nvPr/>
        </p:nvSpPr>
        <p:spPr>
          <a:xfrm>
            <a:off x="10818693" y="30358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dot230"/>
          <p:cNvSpPr/>
          <p:nvPr/>
        </p:nvSpPr>
        <p:spPr>
          <a:xfrm>
            <a:off x="10818693" y="34930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7-dot231"/>
          <p:cNvSpPr/>
          <p:nvPr/>
        </p:nvSpPr>
        <p:spPr>
          <a:xfrm>
            <a:off x="10818693" y="39502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7-dot232"/>
          <p:cNvSpPr/>
          <p:nvPr/>
        </p:nvSpPr>
        <p:spPr>
          <a:xfrm>
            <a:off x="10818693" y="440740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7-group233"/>
          <p:cNvSpPr/>
          <p:nvPr/>
        </p:nvSpPr>
        <p:spPr>
          <a:xfrm>
            <a:off x="10768401" y="297637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7-figure234" descr="바둑돌 4개 한 묶음(흰색)"/>
          <p:cNvSpPr/>
          <p:nvPr/>
        </p:nvSpPr>
        <p:spPr>
          <a:xfrm>
            <a:off x="10731825" y="294894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7-stepno235"/>
          <p:cNvSpPr txBox="1"/>
          <p:nvPr/>
        </p:nvSpPr>
        <p:spPr>
          <a:xfrm>
            <a:off x="548640" y="2823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30" name="S07-text236"/>
          <p:cNvSpPr txBox="1"/>
          <p:nvPr/>
        </p:nvSpPr>
        <p:spPr>
          <a:xfrm>
            <a:off x="1325880" y="2778252"/>
            <a:ext cx="5229271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12개를 3묶음으로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나눠요.</a:t>
            </a:r>
            <a:endParaRPr lang="ko-KR" sz="2400" dirty="0"/>
          </a:p>
        </p:txBody>
      </p:sp>
      <p:sp>
        <p:nvSpPr>
          <p:cNvPr id="31" name="S07-stepno237"/>
          <p:cNvSpPr txBox="1"/>
          <p:nvPr/>
        </p:nvSpPr>
        <p:spPr>
          <a:xfrm>
            <a:off x="548640" y="3686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07-text238"/>
          <p:cNvSpPr txBox="1"/>
          <p:nvPr/>
        </p:nvSpPr>
        <p:spPr>
          <a:xfrm>
            <a:off x="1325880" y="3686556"/>
            <a:ext cx="2706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1묶음은 4개예요.</a:t>
            </a:r>
            <a:endParaRPr lang="ko-KR" sz="2400" dirty="0"/>
          </a:p>
        </p:txBody>
      </p:sp>
      <p:sp>
        <p:nvSpPr>
          <p:cNvPr id="33" name="S07-eqtext239"/>
          <p:cNvSpPr txBox="1"/>
          <p:nvPr/>
        </p:nvSpPr>
        <p:spPr>
          <a:xfrm>
            <a:off x="4032416" y="3686556"/>
            <a:ext cx="252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2400" dirty="0"/>
          </a:p>
        </p:txBody>
      </p:sp>
      <p:sp>
        <p:nvSpPr>
          <p:cNvPr id="34" name="S07-stepno240"/>
          <p:cNvSpPr txBox="1"/>
          <p:nvPr/>
        </p:nvSpPr>
        <p:spPr>
          <a:xfrm>
            <a:off x="548640" y="4399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5" name="S07-text241"/>
          <p:cNvSpPr txBox="1"/>
          <p:nvPr/>
        </p:nvSpPr>
        <p:spPr>
          <a:xfrm>
            <a:off x="1325880" y="4399788"/>
            <a:ext cx="2706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2묶음은 8개예요.</a:t>
            </a:r>
            <a:endParaRPr lang="ko-KR" sz="2400" dirty="0"/>
          </a:p>
        </p:txBody>
      </p:sp>
      <p:sp>
        <p:nvSpPr>
          <p:cNvPr id="36" name="S07-eqtext242"/>
          <p:cNvSpPr txBox="1"/>
          <p:nvPr/>
        </p:nvSpPr>
        <p:spPr>
          <a:xfrm>
            <a:off x="4032416" y="4399788"/>
            <a:ext cx="25227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구해요</a:t>
            </a:r>
            <a:endParaRPr lang="ko-KR" sz="4000" dirty="0"/>
          </a:p>
        </p:txBody>
      </p:sp>
      <p:sp>
        <p:nvSpPr>
          <p:cNvPr id="3" name="S08-text2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분수만큼은 몇 개인지 구해요.</a:t>
            </a:r>
            <a:endParaRPr lang="ko-KR" sz="3000" dirty="0"/>
          </a:p>
        </p:txBody>
      </p:sp>
      <p:sp>
        <p:nvSpPr>
          <p:cNvPr id="4" name="S08-card2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 묶고, 분자만큼의 묶음을 세요.</a:t>
            </a:r>
            <a:endParaRPr lang="ko-KR" sz="3000" dirty="0"/>
          </a:p>
        </p:txBody>
      </p:sp>
      <p:sp>
        <p:nvSpPr>
          <p:cNvPr id="6" name="S08-card246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247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15를 5묶음으로</a:t>
            </a:r>
            <a:endParaRPr lang="ko-KR" sz="3000" dirty="0"/>
          </a:p>
        </p:txBody>
      </p:sp>
      <p:sp>
        <p:nvSpPr>
          <p:cNvPr id="8" name="S08-dot248"/>
          <p:cNvSpPr/>
          <p:nvPr/>
        </p:nvSpPr>
        <p:spPr>
          <a:xfrm>
            <a:off x="6749186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249"/>
          <p:cNvSpPr/>
          <p:nvPr/>
        </p:nvSpPr>
        <p:spPr>
          <a:xfrm>
            <a:off x="6749186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250"/>
          <p:cNvSpPr/>
          <p:nvPr/>
        </p:nvSpPr>
        <p:spPr>
          <a:xfrm>
            <a:off x="6749186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group251"/>
          <p:cNvSpPr/>
          <p:nvPr/>
        </p:nvSpPr>
        <p:spPr>
          <a:xfrm>
            <a:off x="6690208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8-figure252" descr="바둑돌 3개 한 묶음(흰색)"/>
          <p:cNvSpPr/>
          <p:nvPr/>
        </p:nvSpPr>
        <p:spPr>
          <a:xfrm>
            <a:off x="6653632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8-dot253"/>
          <p:cNvSpPr/>
          <p:nvPr/>
        </p:nvSpPr>
        <p:spPr>
          <a:xfrm>
            <a:off x="7776058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254"/>
          <p:cNvSpPr/>
          <p:nvPr/>
        </p:nvSpPr>
        <p:spPr>
          <a:xfrm>
            <a:off x="7776058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dot255"/>
          <p:cNvSpPr/>
          <p:nvPr/>
        </p:nvSpPr>
        <p:spPr>
          <a:xfrm>
            <a:off x="7776058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8-group256"/>
          <p:cNvSpPr/>
          <p:nvPr/>
        </p:nvSpPr>
        <p:spPr>
          <a:xfrm>
            <a:off x="7717079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8-figure257" descr="바둑돌 3개 한 묶음(흰색)"/>
          <p:cNvSpPr/>
          <p:nvPr/>
        </p:nvSpPr>
        <p:spPr>
          <a:xfrm>
            <a:off x="7680503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8-dot258"/>
          <p:cNvSpPr/>
          <p:nvPr/>
        </p:nvSpPr>
        <p:spPr>
          <a:xfrm>
            <a:off x="8802929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dot259"/>
          <p:cNvSpPr/>
          <p:nvPr/>
        </p:nvSpPr>
        <p:spPr>
          <a:xfrm>
            <a:off x="8802929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dot260"/>
          <p:cNvSpPr/>
          <p:nvPr/>
        </p:nvSpPr>
        <p:spPr>
          <a:xfrm>
            <a:off x="8802929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8-group261"/>
          <p:cNvSpPr/>
          <p:nvPr/>
        </p:nvSpPr>
        <p:spPr>
          <a:xfrm>
            <a:off x="8743950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8-figure262" descr="바둑돌 3개 한 묶음(흰색)"/>
          <p:cNvSpPr/>
          <p:nvPr/>
        </p:nvSpPr>
        <p:spPr>
          <a:xfrm>
            <a:off x="8707374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8-dot263"/>
          <p:cNvSpPr/>
          <p:nvPr/>
        </p:nvSpPr>
        <p:spPr>
          <a:xfrm>
            <a:off x="9829800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dot264"/>
          <p:cNvSpPr/>
          <p:nvPr/>
        </p:nvSpPr>
        <p:spPr>
          <a:xfrm>
            <a:off x="9829800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8-dot265"/>
          <p:cNvSpPr/>
          <p:nvPr/>
        </p:nvSpPr>
        <p:spPr>
          <a:xfrm>
            <a:off x="9829800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group266"/>
          <p:cNvSpPr/>
          <p:nvPr/>
        </p:nvSpPr>
        <p:spPr>
          <a:xfrm>
            <a:off x="9770821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8-figure267" descr="바둑돌 3개 한 묶음(흰색)"/>
          <p:cNvSpPr/>
          <p:nvPr/>
        </p:nvSpPr>
        <p:spPr>
          <a:xfrm>
            <a:off x="9734245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08-dot268"/>
          <p:cNvSpPr/>
          <p:nvPr/>
        </p:nvSpPr>
        <p:spPr>
          <a:xfrm>
            <a:off x="10856671" y="315879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8-dot269"/>
          <p:cNvSpPr/>
          <p:nvPr/>
        </p:nvSpPr>
        <p:spPr>
          <a:xfrm>
            <a:off x="10856671" y="366171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dot270"/>
          <p:cNvSpPr/>
          <p:nvPr/>
        </p:nvSpPr>
        <p:spPr>
          <a:xfrm>
            <a:off x="10856671" y="4164635"/>
            <a:ext cx="311810" cy="3118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8-group271"/>
          <p:cNvSpPr/>
          <p:nvPr/>
        </p:nvSpPr>
        <p:spPr>
          <a:xfrm>
            <a:off x="10797692" y="3090672"/>
            <a:ext cx="429768" cy="1453896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8-figure272" descr="바둑돌 3개 한 묶음(흰색)"/>
          <p:cNvSpPr/>
          <p:nvPr/>
        </p:nvSpPr>
        <p:spPr>
          <a:xfrm>
            <a:off x="10761116" y="3063240"/>
            <a:ext cx="50292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08-chip27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34" name="S08-op274"/>
          <p:cNvSpPr txBox="1"/>
          <p:nvPr/>
        </p:nvSpPr>
        <p:spPr>
          <a:xfrm>
            <a:off x="1344168" y="2012696"/>
            <a:ext cx="107391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15의</a:t>
            </a:r>
            <a:endParaRPr lang="ko-KR" sz="2800" dirty="0"/>
          </a:p>
        </p:txBody>
      </p:sp>
      <p:sp>
        <p:nvSpPr>
          <p:cNvPr id="35" name="S08-num275"/>
          <p:cNvSpPr txBox="1"/>
          <p:nvPr/>
        </p:nvSpPr>
        <p:spPr>
          <a:xfrm>
            <a:off x="252780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6" name="S08-fracbar276"/>
          <p:cNvSpPr/>
          <p:nvPr/>
        </p:nvSpPr>
        <p:spPr>
          <a:xfrm>
            <a:off x="256438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8-num277"/>
          <p:cNvSpPr txBox="1"/>
          <p:nvPr/>
        </p:nvSpPr>
        <p:spPr>
          <a:xfrm>
            <a:off x="252780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8" name="S08-op278"/>
          <p:cNvSpPr txBox="1"/>
          <p:nvPr/>
        </p:nvSpPr>
        <p:spPr>
          <a:xfrm>
            <a:off x="312064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9" name="S08-blank279"/>
          <p:cNvSpPr/>
          <p:nvPr/>
        </p:nvSpPr>
        <p:spPr>
          <a:xfrm>
            <a:off x="3782761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0" name="S08-chip28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1" name="S08-op281"/>
          <p:cNvSpPr txBox="1"/>
          <p:nvPr/>
        </p:nvSpPr>
        <p:spPr>
          <a:xfrm>
            <a:off x="1344168" y="3109976"/>
            <a:ext cx="107391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15의</a:t>
            </a:r>
            <a:endParaRPr lang="ko-KR" sz="2800" dirty="0"/>
          </a:p>
        </p:txBody>
      </p:sp>
      <p:sp>
        <p:nvSpPr>
          <p:cNvPr id="42" name="S08-num282"/>
          <p:cNvSpPr txBox="1"/>
          <p:nvPr/>
        </p:nvSpPr>
        <p:spPr>
          <a:xfrm>
            <a:off x="252780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3" name="S08-fracbar283"/>
          <p:cNvSpPr/>
          <p:nvPr/>
        </p:nvSpPr>
        <p:spPr>
          <a:xfrm>
            <a:off x="256438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8-num284"/>
          <p:cNvSpPr txBox="1"/>
          <p:nvPr/>
        </p:nvSpPr>
        <p:spPr>
          <a:xfrm>
            <a:off x="252780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5" name="S08-op285"/>
          <p:cNvSpPr txBox="1"/>
          <p:nvPr/>
        </p:nvSpPr>
        <p:spPr>
          <a:xfrm>
            <a:off x="3120644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6" name="S08-blank286"/>
          <p:cNvSpPr/>
          <p:nvPr/>
        </p:nvSpPr>
        <p:spPr>
          <a:xfrm>
            <a:off x="3782761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7" name="S08-chip28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8" name="S08-op288"/>
          <p:cNvSpPr txBox="1"/>
          <p:nvPr/>
        </p:nvSpPr>
        <p:spPr>
          <a:xfrm>
            <a:off x="1344168" y="4207256"/>
            <a:ext cx="107391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</a:t>
            </a:r>
            <a:endParaRPr lang="ko-KR" sz="2800" dirty="0"/>
          </a:p>
        </p:txBody>
      </p:sp>
      <p:sp>
        <p:nvSpPr>
          <p:cNvPr id="49" name="S08-num289"/>
          <p:cNvSpPr txBox="1"/>
          <p:nvPr/>
        </p:nvSpPr>
        <p:spPr>
          <a:xfrm>
            <a:off x="252780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0" name="S08-fracbar290"/>
          <p:cNvSpPr/>
          <p:nvPr/>
        </p:nvSpPr>
        <p:spPr>
          <a:xfrm>
            <a:off x="256438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8-num291"/>
          <p:cNvSpPr txBox="1"/>
          <p:nvPr/>
        </p:nvSpPr>
        <p:spPr>
          <a:xfrm>
            <a:off x="252780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2" name="S08-op292"/>
          <p:cNvSpPr txBox="1"/>
          <p:nvPr/>
        </p:nvSpPr>
        <p:spPr>
          <a:xfrm>
            <a:off x="3120644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3" name="S08-blank293"/>
          <p:cNvSpPr/>
          <p:nvPr/>
        </p:nvSpPr>
        <p:spPr>
          <a:xfrm>
            <a:off x="3782761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2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분수로, ③④는 몇 개인지 구해요.</a:t>
            </a:r>
            <a:endParaRPr lang="ko-KR" sz="3000" dirty="0"/>
          </a:p>
        </p:txBody>
      </p:sp>
      <p:sp>
        <p:nvSpPr>
          <p:cNvPr id="4" name="S09-chip295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dot296"/>
          <p:cNvSpPr/>
          <p:nvPr/>
        </p:nvSpPr>
        <p:spPr>
          <a:xfrm>
            <a:off x="1472382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dot297"/>
          <p:cNvSpPr/>
          <p:nvPr/>
        </p:nvSpPr>
        <p:spPr>
          <a:xfrm>
            <a:off x="1472382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dot298"/>
          <p:cNvSpPr/>
          <p:nvPr/>
        </p:nvSpPr>
        <p:spPr>
          <a:xfrm>
            <a:off x="1472382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group299"/>
          <p:cNvSpPr/>
          <p:nvPr/>
        </p:nvSpPr>
        <p:spPr>
          <a:xfrm>
            <a:off x="1435989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9-figure300" descr="바둑돌 3개 한 묶음(주황색)"/>
          <p:cNvSpPr/>
          <p:nvPr/>
        </p:nvSpPr>
        <p:spPr>
          <a:xfrm>
            <a:off x="1399413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9-dot301"/>
          <p:cNvSpPr/>
          <p:nvPr/>
        </p:nvSpPr>
        <p:spPr>
          <a:xfrm>
            <a:off x="2286960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302"/>
          <p:cNvSpPr/>
          <p:nvPr/>
        </p:nvSpPr>
        <p:spPr>
          <a:xfrm>
            <a:off x="2286960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303"/>
          <p:cNvSpPr/>
          <p:nvPr/>
        </p:nvSpPr>
        <p:spPr>
          <a:xfrm>
            <a:off x="2286960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group304"/>
          <p:cNvSpPr/>
          <p:nvPr/>
        </p:nvSpPr>
        <p:spPr>
          <a:xfrm>
            <a:off x="2250567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9-figure305" descr="바둑돌 3개 한 묶음(주황색)"/>
          <p:cNvSpPr/>
          <p:nvPr/>
        </p:nvSpPr>
        <p:spPr>
          <a:xfrm>
            <a:off x="2213991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09-dot306"/>
          <p:cNvSpPr/>
          <p:nvPr/>
        </p:nvSpPr>
        <p:spPr>
          <a:xfrm>
            <a:off x="3101538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307"/>
          <p:cNvSpPr/>
          <p:nvPr/>
        </p:nvSpPr>
        <p:spPr>
          <a:xfrm>
            <a:off x="3101538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308"/>
          <p:cNvSpPr/>
          <p:nvPr/>
        </p:nvSpPr>
        <p:spPr>
          <a:xfrm>
            <a:off x="3101538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group309"/>
          <p:cNvSpPr/>
          <p:nvPr/>
        </p:nvSpPr>
        <p:spPr>
          <a:xfrm>
            <a:off x="3065145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9-figure310" descr="바둑돌 3개 한 묶음(주황색)"/>
          <p:cNvSpPr/>
          <p:nvPr/>
        </p:nvSpPr>
        <p:spPr>
          <a:xfrm>
            <a:off x="3028569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9-dot311"/>
          <p:cNvSpPr/>
          <p:nvPr/>
        </p:nvSpPr>
        <p:spPr>
          <a:xfrm>
            <a:off x="3916116" y="2514417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dot312"/>
          <p:cNvSpPr/>
          <p:nvPr/>
        </p:nvSpPr>
        <p:spPr>
          <a:xfrm>
            <a:off x="3916116" y="2898465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dot313"/>
          <p:cNvSpPr/>
          <p:nvPr/>
        </p:nvSpPr>
        <p:spPr>
          <a:xfrm>
            <a:off x="3916116" y="3282513"/>
            <a:ext cx="238110" cy="23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9-group314"/>
          <p:cNvSpPr/>
          <p:nvPr/>
        </p:nvSpPr>
        <p:spPr>
          <a:xfrm>
            <a:off x="3879723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4" name="S09-figure315" descr="바둑돌 3개 한 묶음(주황색)"/>
          <p:cNvSpPr/>
          <p:nvPr/>
        </p:nvSpPr>
        <p:spPr>
          <a:xfrm>
            <a:off x="3843147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9-dot316"/>
          <p:cNvSpPr/>
          <p:nvPr/>
        </p:nvSpPr>
        <p:spPr>
          <a:xfrm>
            <a:off x="4730694" y="2514417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9-dot317"/>
          <p:cNvSpPr/>
          <p:nvPr/>
        </p:nvSpPr>
        <p:spPr>
          <a:xfrm>
            <a:off x="4730694" y="2898465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9-dot318"/>
          <p:cNvSpPr/>
          <p:nvPr/>
        </p:nvSpPr>
        <p:spPr>
          <a:xfrm>
            <a:off x="4730694" y="3282513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9-group319"/>
          <p:cNvSpPr/>
          <p:nvPr/>
        </p:nvSpPr>
        <p:spPr>
          <a:xfrm>
            <a:off x="4694301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9-figure320" descr="바둑돌 3개 한 묶음(흰색)"/>
          <p:cNvSpPr/>
          <p:nvPr/>
        </p:nvSpPr>
        <p:spPr>
          <a:xfrm>
            <a:off x="4657725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9-dot321"/>
          <p:cNvSpPr/>
          <p:nvPr/>
        </p:nvSpPr>
        <p:spPr>
          <a:xfrm>
            <a:off x="5545272" y="2514417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9-dot322"/>
          <p:cNvSpPr/>
          <p:nvPr/>
        </p:nvSpPr>
        <p:spPr>
          <a:xfrm>
            <a:off x="5545272" y="2898465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9-dot323"/>
          <p:cNvSpPr/>
          <p:nvPr/>
        </p:nvSpPr>
        <p:spPr>
          <a:xfrm>
            <a:off x="5545272" y="3282513"/>
            <a:ext cx="238110" cy="23811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group324"/>
          <p:cNvSpPr/>
          <p:nvPr/>
        </p:nvSpPr>
        <p:spPr>
          <a:xfrm>
            <a:off x="5508879" y="2468880"/>
            <a:ext cx="310896" cy="1097280"/>
          </a:xfrm>
          <a:prstGeom prst="roundRect">
            <a:avLst>
              <a:gd name="adj" fmla="val 3529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9-figure325" descr="바둑돌 3개 한 묶음(흰색)"/>
          <p:cNvSpPr/>
          <p:nvPr/>
        </p:nvSpPr>
        <p:spPr>
          <a:xfrm>
            <a:off x="5472303" y="2441448"/>
            <a:ext cx="384048" cy="1152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9-chip32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36" name="S09-text32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14를 2씩 묶으면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6은 14의 얼마?</a:t>
            </a:r>
            <a:endParaRPr lang="ko-KR" sz="3000" dirty="0"/>
          </a:p>
        </p:txBody>
      </p:sp>
      <p:sp>
        <p:nvSpPr>
          <p:cNvPr id="37" name="S09-chip328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38" name="S09-op329"/>
          <p:cNvSpPr txBox="1"/>
          <p:nvPr/>
        </p:nvSpPr>
        <p:spPr>
          <a:xfrm>
            <a:off x="1344168" y="439166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24의</a:t>
            </a:r>
            <a:endParaRPr lang="ko-KR" sz="3400" dirty="0"/>
          </a:p>
        </p:txBody>
      </p:sp>
      <p:sp>
        <p:nvSpPr>
          <p:cNvPr id="39" name="S09-num330"/>
          <p:cNvSpPr txBox="1"/>
          <p:nvPr/>
        </p:nvSpPr>
        <p:spPr>
          <a:xfrm>
            <a:off x="2703068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40" name="S09-fracbar331"/>
          <p:cNvSpPr/>
          <p:nvPr/>
        </p:nvSpPr>
        <p:spPr>
          <a:xfrm>
            <a:off x="2739644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1" name="S09-num332"/>
          <p:cNvSpPr txBox="1"/>
          <p:nvPr/>
        </p:nvSpPr>
        <p:spPr>
          <a:xfrm>
            <a:off x="2703068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42" name="S09-op333"/>
          <p:cNvSpPr txBox="1"/>
          <p:nvPr/>
        </p:nvSpPr>
        <p:spPr>
          <a:xfrm>
            <a:off x="3375914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43" name="S09-blank334"/>
          <p:cNvSpPr/>
          <p:nvPr/>
        </p:nvSpPr>
        <p:spPr>
          <a:xfrm>
            <a:off x="4074104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9-chip33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45" name="S09-op336"/>
          <p:cNvSpPr txBox="1"/>
          <p:nvPr/>
        </p:nvSpPr>
        <p:spPr>
          <a:xfrm>
            <a:off x="7072884" y="4391660"/>
            <a:ext cx="124917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24의</a:t>
            </a:r>
            <a:endParaRPr lang="ko-KR" sz="3400" dirty="0"/>
          </a:p>
        </p:txBody>
      </p:sp>
      <p:sp>
        <p:nvSpPr>
          <p:cNvPr id="46" name="S09-num337"/>
          <p:cNvSpPr txBox="1"/>
          <p:nvPr/>
        </p:nvSpPr>
        <p:spPr>
          <a:xfrm>
            <a:off x="8431784" y="4391660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47" name="S09-fracbar338"/>
          <p:cNvSpPr/>
          <p:nvPr/>
        </p:nvSpPr>
        <p:spPr>
          <a:xfrm>
            <a:off x="8468360" y="4937760"/>
            <a:ext cx="489966" cy="0"/>
          </a:xfrm>
          <a:prstGeom prst="line">
            <a:avLst/>
          </a:prstGeom>
          <a:noFill/>
          <a:ln w="26988">
            <a:solidFill>
              <a:srgbClr val="1F2937"/>
            </a:solidFill>
            <a:prstDash val="solid"/>
          </a:ln>
        </p:spPr>
      </p:sp>
      <p:sp>
        <p:nvSpPr>
          <p:cNvPr id="48" name="S09-num339"/>
          <p:cNvSpPr txBox="1"/>
          <p:nvPr/>
        </p:nvSpPr>
        <p:spPr>
          <a:xfrm>
            <a:off x="8431784" y="4974336"/>
            <a:ext cx="563118" cy="50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49" name="S09-op340"/>
          <p:cNvSpPr txBox="1"/>
          <p:nvPr/>
        </p:nvSpPr>
        <p:spPr>
          <a:xfrm>
            <a:off x="9104630" y="4391660"/>
            <a:ext cx="437388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400" dirty="0"/>
          </a:p>
        </p:txBody>
      </p:sp>
      <p:sp>
        <p:nvSpPr>
          <p:cNvPr id="50" name="S09-blank341"/>
          <p:cNvSpPr/>
          <p:nvPr/>
        </p:nvSpPr>
        <p:spPr>
          <a:xfrm>
            <a:off x="9802820" y="4749236"/>
            <a:ext cx="377048" cy="37704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나누기</a:t>
            </a:r>
            <a:endParaRPr lang="ko-KR" sz="4000" dirty="0"/>
          </a:p>
        </p:txBody>
      </p:sp>
      <p:sp>
        <p:nvSpPr>
          <p:cNvPr id="3" name="S11-text3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20개가 있어요.</a:t>
            </a:r>
            <a:endParaRPr lang="ko-KR" sz="3000" dirty="0"/>
          </a:p>
        </p:txBody>
      </p:sp>
      <p:sp>
        <p:nvSpPr>
          <p:cNvPr id="4" name="S11-card3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3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20개로 해 봐도 좋아요.</a:t>
            </a:r>
            <a:endParaRPr lang="ko-KR" sz="3000" dirty="0"/>
          </a:p>
        </p:txBody>
      </p:sp>
      <p:sp>
        <p:nvSpPr>
          <p:cNvPr id="6" name="S11-chip34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1-text34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20개의 5분의 2를 동생에게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주었어요. 몇 개를 주었나요?</a:t>
            </a:r>
            <a:endParaRPr lang="ko-KR" sz="3000" dirty="0"/>
          </a:p>
        </p:txBody>
      </p:sp>
      <p:sp>
        <p:nvSpPr>
          <p:cNvPr id="8" name="S11-chip34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1-text34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사탕은 20개의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분의 몇인가요?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34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5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분모만큼 똑같이 묶고, 분자만큼의 묶음을 세요.</a:t>
            </a:r>
            <a:endParaRPr lang="ko-KR" sz="3000" dirty="0"/>
          </a:p>
        </p:txBody>
      </p:sp>
      <p:sp>
        <p:nvSpPr>
          <p:cNvPr id="5" name="S12-chip35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묶음의 수를 분모로</a:t>
            </a:r>
            <a:endParaRPr lang="ko-KR" sz="2400" dirty="0"/>
          </a:p>
        </p:txBody>
      </p:sp>
      <p:sp>
        <p:nvSpPr>
          <p:cNvPr id="6" name="S12-chip35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묶음 개수를 분모로</a:t>
            </a:r>
            <a:endParaRPr lang="ko-KR" sz="2400" dirty="0"/>
          </a:p>
        </p:txBody>
      </p:sp>
      <p:sp>
        <p:nvSpPr>
          <p:cNvPr id="7" name="S12-text35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35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12를 3씩 묶으면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9는 12의 얼마?</a:t>
            </a:r>
            <a:endParaRPr lang="ko-KR" sz="2400" dirty="0"/>
          </a:p>
        </p:txBody>
      </p:sp>
      <p:sp>
        <p:nvSpPr>
          <p:cNvPr id="9" name="S12-op355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2-op356"/>
          <p:cNvSpPr txBox="1"/>
          <p:nvPr/>
        </p:nvSpPr>
        <p:spPr>
          <a:xfrm>
            <a:off x="5011420" y="4237228"/>
            <a:ext cx="101549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</a:t>
            </a:r>
            <a:endParaRPr lang="ko-KR" sz="2600" dirty="0"/>
          </a:p>
        </p:txBody>
      </p:sp>
      <p:sp>
        <p:nvSpPr>
          <p:cNvPr id="11" name="S12-num357"/>
          <p:cNvSpPr txBox="1"/>
          <p:nvPr/>
        </p:nvSpPr>
        <p:spPr>
          <a:xfrm>
            <a:off x="6136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2" name="S12-fracbar358"/>
          <p:cNvSpPr/>
          <p:nvPr/>
        </p:nvSpPr>
        <p:spPr>
          <a:xfrm>
            <a:off x="6173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3" name="S12-num359"/>
          <p:cNvSpPr txBox="1"/>
          <p:nvPr/>
        </p:nvSpPr>
        <p:spPr>
          <a:xfrm>
            <a:off x="6136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" name="S12-op360"/>
          <p:cNvSpPr txBox="1"/>
          <p:nvPr/>
        </p:nvSpPr>
        <p:spPr>
          <a:xfrm>
            <a:off x="6702806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15" name="S12-blank361"/>
          <p:cNvSpPr/>
          <p:nvPr/>
        </p:nvSpPr>
        <p:spPr>
          <a:xfrm>
            <a:off x="7352899" y="451927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16" name="S12-op362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7" name="S12-op363"/>
          <p:cNvSpPr txBox="1"/>
          <p:nvPr/>
        </p:nvSpPr>
        <p:spPr>
          <a:xfrm>
            <a:off x="8784844" y="4237228"/>
            <a:ext cx="1015492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16의</a:t>
            </a:r>
            <a:endParaRPr lang="ko-KR" sz="2600" dirty="0"/>
          </a:p>
        </p:txBody>
      </p:sp>
      <p:sp>
        <p:nvSpPr>
          <p:cNvPr id="18" name="S12-num364"/>
          <p:cNvSpPr txBox="1"/>
          <p:nvPr/>
        </p:nvSpPr>
        <p:spPr>
          <a:xfrm>
            <a:off x="9910064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9" name="S12-fracbar365"/>
          <p:cNvSpPr/>
          <p:nvPr/>
        </p:nvSpPr>
        <p:spPr>
          <a:xfrm>
            <a:off x="9946640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0" name="S12-num366"/>
          <p:cNvSpPr txBox="1"/>
          <p:nvPr/>
        </p:nvSpPr>
        <p:spPr>
          <a:xfrm>
            <a:off x="9910064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1" name="S12-op367"/>
          <p:cNvSpPr txBox="1"/>
          <p:nvPr/>
        </p:nvSpPr>
        <p:spPr>
          <a:xfrm>
            <a:off x="10476230" y="4237228"/>
            <a:ext cx="39471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600" dirty="0"/>
          </a:p>
        </p:txBody>
      </p:sp>
      <p:sp>
        <p:nvSpPr>
          <p:cNvPr id="22" name="S12-blank368"/>
          <p:cNvSpPr/>
          <p:nvPr/>
        </p:nvSpPr>
        <p:spPr>
          <a:xfrm>
            <a:off x="11126323" y="4519275"/>
            <a:ext cx="288331" cy="288331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3" name="S12-text3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진분수·가분수·대분수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똑같이 나누기</a:t>
            </a:r>
            <a:endParaRPr lang="ko-KR" sz="4000" dirty="0"/>
          </a:p>
        </p:txBody>
      </p:sp>
      <p:sp>
        <p:nvSpPr>
          <p:cNvPr id="3" name="S13-text3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12개를 3묶음으로 똑같이 나눠요.</a:t>
            </a:r>
            <a:endParaRPr lang="ko-KR" sz="3000" dirty="0"/>
          </a:p>
        </p:txBody>
      </p:sp>
      <p:sp>
        <p:nvSpPr>
          <p:cNvPr id="4" name="S13-card37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7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묶음에 4개</a:t>
            </a:r>
            <a:endParaRPr lang="ko-KR" sz="3000" dirty="0"/>
          </a:p>
        </p:txBody>
      </p:sp>
      <p:sp>
        <p:nvSpPr>
          <p:cNvPr id="6" name="S13-card37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37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3묶음 중 하나</a:t>
            </a:r>
            <a:endParaRPr lang="ko-KR" sz="3000" dirty="0"/>
          </a:p>
        </p:txBody>
      </p:sp>
      <p:sp>
        <p:nvSpPr>
          <p:cNvPr id="8" name="S13-dot375"/>
          <p:cNvSpPr/>
          <p:nvPr/>
        </p:nvSpPr>
        <p:spPr>
          <a:xfrm>
            <a:off x="2148840" y="25519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dot376"/>
          <p:cNvSpPr/>
          <p:nvPr/>
        </p:nvSpPr>
        <p:spPr>
          <a:xfrm>
            <a:off x="2148840" y="30091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3-dot377"/>
          <p:cNvSpPr/>
          <p:nvPr/>
        </p:nvSpPr>
        <p:spPr>
          <a:xfrm>
            <a:off x="2148840" y="34663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3-dot378"/>
          <p:cNvSpPr/>
          <p:nvPr/>
        </p:nvSpPr>
        <p:spPr>
          <a:xfrm>
            <a:off x="2148840" y="39235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group379"/>
          <p:cNvSpPr/>
          <p:nvPr/>
        </p:nvSpPr>
        <p:spPr>
          <a:xfrm>
            <a:off x="2098548" y="249250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3" name="S13-figure380" descr="바둑돌 4개 한 묶음(흰색)"/>
          <p:cNvSpPr/>
          <p:nvPr/>
        </p:nvSpPr>
        <p:spPr>
          <a:xfrm>
            <a:off x="2061972" y="246507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13-dot381"/>
          <p:cNvSpPr/>
          <p:nvPr/>
        </p:nvSpPr>
        <p:spPr>
          <a:xfrm>
            <a:off x="5952744" y="25519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382"/>
          <p:cNvSpPr/>
          <p:nvPr/>
        </p:nvSpPr>
        <p:spPr>
          <a:xfrm>
            <a:off x="5952744" y="30091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dot383"/>
          <p:cNvSpPr/>
          <p:nvPr/>
        </p:nvSpPr>
        <p:spPr>
          <a:xfrm>
            <a:off x="5952744" y="34663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3-dot384"/>
          <p:cNvSpPr/>
          <p:nvPr/>
        </p:nvSpPr>
        <p:spPr>
          <a:xfrm>
            <a:off x="5952744" y="39235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3-group385"/>
          <p:cNvSpPr/>
          <p:nvPr/>
        </p:nvSpPr>
        <p:spPr>
          <a:xfrm>
            <a:off x="5902452" y="249250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13-figure386" descr="바둑돌 4개 한 묶음(흰색)"/>
          <p:cNvSpPr/>
          <p:nvPr/>
        </p:nvSpPr>
        <p:spPr>
          <a:xfrm>
            <a:off x="5865876" y="246507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3-dot387"/>
          <p:cNvSpPr/>
          <p:nvPr/>
        </p:nvSpPr>
        <p:spPr>
          <a:xfrm>
            <a:off x="9756648" y="25519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3-dot388"/>
          <p:cNvSpPr/>
          <p:nvPr/>
        </p:nvSpPr>
        <p:spPr>
          <a:xfrm>
            <a:off x="9756648" y="30091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3-dot389"/>
          <p:cNvSpPr/>
          <p:nvPr/>
        </p:nvSpPr>
        <p:spPr>
          <a:xfrm>
            <a:off x="9756648" y="34663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3-dot390"/>
          <p:cNvSpPr/>
          <p:nvPr/>
        </p:nvSpPr>
        <p:spPr>
          <a:xfrm>
            <a:off x="9756648" y="3923538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3-group391"/>
          <p:cNvSpPr/>
          <p:nvPr/>
        </p:nvSpPr>
        <p:spPr>
          <a:xfrm>
            <a:off x="9706356" y="2492502"/>
            <a:ext cx="384048" cy="1773936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13-figure392" descr="바둑돌 4개 한 묶음(흰색)"/>
          <p:cNvSpPr/>
          <p:nvPr/>
        </p:nvSpPr>
        <p:spPr>
          <a:xfrm>
            <a:off x="9669780" y="2465070"/>
            <a:ext cx="457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묶음을 분수로</dc:title>
  <dc:subject>KR22-G03-MAT-FRACSET-L01</dc:subject>
  <dc:creator>education-ppt</dc:creator>
  <cp:lastModifiedBy>education-ppt</cp:lastModifiedBy>
  <cp:revision>1</cp:revision>
  <dcterms:created xsi:type="dcterms:W3CDTF">2026-10-26T07:47:30Z</dcterms:created>
  <dcterms:modified xsi:type="dcterms:W3CDTF">2026-10-26T07:47:30Z</dcterms:modified>
</cp:coreProperties>
</file>