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517343b-631f-970a-ccbe-503897149cc5}">
          <p14:sldIdLst>
            <p14:sldId id="256"/>
            <p14:sldId id="257"/>
          </p14:sldIdLst>
        </p14:section>
        <p14:section name="개념" id="{0724b835-3f77-6ee7-24e1-7a397d9a0721}">
          <p14:sldIdLst>
            <p14:sldId id="258"/>
            <p14:sldId id="259"/>
            <p14:sldId id="262"/>
          </p14:sldIdLst>
        </p14:section>
        <p14:section name="연습" id="{22d0c50d-fb86-398c-408e-888c0b1aa8f6}">
          <p14:sldIdLst>
            <p14:sldId id="260"/>
            <p14:sldId id="261"/>
            <p14:sldId id="263"/>
          </p14:sldIdLst>
        </p14:section>
        <p14:section name="개념" id="{ad3b4762-8ed8-cc4d-902c-d38041525f3b}">
          <p14:sldIdLst/>
        </p14:section>
        <p14:section name="연습" id="{fb225709-a8d5-b9c2-84b7-ea72e12e6ed8}">
          <p14:sldIdLst/>
        </p14:section>
        <p14:section name="확인" id="{d7426938-7920-76c1-3a26-6c4e4336faef}">
          <p14:sldIdLst>
            <p14:sldId id="264"/>
            <p14:sldId id="265"/>
          </p14:sldIdLst>
        </p14:section>
        <p14:section name="정리" id="{d36f6b9d-1cff-3e50-8a6a-ed11533fdecd}">
          <p14:sldIdLst>
            <p14:sldId id="266"/>
          </p14:sldIdLst>
        </p14:section>
        <p14:section name="보충" id="{e7ff662d-13b6-57ff-b035-f512444f4d0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묶음을 분수로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묶음을 분수로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12개의 3분의 1은 몇 개일까?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073695" y="11928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073695" y="16957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073695" y="21986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073695" y="27015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group5"/>
          <p:cNvSpPr/>
          <p:nvPr/>
        </p:nvSpPr>
        <p:spPr>
          <a:xfrm>
            <a:off x="801471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1-figure6" descr="바둑돌 4개 한 묶음(주황색)"/>
          <p:cNvSpPr/>
          <p:nvPr/>
        </p:nvSpPr>
        <p:spPr>
          <a:xfrm>
            <a:off x="797814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49101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9101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49101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49101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group11"/>
          <p:cNvSpPr/>
          <p:nvPr/>
        </p:nvSpPr>
        <p:spPr>
          <a:xfrm>
            <a:off x="943203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1-figure12" descr="바둑돌 4개 한 묶음(흰색)"/>
          <p:cNvSpPr/>
          <p:nvPr/>
        </p:nvSpPr>
        <p:spPr>
          <a:xfrm>
            <a:off x="939546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908335" y="11928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908335" y="169575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908335" y="219867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10908335" y="27015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10849356" y="1124712"/>
            <a:ext cx="429768" cy="195681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figure18" descr="바둑돌 4개 한 묶음(흰색)"/>
          <p:cNvSpPr/>
          <p:nvPr/>
        </p:nvSpPr>
        <p:spPr>
          <a:xfrm>
            <a:off x="10812780" y="1097280"/>
            <a:ext cx="5029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묶음으로 나눈 양을 분수로 나타내요.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분수만큼은 몇 개인지 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2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23"/>
          <p:cNvSpPr/>
          <p:nvPr/>
        </p:nvSpPr>
        <p:spPr>
          <a:xfrm>
            <a:off x="13441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4"/>
          <p:cNvSpPr/>
          <p:nvPr/>
        </p:nvSpPr>
        <p:spPr>
          <a:xfrm>
            <a:off x="27157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5"/>
          <p:cNvSpPr/>
          <p:nvPr/>
        </p:nvSpPr>
        <p:spPr>
          <a:xfrm>
            <a:off x="4087368" y="2240280"/>
            <a:ext cx="137160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6"/>
          <p:cNvSpPr/>
          <p:nvPr/>
        </p:nvSpPr>
        <p:spPr>
          <a:xfrm>
            <a:off x="5458968" y="2240280"/>
            <a:ext cx="1371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figure27" descr="똑같이 4칸으로 나눈 띠, 3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2-chip2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2-eqtext2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12" name="S02-chip3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2-text3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15개를 5묶음으로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 한 묶음은?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12의 3분의 1</a:t>
            </a:r>
            <a:endParaRPr lang="ko-KR" sz="40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4개씩 묶었어요.</a:t>
            </a:r>
            <a:endParaRPr lang="ko-KR" sz="30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4는 12의 3분의 1이에요.</a:t>
            </a:r>
            <a:endParaRPr lang="ko-KR" sz="3000" dirty="0"/>
          </a:p>
        </p:txBody>
      </p:sp>
      <p:sp>
        <p:nvSpPr>
          <p:cNvPr id="6" name="S03-card3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</a:t>
            </a:r>
            <a:endParaRPr lang="ko-KR" sz="3000" dirty="0"/>
          </a:p>
        </p:txBody>
      </p:sp>
      <p:sp>
        <p:nvSpPr>
          <p:cNvPr id="8" name="S03-card3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1묶음</a:t>
            </a:r>
            <a:endParaRPr lang="ko-KR" sz="3000" dirty="0"/>
          </a:p>
        </p:txBody>
      </p:sp>
      <p:sp>
        <p:nvSpPr>
          <p:cNvPr id="10" name="S03-dot39"/>
          <p:cNvSpPr/>
          <p:nvPr/>
        </p:nvSpPr>
        <p:spPr>
          <a:xfrm>
            <a:off x="2163604" y="208949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2163604" y="249907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163604" y="2908649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2163604" y="3318224"/>
            <a:ext cx="253936" cy="25393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group43"/>
          <p:cNvSpPr/>
          <p:nvPr/>
        </p:nvSpPr>
        <p:spPr>
          <a:xfrm>
            <a:off x="2122361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03-figure44" descr="바둑돌 4개 한 묶음(주황색)"/>
          <p:cNvSpPr/>
          <p:nvPr/>
        </p:nvSpPr>
        <p:spPr>
          <a:xfrm>
            <a:off x="2085785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dot45"/>
          <p:cNvSpPr/>
          <p:nvPr/>
        </p:nvSpPr>
        <p:spPr>
          <a:xfrm>
            <a:off x="5967508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6"/>
          <p:cNvSpPr/>
          <p:nvPr/>
        </p:nvSpPr>
        <p:spPr>
          <a:xfrm>
            <a:off x="5967508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47"/>
          <p:cNvSpPr/>
          <p:nvPr/>
        </p:nvSpPr>
        <p:spPr>
          <a:xfrm>
            <a:off x="5967508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5967508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group49"/>
          <p:cNvSpPr/>
          <p:nvPr/>
        </p:nvSpPr>
        <p:spPr>
          <a:xfrm>
            <a:off x="5926265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50" descr="바둑돌 4개 한 묶음(흰색)"/>
          <p:cNvSpPr/>
          <p:nvPr/>
        </p:nvSpPr>
        <p:spPr>
          <a:xfrm>
            <a:off x="5889689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dot51"/>
          <p:cNvSpPr/>
          <p:nvPr/>
        </p:nvSpPr>
        <p:spPr>
          <a:xfrm>
            <a:off x="9771412" y="208949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52"/>
          <p:cNvSpPr/>
          <p:nvPr/>
        </p:nvSpPr>
        <p:spPr>
          <a:xfrm>
            <a:off x="9771412" y="249907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53"/>
          <p:cNvSpPr/>
          <p:nvPr/>
        </p:nvSpPr>
        <p:spPr>
          <a:xfrm>
            <a:off x="9771412" y="2908649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54"/>
          <p:cNvSpPr/>
          <p:nvPr/>
        </p:nvSpPr>
        <p:spPr>
          <a:xfrm>
            <a:off x="9771412" y="3318224"/>
            <a:ext cx="253936" cy="2539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group55"/>
          <p:cNvSpPr/>
          <p:nvPr/>
        </p:nvSpPr>
        <p:spPr>
          <a:xfrm>
            <a:off x="9730169" y="2039112"/>
            <a:ext cx="336423" cy="1583436"/>
          </a:xfrm>
          <a:prstGeom prst="roundRect">
            <a:avLst>
              <a:gd name="adj" fmla="val 3261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figure56" descr="바둑돌 4개 한 묶음(흰색)"/>
          <p:cNvSpPr/>
          <p:nvPr/>
        </p:nvSpPr>
        <p:spPr>
          <a:xfrm>
            <a:off x="9693593" y="2011680"/>
            <a:ext cx="409575" cy="16383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 몇 분의 몇?</a:t>
            </a:r>
            <a:endParaRPr lang="ko-KR" sz="4000" dirty="0"/>
          </a:p>
        </p:txBody>
      </p:sp>
      <p:sp>
        <p:nvSpPr>
          <p:cNvPr id="3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전체 묶음 수, 분자는 그중 몇 묶음</a:t>
            </a:r>
            <a:endParaRPr lang="ko-KR" sz="3000" dirty="0"/>
          </a:p>
        </p:txBody>
      </p:sp>
      <p:sp>
        <p:nvSpPr>
          <p:cNvPr id="5" name="S04-text59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묶으면 8은 12의 얼마일까요?</a:t>
            </a:r>
            <a:endParaRPr lang="ko-KR" sz="3000" dirty="0"/>
          </a:p>
        </p:txBody>
      </p:sp>
      <p:sp>
        <p:nvSpPr>
          <p:cNvPr id="6" name="S04-dot60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61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62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63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group64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1" name="S04-figure65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dot66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7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8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9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group70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4-figure71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4-dot72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73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74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dot75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group76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4-figure77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4-stepno78"/>
          <p:cNvSpPr txBox="1"/>
          <p:nvPr/>
        </p:nvSpPr>
        <p:spPr>
          <a:xfrm>
            <a:off x="548640" y="26639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4-text79"/>
          <p:cNvSpPr txBox="1"/>
          <p:nvPr/>
        </p:nvSpPr>
        <p:spPr>
          <a:xfrm>
            <a:off x="1325880" y="26639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묶음을 세면 3묶음</a:t>
            </a:r>
            <a:endParaRPr lang="ko-KR" sz="3000" dirty="0"/>
          </a:p>
        </p:txBody>
      </p:sp>
      <p:sp>
        <p:nvSpPr>
          <p:cNvPr id="26" name="S04-stepno80"/>
          <p:cNvSpPr txBox="1"/>
          <p:nvPr/>
        </p:nvSpPr>
        <p:spPr>
          <a:xfrm>
            <a:off x="548640" y="33771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4-text81"/>
          <p:cNvSpPr txBox="1"/>
          <p:nvPr/>
        </p:nvSpPr>
        <p:spPr>
          <a:xfrm>
            <a:off x="1325880" y="33771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그중 2묶음</a:t>
            </a:r>
            <a:endParaRPr lang="ko-KR" sz="3000" dirty="0"/>
          </a:p>
        </p:txBody>
      </p:sp>
      <p:sp>
        <p:nvSpPr>
          <p:cNvPr id="28" name="S04-stepno82"/>
          <p:cNvSpPr txBox="1"/>
          <p:nvPr/>
        </p:nvSpPr>
        <p:spPr>
          <a:xfrm>
            <a:off x="548640" y="41361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4-text83"/>
          <p:cNvSpPr txBox="1"/>
          <p:nvPr/>
        </p:nvSpPr>
        <p:spPr>
          <a:xfrm>
            <a:off x="1325880" y="4090416"/>
            <a:ext cx="2706536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12의</a:t>
            </a:r>
            <a:endParaRPr lang="ko-KR" sz="3000" dirty="0"/>
          </a:p>
        </p:txBody>
      </p:sp>
      <p:sp>
        <p:nvSpPr>
          <p:cNvPr id="30" name="S04-num84"/>
          <p:cNvSpPr txBox="1"/>
          <p:nvPr/>
        </p:nvSpPr>
        <p:spPr>
          <a:xfrm>
            <a:off x="4032416" y="409041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1" name="S04-fracbar85"/>
          <p:cNvSpPr/>
          <p:nvPr/>
        </p:nvSpPr>
        <p:spPr>
          <a:xfrm>
            <a:off x="4068992" y="4576572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2" name="S04-num86"/>
          <p:cNvSpPr txBox="1"/>
          <p:nvPr/>
        </p:nvSpPr>
        <p:spPr>
          <a:xfrm>
            <a:off x="4032416" y="4613148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5-text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전체의 얼마인지 분수로 말해요.</a:t>
            </a:r>
            <a:endParaRPr lang="ko-KR" sz="3000" dirty="0"/>
          </a:p>
        </p:txBody>
      </p:sp>
      <p:sp>
        <p:nvSpPr>
          <p:cNvPr id="4" name="S05-card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주황색은 모두 6개인데, 분수가 왜 다를까요?</a:t>
            </a:r>
            <a:endParaRPr lang="ko-KR" sz="3000" dirty="0"/>
          </a:p>
        </p:txBody>
      </p:sp>
      <p:sp>
        <p:nvSpPr>
          <p:cNvPr id="6" name="S05-chip90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5-dot91"/>
          <p:cNvSpPr/>
          <p:nvPr/>
        </p:nvSpPr>
        <p:spPr>
          <a:xfrm>
            <a:off x="1435882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92"/>
          <p:cNvSpPr/>
          <p:nvPr/>
        </p:nvSpPr>
        <p:spPr>
          <a:xfrm>
            <a:off x="172849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group93"/>
          <p:cNvSpPr/>
          <p:nvPr/>
        </p:nvSpPr>
        <p:spPr>
          <a:xfrm>
            <a:off x="1407719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0" name="S05-figure94" descr="바둑돌 2개 한 묶음(주황색)"/>
          <p:cNvSpPr/>
          <p:nvPr/>
        </p:nvSpPr>
        <p:spPr>
          <a:xfrm>
            <a:off x="1380287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5-dot95"/>
          <p:cNvSpPr/>
          <p:nvPr/>
        </p:nvSpPr>
        <p:spPr>
          <a:xfrm>
            <a:off x="241337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96"/>
          <p:cNvSpPr/>
          <p:nvPr/>
        </p:nvSpPr>
        <p:spPr>
          <a:xfrm>
            <a:off x="270598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group97"/>
          <p:cNvSpPr/>
          <p:nvPr/>
        </p:nvSpPr>
        <p:spPr>
          <a:xfrm>
            <a:off x="2385212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5-figure98" descr="바둑돌 2개 한 묶음(주황색)"/>
          <p:cNvSpPr/>
          <p:nvPr/>
        </p:nvSpPr>
        <p:spPr>
          <a:xfrm>
            <a:off x="2357780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5-dot99"/>
          <p:cNvSpPr/>
          <p:nvPr/>
        </p:nvSpPr>
        <p:spPr>
          <a:xfrm>
            <a:off x="3390870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0"/>
          <p:cNvSpPr/>
          <p:nvPr/>
        </p:nvSpPr>
        <p:spPr>
          <a:xfrm>
            <a:off x="368347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101"/>
          <p:cNvSpPr/>
          <p:nvPr/>
        </p:nvSpPr>
        <p:spPr>
          <a:xfrm>
            <a:off x="3362706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figure102" descr="바둑돌 2개 한 묶음(주황색)"/>
          <p:cNvSpPr/>
          <p:nvPr/>
        </p:nvSpPr>
        <p:spPr>
          <a:xfrm>
            <a:off x="3335274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dot103"/>
          <p:cNvSpPr/>
          <p:nvPr/>
        </p:nvSpPr>
        <p:spPr>
          <a:xfrm>
            <a:off x="436836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04"/>
          <p:cNvSpPr/>
          <p:nvPr/>
        </p:nvSpPr>
        <p:spPr>
          <a:xfrm>
            <a:off x="466097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group105"/>
          <p:cNvSpPr/>
          <p:nvPr/>
        </p:nvSpPr>
        <p:spPr>
          <a:xfrm>
            <a:off x="4340200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5-figure106" descr="바둑돌 2개 한 묶음(흰색)"/>
          <p:cNvSpPr/>
          <p:nvPr/>
        </p:nvSpPr>
        <p:spPr>
          <a:xfrm>
            <a:off x="4312768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5-dot107"/>
          <p:cNvSpPr/>
          <p:nvPr/>
        </p:nvSpPr>
        <p:spPr>
          <a:xfrm>
            <a:off x="5345857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08"/>
          <p:cNvSpPr/>
          <p:nvPr/>
        </p:nvSpPr>
        <p:spPr>
          <a:xfrm>
            <a:off x="563846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group109"/>
          <p:cNvSpPr/>
          <p:nvPr/>
        </p:nvSpPr>
        <p:spPr>
          <a:xfrm>
            <a:off x="5317693" y="261061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10" descr="바둑돌 2개 한 묶음(흰색)"/>
          <p:cNvSpPr/>
          <p:nvPr/>
        </p:nvSpPr>
        <p:spPr>
          <a:xfrm>
            <a:off x="5290261" y="2574036"/>
            <a:ext cx="585216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hip111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8" name="S05-dot112"/>
          <p:cNvSpPr/>
          <p:nvPr/>
        </p:nvSpPr>
        <p:spPr>
          <a:xfrm>
            <a:off x="7140481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dot113"/>
          <p:cNvSpPr/>
          <p:nvPr/>
        </p:nvSpPr>
        <p:spPr>
          <a:xfrm>
            <a:off x="7433089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5-dot114"/>
          <p:cNvSpPr/>
          <p:nvPr/>
        </p:nvSpPr>
        <p:spPr>
          <a:xfrm>
            <a:off x="7725697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group115"/>
          <p:cNvSpPr/>
          <p:nvPr/>
        </p:nvSpPr>
        <p:spPr>
          <a:xfrm>
            <a:off x="7112318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5-figure116" descr="바둑돌 3개 한 묶음(주황색)"/>
          <p:cNvSpPr/>
          <p:nvPr/>
        </p:nvSpPr>
        <p:spPr>
          <a:xfrm>
            <a:off x="7084886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dot117"/>
          <p:cNvSpPr/>
          <p:nvPr/>
        </p:nvSpPr>
        <p:spPr>
          <a:xfrm>
            <a:off x="8362348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dot118"/>
          <p:cNvSpPr/>
          <p:nvPr/>
        </p:nvSpPr>
        <p:spPr>
          <a:xfrm>
            <a:off x="8654956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dot119"/>
          <p:cNvSpPr/>
          <p:nvPr/>
        </p:nvSpPr>
        <p:spPr>
          <a:xfrm>
            <a:off x="8947564" y="262963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5-group120"/>
          <p:cNvSpPr/>
          <p:nvPr/>
        </p:nvSpPr>
        <p:spPr>
          <a:xfrm>
            <a:off x="8334185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5-figure121" descr="바둑돌 3개 한 묶음(주황색)"/>
          <p:cNvSpPr/>
          <p:nvPr/>
        </p:nvSpPr>
        <p:spPr>
          <a:xfrm>
            <a:off x="8306753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5-dot122"/>
          <p:cNvSpPr/>
          <p:nvPr/>
        </p:nvSpPr>
        <p:spPr>
          <a:xfrm>
            <a:off x="9584215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5-dot123"/>
          <p:cNvSpPr/>
          <p:nvPr/>
        </p:nvSpPr>
        <p:spPr>
          <a:xfrm>
            <a:off x="9876823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dot124"/>
          <p:cNvSpPr/>
          <p:nvPr/>
        </p:nvSpPr>
        <p:spPr>
          <a:xfrm>
            <a:off x="10169431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group125"/>
          <p:cNvSpPr/>
          <p:nvPr/>
        </p:nvSpPr>
        <p:spPr>
          <a:xfrm>
            <a:off x="9556052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5-figure126" descr="바둑돌 3개 한 묶음(흰색)"/>
          <p:cNvSpPr/>
          <p:nvPr/>
        </p:nvSpPr>
        <p:spPr>
          <a:xfrm>
            <a:off x="9528620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5-dot127"/>
          <p:cNvSpPr/>
          <p:nvPr/>
        </p:nvSpPr>
        <p:spPr>
          <a:xfrm>
            <a:off x="10806082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dot128"/>
          <p:cNvSpPr/>
          <p:nvPr/>
        </p:nvSpPr>
        <p:spPr>
          <a:xfrm>
            <a:off x="11098690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5-dot129"/>
          <p:cNvSpPr/>
          <p:nvPr/>
        </p:nvSpPr>
        <p:spPr>
          <a:xfrm>
            <a:off x="11391298" y="262963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group130"/>
          <p:cNvSpPr/>
          <p:nvPr/>
        </p:nvSpPr>
        <p:spPr>
          <a:xfrm>
            <a:off x="10777919" y="261061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7" name="S05-figure131" descr="바둑돌 3개 한 묶음(흰색)"/>
          <p:cNvSpPr/>
          <p:nvPr/>
        </p:nvSpPr>
        <p:spPr>
          <a:xfrm>
            <a:off x="10750487" y="257403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05-chip132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9" name="S05-dot133"/>
          <p:cNvSpPr/>
          <p:nvPr/>
        </p:nvSpPr>
        <p:spPr>
          <a:xfrm>
            <a:off x="158378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dot134"/>
          <p:cNvSpPr/>
          <p:nvPr/>
        </p:nvSpPr>
        <p:spPr>
          <a:xfrm>
            <a:off x="1876395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5-dot135"/>
          <p:cNvSpPr/>
          <p:nvPr/>
        </p:nvSpPr>
        <p:spPr>
          <a:xfrm>
            <a:off x="2169003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dot136"/>
          <p:cNvSpPr/>
          <p:nvPr/>
        </p:nvSpPr>
        <p:spPr>
          <a:xfrm>
            <a:off x="2461611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5-dot137"/>
          <p:cNvSpPr/>
          <p:nvPr/>
        </p:nvSpPr>
        <p:spPr>
          <a:xfrm>
            <a:off x="2754219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dot138"/>
          <p:cNvSpPr/>
          <p:nvPr/>
        </p:nvSpPr>
        <p:spPr>
          <a:xfrm>
            <a:off x="3046827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5-group139"/>
          <p:cNvSpPr/>
          <p:nvPr/>
        </p:nvSpPr>
        <p:spPr>
          <a:xfrm>
            <a:off x="1555623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6" name="S05-figure140" descr="바둑돌 6개 한 묶음(주황색)"/>
          <p:cNvSpPr/>
          <p:nvPr/>
        </p:nvSpPr>
        <p:spPr>
          <a:xfrm>
            <a:off x="1528191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05-dot141"/>
          <p:cNvSpPr/>
          <p:nvPr/>
        </p:nvSpPr>
        <p:spPr>
          <a:xfrm>
            <a:off x="402752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dot142"/>
          <p:cNvSpPr/>
          <p:nvPr/>
        </p:nvSpPr>
        <p:spPr>
          <a:xfrm>
            <a:off x="4320129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5-dot143"/>
          <p:cNvSpPr/>
          <p:nvPr/>
        </p:nvSpPr>
        <p:spPr>
          <a:xfrm>
            <a:off x="4612737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5-dot144"/>
          <p:cNvSpPr/>
          <p:nvPr/>
        </p:nvSpPr>
        <p:spPr>
          <a:xfrm>
            <a:off x="4905345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5-dot145"/>
          <p:cNvSpPr/>
          <p:nvPr/>
        </p:nvSpPr>
        <p:spPr>
          <a:xfrm>
            <a:off x="5197953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5-dot146"/>
          <p:cNvSpPr/>
          <p:nvPr/>
        </p:nvSpPr>
        <p:spPr>
          <a:xfrm>
            <a:off x="5490561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5-group147"/>
          <p:cNvSpPr/>
          <p:nvPr/>
        </p:nvSpPr>
        <p:spPr>
          <a:xfrm>
            <a:off x="3999357" y="4302252"/>
            <a:ext cx="1700784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4" name="S05-figure148" descr="바둑돌 6개 한 묶음(흰색)"/>
          <p:cNvSpPr/>
          <p:nvPr/>
        </p:nvSpPr>
        <p:spPr>
          <a:xfrm>
            <a:off x="3971925" y="4265676"/>
            <a:ext cx="1755648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5-chip14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66" name="S05-dot150"/>
          <p:cNvSpPr/>
          <p:nvPr/>
        </p:nvSpPr>
        <p:spPr>
          <a:xfrm>
            <a:off x="7344126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5-dot151"/>
          <p:cNvSpPr/>
          <p:nvPr/>
        </p:nvSpPr>
        <p:spPr>
          <a:xfrm>
            <a:off x="7636734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dot152"/>
          <p:cNvSpPr/>
          <p:nvPr/>
        </p:nvSpPr>
        <p:spPr>
          <a:xfrm>
            <a:off x="792934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5-group153"/>
          <p:cNvSpPr/>
          <p:nvPr/>
        </p:nvSpPr>
        <p:spPr>
          <a:xfrm>
            <a:off x="7315962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5-figure154" descr="바둑돌 3개 한 묶음(주황색)"/>
          <p:cNvSpPr/>
          <p:nvPr/>
        </p:nvSpPr>
        <p:spPr>
          <a:xfrm>
            <a:off x="7288530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05-dot155"/>
          <p:cNvSpPr/>
          <p:nvPr/>
        </p:nvSpPr>
        <p:spPr>
          <a:xfrm>
            <a:off x="8973282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dot156"/>
          <p:cNvSpPr/>
          <p:nvPr/>
        </p:nvSpPr>
        <p:spPr>
          <a:xfrm>
            <a:off x="9265890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05-dot157"/>
          <p:cNvSpPr/>
          <p:nvPr/>
        </p:nvSpPr>
        <p:spPr>
          <a:xfrm>
            <a:off x="9558498" y="4321272"/>
            <a:ext cx="181417" cy="18141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group158"/>
          <p:cNvSpPr/>
          <p:nvPr/>
        </p:nvSpPr>
        <p:spPr>
          <a:xfrm>
            <a:off x="8945118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5" name="S05-figure159" descr="바둑돌 3개 한 묶음(주황색)"/>
          <p:cNvSpPr/>
          <p:nvPr/>
        </p:nvSpPr>
        <p:spPr>
          <a:xfrm>
            <a:off x="8917686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05-dot160"/>
          <p:cNvSpPr/>
          <p:nvPr/>
        </p:nvSpPr>
        <p:spPr>
          <a:xfrm>
            <a:off x="10602438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7" name="S05-dot161"/>
          <p:cNvSpPr/>
          <p:nvPr/>
        </p:nvSpPr>
        <p:spPr>
          <a:xfrm>
            <a:off x="10895046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dot162"/>
          <p:cNvSpPr/>
          <p:nvPr/>
        </p:nvSpPr>
        <p:spPr>
          <a:xfrm>
            <a:off x="11187654" y="4321272"/>
            <a:ext cx="181417" cy="1814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9" name="S05-group163"/>
          <p:cNvSpPr/>
          <p:nvPr/>
        </p:nvSpPr>
        <p:spPr>
          <a:xfrm>
            <a:off x="10574274" y="4302252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0" name="S05-figure164" descr="바둑돌 3개 한 묶음(흰색)"/>
          <p:cNvSpPr/>
          <p:nvPr/>
        </p:nvSpPr>
        <p:spPr>
          <a:xfrm>
            <a:off x="10546842" y="4265676"/>
            <a:ext cx="877824" cy="2926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4씩 묶었어요. 8은 12의 얼마일까요?</a:t>
            </a:r>
            <a:endParaRPr lang="ko-KR" sz="3000" dirty="0"/>
          </a:p>
        </p:txBody>
      </p:sp>
      <p:sp>
        <p:nvSpPr>
          <p:cNvPr id="5" name="S06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6-chip1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2</a:t>
            </a:r>
            <a:endParaRPr lang="ko-KR" sz="2400" dirty="0"/>
          </a:p>
        </p:txBody>
      </p:sp>
      <p:sp>
        <p:nvSpPr>
          <p:cNvPr id="8" name="S06-dot170"/>
          <p:cNvSpPr/>
          <p:nvPr/>
        </p:nvSpPr>
        <p:spPr>
          <a:xfrm>
            <a:off x="64065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71"/>
          <p:cNvSpPr/>
          <p:nvPr/>
        </p:nvSpPr>
        <p:spPr>
          <a:xfrm>
            <a:off x="1024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72"/>
          <p:cNvSpPr/>
          <p:nvPr/>
        </p:nvSpPr>
        <p:spPr>
          <a:xfrm>
            <a:off x="1408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73"/>
          <p:cNvSpPr/>
          <p:nvPr/>
        </p:nvSpPr>
        <p:spPr>
          <a:xfrm>
            <a:off x="1792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group174"/>
          <p:cNvSpPr/>
          <p:nvPr/>
        </p:nvSpPr>
        <p:spPr>
          <a:xfrm>
            <a:off x="59512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06-figure175" descr="바둑돌 4개 한 묶음(주황색)"/>
          <p:cNvSpPr/>
          <p:nvPr/>
        </p:nvSpPr>
        <p:spPr>
          <a:xfrm>
            <a:off x="56769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6-dot176"/>
          <p:cNvSpPr/>
          <p:nvPr/>
        </p:nvSpPr>
        <p:spPr>
          <a:xfrm>
            <a:off x="253499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77"/>
          <p:cNvSpPr/>
          <p:nvPr/>
        </p:nvSpPr>
        <p:spPr>
          <a:xfrm>
            <a:off x="291903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78"/>
          <p:cNvSpPr/>
          <p:nvPr/>
        </p:nvSpPr>
        <p:spPr>
          <a:xfrm>
            <a:off x="330308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79"/>
          <p:cNvSpPr/>
          <p:nvPr/>
        </p:nvSpPr>
        <p:spPr>
          <a:xfrm>
            <a:off x="368713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80"/>
          <p:cNvSpPr/>
          <p:nvPr/>
        </p:nvSpPr>
        <p:spPr>
          <a:xfrm>
            <a:off x="2489454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figure181" descr="바둑돌 4개 한 묶음(주황색)"/>
          <p:cNvSpPr/>
          <p:nvPr/>
        </p:nvSpPr>
        <p:spPr>
          <a:xfrm>
            <a:off x="2462022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6-dot182"/>
          <p:cNvSpPr/>
          <p:nvPr/>
        </p:nvSpPr>
        <p:spPr>
          <a:xfrm>
            <a:off x="442932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83"/>
          <p:cNvSpPr/>
          <p:nvPr/>
        </p:nvSpPr>
        <p:spPr>
          <a:xfrm>
            <a:off x="4813371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84"/>
          <p:cNvSpPr/>
          <p:nvPr/>
        </p:nvSpPr>
        <p:spPr>
          <a:xfrm>
            <a:off x="519741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85"/>
          <p:cNvSpPr/>
          <p:nvPr/>
        </p:nvSpPr>
        <p:spPr>
          <a:xfrm>
            <a:off x="558146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86"/>
          <p:cNvSpPr/>
          <p:nvPr/>
        </p:nvSpPr>
        <p:spPr>
          <a:xfrm>
            <a:off x="4383786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87" descr="바둑돌 4개 한 묶음(흰색)"/>
          <p:cNvSpPr/>
          <p:nvPr/>
        </p:nvSpPr>
        <p:spPr>
          <a:xfrm>
            <a:off x="4356354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text188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“한 묶음에 4개니까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분모가 4예요.”</a:t>
            </a:r>
            <a:endParaRPr lang="ko-KR" sz="2400" dirty="0"/>
          </a:p>
        </p:txBody>
      </p:sp>
      <p:sp>
        <p:nvSpPr>
          <p:cNvPr id="27" name="S06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3분의 2</a:t>
            </a:r>
            <a:endParaRPr lang="ko-KR" sz="2400" dirty="0"/>
          </a:p>
        </p:txBody>
      </p:sp>
      <p:sp>
        <p:nvSpPr>
          <p:cNvPr id="28" name="S06-dot190"/>
          <p:cNvSpPr/>
          <p:nvPr/>
        </p:nvSpPr>
        <p:spPr>
          <a:xfrm>
            <a:off x="636937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91"/>
          <p:cNvSpPr/>
          <p:nvPr/>
        </p:nvSpPr>
        <p:spPr>
          <a:xfrm>
            <a:off x="675342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92"/>
          <p:cNvSpPr/>
          <p:nvPr/>
        </p:nvSpPr>
        <p:spPr>
          <a:xfrm>
            <a:off x="713747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93"/>
          <p:cNvSpPr/>
          <p:nvPr/>
        </p:nvSpPr>
        <p:spPr>
          <a:xfrm>
            <a:off x="7521519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group194"/>
          <p:cNvSpPr/>
          <p:nvPr/>
        </p:nvSpPr>
        <p:spPr>
          <a:xfrm>
            <a:off x="6323838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6-figure195" descr="바둑돌 4개 한 묶음(주황색)"/>
          <p:cNvSpPr/>
          <p:nvPr/>
        </p:nvSpPr>
        <p:spPr>
          <a:xfrm>
            <a:off x="6296406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dot196"/>
          <p:cNvSpPr/>
          <p:nvPr/>
        </p:nvSpPr>
        <p:spPr>
          <a:xfrm>
            <a:off x="8263707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97"/>
          <p:cNvSpPr/>
          <p:nvPr/>
        </p:nvSpPr>
        <p:spPr>
          <a:xfrm>
            <a:off x="8647755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98"/>
          <p:cNvSpPr/>
          <p:nvPr/>
        </p:nvSpPr>
        <p:spPr>
          <a:xfrm>
            <a:off x="9031803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99"/>
          <p:cNvSpPr/>
          <p:nvPr/>
        </p:nvSpPr>
        <p:spPr>
          <a:xfrm>
            <a:off x="9415851" y="360102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group200"/>
          <p:cNvSpPr/>
          <p:nvPr/>
        </p:nvSpPr>
        <p:spPr>
          <a:xfrm>
            <a:off x="8218170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201" descr="바둑돌 4개 한 묶음(주황색)"/>
          <p:cNvSpPr/>
          <p:nvPr/>
        </p:nvSpPr>
        <p:spPr>
          <a:xfrm>
            <a:off x="8190738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dot202"/>
          <p:cNvSpPr/>
          <p:nvPr/>
        </p:nvSpPr>
        <p:spPr>
          <a:xfrm>
            <a:off x="10158039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203"/>
          <p:cNvSpPr/>
          <p:nvPr/>
        </p:nvSpPr>
        <p:spPr>
          <a:xfrm>
            <a:off x="10542087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204"/>
          <p:cNvSpPr/>
          <p:nvPr/>
        </p:nvSpPr>
        <p:spPr>
          <a:xfrm>
            <a:off x="10926135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205"/>
          <p:cNvSpPr/>
          <p:nvPr/>
        </p:nvSpPr>
        <p:spPr>
          <a:xfrm>
            <a:off x="11310183" y="3601029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group206"/>
          <p:cNvSpPr/>
          <p:nvPr/>
        </p:nvSpPr>
        <p:spPr>
          <a:xfrm>
            <a:off x="10112502" y="3564636"/>
            <a:ext cx="1481328" cy="310896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figure207" descr="바둑돌 4개 한 묶음(흰색)"/>
          <p:cNvSpPr/>
          <p:nvPr/>
        </p:nvSpPr>
        <p:spPr>
          <a:xfrm>
            <a:off x="10085070" y="3528060"/>
            <a:ext cx="1536192" cy="3840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06-text208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“3묶음 중 2묶음이니까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2예요.”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얼마?</a:t>
            </a:r>
            <a:endParaRPr lang="ko-KR" sz="4000" dirty="0"/>
          </a:p>
        </p:txBody>
      </p:sp>
      <p:sp>
        <p:nvSpPr>
          <p:cNvPr id="3" name="S07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07-op211"/>
          <p:cNvSpPr txBox="1"/>
          <p:nvPr/>
        </p:nvSpPr>
        <p:spPr>
          <a:xfrm>
            <a:off x="548640" y="135128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6" name="S07-num212"/>
          <p:cNvSpPr txBox="1"/>
          <p:nvPr/>
        </p:nvSpPr>
        <p:spPr>
          <a:xfrm>
            <a:off x="1907540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7" name="S07-fracbar213"/>
          <p:cNvSpPr/>
          <p:nvPr/>
        </p:nvSpPr>
        <p:spPr>
          <a:xfrm>
            <a:off x="194411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7-num214"/>
          <p:cNvSpPr txBox="1"/>
          <p:nvPr/>
        </p:nvSpPr>
        <p:spPr>
          <a:xfrm>
            <a:off x="190754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9" name="S07-op215"/>
          <p:cNvSpPr txBox="1"/>
          <p:nvPr/>
        </p:nvSpPr>
        <p:spPr>
          <a:xfrm>
            <a:off x="2580386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7-blank216"/>
          <p:cNvSpPr/>
          <p:nvPr/>
        </p:nvSpPr>
        <p:spPr>
          <a:xfrm>
            <a:off x="3278576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7-dot217"/>
          <p:cNvSpPr/>
          <p:nvPr/>
        </p:nvSpPr>
        <p:spPr>
          <a:xfrm>
            <a:off x="7459066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8"/>
          <p:cNvSpPr/>
          <p:nvPr/>
        </p:nvSpPr>
        <p:spPr>
          <a:xfrm>
            <a:off x="7459066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9"/>
          <p:cNvSpPr/>
          <p:nvPr/>
        </p:nvSpPr>
        <p:spPr>
          <a:xfrm>
            <a:off x="7459066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20"/>
          <p:cNvSpPr/>
          <p:nvPr/>
        </p:nvSpPr>
        <p:spPr>
          <a:xfrm>
            <a:off x="7459066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group221"/>
          <p:cNvSpPr/>
          <p:nvPr/>
        </p:nvSpPr>
        <p:spPr>
          <a:xfrm>
            <a:off x="7408774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7-figure222" descr="바둑돌 4개 한 묶음(주황색)"/>
          <p:cNvSpPr/>
          <p:nvPr/>
        </p:nvSpPr>
        <p:spPr>
          <a:xfrm>
            <a:off x="7372198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7-dot223"/>
          <p:cNvSpPr/>
          <p:nvPr/>
        </p:nvSpPr>
        <p:spPr>
          <a:xfrm>
            <a:off x="9138879" y="30358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224"/>
          <p:cNvSpPr/>
          <p:nvPr/>
        </p:nvSpPr>
        <p:spPr>
          <a:xfrm>
            <a:off x="9138879" y="34930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225"/>
          <p:cNvSpPr/>
          <p:nvPr/>
        </p:nvSpPr>
        <p:spPr>
          <a:xfrm>
            <a:off x="9138879" y="39502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226"/>
          <p:cNvSpPr/>
          <p:nvPr/>
        </p:nvSpPr>
        <p:spPr>
          <a:xfrm>
            <a:off x="9138879" y="440740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group227"/>
          <p:cNvSpPr/>
          <p:nvPr/>
        </p:nvSpPr>
        <p:spPr>
          <a:xfrm>
            <a:off x="9088587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7-figure228" descr="바둑돌 4개 한 묶음(주황색)"/>
          <p:cNvSpPr/>
          <p:nvPr/>
        </p:nvSpPr>
        <p:spPr>
          <a:xfrm>
            <a:off x="9052011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7-dot229"/>
          <p:cNvSpPr/>
          <p:nvPr/>
        </p:nvSpPr>
        <p:spPr>
          <a:xfrm>
            <a:off x="10818693" y="30358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230"/>
          <p:cNvSpPr/>
          <p:nvPr/>
        </p:nvSpPr>
        <p:spPr>
          <a:xfrm>
            <a:off x="10818693" y="34930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231"/>
          <p:cNvSpPr/>
          <p:nvPr/>
        </p:nvSpPr>
        <p:spPr>
          <a:xfrm>
            <a:off x="10818693" y="39502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232"/>
          <p:cNvSpPr/>
          <p:nvPr/>
        </p:nvSpPr>
        <p:spPr>
          <a:xfrm>
            <a:off x="10818693" y="440740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group233"/>
          <p:cNvSpPr/>
          <p:nvPr/>
        </p:nvSpPr>
        <p:spPr>
          <a:xfrm>
            <a:off x="10768401" y="297637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figure234" descr="바둑돌 4개 한 묶음(흰색)"/>
          <p:cNvSpPr/>
          <p:nvPr/>
        </p:nvSpPr>
        <p:spPr>
          <a:xfrm>
            <a:off x="10731825" y="294894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7-stepno235"/>
          <p:cNvSpPr txBox="1"/>
          <p:nvPr/>
        </p:nvSpPr>
        <p:spPr>
          <a:xfrm>
            <a:off x="548640" y="2823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7-text236"/>
          <p:cNvSpPr txBox="1"/>
          <p:nvPr/>
        </p:nvSpPr>
        <p:spPr>
          <a:xfrm>
            <a:off x="1325880" y="2778252"/>
            <a:ext cx="5229271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3묶음으로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나눠요.</a:t>
            </a:r>
            <a:endParaRPr lang="ko-KR" sz="2400" dirty="0"/>
          </a:p>
        </p:txBody>
      </p:sp>
      <p:sp>
        <p:nvSpPr>
          <p:cNvPr id="31" name="S07-stepno237"/>
          <p:cNvSpPr txBox="1"/>
          <p:nvPr/>
        </p:nvSpPr>
        <p:spPr>
          <a:xfrm>
            <a:off x="548640" y="3686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7-text238"/>
          <p:cNvSpPr txBox="1"/>
          <p:nvPr/>
        </p:nvSpPr>
        <p:spPr>
          <a:xfrm>
            <a:off x="1325880" y="3686556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1묶음은 4개예요.</a:t>
            </a:r>
            <a:endParaRPr lang="ko-KR" sz="2400" dirty="0"/>
          </a:p>
        </p:txBody>
      </p:sp>
      <p:sp>
        <p:nvSpPr>
          <p:cNvPr id="33" name="S07-eqtext239"/>
          <p:cNvSpPr txBox="1"/>
          <p:nvPr/>
        </p:nvSpPr>
        <p:spPr>
          <a:xfrm>
            <a:off x="4032416" y="3686556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2400" dirty="0"/>
          </a:p>
        </p:txBody>
      </p:sp>
      <p:sp>
        <p:nvSpPr>
          <p:cNvPr id="34" name="S07-stepno240"/>
          <p:cNvSpPr txBox="1"/>
          <p:nvPr/>
        </p:nvSpPr>
        <p:spPr>
          <a:xfrm>
            <a:off x="548640" y="4399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7-text241"/>
          <p:cNvSpPr txBox="1"/>
          <p:nvPr/>
        </p:nvSpPr>
        <p:spPr>
          <a:xfrm>
            <a:off x="1325880" y="4399788"/>
            <a:ext cx="2706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2묶음은 8개예요.</a:t>
            </a:r>
            <a:endParaRPr lang="ko-KR" sz="2400" dirty="0"/>
          </a:p>
        </p:txBody>
      </p:sp>
      <p:sp>
        <p:nvSpPr>
          <p:cNvPr id="36" name="S07-eqtext242"/>
          <p:cNvSpPr txBox="1"/>
          <p:nvPr/>
        </p:nvSpPr>
        <p:spPr>
          <a:xfrm>
            <a:off x="4032416" y="4399788"/>
            <a:ext cx="2522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구해요</a:t>
            </a:r>
            <a:endParaRPr lang="ko-KR" sz="4000" dirty="0"/>
          </a:p>
        </p:txBody>
      </p:sp>
      <p:sp>
        <p:nvSpPr>
          <p:cNvPr id="3" name="S08-text2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분수만큼은 몇 개인지 구해요.</a:t>
            </a:r>
            <a:endParaRPr lang="ko-KR" sz="3000" dirty="0"/>
          </a:p>
        </p:txBody>
      </p:sp>
      <p:sp>
        <p:nvSpPr>
          <p:cNvPr id="4" name="S08-card2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묶고, 분자만큼의 묶음을 세요.</a:t>
            </a:r>
            <a:endParaRPr lang="ko-KR" sz="3000" dirty="0"/>
          </a:p>
        </p:txBody>
      </p:sp>
      <p:sp>
        <p:nvSpPr>
          <p:cNvPr id="6" name="S08-card246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47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15를 5묶음으로</a:t>
            </a:r>
            <a:endParaRPr lang="ko-KR" sz="3000" dirty="0"/>
          </a:p>
        </p:txBody>
      </p:sp>
      <p:sp>
        <p:nvSpPr>
          <p:cNvPr id="8" name="S08-dot248"/>
          <p:cNvSpPr/>
          <p:nvPr/>
        </p:nvSpPr>
        <p:spPr>
          <a:xfrm>
            <a:off x="6749186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49"/>
          <p:cNvSpPr/>
          <p:nvPr/>
        </p:nvSpPr>
        <p:spPr>
          <a:xfrm>
            <a:off x="6749186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50"/>
          <p:cNvSpPr/>
          <p:nvPr/>
        </p:nvSpPr>
        <p:spPr>
          <a:xfrm>
            <a:off x="6749186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group251"/>
          <p:cNvSpPr/>
          <p:nvPr/>
        </p:nvSpPr>
        <p:spPr>
          <a:xfrm>
            <a:off x="6690208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8-figure252" descr="바둑돌 3개 한 묶음(흰색)"/>
          <p:cNvSpPr/>
          <p:nvPr/>
        </p:nvSpPr>
        <p:spPr>
          <a:xfrm>
            <a:off x="6653632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8-dot253"/>
          <p:cNvSpPr/>
          <p:nvPr/>
        </p:nvSpPr>
        <p:spPr>
          <a:xfrm>
            <a:off x="7776058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54"/>
          <p:cNvSpPr/>
          <p:nvPr/>
        </p:nvSpPr>
        <p:spPr>
          <a:xfrm>
            <a:off x="7776058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255"/>
          <p:cNvSpPr/>
          <p:nvPr/>
        </p:nvSpPr>
        <p:spPr>
          <a:xfrm>
            <a:off x="7776058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group256"/>
          <p:cNvSpPr/>
          <p:nvPr/>
        </p:nvSpPr>
        <p:spPr>
          <a:xfrm>
            <a:off x="7717079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8-figure257" descr="바둑돌 3개 한 묶음(흰색)"/>
          <p:cNvSpPr/>
          <p:nvPr/>
        </p:nvSpPr>
        <p:spPr>
          <a:xfrm>
            <a:off x="7680503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8-dot258"/>
          <p:cNvSpPr/>
          <p:nvPr/>
        </p:nvSpPr>
        <p:spPr>
          <a:xfrm>
            <a:off x="8802929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59"/>
          <p:cNvSpPr/>
          <p:nvPr/>
        </p:nvSpPr>
        <p:spPr>
          <a:xfrm>
            <a:off x="8802929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dot260"/>
          <p:cNvSpPr/>
          <p:nvPr/>
        </p:nvSpPr>
        <p:spPr>
          <a:xfrm>
            <a:off x="8802929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group261"/>
          <p:cNvSpPr/>
          <p:nvPr/>
        </p:nvSpPr>
        <p:spPr>
          <a:xfrm>
            <a:off x="8743950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8-figure262" descr="바둑돌 3개 한 묶음(흰색)"/>
          <p:cNvSpPr/>
          <p:nvPr/>
        </p:nvSpPr>
        <p:spPr>
          <a:xfrm>
            <a:off x="8707374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8-dot263"/>
          <p:cNvSpPr/>
          <p:nvPr/>
        </p:nvSpPr>
        <p:spPr>
          <a:xfrm>
            <a:off x="9829800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64"/>
          <p:cNvSpPr/>
          <p:nvPr/>
        </p:nvSpPr>
        <p:spPr>
          <a:xfrm>
            <a:off x="9829800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65"/>
          <p:cNvSpPr/>
          <p:nvPr/>
        </p:nvSpPr>
        <p:spPr>
          <a:xfrm>
            <a:off x="9829800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group266"/>
          <p:cNvSpPr/>
          <p:nvPr/>
        </p:nvSpPr>
        <p:spPr>
          <a:xfrm>
            <a:off x="9770821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8-figure267" descr="바둑돌 3개 한 묶음(흰색)"/>
          <p:cNvSpPr/>
          <p:nvPr/>
        </p:nvSpPr>
        <p:spPr>
          <a:xfrm>
            <a:off x="9734245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68"/>
          <p:cNvSpPr/>
          <p:nvPr/>
        </p:nvSpPr>
        <p:spPr>
          <a:xfrm>
            <a:off x="10856671" y="315879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69"/>
          <p:cNvSpPr/>
          <p:nvPr/>
        </p:nvSpPr>
        <p:spPr>
          <a:xfrm>
            <a:off x="10856671" y="366171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70"/>
          <p:cNvSpPr/>
          <p:nvPr/>
        </p:nvSpPr>
        <p:spPr>
          <a:xfrm>
            <a:off x="10856671" y="4164635"/>
            <a:ext cx="311810" cy="3118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group271"/>
          <p:cNvSpPr/>
          <p:nvPr/>
        </p:nvSpPr>
        <p:spPr>
          <a:xfrm>
            <a:off x="10797692" y="3090672"/>
            <a:ext cx="429768" cy="1453896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8-figure272" descr="바둑돌 3개 한 묶음(흰색)"/>
          <p:cNvSpPr/>
          <p:nvPr/>
        </p:nvSpPr>
        <p:spPr>
          <a:xfrm>
            <a:off x="10761116" y="3063240"/>
            <a:ext cx="50292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chip2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4" name="S08-op274"/>
          <p:cNvSpPr txBox="1"/>
          <p:nvPr/>
        </p:nvSpPr>
        <p:spPr>
          <a:xfrm>
            <a:off x="1344168" y="2012696"/>
            <a:ext cx="107391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35" name="S08-num275"/>
          <p:cNvSpPr txBox="1"/>
          <p:nvPr/>
        </p:nvSpPr>
        <p:spPr>
          <a:xfrm>
            <a:off x="252780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6" name="S08-fracbar276"/>
          <p:cNvSpPr/>
          <p:nvPr/>
        </p:nvSpPr>
        <p:spPr>
          <a:xfrm>
            <a:off x="256438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8-num277"/>
          <p:cNvSpPr txBox="1"/>
          <p:nvPr/>
        </p:nvSpPr>
        <p:spPr>
          <a:xfrm>
            <a:off x="252780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38" name="S08-op278"/>
          <p:cNvSpPr txBox="1"/>
          <p:nvPr/>
        </p:nvSpPr>
        <p:spPr>
          <a:xfrm>
            <a:off x="312064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9" name="S08-blank279"/>
          <p:cNvSpPr/>
          <p:nvPr/>
        </p:nvSpPr>
        <p:spPr>
          <a:xfrm>
            <a:off x="3782761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08-chip28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1" name="S08-op281"/>
          <p:cNvSpPr txBox="1"/>
          <p:nvPr/>
        </p:nvSpPr>
        <p:spPr>
          <a:xfrm>
            <a:off x="1344168" y="3109976"/>
            <a:ext cx="107391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15의</a:t>
            </a:r>
            <a:endParaRPr lang="ko-KR" sz="2800" dirty="0"/>
          </a:p>
        </p:txBody>
      </p:sp>
      <p:sp>
        <p:nvSpPr>
          <p:cNvPr id="42" name="S08-num282"/>
          <p:cNvSpPr txBox="1"/>
          <p:nvPr/>
        </p:nvSpPr>
        <p:spPr>
          <a:xfrm>
            <a:off x="252780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3" name="S08-fracbar283"/>
          <p:cNvSpPr/>
          <p:nvPr/>
        </p:nvSpPr>
        <p:spPr>
          <a:xfrm>
            <a:off x="256438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8-num284"/>
          <p:cNvSpPr txBox="1"/>
          <p:nvPr/>
        </p:nvSpPr>
        <p:spPr>
          <a:xfrm>
            <a:off x="252780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5" name="S08-op285"/>
          <p:cNvSpPr txBox="1"/>
          <p:nvPr/>
        </p:nvSpPr>
        <p:spPr>
          <a:xfrm>
            <a:off x="3120644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8-blank286"/>
          <p:cNvSpPr/>
          <p:nvPr/>
        </p:nvSpPr>
        <p:spPr>
          <a:xfrm>
            <a:off x="3782761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7" name="S08-chip28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8" name="S08-op288"/>
          <p:cNvSpPr txBox="1"/>
          <p:nvPr/>
        </p:nvSpPr>
        <p:spPr>
          <a:xfrm>
            <a:off x="1344168" y="4207256"/>
            <a:ext cx="107391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800" dirty="0"/>
          </a:p>
        </p:txBody>
      </p:sp>
      <p:sp>
        <p:nvSpPr>
          <p:cNvPr id="49" name="S08-num289"/>
          <p:cNvSpPr txBox="1"/>
          <p:nvPr/>
        </p:nvSpPr>
        <p:spPr>
          <a:xfrm>
            <a:off x="252780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0" name="S08-fracbar290"/>
          <p:cNvSpPr/>
          <p:nvPr/>
        </p:nvSpPr>
        <p:spPr>
          <a:xfrm>
            <a:off x="256438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num291"/>
          <p:cNvSpPr txBox="1"/>
          <p:nvPr/>
        </p:nvSpPr>
        <p:spPr>
          <a:xfrm>
            <a:off x="252780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2" name="S08-op292"/>
          <p:cNvSpPr txBox="1"/>
          <p:nvPr/>
        </p:nvSpPr>
        <p:spPr>
          <a:xfrm>
            <a:off x="3120644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3" name="S08-blank293"/>
          <p:cNvSpPr/>
          <p:nvPr/>
        </p:nvSpPr>
        <p:spPr>
          <a:xfrm>
            <a:off x="3782761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2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분수로, ③④는 몇 개인지 구해요.</a:t>
            </a:r>
            <a:endParaRPr lang="ko-KR" sz="3000" dirty="0"/>
          </a:p>
        </p:txBody>
      </p:sp>
      <p:sp>
        <p:nvSpPr>
          <p:cNvPr id="4" name="S09-chip2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dot296"/>
          <p:cNvSpPr/>
          <p:nvPr/>
        </p:nvSpPr>
        <p:spPr>
          <a:xfrm>
            <a:off x="1472382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297"/>
          <p:cNvSpPr/>
          <p:nvPr/>
        </p:nvSpPr>
        <p:spPr>
          <a:xfrm>
            <a:off x="1472382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98"/>
          <p:cNvSpPr/>
          <p:nvPr/>
        </p:nvSpPr>
        <p:spPr>
          <a:xfrm>
            <a:off x="1472382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group299"/>
          <p:cNvSpPr/>
          <p:nvPr/>
        </p:nvSpPr>
        <p:spPr>
          <a:xfrm>
            <a:off x="143598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9-figure300" descr="바둑돌 3개 한 묶음(주황색)"/>
          <p:cNvSpPr/>
          <p:nvPr/>
        </p:nvSpPr>
        <p:spPr>
          <a:xfrm>
            <a:off x="139941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9-dot301"/>
          <p:cNvSpPr/>
          <p:nvPr/>
        </p:nvSpPr>
        <p:spPr>
          <a:xfrm>
            <a:off x="2286960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302"/>
          <p:cNvSpPr/>
          <p:nvPr/>
        </p:nvSpPr>
        <p:spPr>
          <a:xfrm>
            <a:off x="2286960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303"/>
          <p:cNvSpPr/>
          <p:nvPr/>
        </p:nvSpPr>
        <p:spPr>
          <a:xfrm>
            <a:off x="2286960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group304"/>
          <p:cNvSpPr/>
          <p:nvPr/>
        </p:nvSpPr>
        <p:spPr>
          <a:xfrm>
            <a:off x="2250567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4" name="S09-figure305" descr="바둑돌 3개 한 묶음(주황색)"/>
          <p:cNvSpPr/>
          <p:nvPr/>
        </p:nvSpPr>
        <p:spPr>
          <a:xfrm>
            <a:off x="2213991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dot306"/>
          <p:cNvSpPr/>
          <p:nvPr/>
        </p:nvSpPr>
        <p:spPr>
          <a:xfrm>
            <a:off x="3101538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307"/>
          <p:cNvSpPr/>
          <p:nvPr/>
        </p:nvSpPr>
        <p:spPr>
          <a:xfrm>
            <a:off x="3101538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308"/>
          <p:cNvSpPr/>
          <p:nvPr/>
        </p:nvSpPr>
        <p:spPr>
          <a:xfrm>
            <a:off x="3101538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309"/>
          <p:cNvSpPr/>
          <p:nvPr/>
        </p:nvSpPr>
        <p:spPr>
          <a:xfrm>
            <a:off x="3065145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figure310" descr="바둑돌 3개 한 묶음(주황색)"/>
          <p:cNvSpPr/>
          <p:nvPr/>
        </p:nvSpPr>
        <p:spPr>
          <a:xfrm>
            <a:off x="3028569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9-dot311"/>
          <p:cNvSpPr/>
          <p:nvPr/>
        </p:nvSpPr>
        <p:spPr>
          <a:xfrm>
            <a:off x="3916116" y="25144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312"/>
          <p:cNvSpPr/>
          <p:nvPr/>
        </p:nvSpPr>
        <p:spPr>
          <a:xfrm>
            <a:off x="3916116" y="289846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313"/>
          <p:cNvSpPr/>
          <p:nvPr/>
        </p:nvSpPr>
        <p:spPr>
          <a:xfrm>
            <a:off x="3916116" y="328251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group314"/>
          <p:cNvSpPr/>
          <p:nvPr/>
        </p:nvSpPr>
        <p:spPr>
          <a:xfrm>
            <a:off x="3879723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9-figure315" descr="바둑돌 3개 한 묶음(주황색)"/>
          <p:cNvSpPr/>
          <p:nvPr/>
        </p:nvSpPr>
        <p:spPr>
          <a:xfrm>
            <a:off x="3843147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9-dot316"/>
          <p:cNvSpPr/>
          <p:nvPr/>
        </p:nvSpPr>
        <p:spPr>
          <a:xfrm>
            <a:off x="4730694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9-dot317"/>
          <p:cNvSpPr/>
          <p:nvPr/>
        </p:nvSpPr>
        <p:spPr>
          <a:xfrm>
            <a:off x="4730694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9-dot318"/>
          <p:cNvSpPr/>
          <p:nvPr/>
        </p:nvSpPr>
        <p:spPr>
          <a:xfrm>
            <a:off x="4730694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group319"/>
          <p:cNvSpPr/>
          <p:nvPr/>
        </p:nvSpPr>
        <p:spPr>
          <a:xfrm>
            <a:off x="4694301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320" descr="바둑돌 3개 한 묶음(흰색)"/>
          <p:cNvSpPr/>
          <p:nvPr/>
        </p:nvSpPr>
        <p:spPr>
          <a:xfrm>
            <a:off x="4657725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dot321"/>
          <p:cNvSpPr/>
          <p:nvPr/>
        </p:nvSpPr>
        <p:spPr>
          <a:xfrm>
            <a:off x="5545272" y="2514417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9-dot322"/>
          <p:cNvSpPr/>
          <p:nvPr/>
        </p:nvSpPr>
        <p:spPr>
          <a:xfrm>
            <a:off x="5545272" y="2898465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9-dot323"/>
          <p:cNvSpPr/>
          <p:nvPr/>
        </p:nvSpPr>
        <p:spPr>
          <a:xfrm>
            <a:off x="5545272" y="3282513"/>
            <a:ext cx="238110" cy="23811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9-group324"/>
          <p:cNvSpPr/>
          <p:nvPr/>
        </p:nvSpPr>
        <p:spPr>
          <a:xfrm>
            <a:off x="5508879" y="2468880"/>
            <a:ext cx="310896" cy="1097280"/>
          </a:xfrm>
          <a:prstGeom prst="roundRect">
            <a:avLst>
              <a:gd name="adj" fmla="val 3529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figure325" descr="바둑돌 3개 한 묶음(흰색)"/>
          <p:cNvSpPr/>
          <p:nvPr/>
        </p:nvSpPr>
        <p:spPr>
          <a:xfrm>
            <a:off x="5472303" y="244144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9-chip32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6" name="S09-text32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14를 2씩 묶으면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14의 얼마?</a:t>
            </a:r>
            <a:endParaRPr lang="ko-KR" sz="3000" dirty="0"/>
          </a:p>
        </p:txBody>
      </p:sp>
      <p:sp>
        <p:nvSpPr>
          <p:cNvPr id="37" name="S09-chip32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8" name="S09-op329"/>
          <p:cNvSpPr txBox="1"/>
          <p:nvPr/>
        </p:nvSpPr>
        <p:spPr>
          <a:xfrm>
            <a:off x="1344168" y="439166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39" name="S09-num330"/>
          <p:cNvSpPr txBox="1"/>
          <p:nvPr/>
        </p:nvSpPr>
        <p:spPr>
          <a:xfrm>
            <a:off x="2703068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40" name="S09-fracbar331"/>
          <p:cNvSpPr/>
          <p:nvPr/>
        </p:nvSpPr>
        <p:spPr>
          <a:xfrm>
            <a:off x="273964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09-num332"/>
          <p:cNvSpPr txBox="1"/>
          <p:nvPr/>
        </p:nvSpPr>
        <p:spPr>
          <a:xfrm>
            <a:off x="270306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2" name="S09-op333"/>
          <p:cNvSpPr txBox="1"/>
          <p:nvPr/>
        </p:nvSpPr>
        <p:spPr>
          <a:xfrm>
            <a:off x="3375914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43" name="S09-blank334"/>
          <p:cNvSpPr/>
          <p:nvPr/>
        </p:nvSpPr>
        <p:spPr>
          <a:xfrm>
            <a:off x="4074104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45" name="S09-op336"/>
          <p:cNvSpPr txBox="1"/>
          <p:nvPr/>
        </p:nvSpPr>
        <p:spPr>
          <a:xfrm>
            <a:off x="7072884" y="4391660"/>
            <a:ext cx="124917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24의</a:t>
            </a:r>
            <a:endParaRPr lang="ko-KR" sz="3400" dirty="0"/>
          </a:p>
        </p:txBody>
      </p:sp>
      <p:sp>
        <p:nvSpPr>
          <p:cNvPr id="46" name="S09-num337"/>
          <p:cNvSpPr txBox="1"/>
          <p:nvPr/>
        </p:nvSpPr>
        <p:spPr>
          <a:xfrm>
            <a:off x="8431784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47" name="S09-fracbar338"/>
          <p:cNvSpPr/>
          <p:nvPr/>
        </p:nvSpPr>
        <p:spPr>
          <a:xfrm>
            <a:off x="8468360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8" name="S09-num339"/>
          <p:cNvSpPr txBox="1"/>
          <p:nvPr/>
        </p:nvSpPr>
        <p:spPr>
          <a:xfrm>
            <a:off x="8431784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49" name="S09-op340"/>
          <p:cNvSpPr txBox="1"/>
          <p:nvPr/>
        </p:nvSpPr>
        <p:spPr>
          <a:xfrm>
            <a:off x="9104630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50" name="S09-blank341"/>
          <p:cNvSpPr/>
          <p:nvPr/>
        </p:nvSpPr>
        <p:spPr>
          <a:xfrm>
            <a:off x="9802820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나누기</a:t>
            </a:r>
            <a:endParaRPr lang="ko-KR" sz="4000" dirty="0"/>
          </a:p>
        </p:txBody>
      </p:sp>
      <p:sp>
        <p:nvSpPr>
          <p:cNvPr id="3" name="S11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20개가 있어요.</a:t>
            </a:r>
            <a:endParaRPr lang="ko-KR" sz="3000" dirty="0"/>
          </a:p>
        </p:txBody>
      </p:sp>
      <p:sp>
        <p:nvSpPr>
          <p:cNvPr id="4" name="S11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20개로 해 봐도 좋아요.</a:t>
            </a:r>
            <a:endParaRPr lang="ko-KR" sz="3000" dirty="0"/>
          </a:p>
        </p:txBody>
      </p:sp>
      <p:sp>
        <p:nvSpPr>
          <p:cNvPr id="6" name="S11-chip3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1-text3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20개의 5분의 2를 동생에게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주었어요. 몇 개를 주었나요?</a:t>
            </a:r>
            <a:endParaRPr lang="ko-KR" sz="3000" dirty="0"/>
          </a:p>
        </p:txBody>
      </p:sp>
      <p:sp>
        <p:nvSpPr>
          <p:cNvPr id="8" name="S11-chip3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text3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20개의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분의 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 똑같이 묶고, 분자만큼의 묶음을 세요.</a:t>
            </a:r>
            <a:endParaRPr lang="ko-KR" sz="3000" dirty="0"/>
          </a:p>
        </p:txBody>
      </p:sp>
      <p:sp>
        <p:nvSpPr>
          <p:cNvPr id="5" name="S12-chip35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묶음의 수를 분모로</a:t>
            </a:r>
            <a:endParaRPr lang="ko-KR" sz="2400" dirty="0"/>
          </a:p>
        </p:txBody>
      </p:sp>
      <p:sp>
        <p:nvSpPr>
          <p:cNvPr id="6" name="S12-chip35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묶음 개수를 분모로</a:t>
            </a:r>
            <a:endParaRPr lang="ko-KR" sz="2400" dirty="0"/>
          </a:p>
        </p:txBody>
      </p:sp>
      <p:sp>
        <p:nvSpPr>
          <p:cNvPr id="7" name="S12-text35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35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12를 3씩 묶으면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9는 12의 얼마?</a:t>
            </a:r>
            <a:endParaRPr lang="ko-KR" sz="2400" dirty="0"/>
          </a:p>
        </p:txBody>
      </p:sp>
      <p:sp>
        <p:nvSpPr>
          <p:cNvPr id="9" name="S12-op355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2-op356"/>
          <p:cNvSpPr txBox="1"/>
          <p:nvPr/>
        </p:nvSpPr>
        <p:spPr>
          <a:xfrm>
            <a:off x="5011420" y="4237228"/>
            <a:ext cx="101549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1" name="S12-num357"/>
          <p:cNvSpPr txBox="1"/>
          <p:nvPr/>
        </p:nvSpPr>
        <p:spPr>
          <a:xfrm>
            <a:off x="6136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2" name="S12-fracbar358"/>
          <p:cNvSpPr/>
          <p:nvPr/>
        </p:nvSpPr>
        <p:spPr>
          <a:xfrm>
            <a:off x="6173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3" name="S12-num359"/>
          <p:cNvSpPr txBox="1"/>
          <p:nvPr/>
        </p:nvSpPr>
        <p:spPr>
          <a:xfrm>
            <a:off x="6136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" name="S12-op360"/>
          <p:cNvSpPr txBox="1"/>
          <p:nvPr/>
        </p:nvSpPr>
        <p:spPr>
          <a:xfrm>
            <a:off x="6702806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15" name="S12-blank361"/>
          <p:cNvSpPr/>
          <p:nvPr/>
        </p:nvSpPr>
        <p:spPr>
          <a:xfrm>
            <a:off x="7352899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2-op362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7" name="S12-op363"/>
          <p:cNvSpPr txBox="1"/>
          <p:nvPr/>
        </p:nvSpPr>
        <p:spPr>
          <a:xfrm>
            <a:off x="8784844" y="4237228"/>
            <a:ext cx="1015492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16의</a:t>
            </a:r>
            <a:endParaRPr lang="ko-KR" sz="2600" dirty="0"/>
          </a:p>
        </p:txBody>
      </p:sp>
      <p:sp>
        <p:nvSpPr>
          <p:cNvPr id="18" name="S12-num364"/>
          <p:cNvSpPr txBox="1"/>
          <p:nvPr/>
        </p:nvSpPr>
        <p:spPr>
          <a:xfrm>
            <a:off x="9910064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12-fracbar365"/>
          <p:cNvSpPr/>
          <p:nvPr/>
        </p:nvSpPr>
        <p:spPr>
          <a:xfrm>
            <a:off x="9946640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2-num366"/>
          <p:cNvSpPr txBox="1"/>
          <p:nvPr/>
        </p:nvSpPr>
        <p:spPr>
          <a:xfrm>
            <a:off x="9910064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12-op367"/>
          <p:cNvSpPr txBox="1"/>
          <p:nvPr/>
        </p:nvSpPr>
        <p:spPr>
          <a:xfrm>
            <a:off x="10476230" y="4237228"/>
            <a:ext cx="39471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600" dirty="0"/>
          </a:p>
        </p:txBody>
      </p:sp>
      <p:sp>
        <p:nvSpPr>
          <p:cNvPr id="22" name="S12-blank368"/>
          <p:cNvSpPr/>
          <p:nvPr/>
        </p:nvSpPr>
        <p:spPr>
          <a:xfrm>
            <a:off x="11126323" y="4519275"/>
            <a:ext cx="288331" cy="288331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3" name="S12-text3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진분수·가분수·대분수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똑같이 나누기</a:t>
            </a:r>
            <a:endParaRPr lang="ko-KR" sz="4000" dirty="0"/>
          </a:p>
        </p:txBody>
      </p:sp>
      <p:sp>
        <p:nvSpPr>
          <p:cNvPr id="3" name="S13-text3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12개를 3묶음으로 똑같이 나눠요.</a:t>
            </a:r>
            <a:endParaRPr lang="ko-KR" sz="3000" dirty="0"/>
          </a:p>
        </p:txBody>
      </p:sp>
      <p:sp>
        <p:nvSpPr>
          <p:cNvPr id="4" name="S13-card37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7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4개</a:t>
            </a:r>
            <a:endParaRPr lang="ko-KR" sz="3000" dirty="0"/>
          </a:p>
        </p:txBody>
      </p:sp>
      <p:sp>
        <p:nvSpPr>
          <p:cNvPr id="6" name="S13-card37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7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3묶음 중 하나</a:t>
            </a:r>
            <a:endParaRPr lang="ko-KR" sz="3000" dirty="0"/>
          </a:p>
        </p:txBody>
      </p:sp>
      <p:sp>
        <p:nvSpPr>
          <p:cNvPr id="8" name="S13-dot375"/>
          <p:cNvSpPr/>
          <p:nvPr/>
        </p:nvSpPr>
        <p:spPr>
          <a:xfrm>
            <a:off x="2148840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76"/>
          <p:cNvSpPr/>
          <p:nvPr/>
        </p:nvSpPr>
        <p:spPr>
          <a:xfrm>
            <a:off x="2148840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77"/>
          <p:cNvSpPr/>
          <p:nvPr/>
        </p:nvSpPr>
        <p:spPr>
          <a:xfrm>
            <a:off x="2148840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78"/>
          <p:cNvSpPr/>
          <p:nvPr/>
        </p:nvSpPr>
        <p:spPr>
          <a:xfrm>
            <a:off x="2148840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group379"/>
          <p:cNvSpPr/>
          <p:nvPr/>
        </p:nvSpPr>
        <p:spPr>
          <a:xfrm>
            <a:off x="2098548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3" name="S13-figure380" descr="바둑돌 4개 한 묶음(흰색)"/>
          <p:cNvSpPr/>
          <p:nvPr/>
        </p:nvSpPr>
        <p:spPr>
          <a:xfrm>
            <a:off x="2061972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13-dot381"/>
          <p:cNvSpPr/>
          <p:nvPr/>
        </p:nvSpPr>
        <p:spPr>
          <a:xfrm>
            <a:off x="5952744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82"/>
          <p:cNvSpPr/>
          <p:nvPr/>
        </p:nvSpPr>
        <p:spPr>
          <a:xfrm>
            <a:off x="5952744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83"/>
          <p:cNvSpPr/>
          <p:nvPr/>
        </p:nvSpPr>
        <p:spPr>
          <a:xfrm>
            <a:off x="5952744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84"/>
          <p:cNvSpPr/>
          <p:nvPr/>
        </p:nvSpPr>
        <p:spPr>
          <a:xfrm>
            <a:off x="5952744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group385"/>
          <p:cNvSpPr/>
          <p:nvPr/>
        </p:nvSpPr>
        <p:spPr>
          <a:xfrm>
            <a:off x="5902452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3-figure386" descr="바둑돌 4개 한 묶음(흰색)"/>
          <p:cNvSpPr/>
          <p:nvPr/>
        </p:nvSpPr>
        <p:spPr>
          <a:xfrm>
            <a:off x="5865876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3-dot387"/>
          <p:cNvSpPr/>
          <p:nvPr/>
        </p:nvSpPr>
        <p:spPr>
          <a:xfrm>
            <a:off x="9756648" y="25519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388"/>
          <p:cNvSpPr/>
          <p:nvPr/>
        </p:nvSpPr>
        <p:spPr>
          <a:xfrm>
            <a:off x="9756648" y="30091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dot389"/>
          <p:cNvSpPr/>
          <p:nvPr/>
        </p:nvSpPr>
        <p:spPr>
          <a:xfrm>
            <a:off x="9756648" y="34663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3-dot390"/>
          <p:cNvSpPr/>
          <p:nvPr/>
        </p:nvSpPr>
        <p:spPr>
          <a:xfrm>
            <a:off x="9756648" y="3923538"/>
            <a:ext cx="283464" cy="2834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3-group391"/>
          <p:cNvSpPr/>
          <p:nvPr/>
        </p:nvSpPr>
        <p:spPr>
          <a:xfrm>
            <a:off x="9706356" y="2492502"/>
            <a:ext cx="384048" cy="1773936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3-figure392" descr="바둑돌 4개 한 묶음(흰색)"/>
          <p:cNvSpPr/>
          <p:nvPr/>
        </p:nvSpPr>
        <p:spPr>
          <a:xfrm>
            <a:off x="9669780" y="2465070"/>
            <a:ext cx="457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묶음을 분수로</dc:title>
  <dc:subject>KR22-G03-MAT-FRACSET-L01</dc:subject>
  <dc:creator>education-ppt</dc:creator>
  <cp:lastModifiedBy>education-ppt</cp:lastModifiedBy>
  <cp:revision>1</cp:revision>
  <dcterms:created xsi:type="dcterms:W3CDTF">2026-10-26T07:54:26Z</dcterms:created>
  <dcterms:modified xsi:type="dcterms:W3CDTF">2026-10-26T07:54:26Z</dcterms:modified>
</cp:coreProperties>
</file>