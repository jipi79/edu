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8a0e9de-dc8e-fe3e-5e3b-437bc4764eca}">
          <p14:sldIdLst>
            <p14:sldId id="256"/>
            <p14:sldId id="257"/>
          </p14:sldIdLst>
        </p14:section>
        <p14:section name="개념" id="{d557ee5d-80ce-df58-f48e-85b865e0cc44}">
          <p14:sldIdLst>
            <p14:sldId id="258"/>
            <p14:sldId id="259"/>
            <p14:sldId id="261"/>
            <p14:sldId id="263"/>
          </p14:sldIdLst>
        </p14:section>
        <p14:section name="연습" id="{eddcf2a4-0445-3dcd-a8d1-25de1fd8746c}">
          <p14:sldIdLst>
            <p14:sldId id="260"/>
            <p14:sldId id="262"/>
            <p14:sldId id="264"/>
            <p14:sldId id="265"/>
          </p14:sldIdLst>
        </p14:section>
        <p14:section name="개념" id="{dc990306-40a2-d557-810c-e54103b2d464}">
          <p14:sldIdLst/>
        </p14:section>
        <p14:section name="연습" id="{b618e277-4af5-d861-6f2c-0d2e3a4fe737}">
          <p14:sldIdLst/>
        </p14:section>
        <p14:section name="개념" id="{99c8e4a3-f51a-6f2c-65cb-9a6db92a32ca}">
          <p14:sldIdLst/>
        </p14:section>
        <p14:section name="연습" id="{c59895bd-2483-38d0-5bb2-5742117c22a0}">
          <p14:sldIdLst/>
        </p14:section>
        <p14:section name="확인" id="{9560b743-a7cb-e39c-2b71-52a9daf7d443}">
          <p14:sldIdLst>
            <p14:sldId id="266"/>
            <p14:sldId id="267"/>
          </p14:sldIdLst>
        </p14:section>
        <p14:section name="정리" id="{9904a445-ceaf-6ce3-e7fc-a0b1cc8a3e5d}">
          <p14:sldIdLst>
            <p14:sldId id="268"/>
          </p14:sldIdLst>
        </p14:section>
        <p14:section name="보충" id="{258f8236-fdd4-c5d8-bb1b-883def0d490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소수의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소수의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소수의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 중 1칸을 수로 어떻게 쓸까?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680960" y="1783080"/>
            <a:ext cx="393192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074152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67344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8860536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3728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646920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40112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433304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26496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11219688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figure11" descr="똑같이 10칸으로 나눈 띠, 1칸 색칠"/>
          <p:cNvSpPr/>
          <p:nvPr/>
        </p:nvSpPr>
        <p:spPr>
          <a:xfrm>
            <a:off x="7680960" y="1783080"/>
            <a:ext cx="393192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1-card1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6" name="S01-cardtext1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0.1을 알고, 소수를 읽고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소수의 크기를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4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cell15"/>
          <p:cNvSpPr/>
          <p:nvPr/>
        </p:nvSpPr>
        <p:spPr>
          <a:xfrm>
            <a:off x="1344168" y="1760220"/>
            <a:ext cx="5486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cell16"/>
          <p:cNvSpPr/>
          <p:nvPr/>
        </p:nvSpPr>
        <p:spPr>
          <a:xfrm>
            <a:off x="1892808" y="1760220"/>
            <a:ext cx="5486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7"/>
          <p:cNvSpPr/>
          <p:nvPr/>
        </p:nvSpPr>
        <p:spPr>
          <a:xfrm>
            <a:off x="2441448" y="1760220"/>
            <a:ext cx="5486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8"/>
          <p:cNvSpPr/>
          <p:nvPr/>
        </p:nvSpPr>
        <p:spPr>
          <a:xfrm>
            <a:off x="299008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9"/>
          <p:cNvSpPr/>
          <p:nvPr/>
        </p:nvSpPr>
        <p:spPr>
          <a:xfrm>
            <a:off x="353872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20"/>
          <p:cNvSpPr/>
          <p:nvPr/>
        </p:nvSpPr>
        <p:spPr>
          <a:xfrm>
            <a:off x="408736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cell21"/>
          <p:cNvSpPr/>
          <p:nvPr/>
        </p:nvSpPr>
        <p:spPr>
          <a:xfrm>
            <a:off x="463600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cell22"/>
          <p:cNvSpPr/>
          <p:nvPr/>
        </p:nvSpPr>
        <p:spPr>
          <a:xfrm>
            <a:off x="518464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23"/>
          <p:cNvSpPr/>
          <p:nvPr/>
        </p:nvSpPr>
        <p:spPr>
          <a:xfrm>
            <a:off x="573328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24"/>
          <p:cNvSpPr/>
          <p:nvPr/>
        </p:nvSpPr>
        <p:spPr>
          <a:xfrm>
            <a:off x="628192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figure25" descr="똑같이 10칸으로 나눈 띠, 3칸 색칠"/>
          <p:cNvSpPr/>
          <p:nvPr/>
        </p:nvSpPr>
        <p:spPr>
          <a:xfrm>
            <a:off x="1344168" y="1760220"/>
            <a:ext cx="54864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2-chip2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02-num27"/>
          <p:cNvSpPr txBox="1"/>
          <p:nvPr/>
        </p:nvSpPr>
        <p:spPr>
          <a:xfrm>
            <a:off x="1344168" y="320294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7" name="S02-fracbar28"/>
          <p:cNvSpPr/>
          <p:nvPr/>
        </p:nvSpPr>
        <p:spPr>
          <a:xfrm>
            <a:off x="1380744" y="374904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8" name="S02-num29"/>
          <p:cNvSpPr txBox="1"/>
          <p:nvPr/>
        </p:nvSpPr>
        <p:spPr>
          <a:xfrm>
            <a:off x="1344168" y="378561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19" name="S02-op30"/>
          <p:cNvSpPr txBox="1"/>
          <p:nvPr/>
        </p:nvSpPr>
        <p:spPr>
          <a:xfrm>
            <a:off x="2119376" y="3202940"/>
            <a:ext cx="67919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20" name="S02-num31"/>
          <p:cNvSpPr txBox="1"/>
          <p:nvPr/>
        </p:nvSpPr>
        <p:spPr>
          <a:xfrm>
            <a:off x="2908300" y="320294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21" name="S02-fracbar32"/>
          <p:cNvSpPr/>
          <p:nvPr/>
        </p:nvSpPr>
        <p:spPr>
          <a:xfrm>
            <a:off x="2944876" y="374904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2" name="S02-num33"/>
          <p:cNvSpPr txBox="1"/>
          <p:nvPr/>
        </p:nvSpPr>
        <p:spPr>
          <a:xfrm>
            <a:off x="2908300" y="378561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23" name="S02-chip3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4" name="S02-text3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1이 6개인 분수는?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 알아보기</a:t>
            </a:r>
            <a:endParaRPr lang="ko-KR" sz="4000" dirty="0"/>
          </a:p>
        </p:txBody>
      </p:sp>
      <p:sp>
        <p:nvSpPr>
          <p:cNvPr id="3" name="S03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10칸으로 나눈 것 중 1칸이에요.</a:t>
            </a:r>
            <a:endParaRPr lang="ko-KR" sz="3000" dirty="0"/>
          </a:p>
        </p:txBody>
      </p:sp>
      <p:sp>
        <p:nvSpPr>
          <p:cNvPr id="4" name="S03-card3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 = 0.1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 점 일’이라고 읽어요.</a:t>
            </a:r>
            <a:endParaRPr lang="ko-KR" sz="3000" dirty="0"/>
          </a:p>
        </p:txBody>
      </p:sp>
      <p:sp>
        <p:nvSpPr>
          <p:cNvPr id="6" name="S03-card3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4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1 사이의 점(.)</a:t>
            </a:r>
            <a:endParaRPr lang="ko-KR" sz="3000" dirty="0"/>
          </a:p>
        </p:txBody>
      </p:sp>
      <p:sp>
        <p:nvSpPr>
          <p:cNvPr id="8" name="S03-num41"/>
          <p:cNvSpPr txBox="1"/>
          <p:nvPr/>
        </p:nvSpPr>
        <p:spPr>
          <a:xfrm>
            <a:off x="717296" y="292328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9" name="S03-fracbar42"/>
          <p:cNvSpPr/>
          <p:nvPr/>
        </p:nvSpPr>
        <p:spPr>
          <a:xfrm>
            <a:off x="753872" y="337947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num43"/>
          <p:cNvSpPr txBox="1"/>
          <p:nvPr/>
        </p:nvSpPr>
        <p:spPr>
          <a:xfrm>
            <a:off x="717296" y="341604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1" name="S03-cell44"/>
          <p:cNvSpPr/>
          <p:nvPr/>
        </p:nvSpPr>
        <p:spPr>
          <a:xfrm>
            <a:off x="1600200" y="2967990"/>
            <a:ext cx="100401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45"/>
          <p:cNvSpPr/>
          <p:nvPr/>
        </p:nvSpPr>
        <p:spPr>
          <a:xfrm>
            <a:off x="2604211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6"/>
          <p:cNvSpPr/>
          <p:nvPr/>
        </p:nvSpPr>
        <p:spPr>
          <a:xfrm>
            <a:off x="3608222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47"/>
          <p:cNvSpPr/>
          <p:nvPr/>
        </p:nvSpPr>
        <p:spPr>
          <a:xfrm>
            <a:off x="4612234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48"/>
          <p:cNvSpPr/>
          <p:nvPr/>
        </p:nvSpPr>
        <p:spPr>
          <a:xfrm>
            <a:off x="5616245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49"/>
          <p:cNvSpPr/>
          <p:nvPr/>
        </p:nvSpPr>
        <p:spPr>
          <a:xfrm>
            <a:off x="6620256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0"/>
          <p:cNvSpPr/>
          <p:nvPr/>
        </p:nvSpPr>
        <p:spPr>
          <a:xfrm>
            <a:off x="7624267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51"/>
          <p:cNvSpPr/>
          <p:nvPr/>
        </p:nvSpPr>
        <p:spPr>
          <a:xfrm>
            <a:off x="8628278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52"/>
          <p:cNvSpPr/>
          <p:nvPr/>
        </p:nvSpPr>
        <p:spPr>
          <a:xfrm>
            <a:off x="9632290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53"/>
          <p:cNvSpPr/>
          <p:nvPr/>
        </p:nvSpPr>
        <p:spPr>
          <a:xfrm>
            <a:off x="10636301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54" descr="똑같이 10칸으로 나눈 띠, 1칸 색칠"/>
          <p:cNvSpPr/>
          <p:nvPr/>
        </p:nvSpPr>
        <p:spPr>
          <a:xfrm>
            <a:off x="1600200" y="2967990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개일까요</a:t>
            </a:r>
            <a:endParaRPr lang="ko-KR" sz="4000" dirty="0"/>
          </a:p>
        </p:txBody>
      </p:sp>
      <p:sp>
        <p:nvSpPr>
          <p:cNvPr id="3" name="S04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3개면 0.3이에요.</a:t>
            </a:r>
            <a:endParaRPr lang="ko-KR" sz="3000" dirty="0"/>
          </a:p>
        </p:txBody>
      </p:sp>
      <p:sp>
        <p:nvSpPr>
          <p:cNvPr id="4" name="S04-card56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57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3 = 0.3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삼</a:t>
            </a:r>
            <a:endParaRPr lang="ko-KR" sz="3000" dirty="0"/>
          </a:p>
        </p:txBody>
      </p:sp>
      <p:sp>
        <p:nvSpPr>
          <p:cNvPr id="6" name="S04-card58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9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7 = 0.7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칠</a:t>
            </a:r>
            <a:endParaRPr lang="ko-KR" sz="3000" dirty="0"/>
          </a:p>
        </p:txBody>
      </p:sp>
      <p:sp>
        <p:nvSpPr>
          <p:cNvPr id="8" name="S04-line60"/>
          <p:cNvSpPr/>
          <p:nvPr/>
        </p:nvSpPr>
        <p:spPr>
          <a:xfrm>
            <a:off x="685800" y="37077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4-line61"/>
          <p:cNvSpPr/>
          <p:nvPr/>
        </p:nvSpPr>
        <p:spPr>
          <a:xfrm>
            <a:off x="96012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62"/>
          <p:cNvSpPr txBox="1"/>
          <p:nvPr/>
        </p:nvSpPr>
        <p:spPr>
          <a:xfrm>
            <a:off x="50292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04-line63"/>
          <p:cNvSpPr/>
          <p:nvPr/>
        </p:nvSpPr>
        <p:spPr>
          <a:xfrm>
            <a:off x="1986991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64"/>
          <p:cNvSpPr txBox="1"/>
          <p:nvPr/>
        </p:nvSpPr>
        <p:spPr>
          <a:xfrm>
            <a:off x="1529791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</a:t>
            </a:r>
            <a:endParaRPr lang="ko-KR" sz="2400" dirty="0"/>
          </a:p>
        </p:txBody>
      </p:sp>
      <p:sp>
        <p:nvSpPr>
          <p:cNvPr id="13" name="S04-line65"/>
          <p:cNvSpPr/>
          <p:nvPr/>
        </p:nvSpPr>
        <p:spPr>
          <a:xfrm>
            <a:off x="301386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66"/>
          <p:cNvSpPr txBox="1"/>
          <p:nvPr/>
        </p:nvSpPr>
        <p:spPr>
          <a:xfrm>
            <a:off x="2556662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</a:t>
            </a:r>
            <a:endParaRPr lang="ko-KR" sz="2400" dirty="0"/>
          </a:p>
        </p:txBody>
      </p:sp>
      <p:sp>
        <p:nvSpPr>
          <p:cNvPr id="15" name="S04-line67"/>
          <p:cNvSpPr/>
          <p:nvPr/>
        </p:nvSpPr>
        <p:spPr>
          <a:xfrm>
            <a:off x="4040734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68"/>
          <p:cNvSpPr txBox="1"/>
          <p:nvPr/>
        </p:nvSpPr>
        <p:spPr>
          <a:xfrm>
            <a:off x="3583534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400" dirty="0"/>
          </a:p>
        </p:txBody>
      </p:sp>
      <p:sp>
        <p:nvSpPr>
          <p:cNvPr id="17" name="S04-line69"/>
          <p:cNvSpPr/>
          <p:nvPr/>
        </p:nvSpPr>
        <p:spPr>
          <a:xfrm>
            <a:off x="5067605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70"/>
          <p:cNvSpPr txBox="1"/>
          <p:nvPr/>
        </p:nvSpPr>
        <p:spPr>
          <a:xfrm>
            <a:off x="4610405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400" dirty="0"/>
          </a:p>
        </p:txBody>
      </p:sp>
      <p:sp>
        <p:nvSpPr>
          <p:cNvPr id="19" name="S04-line71"/>
          <p:cNvSpPr/>
          <p:nvPr/>
        </p:nvSpPr>
        <p:spPr>
          <a:xfrm>
            <a:off x="6094476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72"/>
          <p:cNvSpPr txBox="1"/>
          <p:nvPr/>
        </p:nvSpPr>
        <p:spPr>
          <a:xfrm>
            <a:off x="5637276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400" dirty="0"/>
          </a:p>
        </p:txBody>
      </p:sp>
      <p:sp>
        <p:nvSpPr>
          <p:cNvPr id="21" name="S04-line73"/>
          <p:cNvSpPr/>
          <p:nvPr/>
        </p:nvSpPr>
        <p:spPr>
          <a:xfrm>
            <a:off x="7121347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abel74"/>
          <p:cNvSpPr txBox="1"/>
          <p:nvPr/>
        </p:nvSpPr>
        <p:spPr>
          <a:xfrm>
            <a:off x="6664147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400" dirty="0"/>
          </a:p>
        </p:txBody>
      </p:sp>
      <p:sp>
        <p:nvSpPr>
          <p:cNvPr id="23" name="S04-line75"/>
          <p:cNvSpPr/>
          <p:nvPr/>
        </p:nvSpPr>
        <p:spPr>
          <a:xfrm>
            <a:off x="8148218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76"/>
          <p:cNvSpPr txBox="1"/>
          <p:nvPr/>
        </p:nvSpPr>
        <p:spPr>
          <a:xfrm>
            <a:off x="7691018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</a:t>
            </a:r>
            <a:endParaRPr lang="ko-KR" sz="2400" dirty="0"/>
          </a:p>
        </p:txBody>
      </p:sp>
      <p:sp>
        <p:nvSpPr>
          <p:cNvPr id="25" name="S04-line77"/>
          <p:cNvSpPr/>
          <p:nvPr/>
        </p:nvSpPr>
        <p:spPr>
          <a:xfrm>
            <a:off x="917509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abel78"/>
          <p:cNvSpPr txBox="1"/>
          <p:nvPr/>
        </p:nvSpPr>
        <p:spPr>
          <a:xfrm>
            <a:off x="871789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</a:t>
            </a:r>
            <a:endParaRPr lang="ko-KR" sz="2400" dirty="0"/>
          </a:p>
        </p:txBody>
      </p:sp>
      <p:sp>
        <p:nvSpPr>
          <p:cNvPr id="27" name="S04-line79"/>
          <p:cNvSpPr/>
          <p:nvPr/>
        </p:nvSpPr>
        <p:spPr>
          <a:xfrm>
            <a:off x="10201961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80"/>
          <p:cNvSpPr txBox="1"/>
          <p:nvPr/>
        </p:nvSpPr>
        <p:spPr>
          <a:xfrm>
            <a:off x="9744761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</a:t>
            </a:r>
            <a:endParaRPr lang="ko-KR" sz="2400" dirty="0"/>
          </a:p>
        </p:txBody>
      </p:sp>
      <p:sp>
        <p:nvSpPr>
          <p:cNvPr id="29" name="S04-line81"/>
          <p:cNvSpPr/>
          <p:nvPr/>
        </p:nvSpPr>
        <p:spPr>
          <a:xfrm>
            <a:off x="1122883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82"/>
          <p:cNvSpPr txBox="1"/>
          <p:nvPr/>
        </p:nvSpPr>
        <p:spPr>
          <a:xfrm>
            <a:off x="10771632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1" name="S04-mark83"/>
          <p:cNvSpPr/>
          <p:nvPr/>
        </p:nvSpPr>
        <p:spPr>
          <a:xfrm>
            <a:off x="3949294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4-line84"/>
          <p:cNvSpPr/>
          <p:nvPr/>
        </p:nvSpPr>
        <p:spPr>
          <a:xfrm flipV="1">
            <a:off x="960120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04-line85"/>
          <p:cNvSpPr/>
          <p:nvPr/>
        </p:nvSpPr>
        <p:spPr>
          <a:xfrm>
            <a:off x="960120" y="3323692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04-line86"/>
          <p:cNvSpPr/>
          <p:nvPr/>
        </p:nvSpPr>
        <p:spPr>
          <a:xfrm flipV="1">
            <a:off x="1986991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4-line87"/>
          <p:cNvSpPr/>
          <p:nvPr/>
        </p:nvSpPr>
        <p:spPr>
          <a:xfrm>
            <a:off x="1986991" y="3323692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4-line88"/>
          <p:cNvSpPr/>
          <p:nvPr/>
        </p:nvSpPr>
        <p:spPr>
          <a:xfrm flipV="1">
            <a:off x="3013862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7" name="S04-line89"/>
          <p:cNvSpPr/>
          <p:nvPr/>
        </p:nvSpPr>
        <p:spPr>
          <a:xfrm>
            <a:off x="3013862" y="3323692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8" name="S04-figure90" descr="0부터 1까지 0.1마다 눈금과 수가 있는 수직선. 0에서 0.1씩 3번 뛰어 0.3에 점"/>
          <p:cNvSpPr/>
          <p:nvPr/>
        </p:nvSpPr>
        <p:spPr>
          <a:xfrm>
            <a:off x="685800" y="35248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소수로 나타내요</a:t>
            </a:r>
            <a:endParaRPr lang="ko-KR" sz="4000" dirty="0"/>
          </a:p>
        </p:txBody>
      </p:sp>
      <p:sp>
        <p:nvSpPr>
          <p:cNvPr id="3" name="S05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나와 띠를 소수로 써요.</a:t>
            </a:r>
            <a:endParaRPr lang="ko-KR" sz="3000" dirty="0"/>
          </a:p>
        </p:txBody>
      </p:sp>
      <p:sp>
        <p:nvSpPr>
          <p:cNvPr id="4" name="S0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몇 칸 갔는지 세어요.</a:t>
            </a:r>
            <a:endParaRPr lang="ko-KR" sz="3000" dirty="0"/>
          </a:p>
        </p:txBody>
      </p:sp>
      <p:sp>
        <p:nvSpPr>
          <p:cNvPr id="6" name="S05-line94"/>
          <p:cNvSpPr/>
          <p:nvPr/>
        </p:nvSpPr>
        <p:spPr>
          <a:xfrm>
            <a:off x="6414516" y="3939235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5-line95"/>
          <p:cNvSpPr/>
          <p:nvPr/>
        </p:nvSpPr>
        <p:spPr>
          <a:xfrm>
            <a:off x="668883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abel96"/>
          <p:cNvSpPr txBox="1"/>
          <p:nvPr/>
        </p:nvSpPr>
        <p:spPr>
          <a:xfrm>
            <a:off x="6231636" y="4122115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9" name="S05-line97"/>
          <p:cNvSpPr/>
          <p:nvPr/>
        </p:nvSpPr>
        <p:spPr>
          <a:xfrm>
            <a:off x="714283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ine98"/>
          <p:cNvSpPr/>
          <p:nvPr/>
        </p:nvSpPr>
        <p:spPr>
          <a:xfrm>
            <a:off x="759683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line99"/>
          <p:cNvSpPr/>
          <p:nvPr/>
        </p:nvSpPr>
        <p:spPr>
          <a:xfrm>
            <a:off x="805083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ine100"/>
          <p:cNvSpPr/>
          <p:nvPr/>
        </p:nvSpPr>
        <p:spPr>
          <a:xfrm>
            <a:off x="85048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line101"/>
          <p:cNvSpPr/>
          <p:nvPr/>
        </p:nvSpPr>
        <p:spPr>
          <a:xfrm>
            <a:off x="89588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ine102"/>
          <p:cNvSpPr/>
          <p:nvPr/>
        </p:nvSpPr>
        <p:spPr>
          <a:xfrm>
            <a:off x="94128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line103"/>
          <p:cNvSpPr/>
          <p:nvPr/>
        </p:nvSpPr>
        <p:spPr>
          <a:xfrm>
            <a:off x="9866833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ine104"/>
          <p:cNvSpPr/>
          <p:nvPr/>
        </p:nvSpPr>
        <p:spPr>
          <a:xfrm>
            <a:off x="10320833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line105"/>
          <p:cNvSpPr/>
          <p:nvPr/>
        </p:nvSpPr>
        <p:spPr>
          <a:xfrm>
            <a:off x="10774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ine106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label107"/>
          <p:cNvSpPr txBox="1"/>
          <p:nvPr/>
        </p:nvSpPr>
        <p:spPr>
          <a:xfrm>
            <a:off x="10771632" y="4122115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0" name="S05-mark108"/>
          <p:cNvSpPr/>
          <p:nvPr/>
        </p:nvSpPr>
        <p:spPr>
          <a:xfrm>
            <a:off x="8413394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1" name="S05-label109"/>
          <p:cNvSpPr txBox="1"/>
          <p:nvPr/>
        </p:nvSpPr>
        <p:spPr>
          <a:xfrm>
            <a:off x="7956194" y="3380435"/>
            <a:ext cx="10972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000" dirty="0"/>
          </a:p>
        </p:txBody>
      </p:sp>
      <p:sp>
        <p:nvSpPr>
          <p:cNvPr id="22" name="S05-mark110"/>
          <p:cNvSpPr/>
          <p:nvPr/>
        </p:nvSpPr>
        <p:spPr>
          <a:xfrm>
            <a:off x="10229393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05-label111"/>
          <p:cNvSpPr txBox="1"/>
          <p:nvPr/>
        </p:nvSpPr>
        <p:spPr>
          <a:xfrm>
            <a:off x="9772193" y="3380435"/>
            <a:ext cx="10972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000" dirty="0"/>
          </a:p>
        </p:txBody>
      </p:sp>
      <p:sp>
        <p:nvSpPr>
          <p:cNvPr id="24" name="S05-figure112" descr="0과 1만 수가 적힌 0.1 간격 수직선. 가는 0.4, 나는 0.8 자리"/>
          <p:cNvSpPr/>
          <p:nvPr/>
        </p:nvSpPr>
        <p:spPr>
          <a:xfrm>
            <a:off x="6414516" y="3756355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5-chip11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26" name="S05-text11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가가 나타내는 소수</a:t>
            </a:r>
            <a:endParaRPr lang="ko-KR" sz="3000" dirty="0"/>
          </a:p>
        </p:txBody>
      </p:sp>
      <p:sp>
        <p:nvSpPr>
          <p:cNvPr id="27" name="S05-chip11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8" name="S05-text11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나가 나타내는 소수</a:t>
            </a:r>
            <a:endParaRPr lang="ko-KR" sz="3000" dirty="0"/>
          </a:p>
        </p:txBody>
      </p:sp>
      <p:sp>
        <p:nvSpPr>
          <p:cNvPr id="29" name="S05-chip11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0" name="S05-cell118"/>
          <p:cNvSpPr/>
          <p:nvPr/>
        </p:nvSpPr>
        <p:spPr>
          <a:xfrm>
            <a:off x="1344168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19"/>
          <p:cNvSpPr/>
          <p:nvPr/>
        </p:nvSpPr>
        <p:spPr>
          <a:xfrm>
            <a:off x="1800911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20"/>
          <p:cNvSpPr/>
          <p:nvPr/>
        </p:nvSpPr>
        <p:spPr>
          <a:xfrm>
            <a:off x="2257654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21"/>
          <p:cNvSpPr/>
          <p:nvPr/>
        </p:nvSpPr>
        <p:spPr>
          <a:xfrm>
            <a:off x="2714396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22"/>
          <p:cNvSpPr/>
          <p:nvPr/>
        </p:nvSpPr>
        <p:spPr>
          <a:xfrm>
            <a:off x="3171139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cell123"/>
          <p:cNvSpPr/>
          <p:nvPr/>
        </p:nvSpPr>
        <p:spPr>
          <a:xfrm>
            <a:off x="3627882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cell124"/>
          <p:cNvSpPr/>
          <p:nvPr/>
        </p:nvSpPr>
        <p:spPr>
          <a:xfrm>
            <a:off x="4084625" y="4389120"/>
            <a:ext cx="45674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5-cell125"/>
          <p:cNvSpPr/>
          <p:nvPr/>
        </p:nvSpPr>
        <p:spPr>
          <a:xfrm>
            <a:off x="4541368" y="4389120"/>
            <a:ext cx="45674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cell126"/>
          <p:cNvSpPr/>
          <p:nvPr/>
        </p:nvSpPr>
        <p:spPr>
          <a:xfrm>
            <a:off x="4998110" y="4389120"/>
            <a:ext cx="45674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cell127"/>
          <p:cNvSpPr/>
          <p:nvPr/>
        </p:nvSpPr>
        <p:spPr>
          <a:xfrm>
            <a:off x="5454853" y="4389120"/>
            <a:ext cx="45674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figure128" descr="똑같이 10칸으로 나눈 띠, 6칸 색칠"/>
          <p:cNvSpPr/>
          <p:nvPr/>
        </p:nvSpPr>
        <p:spPr>
          <a:xfrm>
            <a:off x="1344168" y="4389120"/>
            <a:ext cx="4567428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1보다 큰 소수</a:t>
            </a:r>
            <a:endParaRPr lang="ko-KR" sz="4000" dirty="0"/>
          </a:p>
        </p:txBody>
      </p:sp>
      <p:sp>
        <p:nvSpPr>
          <p:cNvPr id="3" name="S06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0.3만큼을 1.3이라고 써요.</a:t>
            </a:r>
            <a:endParaRPr lang="ko-KR" sz="3000" dirty="0"/>
          </a:p>
        </p:txBody>
      </p:sp>
      <p:sp>
        <p:nvSpPr>
          <p:cNvPr id="4" name="S06-card130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31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‘일 점 삼’이라고 읽어요.</a:t>
            </a:r>
            <a:endParaRPr lang="ko-KR" sz="3000" dirty="0"/>
          </a:p>
        </p:txBody>
      </p:sp>
      <p:sp>
        <p:nvSpPr>
          <p:cNvPr id="6" name="S06-card132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33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13개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10개는 1, 3개는 0.3</a:t>
            </a:r>
            <a:endParaRPr lang="ko-KR" sz="3000" dirty="0"/>
          </a:p>
        </p:txBody>
      </p:sp>
      <p:sp>
        <p:nvSpPr>
          <p:cNvPr id="8" name="S06-label134"/>
          <p:cNvSpPr txBox="1"/>
          <p:nvPr/>
        </p:nvSpPr>
        <p:spPr>
          <a:xfrm>
            <a:off x="548640" y="251993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cell135"/>
          <p:cNvSpPr/>
          <p:nvPr/>
        </p:nvSpPr>
        <p:spPr>
          <a:xfrm>
            <a:off x="1600200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36"/>
          <p:cNvSpPr/>
          <p:nvPr/>
        </p:nvSpPr>
        <p:spPr>
          <a:xfrm>
            <a:off x="2604211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37"/>
          <p:cNvSpPr/>
          <p:nvPr/>
        </p:nvSpPr>
        <p:spPr>
          <a:xfrm>
            <a:off x="3608222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38"/>
          <p:cNvSpPr/>
          <p:nvPr/>
        </p:nvSpPr>
        <p:spPr>
          <a:xfrm>
            <a:off x="4612234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39"/>
          <p:cNvSpPr/>
          <p:nvPr/>
        </p:nvSpPr>
        <p:spPr>
          <a:xfrm>
            <a:off x="5616245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40"/>
          <p:cNvSpPr/>
          <p:nvPr/>
        </p:nvSpPr>
        <p:spPr>
          <a:xfrm>
            <a:off x="6620256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41"/>
          <p:cNvSpPr/>
          <p:nvPr/>
        </p:nvSpPr>
        <p:spPr>
          <a:xfrm>
            <a:off x="7624267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42"/>
          <p:cNvSpPr/>
          <p:nvPr/>
        </p:nvSpPr>
        <p:spPr>
          <a:xfrm>
            <a:off x="8628278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43"/>
          <p:cNvSpPr/>
          <p:nvPr/>
        </p:nvSpPr>
        <p:spPr>
          <a:xfrm>
            <a:off x="9632290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44"/>
          <p:cNvSpPr/>
          <p:nvPr/>
        </p:nvSpPr>
        <p:spPr>
          <a:xfrm>
            <a:off x="10636301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figure145" descr="똑같이 10칸으로 나눈 띠, 10칸 색칠"/>
          <p:cNvSpPr/>
          <p:nvPr/>
        </p:nvSpPr>
        <p:spPr>
          <a:xfrm>
            <a:off x="1600200" y="2519934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label146"/>
          <p:cNvSpPr txBox="1"/>
          <p:nvPr/>
        </p:nvSpPr>
        <p:spPr>
          <a:xfrm>
            <a:off x="548640" y="3507486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400" dirty="0"/>
          </a:p>
        </p:txBody>
      </p:sp>
      <p:sp>
        <p:nvSpPr>
          <p:cNvPr id="21" name="S06-cell147"/>
          <p:cNvSpPr/>
          <p:nvPr/>
        </p:nvSpPr>
        <p:spPr>
          <a:xfrm>
            <a:off x="1600200" y="3507486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48"/>
          <p:cNvSpPr/>
          <p:nvPr/>
        </p:nvSpPr>
        <p:spPr>
          <a:xfrm>
            <a:off x="2604211" y="3507486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49"/>
          <p:cNvSpPr/>
          <p:nvPr/>
        </p:nvSpPr>
        <p:spPr>
          <a:xfrm>
            <a:off x="3608222" y="3507486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50"/>
          <p:cNvSpPr/>
          <p:nvPr/>
        </p:nvSpPr>
        <p:spPr>
          <a:xfrm>
            <a:off x="4612234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51"/>
          <p:cNvSpPr/>
          <p:nvPr/>
        </p:nvSpPr>
        <p:spPr>
          <a:xfrm>
            <a:off x="5616245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52"/>
          <p:cNvSpPr/>
          <p:nvPr/>
        </p:nvSpPr>
        <p:spPr>
          <a:xfrm>
            <a:off x="6620256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53"/>
          <p:cNvSpPr/>
          <p:nvPr/>
        </p:nvSpPr>
        <p:spPr>
          <a:xfrm>
            <a:off x="7624267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54"/>
          <p:cNvSpPr/>
          <p:nvPr/>
        </p:nvSpPr>
        <p:spPr>
          <a:xfrm>
            <a:off x="8628278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55"/>
          <p:cNvSpPr/>
          <p:nvPr/>
        </p:nvSpPr>
        <p:spPr>
          <a:xfrm>
            <a:off x="9632290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156"/>
          <p:cNvSpPr/>
          <p:nvPr/>
        </p:nvSpPr>
        <p:spPr>
          <a:xfrm>
            <a:off x="10636301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figure157" descr="똑같이 10칸으로 나눈 띠, 3칸 색칠"/>
          <p:cNvSpPr/>
          <p:nvPr/>
        </p:nvSpPr>
        <p:spPr>
          <a:xfrm>
            <a:off x="1600200" y="3507486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써요</a:t>
            </a:r>
            <a:endParaRPr lang="ko-KR" sz="4000" dirty="0"/>
          </a:p>
        </p:txBody>
      </p:sp>
      <p:sp>
        <p:nvSpPr>
          <p:cNvPr id="3" name="S07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3000" dirty="0"/>
          </a:p>
        </p:txBody>
      </p:sp>
      <p:sp>
        <p:nvSpPr>
          <p:cNvPr id="4" name="S07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생각해요.</a:t>
            </a:r>
            <a:endParaRPr lang="ko-KR" sz="3000" dirty="0"/>
          </a:p>
        </p:txBody>
      </p:sp>
      <p:sp>
        <p:nvSpPr>
          <p:cNvPr id="6" name="S07-chip1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6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0.7을 읽어요.</a:t>
            </a:r>
            <a:endParaRPr lang="ko-KR" sz="3000" dirty="0"/>
          </a:p>
        </p:txBody>
      </p:sp>
      <p:sp>
        <p:nvSpPr>
          <p:cNvPr id="8" name="S07-chip1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6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9개인 수</a:t>
            </a:r>
            <a:endParaRPr lang="ko-KR" sz="3000" dirty="0"/>
          </a:p>
        </p:txBody>
      </p:sp>
      <p:sp>
        <p:nvSpPr>
          <p:cNvPr id="10" name="S07-chip16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66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0.4만큼인 수</a:t>
            </a:r>
            <a:endParaRPr lang="ko-KR" sz="3000" dirty="0"/>
          </a:p>
        </p:txBody>
      </p:sp>
      <p:sp>
        <p:nvSpPr>
          <p:cNvPr id="12" name="S07-chip16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num168"/>
          <p:cNvSpPr txBox="1"/>
          <p:nvPr/>
        </p:nvSpPr>
        <p:spPr>
          <a:xfrm>
            <a:off x="7072884" y="384302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14" name="S07-fracbar169"/>
          <p:cNvSpPr/>
          <p:nvPr/>
        </p:nvSpPr>
        <p:spPr>
          <a:xfrm>
            <a:off x="7109460" y="438912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5" name="S07-num170"/>
          <p:cNvSpPr txBox="1"/>
          <p:nvPr/>
        </p:nvSpPr>
        <p:spPr>
          <a:xfrm>
            <a:off x="7072884" y="442569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16" name="S07-op171"/>
          <p:cNvSpPr txBox="1"/>
          <p:nvPr/>
        </p:nvSpPr>
        <p:spPr>
          <a:xfrm>
            <a:off x="7848092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7" name="S07-blank172"/>
          <p:cNvSpPr/>
          <p:nvPr/>
        </p:nvSpPr>
        <p:spPr>
          <a:xfrm>
            <a:off x="8546282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크기 비교</a:t>
            </a:r>
            <a:endParaRPr lang="ko-KR" sz="4000" dirty="0"/>
          </a:p>
        </p:txBody>
      </p:sp>
      <p:sp>
        <p:nvSpPr>
          <p:cNvPr id="3" name="S08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0.6과 0.4를 비교해요.</a:t>
            </a:r>
            <a:endParaRPr lang="ko-KR" sz="3000" dirty="0"/>
          </a:p>
        </p:txBody>
      </p:sp>
      <p:sp>
        <p:nvSpPr>
          <p:cNvPr id="4" name="S08-card17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7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&gt; 0.4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6개인 수가 4개인 수보다 커요.</a:t>
            </a:r>
            <a:endParaRPr lang="ko-KR" sz="3000" dirty="0"/>
          </a:p>
        </p:txBody>
      </p:sp>
      <p:sp>
        <p:nvSpPr>
          <p:cNvPr id="6" name="S08-label176"/>
          <p:cNvSpPr txBox="1"/>
          <p:nvPr/>
        </p:nvSpPr>
        <p:spPr>
          <a:xfrm>
            <a:off x="548640" y="247421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400" dirty="0"/>
          </a:p>
        </p:txBody>
      </p:sp>
      <p:sp>
        <p:nvSpPr>
          <p:cNvPr id="7" name="S08-cell177"/>
          <p:cNvSpPr/>
          <p:nvPr/>
        </p:nvSpPr>
        <p:spPr>
          <a:xfrm>
            <a:off x="1600200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178"/>
          <p:cNvSpPr/>
          <p:nvPr/>
        </p:nvSpPr>
        <p:spPr>
          <a:xfrm>
            <a:off x="2604211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79"/>
          <p:cNvSpPr/>
          <p:nvPr/>
        </p:nvSpPr>
        <p:spPr>
          <a:xfrm>
            <a:off x="3608222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80"/>
          <p:cNvSpPr/>
          <p:nvPr/>
        </p:nvSpPr>
        <p:spPr>
          <a:xfrm>
            <a:off x="4612234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81"/>
          <p:cNvSpPr/>
          <p:nvPr/>
        </p:nvSpPr>
        <p:spPr>
          <a:xfrm>
            <a:off x="5616245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82"/>
          <p:cNvSpPr/>
          <p:nvPr/>
        </p:nvSpPr>
        <p:spPr>
          <a:xfrm>
            <a:off x="6620256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83"/>
          <p:cNvSpPr/>
          <p:nvPr/>
        </p:nvSpPr>
        <p:spPr>
          <a:xfrm>
            <a:off x="7624267" y="2474214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84"/>
          <p:cNvSpPr/>
          <p:nvPr/>
        </p:nvSpPr>
        <p:spPr>
          <a:xfrm>
            <a:off x="8628278" y="2474214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85"/>
          <p:cNvSpPr/>
          <p:nvPr/>
        </p:nvSpPr>
        <p:spPr>
          <a:xfrm>
            <a:off x="9632290" y="2474214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86"/>
          <p:cNvSpPr/>
          <p:nvPr/>
        </p:nvSpPr>
        <p:spPr>
          <a:xfrm>
            <a:off x="10636301" y="2474214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87" descr="똑같이 10칸으로 나눈 띠, 6칸 색칠"/>
          <p:cNvSpPr/>
          <p:nvPr/>
        </p:nvSpPr>
        <p:spPr>
          <a:xfrm>
            <a:off x="1600200" y="2474214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label188"/>
          <p:cNvSpPr txBox="1"/>
          <p:nvPr/>
        </p:nvSpPr>
        <p:spPr>
          <a:xfrm>
            <a:off x="548640" y="3507486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400" dirty="0"/>
          </a:p>
        </p:txBody>
      </p:sp>
      <p:sp>
        <p:nvSpPr>
          <p:cNvPr id="19" name="S08-cell189"/>
          <p:cNvSpPr/>
          <p:nvPr/>
        </p:nvSpPr>
        <p:spPr>
          <a:xfrm>
            <a:off x="1600200" y="3507486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90"/>
          <p:cNvSpPr/>
          <p:nvPr/>
        </p:nvSpPr>
        <p:spPr>
          <a:xfrm>
            <a:off x="2604211" y="3507486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91"/>
          <p:cNvSpPr/>
          <p:nvPr/>
        </p:nvSpPr>
        <p:spPr>
          <a:xfrm>
            <a:off x="3608222" y="3507486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cell192"/>
          <p:cNvSpPr/>
          <p:nvPr/>
        </p:nvSpPr>
        <p:spPr>
          <a:xfrm>
            <a:off x="4612234" y="3507486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cell193"/>
          <p:cNvSpPr/>
          <p:nvPr/>
        </p:nvSpPr>
        <p:spPr>
          <a:xfrm>
            <a:off x="5616245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cell194"/>
          <p:cNvSpPr/>
          <p:nvPr/>
        </p:nvSpPr>
        <p:spPr>
          <a:xfrm>
            <a:off x="6620256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cell195"/>
          <p:cNvSpPr/>
          <p:nvPr/>
        </p:nvSpPr>
        <p:spPr>
          <a:xfrm>
            <a:off x="7624267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cell196"/>
          <p:cNvSpPr/>
          <p:nvPr/>
        </p:nvSpPr>
        <p:spPr>
          <a:xfrm>
            <a:off x="8628278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197"/>
          <p:cNvSpPr/>
          <p:nvPr/>
        </p:nvSpPr>
        <p:spPr>
          <a:xfrm>
            <a:off x="9632290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cell198"/>
          <p:cNvSpPr/>
          <p:nvPr/>
        </p:nvSpPr>
        <p:spPr>
          <a:xfrm>
            <a:off x="10636301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figure199" descr="똑같이 10칸으로 나눈 띠, 4칸 색칠"/>
          <p:cNvSpPr/>
          <p:nvPr/>
        </p:nvSpPr>
        <p:spPr>
          <a:xfrm>
            <a:off x="1600200" y="3507486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8-guide200"/>
          <p:cNvSpPr/>
          <p:nvPr/>
        </p:nvSpPr>
        <p:spPr>
          <a:xfrm>
            <a:off x="7624267" y="2337054"/>
            <a:ext cx="0" cy="208483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2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1.2와 0.9를 비교했어요.</a:t>
            </a:r>
            <a:endParaRPr lang="ko-KR" sz="3000" dirty="0"/>
          </a:p>
        </p:txBody>
      </p:sp>
      <p:sp>
        <p:nvSpPr>
          <p:cNvPr id="5" name="S09-card2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0.1이 몇 개인지 세어 봐요.</a:t>
            </a:r>
            <a:endParaRPr lang="ko-KR" sz="3000" dirty="0"/>
          </a:p>
        </p:txBody>
      </p:sp>
      <p:sp>
        <p:nvSpPr>
          <p:cNvPr id="7" name="S09-chip2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0.9가 더 커요</a:t>
            </a:r>
            <a:endParaRPr lang="ko-KR" sz="2400" dirty="0"/>
          </a:p>
        </p:txBody>
      </p:sp>
      <p:sp>
        <p:nvSpPr>
          <p:cNvPr id="8" name="S09-text20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“9가 2보다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크니까요.”</a:t>
            </a:r>
            <a:endParaRPr lang="ko-KR" sz="3000" dirty="0"/>
          </a:p>
        </p:txBody>
      </p:sp>
      <p:sp>
        <p:nvSpPr>
          <p:cNvPr id="9" name="S09-chip20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1.2가 더 커요</a:t>
            </a:r>
            <a:endParaRPr lang="ko-KR" sz="2400" dirty="0"/>
          </a:p>
        </p:txBody>
      </p:sp>
      <p:sp>
        <p:nvSpPr>
          <p:cNvPr id="10" name="S09-line208"/>
          <p:cNvSpPr/>
          <p:nvPr/>
        </p:nvSpPr>
        <p:spPr>
          <a:xfrm>
            <a:off x="6414516" y="3655568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9-line209"/>
          <p:cNvSpPr/>
          <p:nvPr/>
        </p:nvSpPr>
        <p:spPr>
          <a:xfrm>
            <a:off x="6688836" y="35092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210"/>
          <p:cNvSpPr txBox="1"/>
          <p:nvPr/>
        </p:nvSpPr>
        <p:spPr>
          <a:xfrm>
            <a:off x="6231636" y="38384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3" name="S09-line211"/>
          <p:cNvSpPr/>
          <p:nvPr/>
        </p:nvSpPr>
        <p:spPr>
          <a:xfrm>
            <a:off x="6915836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ine212"/>
          <p:cNvSpPr/>
          <p:nvPr/>
        </p:nvSpPr>
        <p:spPr>
          <a:xfrm>
            <a:off x="7142836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9-line213"/>
          <p:cNvSpPr/>
          <p:nvPr/>
        </p:nvSpPr>
        <p:spPr>
          <a:xfrm>
            <a:off x="7369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ine214"/>
          <p:cNvSpPr/>
          <p:nvPr/>
        </p:nvSpPr>
        <p:spPr>
          <a:xfrm>
            <a:off x="7596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9-line215"/>
          <p:cNvSpPr/>
          <p:nvPr/>
        </p:nvSpPr>
        <p:spPr>
          <a:xfrm>
            <a:off x="7823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ine216"/>
          <p:cNvSpPr/>
          <p:nvPr/>
        </p:nvSpPr>
        <p:spPr>
          <a:xfrm>
            <a:off x="8050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9-line217"/>
          <p:cNvSpPr/>
          <p:nvPr/>
        </p:nvSpPr>
        <p:spPr>
          <a:xfrm>
            <a:off x="8277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ine218"/>
          <p:cNvSpPr/>
          <p:nvPr/>
        </p:nvSpPr>
        <p:spPr>
          <a:xfrm>
            <a:off x="8504834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9-line219"/>
          <p:cNvSpPr/>
          <p:nvPr/>
        </p:nvSpPr>
        <p:spPr>
          <a:xfrm>
            <a:off x="8731834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ine220"/>
          <p:cNvSpPr/>
          <p:nvPr/>
        </p:nvSpPr>
        <p:spPr>
          <a:xfrm>
            <a:off x="8958834" y="35092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9-label221"/>
          <p:cNvSpPr txBox="1"/>
          <p:nvPr/>
        </p:nvSpPr>
        <p:spPr>
          <a:xfrm>
            <a:off x="8501634" y="38384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4" name="S09-line222"/>
          <p:cNvSpPr/>
          <p:nvPr/>
        </p:nvSpPr>
        <p:spPr>
          <a:xfrm>
            <a:off x="9185834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9-line223"/>
          <p:cNvSpPr/>
          <p:nvPr/>
        </p:nvSpPr>
        <p:spPr>
          <a:xfrm>
            <a:off x="9412834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ine224"/>
          <p:cNvSpPr/>
          <p:nvPr/>
        </p:nvSpPr>
        <p:spPr>
          <a:xfrm>
            <a:off x="9639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9-line225"/>
          <p:cNvSpPr/>
          <p:nvPr/>
        </p:nvSpPr>
        <p:spPr>
          <a:xfrm>
            <a:off x="9866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ine226"/>
          <p:cNvSpPr/>
          <p:nvPr/>
        </p:nvSpPr>
        <p:spPr>
          <a:xfrm>
            <a:off x="10093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9-line227"/>
          <p:cNvSpPr/>
          <p:nvPr/>
        </p:nvSpPr>
        <p:spPr>
          <a:xfrm>
            <a:off x="10320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ine228"/>
          <p:cNvSpPr/>
          <p:nvPr/>
        </p:nvSpPr>
        <p:spPr>
          <a:xfrm>
            <a:off x="10547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9-line229"/>
          <p:cNvSpPr/>
          <p:nvPr/>
        </p:nvSpPr>
        <p:spPr>
          <a:xfrm>
            <a:off x="10774832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ine230"/>
          <p:cNvSpPr/>
          <p:nvPr/>
        </p:nvSpPr>
        <p:spPr>
          <a:xfrm>
            <a:off x="11001832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9-line231"/>
          <p:cNvSpPr/>
          <p:nvPr/>
        </p:nvSpPr>
        <p:spPr>
          <a:xfrm>
            <a:off x="11228832" y="35092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9-label232"/>
          <p:cNvSpPr txBox="1"/>
          <p:nvPr/>
        </p:nvSpPr>
        <p:spPr>
          <a:xfrm>
            <a:off x="10771632" y="38384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35" name="S09-mark233"/>
          <p:cNvSpPr/>
          <p:nvPr/>
        </p:nvSpPr>
        <p:spPr>
          <a:xfrm>
            <a:off x="8640394" y="356412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09-label234"/>
          <p:cNvSpPr txBox="1"/>
          <p:nvPr/>
        </p:nvSpPr>
        <p:spPr>
          <a:xfrm>
            <a:off x="8183194" y="3162808"/>
            <a:ext cx="109728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</a:t>
            </a:r>
            <a:endParaRPr lang="ko-KR" sz="1600" dirty="0"/>
          </a:p>
        </p:txBody>
      </p:sp>
      <p:sp>
        <p:nvSpPr>
          <p:cNvPr id="37" name="S09-mark235"/>
          <p:cNvSpPr/>
          <p:nvPr/>
        </p:nvSpPr>
        <p:spPr>
          <a:xfrm>
            <a:off x="9321394" y="356412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9-label236"/>
          <p:cNvSpPr txBox="1"/>
          <p:nvPr/>
        </p:nvSpPr>
        <p:spPr>
          <a:xfrm>
            <a:off x="8864194" y="3162808"/>
            <a:ext cx="109728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1600" dirty="0"/>
          </a:p>
        </p:txBody>
      </p:sp>
      <p:sp>
        <p:nvSpPr>
          <p:cNvPr id="39" name="S09-figure237" descr="0부터 2까지 0.1 간격 수직선, 0.9와 1.2에 점"/>
          <p:cNvSpPr/>
          <p:nvPr/>
        </p:nvSpPr>
        <p:spPr>
          <a:xfrm>
            <a:off x="6414516" y="3472688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9-text238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“1.2는 1보다 크고,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0.9는 1보다 작아요.”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크기를 비교해요</a:t>
            </a:r>
            <a:endParaRPr lang="ko-KR" sz="4000" dirty="0"/>
          </a:p>
        </p:txBody>
      </p:sp>
      <p:sp>
        <p:nvSpPr>
          <p:cNvPr id="3" name="S10-text2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&lt;를 알맞게 써요.</a:t>
            </a:r>
            <a:endParaRPr lang="ko-KR" sz="3000" dirty="0"/>
          </a:p>
        </p:txBody>
      </p:sp>
      <p:sp>
        <p:nvSpPr>
          <p:cNvPr id="4" name="S10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비교해요.</a:t>
            </a:r>
            <a:endParaRPr lang="ko-KR" sz="3000" dirty="0"/>
          </a:p>
        </p:txBody>
      </p:sp>
      <p:sp>
        <p:nvSpPr>
          <p:cNvPr id="6" name="S10-chip24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24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○ 0.8</a:t>
            </a:r>
            <a:endParaRPr lang="ko-KR" sz="3400" dirty="0"/>
          </a:p>
        </p:txBody>
      </p:sp>
      <p:sp>
        <p:nvSpPr>
          <p:cNvPr id="8" name="S10-chip24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24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 ○ 0.3</a:t>
            </a:r>
            <a:endParaRPr lang="ko-KR" sz="3400" dirty="0"/>
          </a:p>
        </p:txBody>
      </p:sp>
      <p:sp>
        <p:nvSpPr>
          <p:cNvPr id="10" name="S10-chip24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eqtext24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○ 0.6</a:t>
            </a:r>
            <a:endParaRPr lang="ko-KR" sz="3400" dirty="0"/>
          </a:p>
        </p:txBody>
      </p:sp>
      <p:sp>
        <p:nvSpPr>
          <p:cNvPr id="12" name="S10-chip24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eqtext24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○ 1.9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까닭을 말해요.</a:t>
            </a:r>
            <a:endParaRPr lang="ko-KR" sz="3000" dirty="0"/>
          </a:p>
        </p:txBody>
      </p:sp>
      <p:sp>
        <p:nvSpPr>
          <p:cNvPr id="4" name="S11-chip25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5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7을 소수로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읽어요.</a:t>
            </a:r>
            <a:endParaRPr lang="ko-KR" sz="3000" dirty="0"/>
          </a:p>
        </p:txBody>
      </p:sp>
      <p:sp>
        <p:nvSpPr>
          <p:cNvPr id="6" name="S11-chip25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5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15개인 수는?</a:t>
            </a:r>
            <a:endParaRPr lang="ko-KR" sz="3000" dirty="0"/>
          </a:p>
        </p:txBody>
      </p:sp>
      <p:sp>
        <p:nvSpPr>
          <p:cNvPr id="8" name="S11-chip25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25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○ 0.9</a:t>
            </a:r>
            <a:endParaRPr lang="ko-KR" sz="3400" dirty="0"/>
          </a:p>
        </p:txBody>
      </p:sp>
      <p:sp>
        <p:nvSpPr>
          <p:cNvPr id="10" name="S11-chip25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eqtext25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 ○ 0.8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0.6과 같은 것은?</a:t>
            </a:r>
            <a:endParaRPr lang="ko-KR" sz="4000" dirty="0"/>
          </a:p>
        </p:txBody>
      </p:sp>
      <p:sp>
        <p:nvSpPr>
          <p:cNvPr id="3" name="S13-text2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0.6과 크기가 같은 것을 모두 골라요.</a:t>
            </a:r>
            <a:endParaRPr lang="ko-KR" sz="3000" dirty="0"/>
          </a:p>
        </p:txBody>
      </p:sp>
      <p:sp>
        <p:nvSpPr>
          <p:cNvPr id="4" name="S13-card2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까닭을 말해요.</a:t>
            </a:r>
            <a:endParaRPr lang="ko-KR" sz="3000" dirty="0"/>
          </a:p>
        </p:txBody>
      </p:sp>
      <p:sp>
        <p:nvSpPr>
          <p:cNvPr id="6" name="S13-chip26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ell263"/>
          <p:cNvSpPr/>
          <p:nvPr/>
        </p:nvSpPr>
        <p:spPr>
          <a:xfrm>
            <a:off x="548640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264"/>
          <p:cNvSpPr/>
          <p:nvPr/>
        </p:nvSpPr>
        <p:spPr>
          <a:xfrm>
            <a:off x="893978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265"/>
          <p:cNvSpPr/>
          <p:nvPr/>
        </p:nvSpPr>
        <p:spPr>
          <a:xfrm>
            <a:off x="1239317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266"/>
          <p:cNvSpPr/>
          <p:nvPr/>
        </p:nvSpPr>
        <p:spPr>
          <a:xfrm>
            <a:off x="1584655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267"/>
          <p:cNvSpPr/>
          <p:nvPr/>
        </p:nvSpPr>
        <p:spPr>
          <a:xfrm>
            <a:off x="1929994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268"/>
          <p:cNvSpPr/>
          <p:nvPr/>
        </p:nvSpPr>
        <p:spPr>
          <a:xfrm>
            <a:off x="2275332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269"/>
          <p:cNvSpPr/>
          <p:nvPr/>
        </p:nvSpPr>
        <p:spPr>
          <a:xfrm>
            <a:off x="2620670" y="3598164"/>
            <a:ext cx="3453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270"/>
          <p:cNvSpPr/>
          <p:nvPr/>
        </p:nvSpPr>
        <p:spPr>
          <a:xfrm>
            <a:off x="2966009" y="3598164"/>
            <a:ext cx="3453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271"/>
          <p:cNvSpPr/>
          <p:nvPr/>
        </p:nvSpPr>
        <p:spPr>
          <a:xfrm>
            <a:off x="3311347" y="3598164"/>
            <a:ext cx="3453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272"/>
          <p:cNvSpPr/>
          <p:nvPr/>
        </p:nvSpPr>
        <p:spPr>
          <a:xfrm>
            <a:off x="3656686" y="3598164"/>
            <a:ext cx="3453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figure273" descr="똑같이 10칸으로 나눈 띠, 6칸 색칠"/>
          <p:cNvSpPr/>
          <p:nvPr/>
        </p:nvSpPr>
        <p:spPr>
          <a:xfrm>
            <a:off x="548640" y="3598164"/>
            <a:ext cx="3453384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3-chip27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9" name="S13-card27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13-cardtext27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6</a:t>
            </a:r>
            <a:endParaRPr lang="ko-KR" sz="3000" dirty="0"/>
          </a:p>
        </p:txBody>
      </p:sp>
      <p:sp>
        <p:nvSpPr>
          <p:cNvPr id="21" name="S13-chip27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2" name="S13-card27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3-cardtext27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16개인 수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1은 0.1이에요. 0.1이 많을수록 큰 수예요.</a:t>
            </a:r>
            <a:endParaRPr lang="ko-KR" sz="3000" dirty="0"/>
          </a:p>
        </p:txBody>
      </p:sp>
      <p:sp>
        <p:nvSpPr>
          <p:cNvPr id="5" name="S14-chip28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0.1이 몇 개인지 세기</a:t>
            </a:r>
            <a:endParaRPr lang="ko-KR" sz="2400" dirty="0"/>
          </a:p>
        </p:txBody>
      </p:sp>
      <p:sp>
        <p:nvSpPr>
          <p:cNvPr id="6" name="S14-chip28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숫자 하나만 보고 비교하기</a:t>
            </a:r>
            <a:endParaRPr lang="ko-KR" sz="2400" dirty="0"/>
          </a:p>
        </p:txBody>
      </p:sp>
      <p:sp>
        <p:nvSpPr>
          <p:cNvPr id="7" name="S14-text28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8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10분의 4를 소수로</a:t>
            </a:r>
            <a:endParaRPr lang="ko-KR" sz="2400" dirty="0"/>
          </a:p>
        </p:txBody>
      </p:sp>
      <p:sp>
        <p:nvSpPr>
          <p:cNvPr id="9" name="S14-eqtext28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0.7 ○ 1.1</a:t>
            </a:r>
            <a:endParaRPr lang="ko-KR" sz="2800" dirty="0"/>
          </a:p>
        </p:txBody>
      </p:sp>
      <p:sp>
        <p:nvSpPr>
          <p:cNvPr id="10" name="S14-text28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0.1이 23개인 수</a:t>
            </a:r>
            <a:endParaRPr lang="ko-KR" sz="2400" dirty="0"/>
          </a:p>
        </p:txBody>
      </p:sp>
      <p:sp>
        <p:nvSpPr>
          <p:cNvPr id="11" name="S14-text2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묶음을 분수로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10분의 3</a:t>
            </a:r>
            <a:endParaRPr lang="ko-KR" sz="4000" dirty="0"/>
          </a:p>
        </p:txBody>
      </p:sp>
      <p:sp>
        <p:nvSpPr>
          <p:cNvPr id="3" name="S15-text2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10칸으로 나눈 것 중 3칸이에요.</a:t>
            </a:r>
            <a:endParaRPr lang="ko-KR" sz="3000" dirty="0"/>
          </a:p>
        </p:txBody>
      </p:sp>
      <p:sp>
        <p:nvSpPr>
          <p:cNvPr id="4" name="S15-card290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291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1이 3개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3</a:t>
            </a:r>
            <a:endParaRPr lang="ko-KR" sz="3000" dirty="0"/>
          </a:p>
        </p:txBody>
      </p:sp>
      <p:sp>
        <p:nvSpPr>
          <p:cNvPr id="6" name="S15-card292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293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 10, 분자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 중 3칸</a:t>
            </a:r>
            <a:endParaRPr lang="ko-KR" sz="3000" dirty="0"/>
          </a:p>
        </p:txBody>
      </p:sp>
      <p:sp>
        <p:nvSpPr>
          <p:cNvPr id="8" name="S15-num294"/>
          <p:cNvSpPr txBox="1"/>
          <p:nvPr/>
        </p:nvSpPr>
        <p:spPr>
          <a:xfrm>
            <a:off x="717296" y="292328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15-fracbar295"/>
          <p:cNvSpPr/>
          <p:nvPr/>
        </p:nvSpPr>
        <p:spPr>
          <a:xfrm>
            <a:off x="753872" y="337947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num296"/>
          <p:cNvSpPr txBox="1"/>
          <p:nvPr/>
        </p:nvSpPr>
        <p:spPr>
          <a:xfrm>
            <a:off x="717296" y="341604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1" name="S15-cell297"/>
          <p:cNvSpPr/>
          <p:nvPr/>
        </p:nvSpPr>
        <p:spPr>
          <a:xfrm>
            <a:off x="1600200" y="2967990"/>
            <a:ext cx="100401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298"/>
          <p:cNvSpPr/>
          <p:nvPr/>
        </p:nvSpPr>
        <p:spPr>
          <a:xfrm>
            <a:off x="2604211" y="2967990"/>
            <a:ext cx="100401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299"/>
          <p:cNvSpPr/>
          <p:nvPr/>
        </p:nvSpPr>
        <p:spPr>
          <a:xfrm>
            <a:off x="3608222" y="2967990"/>
            <a:ext cx="100401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300"/>
          <p:cNvSpPr/>
          <p:nvPr/>
        </p:nvSpPr>
        <p:spPr>
          <a:xfrm>
            <a:off x="4612234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cell301"/>
          <p:cNvSpPr/>
          <p:nvPr/>
        </p:nvSpPr>
        <p:spPr>
          <a:xfrm>
            <a:off x="5616245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cell302"/>
          <p:cNvSpPr/>
          <p:nvPr/>
        </p:nvSpPr>
        <p:spPr>
          <a:xfrm>
            <a:off x="6620256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cell303"/>
          <p:cNvSpPr/>
          <p:nvPr/>
        </p:nvSpPr>
        <p:spPr>
          <a:xfrm>
            <a:off x="7624267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cell304"/>
          <p:cNvSpPr/>
          <p:nvPr/>
        </p:nvSpPr>
        <p:spPr>
          <a:xfrm>
            <a:off x="8628278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cell305"/>
          <p:cNvSpPr/>
          <p:nvPr/>
        </p:nvSpPr>
        <p:spPr>
          <a:xfrm>
            <a:off x="9632290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306"/>
          <p:cNvSpPr/>
          <p:nvPr/>
        </p:nvSpPr>
        <p:spPr>
          <a:xfrm>
            <a:off x="10636301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figure307" descr="똑같이 10칸으로 나눈 띠, 3칸 색칠"/>
          <p:cNvSpPr/>
          <p:nvPr/>
        </p:nvSpPr>
        <p:spPr>
          <a:xfrm>
            <a:off x="1600200" y="2967990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소수의 뜻</dc:title>
  <dc:subject>KR22-G03-MAT-DECIMAL-L01</dc:subject>
  <dc:creator>education-ppt</dc:creator>
  <cp:lastModifiedBy>education-ppt</cp:lastModifiedBy>
  <cp:revision>1</cp:revision>
  <dcterms:created xsi:type="dcterms:W3CDTF">2026-10-26T07:38:13Z</dcterms:created>
  <dcterms:modified xsi:type="dcterms:W3CDTF">2026-10-26T07:38:13Z</dcterms:modified>
</cp:coreProperties>
</file>