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32f90e6-d0dc-b651-65d5-1ad234c8a3bb}">
          <p14:sldIdLst>
            <p14:sldId id="256"/>
            <p14:sldId id="257"/>
          </p14:sldIdLst>
        </p14:section>
        <p14:section name="개념" id="{0433a6ed-9f64-2c16-2477-bf91b3d1f771}">
          <p14:sldIdLst>
            <p14:sldId id="258"/>
            <p14:sldId id="259"/>
            <p14:sldId id="261"/>
          </p14:sldIdLst>
        </p14:section>
        <p14:section name="연습" id="{c1ec72fb-d8ff-8fe8-c1ec-38481c3b491c}">
          <p14:sldIdLst>
            <p14:sldId id="260"/>
            <p14:sldId id="262"/>
            <p14:sldId id="263"/>
          </p14:sldIdLst>
        </p14:section>
        <p14:section name="개념" id="{fb131476-b34c-e6c0-357a-274d9ecad57c}">
          <p14:sldIdLst/>
        </p14:section>
        <p14:section name="연습" id="{ca46922e-eff2-cfd5-77b3-0204bc91758b}">
          <p14:sldIdLst/>
        </p14:section>
        <p14:section name="확인" id="{00edb43a-0911-982d-987e-04957b9f35d1}">
          <p14:sldIdLst>
            <p14:sldId id="264"/>
            <p14:sldId id="265"/>
          </p14:sldIdLst>
        </p14:section>
        <p14:section name="정리" id="{d44f7464-1e8a-1d1a-e6bb-8d7c78150a2b}">
          <p14:sldIdLst>
            <p14:sldId id="266"/>
          </p14:sldIdLst>
        </p14:section>
        <p14:section name="보충" id="{5fe2abbe-9c8c-5f1d-7ca5-89f1b7bf557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분수와소수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단위분수와 크기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단위분수와 크기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단위분수와 크기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단위분수와 크기 비교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1과 4분의 1 중 어느 것이 더 클까?</a:t>
            </a:r>
            <a:endParaRPr lang="ko-KR" sz="3000" dirty="0"/>
          </a:p>
        </p:txBody>
      </p:sp>
      <p:sp>
        <p:nvSpPr>
          <p:cNvPr id="4" name="S01-cell1"/>
          <p:cNvSpPr/>
          <p:nvPr/>
        </p:nvSpPr>
        <p:spPr>
          <a:xfrm>
            <a:off x="7680960" y="1243584"/>
            <a:ext cx="131064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cell2"/>
          <p:cNvSpPr/>
          <p:nvPr/>
        </p:nvSpPr>
        <p:spPr>
          <a:xfrm>
            <a:off x="8991600" y="1243584"/>
            <a:ext cx="13106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10302240" y="1243584"/>
            <a:ext cx="13106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figure4" descr="똑같이 3칸으로 나눈 띠, 1칸 색칠"/>
          <p:cNvSpPr/>
          <p:nvPr/>
        </p:nvSpPr>
        <p:spPr>
          <a:xfrm>
            <a:off x="7680960" y="1243584"/>
            <a:ext cx="393192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1-cell5"/>
          <p:cNvSpPr/>
          <p:nvPr/>
        </p:nvSpPr>
        <p:spPr>
          <a:xfrm>
            <a:off x="7680960" y="2231136"/>
            <a:ext cx="98298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cell6"/>
          <p:cNvSpPr/>
          <p:nvPr/>
        </p:nvSpPr>
        <p:spPr>
          <a:xfrm>
            <a:off x="8663940" y="2231136"/>
            <a:ext cx="9829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1-cell7"/>
          <p:cNvSpPr/>
          <p:nvPr/>
        </p:nvSpPr>
        <p:spPr>
          <a:xfrm>
            <a:off x="9646920" y="2231136"/>
            <a:ext cx="9829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1-cell8"/>
          <p:cNvSpPr/>
          <p:nvPr/>
        </p:nvSpPr>
        <p:spPr>
          <a:xfrm>
            <a:off x="10629900" y="2231136"/>
            <a:ext cx="9829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1-figure9" descr="똑같이 4칸으로 나눈 띠, 1칸 색칠"/>
          <p:cNvSpPr/>
          <p:nvPr/>
        </p:nvSpPr>
        <p:spPr>
          <a:xfrm>
            <a:off x="7680960" y="2231136"/>
            <a:ext cx="393192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1-card10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4" name="S01-cardtext11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분모가 같은 분수의 크기를 비교해요.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단위분수의 크기를 비교해요.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분수로 쓰고 읽어요.</a:t>
            </a:r>
            <a:endParaRPr lang="ko-KR" sz="3000" dirty="0"/>
          </a:p>
        </p:txBody>
      </p:sp>
      <p:sp>
        <p:nvSpPr>
          <p:cNvPr id="4" name="S02-chip1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cell14"/>
          <p:cNvSpPr/>
          <p:nvPr/>
        </p:nvSpPr>
        <p:spPr>
          <a:xfrm>
            <a:off x="1344168" y="2331720"/>
            <a:ext cx="1097280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2-cell15"/>
          <p:cNvSpPr/>
          <p:nvPr/>
        </p:nvSpPr>
        <p:spPr>
          <a:xfrm>
            <a:off x="2441448" y="2331720"/>
            <a:ext cx="1097280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cell16"/>
          <p:cNvSpPr/>
          <p:nvPr/>
        </p:nvSpPr>
        <p:spPr>
          <a:xfrm>
            <a:off x="3538728" y="2331720"/>
            <a:ext cx="10972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2-cell17"/>
          <p:cNvSpPr/>
          <p:nvPr/>
        </p:nvSpPr>
        <p:spPr>
          <a:xfrm>
            <a:off x="4636008" y="2331720"/>
            <a:ext cx="10972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2-cell18"/>
          <p:cNvSpPr/>
          <p:nvPr/>
        </p:nvSpPr>
        <p:spPr>
          <a:xfrm>
            <a:off x="5733288" y="2331720"/>
            <a:ext cx="10972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2-figure19" descr="똑같이 5칸으로 나눈 띠, 2칸 색칠"/>
          <p:cNvSpPr/>
          <p:nvPr/>
        </p:nvSpPr>
        <p:spPr>
          <a:xfrm>
            <a:off x="1344168" y="2331720"/>
            <a:ext cx="548640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2-chip2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2" name="S02-sector21"/>
          <p:cNvSpPr/>
          <p:nvPr/>
        </p:nvSpPr>
        <p:spPr>
          <a:xfrm>
            <a:off x="3447288" y="3474720"/>
            <a:ext cx="1280160" cy="1280160"/>
          </a:xfrm>
          <a:prstGeom prst="pie">
            <a:avLst>
              <a:gd name="adj1" fmla="val 16200000"/>
              <a:gd name="adj2" fmla="val 198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2-sector22"/>
          <p:cNvSpPr/>
          <p:nvPr/>
        </p:nvSpPr>
        <p:spPr>
          <a:xfrm>
            <a:off x="3447288" y="3474720"/>
            <a:ext cx="1280160" cy="1280160"/>
          </a:xfrm>
          <a:prstGeom prst="pie">
            <a:avLst>
              <a:gd name="adj1" fmla="val 19800000"/>
              <a:gd name="adj2" fmla="val 18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2-sector23"/>
          <p:cNvSpPr/>
          <p:nvPr/>
        </p:nvSpPr>
        <p:spPr>
          <a:xfrm>
            <a:off x="3447288" y="3474720"/>
            <a:ext cx="1280160" cy="1280160"/>
          </a:xfrm>
          <a:prstGeom prst="pie">
            <a:avLst>
              <a:gd name="adj1" fmla="val 1800000"/>
              <a:gd name="adj2" fmla="val 54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2-sector24"/>
          <p:cNvSpPr/>
          <p:nvPr/>
        </p:nvSpPr>
        <p:spPr>
          <a:xfrm>
            <a:off x="3447288" y="3474720"/>
            <a:ext cx="1280160" cy="1280160"/>
          </a:xfrm>
          <a:prstGeom prst="pie">
            <a:avLst>
              <a:gd name="adj1" fmla="val 5400000"/>
              <a:gd name="adj2" fmla="val 90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2-sector25"/>
          <p:cNvSpPr/>
          <p:nvPr/>
        </p:nvSpPr>
        <p:spPr>
          <a:xfrm>
            <a:off x="3447288" y="3474720"/>
            <a:ext cx="1280160" cy="1280160"/>
          </a:xfrm>
          <a:prstGeom prst="pie">
            <a:avLst>
              <a:gd name="adj1" fmla="val 9000000"/>
              <a:gd name="adj2" fmla="val 126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2-sector26"/>
          <p:cNvSpPr/>
          <p:nvPr/>
        </p:nvSpPr>
        <p:spPr>
          <a:xfrm>
            <a:off x="3447288" y="3474720"/>
            <a:ext cx="1280160" cy="1280160"/>
          </a:xfrm>
          <a:prstGeom prst="pie">
            <a:avLst>
              <a:gd name="adj1" fmla="val 126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2-figure27" descr="원을 똑같이 6조각으로 나누고 1조각 색칠"/>
          <p:cNvSpPr/>
          <p:nvPr/>
        </p:nvSpPr>
        <p:spPr>
          <a:xfrm>
            <a:off x="3447288" y="3474720"/>
            <a:ext cx="1280160" cy="128016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2-chip2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0" name="S02-text2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8분의 3의 분모와 분자는?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단위분수</a:t>
            </a:r>
            <a:endParaRPr lang="ko-KR" sz="4000" dirty="0"/>
          </a:p>
        </p:txBody>
      </p:sp>
      <p:sp>
        <p:nvSpPr>
          <p:cNvPr id="3" name="S03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분자가 1인 분수를 단위분수라고 해요.</a:t>
            </a:r>
            <a:endParaRPr lang="ko-KR" sz="3000" dirty="0"/>
          </a:p>
        </p:txBody>
      </p:sp>
      <p:sp>
        <p:nvSpPr>
          <p:cNvPr id="4" name="S03-card31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32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단위분수예요.</a:t>
            </a:r>
            <a:endParaRPr lang="ko-KR" sz="3000" dirty="0"/>
          </a:p>
        </p:txBody>
      </p:sp>
      <p:sp>
        <p:nvSpPr>
          <p:cNvPr id="6" name="S03-card33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34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1이 3개예요.</a:t>
            </a:r>
            <a:endParaRPr lang="ko-KR" sz="3000" dirty="0"/>
          </a:p>
        </p:txBody>
      </p:sp>
      <p:sp>
        <p:nvSpPr>
          <p:cNvPr id="8" name="S03-num35"/>
          <p:cNvSpPr txBox="1"/>
          <p:nvPr/>
        </p:nvSpPr>
        <p:spPr>
          <a:xfrm>
            <a:off x="764286" y="240665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9" name="S03-fracbar36"/>
          <p:cNvSpPr/>
          <p:nvPr/>
        </p:nvSpPr>
        <p:spPr>
          <a:xfrm>
            <a:off x="800862" y="2862834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3-num37"/>
          <p:cNvSpPr txBox="1"/>
          <p:nvPr/>
        </p:nvSpPr>
        <p:spPr>
          <a:xfrm>
            <a:off x="764286" y="289941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1" name="S03-cell38"/>
          <p:cNvSpPr/>
          <p:nvPr/>
        </p:nvSpPr>
        <p:spPr>
          <a:xfrm>
            <a:off x="1600200" y="2474214"/>
            <a:ext cx="200802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cell39"/>
          <p:cNvSpPr/>
          <p:nvPr/>
        </p:nvSpPr>
        <p:spPr>
          <a:xfrm>
            <a:off x="3608222" y="2474214"/>
            <a:ext cx="2008022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cell40"/>
          <p:cNvSpPr/>
          <p:nvPr/>
        </p:nvSpPr>
        <p:spPr>
          <a:xfrm>
            <a:off x="5616245" y="2474214"/>
            <a:ext cx="2008022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cell41"/>
          <p:cNvSpPr/>
          <p:nvPr/>
        </p:nvSpPr>
        <p:spPr>
          <a:xfrm>
            <a:off x="7624267" y="2474214"/>
            <a:ext cx="2008022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cell42"/>
          <p:cNvSpPr/>
          <p:nvPr/>
        </p:nvSpPr>
        <p:spPr>
          <a:xfrm>
            <a:off x="9632290" y="2474214"/>
            <a:ext cx="2008022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figure43" descr="똑같이 5칸으로 나눈 띠, 1칸 색칠"/>
          <p:cNvSpPr/>
          <p:nvPr/>
        </p:nvSpPr>
        <p:spPr>
          <a:xfrm>
            <a:off x="1600200" y="2474214"/>
            <a:ext cx="10040112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3-num44"/>
          <p:cNvSpPr txBox="1"/>
          <p:nvPr/>
        </p:nvSpPr>
        <p:spPr>
          <a:xfrm>
            <a:off x="764286" y="343992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8" name="S03-fracbar45"/>
          <p:cNvSpPr/>
          <p:nvPr/>
        </p:nvSpPr>
        <p:spPr>
          <a:xfrm>
            <a:off x="800862" y="3896106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3-num46"/>
          <p:cNvSpPr txBox="1"/>
          <p:nvPr/>
        </p:nvSpPr>
        <p:spPr>
          <a:xfrm>
            <a:off x="764286" y="393268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20" name="S03-cell47"/>
          <p:cNvSpPr/>
          <p:nvPr/>
        </p:nvSpPr>
        <p:spPr>
          <a:xfrm>
            <a:off x="1600200" y="3507486"/>
            <a:ext cx="200802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cell48"/>
          <p:cNvSpPr/>
          <p:nvPr/>
        </p:nvSpPr>
        <p:spPr>
          <a:xfrm>
            <a:off x="3608222" y="3507486"/>
            <a:ext cx="200802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3-cell49"/>
          <p:cNvSpPr/>
          <p:nvPr/>
        </p:nvSpPr>
        <p:spPr>
          <a:xfrm>
            <a:off x="5616245" y="3507486"/>
            <a:ext cx="200802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cell50"/>
          <p:cNvSpPr/>
          <p:nvPr/>
        </p:nvSpPr>
        <p:spPr>
          <a:xfrm>
            <a:off x="7624267" y="3507486"/>
            <a:ext cx="2008022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3-cell51"/>
          <p:cNvSpPr/>
          <p:nvPr/>
        </p:nvSpPr>
        <p:spPr>
          <a:xfrm>
            <a:off x="9632290" y="3507486"/>
            <a:ext cx="2008022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3-figure52" descr="똑같이 5칸으로 나눈 띠, 3칸 색칠"/>
          <p:cNvSpPr/>
          <p:nvPr/>
        </p:nvSpPr>
        <p:spPr>
          <a:xfrm>
            <a:off x="1600200" y="3507486"/>
            <a:ext cx="10040112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같은 분수 비교</a:t>
            </a:r>
            <a:endParaRPr lang="ko-KR" sz="4000" dirty="0"/>
          </a:p>
        </p:txBody>
      </p:sp>
      <p:sp>
        <p:nvSpPr>
          <p:cNvPr id="3" name="S04-text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6분의 1이 5개인 수와 3개인 수를 비교해요.</a:t>
            </a:r>
            <a:endParaRPr lang="ko-KR" sz="3000" dirty="0"/>
          </a:p>
        </p:txBody>
      </p:sp>
      <p:sp>
        <p:nvSpPr>
          <p:cNvPr id="4" name="S04-card54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55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6분의 5 &gt; 6분의 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같으면 분자가 클수록 커요.</a:t>
            </a:r>
            <a:endParaRPr lang="ko-KR" sz="3000" dirty="0"/>
          </a:p>
        </p:txBody>
      </p:sp>
      <p:sp>
        <p:nvSpPr>
          <p:cNvPr id="6" name="S04-num56"/>
          <p:cNvSpPr txBox="1"/>
          <p:nvPr/>
        </p:nvSpPr>
        <p:spPr>
          <a:xfrm>
            <a:off x="764286" y="240665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7" name="S04-fracbar57"/>
          <p:cNvSpPr/>
          <p:nvPr/>
        </p:nvSpPr>
        <p:spPr>
          <a:xfrm>
            <a:off x="800862" y="2862834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4-num58"/>
          <p:cNvSpPr txBox="1"/>
          <p:nvPr/>
        </p:nvSpPr>
        <p:spPr>
          <a:xfrm>
            <a:off x="764286" y="289941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9" name="S04-cell59"/>
          <p:cNvSpPr/>
          <p:nvPr/>
        </p:nvSpPr>
        <p:spPr>
          <a:xfrm>
            <a:off x="1600200" y="2474214"/>
            <a:ext cx="167335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cell60"/>
          <p:cNvSpPr/>
          <p:nvPr/>
        </p:nvSpPr>
        <p:spPr>
          <a:xfrm>
            <a:off x="3273552" y="2474214"/>
            <a:ext cx="167335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cell61"/>
          <p:cNvSpPr/>
          <p:nvPr/>
        </p:nvSpPr>
        <p:spPr>
          <a:xfrm>
            <a:off x="4946904" y="2474214"/>
            <a:ext cx="167335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cell62"/>
          <p:cNvSpPr/>
          <p:nvPr/>
        </p:nvSpPr>
        <p:spPr>
          <a:xfrm>
            <a:off x="6620256" y="2474214"/>
            <a:ext cx="167335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4-cell63"/>
          <p:cNvSpPr/>
          <p:nvPr/>
        </p:nvSpPr>
        <p:spPr>
          <a:xfrm>
            <a:off x="8293608" y="2474214"/>
            <a:ext cx="167335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4-cell64"/>
          <p:cNvSpPr/>
          <p:nvPr/>
        </p:nvSpPr>
        <p:spPr>
          <a:xfrm>
            <a:off x="9966960" y="2474214"/>
            <a:ext cx="1673352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4-figure65" descr="똑같이 6칸으로 나눈 띠, 5칸 색칠"/>
          <p:cNvSpPr/>
          <p:nvPr/>
        </p:nvSpPr>
        <p:spPr>
          <a:xfrm>
            <a:off x="1600200" y="2474214"/>
            <a:ext cx="10040112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4-num66"/>
          <p:cNvSpPr txBox="1"/>
          <p:nvPr/>
        </p:nvSpPr>
        <p:spPr>
          <a:xfrm>
            <a:off x="764286" y="343992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7" name="S04-fracbar67"/>
          <p:cNvSpPr/>
          <p:nvPr/>
        </p:nvSpPr>
        <p:spPr>
          <a:xfrm>
            <a:off x="800862" y="3896106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4-num68"/>
          <p:cNvSpPr txBox="1"/>
          <p:nvPr/>
        </p:nvSpPr>
        <p:spPr>
          <a:xfrm>
            <a:off x="764286" y="393268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19" name="S04-cell69"/>
          <p:cNvSpPr/>
          <p:nvPr/>
        </p:nvSpPr>
        <p:spPr>
          <a:xfrm>
            <a:off x="1600200" y="3507486"/>
            <a:ext cx="167335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4-cell70"/>
          <p:cNvSpPr/>
          <p:nvPr/>
        </p:nvSpPr>
        <p:spPr>
          <a:xfrm>
            <a:off x="3273552" y="3507486"/>
            <a:ext cx="167335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4-cell71"/>
          <p:cNvSpPr/>
          <p:nvPr/>
        </p:nvSpPr>
        <p:spPr>
          <a:xfrm>
            <a:off x="4946904" y="3507486"/>
            <a:ext cx="167335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4-cell72"/>
          <p:cNvSpPr/>
          <p:nvPr/>
        </p:nvSpPr>
        <p:spPr>
          <a:xfrm>
            <a:off x="6620256" y="3507486"/>
            <a:ext cx="1673352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4-cell73"/>
          <p:cNvSpPr/>
          <p:nvPr/>
        </p:nvSpPr>
        <p:spPr>
          <a:xfrm>
            <a:off x="8293608" y="3507486"/>
            <a:ext cx="1673352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4-cell74"/>
          <p:cNvSpPr/>
          <p:nvPr/>
        </p:nvSpPr>
        <p:spPr>
          <a:xfrm>
            <a:off x="9966960" y="3507486"/>
            <a:ext cx="1673352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4-figure75" descr="똑같이 6칸으로 나눈 띠, 3칸 색칠"/>
          <p:cNvSpPr/>
          <p:nvPr/>
        </p:nvSpPr>
        <p:spPr>
          <a:xfrm>
            <a:off x="1600200" y="3507486"/>
            <a:ext cx="10040112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4-guide76"/>
          <p:cNvSpPr/>
          <p:nvPr/>
        </p:nvSpPr>
        <p:spPr>
          <a:xfrm>
            <a:off x="9966960" y="2337054"/>
            <a:ext cx="0" cy="2084832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크기를 비교해요</a:t>
            </a:r>
            <a:endParaRPr lang="ko-KR" sz="4000" dirty="0"/>
          </a:p>
        </p:txBody>
      </p:sp>
      <p:sp>
        <p:nvSpPr>
          <p:cNvPr id="3" name="S05-text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안에 &gt;, &lt;를 알맞게 써요.</a:t>
            </a:r>
            <a:endParaRPr lang="ko-KR" sz="3000" dirty="0"/>
          </a:p>
        </p:txBody>
      </p:sp>
      <p:sp>
        <p:nvSpPr>
          <p:cNvPr id="4" name="S05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같으면 분자를 비교해요.</a:t>
            </a:r>
            <a:endParaRPr lang="ko-KR" sz="3000" dirty="0"/>
          </a:p>
        </p:txBody>
      </p:sp>
      <p:sp>
        <p:nvSpPr>
          <p:cNvPr id="6" name="S05-num80"/>
          <p:cNvSpPr txBox="1"/>
          <p:nvPr/>
        </p:nvSpPr>
        <p:spPr>
          <a:xfrm>
            <a:off x="6519672" y="2479548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7" name="S05-fracbar81"/>
          <p:cNvSpPr/>
          <p:nvPr/>
        </p:nvSpPr>
        <p:spPr>
          <a:xfrm>
            <a:off x="6556248" y="2875788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" name="S05-num82"/>
          <p:cNvSpPr txBox="1"/>
          <p:nvPr/>
        </p:nvSpPr>
        <p:spPr>
          <a:xfrm>
            <a:off x="6519672" y="2912364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9" name="S05-cell83"/>
          <p:cNvSpPr/>
          <p:nvPr/>
        </p:nvSpPr>
        <p:spPr>
          <a:xfrm>
            <a:off x="7328916" y="2555748"/>
            <a:ext cx="615914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5-cell84"/>
          <p:cNvSpPr/>
          <p:nvPr/>
        </p:nvSpPr>
        <p:spPr>
          <a:xfrm>
            <a:off x="7944830" y="2555748"/>
            <a:ext cx="615914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5-cell85"/>
          <p:cNvSpPr/>
          <p:nvPr/>
        </p:nvSpPr>
        <p:spPr>
          <a:xfrm>
            <a:off x="8560743" y="2555748"/>
            <a:ext cx="615914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cell86"/>
          <p:cNvSpPr/>
          <p:nvPr/>
        </p:nvSpPr>
        <p:spPr>
          <a:xfrm>
            <a:off x="9176657" y="2555748"/>
            <a:ext cx="615914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5-cell87"/>
          <p:cNvSpPr/>
          <p:nvPr/>
        </p:nvSpPr>
        <p:spPr>
          <a:xfrm>
            <a:off x="9792571" y="2555748"/>
            <a:ext cx="615914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5-cell88"/>
          <p:cNvSpPr/>
          <p:nvPr/>
        </p:nvSpPr>
        <p:spPr>
          <a:xfrm>
            <a:off x="10408485" y="2555748"/>
            <a:ext cx="615914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5-cell89"/>
          <p:cNvSpPr/>
          <p:nvPr/>
        </p:nvSpPr>
        <p:spPr>
          <a:xfrm>
            <a:off x="11024398" y="2555748"/>
            <a:ext cx="615914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5-figure90" descr="똑같이 7칸으로 나눈 띠, 3칸 색칠"/>
          <p:cNvSpPr/>
          <p:nvPr/>
        </p:nvSpPr>
        <p:spPr>
          <a:xfrm>
            <a:off x="7328916" y="2555748"/>
            <a:ext cx="4311396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5-num91"/>
          <p:cNvSpPr txBox="1"/>
          <p:nvPr/>
        </p:nvSpPr>
        <p:spPr>
          <a:xfrm>
            <a:off x="6519672" y="3375660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18" name="S05-fracbar92"/>
          <p:cNvSpPr/>
          <p:nvPr/>
        </p:nvSpPr>
        <p:spPr>
          <a:xfrm>
            <a:off x="6556248" y="3771900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05-num93"/>
          <p:cNvSpPr txBox="1"/>
          <p:nvPr/>
        </p:nvSpPr>
        <p:spPr>
          <a:xfrm>
            <a:off x="6519672" y="3808476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20" name="S05-cell94"/>
          <p:cNvSpPr/>
          <p:nvPr/>
        </p:nvSpPr>
        <p:spPr>
          <a:xfrm>
            <a:off x="7328916" y="3451860"/>
            <a:ext cx="615914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5-cell95"/>
          <p:cNvSpPr/>
          <p:nvPr/>
        </p:nvSpPr>
        <p:spPr>
          <a:xfrm>
            <a:off x="7944830" y="3451860"/>
            <a:ext cx="615914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5-cell96"/>
          <p:cNvSpPr/>
          <p:nvPr/>
        </p:nvSpPr>
        <p:spPr>
          <a:xfrm>
            <a:off x="8560743" y="3451860"/>
            <a:ext cx="615914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5-cell97"/>
          <p:cNvSpPr/>
          <p:nvPr/>
        </p:nvSpPr>
        <p:spPr>
          <a:xfrm>
            <a:off x="9176657" y="3451860"/>
            <a:ext cx="615914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5-cell98"/>
          <p:cNvSpPr/>
          <p:nvPr/>
        </p:nvSpPr>
        <p:spPr>
          <a:xfrm>
            <a:off x="9792571" y="3451860"/>
            <a:ext cx="615914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5-cell99"/>
          <p:cNvSpPr/>
          <p:nvPr/>
        </p:nvSpPr>
        <p:spPr>
          <a:xfrm>
            <a:off x="10408485" y="3451860"/>
            <a:ext cx="615914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5-cell100"/>
          <p:cNvSpPr/>
          <p:nvPr/>
        </p:nvSpPr>
        <p:spPr>
          <a:xfrm>
            <a:off x="11024398" y="3451860"/>
            <a:ext cx="615914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5-figure101" descr="똑같이 7칸으로 나눈 띠, 5칸 색칠"/>
          <p:cNvSpPr/>
          <p:nvPr/>
        </p:nvSpPr>
        <p:spPr>
          <a:xfrm>
            <a:off x="7328916" y="3451860"/>
            <a:ext cx="4311396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5-label102"/>
          <p:cNvSpPr txBox="1"/>
          <p:nvPr/>
        </p:nvSpPr>
        <p:spPr>
          <a:xfrm>
            <a:off x="6277356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①을 그림으로</a:t>
            </a:r>
            <a:endParaRPr lang="ko-KR" sz="2400" dirty="0"/>
          </a:p>
        </p:txBody>
      </p:sp>
      <p:sp>
        <p:nvSpPr>
          <p:cNvPr id="29" name="S05-chip10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30" name="S05-num104"/>
          <p:cNvSpPr txBox="1"/>
          <p:nvPr/>
        </p:nvSpPr>
        <p:spPr>
          <a:xfrm>
            <a:off x="134416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31" name="S05-fracbar105"/>
          <p:cNvSpPr/>
          <p:nvPr/>
        </p:nvSpPr>
        <p:spPr>
          <a:xfrm>
            <a:off x="138074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5-num106"/>
          <p:cNvSpPr txBox="1"/>
          <p:nvPr/>
        </p:nvSpPr>
        <p:spPr>
          <a:xfrm>
            <a:off x="134416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33" name="S05-op107"/>
          <p:cNvSpPr txBox="1"/>
          <p:nvPr/>
        </p:nvSpPr>
        <p:spPr>
          <a:xfrm>
            <a:off x="1937004" y="201269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2800" dirty="0"/>
          </a:p>
        </p:txBody>
      </p:sp>
      <p:sp>
        <p:nvSpPr>
          <p:cNvPr id="34" name="S05-num108"/>
          <p:cNvSpPr txBox="1"/>
          <p:nvPr/>
        </p:nvSpPr>
        <p:spPr>
          <a:xfrm>
            <a:off x="2651252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5" name="S05-fracbar109"/>
          <p:cNvSpPr/>
          <p:nvPr/>
        </p:nvSpPr>
        <p:spPr>
          <a:xfrm>
            <a:off x="2687828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5-num110"/>
          <p:cNvSpPr txBox="1"/>
          <p:nvPr/>
        </p:nvSpPr>
        <p:spPr>
          <a:xfrm>
            <a:off x="2651252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37" name="S05-chip11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38" name="S05-num112"/>
          <p:cNvSpPr txBox="1"/>
          <p:nvPr/>
        </p:nvSpPr>
        <p:spPr>
          <a:xfrm>
            <a:off x="134416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39" name="S05-fracbar113"/>
          <p:cNvSpPr/>
          <p:nvPr/>
        </p:nvSpPr>
        <p:spPr>
          <a:xfrm>
            <a:off x="138074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5-num114"/>
          <p:cNvSpPr txBox="1"/>
          <p:nvPr/>
        </p:nvSpPr>
        <p:spPr>
          <a:xfrm>
            <a:off x="134416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41" name="S05-op115"/>
          <p:cNvSpPr txBox="1"/>
          <p:nvPr/>
        </p:nvSpPr>
        <p:spPr>
          <a:xfrm>
            <a:off x="1937004" y="310997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2800" dirty="0"/>
          </a:p>
        </p:txBody>
      </p:sp>
      <p:sp>
        <p:nvSpPr>
          <p:cNvPr id="42" name="S05-num116"/>
          <p:cNvSpPr txBox="1"/>
          <p:nvPr/>
        </p:nvSpPr>
        <p:spPr>
          <a:xfrm>
            <a:off x="2651252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43" name="S05-fracbar117"/>
          <p:cNvSpPr/>
          <p:nvPr/>
        </p:nvSpPr>
        <p:spPr>
          <a:xfrm>
            <a:off x="2687828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05-num118"/>
          <p:cNvSpPr txBox="1"/>
          <p:nvPr/>
        </p:nvSpPr>
        <p:spPr>
          <a:xfrm>
            <a:off x="2651252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45" name="S05-chip11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46" name="S05-text120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8분의 1이 5개인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단위분수의 크기</a:t>
            </a:r>
            <a:endParaRPr lang="ko-KR" sz="4000" dirty="0"/>
          </a:p>
        </p:txBody>
      </p:sp>
      <p:sp>
        <p:nvSpPr>
          <p:cNvPr id="3" name="S06-text1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띠를 똑같이 2, 3, 4, 6칸으로 나누었어요.</a:t>
            </a:r>
            <a:endParaRPr lang="ko-KR" sz="3000" dirty="0"/>
          </a:p>
        </p:txBody>
      </p:sp>
      <p:sp>
        <p:nvSpPr>
          <p:cNvPr id="4" name="S06-card1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클수록 한 칸의 크기가 작아요.</a:t>
            </a:r>
            <a:endParaRPr lang="ko-KR" sz="3000" dirty="0"/>
          </a:p>
        </p:txBody>
      </p:sp>
      <p:sp>
        <p:nvSpPr>
          <p:cNvPr id="6" name="S06-num124"/>
          <p:cNvSpPr txBox="1"/>
          <p:nvPr/>
        </p:nvSpPr>
        <p:spPr>
          <a:xfrm>
            <a:off x="810959" y="2055876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100" dirty="0"/>
          </a:p>
        </p:txBody>
      </p:sp>
      <p:sp>
        <p:nvSpPr>
          <p:cNvPr id="7" name="S06-fracbar125"/>
          <p:cNvSpPr/>
          <p:nvPr/>
        </p:nvSpPr>
        <p:spPr>
          <a:xfrm>
            <a:off x="847535" y="2407158"/>
            <a:ext cx="316611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" name="S06-num126"/>
          <p:cNvSpPr txBox="1"/>
          <p:nvPr/>
        </p:nvSpPr>
        <p:spPr>
          <a:xfrm>
            <a:off x="810959" y="2443734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100" dirty="0"/>
          </a:p>
        </p:txBody>
      </p:sp>
      <p:sp>
        <p:nvSpPr>
          <p:cNvPr id="9" name="S06-cell127"/>
          <p:cNvSpPr/>
          <p:nvPr/>
        </p:nvSpPr>
        <p:spPr>
          <a:xfrm>
            <a:off x="1600200" y="2148840"/>
            <a:ext cx="5020056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6-cell128"/>
          <p:cNvSpPr/>
          <p:nvPr/>
        </p:nvSpPr>
        <p:spPr>
          <a:xfrm>
            <a:off x="6620256" y="2148840"/>
            <a:ext cx="5020056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figure129" descr="똑같이 2칸으로 나눈 띠, 1칸 색칠"/>
          <p:cNvSpPr/>
          <p:nvPr/>
        </p:nvSpPr>
        <p:spPr>
          <a:xfrm>
            <a:off x="1600200" y="2148840"/>
            <a:ext cx="10040112" cy="51663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6-num130"/>
          <p:cNvSpPr txBox="1"/>
          <p:nvPr/>
        </p:nvSpPr>
        <p:spPr>
          <a:xfrm>
            <a:off x="810959" y="2828544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100" dirty="0"/>
          </a:p>
        </p:txBody>
      </p:sp>
      <p:sp>
        <p:nvSpPr>
          <p:cNvPr id="13" name="S06-fracbar131"/>
          <p:cNvSpPr/>
          <p:nvPr/>
        </p:nvSpPr>
        <p:spPr>
          <a:xfrm>
            <a:off x="847535" y="3179826"/>
            <a:ext cx="316611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4" name="S06-num132"/>
          <p:cNvSpPr txBox="1"/>
          <p:nvPr/>
        </p:nvSpPr>
        <p:spPr>
          <a:xfrm>
            <a:off x="810959" y="3216402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100" dirty="0"/>
          </a:p>
        </p:txBody>
      </p:sp>
      <p:sp>
        <p:nvSpPr>
          <p:cNvPr id="15" name="S06-cell133"/>
          <p:cNvSpPr/>
          <p:nvPr/>
        </p:nvSpPr>
        <p:spPr>
          <a:xfrm>
            <a:off x="1600200" y="2921508"/>
            <a:ext cx="334670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cell134"/>
          <p:cNvSpPr/>
          <p:nvPr/>
        </p:nvSpPr>
        <p:spPr>
          <a:xfrm>
            <a:off x="4946904" y="2921508"/>
            <a:ext cx="3346704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cell135"/>
          <p:cNvSpPr/>
          <p:nvPr/>
        </p:nvSpPr>
        <p:spPr>
          <a:xfrm>
            <a:off x="8293608" y="2921508"/>
            <a:ext cx="3346704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figure136" descr="똑같이 3칸으로 나눈 띠, 1칸 색칠"/>
          <p:cNvSpPr/>
          <p:nvPr/>
        </p:nvSpPr>
        <p:spPr>
          <a:xfrm>
            <a:off x="1600200" y="2921508"/>
            <a:ext cx="10040112" cy="51663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6-num137"/>
          <p:cNvSpPr txBox="1"/>
          <p:nvPr/>
        </p:nvSpPr>
        <p:spPr>
          <a:xfrm>
            <a:off x="810959" y="3601212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100" dirty="0"/>
          </a:p>
        </p:txBody>
      </p:sp>
      <p:sp>
        <p:nvSpPr>
          <p:cNvPr id="20" name="S06-fracbar138"/>
          <p:cNvSpPr/>
          <p:nvPr/>
        </p:nvSpPr>
        <p:spPr>
          <a:xfrm>
            <a:off x="847535" y="3952494"/>
            <a:ext cx="316611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1" name="S06-num139"/>
          <p:cNvSpPr txBox="1"/>
          <p:nvPr/>
        </p:nvSpPr>
        <p:spPr>
          <a:xfrm>
            <a:off x="810959" y="3989070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100" dirty="0"/>
          </a:p>
        </p:txBody>
      </p:sp>
      <p:sp>
        <p:nvSpPr>
          <p:cNvPr id="22" name="S06-cell140"/>
          <p:cNvSpPr/>
          <p:nvPr/>
        </p:nvSpPr>
        <p:spPr>
          <a:xfrm>
            <a:off x="1600200" y="3694176"/>
            <a:ext cx="2510028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6-cell141"/>
          <p:cNvSpPr/>
          <p:nvPr/>
        </p:nvSpPr>
        <p:spPr>
          <a:xfrm>
            <a:off x="4110228" y="3694176"/>
            <a:ext cx="2510028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6-cell142"/>
          <p:cNvSpPr/>
          <p:nvPr/>
        </p:nvSpPr>
        <p:spPr>
          <a:xfrm>
            <a:off x="6620256" y="3694176"/>
            <a:ext cx="2510028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6-cell143"/>
          <p:cNvSpPr/>
          <p:nvPr/>
        </p:nvSpPr>
        <p:spPr>
          <a:xfrm>
            <a:off x="9130284" y="3694176"/>
            <a:ext cx="2510028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6-figure144" descr="똑같이 4칸으로 나눈 띠, 1칸 색칠"/>
          <p:cNvSpPr/>
          <p:nvPr/>
        </p:nvSpPr>
        <p:spPr>
          <a:xfrm>
            <a:off x="1600200" y="3694176"/>
            <a:ext cx="10040112" cy="51663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6-num145"/>
          <p:cNvSpPr txBox="1"/>
          <p:nvPr/>
        </p:nvSpPr>
        <p:spPr>
          <a:xfrm>
            <a:off x="810959" y="4373880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100" dirty="0"/>
          </a:p>
        </p:txBody>
      </p:sp>
      <p:sp>
        <p:nvSpPr>
          <p:cNvPr id="28" name="S06-fracbar146"/>
          <p:cNvSpPr/>
          <p:nvPr/>
        </p:nvSpPr>
        <p:spPr>
          <a:xfrm>
            <a:off x="847535" y="4725162"/>
            <a:ext cx="316611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9" name="S06-num147"/>
          <p:cNvSpPr txBox="1"/>
          <p:nvPr/>
        </p:nvSpPr>
        <p:spPr>
          <a:xfrm>
            <a:off x="810959" y="4761738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100" dirty="0"/>
          </a:p>
        </p:txBody>
      </p:sp>
      <p:sp>
        <p:nvSpPr>
          <p:cNvPr id="30" name="S06-cell148"/>
          <p:cNvSpPr/>
          <p:nvPr/>
        </p:nvSpPr>
        <p:spPr>
          <a:xfrm>
            <a:off x="1600200" y="4466844"/>
            <a:ext cx="1673352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6-cell149"/>
          <p:cNvSpPr/>
          <p:nvPr/>
        </p:nvSpPr>
        <p:spPr>
          <a:xfrm>
            <a:off x="3273552" y="4466844"/>
            <a:ext cx="1673352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6-cell150"/>
          <p:cNvSpPr/>
          <p:nvPr/>
        </p:nvSpPr>
        <p:spPr>
          <a:xfrm>
            <a:off x="4946904" y="4466844"/>
            <a:ext cx="1673352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6-cell151"/>
          <p:cNvSpPr/>
          <p:nvPr/>
        </p:nvSpPr>
        <p:spPr>
          <a:xfrm>
            <a:off x="6620256" y="4466844"/>
            <a:ext cx="1673352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6-cell152"/>
          <p:cNvSpPr/>
          <p:nvPr/>
        </p:nvSpPr>
        <p:spPr>
          <a:xfrm>
            <a:off x="8293608" y="4466844"/>
            <a:ext cx="1673352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6-cell153"/>
          <p:cNvSpPr/>
          <p:nvPr/>
        </p:nvSpPr>
        <p:spPr>
          <a:xfrm>
            <a:off x="9966960" y="4466844"/>
            <a:ext cx="1673352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6-figure154" descr="똑같이 6칸으로 나눈 띠, 1칸 색칠"/>
          <p:cNvSpPr/>
          <p:nvPr/>
        </p:nvSpPr>
        <p:spPr>
          <a:xfrm>
            <a:off x="1600200" y="4466844"/>
            <a:ext cx="10040112" cy="51663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7" name="S06-guide155"/>
          <p:cNvSpPr/>
          <p:nvPr/>
        </p:nvSpPr>
        <p:spPr>
          <a:xfrm>
            <a:off x="6620256" y="2011680"/>
            <a:ext cx="0" cy="310896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7-card15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5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8분의 1과 5분의 1을 비교했어요.</a:t>
            </a:r>
            <a:endParaRPr lang="ko-KR" sz="3000" dirty="0"/>
          </a:p>
        </p:txBody>
      </p:sp>
      <p:sp>
        <p:nvSpPr>
          <p:cNvPr id="5" name="S07-card1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피자로도 생각해 봐요.</a:t>
            </a:r>
            <a:endParaRPr lang="ko-KR" sz="3000" dirty="0"/>
          </a:p>
        </p:txBody>
      </p:sp>
      <p:sp>
        <p:nvSpPr>
          <p:cNvPr id="7" name="S07-chip16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8분의 1이 더 커요</a:t>
            </a:r>
            <a:endParaRPr lang="ko-KR" sz="2400" dirty="0"/>
          </a:p>
        </p:txBody>
      </p:sp>
      <p:sp>
        <p:nvSpPr>
          <p:cNvPr id="8" name="S07-text16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“8이 5보다 크니까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8분의 1이 더 커요.”</a:t>
            </a:r>
            <a:endParaRPr lang="ko-KR" sz="3000" dirty="0"/>
          </a:p>
        </p:txBody>
      </p:sp>
      <p:sp>
        <p:nvSpPr>
          <p:cNvPr id="9" name="S07-chip16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5분의 1이 더 커요</a:t>
            </a:r>
            <a:endParaRPr lang="ko-KR" sz="2400" dirty="0"/>
          </a:p>
        </p:txBody>
      </p:sp>
      <p:sp>
        <p:nvSpPr>
          <p:cNvPr id="10" name="S07-num163"/>
          <p:cNvSpPr txBox="1"/>
          <p:nvPr/>
        </p:nvSpPr>
        <p:spPr>
          <a:xfrm>
            <a:off x="6546342" y="3198622"/>
            <a:ext cx="37642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000" dirty="0"/>
          </a:p>
        </p:txBody>
      </p:sp>
      <p:sp>
        <p:nvSpPr>
          <p:cNvPr id="11" name="S07-fracbar164"/>
          <p:cNvSpPr/>
          <p:nvPr/>
        </p:nvSpPr>
        <p:spPr>
          <a:xfrm>
            <a:off x="6582918" y="3534918"/>
            <a:ext cx="30327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2" name="S07-num165"/>
          <p:cNvSpPr txBox="1"/>
          <p:nvPr/>
        </p:nvSpPr>
        <p:spPr>
          <a:xfrm>
            <a:off x="6546342" y="3571494"/>
            <a:ext cx="37642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000" dirty="0"/>
          </a:p>
        </p:txBody>
      </p:sp>
      <p:sp>
        <p:nvSpPr>
          <p:cNvPr id="13" name="S07-cell166"/>
          <p:cNvSpPr/>
          <p:nvPr/>
        </p:nvSpPr>
        <p:spPr>
          <a:xfrm>
            <a:off x="7328916" y="3291840"/>
            <a:ext cx="862279" cy="48615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7-cell167"/>
          <p:cNvSpPr/>
          <p:nvPr/>
        </p:nvSpPr>
        <p:spPr>
          <a:xfrm>
            <a:off x="8191195" y="3291840"/>
            <a:ext cx="862279" cy="4861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7-cell168"/>
          <p:cNvSpPr/>
          <p:nvPr/>
        </p:nvSpPr>
        <p:spPr>
          <a:xfrm>
            <a:off x="9053474" y="3291840"/>
            <a:ext cx="862279" cy="4861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7-cell169"/>
          <p:cNvSpPr/>
          <p:nvPr/>
        </p:nvSpPr>
        <p:spPr>
          <a:xfrm>
            <a:off x="9915754" y="3291840"/>
            <a:ext cx="862279" cy="4861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7-cell170"/>
          <p:cNvSpPr/>
          <p:nvPr/>
        </p:nvSpPr>
        <p:spPr>
          <a:xfrm>
            <a:off x="10778033" y="3291840"/>
            <a:ext cx="862279" cy="4861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7-figure171" descr="똑같이 5칸으로 나눈 띠, 1칸 색칠"/>
          <p:cNvSpPr/>
          <p:nvPr/>
        </p:nvSpPr>
        <p:spPr>
          <a:xfrm>
            <a:off x="7328916" y="3291840"/>
            <a:ext cx="4311396" cy="48615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7-num172"/>
          <p:cNvSpPr txBox="1"/>
          <p:nvPr/>
        </p:nvSpPr>
        <p:spPr>
          <a:xfrm>
            <a:off x="6546342" y="3940810"/>
            <a:ext cx="37642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000" dirty="0"/>
          </a:p>
        </p:txBody>
      </p:sp>
      <p:sp>
        <p:nvSpPr>
          <p:cNvPr id="20" name="S07-fracbar173"/>
          <p:cNvSpPr/>
          <p:nvPr/>
        </p:nvSpPr>
        <p:spPr>
          <a:xfrm>
            <a:off x="6582918" y="4277106"/>
            <a:ext cx="30327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1" name="S07-num174"/>
          <p:cNvSpPr txBox="1"/>
          <p:nvPr/>
        </p:nvSpPr>
        <p:spPr>
          <a:xfrm>
            <a:off x="6546342" y="4313682"/>
            <a:ext cx="37642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000" dirty="0"/>
          </a:p>
        </p:txBody>
      </p:sp>
      <p:sp>
        <p:nvSpPr>
          <p:cNvPr id="22" name="S07-cell175"/>
          <p:cNvSpPr/>
          <p:nvPr/>
        </p:nvSpPr>
        <p:spPr>
          <a:xfrm>
            <a:off x="7328916" y="4034028"/>
            <a:ext cx="538925" cy="48615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7-cell176"/>
          <p:cNvSpPr/>
          <p:nvPr/>
        </p:nvSpPr>
        <p:spPr>
          <a:xfrm>
            <a:off x="7867841" y="4034028"/>
            <a:ext cx="538925" cy="4861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7-cell177"/>
          <p:cNvSpPr/>
          <p:nvPr/>
        </p:nvSpPr>
        <p:spPr>
          <a:xfrm>
            <a:off x="8406765" y="4034028"/>
            <a:ext cx="538925" cy="4861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7-cell178"/>
          <p:cNvSpPr/>
          <p:nvPr/>
        </p:nvSpPr>
        <p:spPr>
          <a:xfrm>
            <a:off x="8945690" y="4034028"/>
            <a:ext cx="538925" cy="4861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7-cell179"/>
          <p:cNvSpPr/>
          <p:nvPr/>
        </p:nvSpPr>
        <p:spPr>
          <a:xfrm>
            <a:off x="9484614" y="4034028"/>
            <a:ext cx="538925" cy="4861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7-cell180"/>
          <p:cNvSpPr/>
          <p:nvPr/>
        </p:nvSpPr>
        <p:spPr>
          <a:xfrm>
            <a:off x="10023539" y="4034028"/>
            <a:ext cx="538925" cy="4861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7-cell181"/>
          <p:cNvSpPr/>
          <p:nvPr/>
        </p:nvSpPr>
        <p:spPr>
          <a:xfrm>
            <a:off x="10562463" y="4034028"/>
            <a:ext cx="538925" cy="4861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7-cell182"/>
          <p:cNvSpPr/>
          <p:nvPr/>
        </p:nvSpPr>
        <p:spPr>
          <a:xfrm>
            <a:off x="11101388" y="4034028"/>
            <a:ext cx="538924" cy="4861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7-figure183" descr="똑같이 8칸으로 나눈 띠, 1칸 색칠"/>
          <p:cNvSpPr/>
          <p:nvPr/>
        </p:nvSpPr>
        <p:spPr>
          <a:xfrm>
            <a:off x="7328916" y="4034028"/>
            <a:ext cx="4311396" cy="48615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7-guide184"/>
          <p:cNvSpPr/>
          <p:nvPr/>
        </p:nvSpPr>
        <p:spPr>
          <a:xfrm>
            <a:off x="8191195" y="3154680"/>
            <a:ext cx="0" cy="1502664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32" name="S07-text185"/>
          <p:cNvSpPr txBox="1"/>
          <p:nvPr/>
        </p:nvSpPr>
        <p:spPr>
          <a:xfrm>
            <a:off x="6277356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“칸이 많으면 한 칸이 작아요.”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단위분수 비교하기</a:t>
            </a:r>
            <a:endParaRPr lang="ko-KR" sz="4000" dirty="0"/>
          </a:p>
        </p:txBody>
      </p:sp>
      <p:sp>
        <p:nvSpPr>
          <p:cNvPr id="3" name="S08-text18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안에 &gt;, &lt;를 알맞게 써요.</a:t>
            </a:r>
            <a:endParaRPr lang="ko-KR" sz="3000" dirty="0"/>
          </a:p>
        </p:txBody>
      </p:sp>
      <p:sp>
        <p:nvSpPr>
          <p:cNvPr id="4" name="S08-card1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1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띠를 몇 칸으로 나누었는지 생각해요.</a:t>
            </a:r>
            <a:endParaRPr lang="ko-KR" sz="3000" dirty="0"/>
          </a:p>
        </p:txBody>
      </p:sp>
      <p:sp>
        <p:nvSpPr>
          <p:cNvPr id="6" name="S08-chip18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num190"/>
          <p:cNvSpPr txBox="1"/>
          <p:nvPr/>
        </p:nvSpPr>
        <p:spPr>
          <a:xfrm>
            <a:off x="134416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8" name="S08-fracbar191"/>
          <p:cNvSpPr/>
          <p:nvPr/>
        </p:nvSpPr>
        <p:spPr>
          <a:xfrm>
            <a:off x="138074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8-num192"/>
          <p:cNvSpPr txBox="1"/>
          <p:nvPr/>
        </p:nvSpPr>
        <p:spPr>
          <a:xfrm>
            <a:off x="134416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0" name="S08-op193"/>
          <p:cNvSpPr txBox="1"/>
          <p:nvPr/>
        </p:nvSpPr>
        <p:spPr>
          <a:xfrm>
            <a:off x="1937004" y="201269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2800" dirty="0"/>
          </a:p>
        </p:txBody>
      </p:sp>
      <p:sp>
        <p:nvSpPr>
          <p:cNvPr id="11" name="S08-num194"/>
          <p:cNvSpPr txBox="1"/>
          <p:nvPr/>
        </p:nvSpPr>
        <p:spPr>
          <a:xfrm>
            <a:off x="2651252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2" name="S08-fracbar195"/>
          <p:cNvSpPr/>
          <p:nvPr/>
        </p:nvSpPr>
        <p:spPr>
          <a:xfrm>
            <a:off x="2687828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8-num196"/>
          <p:cNvSpPr txBox="1"/>
          <p:nvPr/>
        </p:nvSpPr>
        <p:spPr>
          <a:xfrm>
            <a:off x="2651252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14" name="S08-chip19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5" name="S08-num198"/>
          <p:cNvSpPr txBox="1"/>
          <p:nvPr/>
        </p:nvSpPr>
        <p:spPr>
          <a:xfrm>
            <a:off x="134416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6" name="S08-fracbar199"/>
          <p:cNvSpPr/>
          <p:nvPr/>
        </p:nvSpPr>
        <p:spPr>
          <a:xfrm>
            <a:off x="138074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8-num200"/>
          <p:cNvSpPr txBox="1"/>
          <p:nvPr/>
        </p:nvSpPr>
        <p:spPr>
          <a:xfrm>
            <a:off x="134416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18" name="S08-op201"/>
          <p:cNvSpPr txBox="1"/>
          <p:nvPr/>
        </p:nvSpPr>
        <p:spPr>
          <a:xfrm>
            <a:off x="1937004" y="310997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2800" dirty="0"/>
          </a:p>
        </p:txBody>
      </p:sp>
      <p:sp>
        <p:nvSpPr>
          <p:cNvPr id="19" name="S08-num202"/>
          <p:cNvSpPr txBox="1"/>
          <p:nvPr/>
        </p:nvSpPr>
        <p:spPr>
          <a:xfrm>
            <a:off x="2651252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0" name="S08-fracbar203"/>
          <p:cNvSpPr/>
          <p:nvPr/>
        </p:nvSpPr>
        <p:spPr>
          <a:xfrm>
            <a:off x="2687828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8-num204"/>
          <p:cNvSpPr txBox="1"/>
          <p:nvPr/>
        </p:nvSpPr>
        <p:spPr>
          <a:xfrm>
            <a:off x="2651252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2" name="S08-chip20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3" name="S08-text20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분수는? 6분의 1, 2분의 1, 10분의 1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09-text20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안에 &gt;, &lt;를 쓰고, 까닭을 말해요.</a:t>
            </a:r>
            <a:endParaRPr lang="ko-KR" sz="3000" dirty="0"/>
          </a:p>
        </p:txBody>
      </p:sp>
      <p:sp>
        <p:nvSpPr>
          <p:cNvPr id="4" name="S09-chip20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9-num209"/>
          <p:cNvSpPr txBox="1"/>
          <p:nvPr/>
        </p:nvSpPr>
        <p:spPr>
          <a:xfrm>
            <a:off x="1344168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6" name="S09-fracbar210"/>
          <p:cNvSpPr/>
          <p:nvPr/>
        </p:nvSpPr>
        <p:spPr>
          <a:xfrm>
            <a:off x="1380744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7" name="S09-num211"/>
          <p:cNvSpPr txBox="1"/>
          <p:nvPr/>
        </p:nvSpPr>
        <p:spPr>
          <a:xfrm>
            <a:off x="1344168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400" dirty="0"/>
          </a:p>
        </p:txBody>
      </p:sp>
      <p:sp>
        <p:nvSpPr>
          <p:cNvPr id="8" name="S09-op212"/>
          <p:cNvSpPr txBox="1"/>
          <p:nvPr/>
        </p:nvSpPr>
        <p:spPr>
          <a:xfrm>
            <a:off x="2017014" y="2197100"/>
            <a:ext cx="67919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400" dirty="0"/>
          </a:p>
        </p:txBody>
      </p:sp>
      <p:sp>
        <p:nvSpPr>
          <p:cNvPr id="9" name="S09-num213"/>
          <p:cNvSpPr txBox="1"/>
          <p:nvPr/>
        </p:nvSpPr>
        <p:spPr>
          <a:xfrm>
            <a:off x="2805938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10" name="S09-fracbar214"/>
          <p:cNvSpPr/>
          <p:nvPr/>
        </p:nvSpPr>
        <p:spPr>
          <a:xfrm>
            <a:off x="2842514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1" name="S09-num215"/>
          <p:cNvSpPr txBox="1"/>
          <p:nvPr/>
        </p:nvSpPr>
        <p:spPr>
          <a:xfrm>
            <a:off x="2805938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400" dirty="0"/>
          </a:p>
        </p:txBody>
      </p:sp>
      <p:sp>
        <p:nvSpPr>
          <p:cNvPr id="12" name="S09-chip21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3" name="S09-num217"/>
          <p:cNvSpPr txBox="1"/>
          <p:nvPr/>
        </p:nvSpPr>
        <p:spPr>
          <a:xfrm>
            <a:off x="7072884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14" name="S09-fracbar218"/>
          <p:cNvSpPr/>
          <p:nvPr/>
        </p:nvSpPr>
        <p:spPr>
          <a:xfrm>
            <a:off x="7109460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5" name="S09-num219"/>
          <p:cNvSpPr txBox="1"/>
          <p:nvPr/>
        </p:nvSpPr>
        <p:spPr>
          <a:xfrm>
            <a:off x="7072884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400" dirty="0"/>
          </a:p>
        </p:txBody>
      </p:sp>
      <p:sp>
        <p:nvSpPr>
          <p:cNvPr id="16" name="S09-op220"/>
          <p:cNvSpPr txBox="1"/>
          <p:nvPr/>
        </p:nvSpPr>
        <p:spPr>
          <a:xfrm>
            <a:off x="7745730" y="2197100"/>
            <a:ext cx="67919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400" dirty="0"/>
          </a:p>
        </p:txBody>
      </p:sp>
      <p:sp>
        <p:nvSpPr>
          <p:cNvPr id="17" name="S09-num221"/>
          <p:cNvSpPr txBox="1"/>
          <p:nvPr/>
        </p:nvSpPr>
        <p:spPr>
          <a:xfrm>
            <a:off x="8534654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18" name="S09-fracbar222"/>
          <p:cNvSpPr/>
          <p:nvPr/>
        </p:nvSpPr>
        <p:spPr>
          <a:xfrm>
            <a:off x="8571230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9" name="S09-num223"/>
          <p:cNvSpPr txBox="1"/>
          <p:nvPr/>
        </p:nvSpPr>
        <p:spPr>
          <a:xfrm>
            <a:off x="8534654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20" name="S09-chip224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1" name="S09-num225"/>
          <p:cNvSpPr txBox="1"/>
          <p:nvPr/>
        </p:nvSpPr>
        <p:spPr>
          <a:xfrm>
            <a:off x="1344168" y="439166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22" name="S09-fracbar226"/>
          <p:cNvSpPr/>
          <p:nvPr/>
        </p:nvSpPr>
        <p:spPr>
          <a:xfrm>
            <a:off x="1380744" y="493776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3" name="S09-num227"/>
          <p:cNvSpPr txBox="1"/>
          <p:nvPr/>
        </p:nvSpPr>
        <p:spPr>
          <a:xfrm>
            <a:off x="1344168" y="497433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400" dirty="0"/>
          </a:p>
        </p:txBody>
      </p:sp>
      <p:sp>
        <p:nvSpPr>
          <p:cNvPr id="24" name="S09-op228"/>
          <p:cNvSpPr txBox="1"/>
          <p:nvPr/>
        </p:nvSpPr>
        <p:spPr>
          <a:xfrm>
            <a:off x="2017014" y="4391660"/>
            <a:ext cx="67919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400" dirty="0"/>
          </a:p>
        </p:txBody>
      </p:sp>
      <p:sp>
        <p:nvSpPr>
          <p:cNvPr id="25" name="S09-num229"/>
          <p:cNvSpPr txBox="1"/>
          <p:nvPr/>
        </p:nvSpPr>
        <p:spPr>
          <a:xfrm>
            <a:off x="2805938" y="439166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26" name="S09-fracbar230"/>
          <p:cNvSpPr/>
          <p:nvPr/>
        </p:nvSpPr>
        <p:spPr>
          <a:xfrm>
            <a:off x="2842514" y="493776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7" name="S09-num231"/>
          <p:cNvSpPr txBox="1"/>
          <p:nvPr/>
        </p:nvSpPr>
        <p:spPr>
          <a:xfrm>
            <a:off x="2805938" y="497433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400" dirty="0"/>
          </a:p>
        </p:txBody>
      </p:sp>
      <p:sp>
        <p:nvSpPr>
          <p:cNvPr id="28" name="S09-chip23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29" name="S09-text233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1이 4개인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단위분수는?</a:t>
            </a:r>
            <a:endParaRPr lang="ko-KR" sz="4000" dirty="0"/>
          </a:p>
        </p:txBody>
      </p:sp>
      <p:sp>
        <p:nvSpPr>
          <p:cNvPr id="3" name="S11-text2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크기의 피자를 똑같이 나눈 한 조각이에요.</a:t>
            </a:r>
            <a:endParaRPr lang="ko-KR" sz="3000" dirty="0"/>
          </a:p>
        </p:txBody>
      </p:sp>
      <p:sp>
        <p:nvSpPr>
          <p:cNvPr id="4" name="S11-card2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2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것을 고르고, 까닭을 말해요.</a:t>
            </a:r>
            <a:endParaRPr lang="ko-KR" sz="3000" dirty="0"/>
          </a:p>
        </p:txBody>
      </p:sp>
      <p:sp>
        <p:nvSpPr>
          <p:cNvPr id="6" name="S11-chip23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1-card238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239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7분의 1</a:t>
            </a:r>
            <a:endParaRPr lang="ko-KR" sz="3000" dirty="0"/>
          </a:p>
        </p:txBody>
      </p:sp>
      <p:sp>
        <p:nvSpPr>
          <p:cNvPr id="9" name="S11-chip24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1-card241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242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1</a:t>
            </a:r>
            <a:endParaRPr lang="ko-KR" sz="3000" dirty="0"/>
          </a:p>
        </p:txBody>
      </p:sp>
      <p:sp>
        <p:nvSpPr>
          <p:cNvPr id="12" name="S11-chip24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1-card244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245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246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247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같으면 분자가 클수록, 단위분수는 분모가 작을수록 커요.</a:t>
            </a:r>
            <a:endParaRPr lang="ko-KR" sz="3000" dirty="0"/>
          </a:p>
        </p:txBody>
      </p:sp>
      <p:sp>
        <p:nvSpPr>
          <p:cNvPr id="5" name="S12-chip248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같은 크기의 전체로 비교하기</a:t>
            </a:r>
            <a:endParaRPr lang="ko-KR" sz="2400" dirty="0"/>
          </a:p>
        </p:txBody>
      </p:sp>
      <p:sp>
        <p:nvSpPr>
          <p:cNvPr id="6" name="S12-chip249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분모가 크면 크다고 생각하기</a:t>
            </a:r>
            <a:endParaRPr lang="ko-KR" sz="2400" dirty="0"/>
          </a:p>
        </p:txBody>
      </p:sp>
      <p:sp>
        <p:nvSpPr>
          <p:cNvPr id="7" name="S12-text250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2-op251"/>
          <p:cNvSpPr txBox="1"/>
          <p:nvPr/>
        </p:nvSpPr>
        <p:spPr>
          <a:xfrm>
            <a:off x="548640" y="4402328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800" dirty="0"/>
          </a:p>
        </p:txBody>
      </p:sp>
      <p:sp>
        <p:nvSpPr>
          <p:cNvPr id="9" name="S12-num252"/>
          <p:cNvSpPr txBox="1"/>
          <p:nvPr/>
        </p:nvSpPr>
        <p:spPr>
          <a:xfrm>
            <a:off x="1262888" y="440232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0" name="S12-fracbar253"/>
          <p:cNvSpPr/>
          <p:nvPr/>
        </p:nvSpPr>
        <p:spPr>
          <a:xfrm>
            <a:off x="1299464" y="4858512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11" name="S12-num254"/>
          <p:cNvSpPr txBox="1"/>
          <p:nvPr/>
        </p:nvSpPr>
        <p:spPr>
          <a:xfrm>
            <a:off x="1262888" y="489508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2" name="S12-op255"/>
          <p:cNvSpPr txBox="1"/>
          <p:nvPr/>
        </p:nvSpPr>
        <p:spPr>
          <a:xfrm>
            <a:off x="1855724" y="4402328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2800" dirty="0"/>
          </a:p>
        </p:txBody>
      </p:sp>
      <p:sp>
        <p:nvSpPr>
          <p:cNvPr id="13" name="S12-num256"/>
          <p:cNvSpPr txBox="1"/>
          <p:nvPr/>
        </p:nvSpPr>
        <p:spPr>
          <a:xfrm>
            <a:off x="2569972" y="440232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4" name="S12-fracbar257"/>
          <p:cNvSpPr/>
          <p:nvPr/>
        </p:nvSpPr>
        <p:spPr>
          <a:xfrm>
            <a:off x="2606548" y="4858512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15" name="S12-num258"/>
          <p:cNvSpPr txBox="1"/>
          <p:nvPr/>
        </p:nvSpPr>
        <p:spPr>
          <a:xfrm>
            <a:off x="2569972" y="489508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6" name="S12-op259"/>
          <p:cNvSpPr txBox="1"/>
          <p:nvPr/>
        </p:nvSpPr>
        <p:spPr>
          <a:xfrm>
            <a:off x="4322064" y="4402328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800" dirty="0"/>
          </a:p>
        </p:txBody>
      </p:sp>
      <p:sp>
        <p:nvSpPr>
          <p:cNvPr id="17" name="S12-num260"/>
          <p:cNvSpPr txBox="1"/>
          <p:nvPr/>
        </p:nvSpPr>
        <p:spPr>
          <a:xfrm>
            <a:off x="5036312" y="440232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8" name="S12-fracbar261"/>
          <p:cNvSpPr/>
          <p:nvPr/>
        </p:nvSpPr>
        <p:spPr>
          <a:xfrm>
            <a:off x="5072888" y="4858512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19" name="S12-num262"/>
          <p:cNvSpPr txBox="1"/>
          <p:nvPr/>
        </p:nvSpPr>
        <p:spPr>
          <a:xfrm>
            <a:off x="5036312" y="489508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0" name="S12-op263"/>
          <p:cNvSpPr txBox="1"/>
          <p:nvPr/>
        </p:nvSpPr>
        <p:spPr>
          <a:xfrm>
            <a:off x="5629148" y="4402328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2800" dirty="0"/>
          </a:p>
        </p:txBody>
      </p:sp>
      <p:sp>
        <p:nvSpPr>
          <p:cNvPr id="21" name="S12-num264"/>
          <p:cNvSpPr txBox="1"/>
          <p:nvPr/>
        </p:nvSpPr>
        <p:spPr>
          <a:xfrm>
            <a:off x="6343396" y="440232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2" name="S12-fracbar265"/>
          <p:cNvSpPr/>
          <p:nvPr/>
        </p:nvSpPr>
        <p:spPr>
          <a:xfrm>
            <a:off x="6379972" y="4858512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23" name="S12-num266"/>
          <p:cNvSpPr txBox="1"/>
          <p:nvPr/>
        </p:nvSpPr>
        <p:spPr>
          <a:xfrm>
            <a:off x="6343396" y="489508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24" name="S12-text267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6분의 1이 5개인 분수</a:t>
            </a:r>
            <a:endParaRPr lang="ko-KR" sz="2400" dirty="0"/>
          </a:p>
        </p:txBody>
      </p:sp>
      <p:sp>
        <p:nvSpPr>
          <p:cNvPr id="25" name="S12-text26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소수의 뜻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4분의 3</a:t>
            </a:r>
            <a:endParaRPr lang="ko-KR" sz="4000" dirty="0"/>
          </a:p>
        </p:txBody>
      </p:sp>
      <p:sp>
        <p:nvSpPr>
          <p:cNvPr id="3" name="S13-text2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4칸으로 나눈 것 중 3칸이에요.</a:t>
            </a:r>
            <a:endParaRPr lang="ko-KR" sz="3000" dirty="0"/>
          </a:p>
        </p:txBody>
      </p:sp>
      <p:sp>
        <p:nvSpPr>
          <p:cNvPr id="4" name="S13-card270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271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 4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나눈 수</a:t>
            </a:r>
            <a:endParaRPr lang="ko-KR" sz="3000" dirty="0"/>
          </a:p>
        </p:txBody>
      </p:sp>
      <p:sp>
        <p:nvSpPr>
          <p:cNvPr id="6" name="S13-card272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273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 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부분의 수</a:t>
            </a:r>
            <a:endParaRPr lang="ko-KR" sz="3000" dirty="0"/>
          </a:p>
        </p:txBody>
      </p:sp>
      <p:sp>
        <p:nvSpPr>
          <p:cNvPr id="8" name="S13-num274"/>
          <p:cNvSpPr txBox="1"/>
          <p:nvPr/>
        </p:nvSpPr>
        <p:spPr>
          <a:xfrm>
            <a:off x="764286" y="292328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9" name="S13-fracbar275"/>
          <p:cNvSpPr/>
          <p:nvPr/>
        </p:nvSpPr>
        <p:spPr>
          <a:xfrm>
            <a:off x="800862" y="337947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3-num276"/>
          <p:cNvSpPr txBox="1"/>
          <p:nvPr/>
        </p:nvSpPr>
        <p:spPr>
          <a:xfrm>
            <a:off x="764286" y="341604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1" name="S13-cell277"/>
          <p:cNvSpPr/>
          <p:nvPr/>
        </p:nvSpPr>
        <p:spPr>
          <a:xfrm>
            <a:off x="1600200" y="2990850"/>
            <a:ext cx="1083564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3-cell278"/>
          <p:cNvSpPr/>
          <p:nvPr/>
        </p:nvSpPr>
        <p:spPr>
          <a:xfrm>
            <a:off x="2683764" y="2990850"/>
            <a:ext cx="1083564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3-cell279"/>
          <p:cNvSpPr/>
          <p:nvPr/>
        </p:nvSpPr>
        <p:spPr>
          <a:xfrm>
            <a:off x="3767328" y="2990850"/>
            <a:ext cx="1083564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3-cell280"/>
          <p:cNvSpPr/>
          <p:nvPr/>
        </p:nvSpPr>
        <p:spPr>
          <a:xfrm>
            <a:off x="4850892" y="2990850"/>
            <a:ext cx="1083564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3-figure281" descr="똑같이 4칸으로 나눈 띠, 3칸 색칠"/>
          <p:cNvSpPr/>
          <p:nvPr/>
        </p:nvSpPr>
        <p:spPr>
          <a:xfrm>
            <a:off x="1600200" y="2990850"/>
            <a:ext cx="4334256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13-sector282"/>
          <p:cNvSpPr/>
          <p:nvPr/>
        </p:nvSpPr>
        <p:spPr>
          <a:xfrm>
            <a:off x="8033004" y="2465070"/>
            <a:ext cx="1828800" cy="182880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3-sector283"/>
          <p:cNvSpPr/>
          <p:nvPr/>
        </p:nvSpPr>
        <p:spPr>
          <a:xfrm>
            <a:off x="8033004" y="2465070"/>
            <a:ext cx="1828800" cy="182880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3-sector284"/>
          <p:cNvSpPr/>
          <p:nvPr/>
        </p:nvSpPr>
        <p:spPr>
          <a:xfrm>
            <a:off x="8033004" y="2465070"/>
            <a:ext cx="1828800" cy="182880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3-sector285"/>
          <p:cNvSpPr/>
          <p:nvPr/>
        </p:nvSpPr>
        <p:spPr>
          <a:xfrm>
            <a:off x="8033004" y="2465070"/>
            <a:ext cx="1828800" cy="18288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3-figure286" descr="원을 똑같이 4조각으로 나누고 3조각 색칠"/>
          <p:cNvSpPr/>
          <p:nvPr/>
        </p:nvSpPr>
        <p:spPr>
          <a:xfrm>
            <a:off x="8033004" y="2465070"/>
            <a:ext cx="1828800" cy="182880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단위분수와 크기 비교</dc:title>
  <dc:subject>KR22-G03-MAT-UNITFRAC-L01</dc:subject>
  <dc:creator>education-ppt</dc:creator>
  <cp:lastModifiedBy>education-ppt</cp:lastModifiedBy>
  <cp:revision>1</cp:revision>
  <dcterms:created xsi:type="dcterms:W3CDTF">2026-10-26T07:47:35Z</dcterms:created>
  <dcterms:modified xsi:type="dcterms:W3CDTF">2026-10-26T07:47:35Z</dcterms:modified>
</cp:coreProperties>
</file>