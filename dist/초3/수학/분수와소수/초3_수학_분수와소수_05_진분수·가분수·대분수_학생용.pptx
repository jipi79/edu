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da4c18fd-1386-2d80-888c-1bc9a6b0bce8}">
          <p14:sldIdLst>
            <p14:sldId id="256"/>
            <p14:sldId id="257"/>
          </p14:sldIdLst>
        </p14:section>
        <p14:section name="개념" id="{02b073e1-494d-dcf0-5c61-b92e778f6396}">
          <p14:sldIdLst>
            <p14:sldId id="258"/>
            <p14:sldId id="259"/>
            <p14:sldId id="260"/>
            <p14:sldId id="263"/>
            <p14:sldId id="264"/>
          </p14:sldIdLst>
        </p14:section>
        <p14:section name="연습" id="{8adfc7f7-2a78-5292-562a-68603d0c7d3d}">
          <p14:sldIdLst>
            <p14:sldId id="261"/>
            <p14:sldId id="262"/>
            <p14:sldId id="265"/>
          </p14:sldIdLst>
        </p14:section>
        <p14:section name="개념" id="{b4a64171-6118-d8c0-6fcc-879918941132}">
          <p14:sldIdLst/>
        </p14:section>
        <p14:section name="연습" id="{5b9aae67-f677-baeb-724c-940dc1c92b59}">
          <p14:sldIdLst/>
        </p14:section>
        <p14:section name="확인" id="{fee80f18-b0f0-3687-c914-ecddc20664c3}">
          <p14:sldIdLst>
            <p14:sldId id="266"/>
            <p14:sldId id="267"/>
          </p14:sldIdLst>
        </p14:section>
        <p14:section name="정리" id="{36071935-4f8f-47cb-ebb6-8e3a9c1b67ce}">
          <p14:sldIdLst>
            <p14:sldId id="268"/>
          </p14:sldIdLst>
        </p14:section>
        <p14:section name="보충" id="{003ee874-5824-f004-5555-eee2385e9d0b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분수와소수 · 5차시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진분수·가분수·대분수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진분수·가분수·대분수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수학 · 진분수·가분수·대분수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진분수·가분수·대분수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분자가 분모보다 큰 분수도 있을까?</a:t>
            </a:r>
            <a:endParaRPr lang="ko-KR" sz="3000" dirty="0"/>
          </a:p>
        </p:txBody>
      </p:sp>
      <p:sp>
        <p:nvSpPr>
          <p:cNvPr id="4" name="S01-cell1"/>
          <p:cNvSpPr/>
          <p:nvPr/>
        </p:nvSpPr>
        <p:spPr>
          <a:xfrm>
            <a:off x="7680960" y="1691640"/>
            <a:ext cx="451485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01-cell2"/>
          <p:cNvSpPr/>
          <p:nvPr/>
        </p:nvSpPr>
        <p:spPr>
          <a:xfrm>
            <a:off x="8132445" y="1691640"/>
            <a:ext cx="451485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1-cell3"/>
          <p:cNvSpPr/>
          <p:nvPr/>
        </p:nvSpPr>
        <p:spPr>
          <a:xfrm>
            <a:off x="8583930" y="1691640"/>
            <a:ext cx="451485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1-cell4"/>
          <p:cNvSpPr/>
          <p:nvPr/>
        </p:nvSpPr>
        <p:spPr>
          <a:xfrm>
            <a:off x="9035415" y="1691640"/>
            <a:ext cx="451485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1-figure5" descr="똑같이 4칸으로 나눈 띠, 4칸 색칠"/>
          <p:cNvSpPr/>
          <p:nvPr/>
        </p:nvSpPr>
        <p:spPr>
          <a:xfrm>
            <a:off x="7680960" y="1691640"/>
            <a:ext cx="1805940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9" name="S01-cell6"/>
          <p:cNvSpPr/>
          <p:nvPr/>
        </p:nvSpPr>
        <p:spPr>
          <a:xfrm>
            <a:off x="9806940" y="1691640"/>
            <a:ext cx="451485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1-cell7"/>
          <p:cNvSpPr/>
          <p:nvPr/>
        </p:nvSpPr>
        <p:spPr>
          <a:xfrm>
            <a:off x="10258425" y="1691640"/>
            <a:ext cx="451485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1-cell8"/>
          <p:cNvSpPr/>
          <p:nvPr/>
        </p:nvSpPr>
        <p:spPr>
          <a:xfrm>
            <a:off x="10709910" y="1691640"/>
            <a:ext cx="451485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1-cell9"/>
          <p:cNvSpPr/>
          <p:nvPr/>
        </p:nvSpPr>
        <p:spPr>
          <a:xfrm>
            <a:off x="11161395" y="1691640"/>
            <a:ext cx="451485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1-figure10" descr="똑같이 4칸으로 나눈 띠, 1칸 색칠"/>
          <p:cNvSpPr/>
          <p:nvPr/>
        </p:nvSpPr>
        <p:spPr>
          <a:xfrm>
            <a:off x="9806940" y="1691640"/>
            <a:ext cx="1805940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4" name="S01-card11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5" name="S01-cardtext12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진분수·가분수·대분수를 구별해요.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대분수와 가분수를 서로 바꿔요.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000" dirty="0"/>
          </a:p>
        </p:txBody>
      </p:sp>
      <p:sp>
        <p:nvSpPr>
          <p:cNvPr id="3" name="S02-text1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①은 분수로 말하고, ②③은 답을 구해요.</a:t>
            </a:r>
            <a:endParaRPr lang="ko-KR" sz="3000" dirty="0"/>
          </a:p>
        </p:txBody>
      </p:sp>
      <p:sp>
        <p:nvSpPr>
          <p:cNvPr id="4" name="S02-chip14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2-cell15"/>
          <p:cNvSpPr/>
          <p:nvPr/>
        </p:nvSpPr>
        <p:spPr>
          <a:xfrm>
            <a:off x="1344168" y="2240280"/>
            <a:ext cx="1097280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2-cell16"/>
          <p:cNvSpPr/>
          <p:nvPr/>
        </p:nvSpPr>
        <p:spPr>
          <a:xfrm>
            <a:off x="2441448" y="2240280"/>
            <a:ext cx="1097280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2-cell17"/>
          <p:cNvSpPr/>
          <p:nvPr/>
        </p:nvSpPr>
        <p:spPr>
          <a:xfrm>
            <a:off x="3538728" y="2240280"/>
            <a:ext cx="109728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2-cell18"/>
          <p:cNvSpPr/>
          <p:nvPr/>
        </p:nvSpPr>
        <p:spPr>
          <a:xfrm>
            <a:off x="4636008" y="2240280"/>
            <a:ext cx="109728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2-cell19"/>
          <p:cNvSpPr/>
          <p:nvPr/>
        </p:nvSpPr>
        <p:spPr>
          <a:xfrm>
            <a:off x="5733288" y="2240280"/>
            <a:ext cx="109728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2-figure20" descr="똑같이 5칸으로 나눈 띠, 2칸 색칠"/>
          <p:cNvSpPr/>
          <p:nvPr/>
        </p:nvSpPr>
        <p:spPr>
          <a:xfrm>
            <a:off x="1344168" y="2240280"/>
            <a:ext cx="5486400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1" name="S02-chip21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2" name="S02-text22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6분의 5는 6분의 1이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개인가요?</a:t>
            </a:r>
            <a:endParaRPr lang="ko-KR" sz="3000" dirty="0"/>
          </a:p>
        </p:txBody>
      </p:sp>
      <p:sp>
        <p:nvSpPr>
          <p:cNvPr id="13" name="S02-chip23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4" name="S02-op24"/>
          <p:cNvSpPr txBox="1"/>
          <p:nvPr/>
        </p:nvSpPr>
        <p:spPr>
          <a:xfrm>
            <a:off x="1344168" y="5031740"/>
            <a:ext cx="1249172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12의</a:t>
            </a:r>
            <a:endParaRPr lang="ko-KR" sz="3400" dirty="0"/>
          </a:p>
        </p:txBody>
      </p:sp>
      <p:sp>
        <p:nvSpPr>
          <p:cNvPr id="15" name="S02-num25"/>
          <p:cNvSpPr txBox="1"/>
          <p:nvPr/>
        </p:nvSpPr>
        <p:spPr>
          <a:xfrm>
            <a:off x="2703068" y="5031740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400" dirty="0"/>
          </a:p>
        </p:txBody>
      </p:sp>
      <p:sp>
        <p:nvSpPr>
          <p:cNvPr id="16" name="S02-fracbar26"/>
          <p:cNvSpPr/>
          <p:nvPr/>
        </p:nvSpPr>
        <p:spPr>
          <a:xfrm>
            <a:off x="2739644" y="5577840"/>
            <a:ext cx="489966" cy="0"/>
          </a:xfrm>
          <a:prstGeom prst="line">
            <a:avLst/>
          </a:prstGeom>
          <a:noFill/>
          <a:ln w="26988">
            <a:solidFill>
              <a:srgbClr val="1F2937"/>
            </a:solidFill>
            <a:prstDash val="solid"/>
          </a:ln>
        </p:spPr>
      </p:sp>
      <p:sp>
        <p:nvSpPr>
          <p:cNvPr id="17" name="S02-num27"/>
          <p:cNvSpPr txBox="1"/>
          <p:nvPr/>
        </p:nvSpPr>
        <p:spPr>
          <a:xfrm>
            <a:off x="2703068" y="5614416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400" dirty="0"/>
          </a:p>
        </p:txBody>
      </p:sp>
      <p:sp>
        <p:nvSpPr>
          <p:cNvPr id="18" name="S02-op28"/>
          <p:cNvSpPr txBox="1"/>
          <p:nvPr/>
        </p:nvSpPr>
        <p:spPr>
          <a:xfrm>
            <a:off x="3375914" y="5031740"/>
            <a:ext cx="437388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400" dirty="0"/>
          </a:p>
        </p:txBody>
      </p:sp>
      <p:sp>
        <p:nvSpPr>
          <p:cNvPr id="19" name="S02-blank29"/>
          <p:cNvSpPr/>
          <p:nvPr/>
        </p:nvSpPr>
        <p:spPr>
          <a:xfrm>
            <a:off x="4074104" y="5389316"/>
            <a:ext cx="377048" cy="37704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진분수</a:t>
            </a:r>
            <a:endParaRPr lang="ko-KR" sz="4000" dirty="0"/>
          </a:p>
        </p:txBody>
      </p:sp>
      <p:sp>
        <p:nvSpPr>
          <p:cNvPr id="3" name="S03-text3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분자가 분모보다 작은 분수를 진분수라고 해요.</a:t>
            </a:r>
            <a:endParaRPr lang="ko-KR" sz="3000" dirty="0"/>
          </a:p>
        </p:txBody>
      </p:sp>
      <p:sp>
        <p:nvSpPr>
          <p:cNvPr id="4" name="S03-card31"/>
          <p:cNvSpPr/>
          <p:nvPr/>
        </p:nvSpPr>
        <p:spPr>
          <a:xfrm>
            <a:off x="548640" y="497586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3-cardtext32"/>
          <p:cNvSpPr txBox="1"/>
          <p:nvPr/>
        </p:nvSpPr>
        <p:spPr>
          <a:xfrm>
            <a:off x="822960" y="511302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분자 &lt; 분모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en-US" altLang="ko-KR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&lt; 4, 2 &lt; 4, 3 &lt; 4</a:t>
            </a:r>
            <a:endParaRPr lang="ko-KR" sz="3000" dirty="0"/>
          </a:p>
        </p:txBody>
      </p:sp>
      <p:sp>
        <p:nvSpPr>
          <p:cNvPr id="6" name="S03-card33"/>
          <p:cNvSpPr/>
          <p:nvPr/>
        </p:nvSpPr>
        <p:spPr>
          <a:xfrm>
            <a:off x="6208776" y="497586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3-cardtext34"/>
          <p:cNvSpPr txBox="1"/>
          <p:nvPr/>
        </p:nvSpPr>
        <p:spPr>
          <a:xfrm>
            <a:off x="6483096" y="511302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1보다 작아요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띠가 다 차지 않아요</a:t>
            </a:r>
            <a:endParaRPr lang="ko-KR" sz="3000" dirty="0"/>
          </a:p>
        </p:txBody>
      </p:sp>
      <p:sp>
        <p:nvSpPr>
          <p:cNvPr id="8" name="S03-num35"/>
          <p:cNvSpPr txBox="1"/>
          <p:nvPr/>
        </p:nvSpPr>
        <p:spPr>
          <a:xfrm>
            <a:off x="790956" y="2087118"/>
            <a:ext cx="429768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9" name="S03-fracbar36"/>
          <p:cNvSpPr/>
          <p:nvPr/>
        </p:nvSpPr>
        <p:spPr>
          <a:xfrm>
            <a:off x="827532" y="2483358"/>
            <a:ext cx="356616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0" name="S03-num37"/>
          <p:cNvSpPr txBox="1"/>
          <p:nvPr/>
        </p:nvSpPr>
        <p:spPr>
          <a:xfrm>
            <a:off x="790956" y="2519934"/>
            <a:ext cx="429768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1" name="S03-cell38"/>
          <p:cNvSpPr/>
          <p:nvPr/>
        </p:nvSpPr>
        <p:spPr>
          <a:xfrm>
            <a:off x="1600200" y="2163318"/>
            <a:ext cx="2510028" cy="6400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3-cell39"/>
          <p:cNvSpPr/>
          <p:nvPr/>
        </p:nvSpPr>
        <p:spPr>
          <a:xfrm>
            <a:off x="4110228" y="2163318"/>
            <a:ext cx="2510028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3-cell40"/>
          <p:cNvSpPr/>
          <p:nvPr/>
        </p:nvSpPr>
        <p:spPr>
          <a:xfrm>
            <a:off x="6620256" y="2163318"/>
            <a:ext cx="2510028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3-cell41"/>
          <p:cNvSpPr/>
          <p:nvPr/>
        </p:nvSpPr>
        <p:spPr>
          <a:xfrm>
            <a:off x="9130284" y="2163318"/>
            <a:ext cx="2510028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3-figure42" descr="똑같이 4칸으로 나눈 띠, 1칸 색칠"/>
          <p:cNvSpPr/>
          <p:nvPr/>
        </p:nvSpPr>
        <p:spPr>
          <a:xfrm>
            <a:off x="1600200" y="2163318"/>
            <a:ext cx="10040112" cy="6400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6" name="S03-num43"/>
          <p:cNvSpPr txBox="1"/>
          <p:nvPr/>
        </p:nvSpPr>
        <p:spPr>
          <a:xfrm>
            <a:off x="790956" y="2983230"/>
            <a:ext cx="429768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7" name="S03-fracbar44"/>
          <p:cNvSpPr/>
          <p:nvPr/>
        </p:nvSpPr>
        <p:spPr>
          <a:xfrm>
            <a:off x="827532" y="3379470"/>
            <a:ext cx="356616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8" name="S03-num45"/>
          <p:cNvSpPr txBox="1"/>
          <p:nvPr/>
        </p:nvSpPr>
        <p:spPr>
          <a:xfrm>
            <a:off x="790956" y="3416046"/>
            <a:ext cx="429768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9" name="S03-cell46"/>
          <p:cNvSpPr/>
          <p:nvPr/>
        </p:nvSpPr>
        <p:spPr>
          <a:xfrm>
            <a:off x="1600200" y="3059430"/>
            <a:ext cx="2510028" cy="6400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3-cell47"/>
          <p:cNvSpPr/>
          <p:nvPr/>
        </p:nvSpPr>
        <p:spPr>
          <a:xfrm>
            <a:off x="4110228" y="3059430"/>
            <a:ext cx="2510028" cy="6400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3-cell48"/>
          <p:cNvSpPr/>
          <p:nvPr/>
        </p:nvSpPr>
        <p:spPr>
          <a:xfrm>
            <a:off x="6620256" y="3059430"/>
            <a:ext cx="2510028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3-cell49"/>
          <p:cNvSpPr/>
          <p:nvPr/>
        </p:nvSpPr>
        <p:spPr>
          <a:xfrm>
            <a:off x="9130284" y="3059430"/>
            <a:ext cx="2510028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3-figure50" descr="똑같이 4칸으로 나눈 띠, 2칸 색칠"/>
          <p:cNvSpPr/>
          <p:nvPr/>
        </p:nvSpPr>
        <p:spPr>
          <a:xfrm>
            <a:off x="1600200" y="3059430"/>
            <a:ext cx="10040112" cy="6400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4" name="S03-num51"/>
          <p:cNvSpPr txBox="1"/>
          <p:nvPr/>
        </p:nvSpPr>
        <p:spPr>
          <a:xfrm>
            <a:off x="790956" y="3879342"/>
            <a:ext cx="429768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25" name="S03-fracbar52"/>
          <p:cNvSpPr/>
          <p:nvPr/>
        </p:nvSpPr>
        <p:spPr>
          <a:xfrm>
            <a:off x="827532" y="4275582"/>
            <a:ext cx="356616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26" name="S03-num53"/>
          <p:cNvSpPr txBox="1"/>
          <p:nvPr/>
        </p:nvSpPr>
        <p:spPr>
          <a:xfrm>
            <a:off x="790956" y="4312158"/>
            <a:ext cx="429768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27" name="S03-cell54"/>
          <p:cNvSpPr/>
          <p:nvPr/>
        </p:nvSpPr>
        <p:spPr>
          <a:xfrm>
            <a:off x="1600200" y="3955542"/>
            <a:ext cx="2510028" cy="6400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03-cell55"/>
          <p:cNvSpPr/>
          <p:nvPr/>
        </p:nvSpPr>
        <p:spPr>
          <a:xfrm>
            <a:off x="4110228" y="3955542"/>
            <a:ext cx="2510028" cy="6400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3-cell56"/>
          <p:cNvSpPr/>
          <p:nvPr/>
        </p:nvSpPr>
        <p:spPr>
          <a:xfrm>
            <a:off x="6620256" y="3955542"/>
            <a:ext cx="2510028" cy="6400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3-cell57"/>
          <p:cNvSpPr/>
          <p:nvPr/>
        </p:nvSpPr>
        <p:spPr>
          <a:xfrm>
            <a:off x="9130284" y="3955542"/>
            <a:ext cx="2510028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03-figure58" descr="똑같이 4칸으로 나눈 띠, 3칸 색칠"/>
          <p:cNvSpPr/>
          <p:nvPr/>
        </p:nvSpPr>
        <p:spPr>
          <a:xfrm>
            <a:off x="1600200" y="3955542"/>
            <a:ext cx="10040112" cy="6400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가분수</a:t>
            </a:r>
            <a:endParaRPr lang="ko-KR" sz="4000" dirty="0"/>
          </a:p>
        </p:txBody>
      </p:sp>
      <p:sp>
        <p:nvSpPr>
          <p:cNvPr id="3" name="S04-text5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분자가 분모와 같거나 분모보다 큰 분수예요.</a:t>
            </a:r>
            <a:endParaRPr lang="ko-KR" sz="3000" dirty="0"/>
          </a:p>
        </p:txBody>
      </p:sp>
      <p:sp>
        <p:nvSpPr>
          <p:cNvPr id="4" name="S04-card60"/>
          <p:cNvSpPr/>
          <p:nvPr/>
        </p:nvSpPr>
        <p:spPr>
          <a:xfrm>
            <a:off x="548640" y="497586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4-cardtext61"/>
          <p:cNvSpPr txBox="1"/>
          <p:nvPr/>
        </p:nvSpPr>
        <p:spPr>
          <a:xfrm>
            <a:off x="822960" y="511302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4분의 4 = 1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분자와 분모가 같으면 1</a:t>
            </a:r>
            <a:endParaRPr lang="ko-KR" sz="3000" dirty="0"/>
          </a:p>
        </p:txBody>
      </p:sp>
      <p:sp>
        <p:nvSpPr>
          <p:cNvPr id="6" name="S04-card62"/>
          <p:cNvSpPr/>
          <p:nvPr/>
        </p:nvSpPr>
        <p:spPr>
          <a:xfrm>
            <a:off x="6208776" y="497586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4-cardtext63"/>
          <p:cNvSpPr txBox="1"/>
          <p:nvPr/>
        </p:nvSpPr>
        <p:spPr>
          <a:xfrm>
            <a:off x="6483096" y="511302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가분수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1과 같거나 1보다 커요</a:t>
            </a:r>
            <a:endParaRPr lang="ko-KR" sz="3000" dirty="0"/>
          </a:p>
        </p:txBody>
      </p:sp>
      <p:sp>
        <p:nvSpPr>
          <p:cNvPr id="8" name="S04-cell64"/>
          <p:cNvSpPr/>
          <p:nvPr/>
        </p:nvSpPr>
        <p:spPr>
          <a:xfrm>
            <a:off x="548640" y="2725674"/>
            <a:ext cx="870966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4-cell65"/>
          <p:cNvSpPr/>
          <p:nvPr/>
        </p:nvSpPr>
        <p:spPr>
          <a:xfrm>
            <a:off x="1419606" y="2725674"/>
            <a:ext cx="870966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4-cell66"/>
          <p:cNvSpPr/>
          <p:nvPr/>
        </p:nvSpPr>
        <p:spPr>
          <a:xfrm>
            <a:off x="2290572" y="2725674"/>
            <a:ext cx="870966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4-cell67"/>
          <p:cNvSpPr/>
          <p:nvPr/>
        </p:nvSpPr>
        <p:spPr>
          <a:xfrm>
            <a:off x="3161538" y="2725674"/>
            <a:ext cx="870966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4-figure68" descr="똑같이 4칸으로 나눈 띠, 4칸 색칠"/>
          <p:cNvSpPr/>
          <p:nvPr/>
        </p:nvSpPr>
        <p:spPr>
          <a:xfrm>
            <a:off x="548640" y="2725674"/>
            <a:ext cx="3483864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3" name="S04-label69"/>
          <p:cNvSpPr txBox="1"/>
          <p:nvPr/>
        </p:nvSpPr>
        <p:spPr>
          <a:xfrm>
            <a:off x="548640" y="4335780"/>
            <a:ext cx="3483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4분의 4</a:t>
            </a:r>
            <a:endParaRPr lang="ko-KR" sz="2400" dirty="0"/>
          </a:p>
        </p:txBody>
      </p:sp>
      <p:sp>
        <p:nvSpPr>
          <p:cNvPr id="14" name="S04-cell70"/>
          <p:cNvSpPr/>
          <p:nvPr/>
        </p:nvSpPr>
        <p:spPr>
          <a:xfrm>
            <a:off x="4352544" y="2186178"/>
            <a:ext cx="870966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4-cell71"/>
          <p:cNvSpPr/>
          <p:nvPr/>
        </p:nvSpPr>
        <p:spPr>
          <a:xfrm>
            <a:off x="5223510" y="2186178"/>
            <a:ext cx="870966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4-cell72"/>
          <p:cNvSpPr/>
          <p:nvPr/>
        </p:nvSpPr>
        <p:spPr>
          <a:xfrm>
            <a:off x="6094476" y="2186178"/>
            <a:ext cx="870966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4-cell73"/>
          <p:cNvSpPr/>
          <p:nvPr/>
        </p:nvSpPr>
        <p:spPr>
          <a:xfrm>
            <a:off x="6965442" y="2186178"/>
            <a:ext cx="870966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4-figure74" descr="똑같이 4칸으로 나눈 띠, 4칸 색칠"/>
          <p:cNvSpPr/>
          <p:nvPr/>
        </p:nvSpPr>
        <p:spPr>
          <a:xfrm>
            <a:off x="4352544" y="2186178"/>
            <a:ext cx="3483864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9" name="S04-cell75"/>
          <p:cNvSpPr/>
          <p:nvPr/>
        </p:nvSpPr>
        <p:spPr>
          <a:xfrm>
            <a:off x="4352544" y="3265170"/>
            <a:ext cx="870966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4-cell76"/>
          <p:cNvSpPr/>
          <p:nvPr/>
        </p:nvSpPr>
        <p:spPr>
          <a:xfrm>
            <a:off x="5223510" y="3265170"/>
            <a:ext cx="870966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4-cell77"/>
          <p:cNvSpPr/>
          <p:nvPr/>
        </p:nvSpPr>
        <p:spPr>
          <a:xfrm>
            <a:off x="6094476" y="3265170"/>
            <a:ext cx="870966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4-cell78"/>
          <p:cNvSpPr/>
          <p:nvPr/>
        </p:nvSpPr>
        <p:spPr>
          <a:xfrm>
            <a:off x="6965442" y="3265170"/>
            <a:ext cx="870966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4-figure79" descr="똑같이 4칸으로 나눈 띠, 1칸 색칠"/>
          <p:cNvSpPr/>
          <p:nvPr/>
        </p:nvSpPr>
        <p:spPr>
          <a:xfrm>
            <a:off x="4352544" y="3265170"/>
            <a:ext cx="3483864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4" name="S04-label80"/>
          <p:cNvSpPr txBox="1"/>
          <p:nvPr/>
        </p:nvSpPr>
        <p:spPr>
          <a:xfrm>
            <a:off x="4352544" y="4335780"/>
            <a:ext cx="3483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4분의 5</a:t>
            </a:r>
            <a:endParaRPr lang="ko-KR" sz="2400" dirty="0"/>
          </a:p>
        </p:txBody>
      </p:sp>
      <p:sp>
        <p:nvSpPr>
          <p:cNvPr id="25" name="S04-cell81"/>
          <p:cNvSpPr/>
          <p:nvPr/>
        </p:nvSpPr>
        <p:spPr>
          <a:xfrm>
            <a:off x="8156448" y="2186178"/>
            <a:ext cx="870966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4-cell82"/>
          <p:cNvSpPr/>
          <p:nvPr/>
        </p:nvSpPr>
        <p:spPr>
          <a:xfrm>
            <a:off x="9027414" y="2186178"/>
            <a:ext cx="870966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4-cell83"/>
          <p:cNvSpPr/>
          <p:nvPr/>
        </p:nvSpPr>
        <p:spPr>
          <a:xfrm>
            <a:off x="9898380" y="2186178"/>
            <a:ext cx="870966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04-cell84"/>
          <p:cNvSpPr/>
          <p:nvPr/>
        </p:nvSpPr>
        <p:spPr>
          <a:xfrm>
            <a:off x="10769346" y="2186178"/>
            <a:ext cx="870966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4-figure85" descr="똑같이 4칸으로 나눈 띠, 4칸 색칠"/>
          <p:cNvSpPr/>
          <p:nvPr/>
        </p:nvSpPr>
        <p:spPr>
          <a:xfrm>
            <a:off x="8156448" y="2186178"/>
            <a:ext cx="3483864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0" name="S04-cell86"/>
          <p:cNvSpPr/>
          <p:nvPr/>
        </p:nvSpPr>
        <p:spPr>
          <a:xfrm>
            <a:off x="8156448" y="3265170"/>
            <a:ext cx="870966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04-cell87"/>
          <p:cNvSpPr/>
          <p:nvPr/>
        </p:nvSpPr>
        <p:spPr>
          <a:xfrm>
            <a:off x="9027414" y="3265170"/>
            <a:ext cx="870966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04-cell88"/>
          <p:cNvSpPr/>
          <p:nvPr/>
        </p:nvSpPr>
        <p:spPr>
          <a:xfrm>
            <a:off x="9898380" y="3265170"/>
            <a:ext cx="870966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04-cell89"/>
          <p:cNvSpPr/>
          <p:nvPr/>
        </p:nvSpPr>
        <p:spPr>
          <a:xfrm>
            <a:off x="10769346" y="3265170"/>
            <a:ext cx="870966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04-figure90" descr="똑같이 4칸으로 나눈 띠, 2칸 색칠"/>
          <p:cNvSpPr/>
          <p:nvPr/>
        </p:nvSpPr>
        <p:spPr>
          <a:xfrm>
            <a:off x="8156448" y="3265170"/>
            <a:ext cx="3483864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5" name="S04-label91"/>
          <p:cNvSpPr txBox="1"/>
          <p:nvPr/>
        </p:nvSpPr>
        <p:spPr>
          <a:xfrm>
            <a:off x="8156448" y="4335780"/>
            <a:ext cx="3483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4분의 6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대분수</a:t>
            </a:r>
            <a:endParaRPr lang="ko-KR" sz="4000" dirty="0"/>
          </a:p>
        </p:txBody>
      </p:sp>
      <p:sp>
        <p:nvSpPr>
          <p:cNvPr id="3" name="S05-text9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자연수와 진분수로 된 분수를 대분수라고 해요.</a:t>
            </a:r>
            <a:endParaRPr lang="ko-KR" sz="3000" dirty="0"/>
          </a:p>
        </p:txBody>
      </p:sp>
      <p:sp>
        <p:nvSpPr>
          <p:cNvPr id="4" name="S05-card9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9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4분의 5와 1과 4분의 1은 같은 크기예요.</a:t>
            </a:r>
            <a:endParaRPr lang="ko-KR" sz="3000" dirty="0"/>
          </a:p>
        </p:txBody>
      </p:sp>
      <p:sp>
        <p:nvSpPr>
          <p:cNvPr id="6" name="S05-card95"/>
          <p:cNvSpPr/>
          <p:nvPr/>
        </p:nvSpPr>
        <p:spPr>
          <a:xfrm>
            <a:off x="548640" y="387858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5-cardtext96"/>
          <p:cNvSpPr txBox="1"/>
          <p:nvPr/>
        </p:nvSpPr>
        <p:spPr>
          <a:xfrm>
            <a:off x="822960" y="401574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자연수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 2, 3과 같은 수</a:t>
            </a:r>
            <a:endParaRPr lang="ko-KR" sz="3000" dirty="0"/>
          </a:p>
        </p:txBody>
      </p:sp>
      <p:sp>
        <p:nvSpPr>
          <p:cNvPr id="8" name="S05-card97"/>
          <p:cNvSpPr/>
          <p:nvPr/>
        </p:nvSpPr>
        <p:spPr>
          <a:xfrm>
            <a:off x="6208776" y="387858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5-cardtext98"/>
          <p:cNvSpPr txBox="1"/>
          <p:nvPr/>
        </p:nvSpPr>
        <p:spPr>
          <a:xfrm>
            <a:off x="6483096" y="401574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읽기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‘1과 4분의 1’이라고 읽어요</a:t>
            </a:r>
            <a:endParaRPr lang="ko-KR" sz="3000" dirty="0"/>
          </a:p>
        </p:txBody>
      </p:sp>
      <p:sp>
        <p:nvSpPr>
          <p:cNvPr id="10" name="S05-cell99"/>
          <p:cNvSpPr/>
          <p:nvPr/>
        </p:nvSpPr>
        <p:spPr>
          <a:xfrm>
            <a:off x="548640" y="2177034"/>
            <a:ext cx="870966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5-cell100"/>
          <p:cNvSpPr/>
          <p:nvPr/>
        </p:nvSpPr>
        <p:spPr>
          <a:xfrm>
            <a:off x="1419606" y="2177034"/>
            <a:ext cx="870966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5-cell101"/>
          <p:cNvSpPr/>
          <p:nvPr/>
        </p:nvSpPr>
        <p:spPr>
          <a:xfrm>
            <a:off x="2290572" y="2177034"/>
            <a:ext cx="870966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5-cell102"/>
          <p:cNvSpPr/>
          <p:nvPr/>
        </p:nvSpPr>
        <p:spPr>
          <a:xfrm>
            <a:off x="3161538" y="2177034"/>
            <a:ext cx="870966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5-figure103" descr="똑같이 4칸으로 나눈 띠, 4칸 색칠"/>
          <p:cNvSpPr/>
          <p:nvPr/>
        </p:nvSpPr>
        <p:spPr>
          <a:xfrm>
            <a:off x="548640" y="2177034"/>
            <a:ext cx="3483864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5" name="S05-label104"/>
          <p:cNvSpPr txBox="1"/>
          <p:nvPr/>
        </p:nvSpPr>
        <p:spPr>
          <a:xfrm>
            <a:off x="548640" y="3238500"/>
            <a:ext cx="3483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16" name="S05-cell105"/>
          <p:cNvSpPr/>
          <p:nvPr/>
        </p:nvSpPr>
        <p:spPr>
          <a:xfrm>
            <a:off x="4352544" y="2177034"/>
            <a:ext cx="870966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5-cell106"/>
          <p:cNvSpPr/>
          <p:nvPr/>
        </p:nvSpPr>
        <p:spPr>
          <a:xfrm>
            <a:off x="5223510" y="2177034"/>
            <a:ext cx="870966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5-cell107"/>
          <p:cNvSpPr/>
          <p:nvPr/>
        </p:nvSpPr>
        <p:spPr>
          <a:xfrm>
            <a:off x="6094476" y="2177034"/>
            <a:ext cx="870966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5-cell108"/>
          <p:cNvSpPr/>
          <p:nvPr/>
        </p:nvSpPr>
        <p:spPr>
          <a:xfrm>
            <a:off x="6965442" y="2177034"/>
            <a:ext cx="870966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5-figure109" descr="똑같이 4칸으로 나눈 띠, 1칸 색칠"/>
          <p:cNvSpPr/>
          <p:nvPr/>
        </p:nvSpPr>
        <p:spPr>
          <a:xfrm>
            <a:off x="4352544" y="2177034"/>
            <a:ext cx="3483864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1" name="S05-label110"/>
          <p:cNvSpPr txBox="1"/>
          <p:nvPr/>
        </p:nvSpPr>
        <p:spPr>
          <a:xfrm>
            <a:off x="4352544" y="3238500"/>
            <a:ext cx="3483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4분의 1</a:t>
            </a:r>
            <a:endParaRPr lang="ko-KR" sz="2400" dirty="0"/>
          </a:p>
        </p:txBody>
      </p:sp>
      <p:sp>
        <p:nvSpPr>
          <p:cNvPr id="22" name="S05-op111"/>
          <p:cNvSpPr txBox="1"/>
          <p:nvPr/>
        </p:nvSpPr>
        <p:spPr>
          <a:xfrm>
            <a:off x="9269730" y="2012442"/>
            <a:ext cx="55778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600" dirty="0"/>
          </a:p>
        </p:txBody>
      </p:sp>
      <p:sp>
        <p:nvSpPr>
          <p:cNvPr id="23" name="S05-num112"/>
          <p:cNvSpPr txBox="1"/>
          <p:nvPr/>
        </p:nvSpPr>
        <p:spPr>
          <a:xfrm>
            <a:off x="9937242" y="2012442"/>
            <a:ext cx="58978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600" dirty="0"/>
          </a:p>
        </p:txBody>
      </p:sp>
      <p:sp>
        <p:nvSpPr>
          <p:cNvPr id="24" name="S05-fracbar113"/>
          <p:cNvSpPr/>
          <p:nvPr/>
        </p:nvSpPr>
        <p:spPr>
          <a:xfrm>
            <a:off x="9973818" y="2588514"/>
            <a:ext cx="516636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5" name="S05-num114"/>
          <p:cNvSpPr txBox="1"/>
          <p:nvPr/>
        </p:nvSpPr>
        <p:spPr>
          <a:xfrm>
            <a:off x="9937242" y="2625090"/>
            <a:ext cx="58978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600" dirty="0"/>
          </a:p>
        </p:txBody>
      </p:sp>
      <p:sp>
        <p:nvSpPr>
          <p:cNvPr id="26" name="S05-label115"/>
          <p:cNvSpPr txBox="1"/>
          <p:nvPr/>
        </p:nvSpPr>
        <p:spPr>
          <a:xfrm>
            <a:off x="8156448" y="3238500"/>
            <a:ext cx="3483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1과 4분의 1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분수일까요?</a:t>
            </a:r>
            <a:endParaRPr lang="ko-KR" sz="4000" dirty="0"/>
          </a:p>
        </p:txBody>
      </p:sp>
      <p:sp>
        <p:nvSpPr>
          <p:cNvPr id="3" name="S06-text11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진분수, 가분수, 대분수 중 무엇인지 말해요.</a:t>
            </a:r>
            <a:endParaRPr lang="ko-KR" sz="3000" dirty="0"/>
          </a:p>
        </p:txBody>
      </p:sp>
      <p:sp>
        <p:nvSpPr>
          <p:cNvPr id="4" name="S06-card11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6-cardtext11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분자와 분모의 크기를 비교해요.</a:t>
            </a:r>
            <a:endParaRPr lang="ko-KR" sz="3000" dirty="0"/>
          </a:p>
        </p:txBody>
      </p:sp>
      <p:sp>
        <p:nvSpPr>
          <p:cNvPr id="6" name="S06-chip119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6-num120"/>
          <p:cNvSpPr txBox="1"/>
          <p:nvPr/>
        </p:nvSpPr>
        <p:spPr>
          <a:xfrm>
            <a:off x="1344168" y="201269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800" dirty="0"/>
          </a:p>
        </p:txBody>
      </p:sp>
      <p:sp>
        <p:nvSpPr>
          <p:cNvPr id="8" name="S06-fracbar121"/>
          <p:cNvSpPr/>
          <p:nvPr/>
        </p:nvSpPr>
        <p:spPr>
          <a:xfrm>
            <a:off x="1380744" y="246888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9" name="S06-num122"/>
          <p:cNvSpPr txBox="1"/>
          <p:nvPr/>
        </p:nvSpPr>
        <p:spPr>
          <a:xfrm>
            <a:off x="1344168" y="250545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800" dirty="0"/>
          </a:p>
        </p:txBody>
      </p:sp>
      <p:sp>
        <p:nvSpPr>
          <p:cNvPr id="10" name="S06-chip123"/>
          <p:cNvSpPr txBox="1"/>
          <p:nvPr/>
        </p:nvSpPr>
        <p:spPr>
          <a:xfrm>
            <a:off x="6277356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1" name="S06-num124"/>
          <p:cNvSpPr txBox="1"/>
          <p:nvPr/>
        </p:nvSpPr>
        <p:spPr>
          <a:xfrm>
            <a:off x="7072884" y="201269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800" dirty="0"/>
          </a:p>
        </p:txBody>
      </p:sp>
      <p:sp>
        <p:nvSpPr>
          <p:cNvPr id="12" name="S06-fracbar125"/>
          <p:cNvSpPr/>
          <p:nvPr/>
        </p:nvSpPr>
        <p:spPr>
          <a:xfrm>
            <a:off x="7109460" y="246888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3" name="S06-num126"/>
          <p:cNvSpPr txBox="1"/>
          <p:nvPr/>
        </p:nvSpPr>
        <p:spPr>
          <a:xfrm>
            <a:off x="7072884" y="250545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800" dirty="0"/>
          </a:p>
        </p:txBody>
      </p:sp>
      <p:sp>
        <p:nvSpPr>
          <p:cNvPr id="14" name="S06-chip127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5" name="S06-op128"/>
          <p:cNvSpPr txBox="1"/>
          <p:nvPr/>
        </p:nvSpPr>
        <p:spPr>
          <a:xfrm>
            <a:off x="1344168" y="3109976"/>
            <a:ext cx="490728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800" dirty="0"/>
          </a:p>
        </p:txBody>
      </p:sp>
      <p:sp>
        <p:nvSpPr>
          <p:cNvPr id="16" name="S06-num129"/>
          <p:cNvSpPr txBox="1"/>
          <p:nvPr/>
        </p:nvSpPr>
        <p:spPr>
          <a:xfrm>
            <a:off x="1944624" y="310997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800" dirty="0"/>
          </a:p>
        </p:txBody>
      </p:sp>
      <p:sp>
        <p:nvSpPr>
          <p:cNvPr id="17" name="S06-fracbar130"/>
          <p:cNvSpPr/>
          <p:nvPr/>
        </p:nvSpPr>
        <p:spPr>
          <a:xfrm>
            <a:off x="1981200" y="356616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6-num131"/>
          <p:cNvSpPr txBox="1"/>
          <p:nvPr/>
        </p:nvSpPr>
        <p:spPr>
          <a:xfrm>
            <a:off x="1944624" y="360273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800" dirty="0"/>
          </a:p>
        </p:txBody>
      </p:sp>
      <p:sp>
        <p:nvSpPr>
          <p:cNvPr id="19" name="S06-chip132"/>
          <p:cNvSpPr txBox="1"/>
          <p:nvPr/>
        </p:nvSpPr>
        <p:spPr>
          <a:xfrm>
            <a:off x="6277356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20" name="S06-num133"/>
          <p:cNvSpPr txBox="1"/>
          <p:nvPr/>
        </p:nvSpPr>
        <p:spPr>
          <a:xfrm>
            <a:off x="7072884" y="310997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800" dirty="0"/>
          </a:p>
        </p:txBody>
      </p:sp>
      <p:sp>
        <p:nvSpPr>
          <p:cNvPr id="21" name="S06-fracbar134"/>
          <p:cNvSpPr/>
          <p:nvPr/>
        </p:nvSpPr>
        <p:spPr>
          <a:xfrm>
            <a:off x="7109460" y="356616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06-num135"/>
          <p:cNvSpPr txBox="1"/>
          <p:nvPr/>
        </p:nvSpPr>
        <p:spPr>
          <a:xfrm>
            <a:off x="7072884" y="360273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800" dirty="0"/>
          </a:p>
        </p:txBody>
      </p:sp>
      <p:sp>
        <p:nvSpPr>
          <p:cNvPr id="23" name="S06-chip136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</a:t>
            </a:r>
            <a:endParaRPr lang="ko-KR" sz="2400" dirty="0"/>
          </a:p>
        </p:txBody>
      </p:sp>
      <p:sp>
        <p:nvSpPr>
          <p:cNvPr id="24" name="S06-op137"/>
          <p:cNvSpPr txBox="1"/>
          <p:nvPr/>
        </p:nvSpPr>
        <p:spPr>
          <a:xfrm>
            <a:off x="1344168" y="4207256"/>
            <a:ext cx="490728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800" dirty="0"/>
          </a:p>
        </p:txBody>
      </p:sp>
      <p:sp>
        <p:nvSpPr>
          <p:cNvPr id="25" name="S06-num138"/>
          <p:cNvSpPr txBox="1"/>
          <p:nvPr/>
        </p:nvSpPr>
        <p:spPr>
          <a:xfrm>
            <a:off x="1944624" y="420725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800" dirty="0"/>
          </a:p>
        </p:txBody>
      </p:sp>
      <p:sp>
        <p:nvSpPr>
          <p:cNvPr id="26" name="S06-fracbar139"/>
          <p:cNvSpPr/>
          <p:nvPr/>
        </p:nvSpPr>
        <p:spPr>
          <a:xfrm>
            <a:off x="1981200" y="466344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7" name="S06-num140"/>
          <p:cNvSpPr txBox="1"/>
          <p:nvPr/>
        </p:nvSpPr>
        <p:spPr>
          <a:xfrm>
            <a:off x="1944624" y="470001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800" dirty="0"/>
          </a:p>
        </p:txBody>
      </p:sp>
      <p:sp>
        <p:nvSpPr>
          <p:cNvPr id="28" name="S06-chip141"/>
          <p:cNvSpPr txBox="1"/>
          <p:nvPr/>
        </p:nvSpPr>
        <p:spPr>
          <a:xfrm>
            <a:off x="6277356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⑥</a:t>
            </a:r>
            <a:endParaRPr lang="ko-KR" sz="2400" dirty="0"/>
          </a:p>
        </p:txBody>
      </p:sp>
      <p:sp>
        <p:nvSpPr>
          <p:cNvPr id="29" name="S06-num142"/>
          <p:cNvSpPr txBox="1"/>
          <p:nvPr/>
        </p:nvSpPr>
        <p:spPr>
          <a:xfrm>
            <a:off x="7072884" y="420725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800" dirty="0"/>
          </a:p>
        </p:txBody>
      </p:sp>
      <p:sp>
        <p:nvSpPr>
          <p:cNvPr id="30" name="S06-fracbar143"/>
          <p:cNvSpPr/>
          <p:nvPr/>
        </p:nvSpPr>
        <p:spPr>
          <a:xfrm>
            <a:off x="7109460" y="466344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1" name="S06-num144"/>
          <p:cNvSpPr txBox="1"/>
          <p:nvPr/>
        </p:nvSpPr>
        <p:spPr>
          <a:xfrm>
            <a:off x="7072884" y="470001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000" dirty="0"/>
          </a:p>
        </p:txBody>
      </p:sp>
      <p:sp>
        <p:nvSpPr>
          <p:cNvPr id="3" name="S07-card145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146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5분의 5는 진분수일까요, 가분수일까요?</a:t>
            </a:r>
            <a:endParaRPr lang="ko-KR" sz="3000" dirty="0"/>
          </a:p>
        </p:txBody>
      </p:sp>
      <p:sp>
        <p:nvSpPr>
          <p:cNvPr id="5" name="S07-card14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14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왜 그럴까요?</a:t>
            </a:r>
            <a:endParaRPr lang="ko-KR" sz="3000" dirty="0"/>
          </a:p>
        </p:txBody>
      </p:sp>
      <p:sp>
        <p:nvSpPr>
          <p:cNvPr id="7" name="S07-chip149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진분수</a:t>
            </a:r>
            <a:endParaRPr lang="ko-KR" sz="2400" dirty="0"/>
          </a:p>
        </p:txBody>
      </p:sp>
      <p:sp>
        <p:nvSpPr>
          <p:cNvPr id="8" name="S07-cell150"/>
          <p:cNvSpPr/>
          <p:nvPr/>
        </p:nvSpPr>
        <p:spPr>
          <a:xfrm>
            <a:off x="548640" y="3308604"/>
            <a:ext cx="1072591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7-cell151"/>
          <p:cNvSpPr/>
          <p:nvPr/>
        </p:nvSpPr>
        <p:spPr>
          <a:xfrm>
            <a:off x="1621231" y="3308604"/>
            <a:ext cx="1072591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7-cell152"/>
          <p:cNvSpPr/>
          <p:nvPr/>
        </p:nvSpPr>
        <p:spPr>
          <a:xfrm>
            <a:off x="2693822" y="3308604"/>
            <a:ext cx="1072591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7-cell153"/>
          <p:cNvSpPr/>
          <p:nvPr/>
        </p:nvSpPr>
        <p:spPr>
          <a:xfrm>
            <a:off x="3766414" y="3308604"/>
            <a:ext cx="1072591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7-cell154"/>
          <p:cNvSpPr/>
          <p:nvPr/>
        </p:nvSpPr>
        <p:spPr>
          <a:xfrm>
            <a:off x="4839005" y="3308604"/>
            <a:ext cx="1072591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7-figure155" descr="똑같이 5칸으로 나눈 띠, 5칸 색칠"/>
          <p:cNvSpPr/>
          <p:nvPr/>
        </p:nvSpPr>
        <p:spPr>
          <a:xfrm>
            <a:off x="548640" y="3308604"/>
            <a:ext cx="5362956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4" name="S07-text156"/>
          <p:cNvSpPr txBox="1"/>
          <p:nvPr/>
        </p:nvSpPr>
        <p:spPr>
          <a:xfrm>
            <a:off x="548640" y="4285488"/>
            <a:ext cx="5362956" cy="835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“분자가 분모보다 크지 않으니까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진분수예요.”</a:t>
            </a:r>
            <a:endParaRPr lang="ko-KR" sz="2400" dirty="0"/>
          </a:p>
        </p:txBody>
      </p:sp>
      <p:sp>
        <p:nvSpPr>
          <p:cNvPr id="15" name="S07-chip157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가분수</a:t>
            </a:r>
            <a:endParaRPr lang="ko-KR" sz="2400" dirty="0"/>
          </a:p>
        </p:txBody>
      </p:sp>
      <p:sp>
        <p:nvSpPr>
          <p:cNvPr id="16" name="S07-cell158"/>
          <p:cNvSpPr/>
          <p:nvPr/>
        </p:nvSpPr>
        <p:spPr>
          <a:xfrm>
            <a:off x="6277356" y="3308604"/>
            <a:ext cx="1072591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7-cell159"/>
          <p:cNvSpPr/>
          <p:nvPr/>
        </p:nvSpPr>
        <p:spPr>
          <a:xfrm>
            <a:off x="7349947" y="3308604"/>
            <a:ext cx="1072591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7-cell160"/>
          <p:cNvSpPr/>
          <p:nvPr/>
        </p:nvSpPr>
        <p:spPr>
          <a:xfrm>
            <a:off x="8422538" y="3308604"/>
            <a:ext cx="1072591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7-cell161"/>
          <p:cNvSpPr/>
          <p:nvPr/>
        </p:nvSpPr>
        <p:spPr>
          <a:xfrm>
            <a:off x="9495130" y="3308604"/>
            <a:ext cx="1072591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7-cell162"/>
          <p:cNvSpPr/>
          <p:nvPr/>
        </p:nvSpPr>
        <p:spPr>
          <a:xfrm>
            <a:off x="10567721" y="3308604"/>
            <a:ext cx="1072591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7-figure163" descr="똑같이 5칸으로 나눈 띠, 5칸 색칠"/>
          <p:cNvSpPr/>
          <p:nvPr/>
        </p:nvSpPr>
        <p:spPr>
          <a:xfrm>
            <a:off x="6277356" y="3308604"/>
            <a:ext cx="5362956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2" name="S07-text164"/>
          <p:cNvSpPr txBox="1"/>
          <p:nvPr/>
        </p:nvSpPr>
        <p:spPr>
          <a:xfrm>
            <a:off x="6277356" y="4285488"/>
            <a:ext cx="5362956" cy="835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“분자와 분모가 같으면 1이니까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가분수예요.”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대분수를 가분수로</a:t>
            </a:r>
            <a:endParaRPr lang="ko-KR" sz="4000" dirty="0"/>
          </a:p>
        </p:txBody>
      </p:sp>
      <p:sp>
        <p:nvSpPr>
          <p:cNvPr id="3" name="S08-card16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8-cardtext16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1을 분모가 같은 가분수로 바꿔 세어요.</a:t>
            </a:r>
            <a:endParaRPr lang="ko-KR" sz="3000" dirty="0"/>
          </a:p>
        </p:txBody>
      </p:sp>
      <p:sp>
        <p:nvSpPr>
          <p:cNvPr id="5" name="S08-op167"/>
          <p:cNvSpPr txBox="1"/>
          <p:nvPr/>
        </p:nvSpPr>
        <p:spPr>
          <a:xfrm>
            <a:off x="548640" y="1351280"/>
            <a:ext cx="541020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400" dirty="0"/>
          </a:p>
        </p:txBody>
      </p:sp>
      <p:sp>
        <p:nvSpPr>
          <p:cNvPr id="6" name="S08-num168"/>
          <p:cNvSpPr txBox="1"/>
          <p:nvPr/>
        </p:nvSpPr>
        <p:spPr>
          <a:xfrm>
            <a:off x="1199388" y="1351280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400" dirty="0"/>
          </a:p>
        </p:txBody>
      </p:sp>
      <p:sp>
        <p:nvSpPr>
          <p:cNvPr id="7" name="S08-fracbar169"/>
          <p:cNvSpPr/>
          <p:nvPr/>
        </p:nvSpPr>
        <p:spPr>
          <a:xfrm>
            <a:off x="1235964" y="1897380"/>
            <a:ext cx="489966" cy="0"/>
          </a:xfrm>
          <a:prstGeom prst="line">
            <a:avLst/>
          </a:prstGeom>
          <a:noFill/>
          <a:ln w="26988">
            <a:solidFill>
              <a:srgbClr val="1F2937"/>
            </a:solidFill>
            <a:prstDash val="solid"/>
          </a:ln>
        </p:spPr>
      </p:sp>
      <p:sp>
        <p:nvSpPr>
          <p:cNvPr id="8" name="S08-num170"/>
          <p:cNvSpPr txBox="1"/>
          <p:nvPr/>
        </p:nvSpPr>
        <p:spPr>
          <a:xfrm>
            <a:off x="1199388" y="1933956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400" dirty="0"/>
          </a:p>
        </p:txBody>
      </p:sp>
      <p:sp>
        <p:nvSpPr>
          <p:cNvPr id="9" name="S08-op171"/>
          <p:cNvSpPr txBox="1"/>
          <p:nvPr/>
        </p:nvSpPr>
        <p:spPr>
          <a:xfrm>
            <a:off x="1872234" y="1351280"/>
            <a:ext cx="437388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400" dirty="0"/>
          </a:p>
        </p:txBody>
      </p:sp>
      <p:sp>
        <p:nvSpPr>
          <p:cNvPr id="10" name="S08-blank172"/>
          <p:cNvSpPr/>
          <p:nvPr/>
        </p:nvSpPr>
        <p:spPr>
          <a:xfrm>
            <a:off x="2512385" y="1417518"/>
            <a:ext cx="377048" cy="37704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11" name="S08-fracbar173"/>
          <p:cNvSpPr/>
          <p:nvPr/>
        </p:nvSpPr>
        <p:spPr>
          <a:xfrm>
            <a:off x="2455926" y="1897380"/>
            <a:ext cx="489966" cy="0"/>
          </a:xfrm>
          <a:prstGeom prst="line">
            <a:avLst/>
          </a:prstGeom>
          <a:noFill/>
          <a:ln w="26988">
            <a:solidFill>
              <a:srgbClr val="1F2937"/>
            </a:solidFill>
            <a:prstDash val="solid"/>
          </a:ln>
        </p:spPr>
      </p:sp>
      <p:sp>
        <p:nvSpPr>
          <p:cNvPr id="12" name="S08-num174"/>
          <p:cNvSpPr txBox="1"/>
          <p:nvPr/>
        </p:nvSpPr>
        <p:spPr>
          <a:xfrm>
            <a:off x="2419350" y="1933956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400" dirty="0"/>
          </a:p>
        </p:txBody>
      </p:sp>
      <p:sp>
        <p:nvSpPr>
          <p:cNvPr id="13" name="S08-cell175"/>
          <p:cNvSpPr/>
          <p:nvPr/>
        </p:nvSpPr>
        <p:spPr>
          <a:xfrm>
            <a:off x="7778984" y="3451860"/>
            <a:ext cx="442661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8-cell176"/>
          <p:cNvSpPr/>
          <p:nvPr/>
        </p:nvSpPr>
        <p:spPr>
          <a:xfrm>
            <a:off x="8221645" y="3451860"/>
            <a:ext cx="442661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8-cell177"/>
          <p:cNvSpPr/>
          <p:nvPr/>
        </p:nvSpPr>
        <p:spPr>
          <a:xfrm>
            <a:off x="8664306" y="3451860"/>
            <a:ext cx="442661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8-cell178"/>
          <p:cNvSpPr/>
          <p:nvPr/>
        </p:nvSpPr>
        <p:spPr>
          <a:xfrm>
            <a:off x="9106967" y="3451860"/>
            <a:ext cx="442661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8-figure179" descr="똑같이 4칸으로 나눈 띠, 4칸 색칠"/>
          <p:cNvSpPr/>
          <p:nvPr/>
        </p:nvSpPr>
        <p:spPr>
          <a:xfrm>
            <a:off x="7778984" y="3451860"/>
            <a:ext cx="1770644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8" name="S08-cell180"/>
          <p:cNvSpPr/>
          <p:nvPr/>
        </p:nvSpPr>
        <p:spPr>
          <a:xfrm>
            <a:off x="9869668" y="3451860"/>
            <a:ext cx="442661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8-cell181"/>
          <p:cNvSpPr/>
          <p:nvPr/>
        </p:nvSpPr>
        <p:spPr>
          <a:xfrm>
            <a:off x="10312329" y="3451860"/>
            <a:ext cx="442661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8-cell182"/>
          <p:cNvSpPr/>
          <p:nvPr/>
        </p:nvSpPr>
        <p:spPr>
          <a:xfrm>
            <a:off x="10754990" y="3451860"/>
            <a:ext cx="442661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8-cell183"/>
          <p:cNvSpPr/>
          <p:nvPr/>
        </p:nvSpPr>
        <p:spPr>
          <a:xfrm>
            <a:off x="11197651" y="3451860"/>
            <a:ext cx="442661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8-figure184" descr="똑같이 4칸으로 나눈 띠, 3칸 색칠"/>
          <p:cNvSpPr/>
          <p:nvPr/>
        </p:nvSpPr>
        <p:spPr>
          <a:xfrm>
            <a:off x="9869668" y="3451860"/>
            <a:ext cx="1770644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3" name="S08-stepno185"/>
          <p:cNvSpPr txBox="1"/>
          <p:nvPr/>
        </p:nvSpPr>
        <p:spPr>
          <a:xfrm>
            <a:off x="548640" y="28757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24" name="S08-text186"/>
          <p:cNvSpPr txBox="1"/>
          <p:nvPr/>
        </p:nvSpPr>
        <p:spPr>
          <a:xfrm>
            <a:off x="1325880" y="2875788"/>
            <a:ext cx="60873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1은 4분의 1이 4개</a:t>
            </a:r>
            <a:endParaRPr lang="ko-KR" sz="3000" dirty="0"/>
          </a:p>
        </p:txBody>
      </p:sp>
      <p:sp>
        <p:nvSpPr>
          <p:cNvPr id="25" name="S08-stepno187"/>
          <p:cNvSpPr txBox="1"/>
          <p:nvPr/>
        </p:nvSpPr>
        <p:spPr>
          <a:xfrm>
            <a:off x="548640" y="358902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26" name="S08-text188"/>
          <p:cNvSpPr txBox="1"/>
          <p:nvPr/>
        </p:nvSpPr>
        <p:spPr>
          <a:xfrm>
            <a:off x="1325880" y="3589020"/>
            <a:ext cx="60873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4분의 3은 4분의 1이 3개</a:t>
            </a:r>
            <a:endParaRPr lang="ko-KR" sz="3000" dirty="0"/>
          </a:p>
        </p:txBody>
      </p:sp>
      <p:sp>
        <p:nvSpPr>
          <p:cNvPr id="27" name="S08-stepno189"/>
          <p:cNvSpPr txBox="1"/>
          <p:nvPr/>
        </p:nvSpPr>
        <p:spPr>
          <a:xfrm>
            <a:off x="548640" y="430225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28" name="S08-text190"/>
          <p:cNvSpPr txBox="1"/>
          <p:nvPr/>
        </p:nvSpPr>
        <p:spPr>
          <a:xfrm>
            <a:off x="1325880" y="4302252"/>
            <a:ext cx="60873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+ 3 = 7 → 4분의 7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가분수를 대분수로</a:t>
            </a:r>
            <a:endParaRPr lang="ko-KR" sz="4000" dirty="0"/>
          </a:p>
        </p:txBody>
      </p:sp>
      <p:sp>
        <p:nvSpPr>
          <p:cNvPr id="3" name="S09-card19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9-cardtext19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분모만큼씩 묶어 1을 만들어요.</a:t>
            </a:r>
            <a:endParaRPr lang="ko-KR" sz="3000" dirty="0"/>
          </a:p>
        </p:txBody>
      </p:sp>
      <p:sp>
        <p:nvSpPr>
          <p:cNvPr id="5" name="S09-num193"/>
          <p:cNvSpPr txBox="1"/>
          <p:nvPr/>
        </p:nvSpPr>
        <p:spPr>
          <a:xfrm>
            <a:off x="548640" y="1351280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3400" dirty="0"/>
          </a:p>
        </p:txBody>
      </p:sp>
      <p:sp>
        <p:nvSpPr>
          <p:cNvPr id="6" name="S09-fracbar194"/>
          <p:cNvSpPr/>
          <p:nvPr/>
        </p:nvSpPr>
        <p:spPr>
          <a:xfrm>
            <a:off x="585216" y="1897380"/>
            <a:ext cx="489966" cy="0"/>
          </a:xfrm>
          <a:prstGeom prst="line">
            <a:avLst/>
          </a:prstGeom>
          <a:noFill/>
          <a:ln w="26988">
            <a:solidFill>
              <a:srgbClr val="1F2937"/>
            </a:solidFill>
            <a:prstDash val="solid"/>
          </a:ln>
        </p:spPr>
      </p:sp>
      <p:sp>
        <p:nvSpPr>
          <p:cNvPr id="7" name="S09-num195"/>
          <p:cNvSpPr txBox="1"/>
          <p:nvPr/>
        </p:nvSpPr>
        <p:spPr>
          <a:xfrm>
            <a:off x="548640" y="1933956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400" dirty="0"/>
          </a:p>
        </p:txBody>
      </p:sp>
      <p:sp>
        <p:nvSpPr>
          <p:cNvPr id="8" name="S09-op196"/>
          <p:cNvSpPr txBox="1"/>
          <p:nvPr/>
        </p:nvSpPr>
        <p:spPr>
          <a:xfrm>
            <a:off x="1221486" y="1351280"/>
            <a:ext cx="437388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400" dirty="0"/>
          </a:p>
        </p:txBody>
      </p:sp>
      <p:sp>
        <p:nvSpPr>
          <p:cNvPr id="9" name="S09-blank197"/>
          <p:cNvSpPr/>
          <p:nvPr/>
        </p:nvSpPr>
        <p:spPr>
          <a:xfrm>
            <a:off x="1919676" y="1708856"/>
            <a:ext cx="377048" cy="37704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10" name="S09-blank198"/>
          <p:cNvSpPr/>
          <p:nvPr/>
        </p:nvSpPr>
        <p:spPr>
          <a:xfrm>
            <a:off x="2650561" y="1417518"/>
            <a:ext cx="377048" cy="37704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11" name="S09-fracbar199"/>
          <p:cNvSpPr/>
          <p:nvPr/>
        </p:nvSpPr>
        <p:spPr>
          <a:xfrm>
            <a:off x="2594102" y="1897380"/>
            <a:ext cx="489966" cy="0"/>
          </a:xfrm>
          <a:prstGeom prst="line">
            <a:avLst/>
          </a:prstGeom>
          <a:noFill/>
          <a:ln w="26988">
            <a:solidFill>
              <a:srgbClr val="1F2937"/>
            </a:solidFill>
            <a:prstDash val="solid"/>
          </a:ln>
        </p:spPr>
      </p:sp>
      <p:sp>
        <p:nvSpPr>
          <p:cNvPr id="12" name="S09-num200"/>
          <p:cNvSpPr txBox="1"/>
          <p:nvPr/>
        </p:nvSpPr>
        <p:spPr>
          <a:xfrm>
            <a:off x="2557526" y="1933956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400" dirty="0"/>
          </a:p>
        </p:txBody>
      </p:sp>
      <p:sp>
        <p:nvSpPr>
          <p:cNvPr id="13" name="S09-cell201"/>
          <p:cNvSpPr/>
          <p:nvPr/>
        </p:nvSpPr>
        <p:spPr>
          <a:xfrm>
            <a:off x="7778984" y="3451860"/>
            <a:ext cx="357916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9-cell202"/>
          <p:cNvSpPr/>
          <p:nvPr/>
        </p:nvSpPr>
        <p:spPr>
          <a:xfrm>
            <a:off x="8136900" y="3451860"/>
            <a:ext cx="357916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9-cell203"/>
          <p:cNvSpPr/>
          <p:nvPr/>
        </p:nvSpPr>
        <p:spPr>
          <a:xfrm>
            <a:off x="8494817" y="3451860"/>
            <a:ext cx="357916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9-figure204" descr="똑같이 3칸으로 나눈 띠, 3칸 색칠"/>
          <p:cNvSpPr/>
          <p:nvPr/>
        </p:nvSpPr>
        <p:spPr>
          <a:xfrm>
            <a:off x="7778984" y="3451860"/>
            <a:ext cx="1073749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7" name="S09-cell205"/>
          <p:cNvSpPr/>
          <p:nvPr/>
        </p:nvSpPr>
        <p:spPr>
          <a:xfrm>
            <a:off x="9172773" y="3451860"/>
            <a:ext cx="357916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9-cell206"/>
          <p:cNvSpPr/>
          <p:nvPr/>
        </p:nvSpPr>
        <p:spPr>
          <a:xfrm>
            <a:off x="9530690" y="3451860"/>
            <a:ext cx="357916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9-cell207"/>
          <p:cNvSpPr/>
          <p:nvPr/>
        </p:nvSpPr>
        <p:spPr>
          <a:xfrm>
            <a:off x="9888606" y="3451860"/>
            <a:ext cx="357916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9-figure208" descr="똑같이 3칸으로 나눈 띠, 3칸 색칠"/>
          <p:cNvSpPr/>
          <p:nvPr/>
        </p:nvSpPr>
        <p:spPr>
          <a:xfrm>
            <a:off x="9172773" y="3451860"/>
            <a:ext cx="1073749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1" name="S09-cell209"/>
          <p:cNvSpPr/>
          <p:nvPr/>
        </p:nvSpPr>
        <p:spPr>
          <a:xfrm>
            <a:off x="10566563" y="3451860"/>
            <a:ext cx="357916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9-cell210"/>
          <p:cNvSpPr/>
          <p:nvPr/>
        </p:nvSpPr>
        <p:spPr>
          <a:xfrm>
            <a:off x="10924479" y="3451860"/>
            <a:ext cx="357916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9-cell211"/>
          <p:cNvSpPr/>
          <p:nvPr/>
        </p:nvSpPr>
        <p:spPr>
          <a:xfrm>
            <a:off x="11282396" y="3451860"/>
            <a:ext cx="357916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09-figure212" descr="똑같이 3칸으로 나눈 띠, 2칸 색칠"/>
          <p:cNvSpPr/>
          <p:nvPr/>
        </p:nvSpPr>
        <p:spPr>
          <a:xfrm>
            <a:off x="10566563" y="3451860"/>
            <a:ext cx="1073749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09-stepno213"/>
          <p:cNvSpPr txBox="1"/>
          <p:nvPr/>
        </p:nvSpPr>
        <p:spPr>
          <a:xfrm>
            <a:off x="548640" y="28757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26" name="S09-text214"/>
          <p:cNvSpPr txBox="1"/>
          <p:nvPr/>
        </p:nvSpPr>
        <p:spPr>
          <a:xfrm>
            <a:off x="1325880" y="2875788"/>
            <a:ext cx="60873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3분의 3을 묶으면 1</a:t>
            </a:r>
            <a:endParaRPr lang="ko-KR" sz="3000" dirty="0"/>
          </a:p>
        </p:txBody>
      </p:sp>
      <p:sp>
        <p:nvSpPr>
          <p:cNvPr id="27" name="S09-stepno215"/>
          <p:cNvSpPr txBox="1"/>
          <p:nvPr/>
        </p:nvSpPr>
        <p:spPr>
          <a:xfrm>
            <a:off x="548640" y="358902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28" name="S09-text216"/>
          <p:cNvSpPr txBox="1"/>
          <p:nvPr/>
        </p:nvSpPr>
        <p:spPr>
          <a:xfrm>
            <a:off x="1325880" y="3589020"/>
            <a:ext cx="60873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3분의 8에는 1이 2개</a:t>
            </a:r>
            <a:endParaRPr lang="ko-KR" sz="3000" dirty="0"/>
          </a:p>
        </p:txBody>
      </p:sp>
      <p:sp>
        <p:nvSpPr>
          <p:cNvPr id="29" name="S09-stepno217"/>
          <p:cNvSpPr txBox="1"/>
          <p:nvPr/>
        </p:nvSpPr>
        <p:spPr>
          <a:xfrm>
            <a:off x="548640" y="430225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30" name="S09-text218"/>
          <p:cNvSpPr txBox="1"/>
          <p:nvPr/>
        </p:nvSpPr>
        <p:spPr>
          <a:xfrm>
            <a:off x="1325880" y="4302252"/>
            <a:ext cx="60873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3분의 2 → 2와 3분의 2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바꾸어 써요</a:t>
            </a:r>
            <a:endParaRPr lang="ko-KR" sz="4000" dirty="0"/>
          </a:p>
        </p:txBody>
      </p:sp>
      <p:sp>
        <p:nvSpPr>
          <p:cNvPr id="3" name="S10-text21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①②는 가분수로, ③④는 대분수로 바꿔요.</a:t>
            </a:r>
            <a:endParaRPr lang="ko-KR" sz="3000" dirty="0"/>
          </a:p>
        </p:txBody>
      </p:sp>
      <p:sp>
        <p:nvSpPr>
          <p:cNvPr id="4" name="S10-card22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0-cardtext22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1은 분자와 분모가 같은 분수예요.</a:t>
            </a:r>
            <a:endParaRPr lang="ko-KR" sz="3000" dirty="0"/>
          </a:p>
        </p:txBody>
      </p:sp>
      <p:sp>
        <p:nvSpPr>
          <p:cNvPr id="6" name="S10-chip222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10-op223"/>
          <p:cNvSpPr txBox="1"/>
          <p:nvPr/>
        </p:nvSpPr>
        <p:spPr>
          <a:xfrm>
            <a:off x="1344168" y="2197100"/>
            <a:ext cx="541020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400" dirty="0"/>
          </a:p>
        </p:txBody>
      </p:sp>
      <p:sp>
        <p:nvSpPr>
          <p:cNvPr id="8" name="S10-num224"/>
          <p:cNvSpPr txBox="1"/>
          <p:nvPr/>
        </p:nvSpPr>
        <p:spPr>
          <a:xfrm>
            <a:off x="1994916" y="2197100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400" dirty="0"/>
          </a:p>
        </p:txBody>
      </p:sp>
      <p:sp>
        <p:nvSpPr>
          <p:cNvPr id="9" name="S10-fracbar225"/>
          <p:cNvSpPr/>
          <p:nvPr/>
        </p:nvSpPr>
        <p:spPr>
          <a:xfrm>
            <a:off x="2031492" y="2743200"/>
            <a:ext cx="489966" cy="0"/>
          </a:xfrm>
          <a:prstGeom prst="line">
            <a:avLst/>
          </a:prstGeom>
          <a:noFill/>
          <a:ln w="26988">
            <a:solidFill>
              <a:srgbClr val="1F2937"/>
            </a:solidFill>
            <a:prstDash val="solid"/>
          </a:ln>
        </p:spPr>
      </p:sp>
      <p:sp>
        <p:nvSpPr>
          <p:cNvPr id="10" name="S10-num226"/>
          <p:cNvSpPr txBox="1"/>
          <p:nvPr/>
        </p:nvSpPr>
        <p:spPr>
          <a:xfrm>
            <a:off x="1994916" y="2779776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400" dirty="0"/>
          </a:p>
        </p:txBody>
      </p:sp>
      <p:sp>
        <p:nvSpPr>
          <p:cNvPr id="11" name="S10-op227"/>
          <p:cNvSpPr txBox="1"/>
          <p:nvPr/>
        </p:nvSpPr>
        <p:spPr>
          <a:xfrm>
            <a:off x="2667762" y="2197100"/>
            <a:ext cx="437388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400" dirty="0"/>
          </a:p>
        </p:txBody>
      </p:sp>
      <p:sp>
        <p:nvSpPr>
          <p:cNvPr id="12" name="S10-blank228"/>
          <p:cNvSpPr/>
          <p:nvPr/>
        </p:nvSpPr>
        <p:spPr>
          <a:xfrm>
            <a:off x="3307913" y="2263338"/>
            <a:ext cx="377048" cy="37704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13" name="S10-fracbar229"/>
          <p:cNvSpPr/>
          <p:nvPr/>
        </p:nvSpPr>
        <p:spPr>
          <a:xfrm>
            <a:off x="3251454" y="2743200"/>
            <a:ext cx="489966" cy="0"/>
          </a:xfrm>
          <a:prstGeom prst="line">
            <a:avLst/>
          </a:prstGeom>
          <a:noFill/>
          <a:ln w="26988">
            <a:solidFill>
              <a:srgbClr val="1F2937"/>
            </a:solidFill>
            <a:prstDash val="solid"/>
          </a:ln>
        </p:spPr>
      </p:sp>
      <p:sp>
        <p:nvSpPr>
          <p:cNvPr id="14" name="S10-num230"/>
          <p:cNvSpPr txBox="1"/>
          <p:nvPr/>
        </p:nvSpPr>
        <p:spPr>
          <a:xfrm>
            <a:off x="3214878" y="2779776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400" dirty="0"/>
          </a:p>
        </p:txBody>
      </p:sp>
      <p:sp>
        <p:nvSpPr>
          <p:cNvPr id="15" name="S10-chip231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6" name="S10-op232"/>
          <p:cNvSpPr txBox="1"/>
          <p:nvPr/>
        </p:nvSpPr>
        <p:spPr>
          <a:xfrm>
            <a:off x="7072884" y="2197100"/>
            <a:ext cx="541020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400" dirty="0"/>
          </a:p>
        </p:txBody>
      </p:sp>
      <p:sp>
        <p:nvSpPr>
          <p:cNvPr id="17" name="S10-num233"/>
          <p:cNvSpPr txBox="1"/>
          <p:nvPr/>
        </p:nvSpPr>
        <p:spPr>
          <a:xfrm>
            <a:off x="7723632" y="2197100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400" dirty="0"/>
          </a:p>
        </p:txBody>
      </p:sp>
      <p:sp>
        <p:nvSpPr>
          <p:cNvPr id="18" name="S10-fracbar234"/>
          <p:cNvSpPr/>
          <p:nvPr/>
        </p:nvSpPr>
        <p:spPr>
          <a:xfrm>
            <a:off x="7760208" y="2743200"/>
            <a:ext cx="489966" cy="0"/>
          </a:xfrm>
          <a:prstGeom prst="line">
            <a:avLst/>
          </a:prstGeom>
          <a:noFill/>
          <a:ln w="26988">
            <a:solidFill>
              <a:srgbClr val="1F2937"/>
            </a:solidFill>
            <a:prstDash val="solid"/>
          </a:ln>
        </p:spPr>
      </p:sp>
      <p:sp>
        <p:nvSpPr>
          <p:cNvPr id="19" name="S10-num235"/>
          <p:cNvSpPr txBox="1"/>
          <p:nvPr/>
        </p:nvSpPr>
        <p:spPr>
          <a:xfrm>
            <a:off x="7723632" y="2779776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400" dirty="0"/>
          </a:p>
        </p:txBody>
      </p:sp>
      <p:sp>
        <p:nvSpPr>
          <p:cNvPr id="20" name="S10-op236"/>
          <p:cNvSpPr txBox="1"/>
          <p:nvPr/>
        </p:nvSpPr>
        <p:spPr>
          <a:xfrm>
            <a:off x="8396478" y="2197100"/>
            <a:ext cx="437388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400" dirty="0"/>
          </a:p>
        </p:txBody>
      </p:sp>
      <p:sp>
        <p:nvSpPr>
          <p:cNvPr id="21" name="S10-blank237"/>
          <p:cNvSpPr/>
          <p:nvPr/>
        </p:nvSpPr>
        <p:spPr>
          <a:xfrm>
            <a:off x="9036629" y="2263338"/>
            <a:ext cx="377048" cy="37704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22" name="S10-fracbar238"/>
          <p:cNvSpPr/>
          <p:nvPr/>
        </p:nvSpPr>
        <p:spPr>
          <a:xfrm>
            <a:off x="8980170" y="2743200"/>
            <a:ext cx="489966" cy="0"/>
          </a:xfrm>
          <a:prstGeom prst="line">
            <a:avLst/>
          </a:prstGeom>
          <a:noFill/>
          <a:ln w="26988">
            <a:solidFill>
              <a:srgbClr val="1F2937"/>
            </a:solidFill>
            <a:prstDash val="solid"/>
          </a:ln>
        </p:spPr>
      </p:sp>
      <p:sp>
        <p:nvSpPr>
          <p:cNvPr id="23" name="S10-num239"/>
          <p:cNvSpPr txBox="1"/>
          <p:nvPr/>
        </p:nvSpPr>
        <p:spPr>
          <a:xfrm>
            <a:off x="8943594" y="2779776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400" dirty="0"/>
          </a:p>
        </p:txBody>
      </p:sp>
      <p:sp>
        <p:nvSpPr>
          <p:cNvPr id="24" name="S10-chip240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25" name="S10-num241"/>
          <p:cNvSpPr txBox="1"/>
          <p:nvPr/>
        </p:nvSpPr>
        <p:spPr>
          <a:xfrm>
            <a:off x="1344168" y="3843020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3400" dirty="0"/>
          </a:p>
        </p:txBody>
      </p:sp>
      <p:sp>
        <p:nvSpPr>
          <p:cNvPr id="26" name="S10-fracbar242"/>
          <p:cNvSpPr/>
          <p:nvPr/>
        </p:nvSpPr>
        <p:spPr>
          <a:xfrm>
            <a:off x="1380744" y="4389120"/>
            <a:ext cx="489966" cy="0"/>
          </a:xfrm>
          <a:prstGeom prst="line">
            <a:avLst/>
          </a:prstGeom>
          <a:noFill/>
          <a:ln w="26988">
            <a:solidFill>
              <a:srgbClr val="1F2937"/>
            </a:solidFill>
            <a:prstDash val="solid"/>
          </a:ln>
        </p:spPr>
      </p:sp>
      <p:sp>
        <p:nvSpPr>
          <p:cNvPr id="27" name="S10-num243"/>
          <p:cNvSpPr txBox="1"/>
          <p:nvPr/>
        </p:nvSpPr>
        <p:spPr>
          <a:xfrm>
            <a:off x="1344168" y="4425696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400" dirty="0"/>
          </a:p>
        </p:txBody>
      </p:sp>
      <p:sp>
        <p:nvSpPr>
          <p:cNvPr id="28" name="S10-op244"/>
          <p:cNvSpPr txBox="1"/>
          <p:nvPr/>
        </p:nvSpPr>
        <p:spPr>
          <a:xfrm>
            <a:off x="2017014" y="3843020"/>
            <a:ext cx="437388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400" dirty="0"/>
          </a:p>
        </p:txBody>
      </p:sp>
      <p:sp>
        <p:nvSpPr>
          <p:cNvPr id="29" name="S10-blank245"/>
          <p:cNvSpPr/>
          <p:nvPr/>
        </p:nvSpPr>
        <p:spPr>
          <a:xfrm>
            <a:off x="2715204" y="4200596"/>
            <a:ext cx="377048" cy="37704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30" name="S10-blank246"/>
          <p:cNvSpPr/>
          <p:nvPr/>
        </p:nvSpPr>
        <p:spPr>
          <a:xfrm>
            <a:off x="3446089" y="3909258"/>
            <a:ext cx="377048" cy="37704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31" name="S10-fracbar247"/>
          <p:cNvSpPr/>
          <p:nvPr/>
        </p:nvSpPr>
        <p:spPr>
          <a:xfrm>
            <a:off x="3389630" y="4389120"/>
            <a:ext cx="489966" cy="0"/>
          </a:xfrm>
          <a:prstGeom prst="line">
            <a:avLst/>
          </a:prstGeom>
          <a:noFill/>
          <a:ln w="26988">
            <a:solidFill>
              <a:srgbClr val="1F2937"/>
            </a:solidFill>
            <a:prstDash val="solid"/>
          </a:ln>
        </p:spPr>
      </p:sp>
      <p:sp>
        <p:nvSpPr>
          <p:cNvPr id="32" name="S10-num248"/>
          <p:cNvSpPr txBox="1"/>
          <p:nvPr/>
        </p:nvSpPr>
        <p:spPr>
          <a:xfrm>
            <a:off x="3353054" y="4425696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400" dirty="0"/>
          </a:p>
        </p:txBody>
      </p:sp>
      <p:sp>
        <p:nvSpPr>
          <p:cNvPr id="33" name="S10-chip249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34" name="S10-num250"/>
          <p:cNvSpPr txBox="1"/>
          <p:nvPr/>
        </p:nvSpPr>
        <p:spPr>
          <a:xfrm>
            <a:off x="7072884" y="3843020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3400" dirty="0"/>
          </a:p>
        </p:txBody>
      </p:sp>
      <p:sp>
        <p:nvSpPr>
          <p:cNvPr id="35" name="S10-fracbar251"/>
          <p:cNvSpPr/>
          <p:nvPr/>
        </p:nvSpPr>
        <p:spPr>
          <a:xfrm>
            <a:off x="7109460" y="4389120"/>
            <a:ext cx="489966" cy="0"/>
          </a:xfrm>
          <a:prstGeom prst="line">
            <a:avLst/>
          </a:prstGeom>
          <a:noFill/>
          <a:ln w="26988">
            <a:solidFill>
              <a:srgbClr val="1F2937"/>
            </a:solidFill>
            <a:prstDash val="solid"/>
          </a:ln>
        </p:spPr>
      </p:sp>
      <p:sp>
        <p:nvSpPr>
          <p:cNvPr id="36" name="S10-num252"/>
          <p:cNvSpPr txBox="1"/>
          <p:nvPr/>
        </p:nvSpPr>
        <p:spPr>
          <a:xfrm>
            <a:off x="7072884" y="4425696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3400" dirty="0"/>
          </a:p>
        </p:txBody>
      </p:sp>
      <p:sp>
        <p:nvSpPr>
          <p:cNvPr id="37" name="S10-op253"/>
          <p:cNvSpPr txBox="1"/>
          <p:nvPr/>
        </p:nvSpPr>
        <p:spPr>
          <a:xfrm>
            <a:off x="7745730" y="3843020"/>
            <a:ext cx="437388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400" dirty="0"/>
          </a:p>
        </p:txBody>
      </p:sp>
      <p:sp>
        <p:nvSpPr>
          <p:cNvPr id="38" name="S10-blank254"/>
          <p:cNvSpPr/>
          <p:nvPr/>
        </p:nvSpPr>
        <p:spPr>
          <a:xfrm>
            <a:off x="8443920" y="4200596"/>
            <a:ext cx="377048" cy="37704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39" name="S10-blank255"/>
          <p:cNvSpPr/>
          <p:nvPr/>
        </p:nvSpPr>
        <p:spPr>
          <a:xfrm>
            <a:off x="9174805" y="3909258"/>
            <a:ext cx="377048" cy="37704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40" name="S10-fracbar256"/>
          <p:cNvSpPr/>
          <p:nvPr/>
        </p:nvSpPr>
        <p:spPr>
          <a:xfrm>
            <a:off x="9118346" y="4389120"/>
            <a:ext cx="489966" cy="0"/>
          </a:xfrm>
          <a:prstGeom prst="line">
            <a:avLst/>
          </a:prstGeom>
          <a:noFill/>
          <a:ln w="26988">
            <a:solidFill>
              <a:srgbClr val="1F2937"/>
            </a:solidFill>
            <a:prstDash val="solid"/>
          </a:ln>
        </p:spPr>
      </p:sp>
      <p:sp>
        <p:nvSpPr>
          <p:cNvPr id="41" name="S10-num257"/>
          <p:cNvSpPr txBox="1"/>
          <p:nvPr/>
        </p:nvSpPr>
        <p:spPr>
          <a:xfrm>
            <a:off x="9081770" y="4425696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text25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①은 어떤 분수인지 말하고, ②~④는 바꿔요.</a:t>
            </a:r>
            <a:endParaRPr lang="ko-KR" sz="3000" dirty="0"/>
          </a:p>
        </p:txBody>
      </p:sp>
      <p:sp>
        <p:nvSpPr>
          <p:cNvPr id="4" name="S11-chip259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11-num260"/>
          <p:cNvSpPr txBox="1"/>
          <p:nvPr/>
        </p:nvSpPr>
        <p:spPr>
          <a:xfrm>
            <a:off x="1344168" y="2197100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3400" dirty="0"/>
          </a:p>
        </p:txBody>
      </p:sp>
      <p:sp>
        <p:nvSpPr>
          <p:cNvPr id="6" name="S11-fracbar261"/>
          <p:cNvSpPr/>
          <p:nvPr/>
        </p:nvSpPr>
        <p:spPr>
          <a:xfrm>
            <a:off x="1380744" y="2743200"/>
            <a:ext cx="489966" cy="0"/>
          </a:xfrm>
          <a:prstGeom prst="line">
            <a:avLst/>
          </a:prstGeom>
          <a:noFill/>
          <a:ln w="26988">
            <a:solidFill>
              <a:srgbClr val="1F2937"/>
            </a:solidFill>
            <a:prstDash val="solid"/>
          </a:ln>
        </p:spPr>
      </p:sp>
      <p:sp>
        <p:nvSpPr>
          <p:cNvPr id="7" name="S11-num262"/>
          <p:cNvSpPr txBox="1"/>
          <p:nvPr/>
        </p:nvSpPr>
        <p:spPr>
          <a:xfrm>
            <a:off x="1344168" y="2779776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3400" dirty="0"/>
          </a:p>
        </p:txBody>
      </p:sp>
      <p:sp>
        <p:nvSpPr>
          <p:cNvPr id="8" name="S11-chip263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11-op264"/>
          <p:cNvSpPr txBox="1"/>
          <p:nvPr/>
        </p:nvSpPr>
        <p:spPr>
          <a:xfrm>
            <a:off x="7072884" y="2197100"/>
            <a:ext cx="541020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400" dirty="0"/>
          </a:p>
        </p:txBody>
      </p:sp>
      <p:sp>
        <p:nvSpPr>
          <p:cNvPr id="10" name="S11-num265"/>
          <p:cNvSpPr txBox="1"/>
          <p:nvPr/>
        </p:nvSpPr>
        <p:spPr>
          <a:xfrm>
            <a:off x="7723632" y="2197100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400" dirty="0"/>
          </a:p>
        </p:txBody>
      </p:sp>
      <p:sp>
        <p:nvSpPr>
          <p:cNvPr id="11" name="S11-fracbar266"/>
          <p:cNvSpPr/>
          <p:nvPr/>
        </p:nvSpPr>
        <p:spPr>
          <a:xfrm>
            <a:off x="7760208" y="2743200"/>
            <a:ext cx="489966" cy="0"/>
          </a:xfrm>
          <a:prstGeom prst="line">
            <a:avLst/>
          </a:prstGeom>
          <a:noFill/>
          <a:ln w="26988">
            <a:solidFill>
              <a:srgbClr val="1F2937"/>
            </a:solidFill>
            <a:prstDash val="solid"/>
          </a:ln>
        </p:spPr>
      </p:sp>
      <p:sp>
        <p:nvSpPr>
          <p:cNvPr id="12" name="S11-num267"/>
          <p:cNvSpPr txBox="1"/>
          <p:nvPr/>
        </p:nvSpPr>
        <p:spPr>
          <a:xfrm>
            <a:off x="7723632" y="2779776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400" dirty="0"/>
          </a:p>
        </p:txBody>
      </p:sp>
      <p:sp>
        <p:nvSpPr>
          <p:cNvPr id="13" name="S11-op268"/>
          <p:cNvSpPr txBox="1"/>
          <p:nvPr/>
        </p:nvSpPr>
        <p:spPr>
          <a:xfrm>
            <a:off x="8396478" y="2197100"/>
            <a:ext cx="437388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400" dirty="0"/>
          </a:p>
        </p:txBody>
      </p:sp>
      <p:sp>
        <p:nvSpPr>
          <p:cNvPr id="14" name="S11-blank269"/>
          <p:cNvSpPr/>
          <p:nvPr/>
        </p:nvSpPr>
        <p:spPr>
          <a:xfrm>
            <a:off x="9036629" y="2263338"/>
            <a:ext cx="377048" cy="37704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15" name="S11-fracbar270"/>
          <p:cNvSpPr/>
          <p:nvPr/>
        </p:nvSpPr>
        <p:spPr>
          <a:xfrm>
            <a:off x="8980170" y="2743200"/>
            <a:ext cx="489966" cy="0"/>
          </a:xfrm>
          <a:prstGeom prst="line">
            <a:avLst/>
          </a:prstGeom>
          <a:noFill/>
          <a:ln w="26988">
            <a:solidFill>
              <a:srgbClr val="1F2937"/>
            </a:solidFill>
            <a:prstDash val="solid"/>
          </a:ln>
        </p:spPr>
      </p:sp>
      <p:sp>
        <p:nvSpPr>
          <p:cNvPr id="16" name="S11-num271"/>
          <p:cNvSpPr txBox="1"/>
          <p:nvPr/>
        </p:nvSpPr>
        <p:spPr>
          <a:xfrm>
            <a:off x="8943594" y="2779776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400" dirty="0"/>
          </a:p>
        </p:txBody>
      </p:sp>
      <p:sp>
        <p:nvSpPr>
          <p:cNvPr id="17" name="S11-chip272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8" name="S11-num273"/>
          <p:cNvSpPr txBox="1"/>
          <p:nvPr/>
        </p:nvSpPr>
        <p:spPr>
          <a:xfrm>
            <a:off x="1344168" y="4391660"/>
            <a:ext cx="665480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3400" dirty="0"/>
          </a:p>
        </p:txBody>
      </p:sp>
      <p:sp>
        <p:nvSpPr>
          <p:cNvPr id="19" name="S11-fracbar274"/>
          <p:cNvSpPr/>
          <p:nvPr/>
        </p:nvSpPr>
        <p:spPr>
          <a:xfrm>
            <a:off x="1380744" y="4937760"/>
            <a:ext cx="592328" cy="0"/>
          </a:xfrm>
          <a:prstGeom prst="line">
            <a:avLst/>
          </a:prstGeom>
          <a:noFill/>
          <a:ln w="26988">
            <a:solidFill>
              <a:srgbClr val="1F2937"/>
            </a:solidFill>
            <a:prstDash val="solid"/>
          </a:ln>
        </p:spPr>
      </p:sp>
      <p:sp>
        <p:nvSpPr>
          <p:cNvPr id="20" name="S11-num275"/>
          <p:cNvSpPr txBox="1"/>
          <p:nvPr/>
        </p:nvSpPr>
        <p:spPr>
          <a:xfrm>
            <a:off x="1344168" y="4974336"/>
            <a:ext cx="665480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400" dirty="0"/>
          </a:p>
        </p:txBody>
      </p:sp>
      <p:sp>
        <p:nvSpPr>
          <p:cNvPr id="21" name="S11-op276"/>
          <p:cNvSpPr txBox="1"/>
          <p:nvPr/>
        </p:nvSpPr>
        <p:spPr>
          <a:xfrm>
            <a:off x="2119376" y="4391660"/>
            <a:ext cx="437388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400" dirty="0"/>
          </a:p>
        </p:txBody>
      </p:sp>
      <p:sp>
        <p:nvSpPr>
          <p:cNvPr id="22" name="S11-blank277"/>
          <p:cNvSpPr/>
          <p:nvPr/>
        </p:nvSpPr>
        <p:spPr>
          <a:xfrm>
            <a:off x="2817566" y="4749236"/>
            <a:ext cx="377048" cy="37704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23" name="S11-blank278"/>
          <p:cNvSpPr/>
          <p:nvPr/>
        </p:nvSpPr>
        <p:spPr>
          <a:xfrm>
            <a:off x="3548451" y="4457898"/>
            <a:ext cx="377048" cy="37704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24" name="S11-fracbar279"/>
          <p:cNvSpPr/>
          <p:nvPr/>
        </p:nvSpPr>
        <p:spPr>
          <a:xfrm>
            <a:off x="3491992" y="4937760"/>
            <a:ext cx="489966" cy="0"/>
          </a:xfrm>
          <a:prstGeom prst="line">
            <a:avLst/>
          </a:prstGeom>
          <a:noFill/>
          <a:ln w="26988">
            <a:solidFill>
              <a:srgbClr val="1F2937"/>
            </a:solidFill>
            <a:prstDash val="solid"/>
          </a:ln>
        </p:spPr>
      </p:sp>
      <p:sp>
        <p:nvSpPr>
          <p:cNvPr id="25" name="S11-num280"/>
          <p:cNvSpPr txBox="1"/>
          <p:nvPr/>
        </p:nvSpPr>
        <p:spPr>
          <a:xfrm>
            <a:off x="3455416" y="4974336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400" dirty="0"/>
          </a:p>
        </p:txBody>
      </p:sp>
      <p:sp>
        <p:nvSpPr>
          <p:cNvPr id="26" name="S11-chip281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27" name="S11-op282"/>
          <p:cNvSpPr txBox="1"/>
          <p:nvPr/>
        </p:nvSpPr>
        <p:spPr>
          <a:xfrm>
            <a:off x="7072884" y="4391660"/>
            <a:ext cx="541020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400" dirty="0"/>
          </a:p>
        </p:txBody>
      </p:sp>
      <p:sp>
        <p:nvSpPr>
          <p:cNvPr id="28" name="S11-num283"/>
          <p:cNvSpPr txBox="1"/>
          <p:nvPr/>
        </p:nvSpPr>
        <p:spPr>
          <a:xfrm>
            <a:off x="7723632" y="4391660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400" dirty="0"/>
          </a:p>
        </p:txBody>
      </p:sp>
      <p:sp>
        <p:nvSpPr>
          <p:cNvPr id="29" name="S11-fracbar284"/>
          <p:cNvSpPr/>
          <p:nvPr/>
        </p:nvSpPr>
        <p:spPr>
          <a:xfrm>
            <a:off x="7760208" y="4937760"/>
            <a:ext cx="489966" cy="0"/>
          </a:xfrm>
          <a:prstGeom prst="line">
            <a:avLst/>
          </a:prstGeom>
          <a:noFill/>
          <a:ln w="26988">
            <a:solidFill>
              <a:srgbClr val="1F2937"/>
            </a:solidFill>
            <a:prstDash val="solid"/>
          </a:ln>
        </p:spPr>
      </p:sp>
      <p:sp>
        <p:nvSpPr>
          <p:cNvPr id="30" name="S11-num285"/>
          <p:cNvSpPr txBox="1"/>
          <p:nvPr/>
        </p:nvSpPr>
        <p:spPr>
          <a:xfrm>
            <a:off x="7723632" y="4974336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400" dirty="0"/>
          </a:p>
        </p:txBody>
      </p:sp>
      <p:sp>
        <p:nvSpPr>
          <p:cNvPr id="31" name="S11-op286"/>
          <p:cNvSpPr txBox="1"/>
          <p:nvPr/>
        </p:nvSpPr>
        <p:spPr>
          <a:xfrm>
            <a:off x="8396478" y="4391660"/>
            <a:ext cx="437388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400" dirty="0"/>
          </a:p>
        </p:txBody>
      </p:sp>
      <p:sp>
        <p:nvSpPr>
          <p:cNvPr id="32" name="S11-blank287"/>
          <p:cNvSpPr/>
          <p:nvPr/>
        </p:nvSpPr>
        <p:spPr>
          <a:xfrm>
            <a:off x="9036629" y="4457898"/>
            <a:ext cx="377048" cy="37704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33" name="S11-fracbar288"/>
          <p:cNvSpPr/>
          <p:nvPr/>
        </p:nvSpPr>
        <p:spPr>
          <a:xfrm>
            <a:off x="8980170" y="4937760"/>
            <a:ext cx="489966" cy="0"/>
          </a:xfrm>
          <a:prstGeom prst="line">
            <a:avLst/>
          </a:prstGeom>
          <a:noFill/>
          <a:ln w="26988">
            <a:solidFill>
              <a:srgbClr val="1F2937"/>
            </a:solidFill>
            <a:prstDash val="solid"/>
          </a:ln>
        </p:spPr>
      </p:sp>
      <p:sp>
        <p:nvSpPr>
          <p:cNvPr id="34" name="S11-num289"/>
          <p:cNvSpPr txBox="1"/>
          <p:nvPr/>
        </p:nvSpPr>
        <p:spPr>
          <a:xfrm>
            <a:off x="8943594" y="4974336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그림을 분수로</a:t>
            </a:r>
            <a:endParaRPr lang="ko-KR" sz="4000" dirty="0"/>
          </a:p>
        </p:txBody>
      </p:sp>
      <p:sp>
        <p:nvSpPr>
          <p:cNvPr id="3" name="S13-text29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색칠한 부분을 두 가지로 나타내요.</a:t>
            </a:r>
            <a:endParaRPr lang="ko-KR" sz="3000" dirty="0"/>
          </a:p>
        </p:txBody>
      </p:sp>
      <p:sp>
        <p:nvSpPr>
          <p:cNvPr id="4" name="S13-cell291"/>
          <p:cNvSpPr/>
          <p:nvPr/>
        </p:nvSpPr>
        <p:spPr>
          <a:xfrm>
            <a:off x="6277356" y="3703320"/>
            <a:ext cx="420243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13-cell292"/>
          <p:cNvSpPr/>
          <p:nvPr/>
        </p:nvSpPr>
        <p:spPr>
          <a:xfrm>
            <a:off x="6697599" y="3703320"/>
            <a:ext cx="420243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13-cell293"/>
          <p:cNvSpPr/>
          <p:nvPr/>
        </p:nvSpPr>
        <p:spPr>
          <a:xfrm>
            <a:off x="7117842" y="3703320"/>
            <a:ext cx="420243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13-cell294"/>
          <p:cNvSpPr/>
          <p:nvPr/>
        </p:nvSpPr>
        <p:spPr>
          <a:xfrm>
            <a:off x="7538085" y="3703320"/>
            <a:ext cx="420243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13-cell295"/>
          <p:cNvSpPr/>
          <p:nvPr/>
        </p:nvSpPr>
        <p:spPr>
          <a:xfrm>
            <a:off x="7958328" y="3703320"/>
            <a:ext cx="420243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13-cell296"/>
          <p:cNvSpPr/>
          <p:nvPr/>
        </p:nvSpPr>
        <p:spPr>
          <a:xfrm>
            <a:off x="8378571" y="3703320"/>
            <a:ext cx="420243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13-figure297" descr="똑같이 6칸으로 나눈 띠, 6칸 색칠"/>
          <p:cNvSpPr/>
          <p:nvPr/>
        </p:nvSpPr>
        <p:spPr>
          <a:xfrm>
            <a:off x="6277356" y="3703320"/>
            <a:ext cx="2521458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1" name="S13-cell298"/>
          <p:cNvSpPr/>
          <p:nvPr/>
        </p:nvSpPr>
        <p:spPr>
          <a:xfrm>
            <a:off x="9118854" y="3703320"/>
            <a:ext cx="420243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13-cell299"/>
          <p:cNvSpPr/>
          <p:nvPr/>
        </p:nvSpPr>
        <p:spPr>
          <a:xfrm>
            <a:off x="9539097" y="3703320"/>
            <a:ext cx="420243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13-cell300"/>
          <p:cNvSpPr/>
          <p:nvPr/>
        </p:nvSpPr>
        <p:spPr>
          <a:xfrm>
            <a:off x="9959340" y="3703320"/>
            <a:ext cx="420243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13-cell301"/>
          <p:cNvSpPr/>
          <p:nvPr/>
        </p:nvSpPr>
        <p:spPr>
          <a:xfrm>
            <a:off x="10379583" y="3703320"/>
            <a:ext cx="420243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13-cell302"/>
          <p:cNvSpPr/>
          <p:nvPr/>
        </p:nvSpPr>
        <p:spPr>
          <a:xfrm>
            <a:off x="10799826" y="3703320"/>
            <a:ext cx="420243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13-cell303"/>
          <p:cNvSpPr/>
          <p:nvPr/>
        </p:nvSpPr>
        <p:spPr>
          <a:xfrm>
            <a:off x="11220069" y="3703320"/>
            <a:ext cx="420243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3-figure304" descr="똑같이 6칸으로 나눈 띠, 5칸 색칠"/>
          <p:cNvSpPr/>
          <p:nvPr/>
        </p:nvSpPr>
        <p:spPr>
          <a:xfrm>
            <a:off x="9118854" y="3703320"/>
            <a:ext cx="2521458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8" name="S13-chip305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19" name="S13-text306"/>
          <p:cNvSpPr txBox="1"/>
          <p:nvPr/>
        </p:nvSpPr>
        <p:spPr>
          <a:xfrm>
            <a:off x="1344168" y="201168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가분수로 쓰면?</a:t>
            </a:r>
            <a:endParaRPr lang="ko-KR" sz="3000" dirty="0"/>
          </a:p>
        </p:txBody>
      </p:sp>
      <p:sp>
        <p:nvSpPr>
          <p:cNvPr id="20" name="S13-chip307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21" name="S13-text308"/>
          <p:cNvSpPr txBox="1"/>
          <p:nvPr/>
        </p:nvSpPr>
        <p:spPr>
          <a:xfrm>
            <a:off x="1344168" y="347472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대분수로 쓰면?</a:t>
            </a:r>
            <a:endParaRPr lang="ko-KR" sz="3000" dirty="0"/>
          </a:p>
        </p:txBody>
      </p:sp>
      <p:sp>
        <p:nvSpPr>
          <p:cNvPr id="22" name="S13-chip309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23" name="S13-text310"/>
          <p:cNvSpPr txBox="1"/>
          <p:nvPr/>
        </p:nvSpPr>
        <p:spPr>
          <a:xfrm>
            <a:off x="1344168" y="493776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알았나요?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311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312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진분수는 1보다 작고, 가분수는 1과 같거나 커요. 대분수는 자연수와 진분수예요.</a:t>
            </a:r>
            <a:endParaRPr lang="ko-KR" sz="3000" dirty="0"/>
          </a:p>
        </p:txBody>
      </p:sp>
      <p:sp>
        <p:nvSpPr>
          <p:cNvPr id="5" name="S14-chip313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1을 분모가 같은 분수로</a:t>
            </a:r>
            <a:endParaRPr lang="ko-KR" sz="2400" dirty="0"/>
          </a:p>
        </p:txBody>
      </p:sp>
      <p:sp>
        <p:nvSpPr>
          <p:cNvPr id="6" name="S14-chip314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자연수를 분자에 그냥 더하기</a:t>
            </a:r>
            <a:endParaRPr lang="ko-KR" sz="2400" dirty="0"/>
          </a:p>
        </p:txBody>
      </p:sp>
      <p:sp>
        <p:nvSpPr>
          <p:cNvPr id="7" name="S14-text315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4-text316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7분의 7은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진분수? 가분수?</a:t>
            </a:r>
            <a:endParaRPr lang="ko-KR" sz="2400" dirty="0"/>
          </a:p>
        </p:txBody>
      </p:sp>
      <p:sp>
        <p:nvSpPr>
          <p:cNvPr id="9" name="S14-op317"/>
          <p:cNvSpPr txBox="1"/>
          <p:nvPr/>
        </p:nvSpPr>
        <p:spPr>
          <a:xfrm>
            <a:off x="4322064" y="4402328"/>
            <a:ext cx="604520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800" dirty="0"/>
          </a:p>
        </p:txBody>
      </p:sp>
      <p:sp>
        <p:nvSpPr>
          <p:cNvPr id="10" name="S14-op318"/>
          <p:cNvSpPr txBox="1"/>
          <p:nvPr/>
        </p:nvSpPr>
        <p:spPr>
          <a:xfrm>
            <a:off x="5036312" y="4402328"/>
            <a:ext cx="490728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800" dirty="0"/>
          </a:p>
        </p:txBody>
      </p:sp>
      <p:sp>
        <p:nvSpPr>
          <p:cNvPr id="11" name="S14-num319"/>
          <p:cNvSpPr txBox="1"/>
          <p:nvPr/>
        </p:nvSpPr>
        <p:spPr>
          <a:xfrm>
            <a:off x="5636768" y="4402328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800" dirty="0"/>
          </a:p>
        </p:txBody>
      </p:sp>
      <p:sp>
        <p:nvSpPr>
          <p:cNvPr id="12" name="S14-fracbar320"/>
          <p:cNvSpPr/>
          <p:nvPr/>
        </p:nvSpPr>
        <p:spPr>
          <a:xfrm>
            <a:off x="5673344" y="4858512"/>
            <a:ext cx="409956" cy="0"/>
          </a:xfrm>
          <a:prstGeom prst="line">
            <a:avLst/>
          </a:prstGeom>
          <a:noFill/>
          <a:ln w="22225">
            <a:solidFill>
              <a:srgbClr val="FFFFFF"/>
            </a:solidFill>
            <a:prstDash val="solid"/>
          </a:ln>
        </p:spPr>
      </p:sp>
      <p:sp>
        <p:nvSpPr>
          <p:cNvPr id="13" name="S14-num321"/>
          <p:cNvSpPr txBox="1"/>
          <p:nvPr/>
        </p:nvSpPr>
        <p:spPr>
          <a:xfrm>
            <a:off x="5636768" y="4895088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800" dirty="0"/>
          </a:p>
        </p:txBody>
      </p:sp>
      <p:sp>
        <p:nvSpPr>
          <p:cNvPr id="14" name="S14-op322"/>
          <p:cNvSpPr txBox="1"/>
          <p:nvPr/>
        </p:nvSpPr>
        <p:spPr>
          <a:xfrm>
            <a:off x="6229604" y="4402328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800" dirty="0"/>
          </a:p>
        </p:txBody>
      </p:sp>
      <p:sp>
        <p:nvSpPr>
          <p:cNvPr id="15" name="S14-blank323"/>
          <p:cNvSpPr/>
          <p:nvPr/>
        </p:nvSpPr>
        <p:spPr>
          <a:xfrm>
            <a:off x="6831015" y="4456877"/>
            <a:ext cx="310510" cy="310510"/>
          </a:xfrm>
          <a:prstGeom prst="rect">
            <a:avLst/>
          </a:prstGeom>
          <a:solidFill>
            <a:srgbClr val="FFFFFF"/>
          </a:solidFill>
          <a:ln w="22225">
            <a:solidFill>
              <a:srgbClr val="FFFFFF"/>
            </a:solidFill>
            <a:prstDash val="solid"/>
          </a:ln>
        </p:spPr>
      </p:sp>
      <p:sp>
        <p:nvSpPr>
          <p:cNvPr id="16" name="S14-fracbar324"/>
          <p:cNvSpPr/>
          <p:nvPr/>
        </p:nvSpPr>
        <p:spPr>
          <a:xfrm>
            <a:off x="6781292" y="4858512"/>
            <a:ext cx="409956" cy="0"/>
          </a:xfrm>
          <a:prstGeom prst="line">
            <a:avLst/>
          </a:prstGeom>
          <a:noFill/>
          <a:ln w="22225">
            <a:solidFill>
              <a:srgbClr val="FFFFFF"/>
            </a:solidFill>
            <a:prstDash val="solid"/>
          </a:ln>
        </p:spPr>
      </p:sp>
      <p:sp>
        <p:nvSpPr>
          <p:cNvPr id="17" name="S14-num325"/>
          <p:cNvSpPr txBox="1"/>
          <p:nvPr/>
        </p:nvSpPr>
        <p:spPr>
          <a:xfrm>
            <a:off x="6744716" y="4895088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800" dirty="0"/>
          </a:p>
        </p:txBody>
      </p:sp>
      <p:sp>
        <p:nvSpPr>
          <p:cNvPr id="18" name="S14-op326"/>
          <p:cNvSpPr txBox="1"/>
          <p:nvPr/>
        </p:nvSpPr>
        <p:spPr>
          <a:xfrm>
            <a:off x="8095488" y="4402328"/>
            <a:ext cx="604520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800" dirty="0"/>
          </a:p>
        </p:txBody>
      </p:sp>
      <p:sp>
        <p:nvSpPr>
          <p:cNvPr id="19" name="S14-num327"/>
          <p:cNvSpPr txBox="1"/>
          <p:nvPr/>
        </p:nvSpPr>
        <p:spPr>
          <a:xfrm>
            <a:off x="8809736" y="4402328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800" dirty="0"/>
          </a:p>
        </p:txBody>
      </p:sp>
      <p:sp>
        <p:nvSpPr>
          <p:cNvPr id="20" name="S14-fracbar328"/>
          <p:cNvSpPr/>
          <p:nvPr/>
        </p:nvSpPr>
        <p:spPr>
          <a:xfrm>
            <a:off x="8846312" y="4858512"/>
            <a:ext cx="409956" cy="0"/>
          </a:xfrm>
          <a:prstGeom prst="line">
            <a:avLst/>
          </a:prstGeom>
          <a:noFill/>
          <a:ln w="22225">
            <a:solidFill>
              <a:srgbClr val="FFFFFF"/>
            </a:solidFill>
            <a:prstDash val="solid"/>
          </a:ln>
        </p:spPr>
      </p:sp>
      <p:sp>
        <p:nvSpPr>
          <p:cNvPr id="21" name="S14-num329"/>
          <p:cNvSpPr txBox="1"/>
          <p:nvPr/>
        </p:nvSpPr>
        <p:spPr>
          <a:xfrm>
            <a:off x="8809736" y="4895088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800" dirty="0"/>
          </a:p>
        </p:txBody>
      </p:sp>
      <p:sp>
        <p:nvSpPr>
          <p:cNvPr id="22" name="S14-op330"/>
          <p:cNvSpPr txBox="1"/>
          <p:nvPr/>
        </p:nvSpPr>
        <p:spPr>
          <a:xfrm>
            <a:off x="9402572" y="4402328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800" dirty="0"/>
          </a:p>
        </p:txBody>
      </p:sp>
      <p:sp>
        <p:nvSpPr>
          <p:cNvPr id="23" name="S14-blank331"/>
          <p:cNvSpPr/>
          <p:nvPr/>
        </p:nvSpPr>
        <p:spPr>
          <a:xfrm>
            <a:off x="10064689" y="4703257"/>
            <a:ext cx="310510" cy="310510"/>
          </a:xfrm>
          <a:prstGeom prst="rect">
            <a:avLst/>
          </a:prstGeom>
          <a:solidFill>
            <a:srgbClr val="FFFFFF"/>
          </a:solidFill>
          <a:ln w="22225">
            <a:solidFill>
              <a:srgbClr val="FFFFFF"/>
            </a:solidFill>
            <a:prstDash val="solid"/>
          </a:ln>
        </p:spPr>
      </p:sp>
      <p:sp>
        <p:nvSpPr>
          <p:cNvPr id="24" name="S14-blank332"/>
          <p:cNvSpPr/>
          <p:nvPr/>
        </p:nvSpPr>
        <p:spPr>
          <a:xfrm>
            <a:off x="10718231" y="4456877"/>
            <a:ext cx="310510" cy="310510"/>
          </a:xfrm>
          <a:prstGeom prst="rect">
            <a:avLst/>
          </a:prstGeom>
          <a:solidFill>
            <a:srgbClr val="FFFFFF"/>
          </a:solidFill>
          <a:ln w="22225">
            <a:solidFill>
              <a:srgbClr val="FFFFFF"/>
            </a:solidFill>
            <a:prstDash val="solid"/>
          </a:ln>
        </p:spPr>
      </p:sp>
      <p:sp>
        <p:nvSpPr>
          <p:cNvPr id="25" name="S14-fracbar333"/>
          <p:cNvSpPr/>
          <p:nvPr/>
        </p:nvSpPr>
        <p:spPr>
          <a:xfrm>
            <a:off x="10668508" y="4858512"/>
            <a:ext cx="409956" cy="0"/>
          </a:xfrm>
          <a:prstGeom prst="line">
            <a:avLst/>
          </a:prstGeom>
          <a:noFill/>
          <a:ln w="22225">
            <a:solidFill>
              <a:srgbClr val="FFFFFF"/>
            </a:solidFill>
            <a:prstDash val="solid"/>
          </a:ln>
        </p:spPr>
      </p:sp>
      <p:sp>
        <p:nvSpPr>
          <p:cNvPr id="26" name="S14-num334"/>
          <p:cNvSpPr txBox="1"/>
          <p:nvPr/>
        </p:nvSpPr>
        <p:spPr>
          <a:xfrm>
            <a:off x="10631932" y="4895088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800" dirty="0"/>
          </a:p>
        </p:txBody>
      </p:sp>
      <p:sp>
        <p:nvSpPr>
          <p:cNvPr id="27" name="S14-text335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선분·반직선·직선과 각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4분의 1이 몇 개?</a:t>
            </a:r>
            <a:endParaRPr lang="ko-KR" sz="4000" dirty="0"/>
          </a:p>
        </p:txBody>
      </p:sp>
      <p:sp>
        <p:nvSpPr>
          <p:cNvPr id="3" name="S15-text33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4분의 1이 몇 개인지 세어요.</a:t>
            </a:r>
            <a:endParaRPr lang="ko-KR" sz="3000" dirty="0"/>
          </a:p>
        </p:txBody>
      </p:sp>
      <p:sp>
        <p:nvSpPr>
          <p:cNvPr id="4" name="S15-card337"/>
          <p:cNvSpPr/>
          <p:nvPr/>
        </p:nvSpPr>
        <p:spPr>
          <a:xfrm>
            <a:off x="548640" y="497586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5-cardtext338"/>
          <p:cNvSpPr txBox="1"/>
          <p:nvPr/>
        </p:nvSpPr>
        <p:spPr>
          <a:xfrm>
            <a:off x="822960" y="511302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4분의 3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4분의 1이 3개</a:t>
            </a:r>
            <a:endParaRPr lang="ko-KR" sz="3000" dirty="0"/>
          </a:p>
        </p:txBody>
      </p:sp>
      <p:sp>
        <p:nvSpPr>
          <p:cNvPr id="6" name="S15-card339"/>
          <p:cNvSpPr/>
          <p:nvPr/>
        </p:nvSpPr>
        <p:spPr>
          <a:xfrm>
            <a:off x="6208776" y="497586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5-cardtext340"/>
          <p:cNvSpPr txBox="1"/>
          <p:nvPr/>
        </p:nvSpPr>
        <p:spPr>
          <a:xfrm>
            <a:off x="6483096" y="511302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4분의 4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4분의 1이 4개, 1과 같아요</a:t>
            </a:r>
            <a:endParaRPr lang="ko-KR" sz="3000" dirty="0"/>
          </a:p>
        </p:txBody>
      </p:sp>
      <p:sp>
        <p:nvSpPr>
          <p:cNvPr id="8" name="S15-num341"/>
          <p:cNvSpPr txBox="1"/>
          <p:nvPr/>
        </p:nvSpPr>
        <p:spPr>
          <a:xfrm>
            <a:off x="770954" y="2444496"/>
            <a:ext cx="469773" cy="4046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700" dirty="0"/>
          </a:p>
        </p:txBody>
      </p:sp>
      <p:sp>
        <p:nvSpPr>
          <p:cNvPr id="9" name="S15-fracbar342"/>
          <p:cNvSpPr/>
          <p:nvPr/>
        </p:nvSpPr>
        <p:spPr>
          <a:xfrm>
            <a:off x="807530" y="2885694"/>
            <a:ext cx="396621" cy="0"/>
          </a:xfrm>
          <a:prstGeom prst="line">
            <a:avLst/>
          </a:prstGeom>
          <a:noFill/>
          <a:ln w="21431">
            <a:solidFill>
              <a:srgbClr val="1F2937"/>
            </a:solidFill>
            <a:prstDash val="solid"/>
          </a:ln>
        </p:spPr>
      </p:sp>
      <p:sp>
        <p:nvSpPr>
          <p:cNvPr id="10" name="S15-num343"/>
          <p:cNvSpPr txBox="1"/>
          <p:nvPr/>
        </p:nvSpPr>
        <p:spPr>
          <a:xfrm>
            <a:off x="770954" y="2922270"/>
            <a:ext cx="469773" cy="4046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700" dirty="0"/>
          </a:p>
        </p:txBody>
      </p:sp>
      <p:sp>
        <p:nvSpPr>
          <p:cNvPr id="11" name="S15-cell344"/>
          <p:cNvSpPr/>
          <p:nvPr/>
        </p:nvSpPr>
        <p:spPr>
          <a:xfrm>
            <a:off x="1600200" y="2519934"/>
            <a:ext cx="2510028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15-cell345"/>
          <p:cNvSpPr/>
          <p:nvPr/>
        </p:nvSpPr>
        <p:spPr>
          <a:xfrm>
            <a:off x="4110228" y="2519934"/>
            <a:ext cx="2510028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15-cell346"/>
          <p:cNvSpPr/>
          <p:nvPr/>
        </p:nvSpPr>
        <p:spPr>
          <a:xfrm>
            <a:off x="6620256" y="2519934"/>
            <a:ext cx="2510028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15-cell347"/>
          <p:cNvSpPr/>
          <p:nvPr/>
        </p:nvSpPr>
        <p:spPr>
          <a:xfrm>
            <a:off x="9130284" y="2519934"/>
            <a:ext cx="2510028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15-figure348" descr="똑같이 4칸으로 나눈 띠, 3칸 색칠"/>
          <p:cNvSpPr/>
          <p:nvPr/>
        </p:nvSpPr>
        <p:spPr>
          <a:xfrm>
            <a:off x="1600200" y="2519934"/>
            <a:ext cx="10040112" cy="73152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6" name="S15-num349"/>
          <p:cNvSpPr txBox="1"/>
          <p:nvPr/>
        </p:nvSpPr>
        <p:spPr>
          <a:xfrm>
            <a:off x="770954" y="3432048"/>
            <a:ext cx="469773" cy="4046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700" dirty="0"/>
          </a:p>
        </p:txBody>
      </p:sp>
      <p:sp>
        <p:nvSpPr>
          <p:cNvPr id="17" name="S15-fracbar350"/>
          <p:cNvSpPr/>
          <p:nvPr/>
        </p:nvSpPr>
        <p:spPr>
          <a:xfrm>
            <a:off x="807530" y="3873246"/>
            <a:ext cx="396621" cy="0"/>
          </a:xfrm>
          <a:prstGeom prst="line">
            <a:avLst/>
          </a:prstGeom>
          <a:noFill/>
          <a:ln w="21431">
            <a:solidFill>
              <a:srgbClr val="1F2937"/>
            </a:solidFill>
            <a:prstDash val="solid"/>
          </a:ln>
        </p:spPr>
      </p:sp>
      <p:sp>
        <p:nvSpPr>
          <p:cNvPr id="18" name="S15-num351"/>
          <p:cNvSpPr txBox="1"/>
          <p:nvPr/>
        </p:nvSpPr>
        <p:spPr>
          <a:xfrm>
            <a:off x="770954" y="3909822"/>
            <a:ext cx="469773" cy="4046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700" dirty="0"/>
          </a:p>
        </p:txBody>
      </p:sp>
      <p:sp>
        <p:nvSpPr>
          <p:cNvPr id="19" name="S15-cell352"/>
          <p:cNvSpPr/>
          <p:nvPr/>
        </p:nvSpPr>
        <p:spPr>
          <a:xfrm>
            <a:off x="1600200" y="3507486"/>
            <a:ext cx="2510028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15-cell353"/>
          <p:cNvSpPr/>
          <p:nvPr/>
        </p:nvSpPr>
        <p:spPr>
          <a:xfrm>
            <a:off x="4110228" y="3507486"/>
            <a:ext cx="2510028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15-cell354"/>
          <p:cNvSpPr/>
          <p:nvPr/>
        </p:nvSpPr>
        <p:spPr>
          <a:xfrm>
            <a:off x="6620256" y="3507486"/>
            <a:ext cx="2510028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15-cell355"/>
          <p:cNvSpPr/>
          <p:nvPr/>
        </p:nvSpPr>
        <p:spPr>
          <a:xfrm>
            <a:off x="9130284" y="3507486"/>
            <a:ext cx="2510028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15-figure356" descr="똑같이 4칸으로 나눈 띠, 4칸 색칠"/>
          <p:cNvSpPr/>
          <p:nvPr/>
        </p:nvSpPr>
        <p:spPr>
          <a:xfrm>
            <a:off x="1600200" y="3507486"/>
            <a:ext cx="10040112" cy="73152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수학 진분수·가분수·대분수</dc:title>
  <dc:subject>KR22-G03-MAT-MIXED-L01</dc:subject>
  <dc:creator>education-ppt</dc:creator>
  <cp:lastModifiedBy>education-ppt</cp:lastModifiedBy>
  <cp:revision>1</cp:revision>
  <dcterms:created xsi:type="dcterms:W3CDTF">2026-10-26T07:54:28Z</dcterms:created>
  <dcterms:modified xsi:type="dcterms:W3CDTF">2026-10-26T07:54:28Z</dcterms:modified>
</cp:coreProperties>
</file>