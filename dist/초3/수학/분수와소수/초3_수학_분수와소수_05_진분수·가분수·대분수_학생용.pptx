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1644810-48d7-aaba-68e9-b257158a88cd}">
          <p14:sldIdLst>
            <p14:sldId id="256"/>
            <p14:sldId id="257"/>
          </p14:sldIdLst>
        </p14:section>
        <p14:section name="개념" id="{5b59939d-c9e7-ed01-a576-f0f08abdd1b6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6b800d04-366b-3a50-a225-a80109d0b1df}">
          <p14:sldIdLst>
            <p14:sldId id="261"/>
            <p14:sldId id="262"/>
            <p14:sldId id="265"/>
          </p14:sldIdLst>
        </p14:section>
        <p14:section name="개념" id="{bc85469e-f361-64e8-52ae-5892d382864d}">
          <p14:sldIdLst/>
        </p14:section>
        <p14:section name="연습" id="{74c5bfd7-5093-f4fa-915c-b7d961493135}">
          <p14:sldIdLst/>
        </p14:section>
        <p14:section name="확인" id="{f0240b4b-58d3-3f7a-6661-16ab9cb5682b}">
          <p14:sldIdLst>
            <p14:sldId id="266"/>
            <p14:sldId id="267"/>
          </p14:sldIdLst>
        </p14:section>
        <p14:section name="정리" id="{2a71496e-88ac-47e6-aed1-7c9f8931c0df}">
          <p14:sldIdLst>
            <p14:sldId id="268"/>
          </p14:sldIdLst>
        </p14:section>
        <p14:section name="보충" id="{5813c078-0616-21d3-e24f-6eda2723e83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진분수·가분수·대분수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진분수·가분수·대분수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큰 분수도 있을까?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68096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813244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58393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9035415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figure5" descr="똑같이 4칸으로 나눈 띠, 4칸 색칠"/>
          <p:cNvSpPr/>
          <p:nvPr/>
        </p:nvSpPr>
        <p:spPr>
          <a:xfrm>
            <a:off x="768096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9806940" y="1691640"/>
            <a:ext cx="451485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25842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10709910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1161395" y="1691640"/>
            <a:ext cx="451485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figure10" descr="똑같이 4칸으로 나눈 띠, 1칸 색칠"/>
          <p:cNvSpPr/>
          <p:nvPr/>
        </p:nvSpPr>
        <p:spPr>
          <a:xfrm>
            <a:off x="9806940" y="1691640"/>
            <a:ext cx="180594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5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진분수·가분수·대분수를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대분수와 가분수를 서로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분수로 말하고, ②③은 답을 구해요.</a:t>
            </a:r>
            <a:endParaRPr lang="ko-KR" sz="3000" dirty="0"/>
          </a:p>
        </p:txBody>
      </p:sp>
      <p:sp>
        <p:nvSpPr>
          <p:cNvPr id="4" name="S02-chip1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cell15"/>
          <p:cNvSpPr/>
          <p:nvPr/>
        </p:nvSpPr>
        <p:spPr>
          <a:xfrm>
            <a:off x="134416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2-cell16"/>
          <p:cNvSpPr/>
          <p:nvPr/>
        </p:nvSpPr>
        <p:spPr>
          <a:xfrm>
            <a:off x="2441448" y="2240280"/>
            <a:ext cx="109728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cell17"/>
          <p:cNvSpPr/>
          <p:nvPr/>
        </p:nvSpPr>
        <p:spPr>
          <a:xfrm>
            <a:off x="353872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2-cell18"/>
          <p:cNvSpPr/>
          <p:nvPr/>
        </p:nvSpPr>
        <p:spPr>
          <a:xfrm>
            <a:off x="463600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cell19"/>
          <p:cNvSpPr/>
          <p:nvPr/>
        </p:nvSpPr>
        <p:spPr>
          <a:xfrm>
            <a:off x="5733288" y="2240280"/>
            <a:ext cx="109728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2-figure20" descr="똑같이 5칸으로 나눈 띠, 2칸 색칠"/>
          <p:cNvSpPr/>
          <p:nvPr/>
        </p:nvSpPr>
        <p:spPr>
          <a:xfrm>
            <a:off x="1344168" y="2240280"/>
            <a:ext cx="5486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2-chip21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2" name="S02-text22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6분의 5는 6분의 1이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개인가요?</a:t>
            </a:r>
            <a:endParaRPr lang="ko-KR" sz="3000" dirty="0"/>
          </a:p>
        </p:txBody>
      </p:sp>
      <p:sp>
        <p:nvSpPr>
          <p:cNvPr id="13" name="S02-chip23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4" name="S02-op24"/>
          <p:cNvSpPr txBox="1"/>
          <p:nvPr/>
        </p:nvSpPr>
        <p:spPr>
          <a:xfrm>
            <a:off x="1344168" y="5031740"/>
            <a:ext cx="12319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</a:t>
            </a:r>
            <a:endParaRPr lang="ko-KR" sz="3400" dirty="0"/>
          </a:p>
        </p:txBody>
      </p:sp>
      <p:sp>
        <p:nvSpPr>
          <p:cNvPr id="15" name="S02-num25"/>
          <p:cNvSpPr txBox="1"/>
          <p:nvPr/>
        </p:nvSpPr>
        <p:spPr>
          <a:xfrm>
            <a:off x="2685796" y="503174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6" name="S02-fracbar26"/>
          <p:cNvSpPr/>
          <p:nvPr/>
        </p:nvSpPr>
        <p:spPr>
          <a:xfrm>
            <a:off x="2722372" y="557784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7" name="S02-num27"/>
          <p:cNvSpPr txBox="1"/>
          <p:nvPr/>
        </p:nvSpPr>
        <p:spPr>
          <a:xfrm>
            <a:off x="2685796" y="561441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8" name="S02-op28"/>
          <p:cNvSpPr txBox="1"/>
          <p:nvPr/>
        </p:nvSpPr>
        <p:spPr>
          <a:xfrm>
            <a:off x="3358642" y="503174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9" name="S02-blank29"/>
          <p:cNvSpPr/>
          <p:nvPr/>
        </p:nvSpPr>
        <p:spPr>
          <a:xfrm>
            <a:off x="4056832" y="538931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</a:t>
            </a:r>
            <a:endParaRPr lang="ko-KR" sz="4000" dirty="0"/>
          </a:p>
        </p:txBody>
      </p:sp>
      <p:sp>
        <p:nvSpPr>
          <p:cNvPr id="3" name="S03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분모보다 작은 분수를 진분수라고 해요.</a:t>
            </a:r>
            <a:endParaRPr lang="ko-KR" sz="3000" dirty="0"/>
          </a:p>
        </p:txBody>
      </p:sp>
      <p:sp>
        <p:nvSpPr>
          <p:cNvPr id="4" name="S03-card31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3-cardtext32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&lt; 분모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&lt; 4, 2 &lt; 4, 3 &lt; 4</a:t>
            </a:r>
            <a:endParaRPr lang="ko-KR" sz="3000" dirty="0"/>
          </a:p>
        </p:txBody>
      </p:sp>
      <p:sp>
        <p:nvSpPr>
          <p:cNvPr id="6" name="S03-card33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34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1보다 작아요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띠가 다 차지 않아요</a:t>
            </a:r>
            <a:endParaRPr lang="ko-KR" sz="3000" dirty="0"/>
          </a:p>
        </p:txBody>
      </p:sp>
      <p:sp>
        <p:nvSpPr>
          <p:cNvPr id="8" name="S03-num35"/>
          <p:cNvSpPr txBox="1"/>
          <p:nvPr/>
        </p:nvSpPr>
        <p:spPr>
          <a:xfrm>
            <a:off x="790956" y="208711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3-fracbar36"/>
          <p:cNvSpPr/>
          <p:nvPr/>
        </p:nvSpPr>
        <p:spPr>
          <a:xfrm>
            <a:off x="827532" y="2483358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0" name="S03-num37"/>
          <p:cNvSpPr txBox="1"/>
          <p:nvPr/>
        </p:nvSpPr>
        <p:spPr>
          <a:xfrm>
            <a:off x="790956" y="2519934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1" name="S03-cell38"/>
          <p:cNvSpPr/>
          <p:nvPr/>
        </p:nvSpPr>
        <p:spPr>
          <a:xfrm>
            <a:off x="1600200" y="2163318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cell39"/>
          <p:cNvSpPr/>
          <p:nvPr/>
        </p:nvSpPr>
        <p:spPr>
          <a:xfrm>
            <a:off x="4110228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cell40"/>
          <p:cNvSpPr/>
          <p:nvPr/>
        </p:nvSpPr>
        <p:spPr>
          <a:xfrm>
            <a:off x="6620256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41"/>
          <p:cNvSpPr/>
          <p:nvPr/>
        </p:nvSpPr>
        <p:spPr>
          <a:xfrm>
            <a:off x="9130284" y="2163318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figure42" descr="똑같이 4칸으로 나눈 띠, 1칸 색칠"/>
          <p:cNvSpPr/>
          <p:nvPr/>
        </p:nvSpPr>
        <p:spPr>
          <a:xfrm>
            <a:off x="1600200" y="2163318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3-num43"/>
          <p:cNvSpPr txBox="1"/>
          <p:nvPr/>
        </p:nvSpPr>
        <p:spPr>
          <a:xfrm>
            <a:off x="790956" y="2983230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7" name="S03-fracbar44"/>
          <p:cNvSpPr/>
          <p:nvPr/>
        </p:nvSpPr>
        <p:spPr>
          <a:xfrm>
            <a:off x="827532" y="3379470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3-num45"/>
          <p:cNvSpPr txBox="1"/>
          <p:nvPr/>
        </p:nvSpPr>
        <p:spPr>
          <a:xfrm>
            <a:off x="790956" y="3416046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9" name="S03-cell46"/>
          <p:cNvSpPr/>
          <p:nvPr/>
        </p:nvSpPr>
        <p:spPr>
          <a:xfrm>
            <a:off x="1600200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cell47"/>
          <p:cNvSpPr/>
          <p:nvPr/>
        </p:nvSpPr>
        <p:spPr>
          <a:xfrm>
            <a:off x="4110228" y="3059430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cell48"/>
          <p:cNvSpPr/>
          <p:nvPr/>
        </p:nvSpPr>
        <p:spPr>
          <a:xfrm>
            <a:off x="6620256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cell49"/>
          <p:cNvSpPr/>
          <p:nvPr/>
        </p:nvSpPr>
        <p:spPr>
          <a:xfrm>
            <a:off x="9130284" y="3059430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figure50" descr="똑같이 4칸으로 나눈 띠, 2칸 색칠"/>
          <p:cNvSpPr/>
          <p:nvPr/>
        </p:nvSpPr>
        <p:spPr>
          <a:xfrm>
            <a:off x="1600200" y="3059430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3-num51"/>
          <p:cNvSpPr txBox="1"/>
          <p:nvPr/>
        </p:nvSpPr>
        <p:spPr>
          <a:xfrm>
            <a:off x="790956" y="3879342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5" name="S03-fracbar52"/>
          <p:cNvSpPr/>
          <p:nvPr/>
        </p:nvSpPr>
        <p:spPr>
          <a:xfrm>
            <a:off x="827532" y="4275582"/>
            <a:ext cx="35661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6" name="S03-num53"/>
          <p:cNvSpPr txBox="1"/>
          <p:nvPr/>
        </p:nvSpPr>
        <p:spPr>
          <a:xfrm>
            <a:off x="790956" y="4312158"/>
            <a:ext cx="429768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7" name="S03-cell54"/>
          <p:cNvSpPr/>
          <p:nvPr/>
        </p:nvSpPr>
        <p:spPr>
          <a:xfrm>
            <a:off x="1600200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cell55"/>
          <p:cNvSpPr/>
          <p:nvPr/>
        </p:nvSpPr>
        <p:spPr>
          <a:xfrm>
            <a:off x="4110228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cell56"/>
          <p:cNvSpPr/>
          <p:nvPr/>
        </p:nvSpPr>
        <p:spPr>
          <a:xfrm>
            <a:off x="6620256" y="3955542"/>
            <a:ext cx="251002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cell57"/>
          <p:cNvSpPr/>
          <p:nvPr/>
        </p:nvSpPr>
        <p:spPr>
          <a:xfrm>
            <a:off x="9130284" y="3955542"/>
            <a:ext cx="251002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figure58" descr="똑같이 4칸으로 나눈 띠, 3칸 색칠"/>
          <p:cNvSpPr/>
          <p:nvPr/>
        </p:nvSpPr>
        <p:spPr>
          <a:xfrm>
            <a:off x="1600200" y="3955542"/>
            <a:ext cx="10040112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4000" dirty="0"/>
          </a:p>
        </p:txBody>
      </p:sp>
      <p:sp>
        <p:nvSpPr>
          <p:cNvPr id="3" name="S04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분자가 분모와 같거나 분모보다 큰 분수예요.</a:t>
            </a:r>
            <a:endParaRPr lang="ko-KR" sz="3000" dirty="0"/>
          </a:p>
        </p:txBody>
      </p:sp>
      <p:sp>
        <p:nvSpPr>
          <p:cNvPr id="4" name="S04-card60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61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 =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분모가 같으면 1</a:t>
            </a:r>
            <a:endParaRPr lang="ko-KR" sz="3000" dirty="0"/>
          </a:p>
        </p:txBody>
      </p:sp>
      <p:sp>
        <p:nvSpPr>
          <p:cNvPr id="6" name="S04-card62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63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같거나 1보다 커요</a:t>
            </a:r>
            <a:endParaRPr lang="ko-KR" sz="3000" dirty="0"/>
          </a:p>
        </p:txBody>
      </p:sp>
      <p:sp>
        <p:nvSpPr>
          <p:cNvPr id="8" name="S04-cell64"/>
          <p:cNvSpPr/>
          <p:nvPr/>
        </p:nvSpPr>
        <p:spPr>
          <a:xfrm>
            <a:off x="548640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65"/>
          <p:cNvSpPr/>
          <p:nvPr/>
        </p:nvSpPr>
        <p:spPr>
          <a:xfrm>
            <a:off x="1419606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66"/>
          <p:cNvSpPr/>
          <p:nvPr/>
        </p:nvSpPr>
        <p:spPr>
          <a:xfrm>
            <a:off x="2290572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67"/>
          <p:cNvSpPr/>
          <p:nvPr/>
        </p:nvSpPr>
        <p:spPr>
          <a:xfrm>
            <a:off x="3161538" y="272567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figure68" descr="똑같이 4칸으로 나눈 띠, 4칸 색칠"/>
          <p:cNvSpPr/>
          <p:nvPr/>
        </p:nvSpPr>
        <p:spPr>
          <a:xfrm>
            <a:off x="548640" y="272567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4-label69"/>
          <p:cNvSpPr txBox="1"/>
          <p:nvPr/>
        </p:nvSpPr>
        <p:spPr>
          <a:xfrm>
            <a:off x="548640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2400" dirty="0"/>
          </a:p>
        </p:txBody>
      </p:sp>
      <p:sp>
        <p:nvSpPr>
          <p:cNvPr id="14" name="S04-cell70"/>
          <p:cNvSpPr/>
          <p:nvPr/>
        </p:nvSpPr>
        <p:spPr>
          <a:xfrm>
            <a:off x="435254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71"/>
          <p:cNvSpPr/>
          <p:nvPr/>
        </p:nvSpPr>
        <p:spPr>
          <a:xfrm>
            <a:off x="522351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72"/>
          <p:cNvSpPr/>
          <p:nvPr/>
        </p:nvSpPr>
        <p:spPr>
          <a:xfrm>
            <a:off x="609447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73"/>
          <p:cNvSpPr/>
          <p:nvPr/>
        </p:nvSpPr>
        <p:spPr>
          <a:xfrm>
            <a:off x="6965442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figure74" descr="똑같이 4칸으로 나눈 띠, 4칸 색칠"/>
          <p:cNvSpPr/>
          <p:nvPr/>
        </p:nvSpPr>
        <p:spPr>
          <a:xfrm>
            <a:off x="4352544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4-cell75"/>
          <p:cNvSpPr/>
          <p:nvPr/>
        </p:nvSpPr>
        <p:spPr>
          <a:xfrm>
            <a:off x="435254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76"/>
          <p:cNvSpPr/>
          <p:nvPr/>
        </p:nvSpPr>
        <p:spPr>
          <a:xfrm>
            <a:off x="522351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77"/>
          <p:cNvSpPr/>
          <p:nvPr/>
        </p:nvSpPr>
        <p:spPr>
          <a:xfrm>
            <a:off x="609447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78"/>
          <p:cNvSpPr/>
          <p:nvPr/>
        </p:nvSpPr>
        <p:spPr>
          <a:xfrm>
            <a:off x="6965442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figure79" descr="똑같이 4칸으로 나눈 띠, 1칸 색칠"/>
          <p:cNvSpPr/>
          <p:nvPr/>
        </p:nvSpPr>
        <p:spPr>
          <a:xfrm>
            <a:off x="4352544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4-label80"/>
          <p:cNvSpPr txBox="1"/>
          <p:nvPr/>
        </p:nvSpPr>
        <p:spPr>
          <a:xfrm>
            <a:off x="4352544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</a:t>
            </a:r>
            <a:endParaRPr lang="ko-KR" sz="2400" dirty="0"/>
          </a:p>
        </p:txBody>
      </p:sp>
      <p:sp>
        <p:nvSpPr>
          <p:cNvPr id="25" name="S04-cell81"/>
          <p:cNvSpPr/>
          <p:nvPr/>
        </p:nvSpPr>
        <p:spPr>
          <a:xfrm>
            <a:off x="8156448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82"/>
          <p:cNvSpPr/>
          <p:nvPr/>
        </p:nvSpPr>
        <p:spPr>
          <a:xfrm>
            <a:off x="9027414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cell83"/>
          <p:cNvSpPr/>
          <p:nvPr/>
        </p:nvSpPr>
        <p:spPr>
          <a:xfrm>
            <a:off x="9898380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cell84"/>
          <p:cNvSpPr/>
          <p:nvPr/>
        </p:nvSpPr>
        <p:spPr>
          <a:xfrm>
            <a:off x="10769346" y="2186178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figure85" descr="똑같이 4칸으로 나눈 띠, 4칸 색칠"/>
          <p:cNvSpPr/>
          <p:nvPr/>
        </p:nvSpPr>
        <p:spPr>
          <a:xfrm>
            <a:off x="8156448" y="2186178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04-cell86"/>
          <p:cNvSpPr/>
          <p:nvPr/>
        </p:nvSpPr>
        <p:spPr>
          <a:xfrm>
            <a:off x="8156448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cell87"/>
          <p:cNvSpPr/>
          <p:nvPr/>
        </p:nvSpPr>
        <p:spPr>
          <a:xfrm>
            <a:off x="9027414" y="3265170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4-cell88"/>
          <p:cNvSpPr/>
          <p:nvPr/>
        </p:nvSpPr>
        <p:spPr>
          <a:xfrm>
            <a:off x="9898380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cell89"/>
          <p:cNvSpPr/>
          <p:nvPr/>
        </p:nvSpPr>
        <p:spPr>
          <a:xfrm>
            <a:off x="10769346" y="3265170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4-figure90" descr="똑같이 4칸으로 나눈 띠, 2칸 색칠"/>
          <p:cNvSpPr/>
          <p:nvPr/>
        </p:nvSpPr>
        <p:spPr>
          <a:xfrm>
            <a:off x="8156448" y="3265170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5" name="S04-label91"/>
          <p:cNvSpPr txBox="1"/>
          <p:nvPr/>
        </p:nvSpPr>
        <p:spPr>
          <a:xfrm>
            <a:off x="8156448" y="433578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6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</a:t>
            </a:r>
            <a:endParaRPr lang="ko-KR" sz="4000" dirty="0"/>
          </a:p>
        </p:txBody>
      </p:sp>
      <p:sp>
        <p:nvSpPr>
          <p:cNvPr id="3" name="S05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진분수로 된 분수를 대분수라고 해요.</a:t>
            </a:r>
            <a:endParaRPr lang="ko-KR" sz="3000" dirty="0"/>
          </a:p>
        </p:txBody>
      </p:sp>
      <p:sp>
        <p:nvSpPr>
          <p:cNvPr id="4" name="S05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5와 1과 4분의 1은 같은 크기예요.</a:t>
            </a:r>
            <a:endParaRPr lang="ko-KR" sz="3000" dirty="0"/>
          </a:p>
        </p:txBody>
      </p:sp>
      <p:sp>
        <p:nvSpPr>
          <p:cNvPr id="6" name="S05-card95"/>
          <p:cNvSpPr/>
          <p:nvPr/>
        </p:nvSpPr>
        <p:spPr>
          <a:xfrm>
            <a:off x="548640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96"/>
          <p:cNvSpPr txBox="1"/>
          <p:nvPr/>
        </p:nvSpPr>
        <p:spPr>
          <a:xfrm>
            <a:off x="822960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 2, 3과 같은 수</a:t>
            </a:r>
            <a:endParaRPr lang="ko-KR" sz="3000" dirty="0"/>
          </a:p>
        </p:txBody>
      </p:sp>
      <p:sp>
        <p:nvSpPr>
          <p:cNvPr id="8" name="S05-card97"/>
          <p:cNvSpPr/>
          <p:nvPr/>
        </p:nvSpPr>
        <p:spPr>
          <a:xfrm>
            <a:off x="6208776" y="387858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98"/>
          <p:cNvSpPr txBox="1"/>
          <p:nvPr/>
        </p:nvSpPr>
        <p:spPr>
          <a:xfrm>
            <a:off x="6483096" y="401574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‘1과 4분의 1’이라고 읽어요</a:t>
            </a:r>
            <a:endParaRPr lang="ko-KR" sz="3000" dirty="0"/>
          </a:p>
        </p:txBody>
      </p:sp>
      <p:sp>
        <p:nvSpPr>
          <p:cNvPr id="10" name="S05-cell99"/>
          <p:cNvSpPr/>
          <p:nvPr/>
        </p:nvSpPr>
        <p:spPr>
          <a:xfrm>
            <a:off x="548640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100"/>
          <p:cNvSpPr/>
          <p:nvPr/>
        </p:nvSpPr>
        <p:spPr>
          <a:xfrm>
            <a:off x="1419606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101"/>
          <p:cNvSpPr/>
          <p:nvPr/>
        </p:nvSpPr>
        <p:spPr>
          <a:xfrm>
            <a:off x="2290572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102"/>
          <p:cNvSpPr/>
          <p:nvPr/>
        </p:nvSpPr>
        <p:spPr>
          <a:xfrm>
            <a:off x="3161538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figure103" descr="똑같이 4칸으로 나눈 띠, 4칸 색칠"/>
          <p:cNvSpPr/>
          <p:nvPr/>
        </p:nvSpPr>
        <p:spPr>
          <a:xfrm>
            <a:off x="548640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5" name="S05-label104"/>
          <p:cNvSpPr txBox="1"/>
          <p:nvPr/>
        </p:nvSpPr>
        <p:spPr>
          <a:xfrm>
            <a:off x="548640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6" name="S05-cell105"/>
          <p:cNvSpPr/>
          <p:nvPr/>
        </p:nvSpPr>
        <p:spPr>
          <a:xfrm>
            <a:off x="4352544" y="2177034"/>
            <a:ext cx="87096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cell106"/>
          <p:cNvSpPr/>
          <p:nvPr/>
        </p:nvSpPr>
        <p:spPr>
          <a:xfrm>
            <a:off x="5223510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107"/>
          <p:cNvSpPr/>
          <p:nvPr/>
        </p:nvSpPr>
        <p:spPr>
          <a:xfrm>
            <a:off x="6094476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108"/>
          <p:cNvSpPr/>
          <p:nvPr/>
        </p:nvSpPr>
        <p:spPr>
          <a:xfrm>
            <a:off x="6965442" y="2177034"/>
            <a:ext cx="87096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figure109" descr="똑같이 4칸으로 나눈 띠, 1칸 색칠"/>
          <p:cNvSpPr/>
          <p:nvPr/>
        </p:nvSpPr>
        <p:spPr>
          <a:xfrm>
            <a:off x="4352544" y="2177034"/>
            <a:ext cx="348386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5-label110"/>
          <p:cNvSpPr txBox="1"/>
          <p:nvPr/>
        </p:nvSpPr>
        <p:spPr>
          <a:xfrm>
            <a:off x="4352544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2400" dirty="0"/>
          </a:p>
        </p:txBody>
      </p:sp>
      <p:sp>
        <p:nvSpPr>
          <p:cNvPr id="22" name="S05-op111"/>
          <p:cNvSpPr txBox="1"/>
          <p:nvPr/>
        </p:nvSpPr>
        <p:spPr>
          <a:xfrm>
            <a:off x="9274302" y="2012442"/>
            <a:ext cx="5486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3" name="S05-num112"/>
          <p:cNvSpPr txBox="1"/>
          <p:nvPr/>
        </p:nvSpPr>
        <p:spPr>
          <a:xfrm>
            <a:off x="9932670" y="201244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24" name="S05-fracbar113"/>
          <p:cNvSpPr/>
          <p:nvPr/>
        </p:nvSpPr>
        <p:spPr>
          <a:xfrm>
            <a:off x="9969246" y="258851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5" name="S05-num114"/>
          <p:cNvSpPr txBox="1"/>
          <p:nvPr/>
        </p:nvSpPr>
        <p:spPr>
          <a:xfrm>
            <a:off x="9932670" y="262509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600" dirty="0"/>
          </a:p>
        </p:txBody>
      </p:sp>
      <p:sp>
        <p:nvSpPr>
          <p:cNvPr id="26" name="S05-label115"/>
          <p:cNvSpPr txBox="1"/>
          <p:nvPr/>
        </p:nvSpPr>
        <p:spPr>
          <a:xfrm>
            <a:off x="8156448" y="3238500"/>
            <a:ext cx="34838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4분의 1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분수일까요?</a:t>
            </a:r>
            <a:endParaRPr lang="ko-KR" sz="4000" dirty="0"/>
          </a:p>
        </p:txBody>
      </p:sp>
      <p:sp>
        <p:nvSpPr>
          <p:cNvPr id="3" name="S06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진분수, 가분수, 대분수 중 무엇인지 말해요.</a:t>
            </a:r>
            <a:endParaRPr lang="ko-KR" sz="3000" dirty="0"/>
          </a:p>
        </p:txBody>
      </p:sp>
      <p:sp>
        <p:nvSpPr>
          <p:cNvPr id="4" name="S06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분모의 크기를 비교해요.</a:t>
            </a:r>
            <a:endParaRPr lang="ko-KR" sz="3000" dirty="0"/>
          </a:p>
        </p:txBody>
      </p:sp>
      <p:sp>
        <p:nvSpPr>
          <p:cNvPr id="6" name="S06-chip11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num12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8" name="S06-fracbar12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num12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0" name="S06-chip123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num124"/>
          <p:cNvSpPr txBox="1"/>
          <p:nvPr/>
        </p:nvSpPr>
        <p:spPr>
          <a:xfrm>
            <a:off x="7072884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12" name="S06-fracbar125"/>
          <p:cNvSpPr/>
          <p:nvPr/>
        </p:nvSpPr>
        <p:spPr>
          <a:xfrm>
            <a:off x="7109460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6-num126"/>
          <p:cNvSpPr txBox="1"/>
          <p:nvPr/>
        </p:nvSpPr>
        <p:spPr>
          <a:xfrm>
            <a:off x="7072884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4" name="S06-chip12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5" name="S06-op128"/>
          <p:cNvSpPr txBox="1"/>
          <p:nvPr/>
        </p:nvSpPr>
        <p:spPr>
          <a:xfrm>
            <a:off x="1344168" y="3109976"/>
            <a:ext cx="48361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6" name="S06-num129"/>
          <p:cNvSpPr txBox="1"/>
          <p:nvPr/>
        </p:nvSpPr>
        <p:spPr>
          <a:xfrm>
            <a:off x="193751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7" name="S06-fracbar130"/>
          <p:cNvSpPr/>
          <p:nvPr/>
        </p:nvSpPr>
        <p:spPr>
          <a:xfrm>
            <a:off x="197408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6-num131"/>
          <p:cNvSpPr txBox="1"/>
          <p:nvPr/>
        </p:nvSpPr>
        <p:spPr>
          <a:xfrm>
            <a:off x="193751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19" name="S06-chip132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6-num133"/>
          <p:cNvSpPr txBox="1"/>
          <p:nvPr/>
        </p:nvSpPr>
        <p:spPr>
          <a:xfrm>
            <a:off x="7072884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1" name="S06-fracbar134"/>
          <p:cNvSpPr/>
          <p:nvPr/>
        </p:nvSpPr>
        <p:spPr>
          <a:xfrm>
            <a:off x="7109460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6-num135"/>
          <p:cNvSpPr txBox="1"/>
          <p:nvPr/>
        </p:nvSpPr>
        <p:spPr>
          <a:xfrm>
            <a:off x="7072884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3" name="S06-chip13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24" name="S06-op137"/>
          <p:cNvSpPr txBox="1"/>
          <p:nvPr/>
        </p:nvSpPr>
        <p:spPr>
          <a:xfrm>
            <a:off x="1344168" y="4207256"/>
            <a:ext cx="48361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6-num138"/>
          <p:cNvSpPr txBox="1"/>
          <p:nvPr/>
        </p:nvSpPr>
        <p:spPr>
          <a:xfrm>
            <a:off x="193751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6" name="S06-fracbar139"/>
          <p:cNvSpPr/>
          <p:nvPr/>
        </p:nvSpPr>
        <p:spPr>
          <a:xfrm>
            <a:off x="197408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6-num140"/>
          <p:cNvSpPr txBox="1"/>
          <p:nvPr/>
        </p:nvSpPr>
        <p:spPr>
          <a:xfrm>
            <a:off x="193751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28" name="S06-chip141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29" name="S06-num142"/>
          <p:cNvSpPr txBox="1"/>
          <p:nvPr/>
        </p:nvSpPr>
        <p:spPr>
          <a:xfrm>
            <a:off x="7072884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30" name="S06-fracbar143"/>
          <p:cNvSpPr/>
          <p:nvPr/>
        </p:nvSpPr>
        <p:spPr>
          <a:xfrm>
            <a:off x="7109460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6-num144"/>
          <p:cNvSpPr txBox="1"/>
          <p:nvPr/>
        </p:nvSpPr>
        <p:spPr>
          <a:xfrm>
            <a:off x="7072884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7-card1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1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5는 진분수일까요, 가분수일까요?</a:t>
            </a:r>
            <a:endParaRPr lang="ko-KR" sz="3000" dirty="0"/>
          </a:p>
        </p:txBody>
      </p:sp>
      <p:sp>
        <p:nvSpPr>
          <p:cNvPr id="5" name="S07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000" dirty="0"/>
          </a:p>
        </p:txBody>
      </p:sp>
      <p:sp>
        <p:nvSpPr>
          <p:cNvPr id="7" name="S07-chip1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진분수</a:t>
            </a:r>
            <a:endParaRPr lang="ko-KR" sz="2400" dirty="0"/>
          </a:p>
        </p:txBody>
      </p:sp>
      <p:sp>
        <p:nvSpPr>
          <p:cNvPr id="8" name="S07-cell150"/>
          <p:cNvSpPr/>
          <p:nvPr/>
        </p:nvSpPr>
        <p:spPr>
          <a:xfrm>
            <a:off x="54864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cell151"/>
          <p:cNvSpPr/>
          <p:nvPr/>
        </p:nvSpPr>
        <p:spPr>
          <a:xfrm>
            <a:off x="162123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cell152"/>
          <p:cNvSpPr/>
          <p:nvPr/>
        </p:nvSpPr>
        <p:spPr>
          <a:xfrm>
            <a:off x="2693822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cell153"/>
          <p:cNvSpPr/>
          <p:nvPr/>
        </p:nvSpPr>
        <p:spPr>
          <a:xfrm>
            <a:off x="3766414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cell154"/>
          <p:cNvSpPr/>
          <p:nvPr/>
        </p:nvSpPr>
        <p:spPr>
          <a:xfrm>
            <a:off x="4839005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figure155" descr="똑같이 5칸으로 나눈 띠, 5칸 색칠"/>
          <p:cNvSpPr/>
          <p:nvPr/>
        </p:nvSpPr>
        <p:spPr>
          <a:xfrm>
            <a:off x="548640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text156"/>
          <p:cNvSpPr txBox="1"/>
          <p:nvPr/>
        </p:nvSpPr>
        <p:spPr>
          <a:xfrm>
            <a:off x="548640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“분자가 분모보다 크지 않으니까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진분수예요.”</a:t>
            </a:r>
            <a:endParaRPr lang="ko-KR" sz="2400" dirty="0"/>
          </a:p>
        </p:txBody>
      </p:sp>
      <p:sp>
        <p:nvSpPr>
          <p:cNvPr id="15" name="S07-chip15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가분수</a:t>
            </a:r>
            <a:endParaRPr lang="ko-KR" sz="2400" dirty="0"/>
          </a:p>
        </p:txBody>
      </p:sp>
      <p:sp>
        <p:nvSpPr>
          <p:cNvPr id="16" name="S07-cell158"/>
          <p:cNvSpPr/>
          <p:nvPr/>
        </p:nvSpPr>
        <p:spPr>
          <a:xfrm>
            <a:off x="6277356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59"/>
          <p:cNvSpPr/>
          <p:nvPr/>
        </p:nvSpPr>
        <p:spPr>
          <a:xfrm>
            <a:off x="7349947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160"/>
          <p:cNvSpPr/>
          <p:nvPr/>
        </p:nvSpPr>
        <p:spPr>
          <a:xfrm>
            <a:off x="8422538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161"/>
          <p:cNvSpPr/>
          <p:nvPr/>
        </p:nvSpPr>
        <p:spPr>
          <a:xfrm>
            <a:off x="9495130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cell162"/>
          <p:cNvSpPr/>
          <p:nvPr/>
        </p:nvSpPr>
        <p:spPr>
          <a:xfrm>
            <a:off x="10567721" y="3308604"/>
            <a:ext cx="107259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7-figure163" descr="똑같이 5칸으로 나눈 띠, 5칸 색칠"/>
          <p:cNvSpPr/>
          <p:nvPr/>
        </p:nvSpPr>
        <p:spPr>
          <a:xfrm>
            <a:off x="6277356" y="3308604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7-text164"/>
          <p:cNvSpPr txBox="1"/>
          <p:nvPr/>
        </p:nvSpPr>
        <p:spPr>
          <a:xfrm>
            <a:off x="6277356" y="4285488"/>
            <a:ext cx="5362956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“분자와 분모가 같으면 1이니까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가분수예요.”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대분수를 가분수로</a:t>
            </a:r>
            <a:endParaRPr lang="ko-KR" sz="4000" dirty="0"/>
          </a:p>
        </p:txBody>
      </p:sp>
      <p:sp>
        <p:nvSpPr>
          <p:cNvPr id="3" name="S08-card1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1을 분모가 같은 가분수로 바꿔 세어요.</a:t>
            </a:r>
            <a:endParaRPr lang="ko-KR" sz="3000" dirty="0"/>
          </a:p>
        </p:txBody>
      </p:sp>
      <p:sp>
        <p:nvSpPr>
          <p:cNvPr id="5" name="S08-op167"/>
          <p:cNvSpPr txBox="1"/>
          <p:nvPr/>
        </p:nvSpPr>
        <p:spPr>
          <a:xfrm>
            <a:off x="548640" y="135128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6" name="S08-num168"/>
          <p:cNvSpPr txBox="1"/>
          <p:nvPr/>
        </p:nvSpPr>
        <p:spPr>
          <a:xfrm>
            <a:off x="1190752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8-fracbar169"/>
          <p:cNvSpPr/>
          <p:nvPr/>
        </p:nvSpPr>
        <p:spPr>
          <a:xfrm>
            <a:off x="1227328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8" name="S08-num170"/>
          <p:cNvSpPr txBox="1"/>
          <p:nvPr/>
        </p:nvSpPr>
        <p:spPr>
          <a:xfrm>
            <a:off x="1190752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9" name="S08-op171"/>
          <p:cNvSpPr txBox="1"/>
          <p:nvPr/>
        </p:nvSpPr>
        <p:spPr>
          <a:xfrm>
            <a:off x="1863598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0" name="S08-blank172"/>
          <p:cNvSpPr/>
          <p:nvPr/>
        </p:nvSpPr>
        <p:spPr>
          <a:xfrm>
            <a:off x="2503749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8-fracbar173"/>
          <p:cNvSpPr/>
          <p:nvPr/>
        </p:nvSpPr>
        <p:spPr>
          <a:xfrm>
            <a:off x="2447290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8-num174"/>
          <p:cNvSpPr txBox="1"/>
          <p:nvPr/>
        </p:nvSpPr>
        <p:spPr>
          <a:xfrm>
            <a:off x="2410714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13" name="S08-cell175"/>
          <p:cNvSpPr/>
          <p:nvPr/>
        </p:nvSpPr>
        <p:spPr>
          <a:xfrm>
            <a:off x="7778984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176"/>
          <p:cNvSpPr/>
          <p:nvPr/>
        </p:nvSpPr>
        <p:spPr>
          <a:xfrm>
            <a:off x="8221645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cell177"/>
          <p:cNvSpPr/>
          <p:nvPr/>
        </p:nvSpPr>
        <p:spPr>
          <a:xfrm>
            <a:off x="8664306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cell178"/>
          <p:cNvSpPr/>
          <p:nvPr/>
        </p:nvSpPr>
        <p:spPr>
          <a:xfrm>
            <a:off x="9106967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8-figure179" descr="똑같이 4칸으로 나눈 띠, 4칸 색칠"/>
          <p:cNvSpPr/>
          <p:nvPr/>
        </p:nvSpPr>
        <p:spPr>
          <a:xfrm>
            <a:off x="7778984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8-cell180"/>
          <p:cNvSpPr/>
          <p:nvPr/>
        </p:nvSpPr>
        <p:spPr>
          <a:xfrm>
            <a:off x="9869668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8-cell181"/>
          <p:cNvSpPr/>
          <p:nvPr/>
        </p:nvSpPr>
        <p:spPr>
          <a:xfrm>
            <a:off x="10312329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82"/>
          <p:cNvSpPr/>
          <p:nvPr/>
        </p:nvSpPr>
        <p:spPr>
          <a:xfrm>
            <a:off x="10754990" y="3451860"/>
            <a:ext cx="44266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83"/>
          <p:cNvSpPr/>
          <p:nvPr/>
        </p:nvSpPr>
        <p:spPr>
          <a:xfrm>
            <a:off x="11197651" y="3451860"/>
            <a:ext cx="44266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figure184" descr="똑같이 4칸으로 나눈 띠, 3칸 색칠"/>
          <p:cNvSpPr/>
          <p:nvPr/>
        </p:nvSpPr>
        <p:spPr>
          <a:xfrm>
            <a:off x="9869668" y="3451860"/>
            <a:ext cx="1770644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8-stepno185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4" name="S08-text186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4분의 1이 4개</a:t>
            </a:r>
            <a:endParaRPr lang="ko-KR" sz="3000" dirty="0"/>
          </a:p>
        </p:txBody>
      </p:sp>
      <p:sp>
        <p:nvSpPr>
          <p:cNvPr id="25" name="S08-stepno187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8-text188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3은 4분의 1이 3개</a:t>
            </a:r>
            <a:endParaRPr lang="ko-KR" sz="3000" dirty="0"/>
          </a:p>
        </p:txBody>
      </p:sp>
      <p:sp>
        <p:nvSpPr>
          <p:cNvPr id="27" name="S08-stepno189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8" name="S08-text190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= 7 → 4분의 7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가분수를 대분수로</a:t>
            </a:r>
            <a:endParaRPr lang="ko-KR" sz="4000" dirty="0"/>
          </a:p>
        </p:txBody>
      </p:sp>
      <p:sp>
        <p:nvSpPr>
          <p:cNvPr id="3" name="S09-card1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분모만큼씩 묶어 1을 만들어요.</a:t>
            </a:r>
            <a:endParaRPr lang="ko-KR" sz="3000" dirty="0"/>
          </a:p>
        </p:txBody>
      </p:sp>
      <p:sp>
        <p:nvSpPr>
          <p:cNvPr id="5" name="S09-num193"/>
          <p:cNvSpPr txBox="1"/>
          <p:nvPr/>
        </p:nvSpPr>
        <p:spPr>
          <a:xfrm>
            <a:off x="548640" y="135128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6" name="S09-fracbar194"/>
          <p:cNvSpPr/>
          <p:nvPr/>
        </p:nvSpPr>
        <p:spPr>
          <a:xfrm>
            <a:off x="585216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09-num195"/>
          <p:cNvSpPr txBox="1"/>
          <p:nvPr/>
        </p:nvSpPr>
        <p:spPr>
          <a:xfrm>
            <a:off x="548640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8" name="S09-op196"/>
          <p:cNvSpPr txBox="1"/>
          <p:nvPr/>
        </p:nvSpPr>
        <p:spPr>
          <a:xfrm>
            <a:off x="1221486" y="135128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9" name="S09-blank197"/>
          <p:cNvSpPr/>
          <p:nvPr/>
        </p:nvSpPr>
        <p:spPr>
          <a:xfrm>
            <a:off x="1919676" y="170885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09-blank198"/>
          <p:cNvSpPr/>
          <p:nvPr/>
        </p:nvSpPr>
        <p:spPr>
          <a:xfrm>
            <a:off x="2650561" y="141751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1" name="S09-fracbar199"/>
          <p:cNvSpPr/>
          <p:nvPr/>
        </p:nvSpPr>
        <p:spPr>
          <a:xfrm>
            <a:off x="2594102" y="189738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09-num200"/>
          <p:cNvSpPr txBox="1"/>
          <p:nvPr/>
        </p:nvSpPr>
        <p:spPr>
          <a:xfrm>
            <a:off x="2557526" y="193395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3" name="S09-cell201"/>
          <p:cNvSpPr/>
          <p:nvPr/>
        </p:nvSpPr>
        <p:spPr>
          <a:xfrm>
            <a:off x="7778984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202"/>
          <p:cNvSpPr/>
          <p:nvPr/>
        </p:nvSpPr>
        <p:spPr>
          <a:xfrm>
            <a:off x="813690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203"/>
          <p:cNvSpPr/>
          <p:nvPr/>
        </p:nvSpPr>
        <p:spPr>
          <a:xfrm>
            <a:off x="8494817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figure204" descr="똑같이 3칸으로 나눈 띠, 3칸 색칠"/>
          <p:cNvSpPr/>
          <p:nvPr/>
        </p:nvSpPr>
        <p:spPr>
          <a:xfrm>
            <a:off x="7778984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9-cell205"/>
          <p:cNvSpPr/>
          <p:nvPr/>
        </p:nvSpPr>
        <p:spPr>
          <a:xfrm>
            <a:off x="917277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9-cell206"/>
          <p:cNvSpPr/>
          <p:nvPr/>
        </p:nvSpPr>
        <p:spPr>
          <a:xfrm>
            <a:off x="9530690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9-cell207"/>
          <p:cNvSpPr/>
          <p:nvPr/>
        </p:nvSpPr>
        <p:spPr>
          <a:xfrm>
            <a:off x="9888606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9-figure208" descr="똑같이 3칸으로 나눈 띠, 3칸 색칠"/>
          <p:cNvSpPr/>
          <p:nvPr/>
        </p:nvSpPr>
        <p:spPr>
          <a:xfrm>
            <a:off x="917277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9-cell209"/>
          <p:cNvSpPr/>
          <p:nvPr/>
        </p:nvSpPr>
        <p:spPr>
          <a:xfrm>
            <a:off x="10566563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9-cell210"/>
          <p:cNvSpPr/>
          <p:nvPr/>
        </p:nvSpPr>
        <p:spPr>
          <a:xfrm>
            <a:off x="10924479" y="3451860"/>
            <a:ext cx="357916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9-cell211"/>
          <p:cNvSpPr/>
          <p:nvPr/>
        </p:nvSpPr>
        <p:spPr>
          <a:xfrm>
            <a:off x="11282396" y="3451860"/>
            <a:ext cx="357916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9-figure212" descr="똑같이 3칸으로 나눈 띠, 2칸 색칠"/>
          <p:cNvSpPr/>
          <p:nvPr/>
        </p:nvSpPr>
        <p:spPr>
          <a:xfrm>
            <a:off x="10566563" y="3451860"/>
            <a:ext cx="1073749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9-stepno213"/>
          <p:cNvSpPr txBox="1"/>
          <p:nvPr/>
        </p:nvSpPr>
        <p:spPr>
          <a:xfrm>
            <a:off x="548640" y="2875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6" name="S09-text214"/>
          <p:cNvSpPr txBox="1"/>
          <p:nvPr/>
        </p:nvSpPr>
        <p:spPr>
          <a:xfrm>
            <a:off x="1325880" y="287578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3을 묶으면 1</a:t>
            </a:r>
            <a:endParaRPr lang="ko-KR" sz="3000" dirty="0"/>
          </a:p>
        </p:txBody>
      </p:sp>
      <p:sp>
        <p:nvSpPr>
          <p:cNvPr id="27" name="S09-stepno215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8" name="S09-text216"/>
          <p:cNvSpPr txBox="1"/>
          <p:nvPr/>
        </p:nvSpPr>
        <p:spPr>
          <a:xfrm>
            <a:off x="1325880" y="3589020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3분의 8에는 1이 2개</a:t>
            </a:r>
            <a:endParaRPr lang="ko-KR" sz="3000" dirty="0"/>
          </a:p>
        </p:txBody>
      </p:sp>
      <p:sp>
        <p:nvSpPr>
          <p:cNvPr id="29" name="S09-stepno217"/>
          <p:cNvSpPr txBox="1"/>
          <p:nvPr/>
        </p:nvSpPr>
        <p:spPr>
          <a:xfrm>
            <a:off x="548640" y="4302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0" name="S09-text218"/>
          <p:cNvSpPr txBox="1"/>
          <p:nvPr/>
        </p:nvSpPr>
        <p:spPr>
          <a:xfrm>
            <a:off x="1325880" y="430225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3분의 2 → 2와 3분의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써요</a:t>
            </a:r>
            <a:endParaRPr lang="ko-KR" sz="4000" dirty="0"/>
          </a:p>
        </p:txBody>
      </p:sp>
      <p:sp>
        <p:nvSpPr>
          <p:cNvPr id="3" name="S10-text2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가분수로, ③④는 대분수로 바꿔요.</a:t>
            </a:r>
            <a:endParaRPr lang="ko-KR" sz="3000" dirty="0"/>
          </a:p>
        </p:txBody>
      </p:sp>
      <p:sp>
        <p:nvSpPr>
          <p:cNvPr id="4" name="S10-card2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1은 분자와 분모가 같은 분수예요.</a:t>
            </a:r>
            <a:endParaRPr lang="ko-KR" sz="3000" dirty="0"/>
          </a:p>
        </p:txBody>
      </p:sp>
      <p:sp>
        <p:nvSpPr>
          <p:cNvPr id="6" name="S10-chip22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op223"/>
          <p:cNvSpPr txBox="1"/>
          <p:nvPr/>
        </p:nvSpPr>
        <p:spPr>
          <a:xfrm>
            <a:off x="1344168" y="219710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8" name="S10-num224"/>
          <p:cNvSpPr txBox="1"/>
          <p:nvPr/>
        </p:nvSpPr>
        <p:spPr>
          <a:xfrm>
            <a:off x="1986280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9" name="S10-fracbar225"/>
          <p:cNvSpPr/>
          <p:nvPr/>
        </p:nvSpPr>
        <p:spPr>
          <a:xfrm>
            <a:off x="2022856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0" name="S10-num226"/>
          <p:cNvSpPr txBox="1"/>
          <p:nvPr/>
        </p:nvSpPr>
        <p:spPr>
          <a:xfrm>
            <a:off x="1986280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1" name="S10-op227"/>
          <p:cNvSpPr txBox="1"/>
          <p:nvPr/>
        </p:nvSpPr>
        <p:spPr>
          <a:xfrm>
            <a:off x="2659126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2" name="S10-blank228"/>
          <p:cNvSpPr/>
          <p:nvPr/>
        </p:nvSpPr>
        <p:spPr>
          <a:xfrm>
            <a:off x="3299277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3" name="S10-fracbar229"/>
          <p:cNvSpPr/>
          <p:nvPr/>
        </p:nvSpPr>
        <p:spPr>
          <a:xfrm>
            <a:off x="3242818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4" name="S10-num230"/>
          <p:cNvSpPr txBox="1"/>
          <p:nvPr/>
        </p:nvSpPr>
        <p:spPr>
          <a:xfrm>
            <a:off x="3206242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5" name="S10-chip2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6" name="S10-op232"/>
          <p:cNvSpPr txBox="1"/>
          <p:nvPr/>
        </p:nvSpPr>
        <p:spPr>
          <a:xfrm>
            <a:off x="7072884" y="219710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0-num233"/>
          <p:cNvSpPr txBox="1"/>
          <p:nvPr/>
        </p:nvSpPr>
        <p:spPr>
          <a:xfrm>
            <a:off x="7714996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8" name="S10-fracbar234"/>
          <p:cNvSpPr/>
          <p:nvPr/>
        </p:nvSpPr>
        <p:spPr>
          <a:xfrm>
            <a:off x="7751572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9" name="S10-num235"/>
          <p:cNvSpPr txBox="1"/>
          <p:nvPr/>
        </p:nvSpPr>
        <p:spPr>
          <a:xfrm>
            <a:off x="7714996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0" name="S10-op236"/>
          <p:cNvSpPr txBox="1"/>
          <p:nvPr/>
        </p:nvSpPr>
        <p:spPr>
          <a:xfrm>
            <a:off x="8387842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1" name="S10-blank237"/>
          <p:cNvSpPr/>
          <p:nvPr/>
        </p:nvSpPr>
        <p:spPr>
          <a:xfrm>
            <a:off x="9027993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10-fracbar238"/>
          <p:cNvSpPr/>
          <p:nvPr/>
        </p:nvSpPr>
        <p:spPr>
          <a:xfrm>
            <a:off x="897153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3" name="S10-num239"/>
          <p:cNvSpPr txBox="1"/>
          <p:nvPr/>
        </p:nvSpPr>
        <p:spPr>
          <a:xfrm>
            <a:off x="893495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4" name="S10-chip240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5" name="S10-num241"/>
          <p:cNvSpPr txBox="1"/>
          <p:nvPr/>
        </p:nvSpPr>
        <p:spPr>
          <a:xfrm>
            <a:off x="1344168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26" name="S10-fracbar242"/>
          <p:cNvSpPr/>
          <p:nvPr/>
        </p:nvSpPr>
        <p:spPr>
          <a:xfrm>
            <a:off x="1380744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7" name="S10-num243"/>
          <p:cNvSpPr txBox="1"/>
          <p:nvPr/>
        </p:nvSpPr>
        <p:spPr>
          <a:xfrm>
            <a:off x="1344168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8" name="S10-op244"/>
          <p:cNvSpPr txBox="1"/>
          <p:nvPr/>
        </p:nvSpPr>
        <p:spPr>
          <a:xfrm>
            <a:off x="2017014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9" name="S10-blank245"/>
          <p:cNvSpPr/>
          <p:nvPr/>
        </p:nvSpPr>
        <p:spPr>
          <a:xfrm>
            <a:off x="2715204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0" name="S10-blank246"/>
          <p:cNvSpPr/>
          <p:nvPr/>
        </p:nvSpPr>
        <p:spPr>
          <a:xfrm>
            <a:off x="3446089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1" name="S10-fracbar247"/>
          <p:cNvSpPr/>
          <p:nvPr/>
        </p:nvSpPr>
        <p:spPr>
          <a:xfrm>
            <a:off x="338963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2" name="S10-num248"/>
          <p:cNvSpPr txBox="1"/>
          <p:nvPr/>
        </p:nvSpPr>
        <p:spPr>
          <a:xfrm>
            <a:off x="335305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33" name="S10-chip24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34" name="S10-num250"/>
          <p:cNvSpPr txBox="1"/>
          <p:nvPr/>
        </p:nvSpPr>
        <p:spPr>
          <a:xfrm>
            <a:off x="7072884" y="384302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35" name="S10-fracbar251"/>
          <p:cNvSpPr/>
          <p:nvPr/>
        </p:nvSpPr>
        <p:spPr>
          <a:xfrm>
            <a:off x="7109460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6" name="S10-num252"/>
          <p:cNvSpPr txBox="1"/>
          <p:nvPr/>
        </p:nvSpPr>
        <p:spPr>
          <a:xfrm>
            <a:off x="7072884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37" name="S10-op253"/>
          <p:cNvSpPr txBox="1"/>
          <p:nvPr/>
        </p:nvSpPr>
        <p:spPr>
          <a:xfrm>
            <a:off x="7745730" y="384302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8" name="S10-blank254"/>
          <p:cNvSpPr/>
          <p:nvPr/>
        </p:nvSpPr>
        <p:spPr>
          <a:xfrm>
            <a:off x="8443920" y="420059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9" name="S10-blank255"/>
          <p:cNvSpPr/>
          <p:nvPr/>
        </p:nvSpPr>
        <p:spPr>
          <a:xfrm>
            <a:off x="9174805" y="390925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0" name="S10-fracbar256"/>
          <p:cNvSpPr/>
          <p:nvPr/>
        </p:nvSpPr>
        <p:spPr>
          <a:xfrm>
            <a:off x="9118346" y="438912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41" name="S10-num257"/>
          <p:cNvSpPr txBox="1"/>
          <p:nvPr/>
        </p:nvSpPr>
        <p:spPr>
          <a:xfrm>
            <a:off x="9081770" y="442569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어떤 분수인지 말하고, ②~④는 바꿔요.</a:t>
            </a:r>
            <a:endParaRPr lang="ko-KR" sz="3000" dirty="0"/>
          </a:p>
        </p:txBody>
      </p:sp>
      <p:sp>
        <p:nvSpPr>
          <p:cNvPr id="4" name="S11-chip25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num260"/>
          <p:cNvSpPr txBox="1"/>
          <p:nvPr/>
        </p:nvSpPr>
        <p:spPr>
          <a:xfrm>
            <a:off x="1344168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6" name="S11-fracbar261"/>
          <p:cNvSpPr/>
          <p:nvPr/>
        </p:nvSpPr>
        <p:spPr>
          <a:xfrm>
            <a:off x="138074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7" name="S11-num262"/>
          <p:cNvSpPr txBox="1"/>
          <p:nvPr/>
        </p:nvSpPr>
        <p:spPr>
          <a:xfrm>
            <a:off x="134416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8" name="S11-chip26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1-op264"/>
          <p:cNvSpPr txBox="1"/>
          <p:nvPr/>
        </p:nvSpPr>
        <p:spPr>
          <a:xfrm>
            <a:off x="7072884" y="219710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10" name="S11-num265"/>
          <p:cNvSpPr txBox="1"/>
          <p:nvPr/>
        </p:nvSpPr>
        <p:spPr>
          <a:xfrm>
            <a:off x="7714996" y="219710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11" name="S11-fracbar266"/>
          <p:cNvSpPr/>
          <p:nvPr/>
        </p:nvSpPr>
        <p:spPr>
          <a:xfrm>
            <a:off x="7751572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2" name="S11-num267"/>
          <p:cNvSpPr txBox="1"/>
          <p:nvPr/>
        </p:nvSpPr>
        <p:spPr>
          <a:xfrm>
            <a:off x="7714996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3" name="S11-op268"/>
          <p:cNvSpPr txBox="1"/>
          <p:nvPr/>
        </p:nvSpPr>
        <p:spPr>
          <a:xfrm>
            <a:off x="8387842" y="219710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14" name="S11-blank269"/>
          <p:cNvSpPr/>
          <p:nvPr/>
        </p:nvSpPr>
        <p:spPr>
          <a:xfrm>
            <a:off x="9027993" y="226333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5" name="S11-fracbar270"/>
          <p:cNvSpPr/>
          <p:nvPr/>
        </p:nvSpPr>
        <p:spPr>
          <a:xfrm>
            <a:off x="8971534" y="274320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16" name="S11-num271"/>
          <p:cNvSpPr txBox="1"/>
          <p:nvPr/>
        </p:nvSpPr>
        <p:spPr>
          <a:xfrm>
            <a:off x="8934958" y="277977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17" name="S11-chip272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11-num273"/>
          <p:cNvSpPr txBox="1"/>
          <p:nvPr/>
        </p:nvSpPr>
        <p:spPr>
          <a:xfrm>
            <a:off x="1344168" y="4391660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400" dirty="0"/>
          </a:p>
        </p:txBody>
      </p:sp>
      <p:sp>
        <p:nvSpPr>
          <p:cNvPr id="19" name="S11-fracbar274"/>
          <p:cNvSpPr/>
          <p:nvPr/>
        </p:nvSpPr>
        <p:spPr>
          <a:xfrm>
            <a:off x="1380744" y="4937760"/>
            <a:ext cx="592328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0" name="S11-num275"/>
          <p:cNvSpPr txBox="1"/>
          <p:nvPr/>
        </p:nvSpPr>
        <p:spPr>
          <a:xfrm>
            <a:off x="1344168" y="4974336"/>
            <a:ext cx="665480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1" name="S11-op276"/>
          <p:cNvSpPr txBox="1"/>
          <p:nvPr/>
        </p:nvSpPr>
        <p:spPr>
          <a:xfrm>
            <a:off x="2119376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22" name="S11-blank277"/>
          <p:cNvSpPr/>
          <p:nvPr/>
        </p:nvSpPr>
        <p:spPr>
          <a:xfrm>
            <a:off x="2817566" y="4749236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3" name="S11-blank278"/>
          <p:cNvSpPr/>
          <p:nvPr/>
        </p:nvSpPr>
        <p:spPr>
          <a:xfrm>
            <a:off x="3548451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4" name="S11-fracbar279"/>
          <p:cNvSpPr/>
          <p:nvPr/>
        </p:nvSpPr>
        <p:spPr>
          <a:xfrm>
            <a:off x="349199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25" name="S11-num280"/>
          <p:cNvSpPr txBox="1"/>
          <p:nvPr/>
        </p:nvSpPr>
        <p:spPr>
          <a:xfrm>
            <a:off x="345541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6" name="S11-chip28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7" name="S11-op282"/>
          <p:cNvSpPr txBox="1"/>
          <p:nvPr/>
        </p:nvSpPr>
        <p:spPr>
          <a:xfrm>
            <a:off x="7072884" y="4391660"/>
            <a:ext cx="532384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28" name="S11-num283"/>
          <p:cNvSpPr txBox="1"/>
          <p:nvPr/>
        </p:nvSpPr>
        <p:spPr>
          <a:xfrm>
            <a:off x="7714996" y="4391660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29" name="S11-fracbar284"/>
          <p:cNvSpPr/>
          <p:nvPr/>
        </p:nvSpPr>
        <p:spPr>
          <a:xfrm>
            <a:off x="7751572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0" name="S11-num285"/>
          <p:cNvSpPr txBox="1"/>
          <p:nvPr/>
        </p:nvSpPr>
        <p:spPr>
          <a:xfrm>
            <a:off x="7714996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31" name="S11-op286"/>
          <p:cNvSpPr txBox="1"/>
          <p:nvPr/>
        </p:nvSpPr>
        <p:spPr>
          <a:xfrm>
            <a:off x="8387842" y="4391660"/>
            <a:ext cx="437388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400" dirty="0"/>
          </a:p>
        </p:txBody>
      </p:sp>
      <p:sp>
        <p:nvSpPr>
          <p:cNvPr id="32" name="S11-blank287"/>
          <p:cNvSpPr/>
          <p:nvPr/>
        </p:nvSpPr>
        <p:spPr>
          <a:xfrm>
            <a:off x="9027993" y="4457898"/>
            <a:ext cx="377048" cy="37704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3" name="S11-fracbar288"/>
          <p:cNvSpPr/>
          <p:nvPr/>
        </p:nvSpPr>
        <p:spPr>
          <a:xfrm>
            <a:off x="8971534" y="4937760"/>
            <a:ext cx="489966" cy="0"/>
          </a:xfrm>
          <a:prstGeom prst="line">
            <a:avLst/>
          </a:prstGeom>
          <a:noFill/>
          <a:ln w="26988">
            <a:solidFill>
              <a:srgbClr val="1F2937"/>
            </a:solidFill>
            <a:prstDash val="solid"/>
          </a:ln>
        </p:spPr>
      </p:sp>
      <p:sp>
        <p:nvSpPr>
          <p:cNvPr id="34" name="S11-num289"/>
          <p:cNvSpPr txBox="1"/>
          <p:nvPr/>
        </p:nvSpPr>
        <p:spPr>
          <a:xfrm>
            <a:off x="8934958" y="4974336"/>
            <a:ext cx="563118" cy="50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분수로</a:t>
            </a:r>
            <a:endParaRPr lang="ko-KR" sz="4000" dirty="0"/>
          </a:p>
        </p:txBody>
      </p:sp>
      <p:sp>
        <p:nvSpPr>
          <p:cNvPr id="3" name="S13-text2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부분을 두 가지로 나타내요.</a:t>
            </a:r>
            <a:endParaRPr lang="ko-KR" sz="3000" dirty="0"/>
          </a:p>
        </p:txBody>
      </p:sp>
      <p:sp>
        <p:nvSpPr>
          <p:cNvPr id="4" name="S13-cell291"/>
          <p:cNvSpPr/>
          <p:nvPr/>
        </p:nvSpPr>
        <p:spPr>
          <a:xfrm>
            <a:off x="627735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3-cell292"/>
          <p:cNvSpPr/>
          <p:nvPr/>
        </p:nvSpPr>
        <p:spPr>
          <a:xfrm>
            <a:off x="6697599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3-cell293"/>
          <p:cNvSpPr/>
          <p:nvPr/>
        </p:nvSpPr>
        <p:spPr>
          <a:xfrm>
            <a:off x="7117842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cell294"/>
          <p:cNvSpPr/>
          <p:nvPr/>
        </p:nvSpPr>
        <p:spPr>
          <a:xfrm>
            <a:off x="7538085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3-cell295"/>
          <p:cNvSpPr/>
          <p:nvPr/>
        </p:nvSpPr>
        <p:spPr>
          <a:xfrm>
            <a:off x="7958328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96"/>
          <p:cNvSpPr/>
          <p:nvPr/>
        </p:nvSpPr>
        <p:spPr>
          <a:xfrm>
            <a:off x="8378571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297" descr="똑같이 6칸으로 나눈 띠, 6칸 색칠"/>
          <p:cNvSpPr/>
          <p:nvPr/>
        </p:nvSpPr>
        <p:spPr>
          <a:xfrm>
            <a:off x="6277356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ell298"/>
          <p:cNvSpPr/>
          <p:nvPr/>
        </p:nvSpPr>
        <p:spPr>
          <a:xfrm>
            <a:off x="9118854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99"/>
          <p:cNvSpPr/>
          <p:nvPr/>
        </p:nvSpPr>
        <p:spPr>
          <a:xfrm>
            <a:off x="9539097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300"/>
          <p:cNvSpPr/>
          <p:nvPr/>
        </p:nvSpPr>
        <p:spPr>
          <a:xfrm>
            <a:off x="9959340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301"/>
          <p:cNvSpPr/>
          <p:nvPr/>
        </p:nvSpPr>
        <p:spPr>
          <a:xfrm>
            <a:off x="10379583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cell302"/>
          <p:cNvSpPr/>
          <p:nvPr/>
        </p:nvSpPr>
        <p:spPr>
          <a:xfrm>
            <a:off x="10799826" y="3703320"/>
            <a:ext cx="420243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cell303"/>
          <p:cNvSpPr/>
          <p:nvPr/>
        </p:nvSpPr>
        <p:spPr>
          <a:xfrm>
            <a:off x="11220069" y="3703320"/>
            <a:ext cx="42024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figure304" descr="똑같이 6칸으로 나눈 띠, 5칸 색칠"/>
          <p:cNvSpPr/>
          <p:nvPr/>
        </p:nvSpPr>
        <p:spPr>
          <a:xfrm>
            <a:off x="9118854" y="3703320"/>
            <a:ext cx="2521458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3-chip30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19" name="S13-text306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쓰면?</a:t>
            </a:r>
            <a:endParaRPr lang="ko-KR" sz="3000" dirty="0"/>
          </a:p>
        </p:txBody>
      </p:sp>
      <p:sp>
        <p:nvSpPr>
          <p:cNvPr id="20" name="S13-chip30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21" name="S13-text308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쓰면?</a:t>
            </a:r>
            <a:endParaRPr lang="ko-KR" sz="3000" dirty="0"/>
          </a:p>
        </p:txBody>
      </p:sp>
      <p:sp>
        <p:nvSpPr>
          <p:cNvPr id="22" name="S13-chip30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3" name="S13-text310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11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2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진분수는 1보다 작고, 가분수는 1과 같거나 커요. 대분수는 자연수와 진분수예요.</a:t>
            </a:r>
            <a:endParaRPr lang="ko-KR" sz="3000" dirty="0"/>
          </a:p>
        </p:txBody>
      </p:sp>
      <p:sp>
        <p:nvSpPr>
          <p:cNvPr id="5" name="S14-chip313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1을 분모가 같은 분수로</a:t>
            </a:r>
            <a:endParaRPr lang="ko-KR" sz="2400" dirty="0"/>
          </a:p>
        </p:txBody>
      </p:sp>
      <p:sp>
        <p:nvSpPr>
          <p:cNvPr id="6" name="S14-chip314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자연수를 분자에 그냥 더하기</a:t>
            </a:r>
            <a:endParaRPr lang="ko-KR" sz="2400" dirty="0"/>
          </a:p>
        </p:txBody>
      </p:sp>
      <p:sp>
        <p:nvSpPr>
          <p:cNvPr id="7" name="S14-text315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316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7분의 7은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진분수? 가분수?</a:t>
            </a:r>
            <a:endParaRPr lang="ko-KR" sz="2400" dirty="0"/>
          </a:p>
        </p:txBody>
      </p:sp>
      <p:sp>
        <p:nvSpPr>
          <p:cNvPr id="9" name="S14-op317"/>
          <p:cNvSpPr txBox="1"/>
          <p:nvPr/>
        </p:nvSpPr>
        <p:spPr>
          <a:xfrm>
            <a:off x="4322064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800" dirty="0"/>
          </a:p>
        </p:txBody>
      </p:sp>
      <p:sp>
        <p:nvSpPr>
          <p:cNvPr id="10" name="S14-op318"/>
          <p:cNvSpPr txBox="1"/>
          <p:nvPr/>
        </p:nvSpPr>
        <p:spPr>
          <a:xfrm>
            <a:off x="5036312" y="4402328"/>
            <a:ext cx="483616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1" name="S14-num319"/>
          <p:cNvSpPr txBox="1"/>
          <p:nvPr/>
        </p:nvSpPr>
        <p:spPr>
          <a:xfrm>
            <a:off x="562965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14-fracbar320"/>
          <p:cNvSpPr/>
          <p:nvPr/>
        </p:nvSpPr>
        <p:spPr>
          <a:xfrm>
            <a:off x="566623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3" name="S14-num321"/>
          <p:cNvSpPr txBox="1"/>
          <p:nvPr/>
        </p:nvSpPr>
        <p:spPr>
          <a:xfrm>
            <a:off x="562965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4" name="S14-op322"/>
          <p:cNvSpPr txBox="1"/>
          <p:nvPr/>
        </p:nvSpPr>
        <p:spPr>
          <a:xfrm>
            <a:off x="6222492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5" name="S14-blank323"/>
          <p:cNvSpPr/>
          <p:nvPr/>
        </p:nvSpPr>
        <p:spPr>
          <a:xfrm>
            <a:off x="6823903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16" name="S14-fracbar324"/>
          <p:cNvSpPr/>
          <p:nvPr/>
        </p:nvSpPr>
        <p:spPr>
          <a:xfrm>
            <a:off x="6774180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17" name="S14-num325"/>
          <p:cNvSpPr txBox="1"/>
          <p:nvPr/>
        </p:nvSpPr>
        <p:spPr>
          <a:xfrm>
            <a:off x="6737604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8" name="S14-op326"/>
          <p:cNvSpPr txBox="1"/>
          <p:nvPr/>
        </p:nvSpPr>
        <p:spPr>
          <a:xfrm>
            <a:off x="8095488" y="4402328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800" dirty="0"/>
          </a:p>
        </p:txBody>
      </p:sp>
      <p:sp>
        <p:nvSpPr>
          <p:cNvPr id="19" name="S14-num327"/>
          <p:cNvSpPr txBox="1"/>
          <p:nvPr/>
        </p:nvSpPr>
        <p:spPr>
          <a:xfrm>
            <a:off x="8809736" y="440232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800" dirty="0"/>
          </a:p>
        </p:txBody>
      </p:sp>
      <p:sp>
        <p:nvSpPr>
          <p:cNvPr id="20" name="S14-fracbar328"/>
          <p:cNvSpPr/>
          <p:nvPr/>
        </p:nvSpPr>
        <p:spPr>
          <a:xfrm>
            <a:off x="8846312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1" name="S14-num329"/>
          <p:cNvSpPr txBox="1"/>
          <p:nvPr/>
        </p:nvSpPr>
        <p:spPr>
          <a:xfrm>
            <a:off x="8809736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2" name="S14-op330"/>
          <p:cNvSpPr txBox="1"/>
          <p:nvPr/>
        </p:nvSpPr>
        <p:spPr>
          <a:xfrm>
            <a:off x="9402572" y="4402328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14-blank331"/>
          <p:cNvSpPr/>
          <p:nvPr/>
        </p:nvSpPr>
        <p:spPr>
          <a:xfrm>
            <a:off x="10064689" y="470325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4" name="S14-blank332"/>
          <p:cNvSpPr/>
          <p:nvPr/>
        </p:nvSpPr>
        <p:spPr>
          <a:xfrm>
            <a:off x="10718231" y="4456877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FFFFFF"/>
            </a:solidFill>
            <a:prstDash val="solid"/>
          </a:ln>
        </p:spPr>
      </p:sp>
      <p:sp>
        <p:nvSpPr>
          <p:cNvPr id="25" name="S14-fracbar333"/>
          <p:cNvSpPr/>
          <p:nvPr/>
        </p:nvSpPr>
        <p:spPr>
          <a:xfrm>
            <a:off x="10668508" y="4858512"/>
            <a:ext cx="409956" cy="0"/>
          </a:xfrm>
          <a:prstGeom prst="line">
            <a:avLst/>
          </a:prstGeom>
          <a:noFill/>
          <a:ln w="22225">
            <a:solidFill>
              <a:srgbClr val="FFFFFF"/>
            </a:solidFill>
            <a:prstDash val="solid"/>
          </a:ln>
        </p:spPr>
      </p:sp>
      <p:sp>
        <p:nvSpPr>
          <p:cNvPr id="26" name="S14-num334"/>
          <p:cNvSpPr txBox="1"/>
          <p:nvPr/>
        </p:nvSpPr>
        <p:spPr>
          <a:xfrm>
            <a:off x="10631932" y="4895088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7" name="S14-text33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선분·반직선·직선과 각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4분의 1이 몇 개?</a:t>
            </a:r>
            <a:endParaRPr lang="ko-KR" sz="4000" dirty="0"/>
          </a:p>
        </p:txBody>
      </p:sp>
      <p:sp>
        <p:nvSpPr>
          <p:cNvPr id="3" name="S15-text3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몇 개인지 세어요.</a:t>
            </a:r>
            <a:endParaRPr lang="ko-KR" sz="3000" dirty="0"/>
          </a:p>
        </p:txBody>
      </p:sp>
      <p:sp>
        <p:nvSpPr>
          <p:cNvPr id="4" name="S15-card337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5-cardtext338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3개</a:t>
            </a:r>
            <a:endParaRPr lang="ko-KR" sz="3000" dirty="0"/>
          </a:p>
        </p:txBody>
      </p:sp>
      <p:sp>
        <p:nvSpPr>
          <p:cNvPr id="6" name="S15-card339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40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4개, 1과 같아요</a:t>
            </a:r>
            <a:endParaRPr lang="ko-KR" sz="3000" dirty="0"/>
          </a:p>
        </p:txBody>
      </p:sp>
      <p:sp>
        <p:nvSpPr>
          <p:cNvPr id="8" name="S15-num341"/>
          <p:cNvSpPr txBox="1"/>
          <p:nvPr/>
        </p:nvSpPr>
        <p:spPr>
          <a:xfrm>
            <a:off x="770954" y="2444496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700" dirty="0"/>
          </a:p>
        </p:txBody>
      </p:sp>
      <p:sp>
        <p:nvSpPr>
          <p:cNvPr id="9" name="S15-fracbar342"/>
          <p:cNvSpPr/>
          <p:nvPr/>
        </p:nvSpPr>
        <p:spPr>
          <a:xfrm>
            <a:off x="807530" y="2885694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0" name="S15-num343"/>
          <p:cNvSpPr txBox="1"/>
          <p:nvPr/>
        </p:nvSpPr>
        <p:spPr>
          <a:xfrm>
            <a:off x="770954" y="2922270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1" name="S15-cell344"/>
          <p:cNvSpPr/>
          <p:nvPr/>
        </p:nvSpPr>
        <p:spPr>
          <a:xfrm>
            <a:off x="1600200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345"/>
          <p:cNvSpPr/>
          <p:nvPr/>
        </p:nvSpPr>
        <p:spPr>
          <a:xfrm>
            <a:off x="4110228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cell346"/>
          <p:cNvSpPr/>
          <p:nvPr/>
        </p:nvSpPr>
        <p:spPr>
          <a:xfrm>
            <a:off x="6620256" y="2519934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5-cell347"/>
          <p:cNvSpPr/>
          <p:nvPr/>
        </p:nvSpPr>
        <p:spPr>
          <a:xfrm>
            <a:off x="9130284" y="2519934"/>
            <a:ext cx="25100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figure348" descr="똑같이 4칸으로 나눈 띠, 3칸 색칠"/>
          <p:cNvSpPr/>
          <p:nvPr/>
        </p:nvSpPr>
        <p:spPr>
          <a:xfrm>
            <a:off x="1600200" y="2519934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15-num349"/>
          <p:cNvSpPr txBox="1"/>
          <p:nvPr/>
        </p:nvSpPr>
        <p:spPr>
          <a:xfrm>
            <a:off x="770954" y="3432048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7" name="S15-fracbar350"/>
          <p:cNvSpPr/>
          <p:nvPr/>
        </p:nvSpPr>
        <p:spPr>
          <a:xfrm>
            <a:off x="807530" y="3873246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8" name="S15-num351"/>
          <p:cNvSpPr txBox="1"/>
          <p:nvPr/>
        </p:nvSpPr>
        <p:spPr>
          <a:xfrm>
            <a:off x="770954" y="3909822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9" name="S15-cell352"/>
          <p:cNvSpPr/>
          <p:nvPr/>
        </p:nvSpPr>
        <p:spPr>
          <a:xfrm>
            <a:off x="1600200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353"/>
          <p:cNvSpPr/>
          <p:nvPr/>
        </p:nvSpPr>
        <p:spPr>
          <a:xfrm>
            <a:off x="4110228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cell354"/>
          <p:cNvSpPr/>
          <p:nvPr/>
        </p:nvSpPr>
        <p:spPr>
          <a:xfrm>
            <a:off x="6620256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5-cell355"/>
          <p:cNvSpPr/>
          <p:nvPr/>
        </p:nvSpPr>
        <p:spPr>
          <a:xfrm>
            <a:off x="9130284" y="3507486"/>
            <a:ext cx="251002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figure356" descr="똑같이 4칸으로 나눈 띠, 4칸 색칠"/>
          <p:cNvSpPr/>
          <p:nvPr/>
        </p:nvSpPr>
        <p:spPr>
          <a:xfrm>
            <a:off x="1600200" y="3507486"/>
            <a:ext cx="10040112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진분수·가분수·대분수</dc:title>
  <dc:subject>KR22-G03-MAT-MIXED-L01</dc:subject>
  <dc:creator>education-ppt</dc:creator>
  <cp:lastModifiedBy>education-ppt</cp:lastModifiedBy>
  <cp:revision>1</cp:revision>
  <dcterms:created xsi:type="dcterms:W3CDTF">2026-10-26T07:31:21Z</dcterms:created>
  <dcterms:modified xsi:type="dcterms:W3CDTF">2026-10-26T07:31:21Z</dcterms:modified>
</cp:coreProperties>
</file>