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a60e9fb-e91b-61b8-c439-25c31ded8722}">
          <p14:sldIdLst>
            <p14:sldId id="256"/>
            <p14:sldId id="257"/>
          </p14:sldIdLst>
        </p14:section>
        <p14:section name="개념" id="{d428b192-669d-41ce-eb4f-018fcef53bff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4c5b49c0-1efb-1461-563c-7abdf365ecc3}">
          <p14:sldIdLst>
            <p14:sldId id="261"/>
            <p14:sldId id="262"/>
            <p14:sldId id="265"/>
          </p14:sldIdLst>
        </p14:section>
        <p14:section name="개념" id="{ab0944d3-d972-791d-dcbf-4e3b457d7cb0}">
          <p14:sldIdLst/>
        </p14:section>
        <p14:section name="연습" id="{af5d33dc-aac0-2312-5dcc-2897a4449a81}">
          <p14:sldIdLst/>
        </p14:section>
        <p14:section name="확인" id="{5f6ca6dd-4277-15db-8419-bd1e9e2dea93}">
          <p14:sldIdLst>
            <p14:sldId id="266"/>
            <p14:sldId id="267"/>
          </p14:sldIdLst>
        </p14:section>
        <p14:section name="정리" id="{ed771799-f3ed-f6cd-0e55-3c9d2a39a72c}">
          <p14:sldIdLst>
            <p14:sldId id="268"/>
          </p14:sldIdLst>
        </p14:section>
        <p14:section name="보충" id="{51dcf9b4-ada7-46ef-e53f-a6e8169a3fc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진분수·가분수·대분수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진분수·가분수·대분수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진분수·가분수·대분수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진분수·가분수·대분수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분모보다 큰 분수도 있을까?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7680960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132445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583930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9035415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figure5" descr="똑같이 4칸으로 나눈 띠, 4칸 색칠"/>
          <p:cNvSpPr/>
          <p:nvPr/>
        </p:nvSpPr>
        <p:spPr>
          <a:xfrm>
            <a:off x="7680960" y="1691640"/>
            <a:ext cx="18059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9806940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10258425" y="1691640"/>
            <a:ext cx="45148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709910" y="1691640"/>
            <a:ext cx="45148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1161395" y="1691640"/>
            <a:ext cx="45148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figure10" descr="똑같이 4칸으로 나눈 띠, 1칸 색칠"/>
          <p:cNvSpPr/>
          <p:nvPr/>
        </p:nvSpPr>
        <p:spPr>
          <a:xfrm>
            <a:off x="9806940" y="1691640"/>
            <a:ext cx="18059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1-card1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5" name="S01-cardtext1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진분수·가분수·대분수를 구별해요.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대분수와 가분수를 서로 바꿔요.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분수로 말하고, ②③은 답을 구해요.</a:t>
            </a:r>
            <a:endParaRPr lang="ko-KR" sz="3000" dirty="0"/>
          </a:p>
        </p:txBody>
      </p:sp>
      <p:sp>
        <p:nvSpPr>
          <p:cNvPr id="4" name="S02-chip1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cell15"/>
          <p:cNvSpPr/>
          <p:nvPr/>
        </p:nvSpPr>
        <p:spPr>
          <a:xfrm>
            <a:off x="1344168" y="2240280"/>
            <a:ext cx="109728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16"/>
          <p:cNvSpPr/>
          <p:nvPr/>
        </p:nvSpPr>
        <p:spPr>
          <a:xfrm>
            <a:off x="2441448" y="2240280"/>
            <a:ext cx="109728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17"/>
          <p:cNvSpPr/>
          <p:nvPr/>
        </p:nvSpPr>
        <p:spPr>
          <a:xfrm>
            <a:off x="3538728" y="2240280"/>
            <a:ext cx="10972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18"/>
          <p:cNvSpPr/>
          <p:nvPr/>
        </p:nvSpPr>
        <p:spPr>
          <a:xfrm>
            <a:off x="4636008" y="2240280"/>
            <a:ext cx="10972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cell19"/>
          <p:cNvSpPr/>
          <p:nvPr/>
        </p:nvSpPr>
        <p:spPr>
          <a:xfrm>
            <a:off x="5733288" y="2240280"/>
            <a:ext cx="10972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figure20" descr="똑같이 5칸으로 나눈 띠, 2칸 색칠"/>
          <p:cNvSpPr/>
          <p:nvPr/>
        </p:nvSpPr>
        <p:spPr>
          <a:xfrm>
            <a:off x="1344168" y="2240280"/>
            <a:ext cx="5486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2-chip2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02-text2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 5는 6분의 1이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3000" dirty="0"/>
          </a:p>
        </p:txBody>
      </p:sp>
      <p:sp>
        <p:nvSpPr>
          <p:cNvPr id="13" name="S02-chip2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4" name="S02-op24"/>
          <p:cNvSpPr txBox="1"/>
          <p:nvPr/>
        </p:nvSpPr>
        <p:spPr>
          <a:xfrm>
            <a:off x="1344168" y="5031740"/>
            <a:ext cx="12491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</a:t>
            </a:r>
            <a:endParaRPr lang="ko-KR" sz="3400" dirty="0"/>
          </a:p>
        </p:txBody>
      </p:sp>
      <p:sp>
        <p:nvSpPr>
          <p:cNvPr id="15" name="S02-num25"/>
          <p:cNvSpPr txBox="1"/>
          <p:nvPr/>
        </p:nvSpPr>
        <p:spPr>
          <a:xfrm>
            <a:off x="2703068" y="50317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6" name="S02-fracbar26"/>
          <p:cNvSpPr/>
          <p:nvPr/>
        </p:nvSpPr>
        <p:spPr>
          <a:xfrm>
            <a:off x="2739644" y="55778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7" name="S02-num27"/>
          <p:cNvSpPr txBox="1"/>
          <p:nvPr/>
        </p:nvSpPr>
        <p:spPr>
          <a:xfrm>
            <a:off x="2703068" y="56144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8" name="S02-op28"/>
          <p:cNvSpPr txBox="1"/>
          <p:nvPr/>
        </p:nvSpPr>
        <p:spPr>
          <a:xfrm>
            <a:off x="3375914" y="50317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9" name="S02-blank29"/>
          <p:cNvSpPr/>
          <p:nvPr/>
        </p:nvSpPr>
        <p:spPr>
          <a:xfrm>
            <a:off x="4074104" y="538931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</a:t>
            </a:r>
            <a:endParaRPr lang="ko-KR" sz="4000" dirty="0"/>
          </a:p>
        </p:txBody>
      </p:sp>
      <p:sp>
        <p:nvSpPr>
          <p:cNvPr id="3" name="S03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분모보다 작은 분수를 진분수라고 해요.</a:t>
            </a:r>
            <a:endParaRPr lang="ko-KR" sz="3000" dirty="0"/>
          </a:p>
        </p:txBody>
      </p:sp>
      <p:sp>
        <p:nvSpPr>
          <p:cNvPr id="4" name="S03-card3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3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&lt; 분모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&lt; 4, 2 &lt; 4, 3 &lt; 4</a:t>
            </a:r>
            <a:endParaRPr lang="ko-KR" sz="3000" dirty="0"/>
          </a:p>
        </p:txBody>
      </p:sp>
      <p:sp>
        <p:nvSpPr>
          <p:cNvPr id="6" name="S03-card3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1보다 작아요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띠가 다 차지 않아요</a:t>
            </a:r>
            <a:endParaRPr lang="ko-KR" sz="3000" dirty="0"/>
          </a:p>
        </p:txBody>
      </p:sp>
      <p:sp>
        <p:nvSpPr>
          <p:cNvPr id="8" name="S03-num35"/>
          <p:cNvSpPr txBox="1"/>
          <p:nvPr/>
        </p:nvSpPr>
        <p:spPr>
          <a:xfrm>
            <a:off x="790956" y="2087118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3-fracbar36"/>
          <p:cNvSpPr/>
          <p:nvPr/>
        </p:nvSpPr>
        <p:spPr>
          <a:xfrm>
            <a:off x="827532" y="2483358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3-num37"/>
          <p:cNvSpPr txBox="1"/>
          <p:nvPr/>
        </p:nvSpPr>
        <p:spPr>
          <a:xfrm>
            <a:off x="790956" y="2519934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3-cell38"/>
          <p:cNvSpPr/>
          <p:nvPr/>
        </p:nvSpPr>
        <p:spPr>
          <a:xfrm>
            <a:off x="1600200" y="2163318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39"/>
          <p:cNvSpPr/>
          <p:nvPr/>
        </p:nvSpPr>
        <p:spPr>
          <a:xfrm>
            <a:off x="4110228" y="2163318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0"/>
          <p:cNvSpPr/>
          <p:nvPr/>
        </p:nvSpPr>
        <p:spPr>
          <a:xfrm>
            <a:off x="6620256" y="2163318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41"/>
          <p:cNvSpPr/>
          <p:nvPr/>
        </p:nvSpPr>
        <p:spPr>
          <a:xfrm>
            <a:off x="9130284" y="2163318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figure42" descr="똑같이 4칸으로 나눈 띠, 1칸 색칠"/>
          <p:cNvSpPr/>
          <p:nvPr/>
        </p:nvSpPr>
        <p:spPr>
          <a:xfrm>
            <a:off x="1600200" y="2163318"/>
            <a:ext cx="10040112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3-num43"/>
          <p:cNvSpPr txBox="1"/>
          <p:nvPr/>
        </p:nvSpPr>
        <p:spPr>
          <a:xfrm>
            <a:off x="790956" y="298323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7" name="S03-fracbar44"/>
          <p:cNvSpPr/>
          <p:nvPr/>
        </p:nvSpPr>
        <p:spPr>
          <a:xfrm>
            <a:off x="827532" y="337947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3-num45"/>
          <p:cNvSpPr txBox="1"/>
          <p:nvPr/>
        </p:nvSpPr>
        <p:spPr>
          <a:xfrm>
            <a:off x="790956" y="341604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03-cell46"/>
          <p:cNvSpPr/>
          <p:nvPr/>
        </p:nvSpPr>
        <p:spPr>
          <a:xfrm>
            <a:off x="1600200" y="3059430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47"/>
          <p:cNvSpPr/>
          <p:nvPr/>
        </p:nvSpPr>
        <p:spPr>
          <a:xfrm>
            <a:off x="4110228" y="3059430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48"/>
          <p:cNvSpPr/>
          <p:nvPr/>
        </p:nvSpPr>
        <p:spPr>
          <a:xfrm>
            <a:off x="6620256" y="3059430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49"/>
          <p:cNvSpPr/>
          <p:nvPr/>
        </p:nvSpPr>
        <p:spPr>
          <a:xfrm>
            <a:off x="9130284" y="3059430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figure50" descr="똑같이 4칸으로 나눈 띠, 2칸 색칠"/>
          <p:cNvSpPr/>
          <p:nvPr/>
        </p:nvSpPr>
        <p:spPr>
          <a:xfrm>
            <a:off x="1600200" y="3059430"/>
            <a:ext cx="10040112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3-num51"/>
          <p:cNvSpPr txBox="1"/>
          <p:nvPr/>
        </p:nvSpPr>
        <p:spPr>
          <a:xfrm>
            <a:off x="790956" y="3879342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5" name="S03-fracbar52"/>
          <p:cNvSpPr/>
          <p:nvPr/>
        </p:nvSpPr>
        <p:spPr>
          <a:xfrm>
            <a:off x="827532" y="4275582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6" name="S03-num53"/>
          <p:cNvSpPr txBox="1"/>
          <p:nvPr/>
        </p:nvSpPr>
        <p:spPr>
          <a:xfrm>
            <a:off x="790956" y="4312158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7" name="S03-cell54"/>
          <p:cNvSpPr/>
          <p:nvPr/>
        </p:nvSpPr>
        <p:spPr>
          <a:xfrm>
            <a:off x="1600200" y="3955542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55"/>
          <p:cNvSpPr/>
          <p:nvPr/>
        </p:nvSpPr>
        <p:spPr>
          <a:xfrm>
            <a:off x="4110228" y="3955542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56"/>
          <p:cNvSpPr/>
          <p:nvPr/>
        </p:nvSpPr>
        <p:spPr>
          <a:xfrm>
            <a:off x="6620256" y="3955542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57"/>
          <p:cNvSpPr/>
          <p:nvPr/>
        </p:nvSpPr>
        <p:spPr>
          <a:xfrm>
            <a:off x="9130284" y="3955542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figure58" descr="똑같이 4칸으로 나눈 띠, 3칸 색칠"/>
          <p:cNvSpPr/>
          <p:nvPr/>
        </p:nvSpPr>
        <p:spPr>
          <a:xfrm>
            <a:off x="1600200" y="3955542"/>
            <a:ext cx="10040112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</a:t>
            </a:r>
            <a:endParaRPr lang="ko-KR" sz="4000" dirty="0"/>
          </a:p>
        </p:txBody>
      </p:sp>
      <p:sp>
        <p:nvSpPr>
          <p:cNvPr id="3" name="S04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분모와 같거나 분모보다 큰 분수예요.</a:t>
            </a:r>
            <a:endParaRPr lang="ko-KR" sz="3000" dirty="0"/>
          </a:p>
        </p:txBody>
      </p:sp>
      <p:sp>
        <p:nvSpPr>
          <p:cNvPr id="4" name="S04-card60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61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4 =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분모가 같으면 1</a:t>
            </a:r>
            <a:endParaRPr lang="ko-KR" sz="3000" dirty="0"/>
          </a:p>
        </p:txBody>
      </p:sp>
      <p:sp>
        <p:nvSpPr>
          <p:cNvPr id="6" name="S04-card62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63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같거나 1보다 커요</a:t>
            </a:r>
            <a:endParaRPr lang="ko-KR" sz="3000" dirty="0"/>
          </a:p>
        </p:txBody>
      </p:sp>
      <p:sp>
        <p:nvSpPr>
          <p:cNvPr id="8" name="S04-cell64"/>
          <p:cNvSpPr/>
          <p:nvPr/>
        </p:nvSpPr>
        <p:spPr>
          <a:xfrm>
            <a:off x="548640" y="272567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65"/>
          <p:cNvSpPr/>
          <p:nvPr/>
        </p:nvSpPr>
        <p:spPr>
          <a:xfrm>
            <a:off x="1419606" y="272567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66"/>
          <p:cNvSpPr/>
          <p:nvPr/>
        </p:nvSpPr>
        <p:spPr>
          <a:xfrm>
            <a:off x="2290572" y="272567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67"/>
          <p:cNvSpPr/>
          <p:nvPr/>
        </p:nvSpPr>
        <p:spPr>
          <a:xfrm>
            <a:off x="3161538" y="272567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figure68" descr="똑같이 4칸으로 나눈 띠, 4칸 색칠"/>
          <p:cNvSpPr/>
          <p:nvPr/>
        </p:nvSpPr>
        <p:spPr>
          <a:xfrm>
            <a:off x="548640" y="2725674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label69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4</a:t>
            </a:r>
            <a:endParaRPr lang="ko-KR" sz="2400" dirty="0"/>
          </a:p>
        </p:txBody>
      </p:sp>
      <p:sp>
        <p:nvSpPr>
          <p:cNvPr id="14" name="S04-cell70"/>
          <p:cNvSpPr/>
          <p:nvPr/>
        </p:nvSpPr>
        <p:spPr>
          <a:xfrm>
            <a:off x="4352544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71"/>
          <p:cNvSpPr/>
          <p:nvPr/>
        </p:nvSpPr>
        <p:spPr>
          <a:xfrm>
            <a:off x="5223510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72"/>
          <p:cNvSpPr/>
          <p:nvPr/>
        </p:nvSpPr>
        <p:spPr>
          <a:xfrm>
            <a:off x="6094476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73"/>
          <p:cNvSpPr/>
          <p:nvPr/>
        </p:nvSpPr>
        <p:spPr>
          <a:xfrm>
            <a:off x="6965442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figure74" descr="똑같이 4칸으로 나눈 띠, 4칸 색칠"/>
          <p:cNvSpPr/>
          <p:nvPr/>
        </p:nvSpPr>
        <p:spPr>
          <a:xfrm>
            <a:off x="4352544" y="2186178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cell75"/>
          <p:cNvSpPr/>
          <p:nvPr/>
        </p:nvSpPr>
        <p:spPr>
          <a:xfrm>
            <a:off x="4352544" y="3265170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76"/>
          <p:cNvSpPr/>
          <p:nvPr/>
        </p:nvSpPr>
        <p:spPr>
          <a:xfrm>
            <a:off x="5223510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77"/>
          <p:cNvSpPr/>
          <p:nvPr/>
        </p:nvSpPr>
        <p:spPr>
          <a:xfrm>
            <a:off x="6094476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78"/>
          <p:cNvSpPr/>
          <p:nvPr/>
        </p:nvSpPr>
        <p:spPr>
          <a:xfrm>
            <a:off x="6965442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figure79" descr="똑같이 4칸으로 나눈 띠, 1칸 색칠"/>
          <p:cNvSpPr/>
          <p:nvPr/>
        </p:nvSpPr>
        <p:spPr>
          <a:xfrm>
            <a:off x="4352544" y="3265170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4-label80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5</a:t>
            </a:r>
            <a:endParaRPr lang="ko-KR" sz="2400" dirty="0"/>
          </a:p>
        </p:txBody>
      </p:sp>
      <p:sp>
        <p:nvSpPr>
          <p:cNvPr id="25" name="S04-cell81"/>
          <p:cNvSpPr/>
          <p:nvPr/>
        </p:nvSpPr>
        <p:spPr>
          <a:xfrm>
            <a:off x="8156448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cell82"/>
          <p:cNvSpPr/>
          <p:nvPr/>
        </p:nvSpPr>
        <p:spPr>
          <a:xfrm>
            <a:off x="9027414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cell83"/>
          <p:cNvSpPr/>
          <p:nvPr/>
        </p:nvSpPr>
        <p:spPr>
          <a:xfrm>
            <a:off x="9898380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cell84"/>
          <p:cNvSpPr/>
          <p:nvPr/>
        </p:nvSpPr>
        <p:spPr>
          <a:xfrm>
            <a:off x="10769346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figure85" descr="똑같이 4칸으로 나눈 띠, 4칸 색칠"/>
          <p:cNvSpPr/>
          <p:nvPr/>
        </p:nvSpPr>
        <p:spPr>
          <a:xfrm>
            <a:off x="8156448" y="2186178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cell86"/>
          <p:cNvSpPr/>
          <p:nvPr/>
        </p:nvSpPr>
        <p:spPr>
          <a:xfrm>
            <a:off x="8156448" y="3265170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cell87"/>
          <p:cNvSpPr/>
          <p:nvPr/>
        </p:nvSpPr>
        <p:spPr>
          <a:xfrm>
            <a:off x="9027414" y="3265170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4-cell88"/>
          <p:cNvSpPr/>
          <p:nvPr/>
        </p:nvSpPr>
        <p:spPr>
          <a:xfrm>
            <a:off x="9898380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4-cell89"/>
          <p:cNvSpPr/>
          <p:nvPr/>
        </p:nvSpPr>
        <p:spPr>
          <a:xfrm>
            <a:off x="10769346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4-figure90" descr="똑같이 4칸으로 나눈 띠, 2칸 색칠"/>
          <p:cNvSpPr/>
          <p:nvPr/>
        </p:nvSpPr>
        <p:spPr>
          <a:xfrm>
            <a:off x="8156448" y="3265170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4-label91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6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</a:t>
            </a:r>
            <a:endParaRPr lang="ko-KR" sz="4000" dirty="0"/>
          </a:p>
        </p:txBody>
      </p:sp>
      <p:sp>
        <p:nvSpPr>
          <p:cNvPr id="3" name="S05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자연수와 진분수로 된 분수를 대분수라고 해요.</a:t>
            </a:r>
            <a:endParaRPr lang="ko-KR" sz="3000" dirty="0"/>
          </a:p>
        </p:txBody>
      </p:sp>
      <p:sp>
        <p:nvSpPr>
          <p:cNvPr id="4" name="S05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5와 1과 4분의 1은 같은 크기예요.</a:t>
            </a:r>
            <a:endParaRPr lang="ko-KR" sz="3000" dirty="0"/>
          </a:p>
        </p:txBody>
      </p:sp>
      <p:sp>
        <p:nvSpPr>
          <p:cNvPr id="6" name="S05-card95"/>
          <p:cNvSpPr/>
          <p:nvPr/>
        </p:nvSpPr>
        <p:spPr>
          <a:xfrm>
            <a:off x="548640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96"/>
          <p:cNvSpPr txBox="1"/>
          <p:nvPr/>
        </p:nvSpPr>
        <p:spPr>
          <a:xfrm>
            <a:off x="822960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 2, 3과 같은 수</a:t>
            </a:r>
            <a:endParaRPr lang="ko-KR" sz="3000" dirty="0"/>
          </a:p>
        </p:txBody>
      </p:sp>
      <p:sp>
        <p:nvSpPr>
          <p:cNvPr id="8" name="S05-card97"/>
          <p:cNvSpPr/>
          <p:nvPr/>
        </p:nvSpPr>
        <p:spPr>
          <a:xfrm>
            <a:off x="6208776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98"/>
          <p:cNvSpPr txBox="1"/>
          <p:nvPr/>
        </p:nvSpPr>
        <p:spPr>
          <a:xfrm>
            <a:off x="6483096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‘1과 4분의 1’이라고 읽어요</a:t>
            </a:r>
            <a:endParaRPr lang="ko-KR" sz="3000" dirty="0"/>
          </a:p>
        </p:txBody>
      </p:sp>
      <p:sp>
        <p:nvSpPr>
          <p:cNvPr id="10" name="S05-cell99"/>
          <p:cNvSpPr/>
          <p:nvPr/>
        </p:nvSpPr>
        <p:spPr>
          <a:xfrm>
            <a:off x="548640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100"/>
          <p:cNvSpPr/>
          <p:nvPr/>
        </p:nvSpPr>
        <p:spPr>
          <a:xfrm>
            <a:off x="1419606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101"/>
          <p:cNvSpPr/>
          <p:nvPr/>
        </p:nvSpPr>
        <p:spPr>
          <a:xfrm>
            <a:off x="2290572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102"/>
          <p:cNvSpPr/>
          <p:nvPr/>
        </p:nvSpPr>
        <p:spPr>
          <a:xfrm>
            <a:off x="3161538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figure103" descr="똑같이 4칸으로 나눈 띠, 4칸 색칠"/>
          <p:cNvSpPr/>
          <p:nvPr/>
        </p:nvSpPr>
        <p:spPr>
          <a:xfrm>
            <a:off x="548640" y="2177034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5-label104"/>
          <p:cNvSpPr txBox="1"/>
          <p:nvPr/>
        </p:nvSpPr>
        <p:spPr>
          <a:xfrm>
            <a:off x="548640" y="32385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6" name="S05-cell105"/>
          <p:cNvSpPr/>
          <p:nvPr/>
        </p:nvSpPr>
        <p:spPr>
          <a:xfrm>
            <a:off x="4352544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106"/>
          <p:cNvSpPr/>
          <p:nvPr/>
        </p:nvSpPr>
        <p:spPr>
          <a:xfrm>
            <a:off x="5223510" y="2177034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107"/>
          <p:cNvSpPr/>
          <p:nvPr/>
        </p:nvSpPr>
        <p:spPr>
          <a:xfrm>
            <a:off x="6094476" y="2177034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108"/>
          <p:cNvSpPr/>
          <p:nvPr/>
        </p:nvSpPr>
        <p:spPr>
          <a:xfrm>
            <a:off x="6965442" y="2177034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figure109" descr="똑같이 4칸으로 나눈 띠, 1칸 색칠"/>
          <p:cNvSpPr/>
          <p:nvPr/>
        </p:nvSpPr>
        <p:spPr>
          <a:xfrm>
            <a:off x="4352544" y="2177034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5-label110"/>
          <p:cNvSpPr txBox="1"/>
          <p:nvPr/>
        </p:nvSpPr>
        <p:spPr>
          <a:xfrm>
            <a:off x="4352544" y="32385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</a:t>
            </a:r>
            <a:endParaRPr lang="ko-KR" sz="2400" dirty="0"/>
          </a:p>
        </p:txBody>
      </p:sp>
      <p:sp>
        <p:nvSpPr>
          <p:cNvPr id="22" name="S05-op111"/>
          <p:cNvSpPr txBox="1"/>
          <p:nvPr/>
        </p:nvSpPr>
        <p:spPr>
          <a:xfrm>
            <a:off x="9269730" y="2012442"/>
            <a:ext cx="5577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23" name="S05-num112"/>
          <p:cNvSpPr txBox="1"/>
          <p:nvPr/>
        </p:nvSpPr>
        <p:spPr>
          <a:xfrm>
            <a:off x="9937242" y="201244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24" name="S05-fracbar113"/>
          <p:cNvSpPr/>
          <p:nvPr/>
        </p:nvSpPr>
        <p:spPr>
          <a:xfrm>
            <a:off x="9973818" y="258851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5-num114"/>
          <p:cNvSpPr txBox="1"/>
          <p:nvPr/>
        </p:nvSpPr>
        <p:spPr>
          <a:xfrm>
            <a:off x="9937242" y="262509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600" dirty="0"/>
          </a:p>
        </p:txBody>
      </p:sp>
      <p:sp>
        <p:nvSpPr>
          <p:cNvPr id="26" name="S05-label115"/>
          <p:cNvSpPr txBox="1"/>
          <p:nvPr/>
        </p:nvSpPr>
        <p:spPr>
          <a:xfrm>
            <a:off x="8156448" y="32385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4분의 1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분수일까요?</a:t>
            </a:r>
            <a:endParaRPr lang="ko-KR" sz="4000" dirty="0"/>
          </a:p>
        </p:txBody>
      </p:sp>
      <p:sp>
        <p:nvSpPr>
          <p:cNvPr id="3" name="S06-text1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진분수, 가분수, 대분수 중 무엇인지 말해요.</a:t>
            </a:r>
            <a:endParaRPr lang="ko-KR" sz="3000" dirty="0"/>
          </a:p>
        </p:txBody>
      </p:sp>
      <p:sp>
        <p:nvSpPr>
          <p:cNvPr id="4" name="S06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분모의 크기를 비교해요.</a:t>
            </a:r>
            <a:endParaRPr lang="ko-KR" sz="3000" dirty="0"/>
          </a:p>
        </p:txBody>
      </p:sp>
      <p:sp>
        <p:nvSpPr>
          <p:cNvPr id="6" name="S06-chip11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num120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8" name="S06-fracbar121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6-num122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0" name="S06-chip123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num124"/>
          <p:cNvSpPr txBox="1"/>
          <p:nvPr/>
        </p:nvSpPr>
        <p:spPr>
          <a:xfrm>
            <a:off x="7072884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2" name="S06-fracbar125"/>
          <p:cNvSpPr/>
          <p:nvPr/>
        </p:nvSpPr>
        <p:spPr>
          <a:xfrm>
            <a:off x="710946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6-num126"/>
          <p:cNvSpPr txBox="1"/>
          <p:nvPr/>
        </p:nvSpPr>
        <p:spPr>
          <a:xfrm>
            <a:off x="707288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4" name="S06-chip12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6-op128"/>
          <p:cNvSpPr txBox="1"/>
          <p:nvPr/>
        </p:nvSpPr>
        <p:spPr>
          <a:xfrm>
            <a:off x="1344168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6" name="S06-num129"/>
          <p:cNvSpPr txBox="1"/>
          <p:nvPr/>
        </p:nvSpPr>
        <p:spPr>
          <a:xfrm>
            <a:off x="1944624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7" name="S06-fracbar130"/>
          <p:cNvSpPr/>
          <p:nvPr/>
        </p:nvSpPr>
        <p:spPr>
          <a:xfrm>
            <a:off x="198120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num131"/>
          <p:cNvSpPr txBox="1"/>
          <p:nvPr/>
        </p:nvSpPr>
        <p:spPr>
          <a:xfrm>
            <a:off x="194462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9" name="S06-chip132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0" name="S06-num133"/>
          <p:cNvSpPr txBox="1"/>
          <p:nvPr/>
        </p:nvSpPr>
        <p:spPr>
          <a:xfrm>
            <a:off x="7072884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1" name="S06-fracbar134"/>
          <p:cNvSpPr/>
          <p:nvPr/>
        </p:nvSpPr>
        <p:spPr>
          <a:xfrm>
            <a:off x="710946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num135"/>
          <p:cNvSpPr txBox="1"/>
          <p:nvPr/>
        </p:nvSpPr>
        <p:spPr>
          <a:xfrm>
            <a:off x="707288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3" name="S06-chip13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24" name="S06-op137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06-num138"/>
          <p:cNvSpPr txBox="1"/>
          <p:nvPr/>
        </p:nvSpPr>
        <p:spPr>
          <a:xfrm>
            <a:off x="19446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6" name="S06-fracbar139"/>
          <p:cNvSpPr/>
          <p:nvPr/>
        </p:nvSpPr>
        <p:spPr>
          <a:xfrm>
            <a:off x="19812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6-num140"/>
          <p:cNvSpPr txBox="1"/>
          <p:nvPr/>
        </p:nvSpPr>
        <p:spPr>
          <a:xfrm>
            <a:off x="19446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8" name="S06-chip141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29" name="S06-num142"/>
          <p:cNvSpPr txBox="1"/>
          <p:nvPr/>
        </p:nvSpPr>
        <p:spPr>
          <a:xfrm>
            <a:off x="707288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30" name="S06-fracbar143"/>
          <p:cNvSpPr/>
          <p:nvPr/>
        </p:nvSpPr>
        <p:spPr>
          <a:xfrm>
            <a:off x="710946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6-num144"/>
          <p:cNvSpPr txBox="1"/>
          <p:nvPr/>
        </p:nvSpPr>
        <p:spPr>
          <a:xfrm>
            <a:off x="707288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1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5는 진분수일까요, 가분수일까요?</a:t>
            </a:r>
            <a:endParaRPr lang="ko-KR" sz="3000" dirty="0"/>
          </a:p>
        </p:txBody>
      </p:sp>
      <p:sp>
        <p:nvSpPr>
          <p:cNvPr id="5" name="S07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7-chip1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진분수</a:t>
            </a:r>
            <a:endParaRPr lang="ko-KR" sz="2400" dirty="0"/>
          </a:p>
        </p:txBody>
      </p:sp>
      <p:sp>
        <p:nvSpPr>
          <p:cNvPr id="8" name="S07-cell150"/>
          <p:cNvSpPr/>
          <p:nvPr/>
        </p:nvSpPr>
        <p:spPr>
          <a:xfrm>
            <a:off x="548640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cell151"/>
          <p:cNvSpPr/>
          <p:nvPr/>
        </p:nvSpPr>
        <p:spPr>
          <a:xfrm>
            <a:off x="1621231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cell152"/>
          <p:cNvSpPr/>
          <p:nvPr/>
        </p:nvSpPr>
        <p:spPr>
          <a:xfrm>
            <a:off x="2693822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cell153"/>
          <p:cNvSpPr/>
          <p:nvPr/>
        </p:nvSpPr>
        <p:spPr>
          <a:xfrm>
            <a:off x="3766414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cell154"/>
          <p:cNvSpPr/>
          <p:nvPr/>
        </p:nvSpPr>
        <p:spPr>
          <a:xfrm>
            <a:off x="4839005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figure155" descr="똑같이 5칸으로 나눈 띠, 5칸 색칠"/>
          <p:cNvSpPr/>
          <p:nvPr/>
        </p:nvSpPr>
        <p:spPr>
          <a:xfrm>
            <a:off x="548640" y="3308604"/>
            <a:ext cx="53629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7-text156"/>
          <p:cNvSpPr txBox="1"/>
          <p:nvPr/>
        </p:nvSpPr>
        <p:spPr>
          <a:xfrm>
            <a:off x="548640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“분자가 분모보다 크지 않으니까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진분수예요.”</a:t>
            </a:r>
            <a:endParaRPr lang="ko-KR" sz="2400" dirty="0"/>
          </a:p>
        </p:txBody>
      </p:sp>
      <p:sp>
        <p:nvSpPr>
          <p:cNvPr id="15" name="S07-chip1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가분수</a:t>
            </a:r>
            <a:endParaRPr lang="ko-KR" sz="2400" dirty="0"/>
          </a:p>
        </p:txBody>
      </p:sp>
      <p:sp>
        <p:nvSpPr>
          <p:cNvPr id="16" name="S07-cell158"/>
          <p:cNvSpPr/>
          <p:nvPr/>
        </p:nvSpPr>
        <p:spPr>
          <a:xfrm>
            <a:off x="6277356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159"/>
          <p:cNvSpPr/>
          <p:nvPr/>
        </p:nvSpPr>
        <p:spPr>
          <a:xfrm>
            <a:off x="7349947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160"/>
          <p:cNvSpPr/>
          <p:nvPr/>
        </p:nvSpPr>
        <p:spPr>
          <a:xfrm>
            <a:off x="8422538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161"/>
          <p:cNvSpPr/>
          <p:nvPr/>
        </p:nvSpPr>
        <p:spPr>
          <a:xfrm>
            <a:off x="9495130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162"/>
          <p:cNvSpPr/>
          <p:nvPr/>
        </p:nvSpPr>
        <p:spPr>
          <a:xfrm>
            <a:off x="10567721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figure163" descr="똑같이 5칸으로 나눈 띠, 5칸 색칠"/>
          <p:cNvSpPr/>
          <p:nvPr/>
        </p:nvSpPr>
        <p:spPr>
          <a:xfrm>
            <a:off x="6277356" y="3308604"/>
            <a:ext cx="53629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7-text164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“분자와 분모가 같으면 1이니까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가분수예요.”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대분수를 가분수로</a:t>
            </a:r>
            <a:endParaRPr lang="ko-KR" sz="4000" dirty="0"/>
          </a:p>
        </p:txBody>
      </p:sp>
      <p:sp>
        <p:nvSpPr>
          <p:cNvPr id="3" name="S08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분모가 같은 가분수로 바꿔 세어요.</a:t>
            </a:r>
            <a:endParaRPr lang="ko-KR" sz="3000" dirty="0"/>
          </a:p>
        </p:txBody>
      </p:sp>
      <p:sp>
        <p:nvSpPr>
          <p:cNvPr id="5" name="S08-op167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6" name="S08-num168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7" name="S08-fracbar169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8" name="S08-num170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9" name="S08-op171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0" name="S08-blank172"/>
          <p:cNvSpPr/>
          <p:nvPr/>
        </p:nvSpPr>
        <p:spPr>
          <a:xfrm>
            <a:off x="2512385" y="141751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8-fracbar173"/>
          <p:cNvSpPr/>
          <p:nvPr/>
        </p:nvSpPr>
        <p:spPr>
          <a:xfrm>
            <a:off x="2455926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2" name="S08-num174"/>
          <p:cNvSpPr txBox="1"/>
          <p:nvPr/>
        </p:nvSpPr>
        <p:spPr>
          <a:xfrm>
            <a:off x="2419350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13" name="S08-cell175"/>
          <p:cNvSpPr/>
          <p:nvPr/>
        </p:nvSpPr>
        <p:spPr>
          <a:xfrm>
            <a:off x="7778984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176"/>
          <p:cNvSpPr/>
          <p:nvPr/>
        </p:nvSpPr>
        <p:spPr>
          <a:xfrm>
            <a:off x="8221645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177"/>
          <p:cNvSpPr/>
          <p:nvPr/>
        </p:nvSpPr>
        <p:spPr>
          <a:xfrm>
            <a:off x="8664306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178"/>
          <p:cNvSpPr/>
          <p:nvPr/>
        </p:nvSpPr>
        <p:spPr>
          <a:xfrm>
            <a:off x="9106967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figure179" descr="똑같이 4칸으로 나눈 띠, 4칸 색칠"/>
          <p:cNvSpPr/>
          <p:nvPr/>
        </p:nvSpPr>
        <p:spPr>
          <a:xfrm>
            <a:off x="7778984" y="3451860"/>
            <a:ext cx="177064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8-cell180"/>
          <p:cNvSpPr/>
          <p:nvPr/>
        </p:nvSpPr>
        <p:spPr>
          <a:xfrm>
            <a:off x="9869668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181"/>
          <p:cNvSpPr/>
          <p:nvPr/>
        </p:nvSpPr>
        <p:spPr>
          <a:xfrm>
            <a:off x="10312329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82"/>
          <p:cNvSpPr/>
          <p:nvPr/>
        </p:nvSpPr>
        <p:spPr>
          <a:xfrm>
            <a:off x="10754990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83"/>
          <p:cNvSpPr/>
          <p:nvPr/>
        </p:nvSpPr>
        <p:spPr>
          <a:xfrm>
            <a:off x="11197651" y="3451860"/>
            <a:ext cx="44266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figure184" descr="똑같이 4칸으로 나눈 띠, 3칸 색칠"/>
          <p:cNvSpPr/>
          <p:nvPr/>
        </p:nvSpPr>
        <p:spPr>
          <a:xfrm>
            <a:off x="9869668" y="3451860"/>
            <a:ext cx="177064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8-stepno185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4" name="S08-text186"/>
          <p:cNvSpPr txBox="1"/>
          <p:nvPr/>
        </p:nvSpPr>
        <p:spPr>
          <a:xfrm>
            <a:off x="1325880" y="287578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4분의 1이 4개</a:t>
            </a:r>
            <a:endParaRPr lang="ko-KR" sz="3000" dirty="0"/>
          </a:p>
        </p:txBody>
      </p:sp>
      <p:sp>
        <p:nvSpPr>
          <p:cNvPr id="25" name="S08-stepno187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6" name="S08-text188"/>
          <p:cNvSpPr txBox="1"/>
          <p:nvPr/>
        </p:nvSpPr>
        <p:spPr>
          <a:xfrm>
            <a:off x="1325880" y="358902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3은 4분의 1이 3개</a:t>
            </a:r>
            <a:endParaRPr lang="ko-KR" sz="3000" dirty="0"/>
          </a:p>
        </p:txBody>
      </p:sp>
      <p:sp>
        <p:nvSpPr>
          <p:cNvPr id="27" name="S08-stepno189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8" name="S08-text190"/>
          <p:cNvSpPr txBox="1"/>
          <p:nvPr/>
        </p:nvSpPr>
        <p:spPr>
          <a:xfrm>
            <a:off x="1325880" y="430225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+ 3 = 7 → 4분의 7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가분수를 대분수로</a:t>
            </a:r>
            <a:endParaRPr lang="ko-KR" sz="4000" dirty="0"/>
          </a:p>
        </p:txBody>
      </p:sp>
      <p:sp>
        <p:nvSpPr>
          <p:cNvPr id="3" name="S09-card1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분모만큼씩 묶어 1을 만들어요.</a:t>
            </a:r>
            <a:endParaRPr lang="ko-KR" sz="3000" dirty="0"/>
          </a:p>
        </p:txBody>
      </p:sp>
      <p:sp>
        <p:nvSpPr>
          <p:cNvPr id="5" name="S09-num193"/>
          <p:cNvSpPr txBox="1"/>
          <p:nvPr/>
        </p:nvSpPr>
        <p:spPr>
          <a:xfrm>
            <a:off x="548640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6" name="S09-fracbar194"/>
          <p:cNvSpPr/>
          <p:nvPr/>
        </p:nvSpPr>
        <p:spPr>
          <a:xfrm>
            <a:off x="585216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09-num195"/>
          <p:cNvSpPr txBox="1"/>
          <p:nvPr/>
        </p:nvSpPr>
        <p:spPr>
          <a:xfrm>
            <a:off x="548640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8" name="S09-op196"/>
          <p:cNvSpPr txBox="1"/>
          <p:nvPr/>
        </p:nvSpPr>
        <p:spPr>
          <a:xfrm>
            <a:off x="1221486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9" name="S09-blank197"/>
          <p:cNvSpPr/>
          <p:nvPr/>
        </p:nvSpPr>
        <p:spPr>
          <a:xfrm>
            <a:off x="1919676" y="170885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9-blank198"/>
          <p:cNvSpPr/>
          <p:nvPr/>
        </p:nvSpPr>
        <p:spPr>
          <a:xfrm>
            <a:off x="2650561" y="141751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9-fracbar199"/>
          <p:cNvSpPr/>
          <p:nvPr/>
        </p:nvSpPr>
        <p:spPr>
          <a:xfrm>
            <a:off x="2594102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2" name="S09-num200"/>
          <p:cNvSpPr txBox="1"/>
          <p:nvPr/>
        </p:nvSpPr>
        <p:spPr>
          <a:xfrm>
            <a:off x="2557526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3" name="S09-cell201"/>
          <p:cNvSpPr/>
          <p:nvPr/>
        </p:nvSpPr>
        <p:spPr>
          <a:xfrm>
            <a:off x="7778984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cell202"/>
          <p:cNvSpPr/>
          <p:nvPr/>
        </p:nvSpPr>
        <p:spPr>
          <a:xfrm>
            <a:off x="8136900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203"/>
          <p:cNvSpPr/>
          <p:nvPr/>
        </p:nvSpPr>
        <p:spPr>
          <a:xfrm>
            <a:off x="8494817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figure204" descr="똑같이 3칸으로 나눈 띠, 3칸 색칠"/>
          <p:cNvSpPr/>
          <p:nvPr/>
        </p:nvSpPr>
        <p:spPr>
          <a:xfrm>
            <a:off x="7778984" y="3451860"/>
            <a:ext cx="1073749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9-cell205"/>
          <p:cNvSpPr/>
          <p:nvPr/>
        </p:nvSpPr>
        <p:spPr>
          <a:xfrm>
            <a:off x="9172773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cell206"/>
          <p:cNvSpPr/>
          <p:nvPr/>
        </p:nvSpPr>
        <p:spPr>
          <a:xfrm>
            <a:off x="9530690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9-cell207"/>
          <p:cNvSpPr/>
          <p:nvPr/>
        </p:nvSpPr>
        <p:spPr>
          <a:xfrm>
            <a:off x="9888606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figure208" descr="똑같이 3칸으로 나눈 띠, 3칸 색칠"/>
          <p:cNvSpPr/>
          <p:nvPr/>
        </p:nvSpPr>
        <p:spPr>
          <a:xfrm>
            <a:off x="9172773" y="3451860"/>
            <a:ext cx="1073749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9-cell209"/>
          <p:cNvSpPr/>
          <p:nvPr/>
        </p:nvSpPr>
        <p:spPr>
          <a:xfrm>
            <a:off x="10566563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9-cell210"/>
          <p:cNvSpPr/>
          <p:nvPr/>
        </p:nvSpPr>
        <p:spPr>
          <a:xfrm>
            <a:off x="10924479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9-cell211"/>
          <p:cNvSpPr/>
          <p:nvPr/>
        </p:nvSpPr>
        <p:spPr>
          <a:xfrm>
            <a:off x="11282396" y="3451860"/>
            <a:ext cx="35791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9-figure212" descr="똑같이 3칸으로 나눈 띠, 2칸 색칠"/>
          <p:cNvSpPr/>
          <p:nvPr/>
        </p:nvSpPr>
        <p:spPr>
          <a:xfrm>
            <a:off x="10566563" y="3451860"/>
            <a:ext cx="1073749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9-stepno213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6" name="S09-text214"/>
          <p:cNvSpPr txBox="1"/>
          <p:nvPr/>
        </p:nvSpPr>
        <p:spPr>
          <a:xfrm>
            <a:off x="1325880" y="287578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3을 묶으면 1</a:t>
            </a:r>
            <a:endParaRPr lang="ko-KR" sz="3000" dirty="0"/>
          </a:p>
        </p:txBody>
      </p:sp>
      <p:sp>
        <p:nvSpPr>
          <p:cNvPr id="27" name="S09-stepno215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8" name="S09-text216"/>
          <p:cNvSpPr txBox="1"/>
          <p:nvPr/>
        </p:nvSpPr>
        <p:spPr>
          <a:xfrm>
            <a:off x="1325880" y="358902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8에는 1이 2개</a:t>
            </a:r>
            <a:endParaRPr lang="ko-KR" sz="3000" dirty="0"/>
          </a:p>
        </p:txBody>
      </p:sp>
      <p:sp>
        <p:nvSpPr>
          <p:cNvPr id="29" name="S09-stepno217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0" name="S09-text218"/>
          <p:cNvSpPr txBox="1"/>
          <p:nvPr/>
        </p:nvSpPr>
        <p:spPr>
          <a:xfrm>
            <a:off x="1325880" y="430225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3분의 2 → 2와 3분의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써요</a:t>
            </a:r>
            <a:endParaRPr lang="ko-KR" sz="4000" dirty="0"/>
          </a:p>
        </p:txBody>
      </p:sp>
      <p:sp>
        <p:nvSpPr>
          <p:cNvPr id="3" name="S10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가분수로, ③④는 대분수로 바꿔요.</a:t>
            </a:r>
            <a:endParaRPr lang="ko-KR" sz="3000" dirty="0"/>
          </a:p>
        </p:txBody>
      </p:sp>
      <p:sp>
        <p:nvSpPr>
          <p:cNvPr id="4" name="S10-card2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분자와 분모가 같은 분수예요.</a:t>
            </a:r>
            <a:endParaRPr lang="ko-KR" sz="3000" dirty="0"/>
          </a:p>
        </p:txBody>
      </p:sp>
      <p:sp>
        <p:nvSpPr>
          <p:cNvPr id="6" name="S10-chip22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op223"/>
          <p:cNvSpPr txBox="1"/>
          <p:nvPr/>
        </p:nvSpPr>
        <p:spPr>
          <a:xfrm>
            <a:off x="1344168" y="219710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8" name="S10-num224"/>
          <p:cNvSpPr txBox="1"/>
          <p:nvPr/>
        </p:nvSpPr>
        <p:spPr>
          <a:xfrm>
            <a:off x="1994916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9" name="S10-fracbar225"/>
          <p:cNvSpPr/>
          <p:nvPr/>
        </p:nvSpPr>
        <p:spPr>
          <a:xfrm>
            <a:off x="2031492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0" name="S10-num226"/>
          <p:cNvSpPr txBox="1"/>
          <p:nvPr/>
        </p:nvSpPr>
        <p:spPr>
          <a:xfrm>
            <a:off x="1994916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1" name="S10-op227"/>
          <p:cNvSpPr txBox="1"/>
          <p:nvPr/>
        </p:nvSpPr>
        <p:spPr>
          <a:xfrm>
            <a:off x="2667762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2" name="S10-blank228"/>
          <p:cNvSpPr/>
          <p:nvPr/>
        </p:nvSpPr>
        <p:spPr>
          <a:xfrm>
            <a:off x="3307913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10-fracbar229"/>
          <p:cNvSpPr/>
          <p:nvPr/>
        </p:nvSpPr>
        <p:spPr>
          <a:xfrm>
            <a:off x="325145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4" name="S10-num230"/>
          <p:cNvSpPr txBox="1"/>
          <p:nvPr/>
        </p:nvSpPr>
        <p:spPr>
          <a:xfrm>
            <a:off x="321487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5" name="S10-chip23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10-op232"/>
          <p:cNvSpPr txBox="1"/>
          <p:nvPr/>
        </p:nvSpPr>
        <p:spPr>
          <a:xfrm>
            <a:off x="7072884" y="219710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7" name="S10-num233"/>
          <p:cNvSpPr txBox="1"/>
          <p:nvPr/>
        </p:nvSpPr>
        <p:spPr>
          <a:xfrm>
            <a:off x="7723632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8" name="S10-fracbar234"/>
          <p:cNvSpPr/>
          <p:nvPr/>
        </p:nvSpPr>
        <p:spPr>
          <a:xfrm>
            <a:off x="776020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9" name="S10-num235"/>
          <p:cNvSpPr txBox="1"/>
          <p:nvPr/>
        </p:nvSpPr>
        <p:spPr>
          <a:xfrm>
            <a:off x="772363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0" name="S10-op236"/>
          <p:cNvSpPr txBox="1"/>
          <p:nvPr/>
        </p:nvSpPr>
        <p:spPr>
          <a:xfrm>
            <a:off x="8396478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1" name="S10-blank237"/>
          <p:cNvSpPr/>
          <p:nvPr/>
        </p:nvSpPr>
        <p:spPr>
          <a:xfrm>
            <a:off x="9036629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10-fracbar238"/>
          <p:cNvSpPr/>
          <p:nvPr/>
        </p:nvSpPr>
        <p:spPr>
          <a:xfrm>
            <a:off x="898017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3" name="S10-num239"/>
          <p:cNvSpPr txBox="1"/>
          <p:nvPr/>
        </p:nvSpPr>
        <p:spPr>
          <a:xfrm>
            <a:off x="894359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4" name="S10-chip24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10-num241"/>
          <p:cNvSpPr txBox="1"/>
          <p:nvPr/>
        </p:nvSpPr>
        <p:spPr>
          <a:xfrm>
            <a:off x="1344168" y="384302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6" name="S10-fracbar242"/>
          <p:cNvSpPr/>
          <p:nvPr/>
        </p:nvSpPr>
        <p:spPr>
          <a:xfrm>
            <a:off x="1380744" y="438912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7" name="S10-num243"/>
          <p:cNvSpPr txBox="1"/>
          <p:nvPr/>
        </p:nvSpPr>
        <p:spPr>
          <a:xfrm>
            <a:off x="1344168" y="442569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28" name="S10-op244"/>
          <p:cNvSpPr txBox="1"/>
          <p:nvPr/>
        </p:nvSpPr>
        <p:spPr>
          <a:xfrm>
            <a:off x="2017014" y="384302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9" name="S10-blank245"/>
          <p:cNvSpPr/>
          <p:nvPr/>
        </p:nvSpPr>
        <p:spPr>
          <a:xfrm>
            <a:off x="2715204" y="420059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10-blank246"/>
          <p:cNvSpPr/>
          <p:nvPr/>
        </p:nvSpPr>
        <p:spPr>
          <a:xfrm>
            <a:off x="3446089" y="390925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10-fracbar247"/>
          <p:cNvSpPr/>
          <p:nvPr/>
        </p:nvSpPr>
        <p:spPr>
          <a:xfrm>
            <a:off x="3389630" y="438912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2" name="S10-num248"/>
          <p:cNvSpPr txBox="1"/>
          <p:nvPr/>
        </p:nvSpPr>
        <p:spPr>
          <a:xfrm>
            <a:off x="3353054" y="442569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33" name="S10-chip24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34" name="S10-num250"/>
          <p:cNvSpPr txBox="1"/>
          <p:nvPr/>
        </p:nvSpPr>
        <p:spPr>
          <a:xfrm>
            <a:off x="7072884" y="384302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35" name="S10-fracbar251"/>
          <p:cNvSpPr/>
          <p:nvPr/>
        </p:nvSpPr>
        <p:spPr>
          <a:xfrm>
            <a:off x="7109460" y="438912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6" name="S10-num252"/>
          <p:cNvSpPr txBox="1"/>
          <p:nvPr/>
        </p:nvSpPr>
        <p:spPr>
          <a:xfrm>
            <a:off x="7072884" y="442569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37" name="S10-op253"/>
          <p:cNvSpPr txBox="1"/>
          <p:nvPr/>
        </p:nvSpPr>
        <p:spPr>
          <a:xfrm>
            <a:off x="7745730" y="384302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8" name="S10-blank254"/>
          <p:cNvSpPr/>
          <p:nvPr/>
        </p:nvSpPr>
        <p:spPr>
          <a:xfrm>
            <a:off x="8443920" y="420059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10-blank255"/>
          <p:cNvSpPr/>
          <p:nvPr/>
        </p:nvSpPr>
        <p:spPr>
          <a:xfrm>
            <a:off x="9174805" y="390925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10-fracbar256"/>
          <p:cNvSpPr/>
          <p:nvPr/>
        </p:nvSpPr>
        <p:spPr>
          <a:xfrm>
            <a:off x="9118346" y="438912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41" name="S10-num257"/>
          <p:cNvSpPr txBox="1"/>
          <p:nvPr/>
        </p:nvSpPr>
        <p:spPr>
          <a:xfrm>
            <a:off x="9081770" y="442569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어떤 분수인지 말하고, ②~④는 바꿔요.</a:t>
            </a:r>
            <a:endParaRPr lang="ko-KR" sz="3000" dirty="0"/>
          </a:p>
        </p:txBody>
      </p:sp>
      <p:sp>
        <p:nvSpPr>
          <p:cNvPr id="4" name="S11-chip25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num260"/>
          <p:cNvSpPr txBox="1"/>
          <p:nvPr/>
        </p:nvSpPr>
        <p:spPr>
          <a:xfrm>
            <a:off x="134416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6" name="S11-fracbar261"/>
          <p:cNvSpPr/>
          <p:nvPr/>
        </p:nvSpPr>
        <p:spPr>
          <a:xfrm>
            <a:off x="138074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11-num262"/>
          <p:cNvSpPr txBox="1"/>
          <p:nvPr/>
        </p:nvSpPr>
        <p:spPr>
          <a:xfrm>
            <a:off x="134416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8" name="S11-chip26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1-op264"/>
          <p:cNvSpPr txBox="1"/>
          <p:nvPr/>
        </p:nvSpPr>
        <p:spPr>
          <a:xfrm>
            <a:off x="7072884" y="219710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0" name="S11-num265"/>
          <p:cNvSpPr txBox="1"/>
          <p:nvPr/>
        </p:nvSpPr>
        <p:spPr>
          <a:xfrm>
            <a:off x="7723632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1" name="S11-fracbar266"/>
          <p:cNvSpPr/>
          <p:nvPr/>
        </p:nvSpPr>
        <p:spPr>
          <a:xfrm>
            <a:off x="776020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2" name="S11-num267"/>
          <p:cNvSpPr txBox="1"/>
          <p:nvPr/>
        </p:nvSpPr>
        <p:spPr>
          <a:xfrm>
            <a:off x="772363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3" name="S11-op268"/>
          <p:cNvSpPr txBox="1"/>
          <p:nvPr/>
        </p:nvSpPr>
        <p:spPr>
          <a:xfrm>
            <a:off x="8396478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4" name="S11-blank269"/>
          <p:cNvSpPr/>
          <p:nvPr/>
        </p:nvSpPr>
        <p:spPr>
          <a:xfrm>
            <a:off x="9036629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11-fracbar270"/>
          <p:cNvSpPr/>
          <p:nvPr/>
        </p:nvSpPr>
        <p:spPr>
          <a:xfrm>
            <a:off x="898017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6" name="S11-num271"/>
          <p:cNvSpPr txBox="1"/>
          <p:nvPr/>
        </p:nvSpPr>
        <p:spPr>
          <a:xfrm>
            <a:off x="894359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7" name="S11-chip27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11-num273"/>
          <p:cNvSpPr txBox="1"/>
          <p:nvPr/>
        </p:nvSpPr>
        <p:spPr>
          <a:xfrm>
            <a:off x="1344168" y="439166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3400" dirty="0"/>
          </a:p>
        </p:txBody>
      </p:sp>
      <p:sp>
        <p:nvSpPr>
          <p:cNvPr id="19" name="S11-fracbar274"/>
          <p:cNvSpPr/>
          <p:nvPr/>
        </p:nvSpPr>
        <p:spPr>
          <a:xfrm>
            <a:off x="1380744" y="4937760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0" name="S11-num275"/>
          <p:cNvSpPr txBox="1"/>
          <p:nvPr/>
        </p:nvSpPr>
        <p:spPr>
          <a:xfrm>
            <a:off x="1344168" y="4974336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21" name="S11-op276"/>
          <p:cNvSpPr txBox="1"/>
          <p:nvPr/>
        </p:nvSpPr>
        <p:spPr>
          <a:xfrm>
            <a:off x="2119376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2" name="S11-blank277"/>
          <p:cNvSpPr/>
          <p:nvPr/>
        </p:nvSpPr>
        <p:spPr>
          <a:xfrm>
            <a:off x="2817566" y="474923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11-blank278"/>
          <p:cNvSpPr/>
          <p:nvPr/>
        </p:nvSpPr>
        <p:spPr>
          <a:xfrm>
            <a:off x="3548451" y="445789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11-fracbar279"/>
          <p:cNvSpPr/>
          <p:nvPr/>
        </p:nvSpPr>
        <p:spPr>
          <a:xfrm>
            <a:off x="3491992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5" name="S11-num280"/>
          <p:cNvSpPr txBox="1"/>
          <p:nvPr/>
        </p:nvSpPr>
        <p:spPr>
          <a:xfrm>
            <a:off x="3455416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26" name="S11-chip28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7" name="S11-op282"/>
          <p:cNvSpPr txBox="1"/>
          <p:nvPr/>
        </p:nvSpPr>
        <p:spPr>
          <a:xfrm>
            <a:off x="7072884" y="439166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28" name="S11-num283"/>
          <p:cNvSpPr txBox="1"/>
          <p:nvPr/>
        </p:nvSpPr>
        <p:spPr>
          <a:xfrm>
            <a:off x="7723632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29" name="S11-fracbar284"/>
          <p:cNvSpPr/>
          <p:nvPr/>
        </p:nvSpPr>
        <p:spPr>
          <a:xfrm>
            <a:off x="7760208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0" name="S11-num285"/>
          <p:cNvSpPr txBox="1"/>
          <p:nvPr/>
        </p:nvSpPr>
        <p:spPr>
          <a:xfrm>
            <a:off x="7723632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31" name="S11-op286"/>
          <p:cNvSpPr txBox="1"/>
          <p:nvPr/>
        </p:nvSpPr>
        <p:spPr>
          <a:xfrm>
            <a:off x="8396478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2" name="S11-blank287"/>
          <p:cNvSpPr/>
          <p:nvPr/>
        </p:nvSpPr>
        <p:spPr>
          <a:xfrm>
            <a:off x="9036629" y="445789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11-fracbar288"/>
          <p:cNvSpPr/>
          <p:nvPr/>
        </p:nvSpPr>
        <p:spPr>
          <a:xfrm>
            <a:off x="8980170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4" name="S11-num289"/>
          <p:cNvSpPr txBox="1"/>
          <p:nvPr/>
        </p:nvSpPr>
        <p:spPr>
          <a:xfrm>
            <a:off x="8943594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분수로</a:t>
            </a:r>
            <a:endParaRPr lang="ko-KR" sz="4000" dirty="0"/>
          </a:p>
        </p:txBody>
      </p:sp>
      <p:sp>
        <p:nvSpPr>
          <p:cNvPr id="3" name="S13-text2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부분을 두 가지로 나타내요.</a:t>
            </a:r>
            <a:endParaRPr lang="ko-KR" sz="3000" dirty="0"/>
          </a:p>
        </p:txBody>
      </p:sp>
      <p:sp>
        <p:nvSpPr>
          <p:cNvPr id="4" name="S13-cell291"/>
          <p:cNvSpPr/>
          <p:nvPr/>
        </p:nvSpPr>
        <p:spPr>
          <a:xfrm>
            <a:off x="6277356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3-cell292"/>
          <p:cNvSpPr/>
          <p:nvPr/>
        </p:nvSpPr>
        <p:spPr>
          <a:xfrm>
            <a:off x="6697599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3-cell293"/>
          <p:cNvSpPr/>
          <p:nvPr/>
        </p:nvSpPr>
        <p:spPr>
          <a:xfrm>
            <a:off x="7117842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cell294"/>
          <p:cNvSpPr/>
          <p:nvPr/>
        </p:nvSpPr>
        <p:spPr>
          <a:xfrm>
            <a:off x="7538085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295"/>
          <p:cNvSpPr/>
          <p:nvPr/>
        </p:nvSpPr>
        <p:spPr>
          <a:xfrm>
            <a:off x="7958328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296"/>
          <p:cNvSpPr/>
          <p:nvPr/>
        </p:nvSpPr>
        <p:spPr>
          <a:xfrm>
            <a:off x="8378571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figure297" descr="똑같이 6칸으로 나눈 띠, 6칸 색칠"/>
          <p:cNvSpPr/>
          <p:nvPr/>
        </p:nvSpPr>
        <p:spPr>
          <a:xfrm>
            <a:off x="6277356" y="3703320"/>
            <a:ext cx="252145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cell298"/>
          <p:cNvSpPr/>
          <p:nvPr/>
        </p:nvSpPr>
        <p:spPr>
          <a:xfrm>
            <a:off x="9118854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299"/>
          <p:cNvSpPr/>
          <p:nvPr/>
        </p:nvSpPr>
        <p:spPr>
          <a:xfrm>
            <a:off x="9539097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300"/>
          <p:cNvSpPr/>
          <p:nvPr/>
        </p:nvSpPr>
        <p:spPr>
          <a:xfrm>
            <a:off x="9959340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301"/>
          <p:cNvSpPr/>
          <p:nvPr/>
        </p:nvSpPr>
        <p:spPr>
          <a:xfrm>
            <a:off x="10379583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302"/>
          <p:cNvSpPr/>
          <p:nvPr/>
        </p:nvSpPr>
        <p:spPr>
          <a:xfrm>
            <a:off x="10799826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303"/>
          <p:cNvSpPr/>
          <p:nvPr/>
        </p:nvSpPr>
        <p:spPr>
          <a:xfrm>
            <a:off x="11220069" y="3703320"/>
            <a:ext cx="42024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figure304" descr="똑같이 6칸으로 나눈 띠, 5칸 색칠"/>
          <p:cNvSpPr/>
          <p:nvPr/>
        </p:nvSpPr>
        <p:spPr>
          <a:xfrm>
            <a:off x="9118854" y="3703320"/>
            <a:ext cx="252145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3-chip30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9" name="S13-text30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쓰면?</a:t>
            </a:r>
            <a:endParaRPr lang="ko-KR" sz="3000" dirty="0"/>
          </a:p>
        </p:txBody>
      </p:sp>
      <p:sp>
        <p:nvSpPr>
          <p:cNvPr id="20" name="S13-chip30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1" name="S13-text30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 쓰면?</a:t>
            </a:r>
            <a:endParaRPr lang="ko-KR" sz="3000" dirty="0"/>
          </a:p>
        </p:txBody>
      </p:sp>
      <p:sp>
        <p:nvSpPr>
          <p:cNvPr id="22" name="S13-chip30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3" name="S13-text31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1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1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진분수는 1보다 작고, 가분수는 1과 같거나 커요. 대분수는 자연수와 진분수예요.</a:t>
            </a:r>
            <a:endParaRPr lang="ko-KR" sz="3000" dirty="0"/>
          </a:p>
        </p:txBody>
      </p:sp>
      <p:sp>
        <p:nvSpPr>
          <p:cNvPr id="5" name="S14-chip31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1을 분모가 같은 분수로</a:t>
            </a:r>
            <a:endParaRPr lang="ko-KR" sz="2400" dirty="0"/>
          </a:p>
        </p:txBody>
      </p:sp>
      <p:sp>
        <p:nvSpPr>
          <p:cNvPr id="6" name="S14-chip31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자연수를 분자에 그냥 더하기</a:t>
            </a:r>
            <a:endParaRPr lang="ko-KR" sz="2400" dirty="0"/>
          </a:p>
        </p:txBody>
      </p:sp>
      <p:sp>
        <p:nvSpPr>
          <p:cNvPr id="7" name="S14-text31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31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7분의 7은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진분수? 가분수?</a:t>
            </a:r>
            <a:endParaRPr lang="ko-KR" sz="2400" dirty="0"/>
          </a:p>
        </p:txBody>
      </p:sp>
      <p:sp>
        <p:nvSpPr>
          <p:cNvPr id="9" name="S14-op317"/>
          <p:cNvSpPr txBox="1"/>
          <p:nvPr/>
        </p:nvSpPr>
        <p:spPr>
          <a:xfrm>
            <a:off x="4322064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0" name="S14-op318"/>
          <p:cNvSpPr txBox="1"/>
          <p:nvPr/>
        </p:nvSpPr>
        <p:spPr>
          <a:xfrm>
            <a:off x="5036312" y="4402328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1" name="S14-num319"/>
          <p:cNvSpPr txBox="1"/>
          <p:nvPr/>
        </p:nvSpPr>
        <p:spPr>
          <a:xfrm>
            <a:off x="5636768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14-fracbar320"/>
          <p:cNvSpPr/>
          <p:nvPr/>
        </p:nvSpPr>
        <p:spPr>
          <a:xfrm>
            <a:off x="5673344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3" name="S14-num321"/>
          <p:cNvSpPr txBox="1"/>
          <p:nvPr/>
        </p:nvSpPr>
        <p:spPr>
          <a:xfrm>
            <a:off x="5636768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14-op322"/>
          <p:cNvSpPr txBox="1"/>
          <p:nvPr/>
        </p:nvSpPr>
        <p:spPr>
          <a:xfrm>
            <a:off x="6229604" y="4402328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14-blank323"/>
          <p:cNvSpPr/>
          <p:nvPr/>
        </p:nvSpPr>
        <p:spPr>
          <a:xfrm>
            <a:off x="6831015" y="4456877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6" name="S14-fracbar324"/>
          <p:cNvSpPr/>
          <p:nvPr/>
        </p:nvSpPr>
        <p:spPr>
          <a:xfrm>
            <a:off x="6781292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7" name="S14-num325"/>
          <p:cNvSpPr txBox="1"/>
          <p:nvPr/>
        </p:nvSpPr>
        <p:spPr>
          <a:xfrm>
            <a:off x="6744716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8" name="S14-op326"/>
          <p:cNvSpPr txBox="1"/>
          <p:nvPr/>
        </p:nvSpPr>
        <p:spPr>
          <a:xfrm>
            <a:off x="8095488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</p:txBody>
      </p:sp>
      <p:sp>
        <p:nvSpPr>
          <p:cNvPr id="19" name="S14-num327"/>
          <p:cNvSpPr txBox="1"/>
          <p:nvPr/>
        </p:nvSpPr>
        <p:spPr>
          <a:xfrm>
            <a:off x="8809736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0" name="S14-fracbar328"/>
          <p:cNvSpPr/>
          <p:nvPr/>
        </p:nvSpPr>
        <p:spPr>
          <a:xfrm>
            <a:off x="8846312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1" name="S14-num329"/>
          <p:cNvSpPr txBox="1"/>
          <p:nvPr/>
        </p:nvSpPr>
        <p:spPr>
          <a:xfrm>
            <a:off x="8809736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2" name="S14-op330"/>
          <p:cNvSpPr txBox="1"/>
          <p:nvPr/>
        </p:nvSpPr>
        <p:spPr>
          <a:xfrm>
            <a:off x="9402572" y="4402328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14-blank331"/>
          <p:cNvSpPr/>
          <p:nvPr/>
        </p:nvSpPr>
        <p:spPr>
          <a:xfrm>
            <a:off x="10064689" y="4703257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4" name="S14-blank332"/>
          <p:cNvSpPr/>
          <p:nvPr/>
        </p:nvSpPr>
        <p:spPr>
          <a:xfrm>
            <a:off x="10718231" y="4456877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5" name="S14-fracbar333"/>
          <p:cNvSpPr/>
          <p:nvPr/>
        </p:nvSpPr>
        <p:spPr>
          <a:xfrm>
            <a:off x="10668508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6" name="S14-num334"/>
          <p:cNvSpPr txBox="1"/>
          <p:nvPr/>
        </p:nvSpPr>
        <p:spPr>
          <a:xfrm>
            <a:off x="10631932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7" name="S14-text33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선분·반직선·직선과 각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4분의 1이 몇 개?</a:t>
            </a:r>
            <a:endParaRPr lang="ko-KR" sz="4000" dirty="0"/>
          </a:p>
        </p:txBody>
      </p:sp>
      <p:sp>
        <p:nvSpPr>
          <p:cNvPr id="3" name="S15-text3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1이 몇 개인지 세어요.</a:t>
            </a:r>
            <a:endParaRPr lang="ko-KR" sz="3000" dirty="0"/>
          </a:p>
        </p:txBody>
      </p:sp>
      <p:sp>
        <p:nvSpPr>
          <p:cNvPr id="4" name="S15-card33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33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1이 3개</a:t>
            </a:r>
            <a:endParaRPr lang="ko-KR" sz="3000" dirty="0"/>
          </a:p>
        </p:txBody>
      </p:sp>
      <p:sp>
        <p:nvSpPr>
          <p:cNvPr id="6" name="S15-card33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4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1이 4개, 1과 같아요</a:t>
            </a:r>
            <a:endParaRPr lang="ko-KR" sz="3000" dirty="0"/>
          </a:p>
        </p:txBody>
      </p:sp>
      <p:sp>
        <p:nvSpPr>
          <p:cNvPr id="8" name="S15-num341"/>
          <p:cNvSpPr txBox="1"/>
          <p:nvPr/>
        </p:nvSpPr>
        <p:spPr>
          <a:xfrm>
            <a:off x="770954" y="2444496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700" dirty="0"/>
          </a:p>
        </p:txBody>
      </p:sp>
      <p:sp>
        <p:nvSpPr>
          <p:cNvPr id="9" name="S15-fracbar342"/>
          <p:cNvSpPr/>
          <p:nvPr/>
        </p:nvSpPr>
        <p:spPr>
          <a:xfrm>
            <a:off x="807530" y="2885694"/>
            <a:ext cx="396621" cy="0"/>
          </a:xfrm>
          <a:prstGeom prst="line">
            <a:avLst/>
          </a:prstGeom>
          <a:noFill/>
          <a:ln w="21431">
            <a:solidFill>
              <a:srgbClr val="1F2937"/>
            </a:solidFill>
            <a:prstDash val="solid"/>
          </a:ln>
        </p:spPr>
      </p:sp>
      <p:sp>
        <p:nvSpPr>
          <p:cNvPr id="10" name="S15-num343"/>
          <p:cNvSpPr txBox="1"/>
          <p:nvPr/>
        </p:nvSpPr>
        <p:spPr>
          <a:xfrm>
            <a:off x="770954" y="2922270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11" name="S15-cell344"/>
          <p:cNvSpPr/>
          <p:nvPr/>
        </p:nvSpPr>
        <p:spPr>
          <a:xfrm>
            <a:off x="1600200" y="2519934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345"/>
          <p:cNvSpPr/>
          <p:nvPr/>
        </p:nvSpPr>
        <p:spPr>
          <a:xfrm>
            <a:off x="4110228" y="2519934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346"/>
          <p:cNvSpPr/>
          <p:nvPr/>
        </p:nvSpPr>
        <p:spPr>
          <a:xfrm>
            <a:off x="6620256" y="2519934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347"/>
          <p:cNvSpPr/>
          <p:nvPr/>
        </p:nvSpPr>
        <p:spPr>
          <a:xfrm>
            <a:off x="9130284" y="2519934"/>
            <a:ext cx="25100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figure348" descr="똑같이 4칸으로 나눈 띠, 3칸 색칠"/>
          <p:cNvSpPr/>
          <p:nvPr/>
        </p:nvSpPr>
        <p:spPr>
          <a:xfrm>
            <a:off x="1600200" y="2519934"/>
            <a:ext cx="10040112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5-num349"/>
          <p:cNvSpPr txBox="1"/>
          <p:nvPr/>
        </p:nvSpPr>
        <p:spPr>
          <a:xfrm>
            <a:off x="770954" y="3432048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17" name="S15-fracbar350"/>
          <p:cNvSpPr/>
          <p:nvPr/>
        </p:nvSpPr>
        <p:spPr>
          <a:xfrm>
            <a:off x="807530" y="3873246"/>
            <a:ext cx="396621" cy="0"/>
          </a:xfrm>
          <a:prstGeom prst="line">
            <a:avLst/>
          </a:prstGeom>
          <a:noFill/>
          <a:ln w="21431">
            <a:solidFill>
              <a:srgbClr val="1F2937"/>
            </a:solidFill>
            <a:prstDash val="solid"/>
          </a:ln>
        </p:spPr>
      </p:sp>
      <p:sp>
        <p:nvSpPr>
          <p:cNvPr id="18" name="S15-num351"/>
          <p:cNvSpPr txBox="1"/>
          <p:nvPr/>
        </p:nvSpPr>
        <p:spPr>
          <a:xfrm>
            <a:off x="770954" y="3909822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19" name="S15-cell352"/>
          <p:cNvSpPr/>
          <p:nvPr/>
        </p:nvSpPr>
        <p:spPr>
          <a:xfrm>
            <a:off x="1600200" y="3507486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353"/>
          <p:cNvSpPr/>
          <p:nvPr/>
        </p:nvSpPr>
        <p:spPr>
          <a:xfrm>
            <a:off x="4110228" y="3507486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cell354"/>
          <p:cNvSpPr/>
          <p:nvPr/>
        </p:nvSpPr>
        <p:spPr>
          <a:xfrm>
            <a:off x="6620256" y="3507486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5-cell355"/>
          <p:cNvSpPr/>
          <p:nvPr/>
        </p:nvSpPr>
        <p:spPr>
          <a:xfrm>
            <a:off x="9130284" y="3507486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figure356" descr="똑같이 4칸으로 나눈 띠, 4칸 색칠"/>
          <p:cNvSpPr/>
          <p:nvPr/>
        </p:nvSpPr>
        <p:spPr>
          <a:xfrm>
            <a:off x="1600200" y="3507486"/>
            <a:ext cx="10040112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진분수·가분수·대분수</dc:title>
  <dc:subject>KR22-G03-MAT-MIXED-L01</dc:subject>
  <dc:creator>education-ppt</dc:creator>
  <cp:lastModifiedBy>education-ppt</cp:lastModifiedBy>
  <cp:revision>1</cp:revision>
  <dcterms:created xsi:type="dcterms:W3CDTF">2026-10-26T07:47:32Z</dcterms:created>
  <dcterms:modified xsi:type="dcterms:W3CDTF">2026-10-26T07:47:32Z</dcterms:modified>
</cp:coreProperties>
</file>