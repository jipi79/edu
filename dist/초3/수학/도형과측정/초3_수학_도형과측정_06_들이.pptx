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fe0f102-a9fa-5dc4-8059-8ff46847d4cd}">
          <p14:sldIdLst>
            <p14:sldId id="256"/>
            <p14:sldId id="257"/>
          </p14:sldIdLst>
        </p14:section>
        <p14:section name="개념" id="{e152c450-bc0f-e9f8-b90f-b38e98228e36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  <p14:section name="연습" id="{dd633a37-8cfa-7b59-9cc9-4f4be42a450d}">
          <p14:sldIdLst>
            <p14:sldId id="262"/>
            <p14:sldId id="263"/>
            <p14:sldId id="266"/>
          </p14:sldIdLst>
        </p14:section>
        <p14:section name="개념" id="{1635bf06-ad6f-63db-7777-666689cafa9d}">
          <p14:sldIdLst/>
        </p14:section>
        <p14:section name="연습" id="{b95621a7-7df5-0244-f8a7-4a69a31e7cfd}">
          <p14:sldIdLst/>
        </p14:section>
        <p14:section name="확인" id="{e8ede13a-251b-9fe5-e4b7-823e0a118059}">
          <p14:sldIdLst>
            <p14:sldId id="267"/>
            <p14:sldId id="268"/>
            <p14:sldId id="269"/>
          </p14:sldIdLst>
        </p14:section>
        <p14:section name="정리" id="{d0e30ca3-9621-212d-ec02-3c2ff9065c33}">
          <p14:sldIdLst>
            <p14:sldId id="270"/>
          </p14:sldIdLst>
        </p14:section>
        <p14:section name="보충" id="{493f3816-0de9-bbb8-7261-c857127514a4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그릇에 담기는 양을 수와 단위로 나타낼 수 있다는 것에 관심을 갖게 합니다.
시간: 약 2분
이렇게 말해 보세요
- “큰 우유갑과 생수병 중 어느 것에 물이 더 많이 들어갈까? 얼마나 더 들어갈까?”
- “오른쪽 그림은 눈금이 있는 계량컵이야. 오늘은 들이를 나타내는 단위 L와 mL를 배울 거야.”
예상 답
- “우유갑이요.” “잘 모르겠어요.” 어떤 답이든 괜찮습니다.
막히면
- 답을 확인하지 않고 넘어갑니다.
주의
- 빈 큰 우유갑(1 L), 생수병(500 mL), 작은 우유갑(200 mL)을 미리 씻어 준비합니다. 우유갑에 ‘1000 mL’ 또는 ‘1 L’라고 쓰여 있는지 확인합니다(900 mL짜리도 있습니다).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확인(들이 비교, 1000의 관계, 덧셈)]
목적: 초1의 들이 비교, 앞 단원에서 배운 1 km = 1000 m 바꾸기, 받아올림이 있는 덧셈을 확인합니다.
시간: 약 3분
이렇게 말해 보세요
- “① 물이 넘쳤다는 건 무슨 뜻일까? 어느 그릇에 더 많이 들어가?”
- “② 1 km는 몇 m였지? ③ 600 + 700은?”
정답
- ① 가 그릇
- ② 1300 m
- ③ 1300
막히면
- ①이 어려우면 S16(보충)을 먼저 합니다. 보충으로도 어려우면 초1 ‘무게·넓이·담을 수 있는 양 비교’(KR22-G01-MAT-COMPARE-L01)를 다시 합니다.
- ②③이 어려우면 ‘mm와 km’에서 1 km = 1000 m를, 세 자리 수 덧셈의 받아올림을 다시 봅니다.
주의
- ②는 오늘 배울 1 L = 1000 mL와 같은 1000의 관계입니다.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들이의 단위 L와 mL]
목적: 들이의 단위 L(리터)와 mL(밀리리터)를 읽고 쓰며, 1 L = 1000 mL임을 압니다.
시간: 약 3분
이렇게 말해 보세요
- “1 L는 ‘1 리터’, 1 mL는 ‘1 밀리리터’라고 읽어.”
- “우유갑에 뭐라고 쓰여 있는지 볼까? 1000 mL라고 쓰여 있지? 1 L와 같은 양이야.”
- “1 mL는 아주 적은 양이야. 물약 먹는 작은 숟가락 하나가 5 mL쯤이야.”
예상 답
- “1 리터요.” “1 L는 1000 mL예요.”
막히면
- L와 mL를 손가락으로 따라 쓰게 합니다. L는 대문자로 씁니다.
주의
- 1 m = 100 cm처럼 1 L = 100 mL로 생각하기 쉽습니다(M2). 우유갑의 ‘1000 mL’ 글자를 직접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눈금 읽기와 몇 L 몇 mL]
목적: 눈금 그릇에서 물의 양을 읽고, 1 L보다 많은 들이를 ‘몇 L 몇 mL’와 ‘몇 mL’로 나타냅니다.
시간: 약 3분
이렇게 말해 보세요
- “1 L와 2 L 사이가 작은 눈금 몇 칸으로 나뉘어 있어? 10칸이니까 한 칸은 100 mL야.”
- “물은 1 L 눈금보다 몇 칸 위까지 있어? 그럼 물의 양은?”
- “1 L는 1000 mL니까 1 L 300 mL는 몇 mL일까?”
예상 답
- “3칸 위요.” “1 L 300 mL요.” “1300 mL예요.”
막히면
- 1 L 눈금부터 위로 “100, 200, 300”을 짚으며 셉니다.
- 계량컵이 있으면 물을 부어 눈금을 직접 읽어 봅니다.
주의
- 눈금은 물의 윗면과 같은 높이에서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몇 mL를 몇 L 몇 mL로]
목적: 몇 mL 안에 1000 mL가 몇 번 들어 있는지 보고 ‘몇 L 몇 mL’로 바꿉니다.
시간: 약 3분
이렇게 말해 보세요
- “수직선의 수는 mL야. 0에서 1000까지가 1 L지. 2400까지 1 L를 몇 번 뛸 수 있어?”
- “2 L를 뛰고 남은 것은 몇 mL야?”
예상 답
- “두 번이요.” “400 mL 남아요.” “2 L 400 mL예요.”
막히면
- 2400을 2000과 400으로 가르고, 2000 mL = 2 L라고 말해 줍니다.
주의
- 천의 자리 숫자가 L, 나머지 세 자리가 mL입니다. 1080 mL처럼 0이 있는 수는 S07에서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들이 어림의 기준]
목적: 집에 있는 물건의 들이를 기준으로 삼아 다른 그릇의 들이를 어림하고, 알맞은 단위를 고릅니다.
시간: 약 2분
이렇게 말해 보세요
- “생수병에 물을 가득 채워 큰 우유갑에 부어 볼까? 몇 번 부으면 가득 찰까?”
- “컵 하나에는 약 몇 mL가 들어갈까? 작은 우유갑과 비교해 봐.”
예상 답
- “두 번이요.” “컵은 200 mL쯤이에요.”
막히면
- 물건을 직접 들고 작은 우유갑, 생수병, 큰 우유갑 순서로 놓아 크기를 비교합니다.
주의
- 표의 들이는 포장에 쓰인 양입니다. 양동이는 크기에 따라 다르므로 ‘약’을 붙였습니다.
- 직접 부어 보기는 싱크대나 대야 위에서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연습(바꾸기와 어림)]
목적: 도움을 받으며 L와 mL를 바꾸고, 생활 속 그릇의 들이에 알맞은 단위를 고릅니다.
시간: 약 3분
이렇게 말해 보세요
- “① 2 L는 몇 mL지? 거기에 500 mL를 더하면?”
- “② 1080 mL에서 1000 mL를 떼어 내면 남는 것은?”
- “③ 컵에 200 L가 들어갈까, 200 mL가 들어갈까? 큰 우유갑과 비교해 봐.”
정답
- ① 2500 mL
- ② 1 L 80 mL
- ③ mL(약 200 mL)
- ④ L(약 20 L)
막히면
- ②를 1 L 800 mL라고 하면 1080을 1000과 80으로 가르게 합니다.
- ③④는 S06의 표와 비교해 “우유갑보다 많을까, 적을까?”를 묻습니다(M4).
주의
- 어항은 크기가 다양합니다. ‘L’를 고르면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비교(L와 mL의 수를 이어 붙이기)]
목적: L와 mL의 수를 이어 붙이는 실수를 찾고 바로잡습니다(M1).
시간: 약 2분
이렇게 말해 보세요
- “토끼와 곰의 답이 달라. 1 L는 몇 mL였지?”
- “150 mL는 1 L보다 많을까, 적을까?”
예상 답
- “곰이요. 1 L가 1000 mL라서요.”
정답
- 곰이 맞습니다. 1 L = 1000 mL이므로 1 L 50 mL = 1000 mL + 50 mL = 1050 mL입니다.
- 150 mL는 1 L(1000 mL)보다 적으므로 1 L 50 mL가 될 수 없습니다.
막히면
- S04의 그릇에서 1 L 눈금 바로 위에 50 mL가 더 있는 모습을 떠올리게 합니다.
주의
- 1 L 5 mL = 1005 mL처럼 0이 두 개 들어가는 경우는 활동지 1번에서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들이의 덧셈(mL에서 받아올림)]
목적: 들이의 덧셈은 L는 L끼리, mL는 mL끼리 더하고, mL가 1000을 넘으면 1000 mL를 1 L로 받아올린다는 것을 보여 줍니다.
시간: 약 3분
이렇게 말해 보세요
- “mL끼리 먼저 더해 볼까? 600 + 700은?”
- “1300 mL 안에 1000 mL가 들어 있지? 1000 mL는 1 L니까 L로 올려 주고 300 mL만 남겨.”
- “L는 올린 1까지 더해서 1 + 1 + 2 = 4. 4 L 300 mL야.”
예상 답
- “1300이요.” “4 L 300 mL예요.”
막히면
- 시간의 덧셈에서 60초를 1분으로 올린 것과 같다고 말해 줍니다. 들이는 1000 mL가 되면 올립니다.
주의
- 3 L 1300 mL로 쓰면 M3입니다. mL는 1000보다 작아야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들이의 뺄셈(L에서 받아내림)]
목적: mL끼리 뺄 수 없으면 1 L를 1000 mL로 받아내려 계산한다는 것을 보여 줍니다.
시간: 약 3분
이렇게 말해 보세요
- “200 mL에서 500 mL를 뺄 수 있어? 없으면 3 L에서 1 L를 빌려 와.”
- “1 L는 1000 mL니까 1000 + 200 = 1200 mL. 1200 − 500은?”
- “L는 1 L를 빌려 줘서 2 L. 2 − 1 = 1. 그래서 1 L 700 mL야.”
예상 답
- “못 빼요.” “700 mL요.” “1 L 700 mL예요.”
막히면
- 큰 우유갑 1개를 작은 우유갑(200 mL) 5개로 바꾼다고 생각하게 하면 1 L = 1000 mL가 떠오릅니다.
주의
- 500 − 200 = 300으로 거꾸로 빼는 실수가 흔합니다.
- 지치면 여기서 쉬고, 다음에 S11부터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연습(들이의 덧셈·뺄셈)]
목적: 도움을 받으며 받아올림이 없는 덧셈, 받아올림이 있는 덧셈, 받아내림이 있는 뺄셈을 합니다.
시간: 약 3분
이렇게 말해 보세요
- “① mL끼리, L끼리 더하면 돼. 1000 mL가 넘어?”
- “② 800 + 500은 1300이야. 1000 mL는 어떻게 하지?”
- “③ 100 mL에서 600 mL를 뺄 수 있어? 없으면 1 L를 받아내려.”
정답
- ① 3 L 700 mL
- ② 2 L 300 mL
- ③ 1 L 500 mL(1100 − 600 = 500, L는 3 − 2 = 1)
막히면
- 오른쪽 표처럼 종이에 L·mL 칸을 그려 세로로 쓰게 합니다.
- ②를 1 L 1300 mL로 쓰면 S09로 돌아갑니다(M3).
주의
- ②의 500 mL는 L가 없으므로 L 칸을 비워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들이 바꾸기(①②)와 받아올림·받아내림이 있는 들이 계산(③④)을 하는지 확인합니다.
시간: 약 4분
이렇게 말해 보세요
- “이번에는 혼자 해 볼래? 다 하면 어떻게 계산했는지 말해 줘.”
정답
- ① 3040 mL
- ② 2 L 700 mL
- ③ 4 L 200 mL(750 + 450 = 1200 mL = 1 L 200 mL)
- ④ 1 L 700 mL(1100 − 400 = 700, L는 2 − 1 = 1)
막히면
- 바로 알려 주지 말고 “1 L는 몇 mL였지?”라고만 묻습니다.
- 도움을 받아 해결했다면 기록표에 ‘도움’으로 표시합니다.
주의
- ①을 340 mL로 쓰면 M1입니다. 3 L = 3000 mL를 먼저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3040 mL ② 2 L 700 mL ③ 4 L 200 mL ④ 1 L 700 mL
막히면
- ①②가 틀리면 S08로(M1), ③이 3 L 1200 mL면 S09로(M3), ④가 틀리면 S10으로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확인(들이 어림)]
목적: 처음 보는 문제에서 기준이 되는 들이와 비교해 알맞게 어림하는지 확인합니다.
시간: 약 2분
이렇게 말해 보세요
- “생수병 하나에 들어가는 물은 어느 정도일까? 큰 우유갑(1 L)과 비교해 봐.”
정답
- 나(약 500 mL). 생수병 2병이 큰 우유갑(1 L = 1000 mL) 하나를 채우므로 한 병은 약 500 mL입니다.
- 가(5 mL)는 작은 숟가락 하나, 다(50 L)는 큰 들통 몇 개 정도의 양입니다.
막히면
- 실제 생수병의 라벨을 함께 읽어 봅니다.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“오늘 배운 것을 말해 볼래? 1 L는 몇 mL야? mL끼리 더해서 1000이 넘으면 어떻게 해?”
예상 답
- “1000 mL요.” “1 L로 올려요.”
정답
- ① 2300 mL ② 2 L 300 mL ③ 약 500 mL
막히면
- S03과 S09를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보충(같은 컵으로 들이 비교)]
목적: S02 ①이 흔들리면, 같은 컵으로 몇 번 부었는지 세어 들이를 비교하는 것부터 다시 합니다. 오늘 배운 L와 mL도 ‘같은 컵’처럼 정해 둔 단위입니다.
시간: 약 5분
이렇게 말해 보세요
- “점 하나가 컵으로 한 번 부은 물이야. 가 그릇은 몇 번 부었어? 나 그릇은?”
- “어느 그릇에 물이 더 많이 들어가? 몇 컵 더?”
정답
- 가 그릇 5번, 나 그릇 3번
- 가 그릇이 컵 2번만큼 더 많이 들어갑니다.
막히면
- 실제로 같은 컵으로 그릇 두 개에 물을 부어 세어 봅니다.
주의
- 보충으로도 어려우면 초1 ‘무게·넓이·담을 수 있는 양 비교’(KR22-G01-MAT-COMPARE-L01)를 먼저 합니다. 이 차시의 앞 차시는 ‘초와 시간의 계산’(KR22-G03-MAT-SECOND-L01)입니다.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들이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들이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들이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우유갑에는 물이 얼마나 들어갈까?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1 L까지 눈금이 있는 계량컵: 한 칸 100 mL, 물이 700 mL까지 차 있음"/>
          <p:cNvSpPr/>
          <p:nvPr/>
        </p:nvSpPr>
        <p:spPr>
          <a:xfrm>
            <a:off x="8188990" y="1760220"/>
            <a:ext cx="1959429" cy="1714500"/>
          </a:xfrm>
          <a:custGeom>
            <a:avLst/>
            <a:gdLst/>
            <a:ahLst/>
            <a:cxnLst/>
            <a:rect l="l" t="t" r="r" b="b"/>
            <a:pathLst>
              <a:path w="1959429" h="1714500">
                <a:moveTo>
                  <a:pt x="0" y="1714500"/>
                </a:moveTo>
                <a:lnTo>
                  <a:pt x="1959429" y="1714500"/>
                </a:lnTo>
                <a:lnTo>
                  <a:pt x="1959429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188990" y="731520"/>
            <a:ext cx="1959429" cy="2743200"/>
          </a:xfrm>
          <a:custGeom>
            <a:avLst/>
            <a:gdLst/>
            <a:ahLst/>
            <a:cxnLst/>
            <a:rect l="l" t="t" r="r" b="b"/>
            <a:pathLst>
              <a:path w="1959429" h="2743200">
                <a:moveTo>
                  <a:pt x="0" y="0"/>
                </a:moveTo>
                <a:lnTo>
                  <a:pt x="0" y="2743200"/>
                </a:lnTo>
                <a:lnTo>
                  <a:pt x="1959429" y="2743200"/>
                </a:lnTo>
                <a:lnTo>
                  <a:pt x="1959429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10148419" y="3229791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10148419" y="2984863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10148419" y="2739934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10148419" y="2495006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10148419" y="2250077"/>
            <a:ext cx="220436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148419" y="2005149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10148419" y="1760220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10148419" y="1515291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10148419" y="1270363"/>
            <a:ext cx="134711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10148419" y="1025434"/>
            <a:ext cx="3429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1-label15"/>
          <p:cNvSpPr txBox="1"/>
          <p:nvPr/>
        </p:nvSpPr>
        <p:spPr>
          <a:xfrm>
            <a:off x="10512014" y="2059577"/>
            <a:ext cx="11856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 mL</a:t>
            </a:r>
            <a:endParaRPr lang="ko-KR" sz="2400" dirty="0"/>
          </a:p>
        </p:txBody>
      </p:sp>
      <p:sp>
        <p:nvSpPr>
          <p:cNvPr id="18" name="S01-label17"/>
          <p:cNvSpPr txBox="1"/>
          <p:nvPr/>
        </p:nvSpPr>
        <p:spPr>
          <a:xfrm>
            <a:off x="10514227" y="834934"/>
            <a:ext cx="6278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</a:t>
            </a:r>
            <a:endParaRPr lang="ko-KR" sz="2400" dirty="0"/>
          </a:p>
        </p:txBody>
      </p:sp>
      <p:sp>
        <p:nvSpPr>
          <p:cNvPr id="19" name="S01-card18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0" name="S01-cardtext19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L와 mL로 들이를 나타내고 어림해요.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들이를 더하고 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2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2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그릇에 가득 담은 물을 나 그릇에 부었더니 넘쳤어요. 들이가 더 많은 그릇은?</a:t>
            </a:r>
            <a:endParaRPr lang="ko-KR" sz="3000" dirty="0"/>
          </a:p>
        </p:txBody>
      </p:sp>
      <p:sp>
        <p:nvSpPr>
          <p:cNvPr id="5" name="S02-chip2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2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300 m = □ m</a:t>
            </a:r>
            <a:endParaRPr lang="ko-KR" sz="3400" dirty="0"/>
          </a:p>
        </p:txBody>
      </p:sp>
      <p:sp>
        <p:nvSpPr>
          <p:cNvPr id="7" name="S02-chip2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2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600 + 700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L와 mL</a:t>
            </a:r>
            <a:endParaRPr lang="ko-KR" sz="4000" dirty="0"/>
          </a:p>
        </p:txBody>
      </p:sp>
      <p:sp>
        <p:nvSpPr>
          <p:cNvPr id="3" name="S03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그릇에 담을 수 있는 양을 들이라고 해요.</a:t>
            </a:r>
            <a:endParaRPr lang="ko-KR" sz="3000" dirty="0"/>
          </a:p>
        </p:txBody>
      </p:sp>
      <p:sp>
        <p:nvSpPr>
          <p:cNvPr id="4" name="S03-card27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8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= 1000 mL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우유갑 하나에 1 L가 담겨요.</a:t>
            </a:r>
            <a:endParaRPr lang="ko-KR" sz="3000" dirty="0"/>
          </a:p>
        </p:txBody>
      </p:sp>
      <p:sp>
        <p:nvSpPr>
          <p:cNvPr id="6" name="S03-bigtext29"/>
          <p:cNvSpPr txBox="1"/>
          <p:nvPr/>
        </p:nvSpPr>
        <p:spPr>
          <a:xfrm>
            <a:off x="548640" y="2011680"/>
            <a:ext cx="5385816" cy="225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</a:t>
            </a:r>
            <a:endParaRPr lang="ko-KR" sz="5400" dirty="0"/>
          </a:p>
        </p:txBody>
      </p:sp>
      <p:sp>
        <p:nvSpPr>
          <p:cNvPr id="7" name="S03-label30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리터</a:t>
            </a:r>
            <a:endParaRPr lang="ko-KR" sz="2400" dirty="0"/>
          </a:p>
        </p:txBody>
      </p:sp>
      <p:sp>
        <p:nvSpPr>
          <p:cNvPr id="8" name="S03-bigtext31"/>
          <p:cNvSpPr txBox="1"/>
          <p:nvPr/>
        </p:nvSpPr>
        <p:spPr>
          <a:xfrm>
            <a:off x="6254496" y="2011680"/>
            <a:ext cx="5385816" cy="225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mL</a:t>
            </a:r>
            <a:endParaRPr lang="ko-KR" sz="5400" dirty="0"/>
          </a:p>
        </p:txBody>
      </p:sp>
      <p:sp>
        <p:nvSpPr>
          <p:cNvPr id="9" name="S03-label32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밀리리터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읽기</a:t>
            </a:r>
            <a:endParaRPr lang="ko-KR" sz="4000" dirty="0"/>
          </a:p>
        </p:txBody>
      </p:sp>
      <p:sp>
        <p:nvSpPr>
          <p:cNvPr id="3" name="S04-card33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4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300 mL = 1300 mL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 리터 300 밀리리터’라고 읽어요.</a:t>
            </a:r>
            <a:endParaRPr lang="ko-KR" sz="3000" dirty="0"/>
          </a:p>
        </p:txBody>
      </p:sp>
      <p:sp>
        <p:nvSpPr>
          <p:cNvPr id="5" name="S04-figure35" descr="2 L까지 눈금이 있는 그릇: 작은 눈금 한 칸 100 mL, 물이 1 L 눈금보다 3칸 위(1 L 300 mL)까지 차 있음"/>
          <p:cNvSpPr/>
          <p:nvPr/>
        </p:nvSpPr>
        <p:spPr>
          <a:xfrm>
            <a:off x="2079360" y="2669947"/>
            <a:ext cx="1222075" cy="1985873"/>
          </a:xfrm>
          <a:custGeom>
            <a:avLst/>
            <a:gdLst/>
            <a:ahLst/>
            <a:cxnLst/>
            <a:rect l="l" t="t" r="r" b="b"/>
            <a:pathLst>
              <a:path w="1222075" h="1985873">
                <a:moveTo>
                  <a:pt x="0" y="1985873"/>
                </a:moveTo>
                <a:lnTo>
                  <a:pt x="1222075" y="1985873"/>
                </a:lnTo>
                <a:lnTo>
                  <a:pt x="1222075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36"/>
          <p:cNvSpPr/>
          <p:nvPr/>
        </p:nvSpPr>
        <p:spPr>
          <a:xfrm>
            <a:off x="2079360" y="1417320"/>
            <a:ext cx="1222075" cy="3238500"/>
          </a:xfrm>
          <a:custGeom>
            <a:avLst/>
            <a:gdLst/>
            <a:ahLst/>
            <a:cxnLst/>
            <a:rect l="l" t="t" r="r" b="b"/>
            <a:pathLst>
              <a:path w="1222075" h="3238500">
                <a:moveTo>
                  <a:pt x="0" y="0"/>
                </a:moveTo>
                <a:lnTo>
                  <a:pt x="0" y="3238500"/>
                </a:lnTo>
                <a:lnTo>
                  <a:pt x="1222075" y="3238500"/>
                </a:lnTo>
                <a:lnTo>
                  <a:pt x="1222075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4-mark37"/>
          <p:cNvSpPr/>
          <p:nvPr/>
        </p:nvSpPr>
        <p:spPr>
          <a:xfrm>
            <a:off x="3301436" y="4503061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8" name="S04-mark38"/>
          <p:cNvSpPr/>
          <p:nvPr/>
        </p:nvSpPr>
        <p:spPr>
          <a:xfrm>
            <a:off x="3301436" y="4350301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4-mark39"/>
          <p:cNvSpPr/>
          <p:nvPr/>
        </p:nvSpPr>
        <p:spPr>
          <a:xfrm>
            <a:off x="3301436" y="4197542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4-mark40"/>
          <p:cNvSpPr/>
          <p:nvPr/>
        </p:nvSpPr>
        <p:spPr>
          <a:xfrm>
            <a:off x="3301436" y="4044782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4-mark41"/>
          <p:cNvSpPr/>
          <p:nvPr/>
        </p:nvSpPr>
        <p:spPr>
          <a:xfrm>
            <a:off x="3301436" y="3892023"/>
            <a:ext cx="13748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4-mark42"/>
          <p:cNvSpPr/>
          <p:nvPr/>
        </p:nvSpPr>
        <p:spPr>
          <a:xfrm>
            <a:off x="3301436" y="3739263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4-mark43"/>
          <p:cNvSpPr/>
          <p:nvPr/>
        </p:nvSpPr>
        <p:spPr>
          <a:xfrm>
            <a:off x="3301436" y="3586504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4-mark44"/>
          <p:cNvSpPr/>
          <p:nvPr/>
        </p:nvSpPr>
        <p:spPr>
          <a:xfrm>
            <a:off x="3301436" y="3433745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5" name="S04-mark45"/>
          <p:cNvSpPr/>
          <p:nvPr/>
        </p:nvSpPr>
        <p:spPr>
          <a:xfrm>
            <a:off x="3301436" y="3280985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4-mark46"/>
          <p:cNvSpPr/>
          <p:nvPr/>
        </p:nvSpPr>
        <p:spPr>
          <a:xfrm>
            <a:off x="3301436" y="3128226"/>
            <a:ext cx="21386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4-mark47"/>
          <p:cNvSpPr/>
          <p:nvPr/>
        </p:nvSpPr>
        <p:spPr>
          <a:xfrm>
            <a:off x="3301436" y="2975466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04-mark48"/>
          <p:cNvSpPr/>
          <p:nvPr/>
        </p:nvSpPr>
        <p:spPr>
          <a:xfrm>
            <a:off x="3301436" y="2822707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04-mark49"/>
          <p:cNvSpPr/>
          <p:nvPr/>
        </p:nvSpPr>
        <p:spPr>
          <a:xfrm>
            <a:off x="3301436" y="2669947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0" name="S04-mark50"/>
          <p:cNvSpPr/>
          <p:nvPr/>
        </p:nvSpPr>
        <p:spPr>
          <a:xfrm>
            <a:off x="3301436" y="2517188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51"/>
          <p:cNvSpPr/>
          <p:nvPr/>
        </p:nvSpPr>
        <p:spPr>
          <a:xfrm>
            <a:off x="3301436" y="2364428"/>
            <a:ext cx="13748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2" name="S04-mark52"/>
          <p:cNvSpPr/>
          <p:nvPr/>
        </p:nvSpPr>
        <p:spPr>
          <a:xfrm>
            <a:off x="3301436" y="2211669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3" name="S04-mark53"/>
          <p:cNvSpPr/>
          <p:nvPr/>
        </p:nvSpPr>
        <p:spPr>
          <a:xfrm>
            <a:off x="3301436" y="2058910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4" name="S04-mark54"/>
          <p:cNvSpPr/>
          <p:nvPr/>
        </p:nvSpPr>
        <p:spPr>
          <a:xfrm>
            <a:off x="3301436" y="1906150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5" name="S04-mark55"/>
          <p:cNvSpPr/>
          <p:nvPr/>
        </p:nvSpPr>
        <p:spPr>
          <a:xfrm>
            <a:off x="3301436" y="1753391"/>
            <a:ext cx="84018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6" name="S04-mark56"/>
          <p:cNvSpPr/>
          <p:nvPr/>
        </p:nvSpPr>
        <p:spPr>
          <a:xfrm>
            <a:off x="3301436" y="1600631"/>
            <a:ext cx="213863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7" name="S04-label58"/>
          <p:cNvSpPr txBox="1"/>
          <p:nvPr/>
        </p:nvSpPr>
        <p:spPr>
          <a:xfrm>
            <a:off x="3530636" y="2937726"/>
            <a:ext cx="6278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</a:t>
            </a:r>
            <a:endParaRPr lang="ko-KR" sz="2400" dirty="0"/>
          </a:p>
        </p:txBody>
      </p:sp>
      <p:sp>
        <p:nvSpPr>
          <p:cNvPr id="28" name="S04-label60"/>
          <p:cNvSpPr txBox="1"/>
          <p:nvPr/>
        </p:nvSpPr>
        <p:spPr>
          <a:xfrm>
            <a:off x="3530636" y="1410131"/>
            <a:ext cx="6278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L</a:t>
            </a:r>
            <a:endParaRPr lang="ko-KR" sz="2400" dirty="0"/>
          </a:p>
        </p:txBody>
      </p:sp>
      <p:sp>
        <p:nvSpPr>
          <p:cNvPr id="29" name="S04-card61"/>
          <p:cNvSpPr/>
          <p:nvPr/>
        </p:nvSpPr>
        <p:spPr>
          <a:xfrm>
            <a:off x="5741060" y="150495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4-cardtext62"/>
          <p:cNvSpPr txBox="1"/>
          <p:nvPr/>
        </p:nvSpPr>
        <p:spPr>
          <a:xfrm>
            <a:off x="6015380" y="164211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물의 양을 눈금으로 읽어요.</a:t>
            </a:r>
            <a:endParaRPr lang="ko-KR" sz="3000" dirty="0"/>
          </a:p>
        </p:txBody>
      </p:sp>
      <p:sp>
        <p:nvSpPr>
          <p:cNvPr id="31" name="S04-card63"/>
          <p:cNvSpPr/>
          <p:nvPr/>
        </p:nvSpPr>
        <p:spPr>
          <a:xfrm>
            <a:off x="5741060" y="260223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4-cardtext64"/>
          <p:cNvSpPr txBox="1"/>
          <p:nvPr/>
        </p:nvSpPr>
        <p:spPr>
          <a:xfrm>
            <a:off x="6015380" y="273939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 한 칸은 100 mL</a:t>
            </a:r>
            <a:endParaRPr lang="ko-KR" sz="3000" dirty="0"/>
          </a:p>
        </p:txBody>
      </p:sp>
      <p:sp>
        <p:nvSpPr>
          <p:cNvPr id="33" name="S04-card65"/>
          <p:cNvSpPr/>
          <p:nvPr/>
        </p:nvSpPr>
        <p:spPr>
          <a:xfrm>
            <a:off x="5741060" y="369951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4-cardtext66"/>
          <p:cNvSpPr txBox="1"/>
          <p:nvPr/>
        </p:nvSpPr>
        <p:spPr>
          <a:xfrm>
            <a:off x="6015380" y="383667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눈금보다 3칸 위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L와 mL로 바꾸기</a:t>
            </a:r>
            <a:endParaRPr lang="ko-KR" sz="4000" dirty="0"/>
          </a:p>
        </p:txBody>
      </p:sp>
      <p:sp>
        <p:nvSpPr>
          <p:cNvPr id="3" name="S05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2400 mL는 몇 L 몇 mL일까요?</a:t>
            </a:r>
            <a:endParaRPr lang="ko-KR" sz="3000" dirty="0"/>
          </a:p>
        </p:txBody>
      </p:sp>
      <p:sp>
        <p:nvSpPr>
          <p:cNvPr id="4" name="S05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2400 mL = 2 L 400 mL</a:t>
            </a:r>
            <a:endParaRPr lang="ko-KR" sz="3000" dirty="0"/>
          </a:p>
        </p:txBody>
      </p:sp>
      <p:sp>
        <p:nvSpPr>
          <p:cNvPr id="6" name="S05-card70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71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mL가 2번: 2 L</a:t>
            </a:r>
            <a:endParaRPr lang="ko-KR" sz="3000" dirty="0"/>
          </a:p>
        </p:txBody>
      </p:sp>
      <p:sp>
        <p:nvSpPr>
          <p:cNvPr id="8" name="S05-card72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73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것: 400 mL</a:t>
            </a:r>
            <a:endParaRPr lang="ko-KR" sz="3000" dirty="0"/>
          </a:p>
        </p:txBody>
      </p:sp>
      <p:sp>
        <p:nvSpPr>
          <p:cNvPr id="10" name="S05-line74"/>
          <p:cNvSpPr/>
          <p:nvPr/>
        </p:nvSpPr>
        <p:spPr>
          <a:xfrm>
            <a:off x="685800" y="3258922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5-line75"/>
          <p:cNvSpPr/>
          <p:nvPr/>
        </p:nvSpPr>
        <p:spPr>
          <a:xfrm>
            <a:off x="960120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abel76"/>
          <p:cNvSpPr txBox="1"/>
          <p:nvPr/>
        </p:nvSpPr>
        <p:spPr>
          <a:xfrm>
            <a:off x="502920" y="3441802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3" name="S05-line77"/>
          <p:cNvSpPr/>
          <p:nvPr/>
        </p:nvSpPr>
        <p:spPr>
          <a:xfrm>
            <a:off x="1644701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line78"/>
          <p:cNvSpPr/>
          <p:nvPr/>
        </p:nvSpPr>
        <p:spPr>
          <a:xfrm>
            <a:off x="2329282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line79"/>
          <p:cNvSpPr/>
          <p:nvPr/>
        </p:nvSpPr>
        <p:spPr>
          <a:xfrm>
            <a:off x="3013862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line80"/>
          <p:cNvSpPr/>
          <p:nvPr/>
        </p:nvSpPr>
        <p:spPr>
          <a:xfrm>
            <a:off x="3698443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line81"/>
          <p:cNvSpPr/>
          <p:nvPr/>
        </p:nvSpPr>
        <p:spPr>
          <a:xfrm>
            <a:off x="4383024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label82"/>
          <p:cNvSpPr txBox="1"/>
          <p:nvPr/>
        </p:nvSpPr>
        <p:spPr>
          <a:xfrm>
            <a:off x="3925824" y="3441802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2400" dirty="0"/>
          </a:p>
        </p:txBody>
      </p:sp>
      <p:sp>
        <p:nvSpPr>
          <p:cNvPr id="19" name="S05-line83"/>
          <p:cNvSpPr/>
          <p:nvPr/>
        </p:nvSpPr>
        <p:spPr>
          <a:xfrm>
            <a:off x="5067605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line84"/>
          <p:cNvSpPr/>
          <p:nvPr/>
        </p:nvSpPr>
        <p:spPr>
          <a:xfrm>
            <a:off x="5752186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line85"/>
          <p:cNvSpPr/>
          <p:nvPr/>
        </p:nvSpPr>
        <p:spPr>
          <a:xfrm>
            <a:off x="6436766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line86"/>
          <p:cNvSpPr/>
          <p:nvPr/>
        </p:nvSpPr>
        <p:spPr>
          <a:xfrm>
            <a:off x="7121347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5-line87"/>
          <p:cNvSpPr/>
          <p:nvPr/>
        </p:nvSpPr>
        <p:spPr>
          <a:xfrm>
            <a:off x="7805928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5-label88"/>
          <p:cNvSpPr txBox="1"/>
          <p:nvPr/>
        </p:nvSpPr>
        <p:spPr>
          <a:xfrm>
            <a:off x="7348728" y="3441802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</a:t>
            </a:r>
            <a:endParaRPr lang="ko-KR" sz="2400" dirty="0"/>
          </a:p>
        </p:txBody>
      </p:sp>
      <p:sp>
        <p:nvSpPr>
          <p:cNvPr id="25" name="S05-line89"/>
          <p:cNvSpPr/>
          <p:nvPr/>
        </p:nvSpPr>
        <p:spPr>
          <a:xfrm>
            <a:off x="8490509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5-line90"/>
          <p:cNvSpPr/>
          <p:nvPr/>
        </p:nvSpPr>
        <p:spPr>
          <a:xfrm>
            <a:off x="9175090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5-line91"/>
          <p:cNvSpPr/>
          <p:nvPr/>
        </p:nvSpPr>
        <p:spPr>
          <a:xfrm>
            <a:off x="9859670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5-line92"/>
          <p:cNvSpPr/>
          <p:nvPr/>
        </p:nvSpPr>
        <p:spPr>
          <a:xfrm>
            <a:off x="10544251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5-line93"/>
          <p:cNvSpPr/>
          <p:nvPr/>
        </p:nvSpPr>
        <p:spPr>
          <a:xfrm>
            <a:off x="11228832" y="3112618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5-label94"/>
          <p:cNvSpPr txBox="1"/>
          <p:nvPr/>
        </p:nvSpPr>
        <p:spPr>
          <a:xfrm>
            <a:off x="10771632" y="3441802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</a:t>
            </a:r>
            <a:endParaRPr lang="ko-KR" sz="2400" dirty="0"/>
          </a:p>
        </p:txBody>
      </p:sp>
      <p:sp>
        <p:nvSpPr>
          <p:cNvPr id="31" name="S05-mark95"/>
          <p:cNvSpPr/>
          <p:nvPr/>
        </p:nvSpPr>
        <p:spPr>
          <a:xfrm>
            <a:off x="9083650" y="3167482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05-line96"/>
          <p:cNvSpPr/>
          <p:nvPr/>
        </p:nvSpPr>
        <p:spPr>
          <a:xfrm flipV="1">
            <a:off x="960120" y="287487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3" name="S05-line97"/>
          <p:cNvSpPr/>
          <p:nvPr/>
        </p:nvSpPr>
        <p:spPr>
          <a:xfrm>
            <a:off x="960120" y="2874874"/>
            <a:ext cx="342290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05-label98"/>
          <p:cNvSpPr txBox="1"/>
          <p:nvPr/>
        </p:nvSpPr>
        <p:spPr>
          <a:xfrm>
            <a:off x="960120" y="2460346"/>
            <a:ext cx="342290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</a:t>
            </a:r>
            <a:endParaRPr lang="ko-KR" sz="2400" dirty="0"/>
          </a:p>
        </p:txBody>
      </p:sp>
      <p:sp>
        <p:nvSpPr>
          <p:cNvPr id="35" name="S05-line99"/>
          <p:cNvSpPr/>
          <p:nvPr/>
        </p:nvSpPr>
        <p:spPr>
          <a:xfrm flipV="1">
            <a:off x="4383024" y="287487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6" name="S05-line100"/>
          <p:cNvSpPr/>
          <p:nvPr/>
        </p:nvSpPr>
        <p:spPr>
          <a:xfrm>
            <a:off x="4383024" y="2874874"/>
            <a:ext cx="342290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7" name="S05-label101"/>
          <p:cNvSpPr txBox="1"/>
          <p:nvPr/>
        </p:nvSpPr>
        <p:spPr>
          <a:xfrm>
            <a:off x="4383024" y="2460346"/>
            <a:ext cx="3422904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</a:t>
            </a:r>
            <a:endParaRPr lang="ko-KR" sz="2400" dirty="0"/>
          </a:p>
        </p:txBody>
      </p:sp>
      <p:sp>
        <p:nvSpPr>
          <p:cNvPr id="38" name="S05-line102"/>
          <p:cNvSpPr/>
          <p:nvPr/>
        </p:nvSpPr>
        <p:spPr>
          <a:xfrm flipV="1">
            <a:off x="7805928" y="2874874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9" name="S05-line103"/>
          <p:cNvSpPr/>
          <p:nvPr/>
        </p:nvSpPr>
        <p:spPr>
          <a:xfrm>
            <a:off x="7805928" y="2874874"/>
            <a:ext cx="136916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0" name="S05-label104"/>
          <p:cNvSpPr txBox="1"/>
          <p:nvPr/>
        </p:nvSpPr>
        <p:spPr>
          <a:xfrm>
            <a:off x="7805928" y="2460346"/>
            <a:ext cx="136916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 mL</a:t>
            </a:r>
            <a:endParaRPr lang="ko-KR" sz="2400" dirty="0"/>
          </a:p>
        </p:txBody>
      </p:sp>
      <p:sp>
        <p:nvSpPr>
          <p:cNvPr id="41" name="S05-figure105" descr="0부터 3000까지 200씩 눈금이 있는 수직선(단위 mL): 0에서 1000(1 L), 1000에서 2000(1 L), 2000에서 2400(400 mL)으로 뛰기"/>
          <p:cNvSpPr/>
          <p:nvPr/>
        </p:nvSpPr>
        <p:spPr>
          <a:xfrm>
            <a:off x="685800" y="3076042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들이를 어림해요</a:t>
            </a:r>
            <a:endParaRPr lang="ko-KR" sz="4000" dirty="0"/>
          </a:p>
        </p:txBody>
      </p:sp>
      <p:sp>
        <p:nvSpPr>
          <p:cNvPr id="3" name="S06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생수병 2병을 부으면 큰 우유갑이 가득 차요.</a:t>
            </a:r>
            <a:endParaRPr lang="ko-KR" sz="3000" dirty="0"/>
          </a:p>
        </p:txBody>
      </p:sp>
      <p:sp>
        <p:nvSpPr>
          <p:cNvPr id="4" name="S06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적은 양은 mL, 많은 양은 L로 나타내요.</a:t>
            </a:r>
            <a:endParaRPr lang="ko-KR" sz="3000" dirty="0"/>
          </a:p>
        </p:txBody>
      </p:sp>
      <p:graphicFrame>
        <p:nvGraphicFramePr>
          <p:cNvPr id="7" name="S06-table10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38506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29184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우유갑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 mL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생수병(작은 것)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 mL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 우유갑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 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양동이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10 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바꾸고 어림해요</a:t>
            </a:r>
            <a:endParaRPr lang="ko-KR" sz="4000" dirty="0"/>
          </a:p>
        </p:txBody>
      </p:sp>
      <p:sp>
        <p:nvSpPr>
          <p:cNvPr id="3" name="S07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□에 알맞은 단위(L, mL)를 써요.</a:t>
            </a:r>
            <a:endParaRPr lang="ko-KR" sz="3000" dirty="0"/>
          </a:p>
        </p:txBody>
      </p:sp>
      <p:sp>
        <p:nvSpPr>
          <p:cNvPr id="4" name="S07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= 1000 mL예요.</a:t>
            </a:r>
            <a:endParaRPr lang="ko-KR" sz="3000" dirty="0"/>
          </a:p>
        </p:txBody>
      </p:sp>
      <p:sp>
        <p:nvSpPr>
          <p:cNvPr id="6" name="S07-chip11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eqtext11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L 500 mL = □ mL</a:t>
            </a:r>
            <a:endParaRPr lang="ko-KR" sz="3000" dirty="0"/>
          </a:p>
        </p:txBody>
      </p:sp>
      <p:sp>
        <p:nvSpPr>
          <p:cNvPr id="8" name="S07-chip11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eqtext11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1080 mL = □ L □ mL</a:t>
            </a:r>
            <a:endParaRPr lang="ko-KR" sz="3000" dirty="0"/>
          </a:p>
        </p:txBody>
      </p:sp>
      <p:sp>
        <p:nvSpPr>
          <p:cNvPr id="10" name="S07-chip11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11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하나: 약 200 □</a:t>
            </a:r>
            <a:endParaRPr lang="ko-KR" sz="3000" dirty="0"/>
          </a:p>
        </p:txBody>
      </p:sp>
      <p:sp>
        <p:nvSpPr>
          <p:cNvPr id="12" name="S07-chip11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7-text12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어항: 약 20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50 mL는 몇 mL일까요?</a:t>
            </a:r>
            <a:endParaRPr lang="ko-KR" sz="3000" dirty="0"/>
          </a:p>
        </p:txBody>
      </p:sp>
      <p:sp>
        <p:nvSpPr>
          <p:cNvPr id="5" name="S08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8-chip12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150 mL</a:t>
            </a:r>
            <a:endParaRPr lang="ko-KR" sz="2400" dirty="0"/>
          </a:p>
        </p:txBody>
      </p:sp>
      <p:sp>
        <p:nvSpPr>
          <p:cNvPr id="8" name="S08-text12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50을 붙여 썼어요.</a:t>
            </a:r>
            <a:endParaRPr lang="ko-KR" sz="3000" dirty="0"/>
          </a:p>
        </p:txBody>
      </p:sp>
      <p:sp>
        <p:nvSpPr>
          <p:cNvPr id="9" name="S08-chip12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1050 mL</a:t>
            </a:r>
            <a:endParaRPr lang="ko-KR" sz="2400" dirty="0"/>
          </a:p>
        </p:txBody>
      </p:sp>
      <p:sp>
        <p:nvSpPr>
          <p:cNvPr id="10" name="S08-text12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mL + 50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1050 mL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들이의 덧셈</a:t>
            </a:r>
            <a:endParaRPr lang="ko-KR" sz="4000" dirty="0"/>
          </a:p>
        </p:txBody>
      </p:sp>
      <p:sp>
        <p:nvSpPr>
          <p:cNvPr id="3" name="S09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600 mL + 2 L 700 mL를 세로로 계산해요.</a:t>
            </a:r>
            <a:endParaRPr lang="ko-KR" sz="3000" dirty="0"/>
          </a:p>
        </p:txBody>
      </p:sp>
      <p:sp>
        <p:nvSpPr>
          <p:cNvPr id="4" name="S09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mL는 1 L로 받아올려요.</a:t>
            </a:r>
            <a:endParaRPr lang="ko-KR" sz="3000" dirty="0"/>
          </a:p>
        </p:txBody>
      </p:sp>
      <p:graphicFrame>
        <p:nvGraphicFramePr>
          <p:cNvPr id="10" name="S09-table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stepno133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134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mL: 600 + 700 = 1300</a:t>
            </a:r>
            <a:endParaRPr lang="ko-KR" sz="3000" dirty="0"/>
          </a:p>
        </p:txBody>
      </p:sp>
      <p:sp>
        <p:nvSpPr>
          <p:cNvPr id="9" name="S09-stepno135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136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1300 mL = 1 L 300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300을 쓰고 1 L를 올려요.</a:t>
            </a:r>
            <a:endParaRPr lang="ko-KR" sz="3000" dirty="0"/>
          </a:p>
        </p:txBody>
      </p:sp>
      <p:sp>
        <p:nvSpPr>
          <p:cNvPr id="11" name="S09-stepno137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138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L: 1 + 1 + 2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들이의 뺄셈</a:t>
            </a:r>
            <a:endParaRPr lang="ko-KR" sz="4000" dirty="0"/>
          </a:p>
        </p:txBody>
      </p:sp>
      <p:sp>
        <p:nvSpPr>
          <p:cNvPr id="3" name="S10-text1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L 200 mL − 1 L 500 mL를 세로로 계산해요.</a:t>
            </a:r>
            <a:endParaRPr lang="ko-KR" sz="3000" dirty="0"/>
          </a:p>
        </p:txBody>
      </p:sp>
      <p:sp>
        <p:nvSpPr>
          <p:cNvPr id="4" name="S10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받아내린 1 L는 1000 mL예요.</a:t>
            </a:r>
            <a:endParaRPr lang="ko-KR" sz="3000" dirty="0"/>
          </a:p>
        </p:txBody>
      </p:sp>
      <p:graphicFrame>
        <p:nvGraphicFramePr>
          <p:cNvPr id="11" name="S10-table1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stepno143"/>
          <p:cNvSpPr txBox="1"/>
          <p:nvPr/>
        </p:nvSpPr>
        <p:spPr>
          <a:xfrm>
            <a:off x="548640" y="2243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144"/>
          <p:cNvSpPr txBox="1"/>
          <p:nvPr/>
        </p:nvSpPr>
        <p:spPr>
          <a:xfrm>
            <a:off x="1325880" y="2197608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mL: 200에서 500을 뺄 수 없어요.</a:t>
            </a:r>
            <a:endParaRPr lang="ko-KR" sz="3000" dirty="0"/>
          </a:p>
        </p:txBody>
      </p:sp>
      <p:sp>
        <p:nvSpPr>
          <p:cNvPr id="9" name="S10-stepno145"/>
          <p:cNvSpPr txBox="1"/>
          <p:nvPr/>
        </p:nvSpPr>
        <p:spPr>
          <a:xfrm>
            <a:off x="548640" y="3337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146"/>
          <p:cNvSpPr txBox="1"/>
          <p:nvPr/>
        </p:nvSpPr>
        <p:spPr>
          <a:xfrm>
            <a:off x="1325880" y="32918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L를 1000 mL로 받아내려요.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+ 200 − 500 = 700</a:t>
            </a:r>
            <a:endParaRPr lang="ko-KR" sz="3000" dirty="0"/>
          </a:p>
        </p:txBody>
      </p:sp>
      <p:sp>
        <p:nvSpPr>
          <p:cNvPr id="11" name="S10-stepno147"/>
          <p:cNvSpPr txBox="1"/>
          <p:nvPr/>
        </p:nvSpPr>
        <p:spPr>
          <a:xfrm>
            <a:off x="548640" y="438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148"/>
          <p:cNvSpPr txBox="1"/>
          <p:nvPr/>
        </p:nvSpPr>
        <p:spPr>
          <a:xfrm>
            <a:off x="1325880" y="43860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L: 2 − 1 = 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계산해요</a:t>
            </a:r>
            <a:endParaRPr lang="ko-KR" sz="4000" dirty="0"/>
          </a:p>
        </p:txBody>
      </p:sp>
      <p:sp>
        <p:nvSpPr>
          <p:cNvPr id="3" name="S11-card1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1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mL가 되면 1 L로 올려요.</a:t>
            </a:r>
            <a:endParaRPr lang="ko-KR" sz="3000" dirty="0"/>
          </a:p>
        </p:txBody>
      </p:sp>
      <p:graphicFrame>
        <p:nvGraphicFramePr>
          <p:cNvPr id="12" name="S11-table1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1701419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mL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1-label152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세로로</a:t>
            </a:r>
            <a:endParaRPr lang="ko-KR" sz="2400" dirty="0"/>
          </a:p>
        </p:txBody>
      </p:sp>
      <p:sp>
        <p:nvSpPr>
          <p:cNvPr id="7" name="S11-chip153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1-eqtext154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L 400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L 300 mL</a:t>
            </a:r>
            <a:endParaRPr lang="ko-KR" sz="3000" dirty="0"/>
          </a:p>
        </p:txBody>
      </p:sp>
      <p:sp>
        <p:nvSpPr>
          <p:cNvPr id="9" name="S11-chip155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1-eqtext156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800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+ 500 mL</a:t>
            </a:r>
            <a:endParaRPr lang="ko-KR" sz="3000" dirty="0"/>
          </a:p>
        </p:txBody>
      </p:sp>
      <p:sp>
        <p:nvSpPr>
          <p:cNvPr id="11" name="S11-chip157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1-eqtext158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L 100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− 2 L 600 mL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1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세로로 써서 계산해요.</a:t>
            </a:r>
            <a:endParaRPr lang="ko-KR" sz="3000" dirty="0"/>
          </a:p>
        </p:txBody>
      </p:sp>
      <p:sp>
        <p:nvSpPr>
          <p:cNvPr id="4" name="S12-chip16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eqtext16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L 40 mL = □ mL</a:t>
            </a:r>
            <a:endParaRPr lang="ko-KR" sz="3000" dirty="0"/>
          </a:p>
        </p:txBody>
      </p:sp>
      <p:sp>
        <p:nvSpPr>
          <p:cNvPr id="6" name="S12-chip16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eqtext16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2700 mL = □ L □ mL</a:t>
            </a:r>
            <a:endParaRPr lang="ko-KR" sz="3000" dirty="0"/>
          </a:p>
        </p:txBody>
      </p:sp>
      <p:sp>
        <p:nvSpPr>
          <p:cNvPr id="8" name="S12-chip16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eqtext16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L 750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L 450 mL</a:t>
            </a:r>
            <a:endParaRPr lang="ko-KR" sz="3000" dirty="0"/>
          </a:p>
        </p:txBody>
      </p:sp>
      <p:sp>
        <p:nvSpPr>
          <p:cNvPr id="10" name="S12-chip16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eqtext16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L 100 mL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− 1 L 400 mL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168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69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L·mL 칸에 다시 써서 같은 단위끼리 계산하게 하세요.</a:t>
            </a:r>
            <a:endParaRPr lang="ko-KR" sz="3000" dirty="0"/>
          </a:p>
        </p:txBody>
      </p:sp>
      <p:sp>
        <p:nvSpPr>
          <p:cNvPr id="5" name="S13-chip17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171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3040 mL</a:t>
            </a:r>
            <a:endParaRPr lang="ko-KR" sz="3000" dirty="0"/>
          </a:p>
        </p:txBody>
      </p:sp>
      <p:sp>
        <p:nvSpPr>
          <p:cNvPr id="7" name="S13-text172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 + 40</a:t>
            </a:r>
            <a:endParaRPr lang="ko-KR" sz="2400" dirty="0"/>
          </a:p>
        </p:txBody>
      </p:sp>
      <p:sp>
        <p:nvSpPr>
          <p:cNvPr id="8" name="S13-text173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 L 700 mL</a:t>
            </a:r>
            <a:endParaRPr lang="ko-KR" sz="3000" dirty="0"/>
          </a:p>
        </p:txBody>
      </p:sp>
      <p:sp>
        <p:nvSpPr>
          <p:cNvPr id="9" name="S13-text174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 + 700</a:t>
            </a:r>
            <a:endParaRPr lang="ko-KR" sz="2400" dirty="0"/>
          </a:p>
        </p:txBody>
      </p:sp>
      <p:sp>
        <p:nvSpPr>
          <p:cNvPr id="10" name="S13-text175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 L 200 mL</a:t>
            </a:r>
            <a:endParaRPr lang="ko-KR" sz="3000" dirty="0"/>
          </a:p>
        </p:txBody>
      </p:sp>
      <p:sp>
        <p:nvSpPr>
          <p:cNvPr id="11" name="S13-text176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올림</a:t>
            </a:r>
            <a:endParaRPr lang="ko-KR" sz="2400" dirty="0"/>
          </a:p>
        </p:txBody>
      </p:sp>
      <p:sp>
        <p:nvSpPr>
          <p:cNvPr id="12" name="S13-text177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 L 700 mL</a:t>
            </a:r>
            <a:endParaRPr lang="ko-KR" sz="3000" dirty="0"/>
          </a:p>
        </p:txBody>
      </p:sp>
      <p:sp>
        <p:nvSpPr>
          <p:cNvPr id="13" name="S13-text178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1100 − 400</a:t>
            </a:r>
            <a:endParaRPr lang="ko-KR" sz="2400" dirty="0"/>
          </a:p>
        </p:txBody>
      </p:sp>
      <p:sp>
        <p:nvSpPr>
          <p:cNvPr id="14" name="S13-chip17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3-text18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340 mL</a:t>
            </a:r>
            <a:endParaRPr lang="ko-KR" sz="3000" dirty="0"/>
          </a:p>
        </p:txBody>
      </p:sp>
      <p:sp>
        <p:nvSpPr>
          <p:cNvPr id="16" name="S13-text18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3과 40을 붙임</a:t>
            </a:r>
            <a:endParaRPr lang="ko-KR" sz="2400" dirty="0"/>
          </a:p>
        </p:txBody>
      </p:sp>
      <p:sp>
        <p:nvSpPr>
          <p:cNvPr id="17" name="S13-text18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 L 1200 mL</a:t>
            </a:r>
            <a:endParaRPr lang="ko-KR" sz="3000" dirty="0"/>
          </a:p>
        </p:txBody>
      </p:sp>
      <p:sp>
        <p:nvSpPr>
          <p:cNvPr id="18" name="S13-text18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L로 안 올림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어림은?</a:t>
            </a:r>
            <a:endParaRPr lang="ko-KR" sz="4000" dirty="0"/>
          </a:p>
        </p:txBody>
      </p:sp>
      <p:sp>
        <p:nvSpPr>
          <p:cNvPr id="3" name="S14-text1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생수병(작은 것) 하나의 들이는?</a:t>
            </a:r>
            <a:endParaRPr lang="ko-KR" sz="3000" dirty="0"/>
          </a:p>
        </p:txBody>
      </p:sp>
      <p:sp>
        <p:nvSpPr>
          <p:cNvPr id="4" name="S14-card1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것을 고르고, 까닭을 말해요.</a:t>
            </a:r>
            <a:endParaRPr lang="ko-KR" sz="3000" dirty="0"/>
          </a:p>
        </p:txBody>
      </p:sp>
      <p:sp>
        <p:nvSpPr>
          <p:cNvPr id="6" name="S14-chip18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bigtext188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 mL</a:t>
            </a:r>
            <a:endParaRPr lang="ko-KR" sz="4400" dirty="0"/>
          </a:p>
        </p:txBody>
      </p:sp>
      <p:sp>
        <p:nvSpPr>
          <p:cNvPr id="8" name="S14-chip18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4-bigtext190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500 mL</a:t>
            </a:r>
            <a:endParaRPr lang="ko-KR" sz="4400" dirty="0"/>
          </a:p>
        </p:txBody>
      </p:sp>
      <p:sp>
        <p:nvSpPr>
          <p:cNvPr id="10" name="S14-chip19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4-bigtext192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 L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9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9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= 1000 mL예요. L는 L끼리, mL는 mL끼리 계산해요.</a:t>
            </a:r>
            <a:endParaRPr lang="ko-KR" sz="3000" dirty="0"/>
          </a:p>
        </p:txBody>
      </p:sp>
      <p:sp>
        <p:nvSpPr>
          <p:cNvPr id="5" name="S15-chip19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1000 mL는 1 L로 올리기</a:t>
            </a:r>
            <a:endParaRPr lang="ko-KR" sz="2400" dirty="0"/>
          </a:p>
        </p:txBody>
      </p:sp>
      <p:sp>
        <p:nvSpPr>
          <p:cNvPr id="6" name="S15-chip19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 L 50 mL = 150 mL</a:t>
            </a:r>
            <a:endParaRPr lang="ko-KR" sz="2400" dirty="0"/>
          </a:p>
        </p:txBody>
      </p:sp>
      <p:sp>
        <p:nvSpPr>
          <p:cNvPr id="7" name="S15-text19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19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 L 300 mL는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mL?</a:t>
            </a:r>
            <a:endParaRPr lang="ko-KR" sz="2400" dirty="0"/>
          </a:p>
        </p:txBody>
      </p:sp>
      <p:sp>
        <p:nvSpPr>
          <p:cNvPr id="9" name="S15-text19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 L 700 mL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+ 600 mL는?</a:t>
            </a:r>
            <a:endParaRPr lang="ko-KR" sz="2400" dirty="0"/>
          </a:p>
        </p:txBody>
      </p:sp>
      <p:sp>
        <p:nvSpPr>
          <p:cNvPr id="10" name="S15-text20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물병 하나는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500 L? mL?</a:t>
            </a:r>
            <a:endParaRPr lang="ko-KR" sz="2400" dirty="0"/>
          </a:p>
        </p:txBody>
      </p:sp>
      <p:sp>
        <p:nvSpPr>
          <p:cNvPr id="11" name="S15-text20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무게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들이 비교하기</a:t>
            </a:r>
            <a:endParaRPr lang="ko-KR" sz="4000" dirty="0"/>
          </a:p>
        </p:txBody>
      </p:sp>
      <p:sp>
        <p:nvSpPr>
          <p:cNvPr id="3" name="S16-text2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컵으로 물을 몇 번 부었는지 세어요.</a:t>
            </a:r>
            <a:endParaRPr lang="ko-KR" sz="3000" dirty="0"/>
          </a:p>
        </p:txBody>
      </p:sp>
      <p:sp>
        <p:nvSpPr>
          <p:cNvPr id="4" name="S16-card2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2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컵으로 더 많이 부은 가 그릇의 들이가 더 많아요.</a:t>
            </a:r>
            <a:endParaRPr lang="ko-KR" sz="3000" dirty="0"/>
          </a:p>
        </p:txBody>
      </p:sp>
      <p:sp>
        <p:nvSpPr>
          <p:cNvPr id="6" name="S16-dot205"/>
          <p:cNvSpPr/>
          <p:nvPr/>
        </p:nvSpPr>
        <p:spPr>
          <a:xfrm>
            <a:off x="1657350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6-dot206"/>
          <p:cNvSpPr/>
          <p:nvPr/>
        </p:nvSpPr>
        <p:spPr>
          <a:xfrm>
            <a:off x="2343150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6-dot207"/>
          <p:cNvSpPr/>
          <p:nvPr/>
        </p:nvSpPr>
        <p:spPr>
          <a:xfrm>
            <a:off x="3028950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6-dot208"/>
          <p:cNvSpPr/>
          <p:nvPr/>
        </p:nvSpPr>
        <p:spPr>
          <a:xfrm>
            <a:off x="3714750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6-dot209"/>
          <p:cNvSpPr/>
          <p:nvPr/>
        </p:nvSpPr>
        <p:spPr>
          <a:xfrm>
            <a:off x="4400550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6-figure210" descr="점 5개(가 그릇을 채운 컵 5번)"/>
          <p:cNvSpPr/>
          <p:nvPr/>
        </p:nvSpPr>
        <p:spPr>
          <a:xfrm>
            <a:off x="1527048" y="2980944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16-label211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그릇: 컵 5번</a:t>
            </a:r>
            <a:endParaRPr lang="ko-KR" sz="2400" dirty="0"/>
          </a:p>
        </p:txBody>
      </p:sp>
      <p:sp>
        <p:nvSpPr>
          <p:cNvPr id="13" name="S16-dot212"/>
          <p:cNvSpPr/>
          <p:nvPr/>
        </p:nvSpPr>
        <p:spPr>
          <a:xfrm>
            <a:off x="8049006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6-dot213"/>
          <p:cNvSpPr/>
          <p:nvPr/>
        </p:nvSpPr>
        <p:spPr>
          <a:xfrm>
            <a:off x="8734806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6-dot214"/>
          <p:cNvSpPr/>
          <p:nvPr/>
        </p:nvSpPr>
        <p:spPr>
          <a:xfrm>
            <a:off x="9420606" y="31112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6-figure215" descr="점 3개(나 그릇을 채운 컵 3번)"/>
          <p:cNvSpPr/>
          <p:nvPr/>
        </p:nvSpPr>
        <p:spPr>
          <a:xfrm>
            <a:off x="7918704" y="2980944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16-label216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그릇: 컵 3번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들이</dc:title>
  <dc:subject>KR22-G03-MAT-LITER-L01</dc:subject>
  <dc:creator>education-ppt</dc:creator>
  <cp:lastModifiedBy>education-ppt</cp:lastModifiedBy>
  <cp:revision>1</cp:revision>
  <dcterms:created xsi:type="dcterms:W3CDTF">2026-10-26T07:42:29Z</dcterms:created>
  <dcterms:modified xsi:type="dcterms:W3CDTF">2026-10-26T07:42:29Z</dcterms:modified>
</cp:coreProperties>
</file>