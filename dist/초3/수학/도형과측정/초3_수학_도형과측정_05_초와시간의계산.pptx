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df48feb-638a-1a7f-a995-2e774a20fc01}">
          <p14:sldIdLst>
            <p14:sldId id="256"/>
            <p14:sldId id="257"/>
          </p14:sldIdLst>
        </p14:section>
        <p14:section name="개념" id="{096c6f21-b79f-e90b-be3b-62e161442279}">
          <p14:sldIdLst>
            <p14:sldId id="258"/>
            <p14:sldId id="259"/>
            <p14:sldId id="260"/>
            <p14:sldId id="263"/>
            <p14:sldId id="264"/>
            <p14:sldId id="265"/>
          </p14:sldIdLst>
        </p14:section>
        <p14:section name="연습" id="{14f7de91-6c8f-cea3-87c4-bde7e251e96e}">
          <p14:sldIdLst>
            <p14:sldId id="261"/>
            <p14:sldId id="262"/>
            <p14:sldId id="266"/>
          </p14:sldIdLst>
        </p14:section>
        <p14:section name="개념" id="{76b079fa-c27a-cef5-a98b-f7f7b431d839}">
          <p14:sldIdLst/>
        </p14:section>
        <p14:section name="연습" id="{3b9df6c7-86b0-0597-abce-0e1546ae8e1f}">
          <p14:sldIdLst/>
        </p14:section>
        <p14:section name="확인" id="{d97f9bd6-0a8e-a002-8eed-b3b181c3c7be}">
          <p14:sldIdLst>
            <p14:sldId id="267"/>
            <p14:sldId id="268"/>
            <p14:sldId id="269"/>
          </p14:sldIdLst>
        </p14:section>
        <p14:section name="정리" id="{73537a95-601f-fd26-9c08-f556225adbfc}">
          <p14:sldIdLst>
            <p14:sldId id="270"/>
          </p14:sldIdLst>
        </p14:section>
        <p14:section name="보충" id="{80792ee7-5d90-32b6-a095-97e7b5e69e9d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짧은 시간을 재는 단위 ‘초’에 관심을 갖게 합니다.
시간: 약 2분
이렇게 말해 보세요
- “눈을 감고 1분이 지났다고 생각되면 손을 들어 볼래?” (휴대폰 초시계로 재어 봅니다.)
- “1분보다 짧은 시간은 무엇으로 잴까? 오늘은 초를 배우고, 시간을 더하고 빼 볼 거야.”
예상 답
- “초요.” 1분 맞히기는 빠르거나 늦어도 괜찮습니다.
막히면
- 답을 확인하지 않고 넘어갑니다. S03에서 초를 배웁니다.
주의
- 초바늘이 있는 시계나 휴대폰 초시계를 수업 내내 곁에 둡니다.
- 오른쪽 그림은 S08에서 계산할 식입니다. 지금은 풀지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확인(시각 읽기, 1시간 = 60분, 단위 바꾸기)]
목적: 초2의 시각 읽기와 1시간 = 60분, 앞 차시의 큰 단위·작은 단위 바꾸기가 되는지 확인합니다.
시간: 약 3분
이렇게 말해 보세요
- “① 시계는 몇 시 몇 분이야? ② 1시간은 몇 분이지?”
- “③ 80분은 몇 시간 몇 분일까? ④ 1 km 200 m는 몇 m야?”
정답
- ① 4시 37분
- ② 60분
- ③ 1시간 20분
- ④ 1200 m
막히면
- ①②③이 어려우면 S16(보충)을 먼저 합니다. 보충으로도 어려우면 초2 ‘시각과 시간’(KR22-G02-MAT-TIME-L01)을 다시 합니다.
- ④가 어려우면 앞 차시 ‘mm와 km’(KR22-G03-MAT-MMKM-L01)에서 1 km = 1000 m를 다시 봅니다.
주의
- ③은 오늘 할 ‘100초 = 1분 40초’와 같은 방법입니다. 60이 기준이라는 것을 기억하게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1초와 1분 = 60초]
목적: 초바늘이 작은 눈금 한 칸을 가는 시간이 1초이고, 한 바퀴(60칸) 돌면 60초 = 1분이라는 것을 압니다.
시간: 약 3분
이렇게 말해 보세요
- “진짜 시계의 초바늘을 볼까? 째깍 한 번에 작은 눈금 한 칸씩 가. 이게 1초야.”
- “작은 눈금은 숫자 사이에 5칸씩, 모두 몇 칸이지? 5, 10, 15 … 60.”
- “초바늘이 한 바퀴 돌면 긴바늘은 작은 눈금 한 칸을 가. 1분이 지난 거야.”
예상 답
- “60칸이요.” “60초가 1분이에요.”
막히면
- 초시계로 60초를 함께 재며 마지막에 긴바늘이 한 칸 움직인 것을 봅니다.
- “하나, 둘, 셋” 하고 손뼉을 1초에 한 번씩 치며 1초의 길이를 느껴 봅니다.
주의
- 오른쪽 수직선은 시계의 작은 눈금 60칸을 한 줄로 펼친 것입니다.
- 1 m = 100 cm처럼 1분 = 100초라고 생각하기 쉽습니다(M1). 60칸을 꼭 세어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몇 분 몇 초를 몇 초로]
목적: 1분 = 60초를 이용해 ‘몇 분 몇 초’를 ‘몇 초’로 바꿉니다.
시간: 약 3분
이렇게 말해 보세요
- “띠 한 칸은 10초야. 한 줄 6칸은 몇 초지?”
- “1분이 두 줄이면 몇 초야? 거기에 40초를 더하면?”
예상 답
- “60초요.” “120초요.” “160초예요.”
막히면
- 칸을 짚으며 10, 20, 30 … 160을 함께 셉니다.
주의
- 2분을 200초로 생각하면 M1입니다. 1분 = 60초를 다시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몇 초를 몇 분 몇 초로]
목적: 몇 초 안에 60초가 몇 번 들어 있는지 보고 ‘몇 분 몇 초’로 바꿉니다.
시간: 약 3분
이렇게 말해 보세요
- “100초를 10초 칸으로 나타내면 10칸이야. 한 줄에 6칸씩 채우면?”
- “가득 찬 한 줄은 1분이야. 남는 칸은 몇 초야?”
예상 답
- “한 줄하고 4칸 남아요.” “1분 40초예요.”
막히면
- 바둑돌 10개를 6개와 4개로 나누어 놓고, 6개 묶음 = 1분이라고 말해 줍니다.
주의
- 100초를 1분이라고 하면 M1입니다. 60초가 1분이라는 것을 띠로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연습(분·초 바꾸기)]
목적: 도움을 받으며 분과 초를 서로 바꿉니다.
시간: 약 3분
이렇게 말해 보세요
- “② 3분은 60초가 몇 번이야?”
- “④는 거꾸로야. 150초 안에 60초가 몇 번 들어갈까? 60, 120 … 남는 것은?”
정답
- ① 60초
- ② 180초
- ③ 85초
- ④ 2분 30초
막히면
- S04, S05의 띠처럼 10초 칸을 종이에 그려 셉니다.
- ③을 125초라고 하면 “1분은 몇 초였지?”라고 묻습니다(M1).
주의
- ④는 60, 120으로 60씩 뛰어 센 뒤 남는 수(30)를 초로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비교(1분 = 100초)]
목적: 1분을 100초로 생각하는 실수를 찾고 바로잡습니다(M1).
시간: 약 2분
이렇게 말해 보세요
- “토끼와 곰의 답이 달라. 누가 맞았을까?”
- “초바늘이 한 바퀴 돌 때 작은 눈금은 몇 칸이었지?”
예상 답
- “곰이요. 1분은 60초예요.”
정답
- 곰이 맞습니다. 1분은 60초이므로 1분 30초 = 60초 + 30초 = 90초입니다.
- 토끼는 1 m = 100 cm처럼 1분을 100초로 생각했습니다.
막히면
- 초시계로 1분을 재며 60에서 다시 0이 되는 것을 보여 줍니다.
주의
- ‘1분 30초’를 ‘130초’로 읽어 버리는 것도 같은 실수입니다.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시간의 덧셈(초에서 받아올림)]
목적: 시간의 덧셈은 초는 초끼리, 분은 분끼리 더하고, 초가 60을 넘으면 60초를 1분으로 받아올린다는 것을 보여 줍니다.
시간: 약 3분
이렇게 말해 보세요
- “초끼리 먼저 더해 볼까? 40 + 35는?”
- “75초 안에 60초가 들어 있지? 60초는 1분이니까 분으로 올려 주고 15초만 남겨.”
- “분은 올린 1분까지 더해서 1 + 2 + 1 = 4. 4분 15초야.”
예상 답
- “75초요.” “1분 15초요.” “4분 15초예요.”
막히면
- 세 자리 수 덧셈에서 10이 넘으면 올린 것과 같다고 말해 줍니다. 시간은 10이 아니라 60이 되면 올립니다.
주의
- 답을 3분 75초로 쓰면 M2입니다. 초는 60보다 작아야 합니다.
- 표의 ‘시’ 칸은 비어 있습니다. 오늘은 S10에서 시까지 계산합니다.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시간의 뺄셈(분에서 받아내림)]
목적: 초끼리 뺄 수 없으면 1분을 60초로 받아내려 계산한다는 것을 보여 줍니다.
시간: 약 3분
이렇게 말해 보세요
- “20초에서 45초를 뺄 수 있어? 없으면 어떻게 할까?”
- “5분에서 1분을 빌려 와. 1분은 몇 초지? 60초를 20초에 더하면 80초. 80 − 45는?”
- “분은 1분을 빌려 줬으니 4분. 4 − 2 = 2. 그래서 2분 35초야.”
예상 답
- “못 빼요.” “60초요.” “35초요.” “2분 35초예요.”
막히면
- 세 자리 수 뺄셈의 받아내림(10을 빌려 옴)과 같은데, 시간은 60을 빌려 온다고 말해 줍니다.
주의
- 45 − 20 = 25로 거꾸로 빼거나, 1분을 100초로 받아내려 120 − 45 = 75로 쓰는 실수가 흔합니다(M3).
- 지치면 여기서 쉬고, 다음에 S10부터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시각 + 시간(분에서 시로 받아올림)]
목적: 시각에 시간을 더해 끝난 시각을 구하고, 분이 60을 넘으면 60분을 1시간으로 받아올린다는 것을 압니다.
시간: 약 2분
이렇게 말해 보세요
- “분끼리 더하면 75분이야. 60분은 몇 시간이지?”
- “1시간을 시로 올려서 1 + 9 + 1 = 11. 끝난 시각은?”
예상 답
- “1시간이요.” “11시 15분이에요.”
막히면
- 바늘을 돌릴 수 있는 시계로 9시 40분에서 1시간(긴바늘 한 바퀴)을 돌리고, 35분을 더 돌려 확인합니다.
주의
- 9시 40분은 ‘시각’, 1시간 35분은 ‘시간’입니다. 시각 + 시간 = 시각이 됩니다.
- 10시 75분이라고 쓰면 M4입니다. 분도 60이 되면 1시간으로 올립니다.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안내받는 연습(시간의 덧셈·뺄셈)]
목적: 도움을 받으며 받아올림이 있는 덧셈, 받아내림이 있는 뺄셈, 시각에 시간 더하기를 합니다.
시간: 약 4분
이렇게 말해 보세요
- “① 초끼리 더하면 몇이야? 60을 넘었으면 어떻게 하지?”
- “② 10초에서 25초를 뺄 수 있어? 없으면 1분을 몇 초로 받아내리지?”
- “③ 50분에 30분을 더하면 80분. 60분은 1시간이야.”
정답
- ① 4분 25초(85초 = 1분 25초)
- ② 2분 45초(1분을 60초로 받아내려 70 − 25 = 45, 분은 3 − 1 = 2)
- ③ 9시 20분
막히면
- 오른쪽 표처럼 종이에 시·분·초 칸을 그리고 세로로 써서 계산하게 합니다.
- ②에서 25 − 10 = 15로 거꾸로 빼면 S09로 돌아갑니다(M3).
주의
- ③은 8시 80분이라고 쓰지 않도록 합니다(M4).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해결]
목적: 도움 없이 분·초 바꾸기(①②)와 받아올림·받아내림이 있는 시간 계산(③④)을 하는지 확인합니다.
시간: 약 4분
이렇게 말해 보세요
- “이번에는 혼자 해 볼래? 다 하면 어떻게 계산했는지 말해 줘.”
정답
- ① 110초
- ② 3분 20초
- ③ 6분 35초(40 + 55 = 95초 = 1분 35초)
- ④ 2분 35초(70 − 35 = 35, 6 − 4 = 2)
막히면
- 바로 알려 주지 말고 “1분은 몇 초였지?”라고만 묻습니다.
- 도움을 받아 해결했다면 기록표에 ‘도움’으로 표시합니다.
주의
- 활동지 뒷면이나 빈 종이에 시·분·초 칸을 그려 주고 써서 풀게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흔한 실수를 바로잡습니다. 수업용에만 있는 장입니다.
시간: 약 2분
이렇게 말해 보세요
- “네 답과 같은지 볼까? 다르면 어디서 달라졌는지 찾아보자.”
정답
- ① 110초 ② 3분 20초 ③ 6분 35초 ④ 2분 35초
막히면
- ①이 150초면 1분을 100초로 본 것입니다(M1). S07로 돌아갑니다.
- ③이 5분 95초면 S08로(M2), ④가 3분 25초면 S09로 돌아갑니다(M3).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마무리 확인(받아내림이 있는 뺄셈)]
목적: 처음 보는 문제에서 받아내림을 바르게 하고, 틀린 답이 왜 틀렸는지 설명하는지 확인합니다.
시간: 약 2분
이렇게 말해 보세요
- “세 답 중 알맞은 것은 무엇일까? 나머지는 어디서 틀렸을까?”
정답
- 다(3분 35초). 15초에서 40초를 뺄 수 없으므로 1분을 60초로 받아내려 75 − 40 = 35, 분은 5 − 2 = 3입니다.
- 가는 40 − 15로 거꾸로 빼고 받아내리지 않은 답, 나는 1분을 100초로 받아내린 답(115 − 40 = 75)입니다.
막히면
- 종이에 세로로 써서 직접 계산해 보게 합니다.
주의
-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정리와 다음 수업 복습]
목적: 핵심을 정리하고 다음 수업 첫 5분에 풀 복습 문제를 알려 줍니다.
시간: 약 1분
이렇게 말해 보세요
- “오늘 배운 것을 말해 볼래? 1분은 몇 초야? 초끼리 더해서 60이 넘으면 어떻게 해?”
예상 답
- “60초요.” “1분으로 올려요.”
정답
- ① 80초 ② 2분 30초 ③ 5분 10초
막히면
- S03과 S08을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선수 학습 보충(1시간 = 60분)]
목적: S02에서 시각 읽기나 1시간 = 60분이 흔들리면 다시 익힙니다. 오늘의 1분 = 60초와 같은 구조입니다.
시간: 약 5분
이렇게 말해 보세요
- “1시에서 긴바늘이 한 바퀴 돌아 다시 12에 오면 몇 시야? 그동안 몇 분이 지났어?”
- “80분 안에 60분이 들어 있지? 60분은 1시간, 남는 것은 20분이야.”
정답
- 2시, 60분
- 80분 = 1시간 20분
막히면
- 바늘을 돌릴 수 있는 시계로 긴바늘을 숫자마다 멈추며 “5분, 10분 … 60분”을 함께 셉니다.
주의
- 보충으로도 어려우면 초2 ‘시각과 시간’(KR22-G02-MAT-TIME-L01)을 먼저 합니다. 이 차시의 앞 차시는 ‘mm와 km’(KR22-G03-MAT-MMKM-L01)입니다.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도형과측정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초와 시간의 계산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초와 시간의 계산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초와 시간의 계산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초와 시간의 계산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1분은 몇 초일까?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0" y="1046480"/>
          <a:ext cx="34747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1분 = 60초를 알고 시간을 바꿔요.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시간을 더하고 빼요.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22197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figure5" descr="시계: 4시 37분"/>
          <p:cNvSpPr/>
          <p:nvPr/>
        </p:nvSpPr>
        <p:spPr>
          <a:xfrm>
            <a:off x="2450592" y="1325880"/>
            <a:ext cx="2354580" cy="23545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2-line6"/>
          <p:cNvSpPr/>
          <p:nvPr/>
        </p:nvSpPr>
        <p:spPr>
          <a:xfrm>
            <a:off x="3627882" y="1362456"/>
            <a:ext cx="0" cy="12950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2-line7"/>
          <p:cNvSpPr/>
          <p:nvPr/>
        </p:nvSpPr>
        <p:spPr>
          <a:xfrm flipH="1">
            <a:off x="3740966" y="1368705"/>
            <a:ext cx="6153" cy="58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2-line8"/>
          <p:cNvSpPr/>
          <p:nvPr/>
        </p:nvSpPr>
        <p:spPr>
          <a:xfrm flipH="1">
            <a:off x="3852811" y="1387383"/>
            <a:ext cx="12239" cy="57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2-line9"/>
          <p:cNvSpPr/>
          <p:nvPr/>
        </p:nvSpPr>
        <p:spPr>
          <a:xfrm flipH="1">
            <a:off x="3962192" y="1418287"/>
            <a:ext cx="18190" cy="559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2-line10"/>
          <p:cNvSpPr/>
          <p:nvPr/>
        </p:nvSpPr>
        <p:spPr>
          <a:xfrm flipH="1">
            <a:off x="4067910" y="1461076"/>
            <a:ext cx="23942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2-line11"/>
          <p:cNvSpPr/>
          <p:nvPr/>
        </p:nvSpPr>
        <p:spPr>
          <a:xfrm flipH="1">
            <a:off x="4133488" y="1515283"/>
            <a:ext cx="64751" cy="1121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2-line12"/>
          <p:cNvSpPr/>
          <p:nvPr/>
        </p:nvSpPr>
        <p:spPr>
          <a:xfrm flipH="1">
            <a:off x="4263777" y="1580313"/>
            <a:ext cx="34600" cy="476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2-line13"/>
          <p:cNvSpPr/>
          <p:nvPr/>
        </p:nvSpPr>
        <p:spPr>
          <a:xfrm flipH="1">
            <a:off x="4351781" y="1655454"/>
            <a:ext cx="39388" cy="437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2-line14"/>
          <p:cNvSpPr/>
          <p:nvPr/>
        </p:nvSpPr>
        <p:spPr>
          <a:xfrm flipH="1">
            <a:off x="4431853" y="1739883"/>
            <a:ext cx="43745" cy="393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2-line15"/>
          <p:cNvSpPr/>
          <p:nvPr/>
        </p:nvSpPr>
        <p:spPr>
          <a:xfrm flipH="1">
            <a:off x="4503117" y="1832675"/>
            <a:ext cx="47622" cy="3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2-line16"/>
          <p:cNvSpPr/>
          <p:nvPr/>
        </p:nvSpPr>
        <p:spPr>
          <a:xfrm flipH="1">
            <a:off x="4503617" y="1932813"/>
            <a:ext cx="112152" cy="6475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2-line17"/>
          <p:cNvSpPr/>
          <p:nvPr/>
        </p:nvSpPr>
        <p:spPr>
          <a:xfrm flipH="1">
            <a:off x="4616201" y="2039200"/>
            <a:ext cx="53775" cy="239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2-line18"/>
          <p:cNvSpPr/>
          <p:nvPr/>
        </p:nvSpPr>
        <p:spPr>
          <a:xfrm flipH="1">
            <a:off x="4656782" y="2150670"/>
            <a:ext cx="55983" cy="181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2-line19"/>
          <p:cNvSpPr/>
          <p:nvPr/>
        </p:nvSpPr>
        <p:spPr>
          <a:xfrm flipH="1">
            <a:off x="4686090" y="2266002"/>
            <a:ext cx="57578" cy="122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2-line20"/>
          <p:cNvSpPr/>
          <p:nvPr/>
        </p:nvSpPr>
        <p:spPr>
          <a:xfrm flipH="1">
            <a:off x="4703805" y="2383933"/>
            <a:ext cx="58542" cy="6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2-line21"/>
          <p:cNvSpPr/>
          <p:nvPr/>
        </p:nvSpPr>
        <p:spPr>
          <a:xfrm flipH="1">
            <a:off x="4639094" y="2503170"/>
            <a:ext cx="12950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2-line22"/>
          <p:cNvSpPr/>
          <p:nvPr/>
        </p:nvSpPr>
        <p:spPr>
          <a:xfrm flipH="1" flipV="1">
            <a:off x="4703805" y="2616254"/>
            <a:ext cx="58542" cy="6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2-line23"/>
          <p:cNvSpPr/>
          <p:nvPr/>
        </p:nvSpPr>
        <p:spPr>
          <a:xfrm flipH="1" flipV="1">
            <a:off x="4686090" y="2728099"/>
            <a:ext cx="57578" cy="122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2-line24"/>
          <p:cNvSpPr/>
          <p:nvPr/>
        </p:nvSpPr>
        <p:spPr>
          <a:xfrm flipH="1" flipV="1">
            <a:off x="4656782" y="2837480"/>
            <a:ext cx="55983" cy="181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2-line25"/>
          <p:cNvSpPr/>
          <p:nvPr/>
        </p:nvSpPr>
        <p:spPr>
          <a:xfrm flipH="1" flipV="1">
            <a:off x="4616201" y="2943198"/>
            <a:ext cx="53775" cy="239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2-line26"/>
          <p:cNvSpPr/>
          <p:nvPr/>
        </p:nvSpPr>
        <p:spPr>
          <a:xfrm flipH="1" flipV="1">
            <a:off x="4503617" y="3008776"/>
            <a:ext cx="112152" cy="6475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2-line27"/>
          <p:cNvSpPr/>
          <p:nvPr/>
        </p:nvSpPr>
        <p:spPr>
          <a:xfrm flipH="1" flipV="1">
            <a:off x="4503117" y="3139065"/>
            <a:ext cx="47622" cy="3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2-line28"/>
          <p:cNvSpPr/>
          <p:nvPr/>
        </p:nvSpPr>
        <p:spPr>
          <a:xfrm flipH="1" flipV="1">
            <a:off x="4431853" y="3227069"/>
            <a:ext cx="43745" cy="393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2-line29"/>
          <p:cNvSpPr/>
          <p:nvPr/>
        </p:nvSpPr>
        <p:spPr>
          <a:xfrm flipH="1" flipV="1">
            <a:off x="4351781" y="3307141"/>
            <a:ext cx="39388" cy="437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2-line30"/>
          <p:cNvSpPr/>
          <p:nvPr/>
        </p:nvSpPr>
        <p:spPr>
          <a:xfrm flipH="1" flipV="1">
            <a:off x="4263777" y="3378405"/>
            <a:ext cx="34600" cy="476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2-line31"/>
          <p:cNvSpPr/>
          <p:nvPr/>
        </p:nvSpPr>
        <p:spPr>
          <a:xfrm flipH="1" flipV="1">
            <a:off x="4133488" y="3378905"/>
            <a:ext cx="64751" cy="1121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2-line32"/>
          <p:cNvSpPr/>
          <p:nvPr/>
        </p:nvSpPr>
        <p:spPr>
          <a:xfrm flipH="1" flipV="1">
            <a:off x="4067910" y="3491489"/>
            <a:ext cx="23942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2-line33"/>
          <p:cNvSpPr/>
          <p:nvPr/>
        </p:nvSpPr>
        <p:spPr>
          <a:xfrm flipH="1" flipV="1">
            <a:off x="3962192" y="3532070"/>
            <a:ext cx="18190" cy="559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2-line34"/>
          <p:cNvSpPr/>
          <p:nvPr/>
        </p:nvSpPr>
        <p:spPr>
          <a:xfrm flipH="1" flipV="1">
            <a:off x="3852811" y="3561378"/>
            <a:ext cx="12239" cy="57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2-line35"/>
          <p:cNvSpPr/>
          <p:nvPr/>
        </p:nvSpPr>
        <p:spPr>
          <a:xfrm flipH="1" flipV="1">
            <a:off x="3740966" y="3579093"/>
            <a:ext cx="6153" cy="58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2-line36"/>
          <p:cNvSpPr/>
          <p:nvPr/>
        </p:nvSpPr>
        <p:spPr>
          <a:xfrm flipV="1">
            <a:off x="3627882" y="3514382"/>
            <a:ext cx="0" cy="12950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2-line37"/>
          <p:cNvSpPr/>
          <p:nvPr/>
        </p:nvSpPr>
        <p:spPr>
          <a:xfrm flipV="1">
            <a:off x="3508645" y="3579093"/>
            <a:ext cx="6153" cy="58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2-line38"/>
          <p:cNvSpPr/>
          <p:nvPr/>
        </p:nvSpPr>
        <p:spPr>
          <a:xfrm flipV="1">
            <a:off x="3390714" y="3561378"/>
            <a:ext cx="12239" cy="57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2-line39"/>
          <p:cNvSpPr/>
          <p:nvPr/>
        </p:nvSpPr>
        <p:spPr>
          <a:xfrm flipV="1">
            <a:off x="3275382" y="3532070"/>
            <a:ext cx="18190" cy="559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2-line40"/>
          <p:cNvSpPr/>
          <p:nvPr/>
        </p:nvSpPr>
        <p:spPr>
          <a:xfrm flipV="1">
            <a:off x="3163912" y="3491489"/>
            <a:ext cx="23942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2-line41"/>
          <p:cNvSpPr/>
          <p:nvPr/>
        </p:nvSpPr>
        <p:spPr>
          <a:xfrm flipV="1">
            <a:off x="3057525" y="3378905"/>
            <a:ext cx="64751" cy="1121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2-line42"/>
          <p:cNvSpPr/>
          <p:nvPr/>
        </p:nvSpPr>
        <p:spPr>
          <a:xfrm flipV="1">
            <a:off x="2957387" y="3378405"/>
            <a:ext cx="34600" cy="476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2-line43"/>
          <p:cNvSpPr/>
          <p:nvPr/>
        </p:nvSpPr>
        <p:spPr>
          <a:xfrm flipV="1">
            <a:off x="2864595" y="3307141"/>
            <a:ext cx="39388" cy="437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2-line44"/>
          <p:cNvSpPr/>
          <p:nvPr/>
        </p:nvSpPr>
        <p:spPr>
          <a:xfrm flipV="1">
            <a:off x="2780166" y="3227069"/>
            <a:ext cx="43745" cy="393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2-line45"/>
          <p:cNvSpPr/>
          <p:nvPr/>
        </p:nvSpPr>
        <p:spPr>
          <a:xfrm flipV="1">
            <a:off x="2705025" y="3139065"/>
            <a:ext cx="47622" cy="3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2-line46"/>
          <p:cNvSpPr/>
          <p:nvPr/>
        </p:nvSpPr>
        <p:spPr>
          <a:xfrm flipV="1">
            <a:off x="2639995" y="3008776"/>
            <a:ext cx="112152" cy="6475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2-line47"/>
          <p:cNvSpPr/>
          <p:nvPr/>
        </p:nvSpPr>
        <p:spPr>
          <a:xfrm flipV="1">
            <a:off x="2585788" y="2943198"/>
            <a:ext cx="53775" cy="239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2-line48"/>
          <p:cNvSpPr/>
          <p:nvPr/>
        </p:nvSpPr>
        <p:spPr>
          <a:xfrm flipV="1">
            <a:off x="2542999" y="2837480"/>
            <a:ext cx="55983" cy="181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2-line49"/>
          <p:cNvSpPr/>
          <p:nvPr/>
        </p:nvSpPr>
        <p:spPr>
          <a:xfrm flipV="1">
            <a:off x="2512095" y="2728099"/>
            <a:ext cx="57578" cy="122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2-line50"/>
          <p:cNvSpPr/>
          <p:nvPr/>
        </p:nvSpPr>
        <p:spPr>
          <a:xfrm flipV="1">
            <a:off x="2493417" y="2616254"/>
            <a:ext cx="58542" cy="6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2-line51"/>
          <p:cNvSpPr/>
          <p:nvPr/>
        </p:nvSpPr>
        <p:spPr>
          <a:xfrm flipV="1">
            <a:off x="2487168" y="2503170"/>
            <a:ext cx="12950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2-line52"/>
          <p:cNvSpPr/>
          <p:nvPr/>
        </p:nvSpPr>
        <p:spPr>
          <a:xfrm>
            <a:off x="2493417" y="2383933"/>
            <a:ext cx="58542" cy="61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2-line53"/>
          <p:cNvSpPr/>
          <p:nvPr/>
        </p:nvSpPr>
        <p:spPr>
          <a:xfrm>
            <a:off x="2512095" y="2266002"/>
            <a:ext cx="57578" cy="122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2-line54"/>
          <p:cNvSpPr/>
          <p:nvPr/>
        </p:nvSpPr>
        <p:spPr>
          <a:xfrm>
            <a:off x="2542999" y="2150670"/>
            <a:ext cx="55983" cy="181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2-line55"/>
          <p:cNvSpPr/>
          <p:nvPr/>
        </p:nvSpPr>
        <p:spPr>
          <a:xfrm>
            <a:off x="2585788" y="2039200"/>
            <a:ext cx="53775" cy="239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2-line56"/>
          <p:cNvSpPr/>
          <p:nvPr/>
        </p:nvSpPr>
        <p:spPr>
          <a:xfrm>
            <a:off x="2639995" y="1932813"/>
            <a:ext cx="112152" cy="6475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2-line57"/>
          <p:cNvSpPr/>
          <p:nvPr/>
        </p:nvSpPr>
        <p:spPr>
          <a:xfrm>
            <a:off x="2705025" y="1832675"/>
            <a:ext cx="47622" cy="3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2-line58"/>
          <p:cNvSpPr/>
          <p:nvPr/>
        </p:nvSpPr>
        <p:spPr>
          <a:xfrm>
            <a:off x="2780166" y="1739883"/>
            <a:ext cx="43745" cy="393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2-line59"/>
          <p:cNvSpPr/>
          <p:nvPr/>
        </p:nvSpPr>
        <p:spPr>
          <a:xfrm>
            <a:off x="2864595" y="1655454"/>
            <a:ext cx="39388" cy="437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2-line60"/>
          <p:cNvSpPr/>
          <p:nvPr/>
        </p:nvSpPr>
        <p:spPr>
          <a:xfrm>
            <a:off x="2957387" y="1580313"/>
            <a:ext cx="34600" cy="4762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2-line61"/>
          <p:cNvSpPr/>
          <p:nvPr/>
        </p:nvSpPr>
        <p:spPr>
          <a:xfrm>
            <a:off x="3057525" y="1515283"/>
            <a:ext cx="64751" cy="1121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2-line62"/>
          <p:cNvSpPr/>
          <p:nvPr/>
        </p:nvSpPr>
        <p:spPr>
          <a:xfrm>
            <a:off x="3163912" y="1461076"/>
            <a:ext cx="23942" cy="537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2-line63"/>
          <p:cNvSpPr/>
          <p:nvPr/>
        </p:nvSpPr>
        <p:spPr>
          <a:xfrm>
            <a:off x="3275382" y="1418287"/>
            <a:ext cx="18190" cy="559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2-line64"/>
          <p:cNvSpPr/>
          <p:nvPr/>
        </p:nvSpPr>
        <p:spPr>
          <a:xfrm>
            <a:off x="3390714" y="1387383"/>
            <a:ext cx="12239" cy="57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2-line65"/>
          <p:cNvSpPr/>
          <p:nvPr/>
        </p:nvSpPr>
        <p:spPr>
          <a:xfrm>
            <a:off x="3508645" y="1368705"/>
            <a:ext cx="6153" cy="58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2-label66"/>
          <p:cNvSpPr txBox="1"/>
          <p:nvPr/>
        </p:nvSpPr>
        <p:spPr>
          <a:xfrm>
            <a:off x="3818592" y="151483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900" dirty="0"/>
          </a:p>
        </p:txBody>
      </p:sp>
      <p:sp>
        <p:nvSpPr>
          <p:cNvPr id="66" name="S02-label67"/>
          <p:cNvSpPr txBox="1"/>
          <p:nvPr/>
        </p:nvSpPr>
        <p:spPr>
          <a:xfrm>
            <a:off x="4159017" y="18552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900" dirty="0"/>
          </a:p>
        </p:txBody>
      </p:sp>
      <p:sp>
        <p:nvSpPr>
          <p:cNvPr id="67" name="S02-label68"/>
          <p:cNvSpPr txBox="1"/>
          <p:nvPr/>
        </p:nvSpPr>
        <p:spPr>
          <a:xfrm>
            <a:off x="4283621" y="232029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900" dirty="0"/>
          </a:p>
        </p:txBody>
      </p:sp>
      <p:sp>
        <p:nvSpPr>
          <p:cNvPr id="68" name="S02-label69"/>
          <p:cNvSpPr txBox="1"/>
          <p:nvPr/>
        </p:nvSpPr>
        <p:spPr>
          <a:xfrm>
            <a:off x="4159017" y="2785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900" dirty="0"/>
          </a:p>
        </p:txBody>
      </p:sp>
      <p:sp>
        <p:nvSpPr>
          <p:cNvPr id="69" name="S02-label70"/>
          <p:cNvSpPr txBox="1"/>
          <p:nvPr/>
        </p:nvSpPr>
        <p:spPr>
          <a:xfrm>
            <a:off x="3818592" y="312574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900" dirty="0"/>
          </a:p>
        </p:txBody>
      </p:sp>
      <p:sp>
        <p:nvSpPr>
          <p:cNvPr id="70" name="S02-label71"/>
          <p:cNvSpPr txBox="1"/>
          <p:nvPr/>
        </p:nvSpPr>
        <p:spPr>
          <a:xfrm>
            <a:off x="3353562" y="325034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900" dirty="0"/>
          </a:p>
        </p:txBody>
      </p:sp>
      <p:sp>
        <p:nvSpPr>
          <p:cNvPr id="71" name="S02-label72"/>
          <p:cNvSpPr txBox="1"/>
          <p:nvPr/>
        </p:nvSpPr>
        <p:spPr>
          <a:xfrm>
            <a:off x="2888532" y="312574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900" dirty="0"/>
          </a:p>
        </p:txBody>
      </p:sp>
      <p:sp>
        <p:nvSpPr>
          <p:cNvPr id="72" name="S02-label73"/>
          <p:cNvSpPr txBox="1"/>
          <p:nvPr/>
        </p:nvSpPr>
        <p:spPr>
          <a:xfrm>
            <a:off x="2548107" y="2785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900" dirty="0"/>
          </a:p>
        </p:txBody>
      </p:sp>
      <p:sp>
        <p:nvSpPr>
          <p:cNvPr id="73" name="S02-label74"/>
          <p:cNvSpPr txBox="1"/>
          <p:nvPr/>
        </p:nvSpPr>
        <p:spPr>
          <a:xfrm>
            <a:off x="2423503" y="232029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900" dirty="0"/>
          </a:p>
        </p:txBody>
      </p:sp>
      <p:sp>
        <p:nvSpPr>
          <p:cNvPr id="74" name="S02-label75"/>
          <p:cNvSpPr txBox="1"/>
          <p:nvPr/>
        </p:nvSpPr>
        <p:spPr>
          <a:xfrm>
            <a:off x="2548107" y="18552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900" dirty="0"/>
          </a:p>
        </p:txBody>
      </p:sp>
      <p:sp>
        <p:nvSpPr>
          <p:cNvPr id="75" name="S02-label76"/>
          <p:cNvSpPr txBox="1"/>
          <p:nvPr/>
        </p:nvSpPr>
        <p:spPr>
          <a:xfrm>
            <a:off x="2888532" y="151483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900" dirty="0"/>
          </a:p>
        </p:txBody>
      </p:sp>
      <p:sp>
        <p:nvSpPr>
          <p:cNvPr id="76" name="S02-label77"/>
          <p:cNvSpPr txBox="1"/>
          <p:nvPr/>
        </p:nvSpPr>
        <p:spPr>
          <a:xfrm>
            <a:off x="3353562" y="139023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900" dirty="0"/>
          </a:p>
        </p:txBody>
      </p:sp>
      <p:sp>
        <p:nvSpPr>
          <p:cNvPr id="77" name="S02-line78"/>
          <p:cNvSpPr/>
          <p:nvPr/>
        </p:nvSpPr>
        <p:spPr>
          <a:xfrm>
            <a:off x="3627882" y="2503170"/>
            <a:ext cx="343242" cy="38796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2-line79"/>
          <p:cNvSpPr/>
          <p:nvPr/>
        </p:nvSpPr>
        <p:spPr>
          <a:xfrm flipH="1">
            <a:off x="3123715" y="2503170"/>
            <a:ext cx="504167" cy="55993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2-pin80"/>
          <p:cNvSpPr/>
          <p:nvPr/>
        </p:nvSpPr>
        <p:spPr>
          <a:xfrm>
            <a:off x="3573018" y="244830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2-chip81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1" name="S02-eqtext82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= □분</a:t>
            </a:r>
            <a:endParaRPr lang="ko-KR" sz="3400" dirty="0"/>
          </a:p>
        </p:txBody>
      </p:sp>
      <p:sp>
        <p:nvSpPr>
          <p:cNvPr id="82" name="S02-chip83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3" name="S02-eqtext84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80분 = □시간 □분</a:t>
            </a:r>
            <a:endParaRPr lang="ko-KR" sz="3400" dirty="0"/>
          </a:p>
        </p:txBody>
      </p:sp>
      <p:sp>
        <p:nvSpPr>
          <p:cNvPr id="84" name="S02-chip85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85" name="S02-eqtext86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km 200 m = □ m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1초와 1분</a:t>
            </a:r>
            <a:endParaRPr lang="ko-KR" sz="4000" dirty="0"/>
          </a:p>
        </p:txBody>
      </p:sp>
      <p:sp>
        <p:nvSpPr>
          <p:cNvPr id="3" name="S03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초바늘이 작은 눈금 한 칸을 가면 1초예요.</a:t>
            </a:r>
            <a:endParaRPr lang="ko-KR" sz="3000" dirty="0"/>
          </a:p>
        </p:txBody>
      </p:sp>
      <p:sp>
        <p:nvSpPr>
          <p:cNvPr id="4" name="S03-card88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89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= 60초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초바늘이 한 바퀴 돌면 1분이 지나요.</a:t>
            </a:r>
            <a:endParaRPr lang="ko-KR" sz="3000" dirty="0"/>
          </a:p>
        </p:txBody>
      </p:sp>
      <p:sp>
        <p:nvSpPr>
          <p:cNvPr id="6" name="S03-figure90" descr="바늘 없는 시계: 숫자 사이에 작은 눈금이 5칸씩, 모두 60칸"/>
          <p:cNvSpPr/>
          <p:nvPr/>
        </p:nvSpPr>
        <p:spPr>
          <a:xfrm>
            <a:off x="2116074" y="2011680"/>
            <a:ext cx="2250948" cy="225094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03-line91"/>
          <p:cNvSpPr/>
          <p:nvPr/>
        </p:nvSpPr>
        <p:spPr>
          <a:xfrm>
            <a:off x="3241548" y="2048256"/>
            <a:ext cx="0" cy="12380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3-line92"/>
          <p:cNvSpPr/>
          <p:nvPr/>
        </p:nvSpPr>
        <p:spPr>
          <a:xfrm flipH="1">
            <a:off x="3349487" y="2054221"/>
            <a:ext cx="5882" cy="559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93"/>
          <p:cNvSpPr/>
          <p:nvPr/>
        </p:nvSpPr>
        <p:spPr>
          <a:xfrm flipH="1">
            <a:off x="3456243" y="2072051"/>
            <a:ext cx="11700" cy="55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3-line94"/>
          <p:cNvSpPr/>
          <p:nvPr/>
        </p:nvSpPr>
        <p:spPr>
          <a:xfrm flipH="1">
            <a:off x="3560646" y="2101550"/>
            <a:ext cx="17390" cy="535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95"/>
          <p:cNvSpPr/>
          <p:nvPr/>
        </p:nvSpPr>
        <p:spPr>
          <a:xfrm flipH="1">
            <a:off x="3661554" y="2142396"/>
            <a:ext cx="22889" cy="514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96"/>
          <p:cNvSpPr/>
          <p:nvPr/>
        </p:nvSpPr>
        <p:spPr>
          <a:xfrm flipH="1">
            <a:off x="3724096" y="2194141"/>
            <a:ext cx="61901" cy="10721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3-line97"/>
          <p:cNvSpPr/>
          <p:nvPr/>
        </p:nvSpPr>
        <p:spPr>
          <a:xfrm flipH="1">
            <a:off x="3848509" y="2256217"/>
            <a:ext cx="33077" cy="455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98"/>
          <p:cNvSpPr/>
          <p:nvPr/>
        </p:nvSpPr>
        <p:spPr>
          <a:xfrm flipH="1">
            <a:off x="3932509" y="2327945"/>
            <a:ext cx="37654" cy="41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line99"/>
          <p:cNvSpPr/>
          <p:nvPr/>
        </p:nvSpPr>
        <p:spPr>
          <a:xfrm flipH="1">
            <a:off x="4008937" y="2408539"/>
            <a:ext cx="41820" cy="37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line100"/>
          <p:cNvSpPr/>
          <p:nvPr/>
        </p:nvSpPr>
        <p:spPr>
          <a:xfrm flipH="1">
            <a:off x="4076959" y="2497116"/>
            <a:ext cx="45526" cy="33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line101"/>
          <p:cNvSpPr/>
          <p:nvPr/>
        </p:nvSpPr>
        <p:spPr>
          <a:xfrm flipH="1">
            <a:off x="4077346" y="2592705"/>
            <a:ext cx="107216" cy="6190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3-line102"/>
          <p:cNvSpPr/>
          <p:nvPr/>
        </p:nvSpPr>
        <p:spPr>
          <a:xfrm flipH="1">
            <a:off x="4184897" y="2694259"/>
            <a:ext cx="51409" cy="228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103"/>
          <p:cNvSpPr/>
          <p:nvPr/>
        </p:nvSpPr>
        <p:spPr>
          <a:xfrm flipH="1">
            <a:off x="4223632" y="2800666"/>
            <a:ext cx="53519" cy="173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104"/>
          <p:cNvSpPr/>
          <p:nvPr/>
        </p:nvSpPr>
        <p:spPr>
          <a:xfrm flipH="1">
            <a:off x="4251607" y="2910759"/>
            <a:ext cx="55044" cy="117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105"/>
          <p:cNvSpPr/>
          <p:nvPr/>
        </p:nvSpPr>
        <p:spPr>
          <a:xfrm flipH="1">
            <a:off x="4268515" y="3023333"/>
            <a:ext cx="55965" cy="58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106"/>
          <p:cNvSpPr/>
          <p:nvPr/>
        </p:nvSpPr>
        <p:spPr>
          <a:xfrm flipH="1">
            <a:off x="4206644" y="3137154"/>
            <a:ext cx="12380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3-line107"/>
          <p:cNvSpPr/>
          <p:nvPr/>
        </p:nvSpPr>
        <p:spPr>
          <a:xfrm flipH="1" flipV="1">
            <a:off x="4268515" y="3245093"/>
            <a:ext cx="55965" cy="58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108"/>
          <p:cNvSpPr/>
          <p:nvPr/>
        </p:nvSpPr>
        <p:spPr>
          <a:xfrm flipH="1" flipV="1">
            <a:off x="4251607" y="3351849"/>
            <a:ext cx="55044" cy="117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line109"/>
          <p:cNvSpPr/>
          <p:nvPr/>
        </p:nvSpPr>
        <p:spPr>
          <a:xfrm flipH="1" flipV="1">
            <a:off x="4223632" y="3456252"/>
            <a:ext cx="53519" cy="173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line110"/>
          <p:cNvSpPr/>
          <p:nvPr/>
        </p:nvSpPr>
        <p:spPr>
          <a:xfrm flipH="1" flipV="1">
            <a:off x="4184897" y="3557160"/>
            <a:ext cx="51409" cy="228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line111"/>
          <p:cNvSpPr/>
          <p:nvPr/>
        </p:nvSpPr>
        <p:spPr>
          <a:xfrm flipH="1" flipV="1">
            <a:off x="4077346" y="3619702"/>
            <a:ext cx="107216" cy="6190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03-line112"/>
          <p:cNvSpPr/>
          <p:nvPr/>
        </p:nvSpPr>
        <p:spPr>
          <a:xfrm flipH="1" flipV="1">
            <a:off x="4076959" y="3744115"/>
            <a:ext cx="45526" cy="33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line113"/>
          <p:cNvSpPr/>
          <p:nvPr/>
        </p:nvSpPr>
        <p:spPr>
          <a:xfrm flipH="1" flipV="1">
            <a:off x="4008937" y="3828115"/>
            <a:ext cx="41820" cy="37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114"/>
          <p:cNvSpPr/>
          <p:nvPr/>
        </p:nvSpPr>
        <p:spPr>
          <a:xfrm flipH="1" flipV="1">
            <a:off x="3932509" y="3904543"/>
            <a:ext cx="37654" cy="41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115"/>
          <p:cNvSpPr/>
          <p:nvPr/>
        </p:nvSpPr>
        <p:spPr>
          <a:xfrm flipH="1" flipV="1">
            <a:off x="3848509" y="3972565"/>
            <a:ext cx="33077" cy="455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line116"/>
          <p:cNvSpPr/>
          <p:nvPr/>
        </p:nvSpPr>
        <p:spPr>
          <a:xfrm flipH="1" flipV="1">
            <a:off x="3724096" y="3972952"/>
            <a:ext cx="61901" cy="10721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3-line117"/>
          <p:cNvSpPr/>
          <p:nvPr/>
        </p:nvSpPr>
        <p:spPr>
          <a:xfrm flipH="1" flipV="1">
            <a:off x="3661554" y="4080503"/>
            <a:ext cx="22889" cy="514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118"/>
          <p:cNvSpPr/>
          <p:nvPr/>
        </p:nvSpPr>
        <p:spPr>
          <a:xfrm flipH="1" flipV="1">
            <a:off x="3560646" y="4119238"/>
            <a:ext cx="17390" cy="535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line119"/>
          <p:cNvSpPr/>
          <p:nvPr/>
        </p:nvSpPr>
        <p:spPr>
          <a:xfrm flipH="1" flipV="1">
            <a:off x="3456243" y="4147213"/>
            <a:ext cx="11700" cy="55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3-line120"/>
          <p:cNvSpPr/>
          <p:nvPr/>
        </p:nvSpPr>
        <p:spPr>
          <a:xfrm flipH="1" flipV="1">
            <a:off x="3349487" y="4164121"/>
            <a:ext cx="5882" cy="559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line121"/>
          <p:cNvSpPr/>
          <p:nvPr/>
        </p:nvSpPr>
        <p:spPr>
          <a:xfrm flipV="1">
            <a:off x="3241548" y="4102250"/>
            <a:ext cx="0" cy="12380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3-line122"/>
          <p:cNvSpPr/>
          <p:nvPr/>
        </p:nvSpPr>
        <p:spPr>
          <a:xfrm flipV="1">
            <a:off x="3127727" y="4164121"/>
            <a:ext cx="5882" cy="559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line123"/>
          <p:cNvSpPr/>
          <p:nvPr/>
        </p:nvSpPr>
        <p:spPr>
          <a:xfrm flipV="1">
            <a:off x="3015153" y="4147213"/>
            <a:ext cx="11700" cy="55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line124"/>
          <p:cNvSpPr/>
          <p:nvPr/>
        </p:nvSpPr>
        <p:spPr>
          <a:xfrm flipV="1">
            <a:off x="2905060" y="4119238"/>
            <a:ext cx="17390" cy="535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line125"/>
          <p:cNvSpPr/>
          <p:nvPr/>
        </p:nvSpPr>
        <p:spPr>
          <a:xfrm flipV="1">
            <a:off x="2798653" y="4080503"/>
            <a:ext cx="22889" cy="514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line126"/>
          <p:cNvSpPr/>
          <p:nvPr/>
        </p:nvSpPr>
        <p:spPr>
          <a:xfrm flipV="1">
            <a:off x="2697099" y="3972952"/>
            <a:ext cx="61901" cy="10721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03-line127"/>
          <p:cNvSpPr/>
          <p:nvPr/>
        </p:nvSpPr>
        <p:spPr>
          <a:xfrm flipV="1">
            <a:off x="2601510" y="3972565"/>
            <a:ext cx="33077" cy="455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128"/>
          <p:cNvSpPr/>
          <p:nvPr/>
        </p:nvSpPr>
        <p:spPr>
          <a:xfrm flipV="1">
            <a:off x="2512933" y="3904543"/>
            <a:ext cx="37654" cy="41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line129"/>
          <p:cNvSpPr/>
          <p:nvPr/>
        </p:nvSpPr>
        <p:spPr>
          <a:xfrm flipV="1">
            <a:off x="2432339" y="3828115"/>
            <a:ext cx="41820" cy="37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3-line130"/>
          <p:cNvSpPr/>
          <p:nvPr/>
        </p:nvSpPr>
        <p:spPr>
          <a:xfrm flipV="1">
            <a:off x="2360611" y="3744115"/>
            <a:ext cx="45526" cy="33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line131"/>
          <p:cNvSpPr/>
          <p:nvPr/>
        </p:nvSpPr>
        <p:spPr>
          <a:xfrm flipV="1">
            <a:off x="2298535" y="3619702"/>
            <a:ext cx="107216" cy="6190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3-line132"/>
          <p:cNvSpPr/>
          <p:nvPr/>
        </p:nvSpPr>
        <p:spPr>
          <a:xfrm flipV="1">
            <a:off x="2246790" y="3557160"/>
            <a:ext cx="51409" cy="228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line133"/>
          <p:cNvSpPr/>
          <p:nvPr/>
        </p:nvSpPr>
        <p:spPr>
          <a:xfrm flipV="1">
            <a:off x="2205944" y="3456252"/>
            <a:ext cx="53519" cy="173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line134"/>
          <p:cNvSpPr/>
          <p:nvPr/>
        </p:nvSpPr>
        <p:spPr>
          <a:xfrm flipV="1">
            <a:off x="2176445" y="3351849"/>
            <a:ext cx="55044" cy="117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3-line135"/>
          <p:cNvSpPr/>
          <p:nvPr/>
        </p:nvSpPr>
        <p:spPr>
          <a:xfrm flipV="1">
            <a:off x="2158615" y="3245093"/>
            <a:ext cx="55965" cy="58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line136"/>
          <p:cNvSpPr/>
          <p:nvPr/>
        </p:nvSpPr>
        <p:spPr>
          <a:xfrm>
            <a:off x="2152650" y="3137154"/>
            <a:ext cx="12380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03-line137"/>
          <p:cNvSpPr/>
          <p:nvPr/>
        </p:nvSpPr>
        <p:spPr>
          <a:xfrm>
            <a:off x="2158615" y="3023333"/>
            <a:ext cx="55965" cy="58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138"/>
          <p:cNvSpPr/>
          <p:nvPr/>
        </p:nvSpPr>
        <p:spPr>
          <a:xfrm>
            <a:off x="2176445" y="2910759"/>
            <a:ext cx="55044" cy="117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line139"/>
          <p:cNvSpPr/>
          <p:nvPr/>
        </p:nvSpPr>
        <p:spPr>
          <a:xfrm>
            <a:off x="2205944" y="2800666"/>
            <a:ext cx="53519" cy="173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3-line140"/>
          <p:cNvSpPr/>
          <p:nvPr/>
        </p:nvSpPr>
        <p:spPr>
          <a:xfrm>
            <a:off x="2246790" y="2694259"/>
            <a:ext cx="51409" cy="228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3-line141"/>
          <p:cNvSpPr/>
          <p:nvPr/>
        </p:nvSpPr>
        <p:spPr>
          <a:xfrm>
            <a:off x="2298535" y="2592705"/>
            <a:ext cx="107216" cy="6190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03-line142"/>
          <p:cNvSpPr/>
          <p:nvPr/>
        </p:nvSpPr>
        <p:spPr>
          <a:xfrm>
            <a:off x="2360611" y="2497116"/>
            <a:ext cx="45526" cy="33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line143"/>
          <p:cNvSpPr/>
          <p:nvPr/>
        </p:nvSpPr>
        <p:spPr>
          <a:xfrm>
            <a:off x="2432339" y="2408539"/>
            <a:ext cx="41820" cy="37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3-line144"/>
          <p:cNvSpPr/>
          <p:nvPr/>
        </p:nvSpPr>
        <p:spPr>
          <a:xfrm>
            <a:off x="2512933" y="2327945"/>
            <a:ext cx="37654" cy="418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3-line145"/>
          <p:cNvSpPr/>
          <p:nvPr/>
        </p:nvSpPr>
        <p:spPr>
          <a:xfrm>
            <a:off x="2601510" y="2256217"/>
            <a:ext cx="33077" cy="455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3-line146"/>
          <p:cNvSpPr/>
          <p:nvPr/>
        </p:nvSpPr>
        <p:spPr>
          <a:xfrm>
            <a:off x="2697099" y="2194141"/>
            <a:ext cx="61901" cy="10721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03-line147"/>
          <p:cNvSpPr/>
          <p:nvPr/>
        </p:nvSpPr>
        <p:spPr>
          <a:xfrm>
            <a:off x="2798653" y="2142396"/>
            <a:ext cx="22889" cy="514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3-line148"/>
          <p:cNvSpPr/>
          <p:nvPr/>
        </p:nvSpPr>
        <p:spPr>
          <a:xfrm>
            <a:off x="2905060" y="2101550"/>
            <a:ext cx="17390" cy="535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3-line149"/>
          <p:cNvSpPr/>
          <p:nvPr/>
        </p:nvSpPr>
        <p:spPr>
          <a:xfrm>
            <a:off x="3015153" y="2072051"/>
            <a:ext cx="11700" cy="55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3-line150"/>
          <p:cNvSpPr/>
          <p:nvPr/>
        </p:nvSpPr>
        <p:spPr>
          <a:xfrm>
            <a:off x="3127727" y="2054221"/>
            <a:ext cx="5882" cy="559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3-label151"/>
          <p:cNvSpPr txBox="1"/>
          <p:nvPr/>
        </p:nvSpPr>
        <p:spPr>
          <a:xfrm>
            <a:off x="3411790" y="218427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800" dirty="0"/>
          </a:p>
        </p:txBody>
      </p:sp>
      <p:sp>
        <p:nvSpPr>
          <p:cNvPr id="68" name="S03-label152"/>
          <p:cNvSpPr txBox="1"/>
          <p:nvPr/>
        </p:nvSpPr>
        <p:spPr>
          <a:xfrm>
            <a:off x="3737232" y="25097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800" dirty="0"/>
          </a:p>
        </p:txBody>
      </p:sp>
      <p:sp>
        <p:nvSpPr>
          <p:cNvPr id="69" name="S03-label153"/>
          <p:cNvSpPr txBox="1"/>
          <p:nvPr/>
        </p:nvSpPr>
        <p:spPr>
          <a:xfrm>
            <a:off x="3856352" y="29542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800" dirty="0"/>
          </a:p>
        </p:txBody>
      </p:sp>
      <p:sp>
        <p:nvSpPr>
          <p:cNvPr id="70" name="S03-label154"/>
          <p:cNvSpPr txBox="1"/>
          <p:nvPr/>
        </p:nvSpPr>
        <p:spPr>
          <a:xfrm>
            <a:off x="3737232" y="33988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800" dirty="0"/>
          </a:p>
        </p:txBody>
      </p:sp>
      <p:sp>
        <p:nvSpPr>
          <p:cNvPr id="71" name="S03-label155"/>
          <p:cNvSpPr txBox="1"/>
          <p:nvPr/>
        </p:nvSpPr>
        <p:spPr>
          <a:xfrm>
            <a:off x="3411790" y="372427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800" dirty="0"/>
          </a:p>
        </p:txBody>
      </p:sp>
      <p:sp>
        <p:nvSpPr>
          <p:cNvPr id="72" name="S03-label156"/>
          <p:cNvSpPr txBox="1"/>
          <p:nvPr/>
        </p:nvSpPr>
        <p:spPr>
          <a:xfrm>
            <a:off x="2967228" y="38433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800" dirty="0"/>
          </a:p>
        </p:txBody>
      </p:sp>
      <p:sp>
        <p:nvSpPr>
          <p:cNvPr id="73" name="S03-label157"/>
          <p:cNvSpPr txBox="1"/>
          <p:nvPr/>
        </p:nvSpPr>
        <p:spPr>
          <a:xfrm>
            <a:off x="2522666" y="372427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800" dirty="0"/>
          </a:p>
        </p:txBody>
      </p:sp>
      <p:sp>
        <p:nvSpPr>
          <p:cNvPr id="74" name="S03-label158"/>
          <p:cNvSpPr txBox="1"/>
          <p:nvPr/>
        </p:nvSpPr>
        <p:spPr>
          <a:xfrm>
            <a:off x="2197224" y="33988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800" dirty="0"/>
          </a:p>
        </p:txBody>
      </p:sp>
      <p:sp>
        <p:nvSpPr>
          <p:cNvPr id="75" name="S03-label159"/>
          <p:cNvSpPr txBox="1"/>
          <p:nvPr/>
        </p:nvSpPr>
        <p:spPr>
          <a:xfrm>
            <a:off x="2078104" y="29542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800" dirty="0"/>
          </a:p>
        </p:txBody>
      </p:sp>
      <p:sp>
        <p:nvSpPr>
          <p:cNvPr id="76" name="S03-label160"/>
          <p:cNvSpPr txBox="1"/>
          <p:nvPr/>
        </p:nvSpPr>
        <p:spPr>
          <a:xfrm>
            <a:off x="2197224" y="25097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77" name="S03-label161"/>
          <p:cNvSpPr txBox="1"/>
          <p:nvPr/>
        </p:nvSpPr>
        <p:spPr>
          <a:xfrm>
            <a:off x="2522666" y="218427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800" dirty="0"/>
          </a:p>
        </p:txBody>
      </p:sp>
      <p:sp>
        <p:nvSpPr>
          <p:cNvPr id="78" name="S03-label162"/>
          <p:cNvSpPr txBox="1"/>
          <p:nvPr/>
        </p:nvSpPr>
        <p:spPr>
          <a:xfrm>
            <a:off x="2967228" y="206515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800" dirty="0"/>
          </a:p>
        </p:txBody>
      </p:sp>
      <p:sp>
        <p:nvSpPr>
          <p:cNvPr id="79" name="S03-pin163"/>
          <p:cNvSpPr/>
          <p:nvPr/>
        </p:nvSpPr>
        <p:spPr>
          <a:xfrm>
            <a:off x="3186684" y="308229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3-label164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눈금 60칸</a:t>
            </a:r>
            <a:endParaRPr lang="ko-KR" sz="2400" dirty="0"/>
          </a:p>
        </p:txBody>
      </p:sp>
      <p:sp>
        <p:nvSpPr>
          <p:cNvPr id="81" name="S03-line165"/>
          <p:cNvSpPr/>
          <p:nvPr/>
        </p:nvSpPr>
        <p:spPr>
          <a:xfrm>
            <a:off x="6391656" y="3407268"/>
            <a:ext cx="51114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82" name="S03-line166"/>
          <p:cNvSpPr/>
          <p:nvPr/>
        </p:nvSpPr>
        <p:spPr>
          <a:xfrm>
            <a:off x="6665976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3" name="S03-label167"/>
          <p:cNvSpPr txBox="1"/>
          <p:nvPr/>
        </p:nvSpPr>
        <p:spPr>
          <a:xfrm>
            <a:off x="6208776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84" name="S03-line168"/>
          <p:cNvSpPr/>
          <p:nvPr/>
        </p:nvSpPr>
        <p:spPr>
          <a:xfrm>
            <a:off x="6742024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5" name="S03-line169"/>
          <p:cNvSpPr/>
          <p:nvPr/>
        </p:nvSpPr>
        <p:spPr>
          <a:xfrm>
            <a:off x="6818071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6" name="S03-line170"/>
          <p:cNvSpPr/>
          <p:nvPr/>
        </p:nvSpPr>
        <p:spPr>
          <a:xfrm>
            <a:off x="6894119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7" name="S03-line171"/>
          <p:cNvSpPr/>
          <p:nvPr/>
        </p:nvSpPr>
        <p:spPr>
          <a:xfrm>
            <a:off x="6970166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8" name="S03-line172"/>
          <p:cNvSpPr/>
          <p:nvPr/>
        </p:nvSpPr>
        <p:spPr>
          <a:xfrm>
            <a:off x="7046214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9" name="S03-label173"/>
          <p:cNvSpPr txBox="1"/>
          <p:nvPr/>
        </p:nvSpPr>
        <p:spPr>
          <a:xfrm>
            <a:off x="6589014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90" name="S03-line174"/>
          <p:cNvSpPr/>
          <p:nvPr/>
        </p:nvSpPr>
        <p:spPr>
          <a:xfrm>
            <a:off x="7122262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1" name="S03-line175"/>
          <p:cNvSpPr/>
          <p:nvPr/>
        </p:nvSpPr>
        <p:spPr>
          <a:xfrm>
            <a:off x="7198309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2" name="S03-line176"/>
          <p:cNvSpPr/>
          <p:nvPr/>
        </p:nvSpPr>
        <p:spPr>
          <a:xfrm>
            <a:off x="7274357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3" name="S03-line177"/>
          <p:cNvSpPr/>
          <p:nvPr/>
        </p:nvSpPr>
        <p:spPr>
          <a:xfrm>
            <a:off x="7350404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4" name="S03-line178"/>
          <p:cNvSpPr/>
          <p:nvPr/>
        </p:nvSpPr>
        <p:spPr>
          <a:xfrm>
            <a:off x="7426452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5" name="S03-label179"/>
          <p:cNvSpPr txBox="1"/>
          <p:nvPr/>
        </p:nvSpPr>
        <p:spPr>
          <a:xfrm>
            <a:off x="6969252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96" name="S03-line180"/>
          <p:cNvSpPr/>
          <p:nvPr/>
        </p:nvSpPr>
        <p:spPr>
          <a:xfrm>
            <a:off x="7502500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7" name="S03-line181"/>
          <p:cNvSpPr/>
          <p:nvPr/>
        </p:nvSpPr>
        <p:spPr>
          <a:xfrm>
            <a:off x="7578547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8" name="S03-line182"/>
          <p:cNvSpPr/>
          <p:nvPr/>
        </p:nvSpPr>
        <p:spPr>
          <a:xfrm>
            <a:off x="7654595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9" name="S03-line183"/>
          <p:cNvSpPr/>
          <p:nvPr/>
        </p:nvSpPr>
        <p:spPr>
          <a:xfrm>
            <a:off x="7730642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0" name="S03-line184"/>
          <p:cNvSpPr/>
          <p:nvPr/>
        </p:nvSpPr>
        <p:spPr>
          <a:xfrm>
            <a:off x="7806690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1" name="S03-label185"/>
          <p:cNvSpPr txBox="1"/>
          <p:nvPr/>
        </p:nvSpPr>
        <p:spPr>
          <a:xfrm>
            <a:off x="7349490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1600" dirty="0"/>
          </a:p>
        </p:txBody>
      </p:sp>
      <p:sp>
        <p:nvSpPr>
          <p:cNvPr id="102" name="S03-line186"/>
          <p:cNvSpPr/>
          <p:nvPr/>
        </p:nvSpPr>
        <p:spPr>
          <a:xfrm>
            <a:off x="7882738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3" name="S03-line187"/>
          <p:cNvSpPr/>
          <p:nvPr/>
        </p:nvSpPr>
        <p:spPr>
          <a:xfrm>
            <a:off x="7958785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4" name="S03-line188"/>
          <p:cNvSpPr/>
          <p:nvPr/>
        </p:nvSpPr>
        <p:spPr>
          <a:xfrm>
            <a:off x="8034833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5" name="S03-line189"/>
          <p:cNvSpPr/>
          <p:nvPr/>
        </p:nvSpPr>
        <p:spPr>
          <a:xfrm>
            <a:off x="8110880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6" name="S03-line190"/>
          <p:cNvSpPr/>
          <p:nvPr/>
        </p:nvSpPr>
        <p:spPr>
          <a:xfrm>
            <a:off x="8186928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7" name="S03-label191"/>
          <p:cNvSpPr txBox="1"/>
          <p:nvPr/>
        </p:nvSpPr>
        <p:spPr>
          <a:xfrm>
            <a:off x="7729728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600" dirty="0"/>
          </a:p>
        </p:txBody>
      </p:sp>
      <p:sp>
        <p:nvSpPr>
          <p:cNvPr id="108" name="S03-line192"/>
          <p:cNvSpPr/>
          <p:nvPr/>
        </p:nvSpPr>
        <p:spPr>
          <a:xfrm>
            <a:off x="8262976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9" name="S03-line193"/>
          <p:cNvSpPr/>
          <p:nvPr/>
        </p:nvSpPr>
        <p:spPr>
          <a:xfrm>
            <a:off x="8339023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0" name="S03-line194"/>
          <p:cNvSpPr/>
          <p:nvPr/>
        </p:nvSpPr>
        <p:spPr>
          <a:xfrm>
            <a:off x="8415071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1" name="S03-line195"/>
          <p:cNvSpPr/>
          <p:nvPr/>
        </p:nvSpPr>
        <p:spPr>
          <a:xfrm>
            <a:off x="8491118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2" name="S03-line196"/>
          <p:cNvSpPr/>
          <p:nvPr/>
        </p:nvSpPr>
        <p:spPr>
          <a:xfrm>
            <a:off x="8567166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3" name="S03-label197"/>
          <p:cNvSpPr txBox="1"/>
          <p:nvPr/>
        </p:nvSpPr>
        <p:spPr>
          <a:xfrm>
            <a:off x="8109966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1600" dirty="0"/>
          </a:p>
        </p:txBody>
      </p:sp>
      <p:sp>
        <p:nvSpPr>
          <p:cNvPr id="114" name="S03-line198"/>
          <p:cNvSpPr/>
          <p:nvPr/>
        </p:nvSpPr>
        <p:spPr>
          <a:xfrm>
            <a:off x="8643214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5" name="S03-line199"/>
          <p:cNvSpPr/>
          <p:nvPr/>
        </p:nvSpPr>
        <p:spPr>
          <a:xfrm>
            <a:off x="8719261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6" name="S03-line200"/>
          <p:cNvSpPr/>
          <p:nvPr/>
        </p:nvSpPr>
        <p:spPr>
          <a:xfrm>
            <a:off x="8795309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7" name="S03-line201"/>
          <p:cNvSpPr/>
          <p:nvPr/>
        </p:nvSpPr>
        <p:spPr>
          <a:xfrm>
            <a:off x="8871356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8" name="S03-line202"/>
          <p:cNvSpPr/>
          <p:nvPr/>
        </p:nvSpPr>
        <p:spPr>
          <a:xfrm>
            <a:off x="8947404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9" name="S03-label203"/>
          <p:cNvSpPr txBox="1"/>
          <p:nvPr/>
        </p:nvSpPr>
        <p:spPr>
          <a:xfrm>
            <a:off x="8490204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600" dirty="0"/>
          </a:p>
        </p:txBody>
      </p:sp>
      <p:sp>
        <p:nvSpPr>
          <p:cNvPr id="120" name="S03-line204"/>
          <p:cNvSpPr/>
          <p:nvPr/>
        </p:nvSpPr>
        <p:spPr>
          <a:xfrm>
            <a:off x="9023452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1" name="S03-line205"/>
          <p:cNvSpPr/>
          <p:nvPr/>
        </p:nvSpPr>
        <p:spPr>
          <a:xfrm>
            <a:off x="9099499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2" name="S03-line206"/>
          <p:cNvSpPr/>
          <p:nvPr/>
        </p:nvSpPr>
        <p:spPr>
          <a:xfrm>
            <a:off x="9175547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3" name="S03-line207"/>
          <p:cNvSpPr/>
          <p:nvPr/>
        </p:nvSpPr>
        <p:spPr>
          <a:xfrm>
            <a:off x="9251594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4" name="S03-line208"/>
          <p:cNvSpPr/>
          <p:nvPr/>
        </p:nvSpPr>
        <p:spPr>
          <a:xfrm>
            <a:off x="9327642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5" name="S03-label209"/>
          <p:cNvSpPr txBox="1"/>
          <p:nvPr/>
        </p:nvSpPr>
        <p:spPr>
          <a:xfrm>
            <a:off x="8870442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ko-KR" sz="1600" dirty="0"/>
          </a:p>
        </p:txBody>
      </p:sp>
      <p:sp>
        <p:nvSpPr>
          <p:cNvPr id="126" name="S03-line210"/>
          <p:cNvSpPr/>
          <p:nvPr/>
        </p:nvSpPr>
        <p:spPr>
          <a:xfrm>
            <a:off x="9403690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7" name="S03-line211"/>
          <p:cNvSpPr/>
          <p:nvPr/>
        </p:nvSpPr>
        <p:spPr>
          <a:xfrm>
            <a:off x="9479737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8" name="S03-line212"/>
          <p:cNvSpPr/>
          <p:nvPr/>
        </p:nvSpPr>
        <p:spPr>
          <a:xfrm>
            <a:off x="9555785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9" name="S03-line213"/>
          <p:cNvSpPr/>
          <p:nvPr/>
        </p:nvSpPr>
        <p:spPr>
          <a:xfrm>
            <a:off x="9631832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0" name="S03-line214"/>
          <p:cNvSpPr/>
          <p:nvPr/>
        </p:nvSpPr>
        <p:spPr>
          <a:xfrm>
            <a:off x="9707880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1" name="S03-label215"/>
          <p:cNvSpPr txBox="1"/>
          <p:nvPr/>
        </p:nvSpPr>
        <p:spPr>
          <a:xfrm>
            <a:off x="9250680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600" dirty="0"/>
          </a:p>
        </p:txBody>
      </p:sp>
      <p:sp>
        <p:nvSpPr>
          <p:cNvPr id="132" name="S03-line216"/>
          <p:cNvSpPr/>
          <p:nvPr/>
        </p:nvSpPr>
        <p:spPr>
          <a:xfrm>
            <a:off x="9783928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3" name="S03-line217"/>
          <p:cNvSpPr/>
          <p:nvPr/>
        </p:nvSpPr>
        <p:spPr>
          <a:xfrm>
            <a:off x="9859975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4" name="S03-line218"/>
          <p:cNvSpPr/>
          <p:nvPr/>
        </p:nvSpPr>
        <p:spPr>
          <a:xfrm>
            <a:off x="9936023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5" name="S03-line219"/>
          <p:cNvSpPr/>
          <p:nvPr/>
        </p:nvSpPr>
        <p:spPr>
          <a:xfrm>
            <a:off x="10012070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6" name="S03-line220"/>
          <p:cNvSpPr/>
          <p:nvPr/>
        </p:nvSpPr>
        <p:spPr>
          <a:xfrm>
            <a:off x="10088118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7" name="S03-label221"/>
          <p:cNvSpPr txBox="1"/>
          <p:nvPr/>
        </p:nvSpPr>
        <p:spPr>
          <a:xfrm>
            <a:off x="9630918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ko-KR" sz="1600" dirty="0"/>
          </a:p>
        </p:txBody>
      </p:sp>
      <p:sp>
        <p:nvSpPr>
          <p:cNvPr id="138" name="S03-line222"/>
          <p:cNvSpPr/>
          <p:nvPr/>
        </p:nvSpPr>
        <p:spPr>
          <a:xfrm>
            <a:off x="10164166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9" name="S03-line223"/>
          <p:cNvSpPr/>
          <p:nvPr/>
        </p:nvSpPr>
        <p:spPr>
          <a:xfrm>
            <a:off x="10240213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0" name="S03-line224"/>
          <p:cNvSpPr/>
          <p:nvPr/>
        </p:nvSpPr>
        <p:spPr>
          <a:xfrm>
            <a:off x="10316261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1" name="S03-line225"/>
          <p:cNvSpPr/>
          <p:nvPr/>
        </p:nvSpPr>
        <p:spPr>
          <a:xfrm>
            <a:off x="10392308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2" name="S03-line226"/>
          <p:cNvSpPr/>
          <p:nvPr/>
        </p:nvSpPr>
        <p:spPr>
          <a:xfrm>
            <a:off x="10468356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3" name="S03-label227"/>
          <p:cNvSpPr txBox="1"/>
          <p:nvPr/>
        </p:nvSpPr>
        <p:spPr>
          <a:xfrm>
            <a:off x="10011156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600" dirty="0"/>
          </a:p>
        </p:txBody>
      </p:sp>
      <p:sp>
        <p:nvSpPr>
          <p:cNvPr id="144" name="S03-line228"/>
          <p:cNvSpPr/>
          <p:nvPr/>
        </p:nvSpPr>
        <p:spPr>
          <a:xfrm>
            <a:off x="10544404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5" name="S03-line229"/>
          <p:cNvSpPr/>
          <p:nvPr/>
        </p:nvSpPr>
        <p:spPr>
          <a:xfrm>
            <a:off x="10620451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6" name="S03-line230"/>
          <p:cNvSpPr/>
          <p:nvPr/>
        </p:nvSpPr>
        <p:spPr>
          <a:xfrm>
            <a:off x="10696499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7" name="S03-line231"/>
          <p:cNvSpPr/>
          <p:nvPr/>
        </p:nvSpPr>
        <p:spPr>
          <a:xfrm>
            <a:off x="10772546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8" name="S03-line232"/>
          <p:cNvSpPr/>
          <p:nvPr/>
        </p:nvSpPr>
        <p:spPr>
          <a:xfrm>
            <a:off x="10848594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9" name="S03-label233"/>
          <p:cNvSpPr txBox="1"/>
          <p:nvPr/>
        </p:nvSpPr>
        <p:spPr>
          <a:xfrm>
            <a:off x="10391394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</a:t>
            </a:r>
            <a:endParaRPr lang="ko-KR" sz="1600" dirty="0"/>
          </a:p>
        </p:txBody>
      </p:sp>
      <p:sp>
        <p:nvSpPr>
          <p:cNvPr id="150" name="S03-line234"/>
          <p:cNvSpPr/>
          <p:nvPr/>
        </p:nvSpPr>
        <p:spPr>
          <a:xfrm>
            <a:off x="10924642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1" name="S03-line235"/>
          <p:cNvSpPr/>
          <p:nvPr/>
        </p:nvSpPr>
        <p:spPr>
          <a:xfrm>
            <a:off x="11000689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2" name="S03-line236"/>
          <p:cNvSpPr/>
          <p:nvPr/>
        </p:nvSpPr>
        <p:spPr>
          <a:xfrm>
            <a:off x="11076737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3" name="S03-line237"/>
          <p:cNvSpPr/>
          <p:nvPr/>
        </p:nvSpPr>
        <p:spPr>
          <a:xfrm>
            <a:off x="11152784" y="33249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4" name="S03-line238"/>
          <p:cNvSpPr/>
          <p:nvPr/>
        </p:nvSpPr>
        <p:spPr>
          <a:xfrm>
            <a:off x="11228832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5" name="S03-label239"/>
          <p:cNvSpPr txBox="1"/>
          <p:nvPr/>
        </p:nvSpPr>
        <p:spPr>
          <a:xfrm>
            <a:off x="10771632" y="35901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600" dirty="0"/>
          </a:p>
        </p:txBody>
      </p:sp>
      <p:sp>
        <p:nvSpPr>
          <p:cNvPr id="156" name="S03-line240"/>
          <p:cNvSpPr/>
          <p:nvPr/>
        </p:nvSpPr>
        <p:spPr>
          <a:xfrm flipV="1">
            <a:off x="6665976" y="30232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157" name="S03-line241"/>
          <p:cNvSpPr/>
          <p:nvPr/>
        </p:nvSpPr>
        <p:spPr>
          <a:xfrm>
            <a:off x="6665976" y="3023220"/>
            <a:ext cx="4562856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58" name="S03-label242"/>
          <p:cNvSpPr txBox="1"/>
          <p:nvPr/>
        </p:nvSpPr>
        <p:spPr>
          <a:xfrm>
            <a:off x="6665976" y="2740772"/>
            <a:ext cx="4562856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초바늘 한 바퀴</a:t>
            </a:r>
            <a:endParaRPr lang="ko-KR" sz="1600" dirty="0"/>
          </a:p>
        </p:txBody>
      </p:sp>
      <p:sp>
        <p:nvSpPr>
          <p:cNvPr id="159" name="S03-figure243" descr="0부터 60까지 1초씩 눈금이 있는 수직선, 5마다 숫자. 0에서 60까지 초바늘 한 바퀴"/>
          <p:cNvSpPr/>
          <p:nvPr/>
        </p:nvSpPr>
        <p:spPr>
          <a:xfrm>
            <a:off x="6391656" y="3224388"/>
            <a:ext cx="511149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03-label244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눈금을 펼치면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초로 바꾸어요</a:t>
            </a:r>
            <a:endParaRPr lang="ko-KR" sz="4000" dirty="0"/>
          </a:p>
        </p:txBody>
      </p:sp>
      <p:sp>
        <p:nvSpPr>
          <p:cNvPr id="3" name="S04-card2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 한 칸은 10초예요.</a:t>
            </a:r>
            <a:endParaRPr lang="ko-KR" sz="3000" dirty="0"/>
          </a:p>
        </p:txBody>
      </p:sp>
      <p:sp>
        <p:nvSpPr>
          <p:cNvPr id="5" name="S04-text247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 40초는 몇 초일까요?</a:t>
            </a:r>
            <a:endParaRPr lang="ko-KR" sz="3000" dirty="0"/>
          </a:p>
        </p:txBody>
      </p:sp>
      <p:sp>
        <p:nvSpPr>
          <p:cNvPr id="6" name="S04-label248"/>
          <p:cNvSpPr txBox="1"/>
          <p:nvPr/>
        </p:nvSpPr>
        <p:spPr>
          <a:xfrm>
            <a:off x="6813652" y="2743200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</a:t>
            </a:r>
            <a:endParaRPr lang="ko-KR" sz="2400" dirty="0"/>
          </a:p>
        </p:txBody>
      </p:sp>
      <p:sp>
        <p:nvSpPr>
          <p:cNvPr id="7" name="S04-cell249"/>
          <p:cNvSpPr/>
          <p:nvPr/>
        </p:nvSpPr>
        <p:spPr>
          <a:xfrm>
            <a:off x="7865212" y="2743200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cell250"/>
          <p:cNvSpPr/>
          <p:nvPr/>
        </p:nvSpPr>
        <p:spPr>
          <a:xfrm>
            <a:off x="8494395" y="2743200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cell251"/>
          <p:cNvSpPr/>
          <p:nvPr/>
        </p:nvSpPr>
        <p:spPr>
          <a:xfrm>
            <a:off x="9123578" y="2743200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cell252"/>
          <p:cNvSpPr/>
          <p:nvPr/>
        </p:nvSpPr>
        <p:spPr>
          <a:xfrm>
            <a:off x="9752762" y="2743200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cell253"/>
          <p:cNvSpPr/>
          <p:nvPr/>
        </p:nvSpPr>
        <p:spPr>
          <a:xfrm>
            <a:off x="10381945" y="2743200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cell254"/>
          <p:cNvSpPr/>
          <p:nvPr/>
        </p:nvSpPr>
        <p:spPr>
          <a:xfrm>
            <a:off x="11011129" y="2743200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figure255" descr="똑같이 6칸으로 나눈 띠, 6칸 색칠"/>
          <p:cNvSpPr/>
          <p:nvPr/>
        </p:nvSpPr>
        <p:spPr>
          <a:xfrm>
            <a:off x="7865212" y="2743200"/>
            <a:ext cx="3775100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4-label256"/>
          <p:cNvSpPr txBox="1"/>
          <p:nvPr/>
        </p:nvSpPr>
        <p:spPr>
          <a:xfrm>
            <a:off x="6813652" y="3575304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</a:t>
            </a:r>
            <a:endParaRPr lang="ko-KR" sz="2400" dirty="0"/>
          </a:p>
        </p:txBody>
      </p:sp>
      <p:sp>
        <p:nvSpPr>
          <p:cNvPr id="15" name="S04-cell257"/>
          <p:cNvSpPr/>
          <p:nvPr/>
        </p:nvSpPr>
        <p:spPr>
          <a:xfrm>
            <a:off x="7865212" y="3575304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4-cell258"/>
          <p:cNvSpPr/>
          <p:nvPr/>
        </p:nvSpPr>
        <p:spPr>
          <a:xfrm>
            <a:off x="8494395" y="3575304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cell259"/>
          <p:cNvSpPr/>
          <p:nvPr/>
        </p:nvSpPr>
        <p:spPr>
          <a:xfrm>
            <a:off x="9123578" y="3575304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4-cell260"/>
          <p:cNvSpPr/>
          <p:nvPr/>
        </p:nvSpPr>
        <p:spPr>
          <a:xfrm>
            <a:off x="9752762" y="3575304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4-cell261"/>
          <p:cNvSpPr/>
          <p:nvPr/>
        </p:nvSpPr>
        <p:spPr>
          <a:xfrm>
            <a:off x="10381945" y="3575304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4-cell262"/>
          <p:cNvSpPr/>
          <p:nvPr/>
        </p:nvSpPr>
        <p:spPr>
          <a:xfrm>
            <a:off x="11011129" y="3575304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4-figure263" descr="똑같이 6칸으로 나눈 띠, 6칸 색칠"/>
          <p:cNvSpPr/>
          <p:nvPr/>
        </p:nvSpPr>
        <p:spPr>
          <a:xfrm>
            <a:off x="7865212" y="3575304"/>
            <a:ext cx="3775100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4-label264"/>
          <p:cNvSpPr txBox="1"/>
          <p:nvPr/>
        </p:nvSpPr>
        <p:spPr>
          <a:xfrm>
            <a:off x="6813652" y="4407408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40초</a:t>
            </a:r>
            <a:endParaRPr lang="ko-KR" sz="2400" dirty="0"/>
          </a:p>
        </p:txBody>
      </p:sp>
      <p:sp>
        <p:nvSpPr>
          <p:cNvPr id="23" name="S04-cell265"/>
          <p:cNvSpPr/>
          <p:nvPr/>
        </p:nvSpPr>
        <p:spPr>
          <a:xfrm>
            <a:off x="7865212" y="4407408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4-cell266"/>
          <p:cNvSpPr/>
          <p:nvPr/>
        </p:nvSpPr>
        <p:spPr>
          <a:xfrm>
            <a:off x="8494395" y="4407408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4-cell267"/>
          <p:cNvSpPr/>
          <p:nvPr/>
        </p:nvSpPr>
        <p:spPr>
          <a:xfrm>
            <a:off x="9123578" y="4407408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4-cell268"/>
          <p:cNvSpPr/>
          <p:nvPr/>
        </p:nvSpPr>
        <p:spPr>
          <a:xfrm>
            <a:off x="9752762" y="4407408"/>
            <a:ext cx="629183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cell269"/>
          <p:cNvSpPr/>
          <p:nvPr/>
        </p:nvSpPr>
        <p:spPr>
          <a:xfrm>
            <a:off x="10381945" y="4407408"/>
            <a:ext cx="629183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4-cell270"/>
          <p:cNvSpPr/>
          <p:nvPr/>
        </p:nvSpPr>
        <p:spPr>
          <a:xfrm>
            <a:off x="11011129" y="4407408"/>
            <a:ext cx="629183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4-figure271" descr="똑같이 6칸으로 나눈 띠, 4칸 색칠"/>
          <p:cNvSpPr/>
          <p:nvPr/>
        </p:nvSpPr>
        <p:spPr>
          <a:xfrm>
            <a:off x="7865212" y="4407408"/>
            <a:ext cx="3775100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4-stepno272"/>
          <p:cNvSpPr txBox="1"/>
          <p:nvPr/>
        </p:nvSpPr>
        <p:spPr>
          <a:xfrm>
            <a:off x="548640" y="27310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1" name="S04-text273"/>
          <p:cNvSpPr txBox="1"/>
          <p:nvPr/>
        </p:nvSpPr>
        <p:spPr>
          <a:xfrm>
            <a:off x="1325880" y="268528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= 60초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 = 120초</a:t>
            </a:r>
            <a:endParaRPr lang="ko-KR" sz="3000" dirty="0"/>
          </a:p>
        </p:txBody>
      </p:sp>
      <p:sp>
        <p:nvSpPr>
          <p:cNvPr id="32" name="S04-stepno274"/>
          <p:cNvSpPr txBox="1"/>
          <p:nvPr/>
        </p:nvSpPr>
        <p:spPr>
          <a:xfrm>
            <a:off x="548640" y="37795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3" name="S04-text275"/>
          <p:cNvSpPr txBox="1"/>
          <p:nvPr/>
        </p:nvSpPr>
        <p:spPr>
          <a:xfrm>
            <a:off x="1325880" y="37795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120초 + 40초 = 160초</a:t>
            </a:r>
            <a:endParaRPr lang="ko-KR" sz="3000" dirty="0"/>
          </a:p>
        </p:txBody>
      </p:sp>
      <p:sp>
        <p:nvSpPr>
          <p:cNvPr id="34" name="S04-stepno276"/>
          <p:cNvSpPr txBox="1"/>
          <p:nvPr/>
        </p:nvSpPr>
        <p:spPr>
          <a:xfrm>
            <a:off x="548640" y="44927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5" name="S04-text277"/>
          <p:cNvSpPr txBox="1"/>
          <p:nvPr/>
        </p:nvSpPr>
        <p:spPr>
          <a:xfrm>
            <a:off x="1325880" y="44927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 40초 = 160초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분과 초로 바꾸어요</a:t>
            </a:r>
            <a:endParaRPr lang="ko-KR" sz="4000" dirty="0"/>
          </a:p>
        </p:txBody>
      </p:sp>
      <p:sp>
        <p:nvSpPr>
          <p:cNvPr id="3" name="S05-card2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60초를 1분으로 묶어요.</a:t>
            </a:r>
            <a:endParaRPr lang="ko-KR" sz="3000" dirty="0"/>
          </a:p>
        </p:txBody>
      </p:sp>
      <p:sp>
        <p:nvSpPr>
          <p:cNvPr id="5" name="S05-text28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100초는 몇 분 몇 초일까요?</a:t>
            </a:r>
            <a:endParaRPr lang="ko-KR" sz="3000" dirty="0"/>
          </a:p>
        </p:txBody>
      </p:sp>
      <p:sp>
        <p:nvSpPr>
          <p:cNvPr id="6" name="S05-label281"/>
          <p:cNvSpPr txBox="1"/>
          <p:nvPr/>
        </p:nvSpPr>
        <p:spPr>
          <a:xfrm>
            <a:off x="6813652" y="2912364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60초</a:t>
            </a:r>
            <a:endParaRPr lang="ko-KR" sz="2400" dirty="0"/>
          </a:p>
        </p:txBody>
      </p:sp>
      <p:sp>
        <p:nvSpPr>
          <p:cNvPr id="7" name="S05-cell282"/>
          <p:cNvSpPr/>
          <p:nvPr/>
        </p:nvSpPr>
        <p:spPr>
          <a:xfrm>
            <a:off x="7865212" y="2912364"/>
            <a:ext cx="629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cell283"/>
          <p:cNvSpPr/>
          <p:nvPr/>
        </p:nvSpPr>
        <p:spPr>
          <a:xfrm>
            <a:off x="8494395" y="2912364"/>
            <a:ext cx="629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5-cell284"/>
          <p:cNvSpPr/>
          <p:nvPr/>
        </p:nvSpPr>
        <p:spPr>
          <a:xfrm>
            <a:off x="9123578" y="2912364"/>
            <a:ext cx="629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cell285"/>
          <p:cNvSpPr/>
          <p:nvPr/>
        </p:nvSpPr>
        <p:spPr>
          <a:xfrm>
            <a:off x="9752762" y="2912364"/>
            <a:ext cx="629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cell286"/>
          <p:cNvSpPr/>
          <p:nvPr/>
        </p:nvSpPr>
        <p:spPr>
          <a:xfrm>
            <a:off x="10381945" y="2912364"/>
            <a:ext cx="629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cell287"/>
          <p:cNvSpPr/>
          <p:nvPr/>
        </p:nvSpPr>
        <p:spPr>
          <a:xfrm>
            <a:off x="11011129" y="2912364"/>
            <a:ext cx="629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figure288" descr="똑같이 6칸으로 나눈 띠, 6칸 색칠"/>
          <p:cNvSpPr/>
          <p:nvPr/>
        </p:nvSpPr>
        <p:spPr>
          <a:xfrm>
            <a:off x="7865212" y="2912364"/>
            <a:ext cx="37751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5-label289"/>
          <p:cNvSpPr txBox="1"/>
          <p:nvPr/>
        </p:nvSpPr>
        <p:spPr>
          <a:xfrm>
            <a:off x="6813652" y="3991356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40초</a:t>
            </a:r>
            <a:endParaRPr lang="ko-KR" sz="2400" dirty="0"/>
          </a:p>
        </p:txBody>
      </p:sp>
      <p:sp>
        <p:nvSpPr>
          <p:cNvPr id="15" name="S05-cell290"/>
          <p:cNvSpPr/>
          <p:nvPr/>
        </p:nvSpPr>
        <p:spPr>
          <a:xfrm>
            <a:off x="7865212" y="3991356"/>
            <a:ext cx="629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5-cell291"/>
          <p:cNvSpPr/>
          <p:nvPr/>
        </p:nvSpPr>
        <p:spPr>
          <a:xfrm>
            <a:off x="8494395" y="3991356"/>
            <a:ext cx="629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5-cell292"/>
          <p:cNvSpPr/>
          <p:nvPr/>
        </p:nvSpPr>
        <p:spPr>
          <a:xfrm>
            <a:off x="9123578" y="3991356"/>
            <a:ext cx="629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5-cell293"/>
          <p:cNvSpPr/>
          <p:nvPr/>
        </p:nvSpPr>
        <p:spPr>
          <a:xfrm>
            <a:off x="9752762" y="3991356"/>
            <a:ext cx="629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5-cell294"/>
          <p:cNvSpPr/>
          <p:nvPr/>
        </p:nvSpPr>
        <p:spPr>
          <a:xfrm>
            <a:off x="10381945" y="3991356"/>
            <a:ext cx="6291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5-cell295"/>
          <p:cNvSpPr/>
          <p:nvPr/>
        </p:nvSpPr>
        <p:spPr>
          <a:xfrm>
            <a:off x="11011129" y="3991356"/>
            <a:ext cx="6291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5-figure296" descr="똑같이 6칸으로 나눈 띠, 4칸 색칠"/>
          <p:cNvSpPr/>
          <p:nvPr/>
        </p:nvSpPr>
        <p:spPr>
          <a:xfrm>
            <a:off x="7865212" y="3991356"/>
            <a:ext cx="37751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5-stepno297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3" name="S05-text298"/>
          <p:cNvSpPr txBox="1"/>
          <p:nvPr/>
        </p:nvSpPr>
        <p:spPr>
          <a:xfrm>
            <a:off x="1325880" y="2875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100초 안에 60초가 1번</a:t>
            </a:r>
            <a:endParaRPr lang="ko-KR" sz="3000" dirty="0"/>
          </a:p>
        </p:txBody>
      </p:sp>
      <p:sp>
        <p:nvSpPr>
          <p:cNvPr id="24" name="S05-stepno299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5" name="S05-text300"/>
          <p:cNvSpPr txBox="1"/>
          <p:nvPr/>
        </p:nvSpPr>
        <p:spPr>
          <a:xfrm>
            <a:off x="1325880" y="35890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100 − 60 = 40</a:t>
            </a:r>
            <a:endParaRPr lang="ko-KR" sz="3000" dirty="0"/>
          </a:p>
        </p:txBody>
      </p:sp>
      <p:sp>
        <p:nvSpPr>
          <p:cNvPr id="26" name="S05-stepno301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7" name="S05-text302"/>
          <p:cNvSpPr txBox="1"/>
          <p:nvPr/>
        </p:nvSpPr>
        <p:spPr>
          <a:xfrm>
            <a:off x="1325880" y="43022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100초 = 1분 40초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바꾸어 보아요</a:t>
            </a:r>
            <a:endParaRPr lang="ko-KR" sz="4000" dirty="0"/>
          </a:p>
        </p:txBody>
      </p:sp>
      <p:sp>
        <p:nvSpPr>
          <p:cNvPr id="3" name="S06-card3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3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= 60초예요.</a:t>
            </a:r>
            <a:endParaRPr lang="ko-KR" sz="3000" dirty="0"/>
          </a:p>
        </p:txBody>
      </p:sp>
      <p:sp>
        <p:nvSpPr>
          <p:cNvPr id="5" name="S06-chip30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6-eqtext30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= □초</a:t>
            </a:r>
            <a:endParaRPr lang="ko-KR" sz="3400" dirty="0"/>
          </a:p>
        </p:txBody>
      </p:sp>
      <p:sp>
        <p:nvSpPr>
          <p:cNvPr id="7" name="S06-chip30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06-eqtext308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 = □초</a:t>
            </a:r>
            <a:endParaRPr lang="ko-KR" sz="3400" dirty="0"/>
          </a:p>
        </p:txBody>
      </p:sp>
      <p:sp>
        <p:nvSpPr>
          <p:cNvPr id="9" name="S06-chip309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06-eqtext310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25초 = □초</a:t>
            </a:r>
            <a:endParaRPr lang="ko-KR" sz="3400" dirty="0"/>
          </a:p>
        </p:txBody>
      </p:sp>
      <p:sp>
        <p:nvSpPr>
          <p:cNvPr id="11" name="S06-chip311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2" name="S06-eqtext312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150초 = □분 □초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7-card31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1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30초는 몇 초일까요?</a:t>
            </a:r>
            <a:endParaRPr lang="ko-KR" sz="3000" dirty="0"/>
          </a:p>
        </p:txBody>
      </p:sp>
      <p:sp>
        <p:nvSpPr>
          <p:cNvPr id="5" name="S07-card3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3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7-chip31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130초</a:t>
            </a:r>
            <a:endParaRPr lang="ko-KR" sz="2400" dirty="0"/>
          </a:p>
        </p:txBody>
      </p:sp>
      <p:sp>
        <p:nvSpPr>
          <p:cNvPr id="8" name="S07-text31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1분은 100초니까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+ 30 = 130</a:t>
            </a:r>
            <a:endParaRPr lang="ko-KR" sz="3000" dirty="0"/>
          </a:p>
        </p:txBody>
      </p:sp>
      <p:sp>
        <p:nvSpPr>
          <p:cNvPr id="9" name="S07-chip31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90초</a:t>
            </a:r>
            <a:endParaRPr lang="ko-KR" sz="2400" dirty="0"/>
          </a:p>
        </p:txBody>
      </p:sp>
      <p:sp>
        <p:nvSpPr>
          <p:cNvPr id="10" name="S07-text32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1분은 60초니까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 + 30 = 90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시간의 덧셈</a:t>
            </a:r>
            <a:endParaRPr lang="ko-KR" sz="4000" dirty="0"/>
          </a:p>
        </p:txBody>
      </p:sp>
      <p:sp>
        <p:nvSpPr>
          <p:cNvPr id="3" name="S08-text3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 40초 + 1분 35초를 세로로 계산해요.</a:t>
            </a:r>
            <a:endParaRPr lang="ko-KR" sz="3000" dirty="0"/>
          </a:p>
        </p:txBody>
      </p:sp>
      <p:sp>
        <p:nvSpPr>
          <p:cNvPr id="4" name="S08-card3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3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60초는 1분으로 받아올려요.</a:t>
            </a:r>
            <a:endParaRPr lang="ko-KR" sz="3000" dirty="0"/>
          </a:p>
        </p:txBody>
      </p:sp>
      <p:graphicFrame>
        <p:nvGraphicFramePr>
          <p:cNvPr id="9" name="S08-table3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84750" y="2143760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8-stepno325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8-text326"/>
          <p:cNvSpPr txBox="1"/>
          <p:nvPr/>
        </p:nvSpPr>
        <p:spPr>
          <a:xfrm>
            <a:off x="1325880" y="2388108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초: 40 + 35 = 75</a:t>
            </a:r>
            <a:endParaRPr lang="ko-KR" sz="3000" dirty="0"/>
          </a:p>
        </p:txBody>
      </p:sp>
      <p:sp>
        <p:nvSpPr>
          <p:cNvPr id="9" name="S08-stepno327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8-text328"/>
          <p:cNvSpPr txBox="1"/>
          <p:nvPr/>
        </p:nvSpPr>
        <p:spPr>
          <a:xfrm>
            <a:off x="1325880" y="3101340"/>
            <a:ext cx="5443789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75초 = 1분 15초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15를 쓰고 1분을 올려요.</a:t>
            </a:r>
            <a:endParaRPr lang="ko-KR" sz="3000" dirty="0"/>
          </a:p>
        </p:txBody>
      </p:sp>
      <p:sp>
        <p:nvSpPr>
          <p:cNvPr id="11" name="S08-stepno329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8-text330"/>
          <p:cNvSpPr txBox="1"/>
          <p:nvPr/>
        </p:nvSpPr>
        <p:spPr>
          <a:xfrm>
            <a:off x="1325880" y="4195572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분: 1 + 2 + 1 = 4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시간의 뺄셈</a:t>
            </a:r>
            <a:endParaRPr lang="ko-KR" sz="4000" dirty="0"/>
          </a:p>
        </p:txBody>
      </p:sp>
      <p:sp>
        <p:nvSpPr>
          <p:cNvPr id="3" name="S09-text3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20초 − 2분 45초를 세로로 계산해요.</a:t>
            </a:r>
            <a:endParaRPr lang="ko-KR" sz="3000" dirty="0"/>
          </a:p>
        </p:txBody>
      </p:sp>
      <p:sp>
        <p:nvSpPr>
          <p:cNvPr id="4" name="S09-card3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3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받아내린 1분은 60초예요.</a:t>
            </a:r>
            <a:endParaRPr lang="ko-KR" sz="3000" dirty="0"/>
          </a:p>
        </p:txBody>
      </p:sp>
      <p:graphicFrame>
        <p:nvGraphicFramePr>
          <p:cNvPr id="10" name="S09-table3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84750" y="2143760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9-stepno335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336"/>
          <p:cNvSpPr txBox="1"/>
          <p:nvPr/>
        </p:nvSpPr>
        <p:spPr>
          <a:xfrm>
            <a:off x="1325880" y="2388108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초: 20에서 45를 뺄 수 없어요.</a:t>
            </a:r>
            <a:endParaRPr lang="ko-KR" sz="3000" dirty="0"/>
          </a:p>
        </p:txBody>
      </p:sp>
      <p:sp>
        <p:nvSpPr>
          <p:cNvPr id="9" name="S09-stepno337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338"/>
          <p:cNvSpPr txBox="1"/>
          <p:nvPr/>
        </p:nvSpPr>
        <p:spPr>
          <a:xfrm>
            <a:off x="1325880" y="3101340"/>
            <a:ext cx="5443789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1분을 60초로 받아내려요.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 + 20 − 45 = 35</a:t>
            </a:r>
            <a:endParaRPr lang="ko-KR" sz="3000" dirty="0"/>
          </a:p>
        </p:txBody>
      </p:sp>
      <p:sp>
        <p:nvSpPr>
          <p:cNvPr id="11" name="S09-stepno339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340"/>
          <p:cNvSpPr txBox="1"/>
          <p:nvPr/>
        </p:nvSpPr>
        <p:spPr>
          <a:xfrm>
            <a:off x="1325880" y="4195572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분: 4 − 2 = 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끝난 시각 구하기</a:t>
            </a:r>
            <a:endParaRPr lang="ko-KR" sz="4000" dirty="0"/>
          </a:p>
        </p:txBody>
      </p:sp>
      <p:sp>
        <p:nvSpPr>
          <p:cNvPr id="3" name="S10-text3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 40분에 시작해서 1시간 35분 동안 했어요.</a:t>
            </a:r>
            <a:endParaRPr lang="ko-KR" sz="3000" dirty="0"/>
          </a:p>
        </p:txBody>
      </p:sp>
      <p:sp>
        <p:nvSpPr>
          <p:cNvPr id="4" name="S10-card3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3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끝난 시각은 11시 15분이에요.</a:t>
            </a:r>
            <a:endParaRPr lang="ko-KR" sz="3000" dirty="0"/>
          </a:p>
        </p:txBody>
      </p:sp>
      <p:graphicFrame>
        <p:nvGraphicFramePr>
          <p:cNvPr id="11" name="S10-table3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84750" y="2143760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0-stepno345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0-text346"/>
          <p:cNvSpPr txBox="1"/>
          <p:nvPr/>
        </p:nvSpPr>
        <p:spPr>
          <a:xfrm>
            <a:off x="1325880" y="2388108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분: 40 + 35 = 75</a:t>
            </a:r>
            <a:endParaRPr lang="ko-KR" sz="3000" dirty="0"/>
          </a:p>
        </p:txBody>
      </p:sp>
      <p:sp>
        <p:nvSpPr>
          <p:cNvPr id="9" name="S10-stepno347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0-text348"/>
          <p:cNvSpPr txBox="1"/>
          <p:nvPr/>
        </p:nvSpPr>
        <p:spPr>
          <a:xfrm>
            <a:off x="1325880" y="3101340"/>
            <a:ext cx="5443789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75분 = 1시간 15분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1시간을 올려요.</a:t>
            </a:r>
            <a:endParaRPr lang="ko-KR" sz="3000" dirty="0"/>
          </a:p>
        </p:txBody>
      </p:sp>
      <p:sp>
        <p:nvSpPr>
          <p:cNvPr id="11" name="S10-stepno349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0-text350"/>
          <p:cNvSpPr txBox="1"/>
          <p:nvPr/>
        </p:nvSpPr>
        <p:spPr>
          <a:xfrm>
            <a:off x="1325880" y="4195572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시: 1 + 9 + 1 = 11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계산해요</a:t>
            </a:r>
            <a:endParaRPr lang="ko-KR" sz="4000" dirty="0"/>
          </a:p>
        </p:txBody>
      </p:sp>
      <p:sp>
        <p:nvSpPr>
          <p:cNvPr id="3" name="S11-card3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1-cardtext3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60초는 1분, 60분은 1시간으로 올려요.</a:t>
            </a:r>
            <a:endParaRPr lang="ko-KR" sz="3000" dirty="0"/>
          </a:p>
        </p:txBody>
      </p:sp>
      <p:graphicFrame>
        <p:nvGraphicFramePr>
          <p:cNvPr id="12" name="S11-table3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5714" y="1660144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1-label354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①을 세로로</a:t>
            </a:r>
            <a:endParaRPr lang="ko-KR" sz="2400" dirty="0"/>
          </a:p>
        </p:txBody>
      </p:sp>
      <p:sp>
        <p:nvSpPr>
          <p:cNvPr id="7" name="S11-chip355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" name="S11-eqtext356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35초 + 2분 50초</a:t>
            </a:r>
            <a:endParaRPr lang="ko-KR" sz="2800" dirty="0"/>
          </a:p>
        </p:txBody>
      </p:sp>
      <p:sp>
        <p:nvSpPr>
          <p:cNvPr id="9" name="S11-chip357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11-eqtext358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 10초 − 1분 25초</a:t>
            </a:r>
            <a:endParaRPr lang="ko-KR" sz="2800" dirty="0"/>
          </a:p>
        </p:txBody>
      </p:sp>
      <p:sp>
        <p:nvSpPr>
          <p:cNvPr id="11" name="S11-chip359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" name="S11-eqtext360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8시 50분 + 30분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3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③④는 세로로 써서 계산해요.</a:t>
            </a:r>
            <a:endParaRPr lang="ko-KR" sz="3000" dirty="0"/>
          </a:p>
        </p:txBody>
      </p:sp>
      <p:sp>
        <p:nvSpPr>
          <p:cNvPr id="4" name="S12-chip36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2-eqtext36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50초 = □초</a:t>
            </a:r>
            <a:endParaRPr lang="ko-KR" sz="3000" dirty="0"/>
          </a:p>
        </p:txBody>
      </p:sp>
      <p:sp>
        <p:nvSpPr>
          <p:cNvPr id="6" name="S12-chip36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2-eqtext36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200초 = □분 □초</a:t>
            </a:r>
            <a:endParaRPr lang="ko-KR" sz="3000" dirty="0"/>
          </a:p>
        </p:txBody>
      </p:sp>
      <p:sp>
        <p:nvSpPr>
          <p:cNvPr id="8" name="S12-chip36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2-eqtext367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 40초 + 2분 55초</a:t>
            </a:r>
            <a:endParaRPr lang="ko-KR" sz="3000" dirty="0"/>
          </a:p>
        </p:txBody>
      </p:sp>
      <p:sp>
        <p:nvSpPr>
          <p:cNvPr id="10" name="S12-chip368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2-eqtext369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 10초 − 4분 35초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3-card370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371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시·분·초 칸에 다시 써서 같은 단위끼리 계산하게 하세요.</a:t>
            </a:r>
            <a:endParaRPr lang="ko-KR" sz="3000" dirty="0"/>
          </a:p>
        </p:txBody>
      </p:sp>
      <p:sp>
        <p:nvSpPr>
          <p:cNvPr id="5" name="S13-chip37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3-text373"/>
          <p:cNvSpPr txBox="1"/>
          <p:nvPr/>
        </p:nvSpPr>
        <p:spPr>
          <a:xfrm>
            <a:off x="548640" y="2057400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110초</a:t>
            </a:r>
            <a:endParaRPr lang="ko-KR" sz="3000" dirty="0"/>
          </a:p>
        </p:txBody>
      </p:sp>
      <p:sp>
        <p:nvSpPr>
          <p:cNvPr id="7" name="S13-text374"/>
          <p:cNvSpPr txBox="1"/>
          <p:nvPr/>
        </p:nvSpPr>
        <p:spPr>
          <a:xfrm>
            <a:off x="3367278" y="2057400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 + 50</a:t>
            </a:r>
            <a:endParaRPr lang="ko-KR" sz="2400" dirty="0"/>
          </a:p>
        </p:txBody>
      </p:sp>
      <p:sp>
        <p:nvSpPr>
          <p:cNvPr id="8" name="S13-text375"/>
          <p:cNvSpPr txBox="1"/>
          <p:nvPr/>
        </p:nvSpPr>
        <p:spPr>
          <a:xfrm>
            <a:off x="548640" y="2759964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3분 20초</a:t>
            </a:r>
            <a:endParaRPr lang="ko-KR" sz="3000" dirty="0"/>
          </a:p>
        </p:txBody>
      </p:sp>
      <p:sp>
        <p:nvSpPr>
          <p:cNvPr id="9" name="S13-text376"/>
          <p:cNvSpPr txBox="1"/>
          <p:nvPr/>
        </p:nvSpPr>
        <p:spPr>
          <a:xfrm>
            <a:off x="3367278" y="2759964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 × 3 = 180</a:t>
            </a:r>
            <a:endParaRPr lang="ko-KR" sz="2400" dirty="0"/>
          </a:p>
        </p:txBody>
      </p:sp>
      <p:sp>
        <p:nvSpPr>
          <p:cNvPr id="10" name="S13-text377"/>
          <p:cNvSpPr txBox="1"/>
          <p:nvPr/>
        </p:nvSpPr>
        <p:spPr>
          <a:xfrm>
            <a:off x="548640" y="3462528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6분 35초</a:t>
            </a:r>
            <a:endParaRPr lang="ko-KR" sz="3000" dirty="0"/>
          </a:p>
        </p:txBody>
      </p:sp>
      <p:sp>
        <p:nvSpPr>
          <p:cNvPr id="11" name="S13-text378"/>
          <p:cNvSpPr txBox="1"/>
          <p:nvPr/>
        </p:nvSpPr>
        <p:spPr>
          <a:xfrm>
            <a:off x="3367278" y="3462528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+ 55 = 95</a:t>
            </a:r>
            <a:endParaRPr lang="ko-KR" sz="2400" dirty="0"/>
          </a:p>
        </p:txBody>
      </p:sp>
      <p:sp>
        <p:nvSpPr>
          <p:cNvPr id="12" name="S13-text379"/>
          <p:cNvSpPr txBox="1"/>
          <p:nvPr/>
        </p:nvSpPr>
        <p:spPr>
          <a:xfrm>
            <a:off x="548640" y="4165092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2분 35초</a:t>
            </a:r>
            <a:endParaRPr lang="ko-KR" sz="3000" dirty="0"/>
          </a:p>
        </p:txBody>
      </p:sp>
      <p:sp>
        <p:nvSpPr>
          <p:cNvPr id="13" name="S13-text380"/>
          <p:cNvSpPr txBox="1"/>
          <p:nvPr/>
        </p:nvSpPr>
        <p:spPr>
          <a:xfrm>
            <a:off x="3367278" y="4165092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70 − 35</a:t>
            </a:r>
            <a:endParaRPr lang="ko-KR" sz="2400" dirty="0"/>
          </a:p>
        </p:txBody>
      </p:sp>
      <p:sp>
        <p:nvSpPr>
          <p:cNvPr id="14" name="S13-chip38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3-text38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5분 95초</a:t>
            </a:r>
            <a:endParaRPr lang="ko-KR" sz="3000" dirty="0"/>
          </a:p>
        </p:txBody>
      </p:sp>
      <p:sp>
        <p:nvSpPr>
          <p:cNvPr id="16" name="S13-text38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60초를 안 올림</a:t>
            </a:r>
            <a:endParaRPr lang="ko-KR" sz="2400" dirty="0"/>
          </a:p>
        </p:txBody>
      </p:sp>
      <p:sp>
        <p:nvSpPr>
          <p:cNvPr id="17" name="S13-text38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3분 25초</a:t>
            </a:r>
            <a:endParaRPr lang="ko-KR" sz="3000" dirty="0"/>
          </a:p>
        </p:txBody>
      </p:sp>
      <p:sp>
        <p:nvSpPr>
          <p:cNvPr id="18" name="S13-text38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35 − 10을 함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답은?</a:t>
            </a:r>
            <a:endParaRPr lang="ko-KR" sz="4000" dirty="0"/>
          </a:p>
        </p:txBody>
      </p:sp>
      <p:sp>
        <p:nvSpPr>
          <p:cNvPr id="3" name="S14-text3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6분 15초 − 2분 40초를 계산했어요.</a:t>
            </a:r>
            <a:endParaRPr lang="ko-KR" sz="3000" dirty="0"/>
          </a:p>
        </p:txBody>
      </p:sp>
      <p:sp>
        <p:nvSpPr>
          <p:cNvPr id="4" name="S14-card3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3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답을 고르고, 까닭을 말해요.</a:t>
            </a:r>
            <a:endParaRPr lang="ko-KR" sz="3000" dirty="0"/>
          </a:p>
        </p:txBody>
      </p:sp>
      <p:sp>
        <p:nvSpPr>
          <p:cNvPr id="6" name="S14-chip38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4-bigtext390"/>
          <p:cNvSpPr txBox="1"/>
          <p:nvPr/>
        </p:nvSpPr>
        <p:spPr>
          <a:xfrm>
            <a:off x="548640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 25초</a:t>
            </a:r>
            <a:endParaRPr lang="ko-KR" sz="4400" dirty="0"/>
          </a:p>
        </p:txBody>
      </p:sp>
      <p:sp>
        <p:nvSpPr>
          <p:cNvPr id="8" name="S14-chip39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4-bigtext392"/>
          <p:cNvSpPr txBox="1"/>
          <p:nvPr/>
        </p:nvSpPr>
        <p:spPr>
          <a:xfrm>
            <a:off x="4367784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 75초</a:t>
            </a:r>
            <a:endParaRPr lang="ko-KR" sz="4400" dirty="0"/>
          </a:p>
        </p:txBody>
      </p:sp>
      <p:sp>
        <p:nvSpPr>
          <p:cNvPr id="10" name="S14-chip39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14-bigtext394"/>
          <p:cNvSpPr txBox="1"/>
          <p:nvPr/>
        </p:nvSpPr>
        <p:spPr>
          <a:xfrm>
            <a:off x="8186928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 35초</a:t>
            </a:r>
            <a:endParaRPr lang="ko-KR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39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39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= 60초예요. 60초가 되면 1분으로 올려요.</a:t>
            </a:r>
            <a:endParaRPr lang="ko-KR" sz="3000" dirty="0"/>
          </a:p>
        </p:txBody>
      </p:sp>
      <p:sp>
        <p:nvSpPr>
          <p:cNvPr id="5" name="S15-chip39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단위끼리 계산하기</a:t>
            </a:r>
            <a:endParaRPr lang="ko-KR" sz="2400" dirty="0"/>
          </a:p>
        </p:txBody>
      </p:sp>
      <p:sp>
        <p:nvSpPr>
          <p:cNvPr id="6" name="S15-chip39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1분을 100초로 생각하기</a:t>
            </a:r>
            <a:endParaRPr lang="ko-KR" sz="2400" dirty="0"/>
          </a:p>
        </p:txBody>
      </p:sp>
      <p:sp>
        <p:nvSpPr>
          <p:cNvPr id="7" name="S15-text39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5-text40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1분 20초는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초?</a:t>
            </a:r>
            <a:endParaRPr lang="ko-KR" sz="2400" dirty="0"/>
          </a:p>
        </p:txBody>
      </p:sp>
      <p:sp>
        <p:nvSpPr>
          <p:cNvPr id="9" name="S15-text401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150초는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분 몇 초?</a:t>
            </a:r>
            <a:endParaRPr lang="ko-KR" sz="2400" dirty="0"/>
          </a:p>
        </p:txBody>
      </p:sp>
      <p:sp>
        <p:nvSpPr>
          <p:cNvPr id="10" name="S15-text402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3분 30초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+ 1분 40초는?</a:t>
            </a:r>
            <a:endParaRPr lang="ko-KR" sz="2400" dirty="0"/>
          </a:p>
        </p:txBody>
      </p:sp>
      <p:sp>
        <p:nvSpPr>
          <p:cNvPr id="11" name="S15-text40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들이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1시간은 60분</a:t>
            </a:r>
            <a:endParaRPr lang="ko-KR" sz="4000" dirty="0"/>
          </a:p>
        </p:txBody>
      </p:sp>
      <p:sp>
        <p:nvSpPr>
          <p:cNvPr id="3" name="S16-card404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6-cardtext405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= 60분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80분 = 60분 + 20분 = 1시간 20분</a:t>
            </a:r>
            <a:endParaRPr lang="ko-KR" sz="3000" dirty="0"/>
          </a:p>
        </p:txBody>
      </p:sp>
      <p:sp>
        <p:nvSpPr>
          <p:cNvPr id="5" name="S16-figure406" descr="시계: 1시"/>
          <p:cNvSpPr/>
          <p:nvPr/>
        </p:nvSpPr>
        <p:spPr>
          <a:xfrm>
            <a:off x="1773174" y="1325880"/>
            <a:ext cx="2936748" cy="293674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16-line407"/>
          <p:cNvSpPr/>
          <p:nvPr/>
        </p:nvSpPr>
        <p:spPr>
          <a:xfrm>
            <a:off x="3241548" y="1362456"/>
            <a:ext cx="0" cy="1615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6-line408"/>
          <p:cNvSpPr/>
          <p:nvPr/>
        </p:nvSpPr>
        <p:spPr>
          <a:xfrm flipH="1">
            <a:off x="3383537" y="1370300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6-line409"/>
          <p:cNvSpPr/>
          <p:nvPr/>
        </p:nvSpPr>
        <p:spPr>
          <a:xfrm flipH="1">
            <a:off x="3523971" y="1393744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6-line410"/>
          <p:cNvSpPr/>
          <p:nvPr/>
        </p:nvSpPr>
        <p:spPr>
          <a:xfrm flipH="1">
            <a:off x="3661310" y="1432533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6-line411"/>
          <p:cNvSpPr/>
          <p:nvPr/>
        </p:nvSpPr>
        <p:spPr>
          <a:xfrm flipH="1">
            <a:off x="3794051" y="1486241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6-line412"/>
          <p:cNvSpPr/>
          <p:nvPr/>
        </p:nvSpPr>
        <p:spPr>
          <a:xfrm flipH="1">
            <a:off x="3876686" y="1554281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16-line413"/>
          <p:cNvSpPr/>
          <p:nvPr/>
        </p:nvSpPr>
        <p:spPr>
          <a:xfrm flipH="1">
            <a:off x="4039983" y="1635905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6-line414"/>
          <p:cNvSpPr/>
          <p:nvPr/>
        </p:nvSpPr>
        <p:spPr>
          <a:xfrm flipH="1">
            <a:off x="4150481" y="1730221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6-line415"/>
          <p:cNvSpPr/>
          <p:nvPr/>
        </p:nvSpPr>
        <p:spPr>
          <a:xfrm flipH="1">
            <a:off x="4251021" y="1836194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6-line416"/>
          <p:cNvSpPr/>
          <p:nvPr/>
        </p:nvSpPr>
        <p:spPr>
          <a:xfrm flipH="1">
            <a:off x="4340500" y="1952664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6-line417"/>
          <p:cNvSpPr/>
          <p:nvPr/>
        </p:nvSpPr>
        <p:spPr>
          <a:xfrm flipH="1">
            <a:off x="4341640" y="2078355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6-line418"/>
          <p:cNvSpPr/>
          <p:nvPr/>
        </p:nvSpPr>
        <p:spPr>
          <a:xfrm flipH="1">
            <a:off x="4482489" y="2211889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6-line419"/>
          <p:cNvSpPr/>
          <p:nvPr/>
        </p:nvSpPr>
        <p:spPr>
          <a:xfrm flipH="1">
            <a:off x="4533443" y="2351804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6-line420"/>
          <p:cNvSpPr/>
          <p:nvPr/>
        </p:nvSpPr>
        <p:spPr>
          <a:xfrm flipH="1">
            <a:off x="4570243" y="2496566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6-line421"/>
          <p:cNvSpPr/>
          <p:nvPr/>
        </p:nvSpPr>
        <p:spPr>
          <a:xfrm flipH="1">
            <a:off x="4592486" y="2644590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6-line422"/>
          <p:cNvSpPr/>
          <p:nvPr/>
        </p:nvSpPr>
        <p:spPr>
          <a:xfrm flipH="1">
            <a:off x="4511825" y="2794254"/>
            <a:ext cx="16152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16-line423"/>
          <p:cNvSpPr/>
          <p:nvPr/>
        </p:nvSpPr>
        <p:spPr>
          <a:xfrm flipH="1" flipV="1">
            <a:off x="4592486" y="2936243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6-line424"/>
          <p:cNvSpPr/>
          <p:nvPr/>
        </p:nvSpPr>
        <p:spPr>
          <a:xfrm flipH="1" flipV="1">
            <a:off x="4570243" y="3076677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6-line425"/>
          <p:cNvSpPr/>
          <p:nvPr/>
        </p:nvSpPr>
        <p:spPr>
          <a:xfrm flipH="1" flipV="1">
            <a:off x="4533443" y="3214016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6-line426"/>
          <p:cNvSpPr/>
          <p:nvPr/>
        </p:nvSpPr>
        <p:spPr>
          <a:xfrm flipH="1" flipV="1">
            <a:off x="4482489" y="3346757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6-line427"/>
          <p:cNvSpPr/>
          <p:nvPr/>
        </p:nvSpPr>
        <p:spPr>
          <a:xfrm flipH="1" flipV="1">
            <a:off x="4341640" y="3429392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16-line428"/>
          <p:cNvSpPr/>
          <p:nvPr/>
        </p:nvSpPr>
        <p:spPr>
          <a:xfrm flipH="1" flipV="1">
            <a:off x="4340500" y="3592689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6-line429"/>
          <p:cNvSpPr/>
          <p:nvPr/>
        </p:nvSpPr>
        <p:spPr>
          <a:xfrm flipH="1" flipV="1">
            <a:off x="4251021" y="3703187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6-line430"/>
          <p:cNvSpPr/>
          <p:nvPr/>
        </p:nvSpPr>
        <p:spPr>
          <a:xfrm flipH="1" flipV="1">
            <a:off x="4150481" y="3803727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6-line431"/>
          <p:cNvSpPr/>
          <p:nvPr/>
        </p:nvSpPr>
        <p:spPr>
          <a:xfrm flipH="1" flipV="1">
            <a:off x="4039983" y="3893206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6-line432"/>
          <p:cNvSpPr/>
          <p:nvPr/>
        </p:nvSpPr>
        <p:spPr>
          <a:xfrm flipH="1" flipV="1">
            <a:off x="3876686" y="3894346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16-line433"/>
          <p:cNvSpPr/>
          <p:nvPr/>
        </p:nvSpPr>
        <p:spPr>
          <a:xfrm flipH="1" flipV="1">
            <a:off x="3794051" y="4035195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6-line434"/>
          <p:cNvSpPr/>
          <p:nvPr/>
        </p:nvSpPr>
        <p:spPr>
          <a:xfrm flipH="1" flipV="1">
            <a:off x="3661310" y="4086149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6-line435"/>
          <p:cNvSpPr/>
          <p:nvPr/>
        </p:nvSpPr>
        <p:spPr>
          <a:xfrm flipH="1" flipV="1">
            <a:off x="3523971" y="4122949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6-line436"/>
          <p:cNvSpPr/>
          <p:nvPr/>
        </p:nvSpPr>
        <p:spPr>
          <a:xfrm flipH="1" flipV="1">
            <a:off x="3383537" y="4145192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6-line437"/>
          <p:cNvSpPr/>
          <p:nvPr/>
        </p:nvSpPr>
        <p:spPr>
          <a:xfrm flipV="1">
            <a:off x="3241548" y="4064531"/>
            <a:ext cx="0" cy="1615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16-line438"/>
          <p:cNvSpPr/>
          <p:nvPr/>
        </p:nvSpPr>
        <p:spPr>
          <a:xfrm flipV="1">
            <a:off x="3091884" y="4145192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6-line439"/>
          <p:cNvSpPr/>
          <p:nvPr/>
        </p:nvSpPr>
        <p:spPr>
          <a:xfrm flipV="1">
            <a:off x="2943860" y="4122949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6-line440"/>
          <p:cNvSpPr/>
          <p:nvPr/>
        </p:nvSpPr>
        <p:spPr>
          <a:xfrm flipV="1">
            <a:off x="2799098" y="4086149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6-line441"/>
          <p:cNvSpPr/>
          <p:nvPr/>
        </p:nvSpPr>
        <p:spPr>
          <a:xfrm flipV="1">
            <a:off x="2659183" y="4035195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6-line442"/>
          <p:cNvSpPr/>
          <p:nvPr/>
        </p:nvSpPr>
        <p:spPr>
          <a:xfrm flipV="1">
            <a:off x="2525649" y="3894346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16-line443"/>
          <p:cNvSpPr/>
          <p:nvPr/>
        </p:nvSpPr>
        <p:spPr>
          <a:xfrm flipV="1">
            <a:off x="2399958" y="3893206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6-line444"/>
          <p:cNvSpPr/>
          <p:nvPr/>
        </p:nvSpPr>
        <p:spPr>
          <a:xfrm flipV="1">
            <a:off x="2283488" y="3803727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6-line445"/>
          <p:cNvSpPr/>
          <p:nvPr/>
        </p:nvSpPr>
        <p:spPr>
          <a:xfrm flipV="1">
            <a:off x="2177515" y="3703187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6-line446"/>
          <p:cNvSpPr/>
          <p:nvPr/>
        </p:nvSpPr>
        <p:spPr>
          <a:xfrm flipV="1">
            <a:off x="2083199" y="3592689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6-line447"/>
          <p:cNvSpPr/>
          <p:nvPr/>
        </p:nvSpPr>
        <p:spPr>
          <a:xfrm flipV="1">
            <a:off x="2001575" y="3429392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16-line448"/>
          <p:cNvSpPr/>
          <p:nvPr/>
        </p:nvSpPr>
        <p:spPr>
          <a:xfrm flipV="1">
            <a:off x="1933535" y="3346757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6-line449"/>
          <p:cNvSpPr/>
          <p:nvPr/>
        </p:nvSpPr>
        <p:spPr>
          <a:xfrm flipV="1">
            <a:off x="1879827" y="3214016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6-line450"/>
          <p:cNvSpPr/>
          <p:nvPr/>
        </p:nvSpPr>
        <p:spPr>
          <a:xfrm flipV="1">
            <a:off x="1841038" y="3076677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6-line451"/>
          <p:cNvSpPr/>
          <p:nvPr/>
        </p:nvSpPr>
        <p:spPr>
          <a:xfrm flipV="1">
            <a:off x="1817594" y="2936243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6-line452"/>
          <p:cNvSpPr/>
          <p:nvPr/>
        </p:nvSpPr>
        <p:spPr>
          <a:xfrm>
            <a:off x="1809750" y="2794254"/>
            <a:ext cx="16152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16-line453"/>
          <p:cNvSpPr/>
          <p:nvPr/>
        </p:nvSpPr>
        <p:spPr>
          <a:xfrm>
            <a:off x="1817594" y="2644590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6-line454"/>
          <p:cNvSpPr/>
          <p:nvPr/>
        </p:nvSpPr>
        <p:spPr>
          <a:xfrm>
            <a:off x="1841038" y="2496566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6-line455"/>
          <p:cNvSpPr/>
          <p:nvPr/>
        </p:nvSpPr>
        <p:spPr>
          <a:xfrm>
            <a:off x="1879827" y="2351804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6-line456"/>
          <p:cNvSpPr/>
          <p:nvPr/>
        </p:nvSpPr>
        <p:spPr>
          <a:xfrm>
            <a:off x="1933535" y="2211889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6-line457"/>
          <p:cNvSpPr/>
          <p:nvPr/>
        </p:nvSpPr>
        <p:spPr>
          <a:xfrm>
            <a:off x="2001575" y="2078355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16-line458"/>
          <p:cNvSpPr/>
          <p:nvPr/>
        </p:nvSpPr>
        <p:spPr>
          <a:xfrm>
            <a:off x="2083199" y="1952664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6-line459"/>
          <p:cNvSpPr/>
          <p:nvPr/>
        </p:nvSpPr>
        <p:spPr>
          <a:xfrm>
            <a:off x="2177515" y="1836194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6-line460"/>
          <p:cNvSpPr/>
          <p:nvPr/>
        </p:nvSpPr>
        <p:spPr>
          <a:xfrm>
            <a:off x="2283488" y="1730221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6-line461"/>
          <p:cNvSpPr/>
          <p:nvPr/>
        </p:nvSpPr>
        <p:spPr>
          <a:xfrm>
            <a:off x="2399958" y="1635905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6-line462"/>
          <p:cNvSpPr/>
          <p:nvPr/>
        </p:nvSpPr>
        <p:spPr>
          <a:xfrm>
            <a:off x="2525649" y="1554281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16-line463"/>
          <p:cNvSpPr/>
          <p:nvPr/>
        </p:nvSpPr>
        <p:spPr>
          <a:xfrm>
            <a:off x="2659183" y="1486241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6-line464"/>
          <p:cNvSpPr/>
          <p:nvPr/>
        </p:nvSpPr>
        <p:spPr>
          <a:xfrm>
            <a:off x="2799098" y="1432533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6-line465"/>
          <p:cNvSpPr/>
          <p:nvPr/>
        </p:nvSpPr>
        <p:spPr>
          <a:xfrm>
            <a:off x="2943860" y="1393744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6-line466"/>
          <p:cNvSpPr/>
          <p:nvPr/>
        </p:nvSpPr>
        <p:spPr>
          <a:xfrm>
            <a:off x="3091884" y="1370300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6-label467"/>
          <p:cNvSpPr txBox="1"/>
          <p:nvPr/>
        </p:nvSpPr>
        <p:spPr>
          <a:xfrm>
            <a:off x="3547236" y="160677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7" name="S16-label468"/>
          <p:cNvSpPr txBox="1"/>
          <p:nvPr/>
        </p:nvSpPr>
        <p:spPr>
          <a:xfrm>
            <a:off x="3971831" y="203136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8" name="S16-label469"/>
          <p:cNvSpPr txBox="1"/>
          <p:nvPr/>
        </p:nvSpPr>
        <p:spPr>
          <a:xfrm>
            <a:off x="4127243" y="26113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69" name="S16-label470"/>
          <p:cNvSpPr txBox="1"/>
          <p:nvPr/>
        </p:nvSpPr>
        <p:spPr>
          <a:xfrm>
            <a:off x="3971831" y="31913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70" name="S16-label471"/>
          <p:cNvSpPr txBox="1"/>
          <p:nvPr/>
        </p:nvSpPr>
        <p:spPr>
          <a:xfrm>
            <a:off x="3547236" y="36159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71" name="S16-label472"/>
          <p:cNvSpPr txBox="1"/>
          <p:nvPr/>
        </p:nvSpPr>
        <p:spPr>
          <a:xfrm>
            <a:off x="2967228" y="37713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2" name="S16-label473"/>
          <p:cNvSpPr txBox="1"/>
          <p:nvPr/>
        </p:nvSpPr>
        <p:spPr>
          <a:xfrm>
            <a:off x="2387220" y="36159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73" name="S16-label474"/>
          <p:cNvSpPr txBox="1"/>
          <p:nvPr/>
        </p:nvSpPr>
        <p:spPr>
          <a:xfrm>
            <a:off x="1962625" y="31913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74" name="S16-label475"/>
          <p:cNvSpPr txBox="1"/>
          <p:nvPr/>
        </p:nvSpPr>
        <p:spPr>
          <a:xfrm>
            <a:off x="1807213" y="26113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75" name="S16-label476"/>
          <p:cNvSpPr txBox="1"/>
          <p:nvPr/>
        </p:nvSpPr>
        <p:spPr>
          <a:xfrm>
            <a:off x="1962625" y="203136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76" name="S16-label477"/>
          <p:cNvSpPr txBox="1"/>
          <p:nvPr/>
        </p:nvSpPr>
        <p:spPr>
          <a:xfrm>
            <a:off x="2387220" y="160677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400" dirty="0"/>
          </a:p>
        </p:txBody>
      </p:sp>
      <p:sp>
        <p:nvSpPr>
          <p:cNvPr id="77" name="S16-label478"/>
          <p:cNvSpPr txBox="1"/>
          <p:nvPr/>
        </p:nvSpPr>
        <p:spPr>
          <a:xfrm>
            <a:off x="2967228" y="1451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78" name="S16-line479"/>
          <p:cNvSpPr/>
          <p:nvPr/>
        </p:nvSpPr>
        <p:spPr>
          <a:xfrm flipV="1">
            <a:off x="3241548" y="2234728"/>
            <a:ext cx="323042" cy="55952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16-line480"/>
          <p:cNvSpPr/>
          <p:nvPr/>
        </p:nvSpPr>
        <p:spPr>
          <a:xfrm flipV="1">
            <a:off x="3241548" y="1854495"/>
            <a:ext cx="0" cy="939759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16-pin481"/>
          <p:cNvSpPr/>
          <p:nvPr/>
        </p:nvSpPr>
        <p:spPr>
          <a:xfrm>
            <a:off x="3186684" y="273939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16-label482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</a:t>
            </a:r>
            <a:endParaRPr lang="ko-KR" sz="2400" dirty="0"/>
          </a:p>
        </p:txBody>
      </p:sp>
      <p:sp>
        <p:nvSpPr>
          <p:cNvPr id="82" name="S16-figure483" descr="시계: 2시"/>
          <p:cNvSpPr/>
          <p:nvPr/>
        </p:nvSpPr>
        <p:spPr>
          <a:xfrm>
            <a:off x="7479030" y="1325880"/>
            <a:ext cx="2936748" cy="293674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16-line484"/>
          <p:cNvSpPr/>
          <p:nvPr/>
        </p:nvSpPr>
        <p:spPr>
          <a:xfrm>
            <a:off x="8947404" y="1362456"/>
            <a:ext cx="0" cy="1615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16-line485"/>
          <p:cNvSpPr/>
          <p:nvPr/>
        </p:nvSpPr>
        <p:spPr>
          <a:xfrm flipH="1">
            <a:off x="9089393" y="1370300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6-line486"/>
          <p:cNvSpPr/>
          <p:nvPr/>
        </p:nvSpPr>
        <p:spPr>
          <a:xfrm flipH="1">
            <a:off x="9229827" y="1393744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6-line487"/>
          <p:cNvSpPr/>
          <p:nvPr/>
        </p:nvSpPr>
        <p:spPr>
          <a:xfrm flipH="1">
            <a:off x="9367166" y="1432533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6-line488"/>
          <p:cNvSpPr/>
          <p:nvPr/>
        </p:nvSpPr>
        <p:spPr>
          <a:xfrm flipH="1">
            <a:off x="9499907" y="1486241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6-line489"/>
          <p:cNvSpPr/>
          <p:nvPr/>
        </p:nvSpPr>
        <p:spPr>
          <a:xfrm flipH="1">
            <a:off x="9582542" y="1554281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16-line490"/>
          <p:cNvSpPr/>
          <p:nvPr/>
        </p:nvSpPr>
        <p:spPr>
          <a:xfrm flipH="1">
            <a:off x="9745839" y="1635905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6-line491"/>
          <p:cNvSpPr/>
          <p:nvPr/>
        </p:nvSpPr>
        <p:spPr>
          <a:xfrm flipH="1">
            <a:off x="9856337" y="1730221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6-line492"/>
          <p:cNvSpPr/>
          <p:nvPr/>
        </p:nvSpPr>
        <p:spPr>
          <a:xfrm flipH="1">
            <a:off x="9956877" y="1836194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6-line493"/>
          <p:cNvSpPr/>
          <p:nvPr/>
        </p:nvSpPr>
        <p:spPr>
          <a:xfrm flipH="1">
            <a:off x="10046356" y="1952664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6-line494"/>
          <p:cNvSpPr/>
          <p:nvPr/>
        </p:nvSpPr>
        <p:spPr>
          <a:xfrm flipH="1">
            <a:off x="10047496" y="2078355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16-line495"/>
          <p:cNvSpPr/>
          <p:nvPr/>
        </p:nvSpPr>
        <p:spPr>
          <a:xfrm flipH="1">
            <a:off x="10188345" y="2211889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6-line496"/>
          <p:cNvSpPr/>
          <p:nvPr/>
        </p:nvSpPr>
        <p:spPr>
          <a:xfrm flipH="1">
            <a:off x="10239299" y="2351804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6-line497"/>
          <p:cNvSpPr/>
          <p:nvPr/>
        </p:nvSpPr>
        <p:spPr>
          <a:xfrm flipH="1">
            <a:off x="10276099" y="2496566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6-line498"/>
          <p:cNvSpPr/>
          <p:nvPr/>
        </p:nvSpPr>
        <p:spPr>
          <a:xfrm flipH="1">
            <a:off x="10298342" y="2644590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6-line499"/>
          <p:cNvSpPr/>
          <p:nvPr/>
        </p:nvSpPr>
        <p:spPr>
          <a:xfrm flipH="1">
            <a:off x="10217681" y="2794254"/>
            <a:ext cx="16152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16-line500"/>
          <p:cNvSpPr/>
          <p:nvPr/>
        </p:nvSpPr>
        <p:spPr>
          <a:xfrm flipH="1" flipV="1">
            <a:off x="10298342" y="2936243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6-line501"/>
          <p:cNvSpPr/>
          <p:nvPr/>
        </p:nvSpPr>
        <p:spPr>
          <a:xfrm flipH="1" flipV="1">
            <a:off x="10276099" y="3076677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6-line502"/>
          <p:cNvSpPr/>
          <p:nvPr/>
        </p:nvSpPr>
        <p:spPr>
          <a:xfrm flipH="1" flipV="1">
            <a:off x="10239299" y="3214016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6-line503"/>
          <p:cNvSpPr/>
          <p:nvPr/>
        </p:nvSpPr>
        <p:spPr>
          <a:xfrm flipH="1" flipV="1">
            <a:off x="10188345" y="3346757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6-line504"/>
          <p:cNvSpPr/>
          <p:nvPr/>
        </p:nvSpPr>
        <p:spPr>
          <a:xfrm flipH="1" flipV="1">
            <a:off x="10047496" y="3429392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16-line505"/>
          <p:cNvSpPr/>
          <p:nvPr/>
        </p:nvSpPr>
        <p:spPr>
          <a:xfrm flipH="1" flipV="1">
            <a:off x="10046356" y="3592689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6-line506"/>
          <p:cNvSpPr/>
          <p:nvPr/>
        </p:nvSpPr>
        <p:spPr>
          <a:xfrm flipH="1" flipV="1">
            <a:off x="9956877" y="3703187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6-line507"/>
          <p:cNvSpPr/>
          <p:nvPr/>
        </p:nvSpPr>
        <p:spPr>
          <a:xfrm flipH="1" flipV="1">
            <a:off x="9856337" y="3803727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6-line508"/>
          <p:cNvSpPr/>
          <p:nvPr/>
        </p:nvSpPr>
        <p:spPr>
          <a:xfrm flipH="1" flipV="1">
            <a:off x="9745839" y="3893206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6-line509"/>
          <p:cNvSpPr/>
          <p:nvPr/>
        </p:nvSpPr>
        <p:spPr>
          <a:xfrm flipH="1" flipV="1">
            <a:off x="9582542" y="3894346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16-line510"/>
          <p:cNvSpPr/>
          <p:nvPr/>
        </p:nvSpPr>
        <p:spPr>
          <a:xfrm flipH="1" flipV="1">
            <a:off x="9499907" y="4035195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6-line511"/>
          <p:cNvSpPr/>
          <p:nvPr/>
        </p:nvSpPr>
        <p:spPr>
          <a:xfrm flipH="1" flipV="1">
            <a:off x="9367166" y="4086149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6-line512"/>
          <p:cNvSpPr/>
          <p:nvPr/>
        </p:nvSpPr>
        <p:spPr>
          <a:xfrm flipH="1" flipV="1">
            <a:off x="9229827" y="4122949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6-line513"/>
          <p:cNvSpPr/>
          <p:nvPr/>
        </p:nvSpPr>
        <p:spPr>
          <a:xfrm flipH="1" flipV="1">
            <a:off x="9089393" y="4145192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6-line514"/>
          <p:cNvSpPr/>
          <p:nvPr/>
        </p:nvSpPr>
        <p:spPr>
          <a:xfrm flipV="1">
            <a:off x="8947404" y="4064531"/>
            <a:ext cx="0" cy="1615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16-line515"/>
          <p:cNvSpPr/>
          <p:nvPr/>
        </p:nvSpPr>
        <p:spPr>
          <a:xfrm flipV="1">
            <a:off x="8797740" y="4145192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6-line516"/>
          <p:cNvSpPr/>
          <p:nvPr/>
        </p:nvSpPr>
        <p:spPr>
          <a:xfrm flipV="1">
            <a:off x="8649716" y="4122949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6-line517"/>
          <p:cNvSpPr/>
          <p:nvPr/>
        </p:nvSpPr>
        <p:spPr>
          <a:xfrm flipV="1">
            <a:off x="8504954" y="4086149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6-line518"/>
          <p:cNvSpPr/>
          <p:nvPr/>
        </p:nvSpPr>
        <p:spPr>
          <a:xfrm flipV="1">
            <a:off x="8365039" y="4035195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6-line519"/>
          <p:cNvSpPr/>
          <p:nvPr/>
        </p:nvSpPr>
        <p:spPr>
          <a:xfrm flipV="1">
            <a:off x="8231505" y="3894346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16-line520"/>
          <p:cNvSpPr/>
          <p:nvPr/>
        </p:nvSpPr>
        <p:spPr>
          <a:xfrm flipV="1">
            <a:off x="8105814" y="3893206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6-line521"/>
          <p:cNvSpPr/>
          <p:nvPr/>
        </p:nvSpPr>
        <p:spPr>
          <a:xfrm flipV="1">
            <a:off x="7989344" y="3803727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6-line522"/>
          <p:cNvSpPr/>
          <p:nvPr/>
        </p:nvSpPr>
        <p:spPr>
          <a:xfrm flipV="1">
            <a:off x="7883371" y="3703187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6-line523"/>
          <p:cNvSpPr/>
          <p:nvPr/>
        </p:nvSpPr>
        <p:spPr>
          <a:xfrm flipV="1">
            <a:off x="7789055" y="3592689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6-line524"/>
          <p:cNvSpPr/>
          <p:nvPr/>
        </p:nvSpPr>
        <p:spPr>
          <a:xfrm flipV="1">
            <a:off x="7707431" y="3429392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16-line525"/>
          <p:cNvSpPr/>
          <p:nvPr/>
        </p:nvSpPr>
        <p:spPr>
          <a:xfrm flipV="1">
            <a:off x="7639391" y="3346757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6-line526"/>
          <p:cNvSpPr/>
          <p:nvPr/>
        </p:nvSpPr>
        <p:spPr>
          <a:xfrm flipV="1">
            <a:off x="7585683" y="3214016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6-line527"/>
          <p:cNvSpPr/>
          <p:nvPr/>
        </p:nvSpPr>
        <p:spPr>
          <a:xfrm flipV="1">
            <a:off x="7546894" y="3076677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6-line528"/>
          <p:cNvSpPr/>
          <p:nvPr/>
        </p:nvSpPr>
        <p:spPr>
          <a:xfrm flipV="1">
            <a:off x="7523450" y="2936243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6-line529"/>
          <p:cNvSpPr/>
          <p:nvPr/>
        </p:nvSpPr>
        <p:spPr>
          <a:xfrm>
            <a:off x="7515606" y="2794254"/>
            <a:ext cx="16152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16-line530"/>
          <p:cNvSpPr/>
          <p:nvPr/>
        </p:nvSpPr>
        <p:spPr>
          <a:xfrm>
            <a:off x="7523450" y="2644590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6-line531"/>
          <p:cNvSpPr/>
          <p:nvPr/>
        </p:nvSpPr>
        <p:spPr>
          <a:xfrm>
            <a:off x="7546894" y="2496566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6-line532"/>
          <p:cNvSpPr/>
          <p:nvPr/>
        </p:nvSpPr>
        <p:spPr>
          <a:xfrm>
            <a:off x="7585683" y="2351804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6-line533"/>
          <p:cNvSpPr/>
          <p:nvPr/>
        </p:nvSpPr>
        <p:spPr>
          <a:xfrm>
            <a:off x="7639391" y="2211889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6-line534"/>
          <p:cNvSpPr/>
          <p:nvPr/>
        </p:nvSpPr>
        <p:spPr>
          <a:xfrm>
            <a:off x="7707431" y="2078355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16-line535"/>
          <p:cNvSpPr/>
          <p:nvPr/>
        </p:nvSpPr>
        <p:spPr>
          <a:xfrm>
            <a:off x="7789055" y="1952664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16-line536"/>
          <p:cNvSpPr/>
          <p:nvPr/>
        </p:nvSpPr>
        <p:spPr>
          <a:xfrm>
            <a:off x="7883371" y="1836194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6-line537"/>
          <p:cNvSpPr/>
          <p:nvPr/>
        </p:nvSpPr>
        <p:spPr>
          <a:xfrm>
            <a:off x="7989344" y="1730221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6-line538"/>
          <p:cNvSpPr/>
          <p:nvPr/>
        </p:nvSpPr>
        <p:spPr>
          <a:xfrm>
            <a:off x="8105814" y="1635905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6-line539"/>
          <p:cNvSpPr/>
          <p:nvPr/>
        </p:nvSpPr>
        <p:spPr>
          <a:xfrm>
            <a:off x="8231505" y="1554281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16-line540"/>
          <p:cNvSpPr/>
          <p:nvPr/>
        </p:nvSpPr>
        <p:spPr>
          <a:xfrm>
            <a:off x="8365039" y="1486241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16-line541"/>
          <p:cNvSpPr/>
          <p:nvPr/>
        </p:nvSpPr>
        <p:spPr>
          <a:xfrm>
            <a:off x="8504954" y="1432533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6-line542"/>
          <p:cNvSpPr/>
          <p:nvPr/>
        </p:nvSpPr>
        <p:spPr>
          <a:xfrm>
            <a:off x="8649716" y="1393744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6-line543"/>
          <p:cNvSpPr/>
          <p:nvPr/>
        </p:nvSpPr>
        <p:spPr>
          <a:xfrm>
            <a:off x="8797740" y="1370300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6-label544"/>
          <p:cNvSpPr txBox="1"/>
          <p:nvPr/>
        </p:nvSpPr>
        <p:spPr>
          <a:xfrm>
            <a:off x="9253092" y="160677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44" name="S16-label545"/>
          <p:cNvSpPr txBox="1"/>
          <p:nvPr/>
        </p:nvSpPr>
        <p:spPr>
          <a:xfrm>
            <a:off x="9677687" y="203136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45" name="S16-label546"/>
          <p:cNvSpPr txBox="1"/>
          <p:nvPr/>
        </p:nvSpPr>
        <p:spPr>
          <a:xfrm>
            <a:off x="9833099" y="26113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46" name="S16-label547"/>
          <p:cNvSpPr txBox="1"/>
          <p:nvPr/>
        </p:nvSpPr>
        <p:spPr>
          <a:xfrm>
            <a:off x="9677687" y="31913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7" name="S16-label548"/>
          <p:cNvSpPr txBox="1"/>
          <p:nvPr/>
        </p:nvSpPr>
        <p:spPr>
          <a:xfrm>
            <a:off x="9253092" y="36159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48" name="S16-label549"/>
          <p:cNvSpPr txBox="1"/>
          <p:nvPr/>
        </p:nvSpPr>
        <p:spPr>
          <a:xfrm>
            <a:off x="8673084" y="37713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149" name="S16-label550"/>
          <p:cNvSpPr txBox="1"/>
          <p:nvPr/>
        </p:nvSpPr>
        <p:spPr>
          <a:xfrm>
            <a:off x="8093076" y="36159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150" name="S16-label551"/>
          <p:cNvSpPr txBox="1"/>
          <p:nvPr/>
        </p:nvSpPr>
        <p:spPr>
          <a:xfrm>
            <a:off x="7668481" y="31913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151" name="S16-label552"/>
          <p:cNvSpPr txBox="1"/>
          <p:nvPr/>
        </p:nvSpPr>
        <p:spPr>
          <a:xfrm>
            <a:off x="7513069" y="26113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152" name="S16-label553"/>
          <p:cNvSpPr txBox="1"/>
          <p:nvPr/>
        </p:nvSpPr>
        <p:spPr>
          <a:xfrm>
            <a:off x="7668481" y="203136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153" name="S16-label554"/>
          <p:cNvSpPr txBox="1"/>
          <p:nvPr/>
        </p:nvSpPr>
        <p:spPr>
          <a:xfrm>
            <a:off x="8093076" y="160677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400" dirty="0"/>
          </a:p>
        </p:txBody>
      </p:sp>
      <p:sp>
        <p:nvSpPr>
          <p:cNvPr id="154" name="S16-label555"/>
          <p:cNvSpPr txBox="1"/>
          <p:nvPr/>
        </p:nvSpPr>
        <p:spPr>
          <a:xfrm>
            <a:off x="8673084" y="1451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155" name="S16-line556"/>
          <p:cNvSpPr/>
          <p:nvPr/>
        </p:nvSpPr>
        <p:spPr>
          <a:xfrm flipV="1">
            <a:off x="8947404" y="2471212"/>
            <a:ext cx="559526" cy="323042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16-line557"/>
          <p:cNvSpPr/>
          <p:nvPr/>
        </p:nvSpPr>
        <p:spPr>
          <a:xfrm flipV="1">
            <a:off x="8947404" y="1854495"/>
            <a:ext cx="0" cy="939759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16-pin558"/>
          <p:cNvSpPr/>
          <p:nvPr/>
        </p:nvSpPr>
        <p:spPr>
          <a:xfrm>
            <a:off x="8892540" y="273939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16-label559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초와 시간의 계산</dc:title>
  <dc:subject>KR22-G03-MAT-SECOND-L01</dc:subject>
  <dc:creator>education-ppt</dc:creator>
  <cp:lastModifiedBy>education-ppt</cp:lastModifiedBy>
  <cp:revision>1</cp:revision>
  <dcterms:created xsi:type="dcterms:W3CDTF">2026-10-26T07:37:34Z</dcterms:created>
  <dcterms:modified xsi:type="dcterms:W3CDTF">2026-10-26T07:37:34Z</dcterms:modified>
</cp:coreProperties>
</file>