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d848017-a6cd-dc14-4e0c-26c31d0ebddf}">
          <p14:sldIdLst>
            <p14:sldId id="256"/>
            <p14:sldId id="257"/>
          </p14:sldIdLst>
        </p14:section>
        <p14:section name="개념" id="{67b0b472-d5ea-23fd-ab8c-3cf034506af1}">
          <p14:sldIdLst>
            <p14:sldId id="258"/>
            <p14:sldId id="259"/>
            <p14:sldId id="263"/>
            <p14:sldId id="264"/>
          </p14:sldIdLst>
        </p14:section>
        <p14:section name="연습" id="{dffe8afe-5e83-2e50-d139-ce3c4046cf20}">
          <p14:sldIdLst>
            <p14:sldId id="260"/>
            <p14:sldId id="261"/>
            <p14:sldId id="262"/>
            <p14:sldId id="265"/>
            <p14:sldId id="266"/>
          </p14:sldIdLst>
        </p14:section>
        <p14:section name="개념" id="{4d0ed858-7a51-5ea6-bdb7-6b6e8cd53aed}">
          <p14:sldIdLst/>
        </p14:section>
        <p14:section name="연습" id="{a873af59-f2bc-ba0c-b2d6-80e992e064ca}">
          <p14:sldIdLst/>
        </p14:section>
        <p14:section name="확인" id="{eb4af97e-a2d0-0e74-6c56-ed0eb527c974}">
          <p14:sldIdLst>
            <p14:sldId id="267"/>
            <p14:sldId id="268"/>
          </p14:sldIdLst>
        </p14:section>
        <p14:section name="정리" id="{e435ca90-dda1-cf52-614a-bd292c936605}">
          <p14:sldIdLst>
            <p14:sldId id="269"/>
          </p14:sldIdLst>
        </p14:section>
        <p14:section name="보충" id="{c2aefa3b-a8dd-c954-c5ea-ea7271caa992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도형과측정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mm와 km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mm와 km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mm와 km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mm와 km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아주 짧은 길이와 아주 먼 거리는 어떻게 나타낼까?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작은 눈금이 있는 4 cm 자와 2 cm 5 mm 막대"/>
          <p:cNvSpPr/>
          <p:nvPr/>
        </p:nvSpPr>
        <p:spPr>
          <a:xfrm>
            <a:off x="7772400" y="1907858"/>
            <a:ext cx="3749040" cy="1054417"/>
          </a:xfrm>
          <a:custGeom>
            <a:avLst/>
            <a:gdLst/>
            <a:ahLst/>
            <a:cxnLst/>
            <a:rect l="l" t="t" r="r" b="b"/>
            <a:pathLst>
              <a:path w="3749040" h="1054417">
                <a:moveTo>
                  <a:pt x="0" y="0"/>
                </a:moveTo>
                <a:lnTo>
                  <a:pt x="3749040" y="0"/>
                </a:lnTo>
                <a:lnTo>
                  <a:pt x="3749040" y="1054417"/>
                </a:lnTo>
                <a:lnTo>
                  <a:pt x="0" y="1054417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8084820" y="1907858"/>
            <a:ext cx="0" cy="39052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7" name="S01-label5"/>
          <p:cNvSpPr txBox="1"/>
          <p:nvPr/>
        </p:nvSpPr>
        <p:spPr>
          <a:xfrm>
            <a:off x="7929372" y="229076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8" name="S01-mark6"/>
          <p:cNvSpPr/>
          <p:nvPr/>
        </p:nvSpPr>
        <p:spPr>
          <a:xfrm>
            <a:off x="8162925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mark7"/>
          <p:cNvSpPr/>
          <p:nvPr/>
        </p:nvSpPr>
        <p:spPr>
          <a:xfrm>
            <a:off x="8241030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mark8"/>
          <p:cNvSpPr/>
          <p:nvPr/>
        </p:nvSpPr>
        <p:spPr>
          <a:xfrm>
            <a:off x="8319135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1-mark9"/>
          <p:cNvSpPr/>
          <p:nvPr/>
        </p:nvSpPr>
        <p:spPr>
          <a:xfrm>
            <a:off x="8397240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mark10"/>
          <p:cNvSpPr/>
          <p:nvPr/>
        </p:nvSpPr>
        <p:spPr>
          <a:xfrm>
            <a:off x="8475345" y="1907858"/>
            <a:ext cx="0" cy="2733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mark11"/>
          <p:cNvSpPr/>
          <p:nvPr/>
        </p:nvSpPr>
        <p:spPr>
          <a:xfrm>
            <a:off x="8553450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mark12"/>
          <p:cNvSpPr/>
          <p:nvPr/>
        </p:nvSpPr>
        <p:spPr>
          <a:xfrm>
            <a:off x="8631555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1-mark13"/>
          <p:cNvSpPr/>
          <p:nvPr/>
        </p:nvSpPr>
        <p:spPr>
          <a:xfrm>
            <a:off x="8709660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1-mark14"/>
          <p:cNvSpPr/>
          <p:nvPr/>
        </p:nvSpPr>
        <p:spPr>
          <a:xfrm>
            <a:off x="8787765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mark15"/>
          <p:cNvSpPr/>
          <p:nvPr/>
        </p:nvSpPr>
        <p:spPr>
          <a:xfrm>
            <a:off x="8865870" y="1907858"/>
            <a:ext cx="0" cy="39052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1-label17"/>
          <p:cNvSpPr txBox="1"/>
          <p:nvPr/>
        </p:nvSpPr>
        <p:spPr>
          <a:xfrm>
            <a:off x="8710422" y="229076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9" name="S01-mark18"/>
          <p:cNvSpPr/>
          <p:nvPr/>
        </p:nvSpPr>
        <p:spPr>
          <a:xfrm>
            <a:off x="8943975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mark19"/>
          <p:cNvSpPr/>
          <p:nvPr/>
        </p:nvSpPr>
        <p:spPr>
          <a:xfrm>
            <a:off x="9022080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1-mark20"/>
          <p:cNvSpPr/>
          <p:nvPr/>
        </p:nvSpPr>
        <p:spPr>
          <a:xfrm>
            <a:off x="9100185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mark21"/>
          <p:cNvSpPr/>
          <p:nvPr/>
        </p:nvSpPr>
        <p:spPr>
          <a:xfrm>
            <a:off x="9178290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mark22"/>
          <p:cNvSpPr/>
          <p:nvPr/>
        </p:nvSpPr>
        <p:spPr>
          <a:xfrm>
            <a:off x="9256395" y="1907858"/>
            <a:ext cx="0" cy="2733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mark23"/>
          <p:cNvSpPr/>
          <p:nvPr/>
        </p:nvSpPr>
        <p:spPr>
          <a:xfrm>
            <a:off x="9334500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1-mark24"/>
          <p:cNvSpPr/>
          <p:nvPr/>
        </p:nvSpPr>
        <p:spPr>
          <a:xfrm>
            <a:off x="9412605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1-mark25"/>
          <p:cNvSpPr/>
          <p:nvPr/>
        </p:nvSpPr>
        <p:spPr>
          <a:xfrm>
            <a:off x="9490710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1-mark26"/>
          <p:cNvSpPr/>
          <p:nvPr/>
        </p:nvSpPr>
        <p:spPr>
          <a:xfrm>
            <a:off x="9568815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1-mark27"/>
          <p:cNvSpPr/>
          <p:nvPr/>
        </p:nvSpPr>
        <p:spPr>
          <a:xfrm>
            <a:off x="9646920" y="1907858"/>
            <a:ext cx="0" cy="39052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9" name="S01-label29"/>
          <p:cNvSpPr txBox="1"/>
          <p:nvPr/>
        </p:nvSpPr>
        <p:spPr>
          <a:xfrm>
            <a:off x="9491472" y="229076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0" name="S01-mark30"/>
          <p:cNvSpPr/>
          <p:nvPr/>
        </p:nvSpPr>
        <p:spPr>
          <a:xfrm>
            <a:off x="9725025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1-mark31"/>
          <p:cNvSpPr/>
          <p:nvPr/>
        </p:nvSpPr>
        <p:spPr>
          <a:xfrm>
            <a:off x="9803130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1-mark32"/>
          <p:cNvSpPr/>
          <p:nvPr/>
        </p:nvSpPr>
        <p:spPr>
          <a:xfrm>
            <a:off x="9881235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1-mark33"/>
          <p:cNvSpPr/>
          <p:nvPr/>
        </p:nvSpPr>
        <p:spPr>
          <a:xfrm>
            <a:off x="9959340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1-mark34"/>
          <p:cNvSpPr/>
          <p:nvPr/>
        </p:nvSpPr>
        <p:spPr>
          <a:xfrm>
            <a:off x="10037445" y="1907858"/>
            <a:ext cx="0" cy="2733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1-mark35"/>
          <p:cNvSpPr/>
          <p:nvPr/>
        </p:nvSpPr>
        <p:spPr>
          <a:xfrm>
            <a:off x="10115550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1-mark36"/>
          <p:cNvSpPr/>
          <p:nvPr/>
        </p:nvSpPr>
        <p:spPr>
          <a:xfrm>
            <a:off x="10193655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1-mark37"/>
          <p:cNvSpPr/>
          <p:nvPr/>
        </p:nvSpPr>
        <p:spPr>
          <a:xfrm>
            <a:off x="10271760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1-mark38"/>
          <p:cNvSpPr/>
          <p:nvPr/>
        </p:nvSpPr>
        <p:spPr>
          <a:xfrm>
            <a:off x="10349865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1-mark39"/>
          <p:cNvSpPr/>
          <p:nvPr/>
        </p:nvSpPr>
        <p:spPr>
          <a:xfrm>
            <a:off x="10427970" y="1907858"/>
            <a:ext cx="0" cy="39052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0" name="S01-label41"/>
          <p:cNvSpPr txBox="1"/>
          <p:nvPr/>
        </p:nvSpPr>
        <p:spPr>
          <a:xfrm>
            <a:off x="10272522" y="229076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41" name="S01-mark42"/>
          <p:cNvSpPr/>
          <p:nvPr/>
        </p:nvSpPr>
        <p:spPr>
          <a:xfrm>
            <a:off x="10506075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1-mark43"/>
          <p:cNvSpPr/>
          <p:nvPr/>
        </p:nvSpPr>
        <p:spPr>
          <a:xfrm>
            <a:off x="10584180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1-mark44"/>
          <p:cNvSpPr/>
          <p:nvPr/>
        </p:nvSpPr>
        <p:spPr>
          <a:xfrm>
            <a:off x="10662285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1-mark45"/>
          <p:cNvSpPr/>
          <p:nvPr/>
        </p:nvSpPr>
        <p:spPr>
          <a:xfrm>
            <a:off x="10740390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1-mark46"/>
          <p:cNvSpPr/>
          <p:nvPr/>
        </p:nvSpPr>
        <p:spPr>
          <a:xfrm>
            <a:off x="10818495" y="1907858"/>
            <a:ext cx="0" cy="2733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1-mark47"/>
          <p:cNvSpPr/>
          <p:nvPr/>
        </p:nvSpPr>
        <p:spPr>
          <a:xfrm>
            <a:off x="10896600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1-mark48"/>
          <p:cNvSpPr/>
          <p:nvPr/>
        </p:nvSpPr>
        <p:spPr>
          <a:xfrm>
            <a:off x="10974705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1-mark49"/>
          <p:cNvSpPr/>
          <p:nvPr/>
        </p:nvSpPr>
        <p:spPr>
          <a:xfrm>
            <a:off x="11052810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1-mark50"/>
          <p:cNvSpPr/>
          <p:nvPr/>
        </p:nvSpPr>
        <p:spPr>
          <a:xfrm>
            <a:off x="11130915" y="1907858"/>
            <a:ext cx="0" cy="171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1-mark51"/>
          <p:cNvSpPr/>
          <p:nvPr/>
        </p:nvSpPr>
        <p:spPr>
          <a:xfrm>
            <a:off x="11209020" y="1907858"/>
            <a:ext cx="0" cy="39052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51" name="S01-label53"/>
          <p:cNvSpPr txBox="1"/>
          <p:nvPr/>
        </p:nvSpPr>
        <p:spPr>
          <a:xfrm>
            <a:off x="11053572" y="229076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52" name="S01-mark54"/>
          <p:cNvSpPr/>
          <p:nvPr/>
        </p:nvSpPr>
        <p:spPr>
          <a:xfrm>
            <a:off x="8084820" y="1400175"/>
            <a:ext cx="1952625" cy="312420"/>
          </a:xfrm>
          <a:custGeom>
            <a:avLst/>
            <a:gdLst/>
            <a:ahLst/>
            <a:cxnLst/>
            <a:rect l="l" t="t" r="r" b="b"/>
            <a:pathLst>
              <a:path w="1952625" h="312420">
                <a:moveTo>
                  <a:pt x="0" y="312420"/>
                </a:moveTo>
                <a:lnTo>
                  <a:pt x="1952625" y="312420"/>
                </a:lnTo>
                <a:lnTo>
                  <a:pt x="1952625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1-mark55"/>
          <p:cNvSpPr/>
          <p:nvPr/>
        </p:nvSpPr>
        <p:spPr>
          <a:xfrm>
            <a:off x="8084820" y="1712595"/>
            <a:ext cx="0" cy="195262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54" name="S01-mark56"/>
          <p:cNvSpPr/>
          <p:nvPr/>
        </p:nvSpPr>
        <p:spPr>
          <a:xfrm>
            <a:off x="10037445" y="1712595"/>
            <a:ext cx="0" cy="195262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55" name="S01-card57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6" name="S01-cardtext58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 cm = 10 mm를 알고 자로 길이를 재요.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 km = 1000 m를 알고 거리를 어림해요.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□에 알맞은 수를, ③은 길이를 말해요.</a:t>
            </a:r>
            <a:endParaRPr lang="ko-KR" sz="3000" dirty="0"/>
          </a:p>
        </p:txBody>
      </p:sp>
      <p:sp>
        <p:nvSpPr>
          <p:cNvPr id="4" name="S02-chip60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eqtext61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 = □ cm</a:t>
            </a:r>
            <a:endParaRPr lang="ko-KR" sz="3400" dirty="0"/>
          </a:p>
        </p:txBody>
      </p:sp>
      <p:sp>
        <p:nvSpPr>
          <p:cNvPr id="6" name="S02-chip62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eqtext63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m 30 cm = □ cm</a:t>
            </a:r>
            <a:endParaRPr lang="ko-KR" sz="3400" dirty="0"/>
          </a:p>
        </p:txBody>
      </p:sp>
      <p:sp>
        <p:nvSpPr>
          <p:cNvPr id="8" name="S02-chip64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2-figure65" descr="1 cm 눈금만 있는 8 cm 자와 6 cm 연필 막대"/>
          <p:cNvSpPr/>
          <p:nvPr/>
        </p:nvSpPr>
        <p:spPr>
          <a:xfrm>
            <a:off x="1892808" y="5453149"/>
            <a:ext cx="4389120" cy="673331"/>
          </a:xfrm>
          <a:custGeom>
            <a:avLst/>
            <a:gdLst/>
            <a:ahLst/>
            <a:cxnLst/>
            <a:rect l="l" t="t" r="r" b="b"/>
            <a:pathLst>
              <a:path w="4389120" h="673331">
                <a:moveTo>
                  <a:pt x="0" y="0"/>
                </a:moveTo>
                <a:lnTo>
                  <a:pt x="4389120" y="0"/>
                </a:lnTo>
                <a:lnTo>
                  <a:pt x="4389120" y="673331"/>
                </a:lnTo>
                <a:lnTo>
                  <a:pt x="0" y="673331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2-mark66"/>
          <p:cNvSpPr/>
          <p:nvPr/>
        </p:nvSpPr>
        <p:spPr>
          <a:xfrm>
            <a:off x="2092313" y="5453149"/>
            <a:ext cx="0" cy="249382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1" name="S02-label68"/>
          <p:cNvSpPr txBox="1"/>
          <p:nvPr/>
        </p:nvSpPr>
        <p:spPr>
          <a:xfrm>
            <a:off x="1936865" y="569491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2" name="S02-mark69"/>
          <p:cNvSpPr/>
          <p:nvPr/>
        </p:nvSpPr>
        <p:spPr>
          <a:xfrm>
            <a:off x="2341695" y="5453149"/>
            <a:ext cx="0" cy="1745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2-mark70"/>
          <p:cNvSpPr/>
          <p:nvPr/>
        </p:nvSpPr>
        <p:spPr>
          <a:xfrm>
            <a:off x="2591077" y="5453149"/>
            <a:ext cx="0" cy="249382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4" name="S02-label72"/>
          <p:cNvSpPr txBox="1"/>
          <p:nvPr/>
        </p:nvSpPr>
        <p:spPr>
          <a:xfrm>
            <a:off x="2435629" y="569491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5" name="S02-mark73"/>
          <p:cNvSpPr/>
          <p:nvPr/>
        </p:nvSpPr>
        <p:spPr>
          <a:xfrm>
            <a:off x="2840459" y="5453149"/>
            <a:ext cx="0" cy="1745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2-mark74"/>
          <p:cNvSpPr/>
          <p:nvPr/>
        </p:nvSpPr>
        <p:spPr>
          <a:xfrm>
            <a:off x="3089841" y="5453149"/>
            <a:ext cx="0" cy="249382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7" name="S02-label76"/>
          <p:cNvSpPr txBox="1"/>
          <p:nvPr/>
        </p:nvSpPr>
        <p:spPr>
          <a:xfrm>
            <a:off x="2934393" y="569491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8" name="S02-mark77"/>
          <p:cNvSpPr/>
          <p:nvPr/>
        </p:nvSpPr>
        <p:spPr>
          <a:xfrm>
            <a:off x="3339223" y="5453149"/>
            <a:ext cx="0" cy="1745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2-mark78"/>
          <p:cNvSpPr/>
          <p:nvPr/>
        </p:nvSpPr>
        <p:spPr>
          <a:xfrm>
            <a:off x="3588604" y="5453149"/>
            <a:ext cx="0" cy="249382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0" name="S02-label80"/>
          <p:cNvSpPr txBox="1"/>
          <p:nvPr/>
        </p:nvSpPr>
        <p:spPr>
          <a:xfrm>
            <a:off x="3433156" y="569491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1" name="S02-mark81"/>
          <p:cNvSpPr/>
          <p:nvPr/>
        </p:nvSpPr>
        <p:spPr>
          <a:xfrm>
            <a:off x="3837986" y="5453149"/>
            <a:ext cx="0" cy="1745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2-mark82"/>
          <p:cNvSpPr/>
          <p:nvPr/>
        </p:nvSpPr>
        <p:spPr>
          <a:xfrm>
            <a:off x="4087368" y="5453149"/>
            <a:ext cx="0" cy="249382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3" name="S02-label84"/>
          <p:cNvSpPr txBox="1"/>
          <p:nvPr/>
        </p:nvSpPr>
        <p:spPr>
          <a:xfrm>
            <a:off x="3931920" y="569491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4" name="S02-mark85"/>
          <p:cNvSpPr/>
          <p:nvPr/>
        </p:nvSpPr>
        <p:spPr>
          <a:xfrm>
            <a:off x="4336750" y="5453149"/>
            <a:ext cx="0" cy="1745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2-mark86"/>
          <p:cNvSpPr/>
          <p:nvPr/>
        </p:nvSpPr>
        <p:spPr>
          <a:xfrm>
            <a:off x="4586132" y="5453149"/>
            <a:ext cx="0" cy="249382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6" name="S02-label88"/>
          <p:cNvSpPr txBox="1"/>
          <p:nvPr/>
        </p:nvSpPr>
        <p:spPr>
          <a:xfrm>
            <a:off x="4430684" y="569491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27" name="S02-mark89"/>
          <p:cNvSpPr/>
          <p:nvPr/>
        </p:nvSpPr>
        <p:spPr>
          <a:xfrm>
            <a:off x="4835513" y="5453149"/>
            <a:ext cx="0" cy="1745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2-mark90"/>
          <p:cNvSpPr/>
          <p:nvPr/>
        </p:nvSpPr>
        <p:spPr>
          <a:xfrm>
            <a:off x="5084895" y="5453149"/>
            <a:ext cx="0" cy="249382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9" name="S02-label92"/>
          <p:cNvSpPr txBox="1"/>
          <p:nvPr/>
        </p:nvSpPr>
        <p:spPr>
          <a:xfrm>
            <a:off x="4929447" y="569491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30" name="S02-mark93"/>
          <p:cNvSpPr/>
          <p:nvPr/>
        </p:nvSpPr>
        <p:spPr>
          <a:xfrm>
            <a:off x="5334277" y="5453149"/>
            <a:ext cx="0" cy="1745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2-mark94"/>
          <p:cNvSpPr/>
          <p:nvPr/>
        </p:nvSpPr>
        <p:spPr>
          <a:xfrm>
            <a:off x="5583659" y="5453149"/>
            <a:ext cx="0" cy="249382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2" name="S02-label96"/>
          <p:cNvSpPr txBox="1"/>
          <p:nvPr/>
        </p:nvSpPr>
        <p:spPr>
          <a:xfrm>
            <a:off x="5428211" y="569491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33" name="S02-mark97"/>
          <p:cNvSpPr/>
          <p:nvPr/>
        </p:nvSpPr>
        <p:spPr>
          <a:xfrm>
            <a:off x="5833041" y="5453149"/>
            <a:ext cx="0" cy="1745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2-mark98"/>
          <p:cNvSpPr/>
          <p:nvPr/>
        </p:nvSpPr>
        <p:spPr>
          <a:xfrm>
            <a:off x="6082423" y="5453149"/>
            <a:ext cx="0" cy="249382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5" name="S02-label100"/>
          <p:cNvSpPr txBox="1"/>
          <p:nvPr/>
        </p:nvSpPr>
        <p:spPr>
          <a:xfrm>
            <a:off x="5926975" y="569491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36" name="S02-mark101"/>
          <p:cNvSpPr/>
          <p:nvPr/>
        </p:nvSpPr>
        <p:spPr>
          <a:xfrm>
            <a:off x="2092313" y="5128953"/>
            <a:ext cx="2992582" cy="199505"/>
          </a:xfrm>
          <a:custGeom>
            <a:avLst/>
            <a:gdLst/>
            <a:ahLst/>
            <a:cxnLst/>
            <a:rect l="l" t="t" r="r" b="b"/>
            <a:pathLst>
              <a:path w="2992582" h="199505">
                <a:moveTo>
                  <a:pt x="0" y="199505"/>
                </a:moveTo>
                <a:lnTo>
                  <a:pt x="2992582" y="199505"/>
                </a:lnTo>
                <a:lnTo>
                  <a:pt x="2992582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2-label103"/>
          <p:cNvSpPr txBox="1"/>
          <p:nvPr/>
        </p:nvSpPr>
        <p:spPr>
          <a:xfrm>
            <a:off x="3235036" y="5038205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</a:t>
            </a:r>
            <a:endParaRPr lang="ko-KR" sz="2400" dirty="0"/>
          </a:p>
        </p:txBody>
      </p:sp>
      <p:sp>
        <p:nvSpPr>
          <p:cNvPr id="38" name="S02-mark104"/>
          <p:cNvSpPr/>
          <p:nvPr/>
        </p:nvSpPr>
        <p:spPr>
          <a:xfrm>
            <a:off x="2092313" y="5328458"/>
            <a:ext cx="0" cy="124691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39" name="S02-mark105"/>
          <p:cNvSpPr/>
          <p:nvPr/>
        </p:nvSpPr>
        <p:spPr>
          <a:xfrm>
            <a:off x="5084895" y="5328458"/>
            <a:ext cx="0" cy="124691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mm</a:t>
            </a:r>
            <a:endParaRPr lang="ko-KR" sz="4000" dirty="0"/>
          </a:p>
        </p:txBody>
      </p:sp>
      <p:sp>
        <p:nvSpPr>
          <p:cNvPr id="3" name="S03-text10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cm를 똑같이 10칸으로 나눈 한 칸이 1 mm예요.</a:t>
            </a:r>
            <a:endParaRPr lang="ko-KR" sz="3000" dirty="0"/>
          </a:p>
        </p:txBody>
      </p:sp>
      <p:sp>
        <p:nvSpPr>
          <p:cNvPr id="4" name="S03-card107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108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mm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‘1 밀리미터’라고 읽어요</a:t>
            </a:r>
            <a:endParaRPr lang="ko-KR" sz="3000" dirty="0"/>
          </a:p>
        </p:txBody>
      </p:sp>
      <p:sp>
        <p:nvSpPr>
          <p:cNvPr id="6" name="S03-card109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10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 = 10 mm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눈금 10칸이 1 cm</a:t>
            </a:r>
            <a:endParaRPr lang="ko-KR" sz="3000" dirty="0"/>
          </a:p>
        </p:txBody>
      </p:sp>
      <p:sp>
        <p:nvSpPr>
          <p:cNvPr id="8" name="S03-figure111" descr="1 cm마다 큰 눈금, 1 mm마다 작은 눈금이 있는 3 cm 자. 0에서 1까지 1 cm 막대"/>
          <p:cNvSpPr/>
          <p:nvPr/>
        </p:nvSpPr>
        <p:spPr>
          <a:xfrm>
            <a:off x="4357116" y="3150870"/>
            <a:ext cx="3474720" cy="1234440"/>
          </a:xfrm>
          <a:custGeom>
            <a:avLst/>
            <a:gdLst/>
            <a:ahLst/>
            <a:cxnLst/>
            <a:rect l="l" t="t" r="r" b="b"/>
            <a:pathLst>
              <a:path w="3474720" h="1234440">
                <a:moveTo>
                  <a:pt x="0" y="0"/>
                </a:moveTo>
                <a:lnTo>
                  <a:pt x="3474720" y="0"/>
                </a:lnTo>
                <a:lnTo>
                  <a:pt x="3474720" y="1234440"/>
                </a:lnTo>
                <a:lnTo>
                  <a:pt x="0" y="123444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3-mark112"/>
          <p:cNvSpPr/>
          <p:nvPr/>
        </p:nvSpPr>
        <p:spPr>
          <a:xfrm>
            <a:off x="47228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0" name="S03-label114"/>
          <p:cNvSpPr txBox="1"/>
          <p:nvPr/>
        </p:nvSpPr>
        <p:spPr>
          <a:xfrm>
            <a:off x="4567428" y="36004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1" name="S03-mark115"/>
          <p:cNvSpPr/>
          <p:nvPr/>
        </p:nvSpPr>
        <p:spPr>
          <a:xfrm>
            <a:off x="481431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3-mark116"/>
          <p:cNvSpPr/>
          <p:nvPr/>
        </p:nvSpPr>
        <p:spPr>
          <a:xfrm>
            <a:off x="490575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3-mark117"/>
          <p:cNvSpPr/>
          <p:nvPr/>
        </p:nvSpPr>
        <p:spPr>
          <a:xfrm>
            <a:off x="499719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mark118"/>
          <p:cNvSpPr/>
          <p:nvPr/>
        </p:nvSpPr>
        <p:spPr>
          <a:xfrm>
            <a:off x="508863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mark119"/>
          <p:cNvSpPr/>
          <p:nvPr/>
        </p:nvSpPr>
        <p:spPr>
          <a:xfrm>
            <a:off x="5180076" y="315087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3-mark120"/>
          <p:cNvSpPr/>
          <p:nvPr/>
        </p:nvSpPr>
        <p:spPr>
          <a:xfrm>
            <a:off x="527151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3-mark121"/>
          <p:cNvSpPr/>
          <p:nvPr/>
        </p:nvSpPr>
        <p:spPr>
          <a:xfrm>
            <a:off x="536295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3-mark122"/>
          <p:cNvSpPr/>
          <p:nvPr/>
        </p:nvSpPr>
        <p:spPr>
          <a:xfrm>
            <a:off x="545439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mark123"/>
          <p:cNvSpPr/>
          <p:nvPr/>
        </p:nvSpPr>
        <p:spPr>
          <a:xfrm>
            <a:off x="554583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mark124"/>
          <p:cNvSpPr/>
          <p:nvPr/>
        </p:nvSpPr>
        <p:spPr>
          <a:xfrm>
            <a:off x="56372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1" name="S03-label126"/>
          <p:cNvSpPr txBox="1"/>
          <p:nvPr/>
        </p:nvSpPr>
        <p:spPr>
          <a:xfrm>
            <a:off x="5481828" y="36004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2" name="S03-mark127"/>
          <p:cNvSpPr/>
          <p:nvPr/>
        </p:nvSpPr>
        <p:spPr>
          <a:xfrm>
            <a:off x="572871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mark128"/>
          <p:cNvSpPr/>
          <p:nvPr/>
        </p:nvSpPr>
        <p:spPr>
          <a:xfrm>
            <a:off x="582015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mark129"/>
          <p:cNvSpPr/>
          <p:nvPr/>
        </p:nvSpPr>
        <p:spPr>
          <a:xfrm>
            <a:off x="591159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mark130"/>
          <p:cNvSpPr/>
          <p:nvPr/>
        </p:nvSpPr>
        <p:spPr>
          <a:xfrm>
            <a:off x="600303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3-mark131"/>
          <p:cNvSpPr/>
          <p:nvPr/>
        </p:nvSpPr>
        <p:spPr>
          <a:xfrm>
            <a:off x="6094476" y="315087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3-mark132"/>
          <p:cNvSpPr/>
          <p:nvPr/>
        </p:nvSpPr>
        <p:spPr>
          <a:xfrm>
            <a:off x="618591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3-mark133"/>
          <p:cNvSpPr/>
          <p:nvPr/>
        </p:nvSpPr>
        <p:spPr>
          <a:xfrm>
            <a:off x="627735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mark134"/>
          <p:cNvSpPr/>
          <p:nvPr/>
        </p:nvSpPr>
        <p:spPr>
          <a:xfrm>
            <a:off x="636879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mark135"/>
          <p:cNvSpPr/>
          <p:nvPr/>
        </p:nvSpPr>
        <p:spPr>
          <a:xfrm>
            <a:off x="646023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mark136"/>
          <p:cNvSpPr/>
          <p:nvPr/>
        </p:nvSpPr>
        <p:spPr>
          <a:xfrm>
            <a:off x="65516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2" name="S03-label138"/>
          <p:cNvSpPr txBox="1"/>
          <p:nvPr/>
        </p:nvSpPr>
        <p:spPr>
          <a:xfrm>
            <a:off x="6396228" y="36004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3" name="S03-mark139"/>
          <p:cNvSpPr/>
          <p:nvPr/>
        </p:nvSpPr>
        <p:spPr>
          <a:xfrm>
            <a:off x="664311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mark140"/>
          <p:cNvSpPr/>
          <p:nvPr/>
        </p:nvSpPr>
        <p:spPr>
          <a:xfrm>
            <a:off x="673455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mark141"/>
          <p:cNvSpPr/>
          <p:nvPr/>
        </p:nvSpPr>
        <p:spPr>
          <a:xfrm>
            <a:off x="682599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3-mark142"/>
          <p:cNvSpPr/>
          <p:nvPr/>
        </p:nvSpPr>
        <p:spPr>
          <a:xfrm>
            <a:off x="691743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3-mark143"/>
          <p:cNvSpPr/>
          <p:nvPr/>
        </p:nvSpPr>
        <p:spPr>
          <a:xfrm>
            <a:off x="7008876" y="315087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3-mark144"/>
          <p:cNvSpPr/>
          <p:nvPr/>
        </p:nvSpPr>
        <p:spPr>
          <a:xfrm>
            <a:off x="710031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3-mark145"/>
          <p:cNvSpPr/>
          <p:nvPr/>
        </p:nvSpPr>
        <p:spPr>
          <a:xfrm>
            <a:off x="719175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3-mark146"/>
          <p:cNvSpPr/>
          <p:nvPr/>
        </p:nvSpPr>
        <p:spPr>
          <a:xfrm>
            <a:off x="728319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3-mark147"/>
          <p:cNvSpPr/>
          <p:nvPr/>
        </p:nvSpPr>
        <p:spPr>
          <a:xfrm>
            <a:off x="7374636" y="3150870"/>
            <a:ext cx="0" cy="201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3-mark148"/>
          <p:cNvSpPr/>
          <p:nvPr/>
        </p:nvSpPr>
        <p:spPr>
          <a:xfrm>
            <a:off x="74660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3" name="S03-label150"/>
          <p:cNvSpPr txBox="1"/>
          <p:nvPr/>
        </p:nvSpPr>
        <p:spPr>
          <a:xfrm>
            <a:off x="7310628" y="36004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44" name="S03-mark151"/>
          <p:cNvSpPr/>
          <p:nvPr/>
        </p:nvSpPr>
        <p:spPr>
          <a:xfrm>
            <a:off x="4722876" y="2556510"/>
            <a:ext cx="914400" cy="365760"/>
          </a:xfrm>
          <a:custGeom>
            <a:avLst/>
            <a:gdLst/>
            <a:ahLst/>
            <a:cxnLst/>
            <a:rect l="l" t="t" r="r" b="b"/>
            <a:pathLst>
              <a:path w="914400" h="365760">
                <a:moveTo>
                  <a:pt x="0" y="365760"/>
                </a:moveTo>
                <a:lnTo>
                  <a:pt x="914400" y="36576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3-label153"/>
          <p:cNvSpPr txBox="1"/>
          <p:nvPr/>
        </p:nvSpPr>
        <p:spPr>
          <a:xfrm>
            <a:off x="4768596" y="2548890"/>
            <a:ext cx="8229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</a:t>
            </a:r>
            <a:endParaRPr lang="ko-KR" sz="2400" dirty="0"/>
          </a:p>
        </p:txBody>
      </p:sp>
      <p:sp>
        <p:nvSpPr>
          <p:cNvPr id="46" name="S03-mark154"/>
          <p:cNvSpPr/>
          <p:nvPr/>
        </p:nvSpPr>
        <p:spPr>
          <a:xfrm>
            <a:off x="4722876" y="2922270"/>
            <a:ext cx="0" cy="228600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47" name="S03-mark155"/>
          <p:cNvSpPr/>
          <p:nvPr/>
        </p:nvSpPr>
        <p:spPr>
          <a:xfrm>
            <a:off x="5637276" y="2922270"/>
            <a:ext cx="0" cy="228600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cm 3 mm</a:t>
            </a:r>
            <a:endParaRPr lang="ko-KR" sz="4000" dirty="0"/>
          </a:p>
        </p:txBody>
      </p:sp>
      <p:sp>
        <p:nvSpPr>
          <p:cNvPr id="3" name="S04-text1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지우개의 길이를 재었어요.</a:t>
            </a:r>
            <a:endParaRPr lang="ko-KR" sz="3000" dirty="0"/>
          </a:p>
        </p:txBody>
      </p:sp>
      <p:sp>
        <p:nvSpPr>
          <p:cNvPr id="4" name="S04-card1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cm 3 mm는 ‘4 센티미터 3 밀리미터’라고 읽어요.</a:t>
            </a:r>
            <a:endParaRPr lang="ko-KR" sz="3000" dirty="0"/>
          </a:p>
        </p:txBody>
      </p:sp>
      <p:sp>
        <p:nvSpPr>
          <p:cNvPr id="6" name="S04-card159"/>
          <p:cNvSpPr/>
          <p:nvPr/>
        </p:nvSpPr>
        <p:spPr>
          <a:xfrm>
            <a:off x="548640" y="387858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160"/>
          <p:cNvSpPr txBox="1"/>
          <p:nvPr/>
        </p:nvSpPr>
        <p:spPr>
          <a:xfrm>
            <a:off x="822960" y="401574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cm 3 mm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cm보다 3 mm 더 길어요</a:t>
            </a:r>
            <a:endParaRPr lang="ko-KR" sz="3000" dirty="0"/>
          </a:p>
        </p:txBody>
      </p:sp>
      <p:sp>
        <p:nvSpPr>
          <p:cNvPr id="8" name="S04-card161"/>
          <p:cNvSpPr/>
          <p:nvPr/>
        </p:nvSpPr>
        <p:spPr>
          <a:xfrm>
            <a:off x="6208776" y="387858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162"/>
          <p:cNvSpPr txBox="1"/>
          <p:nvPr/>
        </p:nvSpPr>
        <p:spPr>
          <a:xfrm>
            <a:off x="6483096" y="401574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 mm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cm = 40 mm, 40 + 3 = 43</a:t>
            </a:r>
            <a:endParaRPr lang="ko-KR" sz="3000" dirty="0"/>
          </a:p>
        </p:txBody>
      </p:sp>
      <p:sp>
        <p:nvSpPr>
          <p:cNvPr id="10" name="S04-figure163" descr="6 cm 자와 0에서 4 cm 3 mm까지 지우개 막대"/>
          <p:cNvSpPr/>
          <p:nvPr/>
        </p:nvSpPr>
        <p:spPr>
          <a:xfrm>
            <a:off x="3845191" y="2665441"/>
            <a:ext cx="4498571" cy="893099"/>
          </a:xfrm>
          <a:custGeom>
            <a:avLst/>
            <a:gdLst/>
            <a:ahLst/>
            <a:cxnLst/>
            <a:rect l="l" t="t" r="r" b="b"/>
            <a:pathLst>
              <a:path w="4498571" h="893099">
                <a:moveTo>
                  <a:pt x="0" y="0"/>
                </a:moveTo>
                <a:lnTo>
                  <a:pt x="4498571" y="0"/>
                </a:lnTo>
                <a:lnTo>
                  <a:pt x="4498571" y="893099"/>
                </a:lnTo>
                <a:lnTo>
                  <a:pt x="0" y="893099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mark164"/>
          <p:cNvSpPr/>
          <p:nvPr/>
        </p:nvSpPr>
        <p:spPr>
          <a:xfrm>
            <a:off x="4109812" y="2665441"/>
            <a:ext cx="0" cy="330777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2" name="S04-label166"/>
          <p:cNvSpPr txBox="1"/>
          <p:nvPr/>
        </p:nvSpPr>
        <p:spPr>
          <a:xfrm>
            <a:off x="3954364" y="298859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3" name="S04-mark167"/>
          <p:cNvSpPr/>
          <p:nvPr/>
        </p:nvSpPr>
        <p:spPr>
          <a:xfrm>
            <a:off x="4175968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4-mark168"/>
          <p:cNvSpPr/>
          <p:nvPr/>
        </p:nvSpPr>
        <p:spPr>
          <a:xfrm>
            <a:off x="4242123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4-mark169"/>
          <p:cNvSpPr/>
          <p:nvPr/>
        </p:nvSpPr>
        <p:spPr>
          <a:xfrm>
            <a:off x="4308279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4-mark170"/>
          <p:cNvSpPr/>
          <p:nvPr/>
        </p:nvSpPr>
        <p:spPr>
          <a:xfrm>
            <a:off x="4374434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4-mark171"/>
          <p:cNvSpPr/>
          <p:nvPr/>
        </p:nvSpPr>
        <p:spPr>
          <a:xfrm>
            <a:off x="4440590" y="2665441"/>
            <a:ext cx="0" cy="2315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mark172"/>
          <p:cNvSpPr/>
          <p:nvPr/>
        </p:nvSpPr>
        <p:spPr>
          <a:xfrm>
            <a:off x="4506745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mark173"/>
          <p:cNvSpPr/>
          <p:nvPr/>
        </p:nvSpPr>
        <p:spPr>
          <a:xfrm>
            <a:off x="4572901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4-mark174"/>
          <p:cNvSpPr/>
          <p:nvPr/>
        </p:nvSpPr>
        <p:spPr>
          <a:xfrm>
            <a:off x="4639056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4-mark175"/>
          <p:cNvSpPr/>
          <p:nvPr/>
        </p:nvSpPr>
        <p:spPr>
          <a:xfrm>
            <a:off x="4705211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4-mark176"/>
          <p:cNvSpPr/>
          <p:nvPr/>
        </p:nvSpPr>
        <p:spPr>
          <a:xfrm>
            <a:off x="4771367" y="2665441"/>
            <a:ext cx="0" cy="330777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3" name="S04-label178"/>
          <p:cNvSpPr txBox="1"/>
          <p:nvPr/>
        </p:nvSpPr>
        <p:spPr>
          <a:xfrm>
            <a:off x="4615919" y="298859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4" name="S04-mark179"/>
          <p:cNvSpPr/>
          <p:nvPr/>
        </p:nvSpPr>
        <p:spPr>
          <a:xfrm>
            <a:off x="4837522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4-mark180"/>
          <p:cNvSpPr/>
          <p:nvPr/>
        </p:nvSpPr>
        <p:spPr>
          <a:xfrm>
            <a:off x="4903678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4-mark181"/>
          <p:cNvSpPr/>
          <p:nvPr/>
        </p:nvSpPr>
        <p:spPr>
          <a:xfrm>
            <a:off x="4969833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4-mark182"/>
          <p:cNvSpPr/>
          <p:nvPr/>
        </p:nvSpPr>
        <p:spPr>
          <a:xfrm>
            <a:off x="5035989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4-mark183"/>
          <p:cNvSpPr/>
          <p:nvPr/>
        </p:nvSpPr>
        <p:spPr>
          <a:xfrm>
            <a:off x="5102144" y="2665441"/>
            <a:ext cx="0" cy="2315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4-mark184"/>
          <p:cNvSpPr/>
          <p:nvPr/>
        </p:nvSpPr>
        <p:spPr>
          <a:xfrm>
            <a:off x="5168300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4-mark185"/>
          <p:cNvSpPr/>
          <p:nvPr/>
        </p:nvSpPr>
        <p:spPr>
          <a:xfrm>
            <a:off x="5234455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4-mark186"/>
          <p:cNvSpPr/>
          <p:nvPr/>
        </p:nvSpPr>
        <p:spPr>
          <a:xfrm>
            <a:off x="5300611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4-mark187"/>
          <p:cNvSpPr/>
          <p:nvPr/>
        </p:nvSpPr>
        <p:spPr>
          <a:xfrm>
            <a:off x="5366766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4-mark188"/>
          <p:cNvSpPr/>
          <p:nvPr/>
        </p:nvSpPr>
        <p:spPr>
          <a:xfrm>
            <a:off x="5432921" y="2665441"/>
            <a:ext cx="0" cy="330777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4" name="S04-label190"/>
          <p:cNvSpPr txBox="1"/>
          <p:nvPr/>
        </p:nvSpPr>
        <p:spPr>
          <a:xfrm>
            <a:off x="5277473" y="298859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5" name="S04-mark191"/>
          <p:cNvSpPr/>
          <p:nvPr/>
        </p:nvSpPr>
        <p:spPr>
          <a:xfrm>
            <a:off x="5499077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4-mark192"/>
          <p:cNvSpPr/>
          <p:nvPr/>
        </p:nvSpPr>
        <p:spPr>
          <a:xfrm>
            <a:off x="5565232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4-mark193"/>
          <p:cNvSpPr/>
          <p:nvPr/>
        </p:nvSpPr>
        <p:spPr>
          <a:xfrm>
            <a:off x="5631388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mark194"/>
          <p:cNvSpPr/>
          <p:nvPr/>
        </p:nvSpPr>
        <p:spPr>
          <a:xfrm>
            <a:off x="5697543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mark195"/>
          <p:cNvSpPr/>
          <p:nvPr/>
        </p:nvSpPr>
        <p:spPr>
          <a:xfrm>
            <a:off x="5763699" y="2665441"/>
            <a:ext cx="0" cy="2315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4-mark196"/>
          <p:cNvSpPr/>
          <p:nvPr/>
        </p:nvSpPr>
        <p:spPr>
          <a:xfrm>
            <a:off x="5829854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4-mark197"/>
          <p:cNvSpPr/>
          <p:nvPr/>
        </p:nvSpPr>
        <p:spPr>
          <a:xfrm>
            <a:off x="5896010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4-mark198"/>
          <p:cNvSpPr/>
          <p:nvPr/>
        </p:nvSpPr>
        <p:spPr>
          <a:xfrm>
            <a:off x="5962165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4-mark199"/>
          <p:cNvSpPr/>
          <p:nvPr/>
        </p:nvSpPr>
        <p:spPr>
          <a:xfrm>
            <a:off x="6028321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4-mark200"/>
          <p:cNvSpPr/>
          <p:nvPr/>
        </p:nvSpPr>
        <p:spPr>
          <a:xfrm>
            <a:off x="6094476" y="2665441"/>
            <a:ext cx="0" cy="330777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5" name="S04-label202"/>
          <p:cNvSpPr txBox="1"/>
          <p:nvPr/>
        </p:nvSpPr>
        <p:spPr>
          <a:xfrm>
            <a:off x="5939028" y="298859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46" name="S04-mark203"/>
          <p:cNvSpPr/>
          <p:nvPr/>
        </p:nvSpPr>
        <p:spPr>
          <a:xfrm>
            <a:off x="6160631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4-mark204"/>
          <p:cNvSpPr/>
          <p:nvPr/>
        </p:nvSpPr>
        <p:spPr>
          <a:xfrm>
            <a:off x="6226787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4-mark205"/>
          <p:cNvSpPr/>
          <p:nvPr/>
        </p:nvSpPr>
        <p:spPr>
          <a:xfrm>
            <a:off x="6292942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4-mark206"/>
          <p:cNvSpPr/>
          <p:nvPr/>
        </p:nvSpPr>
        <p:spPr>
          <a:xfrm>
            <a:off x="6359098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4-mark207"/>
          <p:cNvSpPr/>
          <p:nvPr/>
        </p:nvSpPr>
        <p:spPr>
          <a:xfrm>
            <a:off x="6425253" y="2665441"/>
            <a:ext cx="0" cy="2315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4-mark208"/>
          <p:cNvSpPr/>
          <p:nvPr/>
        </p:nvSpPr>
        <p:spPr>
          <a:xfrm>
            <a:off x="6491409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4-mark209"/>
          <p:cNvSpPr/>
          <p:nvPr/>
        </p:nvSpPr>
        <p:spPr>
          <a:xfrm>
            <a:off x="6557564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4-mark210"/>
          <p:cNvSpPr/>
          <p:nvPr/>
        </p:nvSpPr>
        <p:spPr>
          <a:xfrm>
            <a:off x="6623720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4-mark211"/>
          <p:cNvSpPr/>
          <p:nvPr/>
        </p:nvSpPr>
        <p:spPr>
          <a:xfrm>
            <a:off x="6689875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4-mark212"/>
          <p:cNvSpPr/>
          <p:nvPr/>
        </p:nvSpPr>
        <p:spPr>
          <a:xfrm>
            <a:off x="6756031" y="2665441"/>
            <a:ext cx="0" cy="330777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56" name="S04-label214"/>
          <p:cNvSpPr txBox="1"/>
          <p:nvPr/>
        </p:nvSpPr>
        <p:spPr>
          <a:xfrm>
            <a:off x="6600583" y="298859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57" name="S04-mark215"/>
          <p:cNvSpPr/>
          <p:nvPr/>
        </p:nvSpPr>
        <p:spPr>
          <a:xfrm>
            <a:off x="6822186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4-mark216"/>
          <p:cNvSpPr/>
          <p:nvPr/>
        </p:nvSpPr>
        <p:spPr>
          <a:xfrm>
            <a:off x="6888341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4-mark217"/>
          <p:cNvSpPr/>
          <p:nvPr/>
        </p:nvSpPr>
        <p:spPr>
          <a:xfrm>
            <a:off x="6954497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4-mark218"/>
          <p:cNvSpPr/>
          <p:nvPr/>
        </p:nvSpPr>
        <p:spPr>
          <a:xfrm>
            <a:off x="7020652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4-mark219"/>
          <p:cNvSpPr/>
          <p:nvPr/>
        </p:nvSpPr>
        <p:spPr>
          <a:xfrm>
            <a:off x="7086808" y="2665441"/>
            <a:ext cx="0" cy="2315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4-mark220"/>
          <p:cNvSpPr/>
          <p:nvPr/>
        </p:nvSpPr>
        <p:spPr>
          <a:xfrm>
            <a:off x="7152963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4-mark221"/>
          <p:cNvSpPr/>
          <p:nvPr/>
        </p:nvSpPr>
        <p:spPr>
          <a:xfrm>
            <a:off x="7219119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4-mark222"/>
          <p:cNvSpPr/>
          <p:nvPr/>
        </p:nvSpPr>
        <p:spPr>
          <a:xfrm>
            <a:off x="7285274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4-mark223"/>
          <p:cNvSpPr/>
          <p:nvPr/>
        </p:nvSpPr>
        <p:spPr>
          <a:xfrm>
            <a:off x="7351430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4-mark224"/>
          <p:cNvSpPr/>
          <p:nvPr/>
        </p:nvSpPr>
        <p:spPr>
          <a:xfrm>
            <a:off x="7417585" y="2665441"/>
            <a:ext cx="0" cy="330777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67" name="S04-label226"/>
          <p:cNvSpPr txBox="1"/>
          <p:nvPr/>
        </p:nvSpPr>
        <p:spPr>
          <a:xfrm>
            <a:off x="7262137" y="298859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68" name="S04-mark227"/>
          <p:cNvSpPr/>
          <p:nvPr/>
        </p:nvSpPr>
        <p:spPr>
          <a:xfrm>
            <a:off x="7483741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4-mark228"/>
          <p:cNvSpPr/>
          <p:nvPr/>
        </p:nvSpPr>
        <p:spPr>
          <a:xfrm>
            <a:off x="7549896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4-mark229"/>
          <p:cNvSpPr/>
          <p:nvPr/>
        </p:nvSpPr>
        <p:spPr>
          <a:xfrm>
            <a:off x="7616051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4-mark230"/>
          <p:cNvSpPr/>
          <p:nvPr/>
        </p:nvSpPr>
        <p:spPr>
          <a:xfrm>
            <a:off x="7682207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4-mark231"/>
          <p:cNvSpPr/>
          <p:nvPr/>
        </p:nvSpPr>
        <p:spPr>
          <a:xfrm>
            <a:off x="7748362" y="2665441"/>
            <a:ext cx="0" cy="2315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4-mark232"/>
          <p:cNvSpPr/>
          <p:nvPr/>
        </p:nvSpPr>
        <p:spPr>
          <a:xfrm>
            <a:off x="7814518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4-mark233"/>
          <p:cNvSpPr/>
          <p:nvPr/>
        </p:nvSpPr>
        <p:spPr>
          <a:xfrm>
            <a:off x="7880673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4-mark234"/>
          <p:cNvSpPr/>
          <p:nvPr/>
        </p:nvSpPr>
        <p:spPr>
          <a:xfrm>
            <a:off x="7946829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4-mark235"/>
          <p:cNvSpPr/>
          <p:nvPr/>
        </p:nvSpPr>
        <p:spPr>
          <a:xfrm>
            <a:off x="8012984" y="2665441"/>
            <a:ext cx="0" cy="145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4-mark236"/>
          <p:cNvSpPr/>
          <p:nvPr/>
        </p:nvSpPr>
        <p:spPr>
          <a:xfrm>
            <a:off x="8079140" y="2665441"/>
            <a:ext cx="0" cy="330777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78" name="S04-label238"/>
          <p:cNvSpPr txBox="1"/>
          <p:nvPr/>
        </p:nvSpPr>
        <p:spPr>
          <a:xfrm>
            <a:off x="7923692" y="298859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79" name="S04-mark239"/>
          <p:cNvSpPr/>
          <p:nvPr/>
        </p:nvSpPr>
        <p:spPr>
          <a:xfrm>
            <a:off x="4109812" y="2235431"/>
            <a:ext cx="2844685" cy="264622"/>
          </a:xfrm>
          <a:custGeom>
            <a:avLst/>
            <a:gdLst/>
            <a:ahLst/>
            <a:cxnLst/>
            <a:rect l="l" t="t" r="r" b="b"/>
            <a:pathLst>
              <a:path w="2844685" h="264622">
                <a:moveTo>
                  <a:pt x="0" y="264622"/>
                </a:moveTo>
                <a:lnTo>
                  <a:pt x="2844685" y="264622"/>
                </a:lnTo>
                <a:lnTo>
                  <a:pt x="2844685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04-label241"/>
          <p:cNvSpPr txBox="1"/>
          <p:nvPr/>
        </p:nvSpPr>
        <p:spPr>
          <a:xfrm>
            <a:off x="5029235" y="2177242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지우개</a:t>
            </a:r>
            <a:endParaRPr lang="ko-KR" sz="2400" dirty="0"/>
          </a:p>
        </p:txBody>
      </p:sp>
      <p:sp>
        <p:nvSpPr>
          <p:cNvPr id="81" name="S04-mark242"/>
          <p:cNvSpPr/>
          <p:nvPr/>
        </p:nvSpPr>
        <p:spPr>
          <a:xfrm>
            <a:off x="4109812" y="2500053"/>
            <a:ext cx="0" cy="165389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82" name="S04-mark243"/>
          <p:cNvSpPr/>
          <p:nvPr/>
        </p:nvSpPr>
        <p:spPr>
          <a:xfrm>
            <a:off x="6954497" y="2500053"/>
            <a:ext cx="0" cy="165389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cm 몇 mm일까요?</a:t>
            </a:r>
            <a:endParaRPr lang="ko-KR" sz="4000" dirty="0"/>
          </a:p>
        </p:txBody>
      </p:sp>
      <p:sp>
        <p:nvSpPr>
          <p:cNvPr id="3" name="S05-text24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막대의 길이를 몇 cm 몇 mm와 몇 mm로 말해요.</a:t>
            </a:r>
            <a:endParaRPr lang="ko-KR" sz="3000" dirty="0"/>
          </a:p>
        </p:txBody>
      </p:sp>
      <p:sp>
        <p:nvSpPr>
          <p:cNvPr id="4" name="S05-card2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눈금을 먼저, 작은 눈금을 나중에 읽어요.</a:t>
            </a:r>
            <a:endParaRPr lang="ko-KR" sz="3000" dirty="0"/>
          </a:p>
        </p:txBody>
      </p:sp>
      <p:sp>
        <p:nvSpPr>
          <p:cNvPr id="6" name="S05-chip24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figure248" descr="6 cm 자와 0에서 3 cm 7 mm까지 막대 가"/>
          <p:cNvSpPr/>
          <p:nvPr/>
        </p:nvSpPr>
        <p:spPr>
          <a:xfrm>
            <a:off x="4513811" y="2597727"/>
            <a:ext cx="3956858" cy="785553"/>
          </a:xfrm>
          <a:custGeom>
            <a:avLst/>
            <a:gdLst/>
            <a:ahLst/>
            <a:cxnLst/>
            <a:rect l="l" t="t" r="r" b="b"/>
            <a:pathLst>
              <a:path w="3956858" h="785553">
                <a:moveTo>
                  <a:pt x="0" y="0"/>
                </a:moveTo>
                <a:lnTo>
                  <a:pt x="3956858" y="0"/>
                </a:lnTo>
                <a:lnTo>
                  <a:pt x="3956858" y="785553"/>
                </a:lnTo>
                <a:lnTo>
                  <a:pt x="0" y="785553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mark249"/>
          <p:cNvSpPr/>
          <p:nvPr/>
        </p:nvSpPr>
        <p:spPr>
          <a:xfrm>
            <a:off x="4746567" y="2597727"/>
            <a:ext cx="0" cy="2909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9" name="S05-label251"/>
          <p:cNvSpPr txBox="1"/>
          <p:nvPr/>
        </p:nvSpPr>
        <p:spPr>
          <a:xfrm>
            <a:off x="4591119" y="288105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0" name="S05-mark252"/>
          <p:cNvSpPr/>
          <p:nvPr/>
        </p:nvSpPr>
        <p:spPr>
          <a:xfrm>
            <a:off x="4804756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5-mark253"/>
          <p:cNvSpPr/>
          <p:nvPr/>
        </p:nvSpPr>
        <p:spPr>
          <a:xfrm>
            <a:off x="4862945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5-mark254"/>
          <p:cNvSpPr/>
          <p:nvPr/>
        </p:nvSpPr>
        <p:spPr>
          <a:xfrm>
            <a:off x="4921135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5-mark255"/>
          <p:cNvSpPr/>
          <p:nvPr/>
        </p:nvSpPr>
        <p:spPr>
          <a:xfrm>
            <a:off x="4979324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5-mark256"/>
          <p:cNvSpPr/>
          <p:nvPr/>
        </p:nvSpPr>
        <p:spPr>
          <a:xfrm>
            <a:off x="5037513" y="2597727"/>
            <a:ext cx="0" cy="203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5-mark257"/>
          <p:cNvSpPr/>
          <p:nvPr/>
        </p:nvSpPr>
        <p:spPr>
          <a:xfrm>
            <a:off x="5095702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5-mark258"/>
          <p:cNvSpPr/>
          <p:nvPr/>
        </p:nvSpPr>
        <p:spPr>
          <a:xfrm>
            <a:off x="5153891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5-mark259"/>
          <p:cNvSpPr/>
          <p:nvPr/>
        </p:nvSpPr>
        <p:spPr>
          <a:xfrm>
            <a:off x="5212080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5-mark260"/>
          <p:cNvSpPr/>
          <p:nvPr/>
        </p:nvSpPr>
        <p:spPr>
          <a:xfrm>
            <a:off x="5270269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5-mark261"/>
          <p:cNvSpPr/>
          <p:nvPr/>
        </p:nvSpPr>
        <p:spPr>
          <a:xfrm>
            <a:off x="5328458" y="2597727"/>
            <a:ext cx="0" cy="2909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0" name="S05-label263"/>
          <p:cNvSpPr txBox="1"/>
          <p:nvPr/>
        </p:nvSpPr>
        <p:spPr>
          <a:xfrm>
            <a:off x="5173010" y="288105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1" name="S05-mark264"/>
          <p:cNvSpPr/>
          <p:nvPr/>
        </p:nvSpPr>
        <p:spPr>
          <a:xfrm>
            <a:off x="5386647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5-mark265"/>
          <p:cNvSpPr/>
          <p:nvPr/>
        </p:nvSpPr>
        <p:spPr>
          <a:xfrm>
            <a:off x="5444836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5-mark266"/>
          <p:cNvSpPr/>
          <p:nvPr/>
        </p:nvSpPr>
        <p:spPr>
          <a:xfrm>
            <a:off x="5503025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5-mark267"/>
          <p:cNvSpPr/>
          <p:nvPr/>
        </p:nvSpPr>
        <p:spPr>
          <a:xfrm>
            <a:off x="5561215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5-mark268"/>
          <p:cNvSpPr/>
          <p:nvPr/>
        </p:nvSpPr>
        <p:spPr>
          <a:xfrm>
            <a:off x="5619404" y="2597727"/>
            <a:ext cx="0" cy="203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5-mark269"/>
          <p:cNvSpPr/>
          <p:nvPr/>
        </p:nvSpPr>
        <p:spPr>
          <a:xfrm>
            <a:off x="5677593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5-mark270"/>
          <p:cNvSpPr/>
          <p:nvPr/>
        </p:nvSpPr>
        <p:spPr>
          <a:xfrm>
            <a:off x="5735782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5-mark271"/>
          <p:cNvSpPr/>
          <p:nvPr/>
        </p:nvSpPr>
        <p:spPr>
          <a:xfrm>
            <a:off x="5793971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5-mark272"/>
          <p:cNvSpPr/>
          <p:nvPr/>
        </p:nvSpPr>
        <p:spPr>
          <a:xfrm>
            <a:off x="5852160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5-mark273"/>
          <p:cNvSpPr/>
          <p:nvPr/>
        </p:nvSpPr>
        <p:spPr>
          <a:xfrm>
            <a:off x="5910349" y="2597727"/>
            <a:ext cx="0" cy="2909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1" name="S05-label275"/>
          <p:cNvSpPr txBox="1"/>
          <p:nvPr/>
        </p:nvSpPr>
        <p:spPr>
          <a:xfrm>
            <a:off x="5754901" y="288105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2" name="S05-mark276"/>
          <p:cNvSpPr/>
          <p:nvPr/>
        </p:nvSpPr>
        <p:spPr>
          <a:xfrm>
            <a:off x="5968538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5-mark277"/>
          <p:cNvSpPr/>
          <p:nvPr/>
        </p:nvSpPr>
        <p:spPr>
          <a:xfrm>
            <a:off x="6026727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5-mark278"/>
          <p:cNvSpPr/>
          <p:nvPr/>
        </p:nvSpPr>
        <p:spPr>
          <a:xfrm>
            <a:off x="6084916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5-mark279"/>
          <p:cNvSpPr/>
          <p:nvPr/>
        </p:nvSpPr>
        <p:spPr>
          <a:xfrm>
            <a:off x="6143105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5-mark280"/>
          <p:cNvSpPr/>
          <p:nvPr/>
        </p:nvSpPr>
        <p:spPr>
          <a:xfrm>
            <a:off x="6201295" y="2597727"/>
            <a:ext cx="0" cy="203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5-mark281"/>
          <p:cNvSpPr/>
          <p:nvPr/>
        </p:nvSpPr>
        <p:spPr>
          <a:xfrm>
            <a:off x="6259484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5-mark282"/>
          <p:cNvSpPr/>
          <p:nvPr/>
        </p:nvSpPr>
        <p:spPr>
          <a:xfrm>
            <a:off x="6317673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5-mark283"/>
          <p:cNvSpPr/>
          <p:nvPr/>
        </p:nvSpPr>
        <p:spPr>
          <a:xfrm>
            <a:off x="6375862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5-mark284"/>
          <p:cNvSpPr/>
          <p:nvPr/>
        </p:nvSpPr>
        <p:spPr>
          <a:xfrm>
            <a:off x="6434051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5-mark285"/>
          <p:cNvSpPr/>
          <p:nvPr/>
        </p:nvSpPr>
        <p:spPr>
          <a:xfrm>
            <a:off x="6492240" y="2597727"/>
            <a:ext cx="0" cy="2909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2" name="S05-label287"/>
          <p:cNvSpPr txBox="1"/>
          <p:nvPr/>
        </p:nvSpPr>
        <p:spPr>
          <a:xfrm>
            <a:off x="6336792" y="288105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43" name="S05-mark288"/>
          <p:cNvSpPr/>
          <p:nvPr/>
        </p:nvSpPr>
        <p:spPr>
          <a:xfrm>
            <a:off x="6550429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5-mark289"/>
          <p:cNvSpPr/>
          <p:nvPr/>
        </p:nvSpPr>
        <p:spPr>
          <a:xfrm>
            <a:off x="6608618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5-mark290"/>
          <p:cNvSpPr/>
          <p:nvPr/>
        </p:nvSpPr>
        <p:spPr>
          <a:xfrm>
            <a:off x="6666807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5-mark291"/>
          <p:cNvSpPr/>
          <p:nvPr/>
        </p:nvSpPr>
        <p:spPr>
          <a:xfrm>
            <a:off x="6724996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5-mark292"/>
          <p:cNvSpPr/>
          <p:nvPr/>
        </p:nvSpPr>
        <p:spPr>
          <a:xfrm>
            <a:off x="6783185" y="2597727"/>
            <a:ext cx="0" cy="203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5-mark293"/>
          <p:cNvSpPr/>
          <p:nvPr/>
        </p:nvSpPr>
        <p:spPr>
          <a:xfrm>
            <a:off x="6841375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5-mark294"/>
          <p:cNvSpPr/>
          <p:nvPr/>
        </p:nvSpPr>
        <p:spPr>
          <a:xfrm>
            <a:off x="6899564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5-mark295"/>
          <p:cNvSpPr/>
          <p:nvPr/>
        </p:nvSpPr>
        <p:spPr>
          <a:xfrm>
            <a:off x="6957753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5-mark296"/>
          <p:cNvSpPr/>
          <p:nvPr/>
        </p:nvSpPr>
        <p:spPr>
          <a:xfrm>
            <a:off x="7015942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5-mark297"/>
          <p:cNvSpPr/>
          <p:nvPr/>
        </p:nvSpPr>
        <p:spPr>
          <a:xfrm>
            <a:off x="7074131" y="2597727"/>
            <a:ext cx="0" cy="2909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53" name="S05-label299"/>
          <p:cNvSpPr txBox="1"/>
          <p:nvPr/>
        </p:nvSpPr>
        <p:spPr>
          <a:xfrm>
            <a:off x="6918683" y="288105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54" name="S05-mark300"/>
          <p:cNvSpPr/>
          <p:nvPr/>
        </p:nvSpPr>
        <p:spPr>
          <a:xfrm>
            <a:off x="7132320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5-mark301"/>
          <p:cNvSpPr/>
          <p:nvPr/>
        </p:nvSpPr>
        <p:spPr>
          <a:xfrm>
            <a:off x="7190509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5-mark302"/>
          <p:cNvSpPr/>
          <p:nvPr/>
        </p:nvSpPr>
        <p:spPr>
          <a:xfrm>
            <a:off x="7248698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5-mark303"/>
          <p:cNvSpPr/>
          <p:nvPr/>
        </p:nvSpPr>
        <p:spPr>
          <a:xfrm>
            <a:off x="7306887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5-mark304"/>
          <p:cNvSpPr/>
          <p:nvPr/>
        </p:nvSpPr>
        <p:spPr>
          <a:xfrm>
            <a:off x="7365076" y="2597727"/>
            <a:ext cx="0" cy="203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5-mark305"/>
          <p:cNvSpPr/>
          <p:nvPr/>
        </p:nvSpPr>
        <p:spPr>
          <a:xfrm>
            <a:off x="7423265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5-mark306"/>
          <p:cNvSpPr/>
          <p:nvPr/>
        </p:nvSpPr>
        <p:spPr>
          <a:xfrm>
            <a:off x="7481455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5-mark307"/>
          <p:cNvSpPr/>
          <p:nvPr/>
        </p:nvSpPr>
        <p:spPr>
          <a:xfrm>
            <a:off x="7539644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5-mark308"/>
          <p:cNvSpPr/>
          <p:nvPr/>
        </p:nvSpPr>
        <p:spPr>
          <a:xfrm>
            <a:off x="7597833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5-mark309"/>
          <p:cNvSpPr/>
          <p:nvPr/>
        </p:nvSpPr>
        <p:spPr>
          <a:xfrm>
            <a:off x="7656022" y="2597727"/>
            <a:ext cx="0" cy="2909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64" name="S05-label311"/>
          <p:cNvSpPr txBox="1"/>
          <p:nvPr/>
        </p:nvSpPr>
        <p:spPr>
          <a:xfrm>
            <a:off x="7500574" y="288105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65" name="S05-mark312"/>
          <p:cNvSpPr/>
          <p:nvPr/>
        </p:nvSpPr>
        <p:spPr>
          <a:xfrm>
            <a:off x="7714211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5-mark313"/>
          <p:cNvSpPr/>
          <p:nvPr/>
        </p:nvSpPr>
        <p:spPr>
          <a:xfrm>
            <a:off x="7772400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5-mark314"/>
          <p:cNvSpPr/>
          <p:nvPr/>
        </p:nvSpPr>
        <p:spPr>
          <a:xfrm>
            <a:off x="7830589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5-mark315"/>
          <p:cNvSpPr/>
          <p:nvPr/>
        </p:nvSpPr>
        <p:spPr>
          <a:xfrm>
            <a:off x="7888778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5-mark316"/>
          <p:cNvSpPr/>
          <p:nvPr/>
        </p:nvSpPr>
        <p:spPr>
          <a:xfrm>
            <a:off x="7946967" y="2597727"/>
            <a:ext cx="0" cy="203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5-mark317"/>
          <p:cNvSpPr/>
          <p:nvPr/>
        </p:nvSpPr>
        <p:spPr>
          <a:xfrm>
            <a:off x="8005156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05-mark318"/>
          <p:cNvSpPr/>
          <p:nvPr/>
        </p:nvSpPr>
        <p:spPr>
          <a:xfrm>
            <a:off x="8063345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5-mark319"/>
          <p:cNvSpPr/>
          <p:nvPr/>
        </p:nvSpPr>
        <p:spPr>
          <a:xfrm>
            <a:off x="8121535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5-mark320"/>
          <p:cNvSpPr/>
          <p:nvPr/>
        </p:nvSpPr>
        <p:spPr>
          <a:xfrm>
            <a:off x="8179724" y="259772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5-mark321"/>
          <p:cNvSpPr/>
          <p:nvPr/>
        </p:nvSpPr>
        <p:spPr>
          <a:xfrm>
            <a:off x="8237913" y="2597727"/>
            <a:ext cx="0" cy="2909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75" name="S05-label323"/>
          <p:cNvSpPr txBox="1"/>
          <p:nvPr/>
        </p:nvSpPr>
        <p:spPr>
          <a:xfrm>
            <a:off x="8082465" y="288105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76" name="S05-mark324"/>
          <p:cNvSpPr/>
          <p:nvPr/>
        </p:nvSpPr>
        <p:spPr>
          <a:xfrm>
            <a:off x="4746567" y="2219498"/>
            <a:ext cx="2152996" cy="232756"/>
          </a:xfrm>
          <a:custGeom>
            <a:avLst/>
            <a:gdLst/>
            <a:ahLst/>
            <a:cxnLst/>
            <a:rect l="l" t="t" r="r" b="b"/>
            <a:pathLst>
              <a:path w="2152996" h="232756">
                <a:moveTo>
                  <a:pt x="0" y="232756"/>
                </a:moveTo>
                <a:lnTo>
                  <a:pt x="2152996" y="232756"/>
                </a:lnTo>
                <a:lnTo>
                  <a:pt x="2152996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5-label326"/>
          <p:cNvSpPr txBox="1"/>
          <p:nvPr/>
        </p:nvSpPr>
        <p:spPr>
          <a:xfrm>
            <a:off x="5618849" y="214537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78" name="S05-mark327"/>
          <p:cNvSpPr/>
          <p:nvPr/>
        </p:nvSpPr>
        <p:spPr>
          <a:xfrm>
            <a:off x="4746567" y="2452255"/>
            <a:ext cx="0" cy="145473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79" name="S05-mark328"/>
          <p:cNvSpPr/>
          <p:nvPr/>
        </p:nvSpPr>
        <p:spPr>
          <a:xfrm>
            <a:off x="6899564" y="2452255"/>
            <a:ext cx="0" cy="145473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80" name="S05-chip32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1" name="S05-figure330" descr="6 cm 자와 1에서 5 cm 2 mm 눈금까지 막대 나"/>
          <p:cNvSpPr/>
          <p:nvPr/>
        </p:nvSpPr>
        <p:spPr>
          <a:xfrm>
            <a:off x="4513811" y="4243647"/>
            <a:ext cx="3956858" cy="785553"/>
          </a:xfrm>
          <a:custGeom>
            <a:avLst/>
            <a:gdLst/>
            <a:ahLst/>
            <a:cxnLst/>
            <a:rect l="l" t="t" r="r" b="b"/>
            <a:pathLst>
              <a:path w="3956858" h="785553">
                <a:moveTo>
                  <a:pt x="0" y="0"/>
                </a:moveTo>
                <a:lnTo>
                  <a:pt x="3956858" y="0"/>
                </a:lnTo>
                <a:lnTo>
                  <a:pt x="3956858" y="785553"/>
                </a:lnTo>
                <a:lnTo>
                  <a:pt x="0" y="785553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05-mark331"/>
          <p:cNvSpPr/>
          <p:nvPr/>
        </p:nvSpPr>
        <p:spPr>
          <a:xfrm>
            <a:off x="4746567" y="4243647"/>
            <a:ext cx="0" cy="2909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83" name="S05-label333"/>
          <p:cNvSpPr txBox="1"/>
          <p:nvPr/>
        </p:nvSpPr>
        <p:spPr>
          <a:xfrm>
            <a:off x="4591119" y="452697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84" name="S05-mark334"/>
          <p:cNvSpPr/>
          <p:nvPr/>
        </p:nvSpPr>
        <p:spPr>
          <a:xfrm>
            <a:off x="4804756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5-mark335"/>
          <p:cNvSpPr/>
          <p:nvPr/>
        </p:nvSpPr>
        <p:spPr>
          <a:xfrm>
            <a:off x="4862945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5-mark336"/>
          <p:cNvSpPr/>
          <p:nvPr/>
        </p:nvSpPr>
        <p:spPr>
          <a:xfrm>
            <a:off x="4921135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5-mark337"/>
          <p:cNvSpPr/>
          <p:nvPr/>
        </p:nvSpPr>
        <p:spPr>
          <a:xfrm>
            <a:off x="4979324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5-mark338"/>
          <p:cNvSpPr/>
          <p:nvPr/>
        </p:nvSpPr>
        <p:spPr>
          <a:xfrm>
            <a:off x="5037513" y="4243647"/>
            <a:ext cx="0" cy="203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5-mark339"/>
          <p:cNvSpPr/>
          <p:nvPr/>
        </p:nvSpPr>
        <p:spPr>
          <a:xfrm>
            <a:off x="5095702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5-mark340"/>
          <p:cNvSpPr/>
          <p:nvPr/>
        </p:nvSpPr>
        <p:spPr>
          <a:xfrm>
            <a:off x="5153891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5-mark341"/>
          <p:cNvSpPr/>
          <p:nvPr/>
        </p:nvSpPr>
        <p:spPr>
          <a:xfrm>
            <a:off x="5212080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5-mark342"/>
          <p:cNvSpPr/>
          <p:nvPr/>
        </p:nvSpPr>
        <p:spPr>
          <a:xfrm>
            <a:off x="5270269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5-mark343"/>
          <p:cNvSpPr/>
          <p:nvPr/>
        </p:nvSpPr>
        <p:spPr>
          <a:xfrm>
            <a:off x="5328458" y="4243647"/>
            <a:ext cx="0" cy="2909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94" name="S05-label345"/>
          <p:cNvSpPr txBox="1"/>
          <p:nvPr/>
        </p:nvSpPr>
        <p:spPr>
          <a:xfrm>
            <a:off x="5173010" y="452697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5" name="S05-mark346"/>
          <p:cNvSpPr/>
          <p:nvPr/>
        </p:nvSpPr>
        <p:spPr>
          <a:xfrm>
            <a:off x="5386647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5-mark347"/>
          <p:cNvSpPr/>
          <p:nvPr/>
        </p:nvSpPr>
        <p:spPr>
          <a:xfrm>
            <a:off x="5444836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5-mark348"/>
          <p:cNvSpPr/>
          <p:nvPr/>
        </p:nvSpPr>
        <p:spPr>
          <a:xfrm>
            <a:off x="5503025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5-mark349"/>
          <p:cNvSpPr/>
          <p:nvPr/>
        </p:nvSpPr>
        <p:spPr>
          <a:xfrm>
            <a:off x="5561215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5-mark350"/>
          <p:cNvSpPr/>
          <p:nvPr/>
        </p:nvSpPr>
        <p:spPr>
          <a:xfrm>
            <a:off x="5619404" y="4243647"/>
            <a:ext cx="0" cy="203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5-mark351"/>
          <p:cNvSpPr/>
          <p:nvPr/>
        </p:nvSpPr>
        <p:spPr>
          <a:xfrm>
            <a:off x="5677593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5-mark352"/>
          <p:cNvSpPr/>
          <p:nvPr/>
        </p:nvSpPr>
        <p:spPr>
          <a:xfrm>
            <a:off x="5735782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5-mark353"/>
          <p:cNvSpPr/>
          <p:nvPr/>
        </p:nvSpPr>
        <p:spPr>
          <a:xfrm>
            <a:off x="5793971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5-mark354"/>
          <p:cNvSpPr/>
          <p:nvPr/>
        </p:nvSpPr>
        <p:spPr>
          <a:xfrm>
            <a:off x="5852160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5-mark355"/>
          <p:cNvSpPr/>
          <p:nvPr/>
        </p:nvSpPr>
        <p:spPr>
          <a:xfrm>
            <a:off x="5910349" y="4243647"/>
            <a:ext cx="0" cy="2909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05" name="S05-label357"/>
          <p:cNvSpPr txBox="1"/>
          <p:nvPr/>
        </p:nvSpPr>
        <p:spPr>
          <a:xfrm>
            <a:off x="5754901" y="452697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6" name="S05-mark358"/>
          <p:cNvSpPr/>
          <p:nvPr/>
        </p:nvSpPr>
        <p:spPr>
          <a:xfrm>
            <a:off x="5968538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5-mark359"/>
          <p:cNvSpPr/>
          <p:nvPr/>
        </p:nvSpPr>
        <p:spPr>
          <a:xfrm>
            <a:off x="6026727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5-mark360"/>
          <p:cNvSpPr/>
          <p:nvPr/>
        </p:nvSpPr>
        <p:spPr>
          <a:xfrm>
            <a:off x="6084916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5-mark361"/>
          <p:cNvSpPr/>
          <p:nvPr/>
        </p:nvSpPr>
        <p:spPr>
          <a:xfrm>
            <a:off x="6143105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5-mark362"/>
          <p:cNvSpPr/>
          <p:nvPr/>
        </p:nvSpPr>
        <p:spPr>
          <a:xfrm>
            <a:off x="6201295" y="4243647"/>
            <a:ext cx="0" cy="203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5-mark363"/>
          <p:cNvSpPr/>
          <p:nvPr/>
        </p:nvSpPr>
        <p:spPr>
          <a:xfrm>
            <a:off x="6259484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5-mark364"/>
          <p:cNvSpPr/>
          <p:nvPr/>
        </p:nvSpPr>
        <p:spPr>
          <a:xfrm>
            <a:off x="6317673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5-mark365"/>
          <p:cNvSpPr/>
          <p:nvPr/>
        </p:nvSpPr>
        <p:spPr>
          <a:xfrm>
            <a:off x="6375862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5-mark366"/>
          <p:cNvSpPr/>
          <p:nvPr/>
        </p:nvSpPr>
        <p:spPr>
          <a:xfrm>
            <a:off x="6434051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5-mark367"/>
          <p:cNvSpPr/>
          <p:nvPr/>
        </p:nvSpPr>
        <p:spPr>
          <a:xfrm>
            <a:off x="6492240" y="4243647"/>
            <a:ext cx="0" cy="2909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16" name="S05-label369"/>
          <p:cNvSpPr txBox="1"/>
          <p:nvPr/>
        </p:nvSpPr>
        <p:spPr>
          <a:xfrm>
            <a:off x="6336792" y="452697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7" name="S05-mark370"/>
          <p:cNvSpPr/>
          <p:nvPr/>
        </p:nvSpPr>
        <p:spPr>
          <a:xfrm>
            <a:off x="6550429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5-mark371"/>
          <p:cNvSpPr/>
          <p:nvPr/>
        </p:nvSpPr>
        <p:spPr>
          <a:xfrm>
            <a:off x="6608618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5-mark372"/>
          <p:cNvSpPr/>
          <p:nvPr/>
        </p:nvSpPr>
        <p:spPr>
          <a:xfrm>
            <a:off x="6666807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5-mark373"/>
          <p:cNvSpPr/>
          <p:nvPr/>
        </p:nvSpPr>
        <p:spPr>
          <a:xfrm>
            <a:off x="6724996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5-mark374"/>
          <p:cNvSpPr/>
          <p:nvPr/>
        </p:nvSpPr>
        <p:spPr>
          <a:xfrm>
            <a:off x="6783185" y="4243647"/>
            <a:ext cx="0" cy="203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5-mark375"/>
          <p:cNvSpPr/>
          <p:nvPr/>
        </p:nvSpPr>
        <p:spPr>
          <a:xfrm>
            <a:off x="6841375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5-mark376"/>
          <p:cNvSpPr/>
          <p:nvPr/>
        </p:nvSpPr>
        <p:spPr>
          <a:xfrm>
            <a:off x="6899564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5-mark377"/>
          <p:cNvSpPr/>
          <p:nvPr/>
        </p:nvSpPr>
        <p:spPr>
          <a:xfrm>
            <a:off x="6957753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5-mark378"/>
          <p:cNvSpPr/>
          <p:nvPr/>
        </p:nvSpPr>
        <p:spPr>
          <a:xfrm>
            <a:off x="7015942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5-mark379"/>
          <p:cNvSpPr/>
          <p:nvPr/>
        </p:nvSpPr>
        <p:spPr>
          <a:xfrm>
            <a:off x="7074131" y="4243647"/>
            <a:ext cx="0" cy="2909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27" name="S05-label381"/>
          <p:cNvSpPr txBox="1"/>
          <p:nvPr/>
        </p:nvSpPr>
        <p:spPr>
          <a:xfrm>
            <a:off x="6918683" y="452697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8" name="S05-mark382"/>
          <p:cNvSpPr/>
          <p:nvPr/>
        </p:nvSpPr>
        <p:spPr>
          <a:xfrm>
            <a:off x="7132320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5-mark383"/>
          <p:cNvSpPr/>
          <p:nvPr/>
        </p:nvSpPr>
        <p:spPr>
          <a:xfrm>
            <a:off x="7190509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5-mark384"/>
          <p:cNvSpPr/>
          <p:nvPr/>
        </p:nvSpPr>
        <p:spPr>
          <a:xfrm>
            <a:off x="7248698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5-mark385"/>
          <p:cNvSpPr/>
          <p:nvPr/>
        </p:nvSpPr>
        <p:spPr>
          <a:xfrm>
            <a:off x="7306887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5-mark386"/>
          <p:cNvSpPr/>
          <p:nvPr/>
        </p:nvSpPr>
        <p:spPr>
          <a:xfrm>
            <a:off x="7365076" y="4243647"/>
            <a:ext cx="0" cy="203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5-mark387"/>
          <p:cNvSpPr/>
          <p:nvPr/>
        </p:nvSpPr>
        <p:spPr>
          <a:xfrm>
            <a:off x="7423265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5-mark388"/>
          <p:cNvSpPr/>
          <p:nvPr/>
        </p:nvSpPr>
        <p:spPr>
          <a:xfrm>
            <a:off x="7481455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5-mark389"/>
          <p:cNvSpPr/>
          <p:nvPr/>
        </p:nvSpPr>
        <p:spPr>
          <a:xfrm>
            <a:off x="7539644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5-mark390"/>
          <p:cNvSpPr/>
          <p:nvPr/>
        </p:nvSpPr>
        <p:spPr>
          <a:xfrm>
            <a:off x="7597833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5-mark391"/>
          <p:cNvSpPr/>
          <p:nvPr/>
        </p:nvSpPr>
        <p:spPr>
          <a:xfrm>
            <a:off x="7656022" y="4243647"/>
            <a:ext cx="0" cy="2909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8" name="S05-label393"/>
          <p:cNvSpPr txBox="1"/>
          <p:nvPr/>
        </p:nvSpPr>
        <p:spPr>
          <a:xfrm>
            <a:off x="7500574" y="452697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139" name="S05-mark394"/>
          <p:cNvSpPr/>
          <p:nvPr/>
        </p:nvSpPr>
        <p:spPr>
          <a:xfrm>
            <a:off x="7714211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5-mark395"/>
          <p:cNvSpPr/>
          <p:nvPr/>
        </p:nvSpPr>
        <p:spPr>
          <a:xfrm>
            <a:off x="7772400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5-mark396"/>
          <p:cNvSpPr/>
          <p:nvPr/>
        </p:nvSpPr>
        <p:spPr>
          <a:xfrm>
            <a:off x="7830589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5-mark397"/>
          <p:cNvSpPr/>
          <p:nvPr/>
        </p:nvSpPr>
        <p:spPr>
          <a:xfrm>
            <a:off x="7888778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5-mark398"/>
          <p:cNvSpPr/>
          <p:nvPr/>
        </p:nvSpPr>
        <p:spPr>
          <a:xfrm>
            <a:off x="7946967" y="4243647"/>
            <a:ext cx="0" cy="2036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5-mark399"/>
          <p:cNvSpPr/>
          <p:nvPr/>
        </p:nvSpPr>
        <p:spPr>
          <a:xfrm>
            <a:off x="8005156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5-mark400"/>
          <p:cNvSpPr/>
          <p:nvPr/>
        </p:nvSpPr>
        <p:spPr>
          <a:xfrm>
            <a:off x="8063345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6" name="S05-mark401"/>
          <p:cNvSpPr/>
          <p:nvPr/>
        </p:nvSpPr>
        <p:spPr>
          <a:xfrm>
            <a:off x="8121535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7" name="S05-mark402"/>
          <p:cNvSpPr/>
          <p:nvPr/>
        </p:nvSpPr>
        <p:spPr>
          <a:xfrm>
            <a:off x="8179724" y="4243647"/>
            <a:ext cx="0" cy="128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8" name="S05-mark403"/>
          <p:cNvSpPr/>
          <p:nvPr/>
        </p:nvSpPr>
        <p:spPr>
          <a:xfrm>
            <a:off x="8237913" y="4243647"/>
            <a:ext cx="0" cy="2909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49" name="S05-label405"/>
          <p:cNvSpPr txBox="1"/>
          <p:nvPr/>
        </p:nvSpPr>
        <p:spPr>
          <a:xfrm>
            <a:off x="8082465" y="452697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150" name="S05-mark406"/>
          <p:cNvSpPr/>
          <p:nvPr/>
        </p:nvSpPr>
        <p:spPr>
          <a:xfrm>
            <a:off x="5328458" y="3865418"/>
            <a:ext cx="2443942" cy="232756"/>
          </a:xfrm>
          <a:custGeom>
            <a:avLst/>
            <a:gdLst/>
            <a:ahLst/>
            <a:cxnLst/>
            <a:rect l="l" t="t" r="r" b="b"/>
            <a:pathLst>
              <a:path w="2443942" h="232756">
                <a:moveTo>
                  <a:pt x="0" y="232756"/>
                </a:moveTo>
                <a:lnTo>
                  <a:pt x="2443942" y="232756"/>
                </a:lnTo>
                <a:lnTo>
                  <a:pt x="2443942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1" name="S05-label408"/>
          <p:cNvSpPr txBox="1"/>
          <p:nvPr/>
        </p:nvSpPr>
        <p:spPr>
          <a:xfrm>
            <a:off x="6346213" y="379129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52" name="S05-mark409"/>
          <p:cNvSpPr/>
          <p:nvPr/>
        </p:nvSpPr>
        <p:spPr>
          <a:xfrm>
            <a:off x="5328458" y="4098175"/>
            <a:ext cx="0" cy="145473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153" name="S05-mark410"/>
          <p:cNvSpPr/>
          <p:nvPr/>
        </p:nvSpPr>
        <p:spPr>
          <a:xfrm>
            <a:off x="7772400" y="4098175"/>
            <a:ext cx="0" cy="145473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바꾸어 써요</a:t>
            </a:r>
            <a:endParaRPr lang="ko-KR" sz="4000" dirty="0"/>
          </a:p>
        </p:txBody>
      </p:sp>
      <p:sp>
        <p:nvSpPr>
          <p:cNvPr id="3" name="S06-text4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□에 알맞은 수를 말해요.</a:t>
            </a:r>
            <a:endParaRPr lang="ko-KR" sz="3000" dirty="0"/>
          </a:p>
        </p:txBody>
      </p:sp>
      <p:sp>
        <p:nvSpPr>
          <p:cNvPr id="4" name="S06-card4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4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 = 10 mm예요.</a:t>
            </a:r>
            <a:endParaRPr lang="ko-KR" sz="3000" dirty="0"/>
          </a:p>
        </p:txBody>
      </p:sp>
      <p:sp>
        <p:nvSpPr>
          <p:cNvPr id="6" name="S06-chip41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6-eqtext415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cm 2 mm = □ mm</a:t>
            </a:r>
            <a:endParaRPr lang="ko-KR" sz="2600" dirty="0"/>
          </a:p>
        </p:txBody>
      </p:sp>
      <p:sp>
        <p:nvSpPr>
          <p:cNvPr id="8" name="S06-chip41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6-eqtext41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 mm = □ cm □ mm</a:t>
            </a:r>
            <a:endParaRPr lang="ko-KR" sz="2600" dirty="0"/>
          </a:p>
        </p:txBody>
      </p:sp>
      <p:sp>
        <p:nvSpPr>
          <p:cNvPr id="10" name="S06-chip41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6-eqtext419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cm = □ mm</a:t>
            </a:r>
            <a:endParaRPr lang="ko-KR" sz="2600" dirty="0"/>
          </a:p>
        </p:txBody>
      </p:sp>
      <p:sp>
        <p:nvSpPr>
          <p:cNvPr id="12" name="S06-chip420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6-eqtext421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107 mm = □ cm □ mm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7-card42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2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cm 8 mm는 몇 mm일까요?</a:t>
            </a:r>
            <a:endParaRPr lang="ko-KR" sz="3000" dirty="0"/>
          </a:p>
        </p:txBody>
      </p:sp>
      <p:sp>
        <p:nvSpPr>
          <p:cNvPr id="5" name="S07-card4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000" dirty="0"/>
          </a:p>
        </p:txBody>
      </p:sp>
      <p:sp>
        <p:nvSpPr>
          <p:cNvPr id="7" name="S07-chip42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58 mm</a:t>
            </a:r>
            <a:endParaRPr lang="ko-KR" sz="2400" dirty="0"/>
          </a:p>
        </p:txBody>
      </p:sp>
      <p:sp>
        <p:nvSpPr>
          <p:cNvPr id="8" name="S07-text42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“5 cm는 50 mm니까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 + 8 = 58이에요.”</a:t>
            </a:r>
            <a:endParaRPr lang="ko-KR" sz="3000" dirty="0"/>
          </a:p>
        </p:txBody>
      </p:sp>
      <p:sp>
        <p:nvSpPr>
          <p:cNvPr id="9" name="S07-chip42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508 mm</a:t>
            </a:r>
            <a:endParaRPr lang="ko-KR" sz="2400" dirty="0"/>
          </a:p>
        </p:txBody>
      </p:sp>
      <p:sp>
        <p:nvSpPr>
          <p:cNvPr id="10" name="S07-text42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“1 m가 100 cm인 것처럼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cm는 100 mm예요.”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km</a:t>
            </a:r>
            <a:endParaRPr lang="ko-KR" sz="4000" dirty="0"/>
          </a:p>
        </p:txBody>
      </p:sp>
      <p:sp>
        <p:nvSpPr>
          <p:cNvPr id="3" name="S08-text4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 m를 1 km라고 해요.</a:t>
            </a:r>
            <a:endParaRPr lang="ko-KR" sz="3000" dirty="0"/>
          </a:p>
        </p:txBody>
      </p:sp>
      <p:sp>
        <p:nvSpPr>
          <p:cNvPr id="4" name="S08-card431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432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km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‘1 킬로미터’라고 읽어요</a:t>
            </a:r>
            <a:endParaRPr lang="ko-KR" sz="3000" dirty="0"/>
          </a:p>
        </p:txBody>
      </p:sp>
      <p:sp>
        <p:nvSpPr>
          <p:cNvPr id="6" name="S08-card433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434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km 어림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걸어서 15~20분쯤</a:t>
            </a:r>
            <a:endParaRPr lang="ko-KR" sz="3000" dirty="0"/>
          </a:p>
        </p:txBody>
      </p:sp>
      <p:sp>
        <p:nvSpPr>
          <p:cNvPr id="8" name="S08-line435"/>
          <p:cNvSpPr/>
          <p:nvPr/>
        </p:nvSpPr>
        <p:spPr>
          <a:xfrm>
            <a:off x="685800" y="3707740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08-line436"/>
          <p:cNvSpPr/>
          <p:nvPr/>
        </p:nvSpPr>
        <p:spPr>
          <a:xfrm>
            <a:off x="960120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8-label437"/>
          <p:cNvSpPr txBox="1"/>
          <p:nvPr/>
        </p:nvSpPr>
        <p:spPr>
          <a:xfrm>
            <a:off x="502920" y="3890620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1" name="S08-line438"/>
          <p:cNvSpPr/>
          <p:nvPr/>
        </p:nvSpPr>
        <p:spPr>
          <a:xfrm>
            <a:off x="1473556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8-line439"/>
          <p:cNvSpPr/>
          <p:nvPr/>
        </p:nvSpPr>
        <p:spPr>
          <a:xfrm>
            <a:off x="1986991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8-line440"/>
          <p:cNvSpPr/>
          <p:nvPr/>
        </p:nvSpPr>
        <p:spPr>
          <a:xfrm>
            <a:off x="2500427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8-line441"/>
          <p:cNvSpPr/>
          <p:nvPr/>
        </p:nvSpPr>
        <p:spPr>
          <a:xfrm>
            <a:off x="3013862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8-line442"/>
          <p:cNvSpPr/>
          <p:nvPr/>
        </p:nvSpPr>
        <p:spPr>
          <a:xfrm>
            <a:off x="3527298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8-line443"/>
          <p:cNvSpPr/>
          <p:nvPr/>
        </p:nvSpPr>
        <p:spPr>
          <a:xfrm>
            <a:off x="4040734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8-line444"/>
          <p:cNvSpPr/>
          <p:nvPr/>
        </p:nvSpPr>
        <p:spPr>
          <a:xfrm>
            <a:off x="4554169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8-line445"/>
          <p:cNvSpPr/>
          <p:nvPr/>
        </p:nvSpPr>
        <p:spPr>
          <a:xfrm>
            <a:off x="5067605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8-line446"/>
          <p:cNvSpPr/>
          <p:nvPr/>
        </p:nvSpPr>
        <p:spPr>
          <a:xfrm>
            <a:off x="5581040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8-line447"/>
          <p:cNvSpPr/>
          <p:nvPr/>
        </p:nvSpPr>
        <p:spPr>
          <a:xfrm>
            <a:off x="6094476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8-label448"/>
          <p:cNvSpPr txBox="1"/>
          <p:nvPr/>
        </p:nvSpPr>
        <p:spPr>
          <a:xfrm>
            <a:off x="5600700" y="3890620"/>
            <a:ext cx="987552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</a:t>
            </a:r>
            <a:endParaRPr lang="ko-KR" sz="2400" dirty="0"/>
          </a:p>
        </p:txBody>
      </p:sp>
      <p:sp>
        <p:nvSpPr>
          <p:cNvPr id="22" name="S08-line449"/>
          <p:cNvSpPr/>
          <p:nvPr/>
        </p:nvSpPr>
        <p:spPr>
          <a:xfrm>
            <a:off x="6607912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8-line450"/>
          <p:cNvSpPr/>
          <p:nvPr/>
        </p:nvSpPr>
        <p:spPr>
          <a:xfrm>
            <a:off x="7121347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8-line451"/>
          <p:cNvSpPr/>
          <p:nvPr/>
        </p:nvSpPr>
        <p:spPr>
          <a:xfrm>
            <a:off x="7634783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8-line452"/>
          <p:cNvSpPr/>
          <p:nvPr/>
        </p:nvSpPr>
        <p:spPr>
          <a:xfrm>
            <a:off x="8148218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8-line453"/>
          <p:cNvSpPr/>
          <p:nvPr/>
        </p:nvSpPr>
        <p:spPr>
          <a:xfrm>
            <a:off x="8661654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8-line454"/>
          <p:cNvSpPr/>
          <p:nvPr/>
        </p:nvSpPr>
        <p:spPr>
          <a:xfrm>
            <a:off x="9175090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8-line455"/>
          <p:cNvSpPr/>
          <p:nvPr/>
        </p:nvSpPr>
        <p:spPr>
          <a:xfrm>
            <a:off x="9688525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8-line456"/>
          <p:cNvSpPr/>
          <p:nvPr/>
        </p:nvSpPr>
        <p:spPr>
          <a:xfrm>
            <a:off x="10201961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8-line457"/>
          <p:cNvSpPr/>
          <p:nvPr/>
        </p:nvSpPr>
        <p:spPr>
          <a:xfrm>
            <a:off x="10715396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8-line458"/>
          <p:cNvSpPr/>
          <p:nvPr/>
        </p:nvSpPr>
        <p:spPr>
          <a:xfrm>
            <a:off x="11228832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8-label459"/>
          <p:cNvSpPr txBox="1"/>
          <p:nvPr/>
        </p:nvSpPr>
        <p:spPr>
          <a:xfrm>
            <a:off x="10735056" y="3890620"/>
            <a:ext cx="987552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2000</a:t>
            </a:r>
            <a:endParaRPr lang="ko-KR" sz="2400" dirty="0"/>
          </a:p>
        </p:txBody>
      </p:sp>
      <p:sp>
        <p:nvSpPr>
          <p:cNvPr id="33" name="S08-mark460"/>
          <p:cNvSpPr/>
          <p:nvPr/>
        </p:nvSpPr>
        <p:spPr>
          <a:xfrm>
            <a:off x="868680" y="361630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4" name="S08-mark461"/>
          <p:cNvSpPr/>
          <p:nvPr/>
        </p:nvSpPr>
        <p:spPr>
          <a:xfrm>
            <a:off x="6003036" y="361630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5" name="S08-line462"/>
          <p:cNvSpPr/>
          <p:nvPr/>
        </p:nvSpPr>
        <p:spPr>
          <a:xfrm flipV="1">
            <a:off x="960120" y="332369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6" name="S08-line463"/>
          <p:cNvSpPr/>
          <p:nvPr/>
        </p:nvSpPr>
        <p:spPr>
          <a:xfrm>
            <a:off x="960120" y="3323692"/>
            <a:ext cx="5134356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7" name="S08-label464"/>
          <p:cNvSpPr txBox="1"/>
          <p:nvPr/>
        </p:nvSpPr>
        <p:spPr>
          <a:xfrm>
            <a:off x="960120" y="2909164"/>
            <a:ext cx="5134356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km = 1000 m</a:t>
            </a:r>
            <a:endParaRPr lang="ko-KR" sz="2400" dirty="0"/>
          </a:p>
        </p:txBody>
      </p:sp>
      <p:sp>
        <p:nvSpPr>
          <p:cNvPr id="38" name="S08-figure465" descr="0부터 2000 m까지 100 m마다 눈금이 있는 수직선, 0에서 1000까지 1 km"/>
          <p:cNvSpPr/>
          <p:nvPr/>
        </p:nvSpPr>
        <p:spPr>
          <a:xfrm>
            <a:off x="685800" y="3524860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km 300 m</a:t>
            </a:r>
            <a:endParaRPr lang="ko-KR" sz="4000" dirty="0"/>
          </a:p>
        </p:txBody>
      </p:sp>
      <p:sp>
        <p:nvSpPr>
          <p:cNvPr id="3" name="S09-text4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km보다 300 m 더 먼 거리예요.</a:t>
            </a:r>
            <a:endParaRPr lang="ko-KR" sz="3000" dirty="0"/>
          </a:p>
        </p:txBody>
      </p:sp>
      <p:sp>
        <p:nvSpPr>
          <p:cNvPr id="4" name="S09-card467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468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km 300 m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‘2 킬로미터 300 미터’</a:t>
            </a:r>
            <a:endParaRPr lang="ko-KR" sz="3000" dirty="0"/>
          </a:p>
        </p:txBody>
      </p:sp>
      <p:sp>
        <p:nvSpPr>
          <p:cNvPr id="6" name="S09-card469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470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2300 m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2000 m + 300 m</a:t>
            </a:r>
            <a:endParaRPr lang="ko-KR" sz="3000" dirty="0"/>
          </a:p>
        </p:txBody>
      </p:sp>
      <p:sp>
        <p:nvSpPr>
          <p:cNvPr id="8" name="S09-line471"/>
          <p:cNvSpPr/>
          <p:nvPr/>
        </p:nvSpPr>
        <p:spPr>
          <a:xfrm>
            <a:off x="685800" y="3707740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09-line472"/>
          <p:cNvSpPr/>
          <p:nvPr/>
        </p:nvSpPr>
        <p:spPr>
          <a:xfrm>
            <a:off x="960120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9-label473"/>
          <p:cNvSpPr txBox="1"/>
          <p:nvPr/>
        </p:nvSpPr>
        <p:spPr>
          <a:xfrm>
            <a:off x="502920" y="389062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11" name="S09-line474"/>
          <p:cNvSpPr/>
          <p:nvPr/>
        </p:nvSpPr>
        <p:spPr>
          <a:xfrm>
            <a:off x="1302410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9-line475"/>
          <p:cNvSpPr/>
          <p:nvPr/>
        </p:nvSpPr>
        <p:spPr>
          <a:xfrm>
            <a:off x="1644701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9-line476"/>
          <p:cNvSpPr/>
          <p:nvPr/>
        </p:nvSpPr>
        <p:spPr>
          <a:xfrm>
            <a:off x="1986991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9-line477"/>
          <p:cNvSpPr/>
          <p:nvPr/>
        </p:nvSpPr>
        <p:spPr>
          <a:xfrm>
            <a:off x="2329282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9-line478"/>
          <p:cNvSpPr/>
          <p:nvPr/>
        </p:nvSpPr>
        <p:spPr>
          <a:xfrm>
            <a:off x="2671572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9-line479"/>
          <p:cNvSpPr/>
          <p:nvPr/>
        </p:nvSpPr>
        <p:spPr>
          <a:xfrm>
            <a:off x="3013862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9-line480"/>
          <p:cNvSpPr/>
          <p:nvPr/>
        </p:nvSpPr>
        <p:spPr>
          <a:xfrm>
            <a:off x="3356153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9-line481"/>
          <p:cNvSpPr/>
          <p:nvPr/>
        </p:nvSpPr>
        <p:spPr>
          <a:xfrm>
            <a:off x="3698443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9-line482"/>
          <p:cNvSpPr/>
          <p:nvPr/>
        </p:nvSpPr>
        <p:spPr>
          <a:xfrm>
            <a:off x="4040734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9-line483"/>
          <p:cNvSpPr/>
          <p:nvPr/>
        </p:nvSpPr>
        <p:spPr>
          <a:xfrm>
            <a:off x="4383024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9-label484"/>
          <p:cNvSpPr txBox="1"/>
          <p:nvPr/>
        </p:nvSpPr>
        <p:spPr>
          <a:xfrm>
            <a:off x="3925824" y="389062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</a:t>
            </a:r>
            <a:endParaRPr lang="ko-KR" sz="1600" dirty="0"/>
          </a:p>
        </p:txBody>
      </p:sp>
      <p:sp>
        <p:nvSpPr>
          <p:cNvPr id="22" name="S09-line485"/>
          <p:cNvSpPr/>
          <p:nvPr/>
        </p:nvSpPr>
        <p:spPr>
          <a:xfrm>
            <a:off x="4725314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9-line486"/>
          <p:cNvSpPr/>
          <p:nvPr/>
        </p:nvSpPr>
        <p:spPr>
          <a:xfrm>
            <a:off x="5067605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9-line487"/>
          <p:cNvSpPr/>
          <p:nvPr/>
        </p:nvSpPr>
        <p:spPr>
          <a:xfrm>
            <a:off x="5409895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9-line488"/>
          <p:cNvSpPr/>
          <p:nvPr/>
        </p:nvSpPr>
        <p:spPr>
          <a:xfrm>
            <a:off x="5752186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9-line489"/>
          <p:cNvSpPr/>
          <p:nvPr/>
        </p:nvSpPr>
        <p:spPr>
          <a:xfrm>
            <a:off x="6094476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9-line490"/>
          <p:cNvSpPr/>
          <p:nvPr/>
        </p:nvSpPr>
        <p:spPr>
          <a:xfrm>
            <a:off x="6436766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9-line491"/>
          <p:cNvSpPr/>
          <p:nvPr/>
        </p:nvSpPr>
        <p:spPr>
          <a:xfrm>
            <a:off x="6779057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9-line492"/>
          <p:cNvSpPr/>
          <p:nvPr/>
        </p:nvSpPr>
        <p:spPr>
          <a:xfrm>
            <a:off x="7121347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9-line493"/>
          <p:cNvSpPr/>
          <p:nvPr/>
        </p:nvSpPr>
        <p:spPr>
          <a:xfrm>
            <a:off x="7463638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9-line494"/>
          <p:cNvSpPr/>
          <p:nvPr/>
        </p:nvSpPr>
        <p:spPr>
          <a:xfrm>
            <a:off x="7805928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9-label495"/>
          <p:cNvSpPr txBox="1"/>
          <p:nvPr/>
        </p:nvSpPr>
        <p:spPr>
          <a:xfrm>
            <a:off x="7348728" y="389062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2000</a:t>
            </a:r>
            <a:endParaRPr lang="ko-KR" sz="1600" dirty="0"/>
          </a:p>
        </p:txBody>
      </p:sp>
      <p:sp>
        <p:nvSpPr>
          <p:cNvPr id="33" name="S09-line496"/>
          <p:cNvSpPr/>
          <p:nvPr/>
        </p:nvSpPr>
        <p:spPr>
          <a:xfrm>
            <a:off x="8148218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09-line497"/>
          <p:cNvSpPr/>
          <p:nvPr/>
        </p:nvSpPr>
        <p:spPr>
          <a:xfrm>
            <a:off x="8490509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5" name="S09-line498"/>
          <p:cNvSpPr/>
          <p:nvPr/>
        </p:nvSpPr>
        <p:spPr>
          <a:xfrm>
            <a:off x="8832799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9-line499"/>
          <p:cNvSpPr/>
          <p:nvPr/>
        </p:nvSpPr>
        <p:spPr>
          <a:xfrm>
            <a:off x="9175090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09-line500"/>
          <p:cNvSpPr/>
          <p:nvPr/>
        </p:nvSpPr>
        <p:spPr>
          <a:xfrm>
            <a:off x="9517380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09-line501"/>
          <p:cNvSpPr/>
          <p:nvPr/>
        </p:nvSpPr>
        <p:spPr>
          <a:xfrm>
            <a:off x="9859670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9" name="S09-line502"/>
          <p:cNvSpPr/>
          <p:nvPr/>
        </p:nvSpPr>
        <p:spPr>
          <a:xfrm>
            <a:off x="10201961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09-line503"/>
          <p:cNvSpPr/>
          <p:nvPr/>
        </p:nvSpPr>
        <p:spPr>
          <a:xfrm>
            <a:off x="10544251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1" name="S09-line504"/>
          <p:cNvSpPr/>
          <p:nvPr/>
        </p:nvSpPr>
        <p:spPr>
          <a:xfrm>
            <a:off x="10886542" y="3625444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09-line505"/>
          <p:cNvSpPr/>
          <p:nvPr/>
        </p:nvSpPr>
        <p:spPr>
          <a:xfrm>
            <a:off x="11228832" y="35614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3" name="S09-label506"/>
          <p:cNvSpPr txBox="1"/>
          <p:nvPr/>
        </p:nvSpPr>
        <p:spPr>
          <a:xfrm>
            <a:off x="10771632" y="389062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3000</a:t>
            </a:r>
            <a:endParaRPr lang="ko-KR" sz="1600" dirty="0"/>
          </a:p>
        </p:txBody>
      </p:sp>
      <p:sp>
        <p:nvSpPr>
          <p:cNvPr id="44" name="S09-mark507"/>
          <p:cNvSpPr/>
          <p:nvPr/>
        </p:nvSpPr>
        <p:spPr>
          <a:xfrm>
            <a:off x="868680" y="361630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5" name="S09-mark508"/>
          <p:cNvSpPr/>
          <p:nvPr/>
        </p:nvSpPr>
        <p:spPr>
          <a:xfrm>
            <a:off x="8741359" y="361630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6" name="S09-line509"/>
          <p:cNvSpPr/>
          <p:nvPr/>
        </p:nvSpPr>
        <p:spPr>
          <a:xfrm flipV="1">
            <a:off x="960120" y="332369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7" name="S09-line510"/>
          <p:cNvSpPr/>
          <p:nvPr/>
        </p:nvSpPr>
        <p:spPr>
          <a:xfrm>
            <a:off x="960120" y="3323692"/>
            <a:ext cx="342290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8" name="S09-label511"/>
          <p:cNvSpPr txBox="1"/>
          <p:nvPr/>
        </p:nvSpPr>
        <p:spPr>
          <a:xfrm>
            <a:off x="960120" y="3041244"/>
            <a:ext cx="3422904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km</a:t>
            </a:r>
            <a:endParaRPr lang="ko-KR" sz="1600" dirty="0"/>
          </a:p>
        </p:txBody>
      </p:sp>
      <p:sp>
        <p:nvSpPr>
          <p:cNvPr id="49" name="S09-line512"/>
          <p:cNvSpPr/>
          <p:nvPr/>
        </p:nvSpPr>
        <p:spPr>
          <a:xfrm flipV="1">
            <a:off x="4383024" y="332369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0" name="S09-line513"/>
          <p:cNvSpPr/>
          <p:nvPr/>
        </p:nvSpPr>
        <p:spPr>
          <a:xfrm>
            <a:off x="4383024" y="3323692"/>
            <a:ext cx="342290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1" name="S09-label514"/>
          <p:cNvSpPr txBox="1"/>
          <p:nvPr/>
        </p:nvSpPr>
        <p:spPr>
          <a:xfrm>
            <a:off x="4383024" y="3041244"/>
            <a:ext cx="3422904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km</a:t>
            </a:r>
            <a:endParaRPr lang="ko-KR" sz="1600" dirty="0"/>
          </a:p>
        </p:txBody>
      </p:sp>
      <p:sp>
        <p:nvSpPr>
          <p:cNvPr id="52" name="S09-line515"/>
          <p:cNvSpPr/>
          <p:nvPr/>
        </p:nvSpPr>
        <p:spPr>
          <a:xfrm flipV="1">
            <a:off x="7805928" y="332369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3" name="S09-line516"/>
          <p:cNvSpPr/>
          <p:nvPr/>
        </p:nvSpPr>
        <p:spPr>
          <a:xfrm>
            <a:off x="7805928" y="3323692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4" name="S09-label517"/>
          <p:cNvSpPr txBox="1"/>
          <p:nvPr/>
        </p:nvSpPr>
        <p:spPr>
          <a:xfrm>
            <a:off x="7805928" y="3041244"/>
            <a:ext cx="1026871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 m</a:t>
            </a:r>
            <a:endParaRPr lang="ko-KR" sz="1600" dirty="0"/>
          </a:p>
        </p:txBody>
      </p:sp>
      <p:sp>
        <p:nvSpPr>
          <p:cNvPr id="55" name="S09-figure518" descr="0부터 3000 m까지 수직선, 0에서 2300까지 1 km, 1 km, 300 m로 뛰어 셈"/>
          <p:cNvSpPr/>
          <p:nvPr/>
        </p:nvSpPr>
        <p:spPr>
          <a:xfrm>
            <a:off x="685800" y="3524860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km와 m 바꾸기</a:t>
            </a:r>
            <a:endParaRPr lang="ko-KR" sz="4000" dirty="0"/>
          </a:p>
        </p:txBody>
      </p:sp>
      <p:sp>
        <p:nvSpPr>
          <p:cNvPr id="3" name="S10-text5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□에 알맞은 수를 말해요.</a:t>
            </a:r>
            <a:endParaRPr lang="ko-KR" sz="3000" dirty="0"/>
          </a:p>
        </p:txBody>
      </p:sp>
      <p:sp>
        <p:nvSpPr>
          <p:cNvPr id="4" name="S10-card5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5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km = 1000 m예요.</a:t>
            </a:r>
            <a:endParaRPr lang="ko-KR" sz="3000" dirty="0"/>
          </a:p>
        </p:txBody>
      </p:sp>
      <p:sp>
        <p:nvSpPr>
          <p:cNvPr id="6" name="S10-chip52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eqtext52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km 400 m = □ m</a:t>
            </a:r>
            <a:endParaRPr lang="ko-KR" sz="3400" dirty="0"/>
          </a:p>
        </p:txBody>
      </p:sp>
      <p:sp>
        <p:nvSpPr>
          <p:cNvPr id="8" name="S10-chip52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eqtext52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1500 m = □ km □ m</a:t>
            </a:r>
            <a:endParaRPr lang="ko-KR" sz="3400" dirty="0"/>
          </a:p>
        </p:txBody>
      </p:sp>
      <p:sp>
        <p:nvSpPr>
          <p:cNvPr id="10" name="S10-chip526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eqtext527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km 50 m = □ m</a:t>
            </a:r>
            <a:endParaRPr lang="ko-KR" sz="3400" dirty="0"/>
          </a:p>
        </p:txBody>
      </p:sp>
      <p:sp>
        <p:nvSpPr>
          <p:cNvPr id="12" name="S10-chip528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10-eqtext529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4080 m = □ km □ m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단위는?</a:t>
            </a:r>
            <a:endParaRPr lang="ko-KR" sz="4000" dirty="0"/>
          </a:p>
        </p:txBody>
      </p:sp>
      <p:sp>
        <p:nvSpPr>
          <p:cNvPr id="3" name="S11-text5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mm, cm, m, km 중 알맞은 단위를 골라요.</a:t>
            </a:r>
            <a:endParaRPr lang="ko-KR" sz="3000" dirty="0"/>
          </a:p>
        </p:txBody>
      </p:sp>
      <p:sp>
        <p:nvSpPr>
          <p:cNvPr id="4" name="S11-chip53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text532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개미의 길이: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 □</a:t>
            </a:r>
            <a:endParaRPr lang="ko-KR" sz="3000" dirty="0"/>
          </a:p>
        </p:txBody>
      </p:sp>
      <p:sp>
        <p:nvSpPr>
          <p:cNvPr id="6" name="S11-chip53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text534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연필의 길이: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17 □</a:t>
            </a:r>
            <a:endParaRPr lang="ko-KR" sz="3000" dirty="0"/>
          </a:p>
        </p:txBody>
      </p:sp>
      <p:sp>
        <p:nvSpPr>
          <p:cNvPr id="8" name="S11-chip535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text536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교실 문의 높이: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 □</a:t>
            </a:r>
            <a:endParaRPr lang="ko-KR" sz="3000" dirty="0"/>
          </a:p>
        </p:txBody>
      </p:sp>
      <p:sp>
        <p:nvSpPr>
          <p:cNvPr id="10" name="S11-chip537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1-text538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걸어서 20분 거리: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 □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text5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길이를 읽고, □에 알맞은 수를 구해요.</a:t>
            </a:r>
            <a:endParaRPr lang="ko-KR" sz="3000" dirty="0"/>
          </a:p>
        </p:txBody>
      </p:sp>
      <p:sp>
        <p:nvSpPr>
          <p:cNvPr id="4" name="S12-figure540" descr="5 cm 자와 0에서 2 cm 8 mm까지 막대"/>
          <p:cNvSpPr/>
          <p:nvPr/>
        </p:nvSpPr>
        <p:spPr>
          <a:xfrm>
            <a:off x="6368796" y="3891521"/>
            <a:ext cx="5180076" cy="1205707"/>
          </a:xfrm>
          <a:custGeom>
            <a:avLst/>
            <a:gdLst/>
            <a:ahLst/>
            <a:cxnLst/>
            <a:rect l="l" t="t" r="r" b="b"/>
            <a:pathLst>
              <a:path w="5180076" h="1205707">
                <a:moveTo>
                  <a:pt x="0" y="0"/>
                </a:moveTo>
                <a:lnTo>
                  <a:pt x="5180076" y="0"/>
                </a:lnTo>
                <a:lnTo>
                  <a:pt x="5180076" y="1205707"/>
                </a:lnTo>
                <a:lnTo>
                  <a:pt x="0" y="1205707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12-mark541"/>
          <p:cNvSpPr/>
          <p:nvPr/>
        </p:nvSpPr>
        <p:spPr>
          <a:xfrm>
            <a:off x="6726043" y="3891521"/>
            <a:ext cx="0" cy="4465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6" name="S12-label543"/>
          <p:cNvSpPr txBox="1"/>
          <p:nvPr/>
        </p:nvSpPr>
        <p:spPr>
          <a:xfrm>
            <a:off x="6570595" y="433045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7" name="S12-mark544"/>
          <p:cNvSpPr/>
          <p:nvPr/>
        </p:nvSpPr>
        <p:spPr>
          <a:xfrm>
            <a:off x="6815354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2-mark545"/>
          <p:cNvSpPr/>
          <p:nvPr/>
        </p:nvSpPr>
        <p:spPr>
          <a:xfrm>
            <a:off x="6904666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2-mark546"/>
          <p:cNvSpPr/>
          <p:nvPr/>
        </p:nvSpPr>
        <p:spPr>
          <a:xfrm>
            <a:off x="6993978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2-mark547"/>
          <p:cNvSpPr/>
          <p:nvPr/>
        </p:nvSpPr>
        <p:spPr>
          <a:xfrm>
            <a:off x="7083289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2-mark548"/>
          <p:cNvSpPr/>
          <p:nvPr/>
        </p:nvSpPr>
        <p:spPr>
          <a:xfrm>
            <a:off x="7172601" y="3891521"/>
            <a:ext cx="0" cy="31259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2-mark549"/>
          <p:cNvSpPr/>
          <p:nvPr/>
        </p:nvSpPr>
        <p:spPr>
          <a:xfrm>
            <a:off x="7261913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2-mark550"/>
          <p:cNvSpPr/>
          <p:nvPr/>
        </p:nvSpPr>
        <p:spPr>
          <a:xfrm>
            <a:off x="7351224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2-mark551"/>
          <p:cNvSpPr/>
          <p:nvPr/>
        </p:nvSpPr>
        <p:spPr>
          <a:xfrm>
            <a:off x="7440536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2-mark552"/>
          <p:cNvSpPr/>
          <p:nvPr/>
        </p:nvSpPr>
        <p:spPr>
          <a:xfrm>
            <a:off x="7529848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2-mark553"/>
          <p:cNvSpPr/>
          <p:nvPr/>
        </p:nvSpPr>
        <p:spPr>
          <a:xfrm>
            <a:off x="7619159" y="3891521"/>
            <a:ext cx="0" cy="4465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7" name="S12-label555"/>
          <p:cNvSpPr txBox="1"/>
          <p:nvPr/>
        </p:nvSpPr>
        <p:spPr>
          <a:xfrm>
            <a:off x="7463711" y="433045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8" name="S12-mark556"/>
          <p:cNvSpPr/>
          <p:nvPr/>
        </p:nvSpPr>
        <p:spPr>
          <a:xfrm>
            <a:off x="7708471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2-mark557"/>
          <p:cNvSpPr/>
          <p:nvPr/>
        </p:nvSpPr>
        <p:spPr>
          <a:xfrm>
            <a:off x="7797782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2-mark558"/>
          <p:cNvSpPr/>
          <p:nvPr/>
        </p:nvSpPr>
        <p:spPr>
          <a:xfrm>
            <a:off x="7887094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2-mark559"/>
          <p:cNvSpPr/>
          <p:nvPr/>
        </p:nvSpPr>
        <p:spPr>
          <a:xfrm>
            <a:off x="7976406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2-mark560"/>
          <p:cNvSpPr/>
          <p:nvPr/>
        </p:nvSpPr>
        <p:spPr>
          <a:xfrm>
            <a:off x="8065717" y="3891521"/>
            <a:ext cx="0" cy="31259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2-mark561"/>
          <p:cNvSpPr/>
          <p:nvPr/>
        </p:nvSpPr>
        <p:spPr>
          <a:xfrm>
            <a:off x="8155029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2-mark562"/>
          <p:cNvSpPr/>
          <p:nvPr/>
        </p:nvSpPr>
        <p:spPr>
          <a:xfrm>
            <a:off x="8244341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2-mark563"/>
          <p:cNvSpPr/>
          <p:nvPr/>
        </p:nvSpPr>
        <p:spPr>
          <a:xfrm>
            <a:off x="8333652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2-mark564"/>
          <p:cNvSpPr/>
          <p:nvPr/>
        </p:nvSpPr>
        <p:spPr>
          <a:xfrm>
            <a:off x="8422964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2-mark565"/>
          <p:cNvSpPr/>
          <p:nvPr/>
        </p:nvSpPr>
        <p:spPr>
          <a:xfrm>
            <a:off x="8512276" y="3891521"/>
            <a:ext cx="0" cy="4465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8" name="S12-label567"/>
          <p:cNvSpPr txBox="1"/>
          <p:nvPr/>
        </p:nvSpPr>
        <p:spPr>
          <a:xfrm>
            <a:off x="8356828" y="433045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9" name="S12-mark568"/>
          <p:cNvSpPr/>
          <p:nvPr/>
        </p:nvSpPr>
        <p:spPr>
          <a:xfrm>
            <a:off x="8601587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2-mark569"/>
          <p:cNvSpPr/>
          <p:nvPr/>
        </p:nvSpPr>
        <p:spPr>
          <a:xfrm>
            <a:off x="8690899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2-mark570"/>
          <p:cNvSpPr/>
          <p:nvPr/>
        </p:nvSpPr>
        <p:spPr>
          <a:xfrm>
            <a:off x="8780211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2-mark571"/>
          <p:cNvSpPr/>
          <p:nvPr/>
        </p:nvSpPr>
        <p:spPr>
          <a:xfrm>
            <a:off x="8869522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2-mark572"/>
          <p:cNvSpPr/>
          <p:nvPr/>
        </p:nvSpPr>
        <p:spPr>
          <a:xfrm>
            <a:off x="8958834" y="3891521"/>
            <a:ext cx="0" cy="31259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2-mark573"/>
          <p:cNvSpPr/>
          <p:nvPr/>
        </p:nvSpPr>
        <p:spPr>
          <a:xfrm>
            <a:off x="9048146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2-mark574"/>
          <p:cNvSpPr/>
          <p:nvPr/>
        </p:nvSpPr>
        <p:spPr>
          <a:xfrm>
            <a:off x="9137457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2-mark575"/>
          <p:cNvSpPr/>
          <p:nvPr/>
        </p:nvSpPr>
        <p:spPr>
          <a:xfrm>
            <a:off x="9226769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2-mark576"/>
          <p:cNvSpPr/>
          <p:nvPr/>
        </p:nvSpPr>
        <p:spPr>
          <a:xfrm>
            <a:off x="9316081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2-mark577"/>
          <p:cNvSpPr/>
          <p:nvPr/>
        </p:nvSpPr>
        <p:spPr>
          <a:xfrm>
            <a:off x="9405392" y="3891521"/>
            <a:ext cx="0" cy="4465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9" name="S12-label579"/>
          <p:cNvSpPr txBox="1"/>
          <p:nvPr/>
        </p:nvSpPr>
        <p:spPr>
          <a:xfrm>
            <a:off x="9249944" y="433045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40" name="S12-mark580"/>
          <p:cNvSpPr/>
          <p:nvPr/>
        </p:nvSpPr>
        <p:spPr>
          <a:xfrm>
            <a:off x="9494704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2-mark581"/>
          <p:cNvSpPr/>
          <p:nvPr/>
        </p:nvSpPr>
        <p:spPr>
          <a:xfrm>
            <a:off x="9584016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2-mark582"/>
          <p:cNvSpPr/>
          <p:nvPr/>
        </p:nvSpPr>
        <p:spPr>
          <a:xfrm>
            <a:off x="9673327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2-mark583"/>
          <p:cNvSpPr/>
          <p:nvPr/>
        </p:nvSpPr>
        <p:spPr>
          <a:xfrm>
            <a:off x="9762639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2-mark584"/>
          <p:cNvSpPr/>
          <p:nvPr/>
        </p:nvSpPr>
        <p:spPr>
          <a:xfrm>
            <a:off x="9851951" y="3891521"/>
            <a:ext cx="0" cy="31259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2-mark585"/>
          <p:cNvSpPr/>
          <p:nvPr/>
        </p:nvSpPr>
        <p:spPr>
          <a:xfrm>
            <a:off x="9941262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2-mark586"/>
          <p:cNvSpPr/>
          <p:nvPr/>
        </p:nvSpPr>
        <p:spPr>
          <a:xfrm>
            <a:off x="10030574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2-mark587"/>
          <p:cNvSpPr/>
          <p:nvPr/>
        </p:nvSpPr>
        <p:spPr>
          <a:xfrm>
            <a:off x="10119886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2-mark588"/>
          <p:cNvSpPr/>
          <p:nvPr/>
        </p:nvSpPr>
        <p:spPr>
          <a:xfrm>
            <a:off x="10209197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2-mark589"/>
          <p:cNvSpPr/>
          <p:nvPr/>
        </p:nvSpPr>
        <p:spPr>
          <a:xfrm>
            <a:off x="10298509" y="3891521"/>
            <a:ext cx="0" cy="4465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50" name="S12-label591"/>
          <p:cNvSpPr txBox="1"/>
          <p:nvPr/>
        </p:nvSpPr>
        <p:spPr>
          <a:xfrm>
            <a:off x="10143061" y="433045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51" name="S12-mark592"/>
          <p:cNvSpPr/>
          <p:nvPr/>
        </p:nvSpPr>
        <p:spPr>
          <a:xfrm>
            <a:off x="10387820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2-mark593"/>
          <p:cNvSpPr/>
          <p:nvPr/>
        </p:nvSpPr>
        <p:spPr>
          <a:xfrm>
            <a:off x="10477132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2-mark594"/>
          <p:cNvSpPr/>
          <p:nvPr/>
        </p:nvSpPr>
        <p:spPr>
          <a:xfrm>
            <a:off x="10566444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2-mark595"/>
          <p:cNvSpPr/>
          <p:nvPr/>
        </p:nvSpPr>
        <p:spPr>
          <a:xfrm>
            <a:off x="10655755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2-mark596"/>
          <p:cNvSpPr/>
          <p:nvPr/>
        </p:nvSpPr>
        <p:spPr>
          <a:xfrm>
            <a:off x="10745067" y="3891521"/>
            <a:ext cx="0" cy="31259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2-mark597"/>
          <p:cNvSpPr/>
          <p:nvPr/>
        </p:nvSpPr>
        <p:spPr>
          <a:xfrm>
            <a:off x="10834379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2-mark598"/>
          <p:cNvSpPr/>
          <p:nvPr/>
        </p:nvSpPr>
        <p:spPr>
          <a:xfrm>
            <a:off x="10923690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2-mark599"/>
          <p:cNvSpPr/>
          <p:nvPr/>
        </p:nvSpPr>
        <p:spPr>
          <a:xfrm>
            <a:off x="11013002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2-mark600"/>
          <p:cNvSpPr/>
          <p:nvPr/>
        </p:nvSpPr>
        <p:spPr>
          <a:xfrm>
            <a:off x="11102314" y="3891521"/>
            <a:ext cx="0" cy="19648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2-mark601"/>
          <p:cNvSpPr/>
          <p:nvPr/>
        </p:nvSpPr>
        <p:spPr>
          <a:xfrm>
            <a:off x="11191625" y="3891521"/>
            <a:ext cx="0" cy="44655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61" name="S12-label603"/>
          <p:cNvSpPr txBox="1"/>
          <p:nvPr/>
        </p:nvSpPr>
        <p:spPr>
          <a:xfrm>
            <a:off x="11036177" y="433045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62" name="S12-mark604"/>
          <p:cNvSpPr/>
          <p:nvPr/>
        </p:nvSpPr>
        <p:spPr>
          <a:xfrm>
            <a:off x="6726043" y="3310995"/>
            <a:ext cx="2500726" cy="357247"/>
          </a:xfrm>
          <a:custGeom>
            <a:avLst/>
            <a:gdLst/>
            <a:ahLst/>
            <a:cxnLst/>
            <a:rect l="l" t="t" r="r" b="b"/>
            <a:pathLst>
              <a:path w="2500726" h="357247">
                <a:moveTo>
                  <a:pt x="0" y="357247"/>
                </a:moveTo>
                <a:lnTo>
                  <a:pt x="2500726" y="357247"/>
                </a:lnTo>
                <a:lnTo>
                  <a:pt x="2500726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12-mark605"/>
          <p:cNvSpPr/>
          <p:nvPr/>
        </p:nvSpPr>
        <p:spPr>
          <a:xfrm>
            <a:off x="6726043" y="3668242"/>
            <a:ext cx="0" cy="223279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64" name="S12-mark606"/>
          <p:cNvSpPr/>
          <p:nvPr/>
        </p:nvSpPr>
        <p:spPr>
          <a:xfrm>
            <a:off x="9226769" y="3668242"/>
            <a:ext cx="0" cy="223279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65" name="S12-chip60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6" name="S12-text608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막대의 길이는?</a:t>
            </a:r>
            <a:endParaRPr lang="ko-KR" sz="3000" dirty="0"/>
          </a:p>
        </p:txBody>
      </p:sp>
      <p:sp>
        <p:nvSpPr>
          <p:cNvPr id="67" name="S12-chip60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8" name="S12-eqtext610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cm 3 mm = □ mm</a:t>
            </a:r>
            <a:endParaRPr lang="ko-KR" sz="3400" dirty="0"/>
          </a:p>
        </p:txBody>
      </p:sp>
      <p:sp>
        <p:nvSpPr>
          <p:cNvPr id="69" name="S12-chip61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70" name="S12-eqtext612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km 60 m = □ m</a:t>
            </a:r>
            <a:endParaRPr lang="ko-KR" sz="3400" dirty="0"/>
          </a:p>
        </p:txBody>
      </p:sp>
      <p:sp>
        <p:nvSpPr>
          <p:cNvPr id="71" name="S12-chip613"/>
          <p:cNvSpPr txBox="1"/>
          <p:nvPr/>
        </p:nvSpPr>
        <p:spPr>
          <a:xfrm>
            <a:off x="548640" y="54772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72" name="S12-eqtext614"/>
          <p:cNvSpPr txBox="1"/>
          <p:nvPr/>
        </p:nvSpPr>
        <p:spPr>
          <a:xfrm>
            <a:off x="1344168" y="530352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2500 m = □ km □ m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어디가 더 멀까요?</a:t>
            </a:r>
            <a:endParaRPr lang="ko-KR" sz="4000" dirty="0"/>
          </a:p>
        </p:txBody>
      </p:sp>
      <p:sp>
        <p:nvSpPr>
          <p:cNvPr id="3" name="S14-text6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두 곳까지의 거리예요.</a:t>
            </a:r>
            <a:endParaRPr lang="ko-KR" sz="3000" dirty="0"/>
          </a:p>
        </p:txBody>
      </p:sp>
      <p:sp>
        <p:nvSpPr>
          <p:cNvPr id="4" name="S14-card6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6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먼 곳을 고르고, 어떻게 알았는지 말해요.</a:t>
            </a:r>
            <a:endParaRPr lang="ko-KR" sz="3000" dirty="0"/>
          </a:p>
        </p:txBody>
      </p:sp>
      <p:sp>
        <p:nvSpPr>
          <p:cNvPr id="6" name="S14-chip618"/>
          <p:cNvSpPr txBox="1"/>
          <p:nvPr/>
        </p:nvSpPr>
        <p:spPr>
          <a:xfrm>
            <a:off x="2946654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4-card619"/>
          <p:cNvSpPr/>
          <p:nvPr/>
        </p:nvSpPr>
        <p:spPr>
          <a:xfrm>
            <a:off x="548640" y="2715768"/>
            <a:ext cx="5362956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4-cardtext620"/>
          <p:cNvSpPr txBox="1"/>
          <p:nvPr/>
        </p:nvSpPr>
        <p:spPr>
          <a:xfrm>
            <a:off x="822960" y="2852928"/>
            <a:ext cx="4814316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학교까지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km 200 m</a:t>
            </a:r>
            <a:endParaRPr lang="ko-KR" sz="3000" dirty="0"/>
          </a:p>
        </p:txBody>
      </p:sp>
      <p:sp>
        <p:nvSpPr>
          <p:cNvPr id="9" name="S14-chip621"/>
          <p:cNvSpPr txBox="1"/>
          <p:nvPr/>
        </p:nvSpPr>
        <p:spPr>
          <a:xfrm>
            <a:off x="8675370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4-card622"/>
          <p:cNvSpPr/>
          <p:nvPr/>
        </p:nvSpPr>
        <p:spPr>
          <a:xfrm>
            <a:off x="6277356" y="2715768"/>
            <a:ext cx="5362956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4-cardtext623"/>
          <p:cNvSpPr txBox="1"/>
          <p:nvPr/>
        </p:nvSpPr>
        <p:spPr>
          <a:xfrm>
            <a:off x="6551676" y="2852928"/>
            <a:ext cx="4814316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도서관까지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1150 m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5-card62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62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 = 10 mm, 1 km = 1000 m예요.</a:t>
            </a:r>
            <a:endParaRPr lang="ko-KR" sz="3000" dirty="0"/>
          </a:p>
        </p:txBody>
      </p:sp>
      <p:sp>
        <p:nvSpPr>
          <p:cNvPr id="5" name="S15-chip62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같은 단위로 바꾸어 비교하기</a:t>
            </a:r>
            <a:endParaRPr lang="ko-KR" sz="2400" dirty="0"/>
          </a:p>
        </p:txBody>
      </p:sp>
      <p:sp>
        <p:nvSpPr>
          <p:cNvPr id="6" name="S15-chip62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1 cm = 100 mm라고 하기</a:t>
            </a:r>
            <a:endParaRPr lang="ko-KR" sz="2400" dirty="0"/>
          </a:p>
        </p:txBody>
      </p:sp>
      <p:sp>
        <p:nvSpPr>
          <p:cNvPr id="7" name="S15-text62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5-text629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 cm 4 mm는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mm?</a:t>
            </a:r>
            <a:endParaRPr lang="ko-KR" sz="2400" dirty="0"/>
          </a:p>
        </p:txBody>
      </p:sp>
      <p:sp>
        <p:nvSpPr>
          <p:cNvPr id="9" name="S15-text630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 km 20 m는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m?</a:t>
            </a:r>
            <a:endParaRPr lang="ko-KR" sz="2400" dirty="0"/>
          </a:p>
        </p:txBody>
      </p:sp>
      <p:sp>
        <p:nvSpPr>
          <p:cNvPr id="10" name="S15-text631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 km는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m?</a:t>
            </a:r>
            <a:endParaRPr lang="ko-KR" sz="2400" dirty="0"/>
          </a:p>
        </p:txBody>
      </p:sp>
      <p:sp>
        <p:nvSpPr>
          <p:cNvPr id="11" name="S15-text63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초와 시간의 계산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cm와 m</a:t>
            </a:r>
            <a:endParaRPr lang="ko-KR" sz="4000" dirty="0"/>
          </a:p>
        </p:txBody>
      </p:sp>
      <p:sp>
        <p:nvSpPr>
          <p:cNvPr id="3" name="S16-text6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눈금 한 칸이 1 cm예요.</a:t>
            </a:r>
            <a:endParaRPr lang="ko-KR" sz="3000" dirty="0"/>
          </a:p>
        </p:txBody>
      </p:sp>
      <p:sp>
        <p:nvSpPr>
          <p:cNvPr id="4" name="S16-card634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6-cardtext635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자로 재기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한끝을 0에 맞추어요</a:t>
            </a:r>
            <a:endParaRPr lang="ko-KR" sz="3000" dirty="0"/>
          </a:p>
        </p:txBody>
      </p:sp>
      <p:sp>
        <p:nvSpPr>
          <p:cNvPr id="6" name="S16-card636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6-cardtext637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m = 100 cm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cm를 1 m라고 해요</a:t>
            </a:r>
            <a:endParaRPr lang="ko-KR" sz="3000" dirty="0"/>
          </a:p>
        </p:txBody>
      </p:sp>
      <p:sp>
        <p:nvSpPr>
          <p:cNvPr id="8" name="S16-figure638" descr="1 cm 눈금이 있는 10 cm 자와 7 cm 크레파스 막대"/>
          <p:cNvSpPr/>
          <p:nvPr/>
        </p:nvSpPr>
        <p:spPr>
          <a:xfrm>
            <a:off x="1156716" y="3150870"/>
            <a:ext cx="9875520" cy="1234440"/>
          </a:xfrm>
          <a:custGeom>
            <a:avLst/>
            <a:gdLst/>
            <a:ahLst/>
            <a:cxnLst/>
            <a:rect l="l" t="t" r="r" b="b"/>
            <a:pathLst>
              <a:path w="9875520" h="1234440">
                <a:moveTo>
                  <a:pt x="0" y="0"/>
                </a:moveTo>
                <a:lnTo>
                  <a:pt x="9875520" y="0"/>
                </a:lnTo>
                <a:lnTo>
                  <a:pt x="9875520" y="1234440"/>
                </a:lnTo>
                <a:lnTo>
                  <a:pt x="0" y="123444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6-mark639"/>
          <p:cNvSpPr/>
          <p:nvPr/>
        </p:nvSpPr>
        <p:spPr>
          <a:xfrm>
            <a:off x="15224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0" name="S16-label641"/>
          <p:cNvSpPr txBox="1"/>
          <p:nvPr/>
        </p:nvSpPr>
        <p:spPr>
          <a:xfrm>
            <a:off x="1367028" y="36004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1" name="S16-mark642"/>
          <p:cNvSpPr/>
          <p:nvPr/>
        </p:nvSpPr>
        <p:spPr>
          <a:xfrm>
            <a:off x="1979676" y="315087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6-mark643"/>
          <p:cNvSpPr/>
          <p:nvPr/>
        </p:nvSpPr>
        <p:spPr>
          <a:xfrm>
            <a:off x="24368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" name="S16-label645"/>
          <p:cNvSpPr txBox="1"/>
          <p:nvPr/>
        </p:nvSpPr>
        <p:spPr>
          <a:xfrm>
            <a:off x="2281428" y="36004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4" name="S16-mark646"/>
          <p:cNvSpPr/>
          <p:nvPr/>
        </p:nvSpPr>
        <p:spPr>
          <a:xfrm>
            <a:off x="2894076" y="315087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6-mark647"/>
          <p:cNvSpPr/>
          <p:nvPr/>
        </p:nvSpPr>
        <p:spPr>
          <a:xfrm>
            <a:off x="33512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" name="S16-label649"/>
          <p:cNvSpPr txBox="1"/>
          <p:nvPr/>
        </p:nvSpPr>
        <p:spPr>
          <a:xfrm>
            <a:off x="3195828" y="36004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7" name="S16-mark650"/>
          <p:cNvSpPr/>
          <p:nvPr/>
        </p:nvSpPr>
        <p:spPr>
          <a:xfrm>
            <a:off x="3808476" y="315087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6-mark651"/>
          <p:cNvSpPr/>
          <p:nvPr/>
        </p:nvSpPr>
        <p:spPr>
          <a:xfrm>
            <a:off x="42656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9" name="S16-label653"/>
          <p:cNvSpPr txBox="1"/>
          <p:nvPr/>
        </p:nvSpPr>
        <p:spPr>
          <a:xfrm>
            <a:off x="4110228" y="36004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0" name="S16-mark654"/>
          <p:cNvSpPr/>
          <p:nvPr/>
        </p:nvSpPr>
        <p:spPr>
          <a:xfrm>
            <a:off x="4722876" y="315087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6-mark655"/>
          <p:cNvSpPr/>
          <p:nvPr/>
        </p:nvSpPr>
        <p:spPr>
          <a:xfrm>
            <a:off x="51800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2" name="S16-label657"/>
          <p:cNvSpPr txBox="1"/>
          <p:nvPr/>
        </p:nvSpPr>
        <p:spPr>
          <a:xfrm>
            <a:off x="5024628" y="36004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3" name="S16-mark658"/>
          <p:cNvSpPr/>
          <p:nvPr/>
        </p:nvSpPr>
        <p:spPr>
          <a:xfrm>
            <a:off x="5637276" y="315087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6-mark659"/>
          <p:cNvSpPr/>
          <p:nvPr/>
        </p:nvSpPr>
        <p:spPr>
          <a:xfrm>
            <a:off x="60944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5" name="S16-label661"/>
          <p:cNvSpPr txBox="1"/>
          <p:nvPr/>
        </p:nvSpPr>
        <p:spPr>
          <a:xfrm>
            <a:off x="5939028" y="36004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26" name="S16-mark662"/>
          <p:cNvSpPr/>
          <p:nvPr/>
        </p:nvSpPr>
        <p:spPr>
          <a:xfrm>
            <a:off x="6551676" y="315087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6-mark663"/>
          <p:cNvSpPr/>
          <p:nvPr/>
        </p:nvSpPr>
        <p:spPr>
          <a:xfrm>
            <a:off x="70088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8" name="S16-label665"/>
          <p:cNvSpPr txBox="1"/>
          <p:nvPr/>
        </p:nvSpPr>
        <p:spPr>
          <a:xfrm>
            <a:off x="6853428" y="36004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9" name="S16-mark666"/>
          <p:cNvSpPr/>
          <p:nvPr/>
        </p:nvSpPr>
        <p:spPr>
          <a:xfrm>
            <a:off x="7466076" y="315087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6-mark667"/>
          <p:cNvSpPr/>
          <p:nvPr/>
        </p:nvSpPr>
        <p:spPr>
          <a:xfrm>
            <a:off x="79232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1" name="S16-label669"/>
          <p:cNvSpPr txBox="1"/>
          <p:nvPr/>
        </p:nvSpPr>
        <p:spPr>
          <a:xfrm>
            <a:off x="7767828" y="36004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32" name="S16-mark670"/>
          <p:cNvSpPr/>
          <p:nvPr/>
        </p:nvSpPr>
        <p:spPr>
          <a:xfrm>
            <a:off x="8380476" y="315087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6-mark671"/>
          <p:cNvSpPr/>
          <p:nvPr/>
        </p:nvSpPr>
        <p:spPr>
          <a:xfrm>
            <a:off x="88376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4" name="S16-label673"/>
          <p:cNvSpPr txBox="1"/>
          <p:nvPr/>
        </p:nvSpPr>
        <p:spPr>
          <a:xfrm>
            <a:off x="8682228" y="36004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35" name="S16-mark674"/>
          <p:cNvSpPr/>
          <p:nvPr/>
        </p:nvSpPr>
        <p:spPr>
          <a:xfrm>
            <a:off x="9294876" y="315087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6-mark675"/>
          <p:cNvSpPr/>
          <p:nvPr/>
        </p:nvSpPr>
        <p:spPr>
          <a:xfrm>
            <a:off x="97520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7" name="S16-label677"/>
          <p:cNvSpPr txBox="1"/>
          <p:nvPr/>
        </p:nvSpPr>
        <p:spPr>
          <a:xfrm>
            <a:off x="9596628" y="360045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38" name="S16-mark678"/>
          <p:cNvSpPr/>
          <p:nvPr/>
        </p:nvSpPr>
        <p:spPr>
          <a:xfrm>
            <a:off x="10209276" y="3150870"/>
            <a:ext cx="0" cy="3200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6-mark679"/>
          <p:cNvSpPr/>
          <p:nvPr/>
        </p:nvSpPr>
        <p:spPr>
          <a:xfrm>
            <a:off x="10666476" y="3150870"/>
            <a:ext cx="0" cy="4572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0" name="S16-label681"/>
          <p:cNvSpPr txBox="1"/>
          <p:nvPr/>
        </p:nvSpPr>
        <p:spPr>
          <a:xfrm>
            <a:off x="10410444" y="3600450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41" name="S16-mark682"/>
          <p:cNvSpPr/>
          <p:nvPr/>
        </p:nvSpPr>
        <p:spPr>
          <a:xfrm>
            <a:off x="1522476" y="2556510"/>
            <a:ext cx="6400800" cy="365760"/>
          </a:xfrm>
          <a:custGeom>
            <a:avLst/>
            <a:gdLst/>
            <a:ahLst/>
            <a:cxnLst/>
            <a:rect l="l" t="t" r="r" b="b"/>
            <a:pathLst>
              <a:path w="6400800" h="365760">
                <a:moveTo>
                  <a:pt x="0" y="365760"/>
                </a:moveTo>
                <a:lnTo>
                  <a:pt x="6400800" y="365760"/>
                </a:lnTo>
                <a:lnTo>
                  <a:pt x="640080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6-label684"/>
          <p:cNvSpPr txBox="1"/>
          <p:nvPr/>
        </p:nvSpPr>
        <p:spPr>
          <a:xfrm>
            <a:off x="4070604" y="2548890"/>
            <a:ext cx="130454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</a:t>
            </a:r>
            <a:endParaRPr lang="ko-KR" sz="2400" dirty="0"/>
          </a:p>
        </p:txBody>
      </p:sp>
      <p:sp>
        <p:nvSpPr>
          <p:cNvPr id="43" name="S16-mark685"/>
          <p:cNvSpPr/>
          <p:nvPr/>
        </p:nvSpPr>
        <p:spPr>
          <a:xfrm>
            <a:off x="1522476" y="2922270"/>
            <a:ext cx="0" cy="228600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44" name="S16-mark686"/>
          <p:cNvSpPr/>
          <p:nvPr/>
        </p:nvSpPr>
        <p:spPr>
          <a:xfrm>
            <a:off x="7923276" y="2922270"/>
            <a:ext cx="0" cy="228600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mm와 km</dc:title>
  <dc:subject>KR22-G03-MAT-MMKM-L01</dc:subject>
  <dc:creator>education-ppt</dc:creator>
  <cp:lastModifiedBy>education-ppt</cp:lastModifiedBy>
  <cp:revision>1</cp:revision>
  <dcterms:created xsi:type="dcterms:W3CDTF">2026-10-26T07:54:38Z</dcterms:created>
  <dcterms:modified xsi:type="dcterms:W3CDTF">2026-10-26T07:54:38Z</dcterms:modified>
</cp:coreProperties>
</file>