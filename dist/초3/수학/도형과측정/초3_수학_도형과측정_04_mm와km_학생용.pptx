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02fa182-d5f7-8614-1fe1-cac45ee77cfb}">
          <p14:sldIdLst>
            <p14:sldId id="256"/>
            <p14:sldId id="257"/>
          </p14:sldIdLst>
        </p14:section>
        <p14:section name="개념" id="{370ade0b-503e-3023-9fc0-de6da0538224}">
          <p14:sldIdLst>
            <p14:sldId id="258"/>
            <p14:sldId id="259"/>
            <p14:sldId id="263"/>
            <p14:sldId id="264"/>
          </p14:sldIdLst>
        </p14:section>
        <p14:section name="연습" id="{44a7903f-9cb9-b1a6-19b5-9cf2593b9b41}">
          <p14:sldIdLst>
            <p14:sldId id="260"/>
            <p14:sldId id="261"/>
            <p14:sldId id="262"/>
            <p14:sldId id="265"/>
            <p14:sldId id="266"/>
          </p14:sldIdLst>
        </p14:section>
        <p14:section name="개념" id="{bf24d30f-10e8-5239-c62a-c5f704a88457}">
          <p14:sldIdLst/>
        </p14:section>
        <p14:section name="연습" id="{56bdcb41-502b-a57a-5d44-75c10a29faec}">
          <p14:sldIdLst/>
        </p14:section>
        <p14:section name="확인" id="{cebc482f-9b00-3963-142b-f78f794d5b67}">
          <p14:sldIdLst>
            <p14:sldId id="267"/>
            <p14:sldId id="268"/>
          </p14:sldIdLst>
        </p14:section>
        <p14:section name="정리" id="{c6624298-f52b-d5c3-2341-1f1cc08eb0e7}">
          <p14:sldIdLst>
            <p14:sldId id="269"/>
          </p14:sldIdLst>
        </p14:section>
        <p14:section name="보충" id="{54fd15b6-d50e-86b6-1c30-d17503d3a23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mm와 km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mm와 km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mm와 km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mm와 km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짧은 길이와 아주 먼 거리는 어떻게 나타낼까?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작은 눈금이 있는 4 cm 자와 2 cm 5 mm 막대"/>
          <p:cNvSpPr/>
          <p:nvPr/>
        </p:nvSpPr>
        <p:spPr>
          <a:xfrm>
            <a:off x="7772400" y="1907858"/>
            <a:ext cx="3749040" cy="1054417"/>
          </a:xfrm>
          <a:custGeom>
            <a:avLst/>
            <a:gdLst/>
            <a:ahLst/>
            <a:cxnLst/>
            <a:rect l="l" t="t" r="r" b="b"/>
            <a:pathLst>
              <a:path w="3749040" h="1054417">
                <a:moveTo>
                  <a:pt x="0" y="0"/>
                </a:moveTo>
                <a:lnTo>
                  <a:pt x="3749040" y="0"/>
                </a:lnTo>
                <a:lnTo>
                  <a:pt x="3749040" y="1054417"/>
                </a:lnTo>
                <a:lnTo>
                  <a:pt x="0" y="105441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08482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1-label5"/>
          <p:cNvSpPr txBox="1"/>
          <p:nvPr/>
        </p:nvSpPr>
        <p:spPr>
          <a:xfrm>
            <a:off x="792937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" name="S01-mark6"/>
          <p:cNvSpPr/>
          <p:nvPr/>
        </p:nvSpPr>
        <p:spPr>
          <a:xfrm>
            <a:off x="816292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mark7"/>
          <p:cNvSpPr/>
          <p:nvPr/>
        </p:nvSpPr>
        <p:spPr>
          <a:xfrm>
            <a:off x="824103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mark8"/>
          <p:cNvSpPr/>
          <p:nvPr/>
        </p:nvSpPr>
        <p:spPr>
          <a:xfrm>
            <a:off x="831913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mark9"/>
          <p:cNvSpPr/>
          <p:nvPr/>
        </p:nvSpPr>
        <p:spPr>
          <a:xfrm>
            <a:off x="839724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mark10"/>
          <p:cNvSpPr/>
          <p:nvPr/>
        </p:nvSpPr>
        <p:spPr>
          <a:xfrm>
            <a:off x="8475345" y="1907858"/>
            <a:ext cx="0" cy="2733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mark11"/>
          <p:cNvSpPr/>
          <p:nvPr/>
        </p:nvSpPr>
        <p:spPr>
          <a:xfrm>
            <a:off x="855345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mark12"/>
          <p:cNvSpPr/>
          <p:nvPr/>
        </p:nvSpPr>
        <p:spPr>
          <a:xfrm>
            <a:off x="863155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mark13"/>
          <p:cNvSpPr/>
          <p:nvPr/>
        </p:nvSpPr>
        <p:spPr>
          <a:xfrm>
            <a:off x="870966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mark14"/>
          <p:cNvSpPr/>
          <p:nvPr/>
        </p:nvSpPr>
        <p:spPr>
          <a:xfrm>
            <a:off x="878776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mark15"/>
          <p:cNvSpPr/>
          <p:nvPr/>
        </p:nvSpPr>
        <p:spPr>
          <a:xfrm>
            <a:off x="886587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1-label17"/>
          <p:cNvSpPr txBox="1"/>
          <p:nvPr/>
        </p:nvSpPr>
        <p:spPr>
          <a:xfrm>
            <a:off x="871042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01-mark18"/>
          <p:cNvSpPr/>
          <p:nvPr/>
        </p:nvSpPr>
        <p:spPr>
          <a:xfrm>
            <a:off x="894397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mark19"/>
          <p:cNvSpPr/>
          <p:nvPr/>
        </p:nvSpPr>
        <p:spPr>
          <a:xfrm>
            <a:off x="902208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mark20"/>
          <p:cNvSpPr/>
          <p:nvPr/>
        </p:nvSpPr>
        <p:spPr>
          <a:xfrm>
            <a:off x="910018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mark21"/>
          <p:cNvSpPr/>
          <p:nvPr/>
        </p:nvSpPr>
        <p:spPr>
          <a:xfrm>
            <a:off x="917829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mark22"/>
          <p:cNvSpPr/>
          <p:nvPr/>
        </p:nvSpPr>
        <p:spPr>
          <a:xfrm>
            <a:off x="9256395" y="1907858"/>
            <a:ext cx="0" cy="2733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mark23"/>
          <p:cNvSpPr/>
          <p:nvPr/>
        </p:nvSpPr>
        <p:spPr>
          <a:xfrm>
            <a:off x="933450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mark24"/>
          <p:cNvSpPr/>
          <p:nvPr/>
        </p:nvSpPr>
        <p:spPr>
          <a:xfrm>
            <a:off x="941260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mark25"/>
          <p:cNvSpPr/>
          <p:nvPr/>
        </p:nvSpPr>
        <p:spPr>
          <a:xfrm>
            <a:off x="949071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mark26"/>
          <p:cNvSpPr/>
          <p:nvPr/>
        </p:nvSpPr>
        <p:spPr>
          <a:xfrm>
            <a:off x="956881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mark27"/>
          <p:cNvSpPr/>
          <p:nvPr/>
        </p:nvSpPr>
        <p:spPr>
          <a:xfrm>
            <a:off x="964692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1-label29"/>
          <p:cNvSpPr txBox="1"/>
          <p:nvPr/>
        </p:nvSpPr>
        <p:spPr>
          <a:xfrm>
            <a:off x="949147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1-mark30"/>
          <p:cNvSpPr/>
          <p:nvPr/>
        </p:nvSpPr>
        <p:spPr>
          <a:xfrm>
            <a:off x="972502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mark31"/>
          <p:cNvSpPr/>
          <p:nvPr/>
        </p:nvSpPr>
        <p:spPr>
          <a:xfrm>
            <a:off x="980313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mark32"/>
          <p:cNvSpPr/>
          <p:nvPr/>
        </p:nvSpPr>
        <p:spPr>
          <a:xfrm>
            <a:off x="988123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mark33"/>
          <p:cNvSpPr/>
          <p:nvPr/>
        </p:nvSpPr>
        <p:spPr>
          <a:xfrm>
            <a:off x="995934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mark34"/>
          <p:cNvSpPr/>
          <p:nvPr/>
        </p:nvSpPr>
        <p:spPr>
          <a:xfrm>
            <a:off x="10037445" y="1907858"/>
            <a:ext cx="0" cy="2733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mark35"/>
          <p:cNvSpPr/>
          <p:nvPr/>
        </p:nvSpPr>
        <p:spPr>
          <a:xfrm>
            <a:off x="1011555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mark36"/>
          <p:cNvSpPr/>
          <p:nvPr/>
        </p:nvSpPr>
        <p:spPr>
          <a:xfrm>
            <a:off x="1019365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mark37"/>
          <p:cNvSpPr/>
          <p:nvPr/>
        </p:nvSpPr>
        <p:spPr>
          <a:xfrm>
            <a:off x="1027176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mark38"/>
          <p:cNvSpPr/>
          <p:nvPr/>
        </p:nvSpPr>
        <p:spPr>
          <a:xfrm>
            <a:off x="1034986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mark39"/>
          <p:cNvSpPr/>
          <p:nvPr/>
        </p:nvSpPr>
        <p:spPr>
          <a:xfrm>
            <a:off x="1042797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01-label41"/>
          <p:cNvSpPr txBox="1"/>
          <p:nvPr/>
        </p:nvSpPr>
        <p:spPr>
          <a:xfrm>
            <a:off x="1027252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1-mark42"/>
          <p:cNvSpPr/>
          <p:nvPr/>
        </p:nvSpPr>
        <p:spPr>
          <a:xfrm>
            <a:off x="1050607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mark43"/>
          <p:cNvSpPr/>
          <p:nvPr/>
        </p:nvSpPr>
        <p:spPr>
          <a:xfrm>
            <a:off x="1058418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mark44"/>
          <p:cNvSpPr/>
          <p:nvPr/>
        </p:nvSpPr>
        <p:spPr>
          <a:xfrm>
            <a:off x="1066228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mark45"/>
          <p:cNvSpPr/>
          <p:nvPr/>
        </p:nvSpPr>
        <p:spPr>
          <a:xfrm>
            <a:off x="1074039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mark46"/>
          <p:cNvSpPr/>
          <p:nvPr/>
        </p:nvSpPr>
        <p:spPr>
          <a:xfrm>
            <a:off x="10818495" y="1907858"/>
            <a:ext cx="0" cy="2733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mark47"/>
          <p:cNvSpPr/>
          <p:nvPr/>
        </p:nvSpPr>
        <p:spPr>
          <a:xfrm>
            <a:off x="1089660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mark48"/>
          <p:cNvSpPr/>
          <p:nvPr/>
        </p:nvSpPr>
        <p:spPr>
          <a:xfrm>
            <a:off x="1097470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mark49"/>
          <p:cNvSpPr/>
          <p:nvPr/>
        </p:nvSpPr>
        <p:spPr>
          <a:xfrm>
            <a:off x="1105281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mark50"/>
          <p:cNvSpPr/>
          <p:nvPr/>
        </p:nvSpPr>
        <p:spPr>
          <a:xfrm>
            <a:off x="1113091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mark51"/>
          <p:cNvSpPr/>
          <p:nvPr/>
        </p:nvSpPr>
        <p:spPr>
          <a:xfrm>
            <a:off x="1120902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1" name="S01-label53"/>
          <p:cNvSpPr txBox="1"/>
          <p:nvPr/>
        </p:nvSpPr>
        <p:spPr>
          <a:xfrm>
            <a:off x="1105357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2" name="S01-mark54"/>
          <p:cNvSpPr/>
          <p:nvPr/>
        </p:nvSpPr>
        <p:spPr>
          <a:xfrm>
            <a:off x="8084820" y="1400175"/>
            <a:ext cx="1952625" cy="312420"/>
          </a:xfrm>
          <a:custGeom>
            <a:avLst/>
            <a:gdLst/>
            <a:ahLst/>
            <a:cxnLst/>
            <a:rect l="l" t="t" r="r" b="b"/>
            <a:pathLst>
              <a:path w="1952625" h="312420">
                <a:moveTo>
                  <a:pt x="0" y="312420"/>
                </a:moveTo>
                <a:lnTo>
                  <a:pt x="1952625" y="312420"/>
                </a:lnTo>
                <a:lnTo>
                  <a:pt x="19526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1-mark55"/>
          <p:cNvSpPr/>
          <p:nvPr/>
        </p:nvSpPr>
        <p:spPr>
          <a:xfrm>
            <a:off x="8084820" y="1712595"/>
            <a:ext cx="0" cy="19526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4" name="S01-mark56"/>
          <p:cNvSpPr/>
          <p:nvPr/>
        </p:nvSpPr>
        <p:spPr>
          <a:xfrm>
            <a:off x="10037445" y="1712595"/>
            <a:ext cx="0" cy="19526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5" name="S01-card5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6" name="S01-cardtext5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 cm = 10 mm를 알고 자로 길이를 재요.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km = 1000 m를 알고 거리를 어림해요.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□에 알맞은 수를, ③은 길이를 말해요.</a:t>
            </a:r>
            <a:endParaRPr lang="ko-KR" sz="3000" dirty="0"/>
          </a:p>
        </p:txBody>
      </p:sp>
      <p:sp>
        <p:nvSpPr>
          <p:cNvPr id="4" name="S02-chip6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eqtext6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□ cm</a:t>
            </a:r>
            <a:endParaRPr lang="ko-KR" sz="3400" dirty="0"/>
          </a:p>
        </p:txBody>
      </p:sp>
      <p:sp>
        <p:nvSpPr>
          <p:cNvPr id="6" name="S02-chip6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eqtext6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30 cm = □ cm</a:t>
            </a:r>
            <a:endParaRPr lang="ko-KR" sz="3400" dirty="0"/>
          </a:p>
        </p:txBody>
      </p:sp>
      <p:sp>
        <p:nvSpPr>
          <p:cNvPr id="8" name="S02-chip6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figure65" descr="1 cm 눈금만 있는 8 cm 자와 6 cm 연필 막대"/>
          <p:cNvSpPr/>
          <p:nvPr/>
        </p:nvSpPr>
        <p:spPr>
          <a:xfrm>
            <a:off x="1892808" y="5453149"/>
            <a:ext cx="4389120" cy="673331"/>
          </a:xfrm>
          <a:custGeom>
            <a:avLst/>
            <a:gdLst/>
            <a:ahLst/>
            <a:cxnLst/>
            <a:rect l="l" t="t" r="r" b="b"/>
            <a:pathLst>
              <a:path w="4389120" h="673331">
                <a:moveTo>
                  <a:pt x="0" y="0"/>
                </a:moveTo>
                <a:lnTo>
                  <a:pt x="4389120" y="0"/>
                </a:lnTo>
                <a:lnTo>
                  <a:pt x="4389120" y="673331"/>
                </a:lnTo>
                <a:lnTo>
                  <a:pt x="0" y="673331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mark66"/>
          <p:cNvSpPr/>
          <p:nvPr/>
        </p:nvSpPr>
        <p:spPr>
          <a:xfrm>
            <a:off x="2092313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2-label68"/>
          <p:cNvSpPr txBox="1"/>
          <p:nvPr/>
        </p:nvSpPr>
        <p:spPr>
          <a:xfrm>
            <a:off x="1936865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2" name="S02-mark69"/>
          <p:cNvSpPr/>
          <p:nvPr/>
        </p:nvSpPr>
        <p:spPr>
          <a:xfrm>
            <a:off x="2341695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mark70"/>
          <p:cNvSpPr/>
          <p:nvPr/>
        </p:nvSpPr>
        <p:spPr>
          <a:xfrm>
            <a:off x="2591077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2-label72"/>
          <p:cNvSpPr txBox="1"/>
          <p:nvPr/>
        </p:nvSpPr>
        <p:spPr>
          <a:xfrm>
            <a:off x="2435629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5" name="S02-mark73"/>
          <p:cNvSpPr/>
          <p:nvPr/>
        </p:nvSpPr>
        <p:spPr>
          <a:xfrm>
            <a:off x="2840459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mark74"/>
          <p:cNvSpPr/>
          <p:nvPr/>
        </p:nvSpPr>
        <p:spPr>
          <a:xfrm>
            <a:off x="3089841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2-label76"/>
          <p:cNvSpPr txBox="1"/>
          <p:nvPr/>
        </p:nvSpPr>
        <p:spPr>
          <a:xfrm>
            <a:off x="2934393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8" name="S02-mark77"/>
          <p:cNvSpPr/>
          <p:nvPr/>
        </p:nvSpPr>
        <p:spPr>
          <a:xfrm>
            <a:off x="3339223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mark78"/>
          <p:cNvSpPr/>
          <p:nvPr/>
        </p:nvSpPr>
        <p:spPr>
          <a:xfrm>
            <a:off x="3588604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2-label80"/>
          <p:cNvSpPr txBox="1"/>
          <p:nvPr/>
        </p:nvSpPr>
        <p:spPr>
          <a:xfrm>
            <a:off x="3433156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02-mark81"/>
          <p:cNvSpPr/>
          <p:nvPr/>
        </p:nvSpPr>
        <p:spPr>
          <a:xfrm>
            <a:off x="3837986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mark82"/>
          <p:cNvSpPr/>
          <p:nvPr/>
        </p:nvSpPr>
        <p:spPr>
          <a:xfrm>
            <a:off x="4087368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2-label84"/>
          <p:cNvSpPr txBox="1"/>
          <p:nvPr/>
        </p:nvSpPr>
        <p:spPr>
          <a:xfrm>
            <a:off x="3931920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4" name="S02-mark85"/>
          <p:cNvSpPr/>
          <p:nvPr/>
        </p:nvSpPr>
        <p:spPr>
          <a:xfrm>
            <a:off x="4336750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mark86"/>
          <p:cNvSpPr/>
          <p:nvPr/>
        </p:nvSpPr>
        <p:spPr>
          <a:xfrm>
            <a:off x="4586132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6" name="S02-label88"/>
          <p:cNvSpPr txBox="1"/>
          <p:nvPr/>
        </p:nvSpPr>
        <p:spPr>
          <a:xfrm>
            <a:off x="4430684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7" name="S02-mark89"/>
          <p:cNvSpPr/>
          <p:nvPr/>
        </p:nvSpPr>
        <p:spPr>
          <a:xfrm>
            <a:off x="4835513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mark90"/>
          <p:cNvSpPr/>
          <p:nvPr/>
        </p:nvSpPr>
        <p:spPr>
          <a:xfrm>
            <a:off x="5084895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2-label92"/>
          <p:cNvSpPr txBox="1"/>
          <p:nvPr/>
        </p:nvSpPr>
        <p:spPr>
          <a:xfrm>
            <a:off x="4929447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30" name="S02-mark93"/>
          <p:cNvSpPr/>
          <p:nvPr/>
        </p:nvSpPr>
        <p:spPr>
          <a:xfrm>
            <a:off x="5334277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2-mark94"/>
          <p:cNvSpPr/>
          <p:nvPr/>
        </p:nvSpPr>
        <p:spPr>
          <a:xfrm>
            <a:off x="5583659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2" name="S02-label96"/>
          <p:cNvSpPr txBox="1"/>
          <p:nvPr/>
        </p:nvSpPr>
        <p:spPr>
          <a:xfrm>
            <a:off x="5428211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33" name="S02-mark97"/>
          <p:cNvSpPr/>
          <p:nvPr/>
        </p:nvSpPr>
        <p:spPr>
          <a:xfrm>
            <a:off x="5833041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mark98"/>
          <p:cNvSpPr/>
          <p:nvPr/>
        </p:nvSpPr>
        <p:spPr>
          <a:xfrm>
            <a:off x="6082423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5" name="S02-label100"/>
          <p:cNvSpPr txBox="1"/>
          <p:nvPr/>
        </p:nvSpPr>
        <p:spPr>
          <a:xfrm>
            <a:off x="5926975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6" name="S02-mark101"/>
          <p:cNvSpPr/>
          <p:nvPr/>
        </p:nvSpPr>
        <p:spPr>
          <a:xfrm>
            <a:off x="2092313" y="5128953"/>
            <a:ext cx="2992582" cy="199505"/>
          </a:xfrm>
          <a:custGeom>
            <a:avLst/>
            <a:gdLst/>
            <a:ahLst/>
            <a:cxnLst/>
            <a:rect l="l" t="t" r="r" b="b"/>
            <a:pathLst>
              <a:path w="2992582" h="199505">
                <a:moveTo>
                  <a:pt x="0" y="199505"/>
                </a:moveTo>
                <a:lnTo>
                  <a:pt x="2992582" y="199505"/>
                </a:lnTo>
                <a:lnTo>
                  <a:pt x="299258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2-label103"/>
          <p:cNvSpPr txBox="1"/>
          <p:nvPr/>
        </p:nvSpPr>
        <p:spPr>
          <a:xfrm>
            <a:off x="3235036" y="503820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</a:t>
            </a:r>
            <a:endParaRPr lang="ko-KR" sz="2400" dirty="0"/>
          </a:p>
        </p:txBody>
      </p:sp>
      <p:sp>
        <p:nvSpPr>
          <p:cNvPr id="38" name="S02-mark104"/>
          <p:cNvSpPr/>
          <p:nvPr/>
        </p:nvSpPr>
        <p:spPr>
          <a:xfrm>
            <a:off x="2092313" y="5328458"/>
            <a:ext cx="0" cy="12469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9" name="S02-mark105"/>
          <p:cNvSpPr/>
          <p:nvPr/>
        </p:nvSpPr>
        <p:spPr>
          <a:xfrm>
            <a:off x="5084895" y="5328458"/>
            <a:ext cx="0" cy="12469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mm</a:t>
            </a:r>
            <a:endParaRPr lang="ko-KR" sz="4000" dirty="0"/>
          </a:p>
        </p:txBody>
      </p:sp>
      <p:sp>
        <p:nvSpPr>
          <p:cNvPr id="3" name="S03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cm를 똑같이 10칸으로 나눈 한 칸이 1 mm예요.</a:t>
            </a:r>
            <a:endParaRPr lang="ko-KR" sz="3000" dirty="0"/>
          </a:p>
        </p:txBody>
      </p:sp>
      <p:sp>
        <p:nvSpPr>
          <p:cNvPr id="4" name="S03-card10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0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밀리미터’라고 읽어요</a:t>
            </a:r>
            <a:endParaRPr lang="ko-KR" sz="3000" dirty="0"/>
          </a:p>
        </p:txBody>
      </p:sp>
      <p:sp>
        <p:nvSpPr>
          <p:cNvPr id="6" name="S03-card10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 = 10 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10칸이 1 cm</a:t>
            </a:r>
            <a:endParaRPr lang="ko-KR" sz="3000" dirty="0"/>
          </a:p>
        </p:txBody>
      </p:sp>
      <p:sp>
        <p:nvSpPr>
          <p:cNvPr id="8" name="S03-figure111" descr="1 cm마다 큰 눈금, 1 mm마다 작은 눈금이 있는 3 cm 자. 0에서 1까지 1 cm 막대"/>
          <p:cNvSpPr/>
          <p:nvPr/>
        </p:nvSpPr>
        <p:spPr>
          <a:xfrm>
            <a:off x="4357116" y="3150870"/>
            <a:ext cx="3474720" cy="1234440"/>
          </a:xfrm>
          <a:custGeom>
            <a:avLst/>
            <a:gdLst/>
            <a:ahLst/>
            <a:cxnLst/>
            <a:rect l="l" t="t" r="r" b="b"/>
            <a:pathLst>
              <a:path w="3474720" h="1234440">
                <a:moveTo>
                  <a:pt x="0" y="0"/>
                </a:moveTo>
                <a:lnTo>
                  <a:pt x="3474720" y="0"/>
                </a:lnTo>
                <a:lnTo>
                  <a:pt x="347472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112"/>
          <p:cNvSpPr/>
          <p:nvPr/>
        </p:nvSpPr>
        <p:spPr>
          <a:xfrm>
            <a:off x="47228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3-label114"/>
          <p:cNvSpPr txBox="1"/>
          <p:nvPr/>
        </p:nvSpPr>
        <p:spPr>
          <a:xfrm>
            <a:off x="45674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03-mark115"/>
          <p:cNvSpPr/>
          <p:nvPr/>
        </p:nvSpPr>
        <p:spPr>
          <a:xfrm>
            <a:off x="48143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mark116"/>
          <p:cNvSpPr/>
          <p:nvPr/>
        </p:nvSpPr>
        <p:spPr>
          <a:xfrm>
            <a:off x="49057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mark117"/>
          <p:cNvSpPr/>
          <p:nvPr/>
        </p:nvSpPr>
        <p:spPr>
          <a:xfrm>
            <a:off x="49971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mark118"/>
          <p:cNvSpPr/>
          <p:nvPr/>
        </p:nvSpPr>
        <p:spPr>
          <a:xfrm>
            <a:off x="50886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mark119"/>
          <p:cNvSpPr/>
          <p:nvPr/>
        </p:nvSpPr>
        <p:spPr>
          <a:xfrm>
            <a:off x="51800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mark120"/>
          <p:cNvSpPr/>
          <p:nvPr/>
        </p:nvSpPr>
        <p:spPr>
          <a:xfrm>
            <a:off x="52715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mark121"/>
          <p:cNvSpPr/>
          <p:nvPr/>
        </p:nvSpPr>
        <p:spPr>
          <a:xfrm>
            <a:off x="53629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mark122"/>
          <p:cNvSpPr/>
          <p:nvPr/>
        </p:nvSpPr>
        <p:spPr>
          <a:xfrm>
            <a:off x="54543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mark123"/>
          <p:cNvSpPr/>
          <p:nvPr/>
        </p:nvSpPr>
        <p:spPr>
          <a:xfrm>
            <a:off x="55458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mark124"/>
          <p:cNvSpPr/>
          <p:nvPr/>
        </p:nvSpPr>
        <p:spPr>
          <a:xfrm>
            <a:off x="56372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label126"/>
          <p:cNvSpPr txBox="1"/>
          <p:nvPr/>
        </p:nvSpPr>
        <p:spPr>
          <a:xfrm>
            <a:off x="54818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2" name="S03-mark127"/>
          <p:cNvSpPr/>
          <p:nvPr/>
        </p:nvSpPr>
        <p:spPr>
          <a:xfrm>
            <a:off x="57287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128"/>
          <p:cNvSpPr/>
          <p:nvPr/>
        </p:nvSpPr>
        <p:spPr>
          <a:xfrm>
            <a:off x="58201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mark129"/>
          <p:cNvSpPr/>
          <p:nvPr/>
        </p:nvSpPr>
        <p:spPr>
          <a:xfrm>
            <a:off x="59115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mark130"/>
          <p:cNvSpPr/>
          <p:nvPr/>
        </p:nvSpPr>
        <p:spPr>
          <a:xfrm>
            <a:off x="60030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mark131"/>
          <p:cNvSpPr/>
          <p:nvPr/>
        </p:nvSpPr>
        <p:spPr>
          <a:xfrm>
            <a:off x="60944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mark132"/>
          <p:cNvSpPr/>
          <p:nvPr/>
        </p:nvSpPr>
        <p:spPr>
          <a:xfrm>
            <a:off x="61859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mark133"/>
          <p:cNvSpPr/>
          <p:nvPr/>
        </p:nvSpPr>
        <p:spPr>
          <a:xfrm>
            <a:off x="62773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134"/>
          <p:cNvSpPr/>
          <p:nvPr/>
        </p:nvSpPr>
        <p:spPr>
          <a:xfrm>
            <a:off x="63687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mark135"/>
          <p:cNvSpPr/>
          <p:nvPr/>
        </p:nvSpPr>
        <p:spPr>
          <a:xfrm>
            <a:off x="64602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mark136"/>
          <p:cNvSpPr/>
          <p:nvPr/>
        </p:nvSpPr>
        <p:spPr>
          <a:xfrm>
            <a:off x="65516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2" name="S03-label138"/>
          <p:cNvSpPr txBox="1"/>
          <p:nvPr/>
        </p:nvSpPr>
        <p:spPr>
          <a:xfrm>
            <a:off x="63962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3" name="S03-mark139"/>
          <p:cNvSpPr/>
          <p:nvPr/>
        </p:nvSpPr>
        <p:spPr>
          <a:xfrm>
            <a:off x="66431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mark140"/>
          <p:cNvSpPr/>
          <p:nvPr/>
        </p:nvSpPr>
        <p:spPr>
          <a:xfrm>
            <a:off x="67345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mark141"/>
          <p:cNvSpPr/>
          <p:nvPr/>
        </p:nvSpPr>
        <p:spPr>
          <a:xfrm>
            <a:off x="68259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mark142"/>
          <p:cNvSpPr/>
          <p:nvPr/>
        </p:nvSpPr>
        <p:spPr>
          <a:xfrm>
            <a:off x="69174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mark143"/>
          <p:cNvSpPr/>
          <p:nvPr/>
        </p:nvSpPr>
        <p:spPr>
          <a:xfrm>
            <a:off x="70088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mark144"/>
          <p:cNvSpPr/>
          <p:nvPr/>
        </p:nvSpPr>
        <p:spPr>
          <a:xfrm>
            <a:off x="71003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mark145"/>
          <p:cNvSpPr/>
          <p:nvPr/>
        </p:nvSpPr>
        <p:spPr>
          <a:xfrm>
            <a:off x="71917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mark146"/>
          <p:cNvSpPr/>
          <p:nvPr/>
        </p:nvSpPr>
        <p:spPr>
          <a:xfrm>
            <a:off x="72831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mark147"/>
          <p:cNvSpPr/>
          <p:nvPr/>
        </p:nvSpPr>
        <p:spPr>
          <a:xfrm>
            <a:off x="73746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mark148"/>
          <p:cNvSpPr/>
          <p:nvPr/>
        </p:nvSpPr>
        <p:spPr>
          <a:xfrm>
            <a:off x="74660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03-label150"/>
          <p:cNvSpPr txBox="1"/>
          <p:nvPr/>
        </p:nvSpPr>
        <p:spPr>
          <a:xfrm>
            <a:off x="73106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4" name="S03-mark151"/>
          <p:cNvSpPr/>
          <p:nvPr/>
        </p:nvSpPr>
        <p:spPr>
          <a:xfrm>
            <a:off x="4722876" y="2556510"/>
            <a:ext cx="914400" cy="365760"/>
          </a:xfrm>
          <a:custGeom>
            <a:avLst/>
            <a:gdLst/>
            <a:ahLst/>
            <a:cxnLst/>
            <a:rect l="l" t="t" r="r" b="b"/>
            <a:pathLst>
              <a:path w="914400" h="365760">
                <a:moveTo>
                  <a:pt x="0" y="365760"/>
                </a:moveTo>
                <a:lnTo>
                  <a:pt x="914400" y="36576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label153"/>
          <p:cNvSpPr txBox="1"/>
          <p:nvPr/>
        </p:nvSpPr>
        <p:spPr>
          <a:xfrm>
            <a:off x="4768596" y="254889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400" dirty="0"/>
          </a:p>
        </p:txBody>
      </p:sp>
      <p:sp>
        <p:nvSpPr>
          <p:cNvPr id="46" name="S03-mark154"/>
          <p:cNvSpPr/>
          <p:nvPr/>
        </p:nvSpPr>
        <p:spPr>
          <a:xfrm>
            <a:off x="47228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7" name="S03-mark155"/>
          <p:cNvSpPr/>
          <p:nvPr/>
        </p:nvSpPr>
        <p:spPr>
          <a:xfrm>
            <a:off x="56372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3 mm</a:t>
            </a:r>
            <a:endParaRPr lang="ko-KR" sz="4000" dirty="0"/>
          </a:p>
        </p:txBody>
      </p:sp>
      <p:sp>
        <p:nvSpPr>
          <p:cNvPr id="3" name="S04-text1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지우개의 길이를 재었어요.</a:t>
            </a:r>
            <a:endParaRPr lang="ko-KR" sz="3000" dirty="0"/>
          </a:p>
        </p:txBody>
      </p:sp>
      <p:sp>
        <p:nvSpPr>
          <p:cNvPr id="4" name="S04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3 mm는 ‘4 센티미터 3 밀리미터’라고 읽어요.</a:t>
            </a:r>
            <a:endParaRPr lang="ko-KR" sz="3000" dirty="0"/>
          </a:p>
        </p:txBody>
      </p:sp>
      <p:sp>
        <p:nvSpPr>
          <p:cNvPr id="6" name="S04-card159"/>
          <p:cNvSpPr/>
          <p:nvPr/>
        </p:nvSpPr>
        <p:spPr>
          <a:xfrm>
            <a:off x="548640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160"/>
          <p:cNvSpPr txBox="1"/>
          <p:nvPr/>
        </p:nvSpPr>
        <p:spPr>
          <a:xfrm>
            <a:off x="822960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3 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cm보다 3 mm 더 길어요</a:t>
            </a:r>
            <a:endParaRPr lang="ko-KR" sz="3000" dirty="0"/>
          </a:p>
        </p:txBody>
      </p:sp>
      <p:sp>
        <p:nvSpPr>
          <p:cNvPr id="8" name="S04-card161"/>
          <p:cNvSpPr/>
          <p:nvPr/>
        </p:nvSpPr>
        <p:spPr>
          <a:xfrm>
            <a:off x="6208776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162"/>
          <p:cNvSpPr txBox="1"/>
          <p:nvPr/>
        </p:nvSpPr>
        <p:spPr>
          <a:xfrm>
            <a:off x="6483096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= 40 mm, 40 + 3 = 43</a:t>
            </a:r>
            <a:endParaRPr lang="ko-KR" sz="3000" dirty="0"/>
          </a:p>
        </p:txBody>
      </p:sp>
      <p:sp>
        <p:nvSpPr>
          <p:cNvPr id="10" name="S04-figure163" descr="6 cm 자와 0에서 4 cm 3 mm까지 지우개 막대"/>
          <p:cNvSpPr/>
          <p:nvPr/>
        </p:nvSpPr>
        <p:spPr>
          <a:xfrm>
            <a:off x="3845191" y="2665441"/>
            <a:ext cx="4498571" cy="893099"/>
          </a:xfrm>
          <a:custGeom>
            <a:avLst/>
            <a:gdLst/>
            <a:ahLst/>
            <a:cxnLst/>
            <a:rect l="l" t="t" r="r" b="b"/>
            <a:pathLst>
              <a:path w="4498571" h="893099">
                <a:moveTo>
                  <a:pt x="0" y="0"/>
                </a:moveTo>
                <a:lnTo>
                  <a:pt x="4498571" y="0"/>
                </a:lnTo>
                <a:lnTo>
                  <a:pt x="4498571" y="893099"/>
                </a:lnTo>
                <a:lnTo>
                  <a:pt x="0" y="89309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mark164"/>
          <p:cNvSpPr/>
          <p:nvPr/>
        </p:nvSpPr>
        <p:spPr>
          <a:xfrm>
            <a:off x="4109812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4-label166"/>
          <p:cNvSpPr txBox="1"/>
          <p:nvPr/>
        </p:nvSpPr>
        <p:spPr>
          <a:xfrm>
            <a:off x="3954364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3" name="S04-mark167"/>
          <p:cNvSpPr/>
          <p:nvPr/>
        </p:nvSpPr>
        <p:spPr>
          <a:xfrm>
            <a:off x="417596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mark168"/>
          <p:cNvSpPr/>
          <p:nvPr/>
        </p:nvSpPr>
        <p:spPr>
          <a:xfrm>
            <a:off x="424212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mark169"/>
          <p:cNvSpPr/>
          <p:nvPr/>
        </p:nvSpPr>
        <p:spPr>
          <a:xfrm>
            <a:off x="430827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mark170"/>
          <p:cNvSpPr/>
          <p:nvPr/>
        </p:nvSpPr>
        <p:spPr>
          <a:xfrm>
            <a:off x="437443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mark171"/>
          <p:cNvSpPr/>
          <p:nvPr/>
        </p:nvSpPr>
        <p:spPr>
          <a:xfrm>
            <a:off x="4440590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mark172"/>
          <p:cNvSpPr/>
          <p:nvPr/>
        </p:nvSpPr>
        <p:spPr>
          <a:xfrm>
            <a:off x="4506745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mark173"/>
          <p:cNvSpPr/>
          <p:nvPr/>
        </p:nvSpPr>
        <p:spPr>
          <a:xfrm>
            <a:off x="457290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mark174"/>
          <p:cNvSpPr/>
          <p:nvPr/>
        </p:nvSpPr>
        <p:spPr>
          <a:xfrm>
            <a:off x="4639056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mark175"/>
          <p:cNvSpPr/>
          <p:nvPr/>
        </p:nvSpPr>
        <p:spPr>
          <a:xfrm>
            <a:off x="470521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mark176"/>
          <p:cNvSpPr/>
          <p:nvPr/>
        </p:nvSpPr>
        <p:spPr>
          <a:xfrm>
            <a:off x="4771367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4-label178"/>
          <p:cNvSpPr txBox="1"/>
          <p:nvPr/>
        </p:nvSpPr>
        <p:spPr>
          <a:xfrm>
            <a:off x="4615919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4" name="S04-mark179"/>
          <p:cNvSpPr/>
          <p:nvPr/>
        </p:nvSpPr>
        <p:spPr>
          <a:xfrm>
            <a:off x="4837522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mark180"/>
          <p:cNvSpPr/>
          <p:nvPr/>
        </p:nvSpPr>
        <p:spPr>
          <a:xfrm>
            <a:off x="490367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mark181"/>
          <p:cNvSpPr/>
          <p:nvPr/>
        </p:nvSpPr>
        <p:spPr>
          <a:xfrm>
            <a:off x="496983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mark182"/>
          <p:cNvSpPr/>
          <p:nvPr/>
        </p:nvSpPr>
        <p:spPr>
          <a:xfrm>
            <a:off x="503598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mark183"/>
          <p:cNvSpPr/>
          <p:nvPr/>
        </p:nvSpPr>
        <p:spPr>
          <a:xfrm>
            <a:off x="5102144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mark184"/>
          <p:cNvSpPr/>
          <p:nvPr/>
        </p:nvSpPr>
        <p:spPr>
          <a:xfrm>
            <a:off x="5168300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mark185"/>
          <p:cNvSpPr/>
          <p:nvPr/>
        </p:nvSpPr>
        <p:spPr>
          <a:xfrm>
            <a:off x="5234455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mark186"/>
          <p:cNvSpPr/>
          <p:nvPr/>
        </p:nvSpPr>
        <p:spPr>
          <a:xfrm>
            <a:off x="530061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mark187"/>
          <p:cNvSpPr/>
          <p:nvPr/>
        </p:nvSpPr>
        <p:spPr>
          <a:xfrm>
            <a:off x="5366766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mark188"/>
          <p:cNvSpPr/>
          <p:nvPr/>
        </p:nvSpPr>
        <p:spPr>
          <a:xfrm>
            <a:off x="5432921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4" name="S04-label190"/>
          <p:cNvSpPr txBox="1"/>
          <p:nvPr/>
        </p:nvSpPr>
        <p:spPr>
          <a:xfrm>
            <a:off x="5277473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5" name="S04-mark191"/>
          <p:cNvSpPr/>
          <p:nvPr/>
        </p:nvSpPr>
        <p:spPr>
          <a:xfrm>
            <a:off x="5499077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mark192"/>
          <p:cNvSpPr/>
          <p:nvPr/>
        </p:nvSpPr>
        <p:spPr>
          <a:xfrm>
            <a:off x="5565232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mark193"/>
          <p:cNvSpPr/>
          <p:nvPr/>
        </p:nvSpPr>
        <p:spPr>
          <a:xfrm>
            <a:off x="563138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mark194"/>
          <p:cNvSpPr/>
          <p:nvPr/>
        </p:nvSpPr>
        <p:spPr>
          <a:xfrm>
            <a:off x="569754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mark195"/>
          <p:cNvSpPr/>
          <p:nvPr/>
        </p:nvSpPr>
        <p:spPr>
          <a:xfrm>
            <a:off x="5763699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mark196"/>
          <p:cNvSpPr/>
          <p:nvPr/>
        </p:nvSpPr>
        <p:spPr>
          <a:xfrm>
            <a:off x="582985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mark197"/>
          <p:cNvSpPr/>
          <p:nvPr/>
        </p:nvSpPr>
        <p:spPr>
          <a:xfrm>
            <a:off x="5896010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mark198"/>
          <p:cNvSpPr/>
          <p:nvPr/>
        </p:nvSpPr>
        <p:spPr>
          <a:xfrm>
            <a:off x="5962165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mark199"/>
          <p:cNvSpPr/>
          <p:nvPr/>
        </p:nvSpPr>
        <p:spPr>
          <a:xfrm>
            <a:off x="602832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mark200"/>
          <p:cNvSpPr/>
          <p:nvPr/>
        </p:nvSpPr>
        <p:spPr>
          <a:xfrm>
            <a:off x="6094476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4-label202"/>
          <p:cNvSpPr txBox="1"/>
          <p:nvPr/>
        </p:nvSpPr>
        <p:spPr>
          <a:xfrm>
            <a:off x="5939028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6" name="S04-mark203"/>
          <p:cNvSpPr/>
          <p:nvPr/>
        </p:nvSpPr>
        <p:spPr>
          <a:xfrm>
            <a:off x="616063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mark204"/>
          <p:cNvSpPr/>
          <p:nvPr/>
        </p:nvSpPr>
        <p:spPr>
          <a:xfrm>
            <a:off x="6226787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mark205"/>
          <p:cNvSpPr/>
          <p:nvPr/>
        </p:nvSpPr>
        <p:spPr>
          <a:xfrm>
            <a:off x="6292942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mark206"/>
          <p:cNvSpPr/>
          <p:nvPr/>
        </p:nvSpPr>
        <p:spPr>
          <a:xfrm>
            <a:off x="635909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mark207"/>
          <p:cNvSpPr/>
          <p:nvPr/>
        </p:nvSpPr>
        <p:spPr>
          <a:xfrm>
            <a:off x="6425253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mark208"/>
          <p:cNvSpPr/>
          <p:nvPr/>
        </p:nvSpPr>
        <p:spPr>
          <a:xfrm>
            <a:off x="649140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mark209"/>
          <p:cNvSpPr/>
          <p:nvPr/>
        </p:nvSpPr>
        <p:spPr>
          <a:xfrm>
            <a:off x="655756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mark210"/>
          <p:cNvSpPr/>
          <p:nvPr/>
        </p:nvSpPr>
        <p:spPr>
          <a:xfrm>
            <a:off x="6623720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mark211"/>
          <p:cNvSpPr/>
          <p:nvPr/>
        </p:nvSpPr>
        <p:spPr>
          <a:xfrm>
            <a:off x="6689875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mark212"/>
          <p:cNvSpPr/>
          <p:nvPr/>
        </p:nvSpPr>
        <p:spPr>
          <a:xfrm>
            <a:off x="6756031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6" name="S04-label214"/>
          <p:cNvSpPr txBox="1"/>
          <p:nvPr/>
        </p:nvSpPr>
        <p:spPr>
          <a:xfrm>
            <a:off x="6600583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7" name="S04-mark215"/>
          <p:cNvSpPr/>
          <p:nvPr/>
        </p:nvSpPr>
        <p:spPr>
          <a:xfrm>
            <a:off x="6822186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mark216"/>
          <p:cNvSpPr/>
          <p:nvPr/>
        </p:nvSpPr>
        <p:spPr>
          <a:xfrm>
            <a:off x="688834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mark217"/>
          <p:cNvSpPr/>
          <p:nvPr/>
        </p:nvSpPr>
        <p:spPr>
          <a:xfrm>
            <a:off x="6954497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mark218"/>
          <p:cNvSpPr/>
          <p:nvPr/>
        </p:nvSpPr>
        <p:spPr>
          <a:xfrm>
            <a:off x="7020652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mark219"/>
          <p:cNvSpPr/>
          <p:nvPr/>
        </p:nvSpPr>
        <p:spPr>
          <a:xfrm>
            <a:off x="7086808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mark220"/>
          <p:cNvSpPr/>
          <p:nvPr/>
        </p:nvSpPr>
        <p:spPr>
          <a:xfrm>
            <a:off x="715296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mark221"/>
          <p:cNvSpPr/>
          <p:nvPr/>
        </p:nvSpPr>
        <p:spPr>
          <a:xfrm>
            <a:off x="721911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mark222"/>
          <p:cNvSpPr/>
          <p:nvPr/>
        </p:nvSpPr>
        <p:spPr>
          <a:xfrm>
            <a:off x="728527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mark223"/>
          <p:cNvSpPr/>
          <p:nvPr/>
        </p:nvSpPr>
        <p:spPr>
          <a:xfrm>
            <a:off x="7351430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mark224"/>
          <p:cNvSpPr/>
          <p:nvPr/>
        </p:nvSpPr>
        <p:spPr>
          <a:xfrm>
            <a:off x="7417585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7" name="S04-label226"/>
          <p:cNvSpPr txBox="1"/>
          <p:nvPr/>
        </p:nvSpPr>
        <p:spPr>
          <a:xfrm>
            <a:off x="7262137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8" name="S04-mark227"/>
          <p:cNvSpPr/>
          <p:nvPr/>
        </p:nvSpPr>
        <p:spPr>
          <a:xfrm>
            <a:off x="748374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mark228"/>
          <p:cNvSpPr/>
          <p:nvPr/>
        </p:nvSpPr>
        <p:spPr>
          <a:xfrm>
            <a:off x="7549896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mark229"/>
          <p:cNvSpPr/>
          <p:nvPr/>
        </p:nvSpPr>
        <p:spPr>
          <a:xfrm>
            <a:off x="761605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mark230"/>
          <p:cNvSpPr/>
          <p:nvPr/>
        </p:nvSpPr>
        <p:spPr>
          <a:xfrm>
            <a:off x="7682207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mark231"/>
          <p:cNvSpPr/>
          <p:nvPr/>
        </p:nvSpPr>
        <p:spPr>
          <a:xfrm>
            <a:off x="7748362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mark232"/>
          <p:cNvSpPr/>
          <p:nvPr/>
        </p:nvSpPr>
        <p:spPr>
          <a:xfrm>
            <a:off x="781451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mark233"/>
          <p:cNvSpPr/>
          <p:nvPr/>
        </p:nvSpPr>
        <p:spPr>
          <a:xfrm>
            <a:off x="788067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mark234"/>
          <p:cNvSpPr/>
          <p:nvPr/>
        </p:nvSpPr>
        <p:spPr>
          <a:xfrm>
            <a:off x="794682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mark235"/>
          <p:cNvSpPr/>
          <p:nvPr/>
        </p:nvSpPr>
        <p:spPr>
          <a:xfrm>
            <a:off x="801298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4-mark236"/>
          <p:cNvSpPr/>
          <p:nvPr/>
        </p:nvSpPr>
        <p:spPr>
          <a:xfrm>
            <a:off x="8079140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8" name="S04-label238"/>
          <p:cNvSpPr txBox="1"/>
          <p:nvPr/>
        </p:nvSpPr>
        <p:spPr>
          <a:xfrm>
            <a:off x="7923692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9" name="S04-mark239"/>
          <p:cNvSpPr/>
          <p:nvPr/>
        </p:nvSpPr>
        <p:spPr>
          <a:xfrm>
            <a:off x="4109812" y="2235431"/>
            <a:ext cx="2844685" cy="264622"/>
          </a:xfrm>
          <a:custGeom>
            <a:avLst/>
            <a:gdLst/>
            <a:ahLst/>
            <a:cxnLst/>
            <a:rect l="l" t="t" r="r" b="b"/>
            <a:pathLst>
              <a:path w="2844685" h="264622">
                <a:moveTo>
                  <a:pt x="0" y="264622"/>
                </a:moveTo>
                <a:lnTo>
                  <a:pt x="2844685" y="264622"/>
                </a:lnTo>
                <a:lnTo>
                  <a:pt x="284468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4-label241"/>
          <p:cNvSpPr txBox="1"/>
          <p:nvPr/>
        </p:nvSpPr>
        <p:spPr>
          <a:xfrm>
            <a:off x="5029235" y="2177242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2400" dirty="0"/>
          </a:p>
        </p:txBody>
      </p:sp>
      <p:sp>
        <p:nvSpPr>
          <p:cNvPr id="81" name="S04-mark242"/>
          <p:cNvSpPr/>
          <p:nvPr/>
        </p:nvSpPr>
        <p:spPr>
          <a:xfrm>
            <a:off x="4109812" y="2500053"/>
            <a:ext cx="0" cy="16538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2" name="S04-mark243"/>
          <p:cNvSpPr/>
          <p:nvPr/>
        </p:nvSpPr>
        <p:spPr>
          <a:xfrm>
            <a:off x="6954497" y="2500053"/>
            <a:ext cx="0" cy="16538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몇 mm일까요?</a:t>
            </a:r>
            <a:endParaRPr lang="ko-KR" sz="4000" dirty="0"/>
          </a:p>
        </p:txBody>
      </p:sp>
      <p:sp>
        <p:nvSpPr>
          <p:cNvPr id="3" name="S05-text2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막대의 길이를 몇 cm 몇 mm와 몇 mm로 말해요.</a:t>
            </a:r>
            <a:endParaRPr lang="ko-KR" sz="3000" dirty="0"/>
          </a:p>
        </p:txBody>
      </p:sp>
      <p:sp>
        <p:nvSpPr>
          <p:cNvPr id="4" name="S05-card2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눈금을 먼저, 작은 눈금을 나중에 읽어요.</a:t>
            </a:r>
            <a:endParaRPr lang="ko-KR" sz="3000" dirty="0"/>
          </a:p>
        </p:txBody>
      </p:sp>
      <p:sp>
        <p:nvSpPr>
          <p:cNvPr id="6" name="S05-chip24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figure248" descr="6 cm 자와 0에서 3 cm 7 mm까지 막대 가"/>
          <p:cNvSpPr/>
          <p:nvPr/>
        </p:nvSpPr>
        <p:spPr>
          <a:xfrm>
            <a:off x="4513811" y="2597727"/>
            <a:ext cx="3956858" cy="785553"/>
          </a:xfrm>
          <a:custGeom>
            <a:avLst/>
            <a:gdLst/>
            <a:ahLst/>
            <a:cxnLst/>
            <a:rect l="l" t="t" r="r" b="b"/>
            <a:pathLst>
              <a:path w="3956858" h="785553">
                <a:moveTo>
                  <a:pt x="0" y="0"/>
                </a:moveTo>
                <a:lnTo>
                  <a:pt x="3956858" y="0"/>
                </a:lnTo>
                <a:lnTo>
                  <a:pt x="3956858" y="785553"/>
                </a:lnTo>
                <a:lnTo>
                  <a:pt x="0" y="785553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mark249"/>
          <p:cNvSpPr/>
          <p:nvPr/>
        </p:nvSpPr>
        <p:spPr>
          <a:xfrm>
            <a:off x="4746567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" name="S05-label251"/>
          <p:cNvSpPr txBox="1"/>
          <p:nvPr/>
        </p:nvSpPr>
        <p:spPr>
          <a:xfrm>
            <a:off x="4591119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0" name="S05-mark252"/>
          <p:cNvSpPr/>
          <p:nvPr/>
        </p:nvSpPr>
        <p:spPr>
          <a:xfrm>
            <a:off x="480475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mark253"/>
          <p:cNvSpPr/>
          <p:nvPr/>
        </p:nvSpPr>
        <p:spPr>
          <a:xfrm>
            <a:off x="486294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mark254"/>
          <p:cNvSpPr/>
          <p:nvPr/>
        </p:nvSpPr>
        <p:spPr>
          <a:xfrm>
            <a:off x="492113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mark255"/>
          <p:cNvSpPr/>
          <p:nvPr/>
        </p:nvSpPr>
        <p:spPr>
          <a:xfrm>
            <a:off x="497932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mark256"/>
          <p:cNvSpPr/>
          <p:nvPr/>
        </p:nvSpPr>
        <p:spPr>
          <a:xfrm>
            <a:off x="5037513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mark257"/>
          <p:cNvSpPr/>
          <p:nvPr/>
        </p:nvSpPr>
        <p:spPr>
          <a:xfrm>
            <a:off x="5095702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mark258"/>
          <p:cNvSpPr/>
          <p:nvPr/>
        </p:nvSpPr>
        <p:spPr>
          <a:xfrm>
            <a:off x="5153891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mark259"/>
          <p:cNvSpPr/>
          <p:nvPr/>
        </p:nvSpPr>
        <p:spPr>
          <a:xfrm>
            <a:off x="5212080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mark260"/>
          <p:cNvSpPr/>
          <p:nvPr/>
        </p:nvSpPr>
        <p:spPr>
          <a:xfrm>
            <a:off x="5270269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mark261"/>
          <p:cNvSpPr/>
          <p:nvPr/>
        </p:nvSpPr>
        <p:spPr>
          <a:xfrm>
            <a:off x="5328458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5-label263"/>
          <p:cNvSpPr txBox="1"/>
          <p:nvPr/>
        </p:nvSpPr>
        <p:spPr>
          <a:xfrm>
            <a:off x="5173010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1" name="S05-mark264"/>
          <p:cNvSpPr/>
          <p:nvPr/>
        </p:nvSpPr>
        <p:spPr>
          <a:xfrm>
            <a:off x="5386647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mark265"/>
          <p:cNvSpPr/>
          <p:nvPr/>
        </p:nvSpPr>
        <p:spPr>
          <a:xfrm>
            <a:off x="544483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mark266"/>
          <p:cNvSpPr/>
          <p:nvPr/>
        </p:nvSpPr>
        <p:spPr>
          <a:xfrm>
            <a:off x="550302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mark267"/>
          <p:cNvSpPr/>
          <p:nvPr/>
        </p:nvSpPr>
        <p:spPr>
          <a:xfrm>
            <a:off x="556121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mark268"/>
          <p:cNvSpPr/>
          <p:nvPr/>
        </p:nvSpPr>
        <p:spPr>
          <a:xfrm>
            <a:off x="5619404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mark269"/>
          <p:cNvSpPr/>
          <p:nvPr/>
        </p:nvSpPr>
        <p:spPr>
          <a:xfrm>
            <a:off x="5677593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mark270"/>
          <p:cNvSpPr/>
          <p:nvPr/>
        </p:nvSpPr>
        <p:spPr>
          <a:xfrm>
            <a:off x="5735782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mark271"/>
          <p:cNvSpPr/>
          <p:nvPr/>
        </p:nvSpPr>
        <p:spPr>
          <a:xfrm>
            <a:off x="5793971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mark272"/>
          <p:cNvSpPr/>
          <p:nvPr/>
        </p:nvSpPr>
        <p:spPr>
          <a:xfrm>
            <a:off x="5852160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mark273"/>
          <p:cNvSpPr/>
          <p:nvPr/>
        </p:nvSpPr>
        <p:spPr>
          <a:xfrm>
            <a:off x="5910349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1" name="S05-label275"/>
          <p:cNvSpPr txBox="1"/>
          <p:nvPr/>
        </p:nvSpPr>
        <p:spPr>
          <a:xfrm>
            <a:off x="5754901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2" name="S05-mark276"/>
          <p:cNvSpPr/>
          <p:nvPr/>
        </p:nvSpPr>
        <p:spPr>
          <a:xfrm>
            <a:off x="5968538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mark277"/>
          <p:cNvSpPr/>
          <p:nvPr/>
        </p:nvSpPr>
        <p:spPr>
          <a:xfrm>
            <a:off x="6026727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mark278"/>
          <p:cNvSpPr/>
          <p:nvPr/>
        </p:nvSpPr>
        <p:spPr>
          <a:xfrm>
            <a:off x="608491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mark279"/>
          <p:cNvSpPr/>
          <p:nvPr/>
        </p:nvSpPr>
        <p:spPr>
          <a:xfrm>
            <a:off x="614310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mark280"/>
          <p:cNvSpPr/>
          <p:nvPr/>
        </p:nvSpPr>
        <p:spPr>
          <a:xfrm>
            <a:off x="6201295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mark281"/>
          <p:cNvSpPr/>
          <p:nvPr/>
        </p:nvSpPr>
        <p:spPr>
          <a:xfrm>
            <a:off x="625948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mark282"/>
          <p:cNvSpPr/>
          <p:nvPr/>
        </p:nvSpPr>
        <p:spPr>
          <a:xfrm>
            <a:off x="6317673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mark283"/>
          <p:cNvSpPr/>
          <p:nvPr/>
        </p:nvSpPr>
        <p:spPr>
          <a:xfrm>
            <a:off x="6375862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mark284"/>
          <p:cNvSpPr/>
          <p:nvPr/>
        </p:nvSpPr>
        <p:spPr>
          <a:xfrm>
            <a:off x="6434051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mark285"/>
          <p:cNvSpPr/>
          <p:nvPr/>
        </p:nvSpPr>
        <p:spPr>
          <a:xfrm>
            <a:off x="6492240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5-label287"/>
          <p:cNvSpPr txBox="1"/>
          <p:nvPr/>
        </p:nvSpPr>
        <p:spPr>
          <a:xfrm>
            <a:off x="6336792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3" name="S05-mark288"/>
          <p:cNvSpPr/>
          <p:nvPr/>
        </p:nvSpPr>
        <p:spPr>
          <a:xfrm>
            <a:off x="6550429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mark289"/>
          <p:cNvSpPr/>
          <p:nvPr/>
        </p:nvSpPr>
        <p:spPr>
          <a:xfrm>
            <a:off x="6608618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mark290"/>
          <p:cNvSpPr/>
          <p:nvPr/>
        </p:nvSpPr>
        <p:spPr>
          <a:xfrm>
            <a:off x="6666807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mark291"/>
          <p:cNvSpPr/>
          <p:nvPr/>
        </p:nvSpPr>
        <p:spPr>
          <a:xfrm>
            <a:off x="672499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mark292"/>
          <p:cNvSpPr/>
          <p:nvPr/>
        </p:nvSpPr>
        <p:spPr>
          <a:xfrm>
            <a:off x="6783185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mark293"/>
          <p:cNvSpPr/>
          <p:nvPr/>
        </p:nvSpPr>
        <p:spPr>
          <a:xfrm>
            <a:off x="684137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mark294"/>
          <p:cNvSpPr/>
          <p:nvPr/>
        </p:nvSpPr>
        <p:spPr>
          <a:xfrm>
            <a:off x="689956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mark295"/>
          <p:cNvSpPr/>
          <p:nvPr/>
        </p:nvSpPr>
        <p:spPr>
          <a:xfrm>
            <a:off x="6957753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mark296"/>
          <p:cNvSpPr/>
          <p:nvPr/>
        </p:nvSpPr>
        <p:spPr>
          <a:xfrm>
            <a:off x="7015942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mark297"/>
          <p:cNvSpPr/>
          <p:nvPr/>
        </p:nvSpPr>
        <p:spPr>
          <a:xfrm>
            <a:off x="7074131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3" name="S05-label299"/>
          <p:cNvSpPr txBox="1"/>
          <p:nvPr/>
        </p:nvSpPr>
        <p:spPr>
          <a:xfrm>
            <a:off x="6918683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4" name="S05-mark300"/>
          <p:cNvSpPr/>
          <p:nvPr/>
        </p:nvSpPr>
        <p:spPr>
          <a:xfrm>
            <a:off x="7132320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mark301"/>
          <p:cNvSpPr/>
          <p:nvPr/>
        </p:nvSpPr>
        <p:spPr>
          <a:xfrm>
            <a:off x="7190509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mark302"/>
          <p:cNvSpPr/>
          <p:nvPr/>
        </p:nvSpPr>
        <p:spPr>
          <a:xfrm>
            <a:off x="7248698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mark303"/>
          <p:cNvSpPr/>
          <p:nvPr/>
        </p:nvSpPr>
        <p:spPr>
          <a:xfrm>
            <a:off x="7306887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mark304"/>
          <p:cNvSpPr/>
          <p:nvPr/>
        </p:nvSpPr>
        <p:spPr>
          <a:xfrm>
            <a:off x="7365076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mark305"/>
          <p:cNvSpPr/>
          <p:nvPr/>
        </p:nvSpPr>
        <p:spPr>
          <a:xfrm>
            <a:off x="742326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mark306"/>
          <p:cNvSpPr/>
          <p:nvPr/>
        </p:nvSpPr>
        <p:spPr>
          <a:xfrm>
            <a:off x="748145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mark307"/>
          <p:cNvSpPr/>
          <p:nvPr/>
        </p:nvSpPr>
        <p:spPr>
          <a:xfrm>
            <a:off x="753964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mark308"/>
          <p:cNvSpPr/>
          <p:nvPr/>
        </p:nvSpPr>
        <p:spPr>
          <a:xfrm>
            <a:off x="7597833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mark309"/>
          <p:cNvSpPr/>
          <p:nvPr/>
        </p:nvSpPr>
        <p:spPr>
          <a:xfrm>
            <a:off x="7656022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4" name="S05-label311"/>
          <p:cNvSpPr txBox="1"/>
          <p:nvPr/>
        </p:nvSpPr>
        <p:spPr>
          <a:xfrm>
            <a:off x="7500574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5" name="S05-mark312"/>
          <p:cNvSpPr/>
          <p:nvPr/>
        </p:nvSpPr>
        <p:spPr>
          <a:xfrm>
            <a:off x="7714211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mark313"/>
          <p:cNvSpPr/>
          <p:nvPr/>
        </p:nvSpPr>
        <p:spPr>
          <a:xfrm>
            <a:off x="7772400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mark314"/>
          <p:cNvSpPr/>
          <p:nvPr/>
        </p:nvSpPr>
        <p:spPr>
          <a:xfrm>
            <a:off x="7830589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5-mark315"/>
          <p:cNvSpPr/>
          <p:nvPr/>
        </p:nvSpPr>
        <p:spPr>
          <a:xfrm>
            <a:off x="7888778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5-mark316"/>
          <p:cNvSpPr/>
          <p:nvPr/>
        </p:nvSpPr>
        <p:spPr>
          <a:xfrm>
            <a:off x="7946967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5-mark317"/>
          <p:cNvSpPr/>
          <p:nvPr/>
        </p:nvSpPr>
        <p:spPr>
          <a:xfrm>
            <a:off x="800515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5-mark318"/>
          <p:cNvSpPr/>
          <p:nvPr/>
        </p:nvSpPr>
        <p:spPr>
          <a:xfrm>
            <a:off x="806334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5-mark319"/>
          <p:cNvSpPr/>
          <p:nvPr/>
        </p:nvSpPr>
        <p:spPr>
          <a:xfrm>
            <a:off x="812153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5-mark320"/>
          <p:cNvSpPr/>
          <p:nvPr/>
        </p:nvSpPr>
        <p:spPr>
          <a:xfrm>
            <a:off x="817972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5-mark321"/>
          <p:cNvSpPr/>
          <p:nvPr/>
        </p:nvSpPr>
        <p:spPr>
          <a:xfrm>
            <a:off x="8237913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5" name="S05-label323"/>
          <p:cNvSpPr txBox="1"/>
          <p:nvPr/>
        </p:nvSpPr>
        <p:spPr>
          <a:xfrm>
            <a:off x="8082465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6" name="S05-mark324"/>
          <p:cNvSpPr/>
          <p:nvPr/>
        </p:nvSpPr>
        <p:spPr>
          <a:xfrm>
            <a:off x="4746567" y="2219498"/>
            <a:ext cx="2152996" cy="232756"/>
          </a:xfrm>
          <a:custGeom>
            <a:avLst/>
            <a:gdLst/>
            <a:ahLst/>
            <a:cxnLst/>
            <a:rect l="l" t="t" r="r" b="b"/>
            <a:pathLst>
              <a:path w="2152996" h="232756">
                <a:moveTo>
                  <a:pt x="0" y="232756"/>
                </a:moveTo>
                <a:lnTo>
                  <a:pt x="2152996" y="232756"/>
                </a:lnTo>
                <a:lnTo>
                  <a:pt x="2152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5-label326"/>
          <p:cNvSpPr txBox="1"/>
          <p:nvPr/>
        </p:nvSpPr>
        <p:spPr>
          <a:xfrm>
            <a:off x="5618849" y="214537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8" name="S05-mark327"/>
          <p:cNvSpPr/>
          <p:nvPr/>
        </p:nvSpPr>
        <p:spPr>
          <a:xfrm>
            <a:off x="4746567" y="2452255"/>
            <a:ext cx="0" cy="145473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79" name="S05-mark328"/>
          <p:cNvSpPr/>
          <p:nvPr/>
        </p:nvSpPr>
        <p:spPr>
          <a:xfrm>
            <a:off x="6899564" y="2452255"/>
            <a:ext cx="0" cy="145473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0" name="S05-chip32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1" name="S05-figure330" descr="6 cm 자와 1에서 5 cm 2 mm 눈금까지 막대 나"/>
          <p:cNvSpPr/>
          <p:nvPr/>
        </p:nvSpPr>
        <p:spPr>
          <a:xfrm>
            <a:off x="4513811" y="4243647"/>
            <a:ext cx="3956858" cy="785553"/>
          </a:xfrm>
          <a:custGeom>
            <a:avLst/>
            <a:gdLst/>
            <a:ahLst/>
            <a:cxnLst/>
            <a:rect l="l" t="t" r="r" b="b"/>
            <a:pathLst>
              <a:path w="3956858" h="785553">
                <a:moveTo>
                  <a:pt x="0" y="0"/>
                </a:moveTo>
                <a:lnTo>
                  <a:pt x="3956858" y="0"/>
                </a:lnTo>
                <a:lnTo>
                  <a:pt x="3956858" y="785553"/>
                </a:lnTo>
                <a:lnTo>
                  <a:pt x="0" y="785553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5-mark331"/>
          <p:cNvSpPr/>
          <p:nvPr/>
        </p:nvSpPr>
        <p:spPr>
          <a:xfrm>
            <a:off x="4746567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3" name="S05-label333"/>
          <p:cNvSpPr txBox="1"/>
          <p:nvPr/>
        </p:nvSpPr>
        <p:spPr>
          <a:xfrm>
            <a:off x="4591119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4" name="S05-mark334"/>
          <p:cNvSpPr/>
          <p:nvPr/>
        </p:nvSpPr>
        <p:spPr>
          <a:xfrm>
            <a:off x="480475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mark335"/>
          <p:cNvSpPr/>
          <p:nvPr/>
        </p:nvSpPr>
        <p:spPr>
          <a:xfrm>
            <a:off x="486294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5-mark336"/>
          <p:cNvSpPr/>
          <p:nvPr/>
        </p:nvSpPr>
        <p:spPr>
          <a:xfrm>
            <a:off x="492113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mark337"/>
          <p:cNvSpPr/>
          <p:nvPr/>
        </p:nvSpPr>
        <p:spPr>
          <a:xfrm>
            <a:off x="497932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5-mark338"/>
          <p:cNvSpPr/>
          <p:nvPr/>
        </p:nvSpPr>
        <p:spPr>
          <a:xfrm>
            <a:off x="5037513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5-mark339"/>
          <p:cNvSpPr/>
          <p:nvPr/>
        </p:nvSpPr>
        <p:spPr>
          <a:xfrm>
            <a:off x="5095702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5-mark340"/>
          <p:cNvSpPr/>
          <p:nvPr/>
        </p:nvSpPr>
        <p:spPr>
          <a:xfrm>
            <a:off x="5153891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5-mark341"/>
          <p:cNvSpPr/>
          <p:nvPr/>
        </p:nvSpPr>
        <p:spPr>
          <a:xfrm>
            <a:off x="5212080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5-mark342"/>
          <p:cNvSpPr/>
          <p:nvPr/>
        </p:nvSpPr>
        <p:spPr>
          <a:xfrm>
            <a:off x="5270269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mark343"/>
          <p:cNvSpPr/>
          <p:nvPr/>
        </p:nvSpPr>
        <p:spPr>
          <a:xfrm>
            <a:off x="5328458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4" name="S05-label345"/>
          <p:cNvSpPr txBox="1"/>
          <p:nvPr/>
        </p:nvSpPr>
        <p:spPr>
          <a:xfrm>
            <a:off x="5173010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5" name="S05-mark346"/>
          <p:cNvSpPr/>
          <p:nvPr/>
        </p:nvSpPr>
        <p:spPr>
          <a:xfrm>
            <a:off x="5386647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5-mark347"/>
          <p:cNvSpPr/>
          <p:nvPr/>
        </p:nvSpPr>
        <p:spPr>
          <a:xfrm>
            <a:off x="544483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mark348"/>
          <p:cNvSpPr/>
          <p:nvPr/>
        </p:nvSpPr>
        <p:spPr>
          <a:xfrm>
            <a:off x="550302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5-mark349"/>
          <p:cNvSpPr/>
          <p:nvPr/>
        </p:nvSpPr>
        <p:spPr>
          <a:xfrm>
            <a:off x="556121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5-mark350"/>
          <p:cNvSpPr/>
          <p:nvPr/>
        </p:nvSpPr>
        <p:spPr>
          <a:xfrm>
            <a:off x="5619404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5-mark351"/>
          <p:cNvSpPr/>
          <p:nvPr/>
        </p:nvSpPr>
        <p:spPr>
          <a:xfrm>
            <a:off x="5677593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5-mark352"/>
          <p:cNvSpPr/>
          <p:nvPr/>
        </p:nvSpPr>
        <p:spPr>
          <a:xfrm>
            <a:off x="5735782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5-mark353"/>
          <p:cNvSpPr/>
          <p:nvPr/>
        </p:nvSpPr>
        <p:spPr>
          <a:xfrm>
            <a:off x="5793971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5-mark354"/>
          <p:cNvSpPr/>
          <p:nvPr/>
        </p:nvSpPr>
        <p:spPr>
          <a:xfrm>
            <a:off x="5852160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5-mark355"/>
          <p:cNvSpPr/>
          <p:nvPr/>
        </p:nvSpPr>
        <p:spPr>
          <a:xfrm>
            <a:off x="5910349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5" name="S05-label357"/>
          <p:cNvSpPr txBox="1"/>
          <p:nvPr/>
        </p:nvSpPr>
        <p:spPr>
          <a:xfrm>
            <a:off x="5754901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6" name="S05-mark358"/>
          <p:cNvSpPr/>
          <p:nvPr/>
        </p:nvSpPr>
        <p:spPr>
          <a:xfrm>
            <a:off x="5968538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mark359"/>
          <p:cNvSpPr/>
          <p:nvPr/>
        </p:nvSpPr>
        <p:spPr>
          <a:xfrm>
            <a:off x="6026727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5-mark360"/>
          <p:cNvSpPr/>
          <p:nvPr/>
        </p:nvSpPr>
        <p:spPr>
          <a:xfrm>
            <a:off x="608491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5-mark361"/>
          <p:cNvSpPr/>
          <p:nvPr/>
        </p:nvSpPr>
        <p:spPr>
          <a:xfrm>
            <a:off x="614310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5-mark362"/>
          <p:cNvSpPr/>
          <p:nvPr/>
        </p:nvSpPr>
        <p:spPr>
          <a:xfrm>
            <a:off x="6201295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5-mark363"/>
          <p:cNvSpPr/>
          <p:nvPr/>
        </p:nvSpPr>
        <p:spPr>
          <a:xfrm>
            <a:off x="625948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5-mark364"/>
          <p:cNvSpPr/>
          <p:nvPr/>
        </p:nvSpPr>
        <p:spPr>
          <a:xfrm>
            <a:off x="6317673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5-mark365"/>
          <p:cNvSpPr/>
          <p:nvPr/>
        </p:nvSpPr>
        <p:spPr>
          <a:xfrm>
            <a:off x="6375862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5-mark366"/>
          <p:cNvSpPr/>
          <p:nvPr/>
        </p:nvSpPr>
        <p:spPr>
          <a:xfrm>
            <a:off x="6434051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5-mark367"/>
          <p:cNvSpPr/>
          <p:nvPr/>
        </p:nvSpPr>
        <p:spPr>
          <a:xfrm>
            <a:off x="6492240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6" name="S05-label369"/>
          <p:cNvSpPr txBox="1"/>
          <p:nvPr/>
        </p:nvSpPr>
        <p:spPr>
          <a:xfrm>
            <a:off x="6336792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7" name="S05-mark370"/>
          <p:cNvSpPr/>
          <p:nvPr/>
        </p:nvSpPr>
        <p:spPr>
          <a:xfrm>
            <a:off x="6550429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5-mark371"/>
          <p:cNvSpPr/>
          <p:nvPr/>
        </p:nvSpPr>
        <p:spPr>
          <a:xfrm>
            <a:off x="6608618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5-mark372"/>
          <p:cNvSpPr/>
          <p:nvPr/>
        </p:nvSpPr>
        <p:spPr>
          <a:xfrm>
            <a:off x="6666807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5-mark373"/>
          <p:cNvSpPr/>
          <p:nvPr/>
        </p:nvSpPr>
        <p:spPr>
          <a:xfrm>
            <a:off x="672499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5-mark374"/>
          <p:cNvSpPr/>
          <p:nvPr/>
        </p:nvSpPr>
        <p:spPr>
          <a:xfrm>
            <a:off x="6783185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5-mark375"/>
          <p:cNvSpPr/>
          <p:nvPr/>
        </p:nvSpPr>
        <p:spPr>
          <a:xfrm>
            <a:off x="684137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5-mark376"/>
          <p:cNvSpPr/>
          <p:nvPr/>
        </p:nvSpPr>
        <p:spPr>
          <a:xfrm>
            <a:off x="689956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5-mark377"/>
          <p:cNvSpPr/>
          <p:nvPr/>
        </p:nvSpPr>
        <p:spPr>
          <a:xfrm>
            <a:off x="6957753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5-mark378"/>
          <p:cNvSpPr/>
          <p:nvPr/>
        </p:nvSpPr>
        <p:spPr>
          <a:xfrm>
            <a:off x="7015942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5-mark379"/>
          <p:cNvSpPr/>
          <p:nvPr/>
        </p:nvSpPr>
        <p:spPr>
          <a:xfrm>
            <a:off x="7074131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7" name="S05-label381"/>
          <p:cNvSpPr txBox="1"/>
          <p:nvPr/>
        </p:nvSpPr>
        <p:spPr>
          <a:xfrm>
            <a:off x="6918683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8" name="S05-mark382"/>
          <p:cNvSpPr/>
          <p:nvPr/>
        </p:nvSpPr>
        <p:spPr>
          <a:xfrm>
            <a:off x="7132320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5-mark383"/>
          <p:cNvSpPr/>
          <p:nvPr/>
        </p:nvSpPr>
        <p:spPr>
          <a:xfrm>
            <a:off x="7190509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5-mark384"/>
          <p:cNvSpPr/>
          <p:nvPr/>
        </p:nvSpPr>
        <p:spPr>
          <a:xfrm>
            <a:off x="7248698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5-mark385"/>
          <p:cNvSpPr/>
          <p:nvPr/>
        </p:nvSpPr>
        <p:spPr>
          <a:xfrm>
            <a:off x="7306887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5-mark386"/>
          <p:cNvSpPr/>
          <p:nvPr/>
        </p:nvSpPr>
        <p:spPr>
          <a:xfrm>
            <a:off x="7365076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5-mark387"/>
          <p:cNvSpPr/>
          <p:nvPr/>
        </p:nvSpPr>
        <p:spPr>
          <a:xfrm>
            <a:off x="742326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5-mark388"/>
          <p:cNvSpPr/>
          <p:nvPr/>
        </p:nvSpPr>
        <p:spPr>
          <a:xfrm>
            <a:off x="748145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5-mark389"/>
          <p:cNvSpPr/>
          <p:nvPr/>
        </p:nvSpPr>
        <p:spPr>
          <a:xfrm>
            <a:off x="753964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5-mark390"/>
          <p:cNvSpPr/>
          <p:nvPr/>
        </p:nvSpPr>
        <p:spPr>
          <a:xfrm>
            <a:off x="7597833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5-mark391"/>
          <p:cNvSpPr/>
          <p:nvPr/>
        </p:nvSpPr>
        <p:spPr>
          <a:xfrm>
            <a:off x="7656022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8" name="S05-label393"/>
          <p:cNvSpPr txBox="1"/>
          <p:nvPr/>
        </p:nvSpPr>
        <p:spPr>
          <a:xfrm>
            <a:off x="7500574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39" name="S05-mark394"/>
          <p:cNvSpPr/>
          <p:nvPr/>
        </p:nvSpPr>
        <p:spPr>
          <a:xfrm>
            <a:off x="7714211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5-mark395"/>
          <p:cNvSpPr/>
          <p:nvPr/>
        </p:nvSpPr>
        <p:spPr>
          <a:xfrm>
            <a:off x="7772400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5-mark396"/>
          <p:cNvSpPr/>
          <p:nvPr/>
        </p:nvSpPr>
        <p:spPr>
          <a:xfrm>
            <a:off x="7830589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5-mark397"/>
          <p:cNvSpPr/>
          <p:nvPr/>
        </p:nvSpPr>
        <p:spPr>
          <a:xfrm>
            <a:off x="7888778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5-mark398"/>
          <p:cNvSpPr/>
          <p:nvPr/>
        </p:nvSpPr>
        <p:spPr>
          <a:xfrm>
            <a:off x="7946967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5-mark399"/>
          <p:cNvSpPr/>
          <p:nvPr/>
        </p:nvSpPr>
        <p:spPr>
          <a:xfrm>
            <a:off x="800515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5-mark400"/>
          <p:cNvSpPr/>
          <p:nvPr/>
        </p:nvSpPr>
        <p:spPr>
          <a:xfrm>
            <a:off x="806334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5-mark401"/>
          <p:cNvSpPr/>
          <p:nvPr/>
        </p:nvSpPr>
        <p:spPr>
          <a:xfrm>
            <a:off x="812153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5-mark402"/>
          <p:cNvSpPr/>
          <p:nvPr/>
        </p:nvSpPr>
        <p:spPr>
          <a:xfrm>
            <a:off x="817972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5-mark403"/>
          <p:cNvSpPr/>
          <p:nvPr/>
        </p:nvSpPr>
        <p:spPr>
          <a:xfrm>
            <a:off x="8237913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9" name="S05-label405"/>
          <p:cNvSpPr txBox="1"/>
          <p:nvPr/>
        </p:nvSpPr>
        <p:spPr>
          <a:xfrm>
            <a:off x="8082465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50" name="S05-mark406"/>
          <p:cNvSpPr/>
          <p:nvPr/>
        </p:nvSpPr>
        <p:spPr>
          <a:xfrm>
            <a:off x="5328458" y="3865418"/>
            <a:ext cx="2443942" cy="232756"/>
          </a:xfrm>
          <a:custGeom>
            <a:avLst/>
            <a:gdLst/>
            <a:ahLst/>
            <a:cxnLst/>
            <a:rect l="l" t="t" r="r" b="b"/>
            <a:pathLst>
              <a:path w="2443942" h="232756">
                <a:moveTo>
                  <a:pt x="0" y="232756"/>
                </a:moveTo>
                <a:lnTo>
                  <a:pt x="2443942" y="232756"/>
                </a:lnTo>
                <a:lnTo>
                  <a:pt x="2443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5-label408"/>
          <p:cNvSpPr txBox="1"/>
          <p:nvPr/>
        </p:nvSpPr>
        <p:spPr>
          <a:xfrm>
            <a:off x="6346213" y="379129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52" name="S05-mark409"/>
          <p:cNvSpPr/>
          <p:nvPr/>
        </p:nvSpPr>
        <p:spPr>
          <a:xfrm>
            <a:off x="5328458" y="4098175"/>
            <a:ext cx="0" cy="145473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153" name="S05-mark410"/>
          <p:cNvSpPr/>
          <p:nvPr/>
        </p:nvSpPr>
        <p:spPr>
          <a:xfrm>
            <a:off x="7772400" y="4098175"/>
            <a:ext cx="0" cy="145473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써요</a:t>
            </a:r>
            <a:endParaRPr lang="ko-KR" sz="4000" dirty="0"/>
          </a:p>
        </p:txBody>
      </p:sp>
      <p:sp>
        <p:nvSpPr>
          <p:cNvPr id="3" name="S06-text4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말해요.</a:t>
            </a:r>
            <a:endParaRPr lang="ko-KR" sz="3000" dirty="0"/>
          </a:p>
        </p:txBody>
      </p:sp>
      <p:sp>
        <p:nvSpPr>
          <p:cNvPr id="4" name="S06-card4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 = 10 mm예요.</a:t>
            </a:r>
            <a:endParaRPr lang="ko-KR" sz="3000" dirty="0"/>
          </a:p>
        </p:txBody>
      </p:sp>
      <p:sp>
        <p:nvSpPr>
          <p:cNvPr id="6" name="S06-chip41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eqtext41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2 mm = □ mm</a:t>
            </a:r>
            <a:endParaRPr lang="ko-KR" sz="2600" dirty="0"/>
          </a:p>
        </p:txBody>
      </p:sp>
      <p:sp>
        <p:nvSpPr>
          <p:cNvPr id="8" name="S06-chip41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eqtext41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 mm = □ cm □ mm</a:t>
            </a:r>
            <a:endParaRPr lang="ko-KR" sz="2600" dirty="0"/>
          </a:p>
        </p:txBody>
      </p:sp>
      <p:sp>
        <p:nvSpPr>
          <p:cNvPr id="10" name="S06-chip41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eqtext41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cm = □ mm</a:t>
            </a:r>
            <a:endParaRPr lang="ko-KR" sz="2600" dirty="0"/>
          </a:p>
        </p:txBody>
      </p:sp>
      <p:sp>
        <p:nvSpPr>
          <p:cNvPr id="12" name="S06-chip42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eqtext42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107 mm = □ cm □ mm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4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 8 mm는 몇 mm일까요?</a:t>
            </a:r>
            <a:endParaRPr lang="ko-KR" sz="3000" dirty="0"/>
          </a:p>
        </p:txBody>
      </p:sp>
      <p:sp>
        <p:nvSpPr>
          <p:cNvPr id="5" name="S07-card4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7-chip42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58 mm</a:t>
            </a:r>
            <a:endParaRPr lang="ko-KR" sz="2400" dirty="0"/>
          </a:p>
        </p:txBody>
      </p:sp>
      <p:sp>
        <p:nvSpPr>
          <p:cNvPr id="8" name="S07-text42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 cm는 50 mm니까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+ 8 = 58이에요.”</a:t>
            </a:r>
            <a:endParaRPr lang="ko-KR" sz="3000" dirty="0"/>
          </a:p>
        </p:txBody>
      </p:sp>
      <p:sp>
        <p:nvSpPr>
          <p:cNvPr id="9" name="S07-chip42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508 mm</a:t>
            </a:r>
            <a:endParaRPr lang="ko-KR" sz="2400" dirty="0"/>
          </a:p>
        </p:txBody>
      </p:sp>
      <p:sp>
        <p:nvSpPr>
          <p:cNvPr id="10" name="S07-text42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 m가 100 cm인 것처럼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cm는 100 mm예요.”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</a:t>
            </a:r>
            <a:endParaRPr lang="ko-KR" sz="4000" dirty="0"/>
          </a:p>
        </p:txBody>
      </p:sp>
      <p:sp>
        <p:nvSpPr>
          <p:cNvPr id="3" name="S08-text4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m를 1 km라고 해요.</a:t>
            </a:r>
            <a:endParaRPr lang="ko-KR" sz="3000" dirty="0"/>
          </a:p>
        </p:txBody>
      </p:sp>
      <p:sp>
        <p:nvSpPr>
          <p:cNvPr id="4" name="S08-card43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3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킬로미터’라고 읽어요</a:t>
            </a:r>
            <a:endParaRPr lang="ko-KR" sz="3000" dirty="0"/>
          </a:p>
        </p:txBody>
      </p:sp>
      <p:sp>
        <p:nvSpPr>
          <p:cNvPr id="6" name="S08-card43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43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어림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걸어서 15~20분쯤</a:t>
            </a:r>
            <a:endParaRPr lang="ko-KR" sz="3000" dirty="0"/>
          </a:p>
        </p:txBody>
      </p:sp>
      <p:sp>
        <p:nvSpPr>
          <p:cNvPr id="8" name="S08-line435"/>
          <p:cNvSpPr/>
          <p:nvPr/>
        </p:nvSpPr>
        <p:spPr>
          <a:xfrm>
            <a:off x="685800" y="37077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8-line436"/>
          <p:cNvSpPr/>
          <p:nvPr/>
        </p:nvSpPr>
        <p:spPr>
          <a:xfrm>
            <a:off x="96012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8-label437"/>
          <p:cNvSpPr txBox="1"/>
          <p:nvPr/>
        </p:nvSpPr>
        <p:spPr>
          <a:xfrm>
            <a:off x="50292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08-line438"/>
          <p:cNvSpPr/>
          <p:nvPr/>
        </p:nvSpPr>
        <p:spPr>
          <a:xfrm>
            <a:off x="147355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line439"/>
          <p:cNvSpPr/>
          <p:nvPr/>
        </p:nvSpPr>
        <p:spPr>
          <a:xfrm>
            <a:off x="198699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8-line440"/>
          <p:cNvSpPr/>
          <p:nvPr/>
        </p:nvSpPr>
        <p:spPr>
          <a:xfrm>
            <a:off x="2500427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8-line441"/>
          <p:cNvSpPr/>
          <p:nvPr/>
        </p:nvSpPr>
        <p:spPr>
          <a:xfrm>
            <a:off x="301386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8-line442"/>
          <p:cNvSpPr/>
          <p:nvPr/>
        </p:nvSpPr>
        <p:spPr>
          <a:xfrm>
            <a:off x="3527298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8-line443"/>
          <p:cNvSpPr/>
          <p:nvPr/>
        </p:nvSpPr>
        <p:spPr>
          <a:xfrm>
            <a:off x="4040734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8-line444"/>
          <p:cNvSpPr/>
          <p:nvPr/>
        </p:nvSpPr>
        <p:spPr>
          <a:xfrm>
            <a:off x="4554169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line445"/>
          <p:cNvSpPr/>
          <p:nvPr/>
        </p:nvSpPr>
        <p:spPr>
          <a:xfrm>
            <a:off x="5067605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8-line446"/>
          <p:cNvSpPr/>
          <p:nvPr/>
        </p:nvSpPr>
        <p:spPr>
          <a:xfrm>
            <a:off x="558104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8-line447"/>
          <p:cNvSpPr/>
          <p:nvPr/>
        </p:nvSpPr>
        <p:spPr>
          <a:xfrm>
            <a:off x="6094476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8-label448"/>
          <p:cNvSpPr txBox="1"/>
          <p:nvPr/>
        </p:nvSpPr>
        <p:spPr>
          <a:xfrm>
            <a:off x="5600700" y="3890620"/>
            <a:ext cx="98755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2400" dirty="0"/>
          </a:p>
        </p:txBody>
      </p:sp>
      <p:sp>
        <p:nvSpPr>
          <p:cNvPr id="22" name="S08-line449"/>
          <p:cNvSpPr/>
          <p:nvPr/>
        </p:nvSpPr>
        <p:spPr>
          <a:xfrm>
            <a:off x="660791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8-line450"/>
          <p:cNvSpPr/>
          <p:nvPr/>
        </p:nvSpPr>
        <p:spPr>
          <a:xfrm>
            <a:off x="7121347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8-line451"/>
          <p:cNvSpPr/>
          <p:nvPr/>
        </p:nvSpPr>
        <p:spPr>
          <a:xfrm>
            <a:off x="7634783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8-line452"/>
          <p:cNvSpPr/>
          <p:nvPr/>
        </p:nvSpPr>
        <p:spPr>
          <a:xfrm>
            <a:off x="8148218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8-line453"/>
          <p:cNvSpPr/>
          <p:nvPr/>
        </p:nvSpPr>
        <p:spPr>
          <a:xfrm>
            <a:off x="8661654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8-line454"/>
          <p:cNvSpPr/>
          <p:nvPr/>
        </p:nvSpPr>
        <p:spPr>
          <a:xfrm>
            <a:off x="917509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8-line455"/>
          <p:cNvSpPr/>
          <p:nvPr/>
        </p:nvSpPr>
        <p:spPr>
          <a:xfrm>
            <a:off x="9688525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8-line456"/>
          <p:cNvSpPr/>
          <p:nvPr/>
        </p:nvSpPr>
        <p:spPr>
          <a:xfrm>
            <a:off x="1020196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8-line457"/>
          <p:cNvSpPr/>
          <p:nvPr/>
        </p:nvSpPr>
        <p:spPr>
          <a:xfrm>
            <a:off x="1071539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8-line458"/>
          <p:cNvSpPr/>
          <p:nvPr/>
        </p:nvSpPr>
        <p:spPr>
          <a:xfrm>
            <a:off x="1122883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8-label459"/>
          <p:cNvSpPr txBox="1"/>
          <p:nvPr/>
        </p:nvSpPr>
        <p:spPr>
          <a:xfrm>
            <a:off x="10735056" y="3890620"/>
            <a:ext cx="98755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</a:t>
            </a:r>
            <a:endParaRPr lang="ko-KR" sz="2400" dirty="0"/>
          </a:p>
        </p:txBody>
      </p:sp>
      <p:sp>
        <p:nvSpPr>
          <p:cNvPr id="33" name="S08-mark460"/>
          <p:cNvSpPr/>
          <p:nvPr/>
        </p:nvSpPr>
        <p:spPr>
          <a:xfrm>
            <a:off x="868680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4" name="S08-mark461"/>
          <p:cNvSpPr/>
          <p:nvPr/>
        </p:nvSpPr>
        <p:spPr>
          <a:xfrm>
            <a:off x="6003036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5" name="S08-line462"/>
          <p:cNvSpPr/>
          <p:nvPr/>
        </p:nvSpPr>
        <p:spPr>
          <a:xfrm flipV="1">
            <a:off x="960120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6" name="S08-line463"/>
          <p:cNvSpPr/>
          <p:nvPr/>
        </p:nvSpPr>
        <p:spPr>
          <a:xfrm>
            <a:off x="960120" y="3323692"/>
            <a:ext cx="51343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7" name="S08-label464"/>
          <p:cNvSpPr txBox="1"/>
          <p:nvPr/>
        </p:nvSpPr>
        <p:spPr>
          <a:xfrm>
            <a:off x="960120" y="2909164"/>
            <a:ext cx="51343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= 1000 m</a:t>
            </a:r>
            <a:endParaRPr lang="ko-KR" sz="2400" dirty="0"/>
          </a:p>
        </p:txBody>
      </p:sp>
      <p:sp>
        <p:nvSpPr>
          <p:cNvPr id="38" name="S08-figure465" descr="0부터 2000 m까지 100 m마다 눈금이 있는 수직선, 0에서 1000까지 1 km"/>
          <p:cNvSpPr/>
          <p:nvPr/>
        </p:nvSpPr>
        <p:spPr>
          <a:xfrm>
            <a:off x="685800" y="35248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km 300 m</a:t>
            </a:r>
            <a:endParaRPr lang="ko-KR" sz="4000" dirty="0"/>
          </a:p>
        </p:txBody>
      </p:sp>
      <p:sp>
        <p:nvSpPr>
          <p:cNvPr id="3" name="S09-text4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km보다 300 m 더 먼 거리예요.</a:t>
            </a:r>
            <a:endParaRPr lang="ko-KR" sz="3000" dirty="0"/>
          </a:p>
        </p:txBody>
      </p:sp>
      <p:sp>
        <p:nvSpPr>
          <p:cNvPr id="4" name="S09-card46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46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km 300 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‘2 킬로미터 300 미터’</a:t>
            </a:r>
            <a:endParaRPr lang="ko-KR" sz="3000" dirty="0"/>
          </a:p>
        </p:txBody>
      </p:sp>
      <p:sp>
        <p:nvSpPr>
          <p:cNvPr id="6" name="S09-card46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47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2300 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m + 300 m</a:t>
            </a:r>
            <a:endParaRPr lang="ko-KR" sz="3000" dirty="0"/>
          </a:p>
        </p:txBody>
      </p:sp>
      <p:sp>
        <p:nvSpPr>
          <p:cNvPr id="8" name="S09-line471"/>
          <p:cNvSpPr/>
          <p:nvPr/>
        </p:nvSpPr>
        <p:spPr>
          <a:xfrm>
            <a:off x="685800" y="37077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9-line472"/>
          <p:cNvSpPr/>
          <p:nvPr/>
        </p:nvSpPr>
        <p:spPr>
          <a:xfrm>
            <a:off x="96012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label473"/>
          <p:cNvSpPr txBox="1"/>
          <p:nvPr/>
        </p:nvSpPr>
        <p:spPr>
          <a:xfrm>
            <a:off x="502920" y="389062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11" name="S09-line474"/>
          <p:cNvSpPr/>
          <p:nvPr/>
        </p:nvSpPr>
        <p:spPr>
          <a:xfrm>
            <a:off x="130241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ine475"/>
          <p:cNvSpPr/>
          <p:nvPr/>
        </p:nvSpPr>
        <p:spPr>
          <a:xfrm>
            <a:off x="164470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9-line476"/>
          <p:cNvSpPr/>
          <p:nvPr/>
        </p:nvSpPr>
        <p:spPr>
          <a:xfrm>
            <a:off x="198699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ine477"/>
          <p:cNvSpPr/>
          <p:nvPr/>
        </p:nvSpPr>
        <p:spPr>
          <a:xfrm>
            <a:off x="232928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line478"/>
          <p:cNvSpPr/>
          <p:nvPr/>
        </p:nvSpPr>
        <p:spPr>
          <a:xfrm>
            <a:off x="267157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ine479"/>
          <p:cNvSpPr/>
          <p:nvPr/>
        </p:nvSpPr>
        <p:spPr>
          <a:xfrm>
            <a:off x="301386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9-line480"/>
          <p:cNvSpPr/>
          <p:nvPr/>
        </p:nvSpPr>
        <p:spPr>
          <a:xfrm>
            <a:off x="3356153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ine481"/>
          <p:cNvSpPr/>
          <p:nvPr/>
        </p:nvSpPr>
        <p:spPr>
          <a:xfrm>
            <a:off x="3698443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9-line482"/>
          <p:cNvSpPr/>
          <p:nvPr/>
        </p:nvSpPr>
        <p:spPr>
          <a:xfrm>
            <a:off x="4040734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line483"/>
          <p:cNvSpPr/>
          <p:nvPr/>
        </p:nvSpPr>
        <p:spPr>
          <a:xfrm>
            <a:off x="4383024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9-label484"/>
          <p:cNvSpPr txBox="1"/>
          <p:nvPr/>
        </p:nvSpPr>
        <p:spPr>
          <a:xfrm>
            <a:off x="3925824" y="389062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1600" dirty="0"/>
          </a:p>
        </p:txBody>
      </p:sp>
      <p:sp>
        <p:nvSpPr>
          <p:cNvPr id="22" name="S09-line485"/>
          <p:cNvSpPr/>
          <p:nvPr/>
        </p:nvSpPr>
        <p:spPr>
          <a:xfrm>
            <a:off x="4725314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9-line486"/>
          <p:cNvSpPr/>
          <p:nvPr/>
        </p:nvSpPr>
        <p:spPr>
          <a:xfrm>
            <a:off x="5067605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line487"/>
          <p:cNvSpPr/>
          <p:nvPr/>
        </p:nvSpPr>
        <p:spPr>
          <a:xfrm>
            <a:off x="5409895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line488"/>
          <p:cNvSpPr/>
          <p:nvPr/>
        </p:nvSpPr>
        <p:spPr>
          <a:xfrm>
            <a:off x="575218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ine489"/>
          <p:cNvSpPr/>
          <p:nvPr/>
        </p:nvSpPr>
        <p:spPr>
          <a:xfrm>
            <a:off x="609447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9-line490"/>
          <p:cNvSpPr/>
          <p:nvPr/>
        </p:nvSpPr>
        <p:spPr>
          <a:xfrm>
            <a:off x="643676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ine491"/>
          <p:cNvSpPr/>
          <p:nvPr/>
        </p:nvSpPr>
        <p:spPr>
          <a:xfrm>
            <a:off x="6779057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9-line492"/>
          <p:cNvSpPr/>
          <p:nvPr/>
        </p:nvSpPr>
        <p:spPr>
          <a:xfrm>
            <a:off x="7121347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line493"/>
          <p:cNvSpPr/>
          <p:nvPr/>
        </p:nvSpPr>
        <p:spPr>
          <a:xfrm>
            <a:off x="7463638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9-line494"/>
          <p:cNvSpPr/>
          <p:nvPr/>
        </p:nvSpPr>
        <p:spPr>
          <a:xfrm>
            <a:off x="7805928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label495"/>
          <p:cNvSpPr txBox="1"/>
          <p:nvPr/>
        </p:nvSpPr>
        <p:spPr>
          <a:xfrm>
            <a:off x="7348728" y="389062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</a:t>
            </a:r>
            <a:endParaRPr lang="ko-KR" sz="1600" dirty="0"/>
          </a:p>
        </p:txBody>
      </p:sp>
      <p:sp>
        <p:nvSpPr>
          <p:cNvPr id="33" name="S09-line496"/>
          <p:cNvSpPr/>
          <p:nvPr/>
        </p:nvSpPr>
        <p:spPr>
          <a:xfrm>
            <a:off x="8148218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9-line497"/>
          <p:cNvSpPr/>
          <p:nvPr/>
        </p:nvSpPr>
        <p:spPr>
          <a:xfrm>
            <a:off x="8490509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9-line498"/>
          <p:cNvSpPr/>
          <p:nvPr/>
        </p:nvSpPr>
        <p:spPr>
          <a:xfrm>
            <a:off x="8832799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9-line499"/>
          <p:cNvSpPr/>
          <p:nvPr/>
        </p:nvSpPr>
        <p:spPr>
          <a:xfrm>
            <a:off x="917509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9-line500"/>
          <p:cNvSpPr/>
          <p:nvPr/>
        </p:nvSpPr>
        <p:spPr>
          <a:xfrm>
            <a:off x="951738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9-line501"/>
          <p:cNvSpPr/>
          <p:nvPr/>
        </p:nvSpPr>
        <p:spPr>
          <a:xfrm>
            <a:off x="985967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9-line502"/>
          <p:cNvSpPr/>
          <p:nvPr/>
        </p:nvSpPr>
        <p:spPr>
          <a:xfrm>
            <a:off x="1020196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9-line503"/>
          <p:cNvSpPr/>
          <p:nvPr/>
        </p:nvSpPr>
        <p:spPr>
          <a:xfrm>
            <a:off x="1054425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9-line504"/>
          <p:cNvSpPr/>
          <p:nvPr/>
        </p:nvSpPr>
        <p:spPr>
          <a:xfrm>
            <a:off x="1088654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9-line505"/>
          <p:cNvSpPr/>
          <p:nvPr/>
        </p:nvSpPr>
        <p:spPr>
          <a:xfrm>
            <a:off x="1122883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9-label506"/>
          <p:cNvSpPr txBox="1"/>
          <p:nvPr/>
        </p:nvSpPr>
        <p:spPr>
          <a:xfrm>
            <a:off x="10771632" y="389062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</a:t>
            </a:r>
            <a:endParaRPr lang="ko-KR" sz="1600" dirty="0"/>
          </a:p>
        </p:txBody>
      </p:sp>
      <p:sp>
        <p:nvSpPr>
          <p:cNvPr id="44" name="S09-mark507"/>
          <p:cNvSpPr/>
          <p:nvPr/>
        </p:nvSpPr>
        <p:spPr>
          <a:xfrm>
            <a:off x="868680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5" name="S09-mark508"/>
          <p:cNvSpPr/>
          <p:nvPr/>
        </p:nvSpPr>
        <p:spPr>
          <a:xfrm>
            <a:off x="8741359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6" name="S09-line509"/>
          <p:cNvSpPr/>
          <p:nvPr/>
        </p:nvSpPr>
        <p:spPr>
          <a:xfrm flipV="1">
            <a:off x="960120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9-line510"/>
          <p:cNvSpPr/>
          <p:nvPr/>
        </p:nvSpPr>
        <p:spPr>
          <a:xfrm>
            <a:off x="960120" y="3323692"/>
            <a:ext cx="342290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9-label511"/>
          <p:cNvSpPr txBox="1"/>
          <p:nvPr/>
        </p:nvSpPr>
        <p:spPr>
          <a:xfrm>
            <a:off x="960120" y="3041244"/>
            <a:ext cx="342290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</a:t>
            </a:r>
            <a:endParaRPr lang="ko-KR" sz="1600" dirty="0"/>
          </a:p>
        </p:txBody>
      </p:sp>
      <p:sp>
        <p:nvSpPr>
          <p:cNvPr id="49" name="S09-line512"/>
          <p:cNvSpPr/>
          <p:nvPr/>
        </p:nvSpPr>
        <p:spPr>
          <a:xfrm flipV="1">
            <a:off x="4383024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9-line513"/>
          <p:cNvSpPr/>
          <p:nvPr/>
        </p:nvSpPr>
        <p:spPr>
          <a:xfrm>
            <a:off x="4383024" y="3323692"/>
            <a:ext cx="342290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9-label514"/>
          <p:cNvSpPr txBox="1"/>
          <p:nvPr/>
        </p:nvSpPr>
        <p:spPr>
          <a:xfrm>
            <a:off x="4383024" y="3041244"/>
            <a:ext cx="342290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</a:t>
            </a:r>
            <a:endParaRPr lang="ko-KR" sz="1600" dirty="0"/>
          </a:p>
        </p:txBody>
      </p:sp>
      <p:sp>
        <p:nvSpPr>
          <p:cNvPr id="52" name="S09-line515"/>
          <p:cNvSpPr/>
          <p:nvPr/>
        </p:nvSpPr>
        <p:spPr>
          <a:xfrm flipV="1">
            <a:off x="7805928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9-line516"/>
          <p:cNvSpPr/>
          <p:nvPr/>
        </p:nvSpPr>
        <p:spPr>
          <a:xfrm>
            <a:off x="7805928" y="3323692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9-label517"/>
          <p:cNvSpPr txBox="1"/>
          <p:nvPr/>
        </p:nvSpPr>
        <p:spPr>
          <a:xfrm>
            <a:off x="7805928" y="3041244"/>
            <a:ext cx="1026871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m</a:t>
            </a:r>
            <a:endParaRPr lang="ko-KR" sz="1600" dirty="0"/>
          </a:p>
        </p:txBody>
      </p:sp>
      <p:sp>
        <p:nvSpPr>
          <p:cNvPr id="55" name="S09-figure518" descr="0부터 3000 m까지 수직선, 0에서 2300까지 1 km, 1 km, 300 m로 뛰어 셈"/>
          <p:cNvSpPr/>
          <p:nvPr/>
        </p:nvSpPr>
        <p:spPr>
          <a:xfrm>
            <a:off x="685800" y="35248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km와 m 바꾸기</a:t>
            </a:r>
            <a:endParaRPr lang="ko-KR" sz="4000" dirty="0"/>
          </a:p>
        </p:txBody>
      </p:sp>
      <p:sp>
        <p:nvSpPr>
          <p:cNvPr id="3" name="S10-text5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말해요.</a:t>
            </a:r>
            <a:endParaRPr lang="ko-KR" sz="3000" dirty="0"/>
          </a:p>
        </p:txBody>
      </p:sp>
      <p:sp>
        <p:nvSpPr>
          <p:cNvPr id="4" name="S10-card5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= 1000 m예요.</a:t>
            </a:r>
            <a:endParaRPr lang="ko-KR" sz="3000" dirty="0"/>
          </a:p>
        </p:txBody>
      </p:sp>
      <p:sp>
        <p:nvSpPr>
          <p:cNvPr id="6" name="S10-chip52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eqtext52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km 400 m = □ m</a:t>
            </a:r>
            <a:endParaRPr lang="ko-KR" sz="3400" dirty="0"/>
          </a:p>
        </p:txBody>
      </p:sp>
      <p:sp>
        <p:nvSpPr>
          <p:cNvPr id="8" name="S10-chip52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eqtext52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 m = □ km □ m</a:t>
            </a:r>
            <a:endParaRPr lang="ko-KR" sz="3400" dirty="0"/>
          </a:p>
        </p:txBody>
      </p:sp>
      <p:sp>
        <p:nvSpPr>
          <p:cNvPr id="10" name="S10-chip52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eqtext52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km 50 m = □ m</a:t>
            </a:r>
            <a:endParaRPr lang="ko-KR" sz="3400" dirty="0"/>
          </a:p>
        </p:txBody>
      </p:sp>
      <p:sp>
        <p:nvSpPr>
          <p:cNvPr id="12" name="S10-chip52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eqtext52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4080 m = □ km □ m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단위는?</a:t>
            </a:r>
            <a:endParaRPr lang="ko-KR" sz="4000" dirty="0"/>
          </a:p>
        </p:txBody>
      </p:sp>
      <p:sp>
        <p:nvSpPr>
          <p:cNvPr id="3" name="S11-text5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mm, cm, m, km 중 알맞은 단위를 골라요.</a:t>
            </a:r>
            <a:endParaRPr lang="ko-KR" sz="3000" dirty="0"/>
          </a:p>
        </p:txBody>
      </p:sp>
      <p:sp>
        <p:nvSpPr>
          <p:cNvPr id="4" name="S11-chip53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53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개미의 길이: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 □</a:t>
            </a:r>
            <a:endParaRPr lang="ko-KR" sz="3000" dirty="0"/>
          </a:p>
        </p:txBody>
      </p:sp>
      <p:sp>
        <p:nvSpPr>
          <p:cNvPr id="6" name="S11-chip53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53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연필의 길이: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17 □</a:t>
            </a:r>
            <a:endParaRPr lang="ko-KR" sz="3000" dirty="0"/>
          </a:p>
        </p:txBody>
      </p:sp>
      <p:sp>
        <p:nvSpPr>
          <p:cNvPr id="8" name="S11-chip53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53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문의 높이: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 □</a:t>
            </a:r>
            <a:endParaRPr lang="ko-KR" sz="3000" dirty="0"/>
          </a:p>
        </p:txBody>
      </p:sp>
      <p:sp>
        <p:nvSpPr>
          <p:cNvPr id="10" name="S11-chip53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53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걸어서 20분 거리: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5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읽고, □에 알맞은 수를 구해요.</a:t>
            </a:r>
            <a:endParaRPr lang="ko-KR" sz="3000" dirty="0"/>
          </a:p>
        </p:txBody>
      </p:sp>
      <p:sp>
        <p:nvSpPr>
          <p:cNvPr id="4" name="S12-figure540" descr="5 cm 자와 0에서 2 cm 8 mm까지 막대"/>
          <p:cNvSpPr/>
          <p:nvPr/>
        </p:nvSpPr>
        <p:spPr>
          <a:xfrm>
            <a:off x="6368796" y="3891521"/>
            <a:ext cx="5180076" cy="1205707"/>
          </a:xfrm>
          <a:custGeom>
            <a:avLst/>
            <a:gdLst/>
            <a:ahLst/>
            <a:cxnLst/>
            <a:rect l="l" t="t" r="r" b="b"/>
            <a:pathLst>
              <a:path w="5180076" h="1205707">
                <a:moveTo>
                  <a:pt x="0" y="0"/>
                </a:moveTo>
                <a:lnTo>
                  <a:pt x="5180076" y="0"/>
                </a:lnTo>
                <a:lnTo>
                  <a:pt x="5180076" y="1205707"/>
                </a:lnTo>
                <a:lnTo>
                  <a:pt x="0" y="120570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2-mark541"/>
          <p:cNvSpPr/>
          <p:nvPr/>
        </p:nvSpPr>
        <p:spPr>
          <a:xfrm>
            <a:off x="6726043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" name="S12-label543"/>
          <p:cNvSpPr txBox="1"/>
          <p:nvPr/>
        </p:nvSpPr>
        <p:spPr>
          <a:xfrm>
            <a:off x="6570595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7" name="S12-mark544"/>
          <p:cNvSpPr/>
          <p:nvPr/>
        </p:nvSpPr>
        <p:spPr>
          <a:xfrm>
            <a:off x="681535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2-mark545"/>
          <p:cNvSpPr/>
          <p:nvPr/>
        </p:nvSpPr>
        <p:spPr>
          <a:xfrm>
            <a:off x="690466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mark546"/>
          <p:cNvSpPr/>
          <p:nvPr/>
        </p:nvSpPr>
        <p:spPr>
          <a:xfrm>
            <a:off x="6993978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mark547"/>
          <p:cNvSpPr/>
          <p:nvPr/>
        </p:nvSpPr>
        <p:spPr>
          <a:xfrm>
            <a:off x="708328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mark548"/>
          <p:cNvSpPr/>
          <p:nvPr/>
        </p:nvSpPr>
        <p:spPr>
          <a:xfrm>
            <a:off x="7172601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mark549"/>
          <p:cNvSpPr/>
          <p:nvPr/>
        </p:nvSpPr>
        <p:spPr>
          <a:xfrm>
            <a:off x="7261913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2-mark550"/>
          <p:cNvSpPr/>
          <p:nvPr/>
        </p:nvSpPr>
        <p:spPr>
          <a:xfrm>
            <a:off x="735122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mark551"/>
          <p:cNvSpPr/>
          <p:nvPr/>
        </p:nvSpPr>
        <p:spPr>
          <a:xfrm>
            <a:off x="744053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mark552"/>
          <p:cNvSpPr/>
          <p:nvPr/>
        </p:nvSpPr>
        <p:spPr>
          <a:xfrm>
            <a:off x="7529848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mark553"/>
          <p:cNvSpPr/>
          <p:nvPr/>
        </p:nvSpPr>
        <p:spPr>
          <a:xfrm>
            <a:off x="7619159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12-label555"/>
          <p:cNvSpPr txBox="1"/>
          <p:nvPr/>
        </p:nvSpPr>
        <p:spPr>
          <a:xfrm>
            <a:off x="7463711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8" name="S12-mark556"/>
          <p:cNvSpPr/>
          <p:nvPr/>
        </p:nvSpPr>
        <p:spPr>
          <a:xfrm>
            <a:off x="7708471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mark557"/>
          <p:cNvSpPr/>
          <p:nvPr/>
        </p:nvSpPr>
        <p:spPr>
          <a:xfrm>
            <a:off x="779778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mark558"/>
          <p:cNvSpPr/>
          <p:nvPr/>
        </p:nvSpPr>
        <p:spPr>
          <a:xfrm>
            <a:off x="788709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mark559"/>
          <p:cNvSpPr/>
          <p:nvPr/>
        </p:nvSpPr>
        <p:spPr>
          <a:xfrm>
            <a:off x="797640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mark560"/>
          <p:cNvSpPr/>
          <p:nvPr/>
        </p:nvSpPr>
        <p:spPr>
          <a:xfrm>
            <a:off x="8065717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2-mark561"/>
          <p:cNvSpPr/>
          <p:nvPr/>
        </p:nvSpPr>
        <p:spPr>
          <a:xfrm>
            <a:off x="815502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mark562"/>
          <p:cNvSpPr/>
          <p:nvPr/>
        </p:nvSpPr>
        <p:spPr>
          <a:xfrm>
            <a:off x="8244341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mark563"/>
          <p:cNvSpPr/>
          <p:nvPr/>
        </p:nvSpPr>
        <p:spPr>
          <a:xfrm>
            <a:off x="833365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mark564"/>
          <p:cNvSpPr/>
          <p:nvPr/>
        </p:nvSpPr>
        <p:spPr>
          <a:xfrm>
            <a:off x="842296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mark565"/>
          <p:cNvSpPr/>
          <p:nvPr/>
        </p:nvSpPr>
        <p:spPr>
          <a:xfrm>
            <a:off x="8512276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12-label567"/>
          <p:cNvSpPr txBox="1"/>
          <p:nvPr/>
        </p:nvSpPr>
        <p:spPr>
          <a:xfrm>
            <a:off x="8356828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9" name="S12-mark568"/>
          <p:cNvSpPr/>
          <p:nvPr/>
        </p:nvSpPr>
        <p:spPr>
          <a:xfrm>
            <a:off x="8601587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mark569"/>
          <p:cNvSpPr/>
          <p:nvPr/>
        </p:nvSpPr>
        <p:spPr>
          <a:xfrm>
            <a:off x="869089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mark570"/>
          <p:cNvSpPr/>
          <p:nvPr/>
        </p:nvSpPr>
        <p:spPr>
          <a:xfrm>
            <a:off x="8780211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mark571"/>
          <p:cNvSpPr/>
          <p:nvPr/>
        </p:nvSpPr>
        <p:spPr>
          <a:xfrm>
            <a:off x="886952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2-mark572"/>
          <p:cNvSpPr/>
          <p:nvPr/>
        </p:nvSpPr>
        <p:spPr>
          <a:xfrm>
            <a:off x="8958834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mark573"/>
          <p:cNvSpPr/>
          <p:nvPr/>
        </p:nvSpPr>
        <p:spPr>
          <a:xfrm>
            <a:off x="904814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mark574"/>
          <p:cNvSpPr/>
          <p:nvPr/>
        </p:nvSpPr>
        <p:spPr>
          <a:xfrm>
            <a:off x="9137457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mark575"/>
          <p:cNvSpPr/>
          <p:nvPr/>
        </p:nvSpPr>
        <p:spPr>
          <a:xfrm>
            <a:off x="922676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mark576"/>
          <p:cNvSpPr/>
          <p:nvPr/>
        </p:nvSpPr>
        <p:spPr>
          <a:xfrm>
            <a:off x="9316081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2-mark577"/>
          <p:cNvSpPr/>
          <p:nvPr/>
        </p:nvSpPr>
        <p:spPr>
          <a:xfrm>
            <a:off x="9405392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12-label579"/>
          <p:cNvSpPr txBox="1"/>
          <p:nvPr/>
        </p:nvSpPr>
        <p:spPr>
          <a:xfrm>
            <a:off x="9249944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0" name="S12-mark580"/>
          <p:cNvSpPr/>
          <p:nvPr/>
        </p:nvSpPr>
        <p:spPr>
          <a:xfrm>
            <a:off x="949470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mark581"/>
          <p:cNvSpPr/>
          <p:nvPr/>
        </p:nvSpPr>
        <p:spPr>
          <a:xfrm>
            <a:off x="958401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mark582"/>
          <p:cNvSpPr/>
          <p:nvPr/>
        </p:nvSpPr>
        <p:spPr>
          <a:xfrm>
            <a:off x="9673327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2-mark583"/>
          <p:cNvSpPr/>
          <p:nvPr/>
        </p:nvSpPr>
        <p:spPr>
          <a:xfrm>
            <a:off x="976263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mark584"/>
          <p:cNvSpPr/>
          <p:nvPr/>
        </p:nvSpPr>
        <p:spPr>
          <a:xfrm>
            <a:off x="9851951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mark585"/>
          <p:cNvSpPr/>
          <p:nvPr/>
        </p:nvSpPr>
        <p:spPr>
          <a:xfrm>
            <a:off x="994126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mark586"/>
          <p:cNvSpPr/>
          <p:nvPr/>
        </p:nvSpPr>
        <p:spPr>
          <a:xfrm>
            <a:off x="1003057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mark587"/>
          <p:cNvSpPr/>
          <p:nvPr/>
        </p:nvSpPr>
        <p:spPr>
          <a:xfrm>
            <a:off x="1011988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2-mark588"/>
          <p:cNvSpPr/>
          <p:nvPr/>
        </p:nvSpPr>
        <p:spPr>
          <a:xfrm>
            <a:off x="10209197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mark589"/>
          <p:cNvSpPr/>
          <p:nvPr/>
        </p:nvSpPr>
        <p:spPr>
          <a:xfrm>
            <a:off x="10298509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0" name="S12-label591"/>
          <p:cNvSpPr txBox="1"/>
          <p:nvPr/>
        </p:nvSpPr>
        <p:spPr>
          <a:xfrm>
            <a:off x="10143061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1" name="S12-mark592"/>
          <p:cNvSpPr/>
          <p:nvPr/>
        </p:nvSpPr>
        <p:spPr>
          <a:xfrm>
            <a:off x="10387820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mark593"/>
          <p:cNvSpPr/>
          <p:nvPr/>
        </p:nvSpPr>
        <p:spPr>
          <a:xfrm>
            <a:off x="1047713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2-mark594"/>
          <p:cNvSpPr/>
          <p:nvPr/>
        </p:nvSpPr>
        <p:spPr>
          <a:xfrm>
            <a:off x="1056644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mark595"/>
          <p:cNvSpPr/>
          <p:nvPr/>
        </p:nvSpPr>
        <p:spPr>
          <a:xfrm>
            <a:off x="10655755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mark596"/>
          <p:cNvSpPr/>
          <p:nvPr/>
        </p:nvSpPr>
        <p:spPr>
          <a:xfrm>
            <a:off x="10745067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mark597"/>
          <p:cNvSpPr/>
          <p:nvPr/>
        </p:nvSpPr>
        <p:spPr>
          <a:xfrm>
            <a:off x="1083437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mark598"/>
          <p:cNvSpPr/>
          <p:nvPr/>
        </p:nvSpPr>
        <p:spPr>
          <a:xfrm>
            <a:off x="10923690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2-mark599"/>
          <p:cNvSpPr/>
          <p:nvPr/>
        </p:nvSpPr>
        <p:spPr>
          <a:xfrm>
            <a:off x="1101300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mark600"/>
          <p:cNvSpPr/>
          <p:nvPr/>
        </p:nvSpPr>
        <p:spPr>
          <a:xfrm>
            <a:off x="1110231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mark601"/>
          <p:cNvSpPr/>
          <p:nvPr/>
        </p:nvSpPr>
        <p:spPr>
          <a:xfrm>
            <a:off x="11191625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1" name="S12-label603"/>
          <p:cNvSpPr txBox="1"/>
          <p:nvPr/>
        </p:nvSpPr>
        <p:spPr>
          <a:xfrm>
            <a:off x="11036177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2" name="S12-mark604"/>
          <p:cNvSpPr/>
          <p:nvPr/>
        </p:nvSpPr>
        <p:spPr>
          <a:xfrm>
            <a:off x="6726043" y="3310995"/>
            <a:ext cx="2500726" cy="357247"/>
          </a:xfrm>
          <a:custGeom>
            <a:avLst/>
            <a:gdLst/>
            <a:ahLst/>
            <a:cxnLst/>
            <a:rect l="l" t="t" r="r" b="b"/>
            <a:pathLst>
              <a:path w="2500726" h="357247">
                <a:moveTo>
                  <a:pt x="0" y="357247"/>
                </a:moveTo>
                <a:lnTo>
                  <a:pt x="2500726" y="357247"/>
                </a:lnTo>
                <a:lnTo>
                  <a:pt x="25007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12-mark605"/>
          <p:cNvSpPr/>
          <p:nvPr/>
        </p:nvSpPr>
        <p:spPr>
          <a:xfrm>
            <a:off x="6726043" y="3668242"/>
            <a:ext cx="0" cy="2232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64" name="S12-mark606"/>
          <p:cNvSpPr/>
          <p:nvPr/>
        </p:nvSpPr>
        <p:spPr>
          <a:xfrm>
            <a:off x="9226769" y="3668242"/>
            <a:ext cx="0" cy="2232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65" name="S12-chip60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6" name="S12-text60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막대의 길이는?</a:t>
            </a:r>
            <a:endParaRPr lang="ko-KR" sz="3000" dirty="0"/>
          </a:p>
        </p:txBody>
      </p:sp>
      <p:sp>
        <p:nvSpPr>
          <p:cNvPr id="67" name="S12-chip60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8" name="S12-eqtext61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cm 3 mm = □ mm</a:t>
            </a:r>
            <a:endParaRPr lang="ko-KR" sz="3400" dirty="0"/>
          </a:p>
        </p:txBody>
      </p:sp>
      <p:sp>
        <p:nvSpPr>
          <p:cNvPr id="69" name="S12-chip61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70" name="S12-eqtext61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km 60 m = □ m</a:t>
            </a:r>
            <a:endParaRPr lang="ko-KR" sz="3400" dirty="0"/>
          </a:p>
        </p:txBody>
      </p:sp>
      <p:sp>
        <p:nvSpPr>
          <p:cNvPr id="71" name="S12-chip613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72" name="S12-eqtext614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2500 m = □ km □ m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더 멀까요?</a:t>
            </a:r>
            <a:endParaRPr lang="ko-KR" sz="4000" dirty="0"/>
          </a:p>
        </p:txBody>
      </p:sp>
      <p:sp>
        <p:nvSpPr>
          <p:cNvPr id="3" name="S14-text6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두 곳까지의 거리예요.</a:t>
            </a:r>
            <a:endParaRPr lang="ko-KR" sz="3000" dirty="0"/>
          </a:p>
        </p:txBody>
      </p:sp>
      <p:sp>
        <p:nvSpPr>
          <p:cNvPr id="4" name="S14-card6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6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먼 곳을 고르고, 어떻게 알았는지 말해요.</a:t>
            </a:r>
            <a:endParaRPr lang="ko-KR" sz="3000" dirty="0"/>
          </a:p>
        </p:txBody>
      </p:sp>
      <p:sp>
        <p:nvSpPr>
          <p:cNvPr id="6" name="S14-chip618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card619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620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학교까지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200 m</a:t>
            </a:r>
            <a:endParaRPr lang="ko-KR" sz="3000" dirty="0"/>
          </a:p>
        </p:txBody>
      </p:sp>
      <p:sp>
        <p:nvSpPr>
          <p:cNvPr id="9" name="S14-chip621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4-card622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623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도서관까지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1150 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62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62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 = 10 mm, 1 km = 1000 m예요.</a:t>
            </a:r>
            <a:endParaRPr lang="ko-KR" sz="3000" dirty="0"/>
          </a:p>
        </p:txBody>
      </p:sp>
      <p:sp>
        <p:nvSpPr>
          <p:cNvPr id="5" name="S15-chip62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단위로 바꾸어 비교하기</a:t>
            </a:r>
            <a:endParaRPr lang="ko-KR" sz="2400" dirty="0"/>
          </a:p>
        </p:txBody>
      </p:sp>
      <p:sp>
        <p:nvSpPr>
          <p:cNvPr id="6" name="S15-chip62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 cm = 100 mm라고 하기</a:t>
            </a:r>
            <a:endParaRPr lang="ko-KR" sz="2400" dirty="0"/>
          </a:p>
        </p:txBody>
      </p:sp>
      <p:sp>
        <p:nvSpPr>
          <p:cNvPr id="7" name="S15-text62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62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 cm 4 mm는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mm?</a:t>
            </a:r>
            <a:endParaRPr lang="ko-KR" sz="2400" dirty="0"/>
          </a:p>
        </p:txBody>
      </p:sp>
      <p:sp>
        <p:nvSpPr>
          <p:cNvPr id="9" name="S15-text63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 km 20 m는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m?</a:t>
            </a:r>
            <a:endParaRPr lang="ko-KR" sz="2400" dirty="0"/>
          </a:p>
        </p:txBody>
      </p:sp>
      <p:sp>
        <p:nvSpPr>
          <p:cNvPr id="10" name="S15-text63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 km는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m?</a:t>
            </a:r>
            <a:endParaRPr lang="ko-KR" sz="2400" dirty="0"/>
          </a:p>
        </p:txBody>
      </p:sp>
      <p:sp>
        <p:nvSpPr>
          <p:cNvPr id="11" name="S15-text63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초와 시간의 계산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cm와 m</a:t>
            </a:r>
            <a:endParaRPr lang="ko-KR" sz="4000" dirty="0"/>
          </a:p>
        </p:txBody>
      </p:sp>
      <p:sp>
        <p:nvSpPr>
          <p:cNvPr id="3" name="S16-text6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눈금 한 칸이 1 cm예요.</a:t>
            </a:r>
            <a:endParaRPr lang="ko-KR" sz="3000" dirty="0"/>
          </a:p>
        </p:txBody>
      </p:sp>
      <p:sp>
        <p:nvSpPr>
          <p:cNvPr id="4" name="S16-card634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635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한끝을 0에 맞추어요</a:t>
            </a:r>
            <a:endParaRPr lang="ko-KR" sz="3000" dirty="0"/>
          </a:p>
        </p:txBody>
      </p:sp>
      <p:sp>
        <p:nvSpPr>
          <p:cNvPr id="6" name="S16-card636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637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cm를 1 m라고 해요</a:t>
            </a:r>
            <a:endParaRPr lang="ko-KR" sz="3000" dirty="0"/>
          </a:p>
        </p:txBody>
      </p:sp>
      <p:sp>
        <p:nvSpPr>
          <p:cNvPr id="8" name="S16-figure638" descr="1 cm 눈금이 있는 10 cm 자와 7 cm 크레파스 막대"/>
          <p:cNvSpPr/>
          <p:nvPr/>
        </p:nvSpPr>
        <p:spPr>
          <a:xfrm>
            <a:off x="1156716" y="3150870"/>
            <a:ext cx="9875520" cy="1234440"/>
          </a:xfrm>
          <a:custGeom>
            <a:avLst/>
            <a:gdLst/>
            <a:ahLst/>
            <a:cxnLst/>
            <a:rect l="l" t="t" r="r" b="b"/>
            <a:pathLst>
              <a:path w="9875520" h="1234440">
                <a:moveTo>
                  <a:pt x="0" y="0"/>
                </a:moveTo>
                <a:lnTo>
                  <a:pt x="9875520" y="0"/>
                </a:lnTo>
                <a:lnTo>
                  <a:pt x="987552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6-mark639"/>
          <p:cNvSpPr/>
          <p:nvPr/>
        </p:nvSpPr>
        <p:spPr>
          <a:xfrm>
            <a:off x="15224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16-label641"/>
          <p:cNvSpPr txBox="1"/>
          <p:nvPr/>
        </p:nvSpPr>
        <p:spPr>
          <a:xfrm>
            <a:off x="13670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16-mark642"/>
          <p:cNvSpPr/>
          <p:nvPr/>
        </p:nvSpPr>
        <p:spPr>
          <a:xfrm>
            <a:off x="19796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6-mark643"/>
          <p:cNvSpPr/>
          <p:nvPr/>
        </p:nvSpPr>
        <p:spPr>
          <a:xfrm>
            <a:off x="24368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16-label645"/>
          <p:cNvSpPr txBox="1"/>
          <p:nvPr/>
        </p:nvSpPr>
        <p:spPr>
          <a:xfrm>
            <a:off x="22814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" name="S16-mark646"/>
          <p:cNvSpPr/>
          <p:nvPr/>
        </p:nvSpPr>
        <p:spPr>
          <a:xfrm>
            <a:off x="28940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mark647"/>
          <p:cNvSpPr/>
          <p:nvPr/>
        </p:nvSpPr>
        <p:spPr>
          <a:xfrm>
            <a:off x="33512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6-label649"/>
          <p:cNvSpPr txBox="1"/>
          <p:nvPr/>
        </p:nvSpPr>
        <p:spPr>
          <a:xfrm>
            <a:off x="31958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7" name="S16-mark650"/>
          <p:cNvSpPr/>
          <p:nvPr/>
        </p:nvSpPr>
        <p:spPr>
          <a:xfrm>
            <a:off x="38084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mark651"/>
          <p:cNvSpPr/>
          <p:nvPr/>
        </p:nvSpPr>
        <p:spPr>
          <a:xfrm>
            <a:off x="42656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6-label653"/>
          <p:cNvSpPr txBox="1"/>
          <p:nvPr/>
        </p:nvSpPr>
        <p:spPr>
          <a:xfrm>
            <a:off x="41102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0" name="S16-mark654"/>
          <p:cNvSpPr/>
          <p:nvPr/>
        </p:nvSpPr>
        <p:spPr>
          <a:xfrm>
            <a:off x="47228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mark655"/>
          <p:cNvSpPr/>
          <p:nvPr/>
        </p:nvSpPr>
        <p:spPr>
          <a:xfrm>
            <a:off x="51800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16-label657"/>
          <p:cNvSpPr txBox="1"/>
          <p:nvPr/>
        </p:nvSpPr>
        <p:spPr>
          <a:xfrm>
            <a:off x="50246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3" name="S16-mark658"/>
          <p:cNvSpPr/>
          <p:nvPr/>
        </p:nvSpPr>
        <p:spPr>
          <a:xfrm>
            <a:off x="56372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mark659"/>
          <p:cNvSpPr/>
          <p:nvPr/>
        </p:nvSpPr>
        <p:spPr>
          <a:xfrm>
            <a:off x="60944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16-label661"/>
          <p:cNvSpPr txBox="1"/>
          <p:nvPr/>
        </p:nvSpPr>
        <p:spPr>
          <a:xfrm>
            <a:off x="59390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6" name="S16-mark662"/>
          <p:cNvSpPr/>
          <p:nvPr/>
        </p:nvSpPr>
        <p:spPr>
          <a:xfrm>
            <a:off x="65516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6-mark663"/>
          <p:cNvSpPr/>
          <p:nvPr/>
        </p:nvSpPr>
        <p:spPr>
          <a:xfrm>
            <a:off x="70088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16-label665"/>
          <p:cNvSpPr txBox="1"/>
          <p:nvPr/>
        </p:nvSpPr>
        <p:spPr>
          <a:xfrm>
            <a:off x="68534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9" name="S16-mark666"/>
          <p:cNvSpPr/>
          <p:nvPr/>
        </p:nvSpPr>
        <p:spPr>
          <a:xfrm>
            <a:off x="74660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mark667"/>
          <p:cNvSpPr/>
          <p:nvPr/>
        </p:nvSpPr>
        <p:spPr>
          <a:xfrm>
            <a:off x="79232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1" name="S16-label669"/>
          <p:cNvSpPr txBox="1"/>
          <p:nvPr/>
        </p:nvSpPr>
        <p:spPr>
          <a:xfrm>
            <a:off x="77678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32" name="S16-mark670"/>
          <p:cNvSpPr/>
          <p:nvPr/>
        </p:nvSpPr>
        <p:spPr>
          <a:xfrm>
            <a:off x="83804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mark671"/>
          <p:cNvSpPr/>
          <p:nvPr/>
        </p:nvSpPr>
        <p:spPr>
          <a:xfrm>
            <a:off x="88376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4" name="S16-label673"/>
          <p:cNvSpPr txBox="1"/>
          <p:nvPr/>
        </p:nvSpPr>
        <p:spPr>
          <a:xfrm>
            <a:off x="86822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5" name="S16-mark674"/>
          <p:cNvSpPr/>
          <p:nvPr/>
        </p:nvSpPr>
        <p:spPr>
          <a:xfrm>
            <a:off x="92948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mark675"/>
          <p:cNvSpPr/>
          <p:nvPr/>
        </p:nvSpPr>
        <p:spPr>
          <a:xfrm>
            <a:off x="97520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7" name="S16-label677"/>
          <p:cNvSpPr txBox="1"/>
          <p:nvPr/>
        </p:nvSpPr>
        <p:spPr>
          <a:xfrm>
            <a:off x="95966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38" name="S16-mark678"/>
          <p:cNvSpPr/>
          <p:nvPr/>
        </p:nvSpPr>
        <p:spPr>
          <a:xfrm>
            <a:off x="102092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mark679"/>
          <p:cNvSpPr/>
          <p:nvPr/>
        </p:nvSpPr>
        <p:spPr>
          <a:xfrm>
            <a:off x="106664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16-label681"/>
          <p:cNvSpPr txBox="1"/>
          <p:nvPr/>
        </p:nvSpPr>
        <p:spPr>
          <a:xfrm>
            <a:off x="10410444" y="360045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41" name="S16-mark682"/>
          <p:cNvSpPr/>
          <p:nvPr/>
        </p:nvSpPr>
        <p:spPr>
          <a:xfrm>
            <a:off x="1522476" y="2556510"/>
            <a:ext cx="6400800" cy="365760"/>
          </a:xfrm>
          <a:custGeom>
            <a:avLst/>
            <a:gdLst/>
            <a:ahLst/>
            <a:cxnLst/>
            <a:rect l="l" t="t" r="r" b="b"/>
            <a:pathLst>
              <a:path w="6400800" h="365760">
                <a:moveTo>
                  <a:pt x="0" y="365760"/>
                </a:moveTo>
                <a:lnTo>
                  <a:pt x="6400800" y="365760"/>
                </a:lnTo>
                <a:lnTo>
                  <a:pt x="640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6-label684"/>
          <p:cNvSpPr txBox="1"/>
          <p:nvPr/>
        </p:nvSpPr>
        <p:spPr>
          <a:xfrm>
            <a:off x="4070604" y="2548890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</a:t>
            </a:r>
            <a:endParaRPr lang="ko-KR" sz="2400" dirty="0"/>
          </a:p>
        </p:txBody>
      </p:sp>
      <p:sp>
        <p:nvSpPr>
          <p:cNvPr id="43" name="S16-mark685"/>
          <p:cNvSpPr/>
          <p:nvPr/>
        </p:nvSpPr>
        <p:spPr>
          <a:xfrm>
            <a:off x="15224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4" name="S16-mark686"/>
          <p:cNvSpPr/>
          <p:nvPr/>
        </p:nvSpPr>
        <p:spPr>
          <a:xfrm>
            <a:off x="79232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mm와 km</dc:title>
  <dc:subject>KR22-G03-MAT-MMKM-L01</dc:subject>
  <dc:creator>education-ppt</dc:creator>
  <cp:lastModifiedBy>education-ppt</cp:lastModifiedBy>
  <cp:revision>1</cp:revision>
  <dcterms:created xsi:type="dcterms:W3CDTF">2026-10-26T08:29:38Z</dcterms:created>
  <dcterms:modified xsi:type="dcterms:W3CDTF">2026-10-26T08:29:38Z</dcterms:modified>
</cp:coreProperties>
</file>