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cde95a8-b2b5-546e-521a-d348523e5171}">
          <p14:sldIdLst>
            <p14:sldId id="256"/>
            <p14:sldId id="257"/>
          </p14:sldIdLst>
        </p14:section>
        <p14:section name="개념" id="{bf7ac9f4-7ff1-806b-cf10-db6b3dcf3435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cca10427-158c-1551-d3c6-0e8e0d25ea6a}">
          <p14:sldIdLst>
            <p14:sldId id="262"/>
            <p14:sldId id="263"/>
            <p14:sldId id="266"/>
          </p14:sldIdLst>
        </p14:section>
        <p14:section name="개념" id="{ae9ebd7a-f10c-374f-90d1-4a36983e3fa7}">
          <p14:sldIdLst/>
        </p14:section>
        <p14:section name="연습" id="{fea11f69-dd45-af7b-74a8-7936141c7885}">
          <p14:sldIdLst/>
        </p14:section>
        <p14:section name="확인" id="{2a8ea31e-8233-d9e1-463a-db45b8da6d0d}">
          <p14:sldIdLst>
            <p14:sldId id="267"/>
            <p14:sldId id="268"/>
            <p14:sldId id="269"/>
          </p14:sldIdLst>
        </p14:section>
        <p14:section name="정리" id="{d04d3064-67d0-40ea-ddfe-85939566a10c}">
          <p14:sldIdLst>
            <p14:sldId id="270"/>
          </p14:sldIdLst>
        </p14:section>
        <p14:section name="보충" id="{94709d9b-8094-b046-5d1b-312b6cf0986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단위가 두 개인 길이를 더하는 방법이 궁금하게 합니다.
시간: 약 2분
이렇게 말해 보세요
- “막대 가는 3 cm 5 mm, 나는 2 cm 8 mm야. 두 막대를 이으면 모두 몇 cm 몇 mm일까? 먼저 어림해 볼래?”
- “오늘은 cm와 mm, km와 m로 나타낸 길이를 더하고 빼 볼 거야.”
예상 답
- “5 cm 13 mm요.” “6 cm쯤이요.” “모르겠어요.”
막히면
- 답을 확인하지 않고 넘어갑니다. S04와 S05에서 같은 문제를 함께 풉니다.
주의
- mm 눈금이 있는 30 cm 자와 종이 띠 두 장을 준비합니다.
- 아이가 ‘5 cm 13 mm’라고 하면 적어 두었다가 S05에서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확인(cm·mm, km·m 바꾸기)]
목적: ‘mm와 km’에서 배운 1 cm = 10 mm, 1 km = 1000 m 바꾸기를 기억하는지 확인합니다. ②는 오늘 받아올림에 바로 쓰입니다.
시간: 약 3분
이렇게 말해 보세요
- “①의 6 cm는 몇 mm야? 거기에 5 mm를 더하면?”
- “②의 15 mm에는 10 mm가 몇 번 들어 있어? 남는 것은?”
- “③의 1 km는 몇 m였지?”
정답
- ① 65
- ② 1, 5 (15 mm = 1 cm 5 mm)
- ③ 1400
막히면
- 두 개 이상 틀리면 S16(보충)을 먼저 합니다. 보충으로도 어려우면 ‘mm와 km’(KR22-G03-MAT-MMKM-L01)를 다시 합니다.
- 받아올림·받아내림 자체가 흔들리면 초3 ‘세 자리 수의 덧셈’(KR22-G03-MAT-ADD3D-L01), ‘세 자리 수의 뺄셈’(KR22-G03-MAT-SUB3D-L01)을 먼저 다시 봅니다.
주의
- 계획상 바로 앞 차시는 ‘무게’(KR22-G03-MAT-WEIGHT-L01)이지만, 오늘 직접 필요한 것은 ‘mm와 km’입니다.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길이 더하기(받아올림 없음)]
목적: 길이를 더할 때 cm는 cm끼리, mm는 mm끼리 더한다는 것을 자 그림으로 봅니다(받아올림 없음).
시간: 약 2분
이렇게 말해 보세요
- “가(3 cm 2 mm) 끝에 나(2 cm 5 mm)를 이어 붙였어. 나의 끝은 자의 몇 cm 몇 mm에 있어?”
- “cm끼리 더하면? mm끼리 더하면? 자에서 읽은 길이와 같아?”
예상 답
- “5 cm 7 mm요.” “3 + 2 = 5, 2 + 5 = 7이라서 같아요.”
막히면
- 종이 띠 두 장을 3 cm 2 mm, 2 cm 5 mm로 잘라 자 위에 이어 놓고 직접 재어 봅니다.
주의
- 모두 mm로 바꾸어 32 + 25 = 57, 57 mm = 5 cm 7 mm로 확인할 수도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mm끼리 10 이상이 되는 경우]
목적: mm끼리 더한 값이 10 이상이면 10 mm를 1 cm로 바꾸어야 한다는 것을 자 그림으로 확인합니다.
시간: 약 2분
이렇게 말해 보세요
- “가는 3 cm 5 mm, 나는 2 cm 8 mm야. mm끼리 더하면 13 mm인데, 나의 끝은 자에서 몇 cm 몇 mm에 있어?”
- “13 mm 안에 10 mm가 들어 있지? 10 mm는 몇 cm였지?”
예상 답
- “6 cm 3 mm요.” “10 mm는 1 cm예요.”
막히면
- 자에서 가의 끝(3 cm 5 mm)부터 2 cm를 뛰어 세어 5 cm 5 mm를 짚고, 작은 눈금 8칸을 더 세면 6 cm를 넘어 6 cm 3 mm가 되는 것을 봅니다.
주의
- ‘5 cm 13 mm’는 길이로는 6 cm 3 mm와 같지만, mm가 10 이상이면 cm로 바꾸어 나타내는 것이 약속입니다(M1).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길이의 덧셈(mm에서 받아올림)]
목적: 세 자리 수의 덧셈처럼 세로로 쓰고, mm끼리 더한 값이 10 이상이면 1 cm를 받아올린다는 것을 보여 줍니다.
시간: 약 3분
이렇게 말해 보세요
- “cm는 cm 칸에, mm는 mm 칸에 맞추어 써. mm끼리 먼저 더해 볼까?”
- “13 mm는 1 cm 3 mm야. 3은 mm 칸에 쓰고 1 cm는 cm 칸 위에 올려 써.”
- “cm는 올린 1까지 더해서 1 + 3 + 2 = 6. 답은?”
예상 답
- “13이요.” “6 cm 3 mm예요.”
막히면
- 세 자리 수 덧셈에서 일의 자리가 10이 넘으면 십의 자리로 올린 것과 같다고 말해 줍니다.
- 모두 mm로 바꾸어 35 + 28 = 63, 63 mm = 6 cm 3 mm로 확인해도 됩니다.
주의
- S01에서 ‘5 cm 13 mm’라고 예상했다면 여기서 다시 보여 줍니다. 길이는 같지만 mm는 10보다 작게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길이의 뺄셈(cm에서 받아내림)]
목적: mm끼리 뺄 수 없으면 1 cm를 10 mm로 받아내려 계산한다는 것을 보여 줍니다.
시간: 약 3분
이렇게 말해 보세요
- “3 mm에서 6 mm를 뺄 수 있어? 없으면 7 cm에서 1 cm를 빌려 와.”
- “1 cm는 10 mm니까 10 + 3 = 13 mm. 13 − 6은?”
- “cm는 1 cm를 빌려 줘서 6 cm. 6 − 2 = 4. 그래서 답은?”
예상 답
- “못 빼요.” “7 mm요.” “4 cm 7 mm예요.”
막히면
- 종이 띠 7 cm 3 mm에서 1 cm 칸 하나를 작은 눈금 10칸으로 생각하게 합니다.
- 모두 mm로 바꾸어 73 − 26 = 47, 47 mm = 4 cm 7 mm로 확인해도 됩니다.
주의
- 6 − 3 = 3으로 거꾸로 빼거나, m와 cm처럼 1 cm를 100 mm로 받아내리는 실수가 흔합니다(M2).
- 표 맨 위의 6은 ‘7 cm에서 1 cm를 빌려 주고 남은 6 cm’입니다. 공책에서는 7에 빗금을 긋고 위에 6을 씁니다(M4).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연습(cm·mm의 덧셈·뺄셈)]
목적: 도움을 받으며 받아올림이 없는 덧셈, 받아올림이 있는 덧셈, 받아내림이 있는 뺄셈을 합니다.
시간: 약 3분
이렇게 말해 보세요
- “① mm끼리, cm끼리 더하면 돼. 10 mm가 넘어?”
- “② 6 + 7은 13이야. 10 mm는 어떻게 하지?”
- “③ 2 mm에서 8 mm를 뺄 수 있어? 없으면 1 cm를 받아내려.”
정답
- ① 3 cm 7 mm
- ② 8 cm 3 mm(13 mm = 1 cm 3 mm, cm: 1 + 4 + 3 = 8)
- ③ 3 cm 4 mm(12 − 8 = 4, cm: 8 − 5 = 3)
막히면
- 오른쪽 표처럼 종이에 cm·mm 칸을 그려 세로로 쓰게 합니다.
- ②를 7 cm 13 mm로 쓰면 S05로 돌아갑니다(M1).
주의
- 답을 mm로 바꾸어 확인할 수도 있습니다: 46 + 37 = 83(8 cm 3 mm), 92 − 58 = 34(3 cm 4 mm).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비교(거꾸로 빼기)와 덧셈으로 확인]
목적: mm끼리 뺄 수 없을 때 거꾸로 빼는 실수를 찾고, 답에 빼는 길이를 더해 확인하는 방법을 익힙니다(M2).
시간: 약 3분
이렇게 말해 보세요
- “토끼는 mm를 5 − 2로 뺐어. 원래는 무엇에서 무엇을 빼야 해?”
- “곰의 답 4 cm 7 mm에 3 cm 5 mm를 더하면 8 cm 2 mm가 될까?”
예상 답
- “곰이요. 토끼는 거꾸로 뺐어요.”
정답
- 곰이 맞습니다. 8 cm 2 mm − 3 cm 5 mm = 4 cm 7 mm입니다(82 − 35 = 47 mm).
- 확인: 4 cm 7 mm + 3 cm 5 mm = 8 cm 2 mm. 토끼의 5 cm 3 mm에 3 cm 5 mm를 더하면 8 cm 8 mm가 되어 처음 길이와 다릅니다.
막히면
- 종이 띠를 8 cm 2 mm로 자르고 3 cm 5 mm를 잘라 낸 뒤 남은 길이를 자로 재어 봅니다.
주의
- 뺄셈의 답에 빼는 수를 더해 처음 수가 나오면 맞게 계산한 것입니다. 이 확인 방법은 km·m에서도 씁니다.
- 여기까지가 목표 ①입니다.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km·m의 덧셈(m에서 받아올림)]
목적: km는 km끼리, m는 m끼리 더하고, m끼리의 합이 1000 이상이면 1000 m를 1 km로 받아올린다는 것을 보여 줍니다.
시간: 약 3분
이렇게 말해 보세요
- “cm와 mm에서는 10 mm가 1 cm였지? km와 m에서는 몇 m가 1 km야?”
- “m끼리 더하면 1300 m. 1000 m를 1 km로 올리면 몇 m가 남아?”
- “km는 1 + 2 + 1 = 4. 답은?”
예상 답
- “1000 m요.” “300 m요.” “4 km 300 m예요.”
막히면
- ‘mm와 km’ 차시의 수직선(1 km = 1000 m)을 떠올리게 합니다.
- 모두 m로 바꾸어 2700 + 1600 = 4300, 4300 m = 4 km 300 m로 확인해도 됩니다.
주의
- 3 km 1300 m로 쓰면 1000 m를 올리지 않은 것입니다(M3). km와 m는 10이 아니라 1000이 되면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km·m의 뺄셈(km에서 받아내림)]
목적: m끼리 뺄 수 없으면 1 km를 1000 m로 받아내려 계산한다는 것을 보여 줍니다.
시간: 약 3분
이렇게 말해 보세요
- “200 m에서 800 m를 뺄 수 있어? 없으면 5 km에서 1 km를 빌려 와.”
- “1 km는 1000 m니까 1000 + 200 = 1200. 1200 − 800은?”
- “km는 4 − 2 = 2. 그래서 답은?”
예상 답
- “못 빼요.” “400 m요.” “2 km 400 m예요.”
막히면
- 모두 m로 바꾸어 5200 − 2800 = 2400, 2400 m = 2 km 400 m로 확인해도 됩니다.
주의
- 1 km를 10 m나 100 m로 받아내리는 실수(210 − 800, 300 − 800)를 살핍니다(M3).
- 답을 확인할 때는 2 km 400 m + 2 km 800 m = 5 km 200 m인지 더해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연습(km·m의 덧셈·뺄셈)]
목적: 도움을 받으며 km·m의 덧셈(받아올림 없음·있음)과 받아내림이 있는 뺄셈을 합니다.
시간: 약 3분
이렇게 말해 보세요
- “① m끼리 더하면 1000 m가 넘어?”
- “② 650 + 550은 1200이야. 1000 m는 어떻게 하지?”
- “③ 100 m에서 400 m를 뺄 수 있어? 없으면 1 km를 몇 m로 받아내리지?”
정답
- ① 4 km 750 m
- ② 4 km 200 m(1200 m = 1 km 200 m, km: 1 + 2 + 1 = 4)
- ③ 2 km 700 m(1100 − 400 = 700, km: 5 − 3 = 2)
막히면
- 오른쪽 표처럼 km·m 칸을 그려 세로로 쓰게 합니다.
- ②를 3 km 1200 m로 쓰면 S09로 돌아갑니다(M3).
주의
- ③은 답을 확인할 때 2 km 700 m + 3 km 400 m = 6 km 100 m인지 더해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cm·mm(①②)와 km·m(③④)의 덧셈·뺄셈을 받아올림·받아내림하여 하는지 확인합니다.
시간: 약 4분
이렇게 말해 보세요
- “이번에는 혼자 해 볼래? 공책에 칸을 그려 세로로 써도 돼. 다 하면 어디서 올리거나 내렸는지 말해 줘.”
정답
- ① 8 cm 3 mm(57 + 26 = 83 mm)
- ② 4 cm 7 mm(81 − 34 = 47 mm)
- ③ 6 km 500 m(3600 + 2900 = 6500 m)
- ④ 2 km 800 m(7300 − 4500 = 2800 m)
막히면
- 바로 알려 주지 말고 “1 cm는 몇 mm였지?”, “1 km는 몇 m였지?”라고만 묻습니다.
- 도움을 받아 해결했다면 기록표에 ‘도움’으로 표시합니다.
주의
- ①②는 목표 ①, ③④는 목표 ②입니다. 틀린 쪽의 설명 장(S05·S06 또는 S09·S10)으로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8 cm 3 mm ② 4 cm 7 mm ③ 6 km 500 m ④ 2 km 800 m
막히면
- ①을 7 cm 13 mm로 썼으면 S05로(M1), ②④를 거꾸로 뺐으면 S08로(M2), km·m에서 1000이 아닌 수로 바꾸었으면 S09·S10으로(M3) 돌아갑니다.
주의
- 7 cm 13 mm는 길이로는 8 cm 3 mm와 같지만 mm를 10보다 작게 바꾸지 않았으므로 ‘거의 맞음’으로 보고 고쳐 쓰게 합니다.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확인(두 길의 거리 비교)]
목적: 처음 보는 생활 문제에서 km·m의 덧셈(받아올림)을 하고, 같은 단위로 비교해 판단하는지 확인합니다.
시간: 약 2분
이렇게 말해 보세요
- “도서관을 거쳐 가면 모두 몇 km 몇 m일까? 바로 가는 길과 비교해 볼래?”
정답
- 나(바로 가는 길). 가 길은 1 km 800 m + 2 km 500 m = 4 km 300 m이고, 4 km 300 m가 4 km 150 m보다 150 m 더 멉니다.
막히면
- “m끼리 더하면 몇 m야? 1000 m가 넘으면 어떻게 하지?”라고 먼저 묻습니다.
주의
- 가를 고르면 1 km 800 m + 2 km 500 m를 3 km 1300 m로 두고 비교했거나, 덧셈을 하지 않고 수만 본 것입니다.
- 계산과 까닭까지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2분
이렇게 말해 보세요
- “mm끼리 더해서 10이 넘으면 어떻게 했어? km와 m에서는 몇이 넘으면 올렸어?”
예상 답
- “10 mm를 1 cm로 올려요.” “1000 m가 되면 1 km로 올려요.”
정답
- ① 8 cm 1 mm
- ② 3 cm 5 mm
- ③ 2 km 700 m
막히면
- S05와 S09를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보충(1 cm = 10 mm, 1 km = 1000 m)]
목적: S02에서 cm와 mm, km와 m 바꾸기가 흔들리면, 받아올림·받아내림 전에 1 cm = 10 mm, 1 km = 1000 m를 다시 익힙니다.
시간: 약 5분
이렇게 말해 보세요
- “0부터 작은 눈금을 세어 볼까? 10칸을 가면 몇 cm야?”
- “막대는 작은 눈금 몇 칸이야? 그러면 몇 cm 몇 mm야?”
- “1 km는 몇 m였지?”
정답
- 15 mm = 1 cm 5 mm
- 1 km = 1000 m
막히면
- 실제 자에서 0부터 작은 눈금 15칸을 연필 끝으로 짚으며 셉니다.
주의
- 보충으로도 어려우면 ‘mm와 km’(KR22-G03-MAT-MMKM-L01)를 먼저 다시 합니다. 계획상 바로 앞 차시는 ‘무게’(KR22-G03-MAT-WEIGHT-L01)입니다.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길이의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길이의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길이의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덧셈과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막대를 이으면 모두 몇 cm 몇 mm일까?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7 cm 자 위에 0에서 3 cm 5 mm까지 막대 가, 그 끝에서 6 cm 3 mm 눈금까지 막대 나를 이어 놓음"/>
          <p:cNvSpPr/>
          <p:nvPr/>
        </p:nvSpPr>
        <p:spPr>
          <a:xfrm>
            <a:off x="7772400" y="2127152"/>
            <a:ext cx="3749040" cy="648872"/>
          </a:xfrm>
          <a:custGeom>
            <a:avLst/>
            <a:gdLst/>
            <a:ahLst/>
            <a:cxnLst/>
            <a:rect l="l" t="t" r="r" b="b"/>
            <a:pathLst>
              <a:path w="3749040" h="648872">
                <a:moveTo>
                  <a:pt x="0" y="0"/>
                </a:moveTo>
                <a:lnTo>
                  <a:pt x="3749040" y="0"/>
                </a:lnTo>
                <a:lnTo>
                  <a:pt x="3749040" y="648872"/>
                </a:lnTo>
                <a:lnTo>
                  <a:pt x="0" y="648872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64658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1-label5"/>
          <p:cNvSpPr txBox="1"/>
          <p:nvPr/>
        </p:nvSpPr>
        <p:spPr>
          <a:xfrm>
            <a:off x="7809210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1-mark6"/>
          <p:cNvSpPr/>
          <p:nvPr/>
        </p:nvSpPr>
        <p:spPr>
          <a:xfrm>
            <a:off x="801272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mark7"/>
          <p:cNvSpPr/>
          <p:nvPr/>
        </p:nvSpPr>
        <p:spPr>
          <a:xfrm>
            <a:off x="806078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8"/>
          <p:cNvSpPr/>
          <p:nvPr/>
        </p:nvSpPr>
        <p:spPr>
          <a:xfrm>
            <a:off x="810885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9"/>
          <p:cNvSpPr/>
          <p:nvPr/>
        </p:nvSpPr>
        <p:spPr>
          <a:xfrm>
            <a:off x="815691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10"/>
          <p:cNvSpPr/>
          <p:nvPr/>
        </p:nvSpPr>
        <p:spPr>
          <a:xfrm>
            <a:off x="8204982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1"/>
          <p:cNvSpPr/>
          <p:nvPr/>
        </p:nvSpPr>
        <p:spPr>
          <a:xfrm>
            <a:off x="825304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mark12"/>
          <p:cNvSpPr/>
          <p:nvPr/>
        </p:nvSpPr>
        <p:spPr>
          <a:xfrm>
            <a:off x="830111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mark13"/>
          <p:cNvSpPr/>
          <p:nvPr/>
        </p:nvSpPr>
        <p:spPr>
          <a:xfrm>
            <a:off x="834917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mark14"/>
          <p:cNvSpPr/>
          <p:nvPr/>
        </p:nvSpPr>
        <p:spPr>
          <a:xfrm>
            <a:off x="839724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mark15"/>
          <p:cNvSpPr/>
          <p:nvPr/>
        </p:nvSpPr>
        <p:spPr>
          <a:xfrm>
            <a:off x="8445305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1-label17"/>
          <p:cNvSpPr txBox="1"/>
          <p:nvPr/>
        </p:nvSpPr>
        <p:spPr>
          <a:xfrm>
            <a:off x="8289857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1-mark18"/>
          <p:cNvSpPr/>
          <p:nvPr/>
        </p:nvSpPr>
        <p:spPr>
          <a:xfrm>
            <a:off x="849336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mark19"/>
          <p:cNvSpPr/>
          <p:nvPr/>
        </p:nvSpPr>
        <p:spPr>
          <a:xfrm>
            <a:off x="854143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mark20"/>
          <p:cNvSpPr/>
          <p:nvPr/>
        </p:nvSpPr>
        <p:spPr>
          <a:xfrm>
            <a:off x="858949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mark21"/>
          <p:cNvSpPr/>
          <p:nvPr/>
        </p:nvSpPr>
        <p:spPr>
          <a:xfrm>
            <a:off x="863756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mark22"/>
          <p:cNvSpPr/>
          <p:nvPr/>
        </p:nvSpPr>
        <p:spPr>
          <a:xfrm>
            <a:off x="8685628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mark23"/>
          <p:cNvSpPr/>
          <p:nvPr/>
        </p:nvSpPr>
        <p:spPr>
          <a:xfrm>
            <a:off x="873369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mark24"/>
          <p:cNvSpPr/>
          <p:nvPr/>
        </p:nvSpPr>
        <p:spPr>
          <a:xfrm>
            <a:off x="878175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mark25"/>
          <p:cNvSpPr/>
          <p:nvPr/>
        </p:nvSpPr>
        <p:spPr>
          <a:xfrm>
            <a:off x="882982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mark26"/>
          <p:cNvSpPr/>
          <p:nvPr/>
        </p:nvSpPr>
        <p:spPr>
          <a:xfrm>
            <a:off x="887788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mark27"/>
          <p:cNvSpPr/>
          <p:nvPr/>
        </p:nvSpPr>
        <p:spPr>
          <a:xfrm>
            <a:off x="8925951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1-label29"/>
          <p:cNvSpPr txBox="1"/>
          <p:nvPr/>
        </p:nvSpPr>
        <p:spPr>
          <a:xfrm>
            <a:off x="8770503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1-mark30"/>
          <p:cNvSpPr/>
          <p:nvPr/>
        </p:nvSpPr>
        <p:spPr>
          <a:xfrm>
            <a:off x="897401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mark31"/>
          <p:cNvSpPr/>
          <p:nvPr/>
        </p:nvSpPr>
        <p:spPr>
          <a:xfrm>
            <a:off x="902208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mark32"/>
          <p:cNvSpPr/>
          <p:nvPr/>
        </p:nvSpPr>
        <p:spPr>
          <a:xfrm>
            <a:off x="907014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mark33"/>
          <p:cNvSpPr/>
          <p:nvPr/>
        </p:nvSpPr>
        <p:spPr>
          <a:xfrm>
            <a:off x="911820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mark34"/>
          <p:cNvSpPr/>
          <p:nvPr/>
        </p:nvSpPr>
        <p:spPr>
          <a:xfrm>
            <a:off x="9166274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mark35"/>
          <p:cNvSpPr/>
          <p:nvPr/>
        </p:nvSpPr>
        <p:spPr>
          <a:xfrm>
            <a:off x="921433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mark36"/>
          <p:cNvSpPr/>
          <p:nvPr/>
        </p:nvSpPr>
        <p:spPr>
          <a:xfrm>
            <a:off x="926240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mark37"/>
          <p:cNvSpPr/>
          <p:nvPr/>
        </p:nvSpPr>
        <p:spPr>
          <a:xfrm>
            <a:off x="931046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mark38"/>
          <p:cNvSpPr/>
          <p:nvPr/>
        </p:nvSpPr>
        <p:spPr>
          <a:xfrm>
            <a:off x="935853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mark39"/>
          <p:cNvSpPr/>
          <p:nvPr/>
        </p:nvSpPr>
        <p:spPr>
          <a:xfrm>
            <a:off x="9406597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01-label41"/>
          <p:cNvSpPr txBox="1"/>
          <p:nvPr/>
        </p:nvSpPr>
        <p:spPr>
          <a:xfrm>
            <a:off x="9251149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1-mark42"/>
          <p:cNvSpPr/>
          <p:nvPr/>
        </p:nvSpPr>
        <p:spPr>
          <a:xfrm>
            <a:off x="945466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mark43"/>
          <p:cNvSpPr/>
          <p:nvPr/>
        </p:nvSpPr>
        <p:spPr>
          <a:xfrm>
            <a:off x="950272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mark44"/>
          <p:cNvSpPr/>
          <p:nvPr/>
        </p:nvSpPr>
        <p:spPr>
          <a:xfrm>
            <a:off x="955079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mark45"/>
          <p:cNvSpPr/>
          <p:nvPr/>
        </p:nvSpPr>
        <p:spPr>
          <a:xfrm>
            <a:off x="959885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mark46"/>
          <p:cNvSpPr/>
          <p:nvPr/>
        </p:nvSpPr>
        <p:spPr>
          <a:xfrm>
            <a:off x="9646920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mark47"/>
          <p:cNvSpPr/>
          <p:nvPr/>
        </p:nvSpPr>
        <p:spPr>
          <a:xfrm>
            <a:off x="969498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mark48"/>
          <p:cNvSpPr/>
          <p:nvPr/>
        </p:nvSpPr>
        <p:spPr>
          <a:xfrm>
            <a:off x="974304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mark49"/>
          <p:cNvSpPr/>
          <p:nvPr/>
        </p:nvSpPr>
        <p:spPr>
          <a:xfrm>
            <a:off x="979111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mark50"/>
          <p:cNvSpPr/>
          <p:nvPr/>
        </p:nvSpPr>
        <p:spPr>
          <a:xfrm>
            <a:off x="983917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mark51"/>
          <p:cNvSpPr/>
          <p:nvPr/>
        </p:nvSpPr>
        <p:spPr>
          <a:xfrm>
            <a:off x="9887243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1-label53"/>
          <p:cNvSpPr txBox="1"/>
          <p:nvPr/>
        </p:nvSpPr>
        <p:spPr>
          <a:xfrm>
            <a:off x="9731795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2" name="S01-mark54"/>
          <p:cNvSpPr/>
          <p:nvPr/>
        </p:nvSpPr>
        <p:spPr>
          <a:xfrm>
            <a:off x="993530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mark55"/>
          <p:cNvSpPr/>
          <p:nvPr/>
        </p:nvSpPr>
        <p:spPr>
          <a:xfrm>
            <a:off x="998337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mark56"/>
          <p:cNvSpPr/>
          <p:nvPr/>
        </p:nvSpPr>
        <p:spPr>
          <a:xfrm>
            <a:off x="1003143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mark57"/>
          <p:cNvSpPr/>
          <p:nvPr/>
        </p:nvSpPr>
        <p:spPr>
          <a:xfrm>
            <a:off x="1007950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1-mark58"/>
          <p:cNvSpPr/>
          <p:nvPr/>
        </p:nvSpPr>
        <p:spPr>
          <a:xfrm>
            <a:off x="10127566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mark59"/>
          <p:cNvSpPr/>
          <p:nvPr/>
        </p:nvSpPr>
        <p:spPr>
          <a:xfrm>
            <a:off x="1017563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mark60"/>
          <p:cNvSpPr/>
          <p:nvPr/>
        </p:nvSpPr>
        <p:spPr>
          <a:xfrm>
            <a:off x="1022369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mark61"/>
          <p:cNvSpPr/>
          <p:nvPr/>
        </p:nvSpPr>
        <p:spPr>
          <a:xfrm>
            <a:off x="1027176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mark62"/>
          <p:cNvSpPr/>
          <p:nvPr/>
        </p:nvSpPr>
        <p:spPr>
          <a:xfrm>
            <a:off x="1031982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1-mark63"/>
          <p:cNvSpPr/>
          <p:nvPr/>
        </p:nvSpPr>
        <p:spPr>
          <a:xfrm>
            <a:off x="10367889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2" name="S01-label65"/>
          <p:cNvSpPr txBox="1"/>
          <p:nvPr/>
        </p:nvSpPr>
        <p:spPr>
          <a:xfrm>
            <a:off x="10212441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3" name="S01-mark66"/>
          <p:cNvSpPr/>
          <p:nvPr/>
        </p:nvSpPr>
        <p:spPr>
          <a:xfrm>
            <a:off x="1041595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mark67"/>
          <p:cNvSpPr/>
          <p:nvPr/>
        </p:nvSpPr>
        <p:spPr>
          <a:xfrm>
            <a:off x="1046401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mark68"/>
          <p:cNvSpPr/>
          <p:nvPr/>
        </p:nvSpPr>
        <p:spPr>
          <a:xfrm>
            <a:off x="1051208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1-mark69"/>
          <p:cNvSpPr/>
          <p:nvPr/>
        </p:nvSpPr>
        <p:spPr>
          <a:xfrm>
            <a:off x="1056014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1-mark70"/>
          <p:cNvSpPr/>
          <p:nvPr/>
        </p:nvSpPr>
        <p:spPr>
          <a:xfrm>
            <a:off x="10608212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1-mark71"/>
          <p:cNvSpPr/>
          <p:nvPr/>
        </p:nvSpPr>
        <p:spPr>
          <a:xfrm>
            <a:off x="1065627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1-mark72"/>
          <p:cNvSpPr/>
          <p:nvPr/>
        </p:nvSpPr>
        <p:spPr>
          <a:xfrm>
            <a:off x="1070434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1-mark73"/>
          <p:cNvSpPr/>
          <p:nvPr/>
        </p:nvSpPr>
        <p:spPr>
          <a:xfrm>
            <a:off x="10752406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1-mark74"/>
          <p:cNvSpPr/>
          <p:nvPr/>
        </p:nvSpPr>
        <p:spPr>
          <a:xfrm>
            <a:off x="10800471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1-mark75"/>
          <p:cNvSpPr/>
          <p:nvPr/>
        </p:nvSpPr>
        <p:spPr>
          <a:xfrm>
            <a:off x="10848535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3" name="S01-label77"/>
          <p:cNvSpPr txBox="1"/>
          <p:nvPr/>
        </p:nvSpPr>
        <p:spPr>
          <a:xfrm>
            <a:off x="10693087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4" name="S01-mark78"/>
          <p:cNvSpPr/>
          <p:nvPr/>
        </p:nvSpPr>
        <p:spPr>
          <a:xfrm>
            <a:off x="10896600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1-mark79"/>
          <p:cNvSpPr/>
          <p:nvPr/>
        </p:nvSpPr>
        <p:spPr>
          <a:xfrm>
            <a:off x="10944665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1-mark80"/>
          <p:cNvSpPr/>
          <p:nvPr/>
        </p:nvSpPr>
        <p:spPr>
          <a:xfrm>
            <a:off x="10992729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1-mark81"/>
          <p:cNvSpPr/>
          <p:nvPr/>
        </p:nvSpPr>
        <p:spPr>
          <a:xfrm>
            <a:off x="11040794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1-mark82"/>
          <p:cNvSpPr/>
          <p:nvPr/>
        </p:nvSpPr>
        <p:spPr>
          <a:xfrm>
            <a:off x="11088858" y="2127152"/>
            <a:ext cx="0" cy="1682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1-mark83"/>
          <p:cNvSpPr/>
          <p:nvPr/>
        </p:nvSpPr>
        <p:spPr>
          <a:xfrm>
            <a:off x="11136923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1-mark84"/>
          <p:cNvSpPr/>
          <p:nvPr/>
        </p:nvSpPr>
        <p:spPr>
          <a:xfrm>
            <a:off x="11184988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1-mark85"/>
          <p:cNvSpPr/>
          <p:nvPr/>
        </p:nvSpPr>
        <p:spPr>
          <a:xfrm>
            <a:off x="11233052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1-mark86"/>
          <p:cNvSpPr/>
          <p:nvPr/>
        </p:nvSpPr>
        <p:spPr>
          <a:xfrm>
            <a:off x="11281117" y="2127152"/>
            <a:ext cx="0" cy="1057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1-mark87"/>
          <p:cNvSpPr/>
          <p:nvPr/>
        </p:nvSpPr>
        <p:spPr>
          <a:xfrm>
            <a:off x="11329182" y="2127152"/>
            <a:ext cx="0" cy="24032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4" name="S01-label89"/>
          <p:cNvSpPr txBox="1"/>
          <p:nvPr/>
        </p:nvSpPr>
        <p:spPr>
          <a:xfrm>
            <a:off x="11173734" y="23598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85" name="S01-mark90"/>
          <p:cNvSpPr/>
          <p:nvPr/>
        </p:nvSpPr>
        <p:spPr>
          <a:xfrm>
            <a:off x="7964658" y="1814732"/>
            <a:ext cx="1682262" cy="192258"/>
          </a:xfrm>
          <a:custGeom>
            <a:avLst/>
            <a:gdLst/>
            <a:ahLst/>
            <a:cxnLst/>
            <a:rect l="l" t="t" r="r" b="b"/>
            <a:pathLst>
              <a:path w="1682262" h="192258">
                <a:moveTo>
                  <a:pt x="0" y="192258"/>
                </a:moveTo>
                <a:lnTo>
                  <a:pt x="1682262" y="192258"/>
                </a:lnTo>
                <a:lnTo>
                  <a:pt x="168226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1-label92"/>
          <p:cNvSpPr txBox="1"/>
          <p:nvPr/>
        </p:nvSpPr>
        <p:spPr>
          <a:xfrm>
            <a:off x="8601573" y="172036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7" name="S01-mark93"/>
          <p:cNvSpPr/>
          <p:nvPr/>
        </p:nvSpPr>
        <p:spPr>
          <a:xfrm>
            <a:off x="7964658" y="2006991"/>
            <a:ext cx="0" cy="1201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8" name="S01-mark94"/>
          <p:cNvSpPr/>
          <p:nvPr/>
        </p:nvSpPr>
        <p:spPr>
          <a:xfrm>
            <a:off x="9646920" y="2006991"/>
            <a:ext cx="0" cy="1201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9" name="S01-mark95"/>
          <p:cNvSpPr/>
          <p:nvPr/>
        </p:nvSpPr>
        <p:spPr>
          <a:xfrm>
            <a:off x="9646920" y="1526345"/>
            <a:ext cx="1345809" cy="192258"/>
          </a:xfrm>
          <a:custGeom>
            <a:avLst/>
            <a:gdLst/>
            <a:ahLst/>
            <a:cxnLst/>
            <a:rect l="l" t="t" r="r" b="b"/>
            <a:pathLst>
              <a:path w="1345809" h="192258">
                <a:moveTo>
                  <a:pt x="0" y="192258"/>
                </a:moveTo>
                <a:lnTo>
                  <a:pt x="1345809" y="192258"/>
                </a:lnTo>
                <a:lnTo>
                  <a:pt x="13458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1-label97"/>
          <p:cNvSpPr txBox="1"/>
          <p:nvPr/>
        </p:nvSpPr>
        <p:spPr>
          <a:xfrm>
            <a:off x="10115609" y="143197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91" name="S01-mark98"/>
          <p:cNvSpPr/>
          <p:nvPr/>
        </p:nvSpPr>
        <p:spPr>
          <a:xfrm>
            <a:off x="9646920" y="1718603"/>
            <a:ext cx="0" cy="40854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2" name="S01-mark99"/>
          <p:cNvSpPr/>
          <p:nvPr/>
        </p:nvSpPr>
        <p:spPr>
          <a:xfrm>
            <a:off x="10992729" y="1718603"/>
            <a:ext cx="0" cy="40854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3" name="S01-card100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4" name="S01-cardtext101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cm와 mm로 나타낸 길이를 더하고 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km와 m로 나타낸 거리를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000" dirty="0"/>
          </a:p>
        </p:txBody>
      </p:sp>
      <p:sp>
        <p:nvSpPr>
          <p:cNvPr id="4" name="S02-chip10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eqtext10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 5 mm = □ mm</a:t>
            </a:r>
            <a:endParaRPr lang="ko-KR" sz="3400" dirty="0"/>
          </a:p>
        </p:txBody>
      </p:sp>
      <p:sp>
        <p:nvSpPr>
          <p:cNvPr id="6" name="S02-chip10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10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mm = □ cm □ mm</a:t>
            </a:r>
            <a:endParaRPr lang="ko-KR" sz="3400" dirty="0"/>
          </a:p>
        </p:txBody>
      </p:sp>
      <p:sp>
        <p:nvSpPr>
          <p:cNvPr id="8" name="S02-chip10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eqtext10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400 m =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붙인 길이</a:t>
            </a:r>
            <a:endParaRPr lang="ko-KR" sz="4000" dirty="0"/>
          </a:p>
        </p:txBody>
      </p:sp>
      <p:sp>
        <p:nvSpPr>
          <p:cNvPr id="3" name="S03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단위끼리 더해요. 모두 5 cm 7 mm예요.</a:t>
            </a:r>
            <a:endParaRPr lang="ko-KR" sz="3000" dirty="0"/>
          </a:p>
        </p:txBody>
      </p:sp>
      <p:sp>
        <p:nvSpPr>
          <p:cNvPr id="5" name="S03-card111"/>
          <p:cNvSpPr/>
          <p:nvPr/>
        </p:nvSpPr>
        <p:spPr>
          <a:xfrm>
            <a:off x="548640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2"/>
          <p:cNvSpPr txBox="1"/>
          <p:nvPr/>
        </p:nvSpPr>
        <p:spPr>
          <a:xfrm>
            <a:off x="822960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+ 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 2 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cm 5 mm</a:t>
            </a:r>
            <a:endParaRPr lang="ko-KR" sz="3000" dirty="0"/>
          </a:p>
        </p:txBody>
      </p:sp>
      <p:sp>
        <p:nvSpPr>
          <p:cNvPr id="7" name="S03-card113"/>
          <p:cNvSpPr/>
          <p:nvPr/>
        </p:nvSpPr>
        <p:spPr>
          <a:xfrm>
            <a:off x="4322064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14"/>
          <p:cNvSpPr txBox="1"/>
          <p:nvPr/>
        </p:nvSpPr>
        <p:spPr>
          <a:xfrm>
            <a:off x="4596384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cm끼리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</a:t>
            </a:r>
            <a:endParaRPr lang="ko-KR" sz="3000" dirty="0"/>
          </a:p>
        </p:txBody>
      </p:sp>
      <p:sp>
        <p:nvSpPr>
          <p:cNvPr id="9" name="S03-card115"/>
          <p:cNvSpPr/>
          <p:nvPr/>
        </p:nvSpPr>
        <p:spPr>
          <a:xfrm>
            <a:off x="8095488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16"/>
          <p:cNvSpPr txBox="1"/>
          <p:nvPr/>
        </p:nvSpPr>
        <p:spPr>
          <a:xfrm>
            <a:off x="8369808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mm끼리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+ 5 = 7</a:t>
            </a:r>
            <a:endParaRPr lang="ko-KR" sz="3000" dirty="0"/>
          </a:p>
        </p:txBody>
      </p:sp>
      <p:sp>
        <p:nvSpPr>
          <p:cNvPr id="11" name="S03-figure117" descr="7 cm 자 위에 0에서 3 cm 2 mm까지 막대, 그 끝에서 5 cm 7 mm 눈금까지 2 cm 5 mm 막대"/>
          <p:cNvSpPr/>
          <p:nvPr/>
        </p:nvSpPr>
        <p:spPr>
          <a:xfrm>
            <a:off x="3630005" y="2333598"/>
            <a:ext cx="4928943" cy="853086"/>
          </a:xfrm>
          <a:custGeom>
            <a:avLst/>
            <a:gdLst/>
            <a:ahLst/>
            <a:cxnLst/>
            <a:rect l="l" t="t" r="r" b="b"/>
            <a:pathLst>
              <a:path w="4928943" h="853086">
                <a:moveTo>
                  <a:pt x="0" y="0"/>
                </a:moveTo>
                <a:lnTo>
                  <a:pt x="4928943" y="0"/>
                </a:lnTo>
                <a:lnTo>
                  <a:pt x="4928943" y="853086"/>
                </a:lnTo>
                <a:lnTo>
                  <a:pt x="0" y="85308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118"/>
          <p:cNvSpPr/>
          <p:nvPr/>
        </p:nvSpPr>
        <p:spPr>
          <a:xfrm>
            <a:off x="388277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3-label120"/>
          <p:cNvSpPr txBox="1"/>
          <p:nvPr/>
        </p:nvSpPr>
        <p:spPr>
          <a:xfrm>
            <a:off x="372732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4" name="S03-mark121"/>
          <p:cNvSpPr/>
          <p:nvPr/>
        </p:nvSpPr>
        <p:spPr>
          <a:xfrm>
            <a:off x="394596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mark122"/>
          <p:cNvSpPr/>
          <p:nvPr/>
        </p:nvSpPr>
        <p:spPr>
          <a:xfrm>
            <a:off x="400915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mark123"/>
          <p:cNvSpPr/>
          <p:nvPr/>
        </p:nvSpPr>
        <p:spPr>
          <a:xfrm>
            <a:off x="407234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124"/>
          <p:cNvSpPr/>
          <p:nvPr/>
        </p:nvSpPr>
        <p:spPr>
          <a:xfrm>
            <a:off x="413553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mark125"/>
          <p:cNvSpPr/>
          <p:nvPr/>
        </p:nvSpPr>
        <p:spPr>
          <a:xfrm>
            <a:off x="4198729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126"/>
          <p:cNvSpPr/>
          <p:nvPr/>
        </p:nvSpPr>
        <p:spPr>
          <a:xfrm>
            <a:off x="426192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mark127"/>
          <p:cNvSpPr/>
          <p:nvPr/>
        </p:nvSpPr>
        <p:spPr>
          <a:xfrm>
            <a:off x="432511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mark128"/>
          <p:cNvSpPr/>
          <p:nvPr/>
        </p:nvSpPr>
        <p:spPr>
          <a:xfrm>
            <a:off x="438830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mark129"/>
          <p:cNvSpPr/>
          <p:nvPr/>
        </p:nvSpPr>
        <p:spPr>
          <a:xfrm>
            <a:off x="445149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130"/>
          <p:cNvSpPr/>
          <p:nvPr/>
        </p:nvSpPr>
        <p:spPr>
          <a:xfrm>
            <a:off x="4514687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3-label132"/>
          <p:cNvSpPr txBox="1"/>
          <p:nvPr/>
        </p:nvSpPr>
        <p:spPr>
          <a:xfrm>
            <a:off x="4359239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3-mark133"/>
          <p:cNvSpPr/>
          <p:nvPr/>
        </p:nvSpPr>
        <p:spPr>
          <a:xfrm>
            <a:off x="457787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mark134"/>
          <p:cNvSpPr/>
          <p:nvPr/>
        </p:nvSpPr>
        <p:spPr>
          <a:xfrm>
            <a:off x="464107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135"/>
          <p:cNvSpPr/>
          <p:nvPr/>
        </p:nvSpPr>
        <p:spPr>
          <a:xfrm>
            <a:off x="470426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mark136"/>
          <p:cNvSpPr/>
          <p:nvPr/>
        </p:nvSpPr>
        <p:spPr>
          <a:xfrm>
            <a:off x="476745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137"/>
          <p:cNvSpPr/>
          <p:nvPr/>
        </p:nvSpPr>
        <p:spPr>
          <a:xfrm>
            <a:off x="4830645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mark138"/>
          <p:cNvSpPr/>
          <p:nvPr/>
        </p:nvSpPr>
        <p:spPr>
          <a:xfrm>
            <a:off x="489383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mark139"/>
          <p:cNvSpPr/>
          <p:nvPr/>
        </p:nvSpPr>
        <p:spPr>
          <a:xfrm>
            <a:off x="495702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mark140"/>
          <p:cNvSpPr/>
          <p:nvPr/>
        </p:nvSpPr>
        <p:spPr>
          <a:xfrm>
            <a:off x="502021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mark141"/>
          <p:cNvSpPr/>
          <p:nvPr/>
        </p:nvSpPr>
        <p:spPr>
          <a:xfrm>
            <a:off x="508341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mark142"/>
          <p:cNvSpPr/>
          <p:nvPr/>
        </p:nvSpPr>
        <p:spPr>
          <a:xfrm>
            <a:off x="5146602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3-label144"/>
          <p:cNvSpPr txBox="1"/>
          <p:nvPr/>
        </p:nvSpPr>
        <p:spPr>
          <a:xfrm>
            <a:off x="4991154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3-mark145"/>
          <p:cNvSpPr/>
          <p:nvPr/>
        </p:nvSpPr>
        <p:spPr>
          <a:xfrm>
            <a:off x="520979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146"/>
          <p:cNvSpPr/>
          <p:nvPr/>
        </p:nvSpPr>
        <p:spPr>
          <a:xfrm>
            <a:off x="527298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47"/>
          <p:cNvSpPr/>
          <p:nvPr/>
        </p:nvSpPr>
        <p:spPr>
          <a:xfrm>
            <a:off x="533617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148"/>
          <p:cNvSpPr/>
          <p:nvPr/>
        </p:nvSpPr>
        <p:spPr>
          <a:xfrm>
            <a:off x="539936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mark149"/>
          <p:cNvSpPr/>
          <p:nvPr/>
        </p:nvSpPr>
        <p:spPr>
          <a:xfrm>
            <a:off x="5462560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150"/>
          <p:cNvSpPr/>
          <p:nvPr/>
        </p:nvSpPr>
        <p:spPr>
          <a:xfrm>
            <a:off x="552575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mark151"/>
          <p:cNvSpPr/>
          <p:nvPr/>
        </p:nvSpPr>
        <p:spPr>
          <a:xfrm>
            <a:off x="558894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mark152"/>
          <p:cNvSpPr/>
          <p:nvPr/>
        </p:nvSpPr>
        <p:spPr>
          <a:xfrm>
            <a:off x="565213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mark153"/>
          <p:cNvSpPr/>
          <p:nvPr/>
        </p:nvSpPr>
        <p:spPr>
          <a:xfrm>
            <a:off x="571532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mark154"/>
          <p:cNvSpPr/>
          <p:nvPr/>
        </p:nvSpPr>
        <p:spPr>
          <a:xfrm>
            <a:off x="5778518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3-label156"/>
          <p:cNvSpPr txBox="1"/>
          <p:nvPr/>
        </p:nvSpPr>
        <p:spPr>
          <a:xfrm>
            <a:off x="5623070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7" name="S03-mark157"/>
          <p:cNvSpPr/>
          <p:nvPr/>
        </p:nvSpPr>
        <p:spPr>
          <a:xfrm>
            <a:off x="584171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mark158"/>
          <p:cNvSpPr/>
          <p:nvPr/>
        </p:nvSpPr>
        <p:spPr>
          <a:xfrm>
            <a:off x="590490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mark159"/>
          <p:cNvSpPr/>
          <p:nvPr/>
        </p:nvSpPr>
        <p:spPr>
          <a:xfrm>
            <a:off x="596809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mark160"/>
          <p:cNvSpPr/>
          <p:nvPr/>
        </p:nvSpPr>
        <p:spPr>
          <a:xfrm>
            <a:off x="603128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mark161"/>
          <p:cNvSpPr/>
          <p:nvPr/>
        </p:nvSpPr>
        <p:spPr>
          <a:xfrm>
            <a:off x="6094476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mark162"/>
          <p:cNvSpPr/>
          <p:nvPr/>
        </p:nvSpPr>
        <p:spPr>
          <a:xfrm>
            <a:off x="615766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mark163"/>
          <p:cNvSpPr/>
          <p:nvPr/>
        </p:nvSpPr>
        <p:spPr>
          <a:xfrm>
            <a:off x="622085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mark164"/>
          <p:cNvSpPr/>
          <p:nvPr/>
        </p:nvSpPr>
        <p:spPr>
          <a:xfrm>
            <a:off x="628405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mark165"/>
          <p:cNvSpPr/>
          <p:nvPr/>
        </p:nvSpPr>
        <p:spPr>
          <a:xfrm>
            <a:off x="634724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mark166"/>
          <p:cNvSpPr/>
          <p:nvPr/>
        </p:nvSpPr>
        <p:spPr>
          <a:xfrm>
            <a:off x="6410434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7" name="S03-label168"/>
          <p:cNvSpPr txBox="1"/>
          <p:nvPr/>
        </p:nvSpPr>
        <p:spPr>
          <a:xfrm>
            <a:off x="6254986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8" name="S03-mark169"/>
          <p:cNvSpPr/>
          <p:nvPr/>
        </p:nvSpPr>
        <p:spPr>
          <a:xfrm>
            <a:off x="647362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mark170"/>
          <p:cNvSpPr/>
          <p:nvPr/>
        </p:nvSpPr>
        <p:spPr>
          <a:xfrm>
            <a:off x="653681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mark171"/>
          <p:cNvSpPr/>
          <p:nvPr/>
        </p:nvSpPr>
        <p:spPr>
          <a:xfrm>
            <a:off x="660000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mark172"/>
          <p:cNvSpPr/>
          <p:nvPr/>
        </p:nvSpPr>
        <p:spPr>
          <a:xfrm>
            <a:off x="666320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mark173"/>
          <p:cNvSpPr/>
          <p:nvPr/>
        </p:nvSpPr>
        <p:spPr>
          <a:xfrm>
            <a:off x="6726392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mark174"/>
          <p:cNvSpPr/>
          <p:nvPr/>
        </p:nvSpPr>
        <p:spPr>
          <a:xfrm>
            <a:off x="678958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mark175"/>
          <p:cNvSpPr/>
          <p:nvPr/>
        </p:nvSpPr>
        <p:spPr>
          <a:xfrm>
            <a:off x="685277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mark176"/>
          <p:cNvSpPr/>
          <p:nvPr/>
        </p:nvSpPr>
        <p:spPr>
          <a:xfrm>
            <a:off x="691596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mark177"/>
          <p:cNvSpPr/>
          <p:nvPr/>
        </p:nvSpPr>
        <p:spPr>
          <a:xfrm>
            <a:off x="697915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mark178"/>
          <p:cNvSpPr/>
          <p:nvPr/>
        </p:nvSpPr>
        <p:spPr>
          <a:xfrm>
            <a:off x="7042350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8" name="S03-label180"/>
          <p:cNvSpPr txBox="1"/>
          <p:nvPr/>
        </p:nvSpPr>
        <p:spPr>
          <a:xfrm>
            <a:off x="6886902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9" name="S03-mark181"/>
          <p:cNvSpPr/>
          <p:nvPr/>
        </p:nvSpPr>
        <p:spPr>
          <a:xfrm>
            <a:off x="710554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mark182"/>
          <p:cNvSpPr/>
          <p:nvPr/>
        </p:nvSpPr>
        <p:spPr>
          <a:xfrm>
            <a:off x="716873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mark183"/>
          <p:cNvSpPr/>
          <p:nvPr/>
        </p:nvSpPr>
        <p:spPr>
          <a:xfrm>
            <a:off x="723192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3-mark184"/>
          <p:cNvSpPr/>
          <p:nvPr/>
        </p:nvSpPr>
        <p:spPr>
          <a:xfrm>
            <a:off x="729511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3-mark185"/>
          <p:cNvSpPr/>
          <p:nvPr/>
        </p:nvSpPr>
        <p:spPr>
          <a:xfrm>
            <a:off x="7358307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3-mark186"/>
          <p:cNvSpPr/>
          <p:nvPr/>
        </p:nvSpPr>
        <p:spPr>
          <a:xfrm>
            <a:off x="742149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3-mark187"/>
          <p:cNvSpPr/>
          <p:nvPr/>
        </p:nvSpPr>
        <p:spPr>
          <a:xfrm>
            <a:off x="748469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3-mark188"/>
          <p:cNvSpPr/>
          <p:nvPr/>
        </p:nvSpPr>
        <p:spPr>
          <a:xfrm>
            <a:off x="754788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3-mark189"/>
          <p:cNvSpPr/>
          <p:nvPr/>
        </p:nvSpPr>
        <p:spPr>
          <a:xfrm>
            <a:off x="761107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3-mark190"/>
          <p:cNvSpPr/>
          <p:nvPr/>
        </p:nvSpPr>
        <p:spPr>
          <a:xfrm>
            <a:off x="7674265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9" name="S03-label192"/>
          <p:cNvSpPr txBox="1"/>
          <p:nvPr/>
        </p:nvSpPr>
        <p:spPr>
          <a:xfrm>
            <a:off x="7518817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80" name="S03-mark193"/>
          <p:cNvSpPr/>
          <p:nvPr/>
        </p:nvSpPr>
        <p:spPr>
          <a:xfrm>
            <a:off x="773745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3-mark194"/>
          <p:cNvSpPr/>
          <p:nvPr/>
        </p:nvSpPr>
        <p:spPr>
          <a:xfrm>
            <a:off x="780064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3-mark195"/>
          <p:cNvSpPr/>
          <p:nvPr/>
        </p:nvSpPr>
        <p:spPr>
          <a:xfrm>
            <a:off x="786384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3-mark196"/>
          <p:cNvSpPr/>
          <p:nvPr/>
        </p:nvSpPr>
        <p:spPr>
          <a:xfrm>
            <a:off x="792703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3-mark197"/>
          <p:cNvSpPr/>
          <p:nvPr/>
        </p:nvSpPr>
        <p:spPr>
          <a:xfrm>
            <a:off x="7990223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mark198"/>
          <p:cNvSpPr/>
          <p:nvPr/>
        </p:nvSpPr>
        <p:spPr>
          <a:xfrm>
            <a:off x="805341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3-mark199"/>
          <p:cNvSpPr/>
          <p:nvPr/>
        </p:nvSpPr>
        <p:spPr>
          <a:xfrm>
            <a:off x="811660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mark200"/>
          <p:cNvSpPr/>
          <p:nvPr/>
        </p:nvSpPr>
        <p:spPr>
          <a:xfrm>
            <a:off x="817979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mark201"/>
          <p:cNvSpPr/>
          <p:nvPr/>
        </p:nvSpPr>
        <p:spPr>
          <a:xfrm>
            <a:off x="824298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3-mark202"/>
          <p:cNvSpPr/>
          <p:nvPr/>
        </p:nvSpPr>
        <p:spPr>
          <a:xfrm>
            <a:off x="830618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0" name="S03-label204"/>
          <p:cNvSpPr txBox="1"/>
          <p:nvPr/>
        </p:nvSpPr>
        <p:spPr>
          <a:xfrm>
            <a:off x="815073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91" name="S03-mark205"/>
          <p:cNvSpPr/>
          <p:nvPr/>
        </p:nvSpPr>
        <p:spPr>
          <a:xfrm>
            <a:off x="3882771" y="1922853"/>
            <a:ext cx="2022130" cy="252766"/>
          </a:xfrm>
          <a:custGeom>
            <a:avLst/>
            <a:gdLst/>
            <a:ahLst/>
            <a:cxnLst/>
            <a:rect l="l" t="t" r="r" b="b"/>
            <a:pathLst>
              <a:path w="2022130" h="252766">
                <a:moveTo>
                  <a:pt x="0" y="252766"/>
                </a:moveTo>
                <a:lnTo>
                  <a:pt x="2022130" y="252766"/>
                </a:lnTo>
                <a:lnTo>
                  <a:pt x="202213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3-label207"/>
          <p:cNvSpPr txBox="1"/>
          <p:nvPr/>
        </p:nvSpPr>
        <p:spPr>
          <a:xfrm>
            <a:off x="4689620" y="18587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93" name="S03-mark208"/>
          <p:cNvSpPr/>
          <p:nvPr/>
        </p:nvSpPr>
        <p:spPr>
          <a:xfrm>
            <a:off x="3882771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4" name="S03-mark209"/>
          <p:cNvSpPr/>
          <p:nvPr/>
        </p:nvSpPr>
        <p:spPr>
          <a:xfrm>
            <a:off x="5904901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5" name="S03-mark210"/>
          <p:cNvSpPr/>
          <p:nvPr/>
        </p:nvSpPr>
        <p:spPr>
          <a:xfrm>
            <a:off x="5904901" y="1543703"/>
            <a:ext cx="1579789" cy="252766"/>
          </a:xfrm>
          <a:custGeom>
            <a:avLst/>
            <a:gdLst/>
            <a:ahLst/>
            <a:cxnLst/>
            <a:rect l="l" t="t" r="r" b="b"/>
            <a:pathLst>
              <a:path w="1579789" h="252766">
                <a:moveTo>
                  <a:pt x="0" y="252766"/>
                </a:moveTo>
                <a:lnTo>
                  <a:pt x="1579789" y="252766"/>
                </a:lnTo>
                <a:lnTo>
                  <a:pt x="157978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label212"/>
          <p:cNvSpPr txBox="1"/>
          <p:nvPr/>
        </p:nvSpPr>
        <p:spPr>
          <a:xfrm>
            <a:off x="6490580" y="147958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97" name="S03-mark213"/>
          <p:cNvSpPr/>
          <p:nvPr/>
        </p:nvSpPr>
        <p:spPr>
          <a:xfrm>
            <a:off x="5904901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8" name="S03-mark214"/>
          <p:cNvSpPr/>
          <p:nvPr/>
        </p:nvSpPr>
        <p:spPr>
          <a:xfrm>
            <a:off x="7484691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mm끼리 10이 넘으면</a:t>
            </a:r>
            <a:endParaRPr lang="ko-KR" sz="4000" dirty="0"/>
          </a:p>
        </p:txBody>
      </p:sp>
      <p:sp>
        <p:nvSpPr>
          <p:cNvPr id="3" name="S04-card2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mm는 1 cm로 바꾸어 cm에 더해요.</a:t>
            </a:r>
            <a:endParaRPr lang="ko-KR" sz="3000" dirty="0"/>
          </a:p>
        </p:txBody>
      </p:sp>
      <p:sp>
        <p:nvSpPr>
          <p:cNvPr id="5" name="S04-card217"/>
          <p:cNvSpPr/>
          <p:nvPr/>
        </p:nvSpPr>
        <p:spPr>
          <a:xfrm>
            <a:off x="548640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8"/>
          <p:cNvSpPr txBox="1"/>
          <p:nvPr/>
        </p:nvSpPr>
        <p:spPr>
          <a:xfrm>
            <a:off x="822960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+ 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 5 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cm 8 mm</a:t>
            </a:r>
            <a:endParaRPr lang="ko-KR" sz="3000" dirty="0"/>
          </a:p>
        </p:txBody>
      </p:sp>
      <p:sp>
        <p:nvSpPr>
          <p:cNvPr id="7" name="S04-card219"/>
          <p:cNvSpPr/>
          <p:nvPr/>
        </p:nvSpPr>
        <p:spPr>
          <a:xfrm>
            <a:off x="4322064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20"/>
          <p:cNvSpPr txBox="1"/>
          <p:nvPr/>
        </p:nvSpPr>
        <p:spPr>
          <a:xfrm>
            <a:off x="4596384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mm끼리 더하면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+ 8 = 13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 mm = 1 cm 3 mm</a:t>
            </a:r>
            <a:endParaRPr lang="ko-KR" sz="3000" dirty="0"/>
          </a:p>
        </p:txBody>
      </p:sp>
      <p:sp>
        <p:nvSpPr>
          <p:cNvPr id="9" name="S04-card221"/>
          <p:cNvSpPr/>
          <p:nvPr/>
        </p:nvSpPr>
        <p:spPr>
          <a:xfrm>
            <a:off x="8095488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22"/>
          <p:cNvSpPr txBox="1"/>
          <p:nvPr/>
        </p:nvSpPr>
        <p:spPr>
          <a:xfrm>
            <a:off x="8369808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자에서 읽으면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 3 mm</a:t>
            </a:r>
            <a:endParaRPr lang="ko-KR" sz="3000" dirty="0"/>
          </a:p>
        </p:txBody>
      </p:sp>
      <p:sp>
        <p:nvSpPr>
          <p:cNvPr id="11" name="S04-figure223" descr="7 cm 자 위에 0에서 3 cm 5 mm까지 막대, 그 끝에서 6 cm 3 mm 눈금까지 2 cm 8 mm 막대"/>
          <p:cNvSpPr/>
          <p:nvPr/>
        </p:nvSpPr>
        <p:spPr>
          <a:xfrm>
            <a:off x="3630005" y="2333598"/>
            <a:ext cx="4928943" cy="853086"/>
          </a:xfrm>
          <a:custGeom>
            <a:avLst/>
            <a:gdLst/>
            <a:ahLst/>
            <a:cxnLst/>
            <a:rect l="l" t="t" r="r" b="b"/>
            <a:pathLst>
              <a:path w="4928943" h="853086">
                <a:moveTo>
                  <a:pt x="0" y="0"/>
                </a:moveTo>
                <a:lnTo>
                  <a:pt x="4928943" y="0"/>
                </a:lnTo>
                <a:lnTo>
                  <a:pt x="4928943" y="853086"/>
                </a:lnTo>
                <a:lnTo>
                  <a:pt x="0" y="85308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mark224"/>
          <p:cNvSpPr/>
          <p:nvPr/>
        </p:nvSpPr>
        <p:spPr>
          <a:xfrm>
            <a:off x="388277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4-label226"/>
          <p:cNvSpPr txBox="1"/>
          <p:nvPr/>
        </p:nvSpPr>
        <p:spPr>
          <a:xfrm>
            <a:off x="372732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4" name="S04-mark227"/>
          <p:cNvSpPr/>
          <p:nvPr/>
        </p:nvSpPr>
        <p:spPr>
          <a:xfrm>
            <a:off x="394596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mark228"/>
          <p:cNvSpPr/>
          <p:nvPr/>
        </p:nvSpPr>
        <p:spPr>
          <a:xfrm>
            <a:off x="400915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mark229"/>
          <p:cNvSpPr/>
          <p:nvPr/>
        </p:nvSpPr>
        <p:spPr>
          <a:xfrm>
            <a:off x="407234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mark230"/>
          <p:cNvSpPr/>
          <p:nvPr/>
        </p:nvSpPr>
        <p:spPr>
          <a:xfrm>
            <a:off x="413553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mark231"/>
          <p:cNvSpPr/>
          <p:nvPr/>
        </p:nvSpPr>
        <p:spPr>
          <a:xfrm>
            <a:off x="4198729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mark232"/>
          <p:cNvSpPr/>
          <p:nvPr/>
        </p:nvSpPr>
        <p:spPr>
          <a:xfrm>
            <a:off x="426192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mark233"/>
          <p:cNvSpPr/>
          <p:nvPr/>
        </p:nvSpPr>
        <p:spPr>
          <a:xfrm>
            <a:off x="432511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mark234"/>
          <p:cNvSpPr/>
          <p:nvPr/>
        </p:nvSpPr>
        <p:spPr>
          <a:xfrm>
            <a:off x="438830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mark235"/>
          <p:cNvSpPr/>
          <p:nvPr/>
        </p:nvSpPr>
        <p:spPr>
          <a:xfrm>
            <a:off x="445149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mark236"/>
          <p:cNvSpPr/>
          <p:nvPr/>
        </p:nvSpPr>
        <p:spPr>
          <a:xfrm>
            <a:off x="4514687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4-label238"/>
          <p:cNvSpPr txBox="1"/>
          <p:nvPr/>
        </p:nvSpPr>
        <p:spPr>
          <a:xfrm>
            <a:off x="4359239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4-mark239"/>
          <p:cNvSpPr/>
          <p:nvPr/>
        </p:nvSpPr>
        <p:spPr>
          <a:xfrm>
            <a:off x="457787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mark240"/>
          <p:cNvSpPr/>
          <p:nvPr/>
        </p:nvSpPr>
        <p:spPr>
          <a:xfrm>
            <a:off x="464107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mark241"/>
          <p:cNvSpPr/>
          <p:nvPr/>
        </p:nvSpPr>
        <p:spPr>
          <a:xfrm>
            <a:off x="470426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mark242"/>
          <p:cNvSpPr/>
          <p:nvPr/>
        </p:nvSpPr>
        <p:spPr>
          <a:xfrm>
            <a:off x="476745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mark243"/>
          <p:cNvSpPr/>
          <p:nvPr/>
        </p:nvSpPr>
        <p:spPr>
          <a:xfrm>
            <a:off x="4830645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mark244"/>
          <p:cNvSpPr/>
          <p:nvPr/>
        </p:nvSpPr>
        <p:spPr>
          <a:xfrm>
            <a:off x="489383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mark245"/>
          <p:cNvSpPr/>
          <p:nvPr/>
        </p:nvSpPr>
        <p:spPr>
          <a:xfrm>
            <a:off x="495702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mark246"/>
          <p:cNvSpPr/>
          <p:nvPr/>
        </p:nvSpPr>
        <p:spPr>
          <a:xfrm>
            <a:off x="502021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mark247"/>
          <p:cNvSpPr/>
          <p:nvPr/>
        </p:nvSpPr>
        <p:spPr>
          <a:xfrm>
            <a:off x="508341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mark248"/>
          <p:cNvSpPr/>
          <p:nvPr/>
        </p:nvSpPr>
        <p:spPr>
          <a:xfrm>
            <a:off x="5146602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4-label250"/>
          <p:cNvSpPr txBox="1"/>
          <p:nvPr/>
        </p:nvSpPr>
        <p:spPr>
          <a:xfrm>
            <a:off x="4991154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4-mark251"/>
          <p:cNvSpPr/>
          <p:nvPr/>
        </p:nvSpPr>
        <p:spPr>
          <a:xfrm>
            <a:off x="520979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mark252"/>
          <p:cNvSpPr/>
          <p:nvPr/>
        </p:nvSpPr>
        <p:spPr>
          <a:xfrm>
            <a:off x="527298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mark253"/>
          <p:cNvSpPr/>
          <p:nvPr/>
        </p:nvSpPr>
        <p:spPr>
          <a:xfrm>
            <a:off x="533617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mark254"/>
          <p:cNvSpPr/>
          <p:nvPr/>
        </p:nvSpPr>
        <p:spPr>
          <a:xfrm>
            <a:off x="539936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mark255"/>
          <p:cNvSpPr/>
          <p:nvPr/>
        </p:nvSpPr>
        <p:spPr>
          <a:xfrm>
            <a:off x="5462560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mark256"/>
          <p:cNvSpPr/>
          <p:nvPr/>
        </p:nvSpPr>
        <p:spPr>
          <a:xfrm>
            <a:off x="552575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mark257"/>
          <p:cNvSpPr/>
          <p:nvPr/>
        </p:nvSpPr>
        <p:spPr>
          <a:xfrm>
            <a:off x="558894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mark258"/>
          <p:cNvSpPr/>
          <p:nvPr/>
        </p:nvSpPr>
        <p:spPr>
          <a:xfrm>
            <a:off x="565213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mark259"/>
          <p:cNvSpPr/>
          <p:nvPr/>
        </p:nvSpPr>
        <p:spPr>
          <a:xfrm>
            <a:off x="571532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mark260"/>
          <p:cNvSpPr/>
          <p:nvPr/>
        </p:nvSpPr>
        <p:spPr>
          <a:xfrm>
            <a:off x="5778518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4-label262"/>
          <p:cNvSpPr txBox="1"/>
          <p:nvPr/>
        </p:nvSpPr>
        <p:spPr>
          <a:xfrm>
            <a:off x="5623070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7" name="S04-mark263"/>
          <p:cNvSpPr/>
          <p:nvPr/>
        </p:nvSpPr>
        <p:spPr>
          <a:xfrm>
            <a:off x="584171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mark264"/>
          <p:cNvSpPr/>
          <p:nvPr/>
        </p:nvSpPr>
        <p:spPr>
          <a:xfrm>
            <a:off x="590490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mark265"/>
          <p:cNvSpPr/>
          <p:nvPr/>
        </p:nvSpPr>
        <p:spPr>
          <a:xfrm>
            <a:off x="596809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mark266"/>
          <p:cNvSpPr/>
          <p:nvPr/>
        </p:nvSpPr>
        <p:spPr>
          <a:xfrm>
            <a:off x="603128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mark267"/>
          <p:cNvSpPr/>
          <p:nvPr/>
        </p:nvSpPr>
        <p:spPr>
          <a:xfrm>
            <a:off x="6094476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mark268"/>
          <p:cNvSpPr/>
          <p:nvPr/>
        </p:nvSpPr>
        <p:spPr>
          <a:xfrm>
            <a:off x="615766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mark269"/>
          <p:cNvSpPr/>
          <p:nvPr/>
        </p:nvSpPr>
        <p:spPr>
          <a:xfrm>
            <a:off x="622085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mark270"/>
          <p:cNvSpPr/>
          <p:nvPr/>
        </p:nvSpPr>
        <p:spPr>
          <a:xfrm>
            <a:off x="628405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mark271"/>
          <p:cNvSpPr/>
          <p:nvPr/>
        </p:nvSpPr>
        <p:spPr>
          <a:xfrm>
            <a:off x="634724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mark272"/>
          <p:cNvSpPr/>
          <p:nvPr/>
        </p:nvSpPr>
        <p:spPr>
          <a:xfrm>
            <a:off x="6410434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7" name="S04-label274"/>
          <p:cNvSpPr txBox="1"/>
          <p:nvPr/>
        </p:nvSpPr>
        <p:spPr>
          <a:xfrm>
            <a:off x="6254986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8" name="S04-mark275"/>
          <p:cNvSpPr/>
          <p:nvPr/>
        </p:nvSpPr>
        <p:spPr>
          <a:xfrm>
            <a:off x="647362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mark276"/>
          <p:cNvSpPr/>
          <p:nvPr/>
        </p:nvSpPr>
        <p:spPr>
          <a:xfrm>
            <a:off x="653681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mark277"/>
          <p:cNvSpPr/>
          <p:nvPr/>
        </p:nvSpPr>
        <p:spPr>
          <a:xfrm>
            <a:off x="660000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mark278"/>
          <p:cNvSpPr/>
          <p:nvPr/>
        </p:nvSpPr>
        <p:spPr>
          <a:xfrm>
            <a:off x="666320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mark279"/>
          <p:cNvSpPr/>
          <p:nvPr/>
        </p:nvSpPr>
        <p:spPr>
          <a:xfrm>
            <a:off x="6726392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mark280"/>
          <p:cNvSpPr/>
          <p:nvPr/>
        </p:nvSpPr>
        <p:spPr>
          <a:xfrm>
            <a:off x="678958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mark281"/>
          <p:cNvSpPr/>
          <p:nvPr/>
        </p:nvSpPr>
        <p:spPr>
          <a:xfrm>
            <a:off x="685277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mark282"/>
          <p:cNvSpPr/>
          <p:nvPr/>
        </p:nvSpPr>
        <p:spPr>
          <a:xfrm>
            <a:off x="691596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mark283"/>
          <p:cNvSpPr/>
          <p:nvPr/>
        </p:nvSpPr>
        <p:spPr>
          <a:xfrm>
            <a:off x="697915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mark284"/>
          <p:cNvSpPr/>
          <p:nvPr/>
        </p:nvSpPr>
        <p:spPr>
          <a:xfrm>
            <a:off x="7042350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8" name="S04-label286"/>
          <p:cNvSpPr txBox="1"/>
          <p:nvPr/>
        </p:nvSpPr>
        <p:spPr>
          <a:xfrm>
            <a:off x="6886902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9" name="S04-mark287"/>
          <p:cNvSpPr/>
          <p:nvPr/>
        </p:nvSpPr>
        <p:spPr>
          <a:xfrm>
            <a:off x="710554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mark288"/>
          <p:cNvSpPr/>
          <p:nvPr/>
        </p:nvSpPr>
        <p:spPr>
          <a:xfrm>
            <a:off x="7168733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mark289"/>
          <p:cNvSpPr/>
          <p:nvPr/>
        </p:nvSpPr>
        <p:spPr>
          <a:xfrm>
            <a:off x="723192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mark290"/>
          <p:cNvSpPr/>
          <p:nvPr/>
        </p:nvSpPr>
        <p:spPr>
          <a:xfrm>
            <a:off x="729511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mark291"/>
          <p:cNvSpPr/>
          <p:nvPr/>
        </p:nvSpPr>
        <p:spPr>
          <a:xfrm>
            <a:off x="7358307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mark292"/>
          <p:cNvSpPr/>
          <p:nvPr/>
        </p:nvSpPr>
        <p:spPr>
          <a:xfrm>
            <a:off x="742149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mark293"/>
          <p:cNvSpPr/>
          <p:nvPr/>
        </p:nvSpPr>
        <p:spPr>
          <a:xfrm>
            <a:off x="7484691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mark294"/>
          <p:cNvSpPr/>
          <p:nvPr/>
        </p:nvSpPr>
        <p:spPr>
          <a:xfrm>
            <a:off x="754788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mark295"/>
          <p:cNvSpPr/>
          <p:nvPr/>
        </p:nvSpPr>
        <p:spPr>
          <a:xfrm>
            <a:off x="7611074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mark296"/>
          <p:cNvSpPr/>
          <p:nvPr/>
        </p:nvSpPr>
        <p:spPr>
          <a:xfrm>
            <a:off x="7674265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9" name="S04-label298"/>
          <p:cNvSpPr txBox="1"/>
          <p:nvPr/>
        </p:nvSpPr>
        <p:spPr>
          <a:xfrm>
            <a:off x="7518817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80" name="S04-mark299"/>
          <p:cNvSpPr/>
          <p:nvPr/>
        </p:nvSpPr>
        <p:spPr>
          <a:xfrm>
            <a:off x="7737457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4-mark300"/>
          <p:cNvSpPr/>
          <p:nvPr/>
        </p:nvSpPr>
        <p:spPr>
          <a:xfrm>
            <a:off x="780064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4-mark301"/>
          <p:cNvSpPr/>
          <p:nvPr/>
        </p:nvSpPr>
        <p:spPr>
          <a:xfrm>
            <a:off x="7863840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4-mark302"/>
          <p:cNvSpPr/>
          <p:nvPr/>
        </p:nvSpPr>
        <p:spPr>
          <a:xfrm>
            <a:off x="7927032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4-mark303"/>
          <p:cNvSpPr/>
          <p:nvPr/>
        </p:nvSpPr>
        <p:spPr>
          <a:xfrm>
            <a:off x="7990223" y="2333598"/>
            <a:ext cx="0" cy="22117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4-mark304"/>
          <p:cNvSpPr/>
          <p:nvPr/>
        </p:nvSpPr>
        <p:spPr>
          <a:xfrm>
            <a:off x="8053415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4-mark305"/>
          <p:cNvSpPr/>
          <p:nvPr/>
        </p:nvSpPr>
        <p:spPr>
          <a:xfrm>
            <a:off x="8116606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4-mark306"/>
          <p:cNvSpPr/>
          <p:nvPr/>
        </p:nvSpPr>
        <p:spPr>
          <a:xfrm>
            <a:off x="8179798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4-mark307"/>
          <p:cNvSpPr/>
          <p:nvPr/>
        </p:nvSpPr>
        <p:spPr>
          <a:xfrm>
            <a:off x="8242989" y="2333598"/>
            <a:ext cx="0" cy="13902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4-mark308"/>
          <p:cNvSpPr/>
          <p:nvPr/>
        </p:nvSpPr>
        <p:spPr>
          <a:xfrm>
            <a:off x="8306181" y="2333598"/>
            <a:ext cx="0" cy="315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0" name="S04-label310"/>
          <p:cNvSpPr txBox="1"/>
          <p:nvPr/>
        </p:nvSpPr>
        <p:spPr>
          <a:xfrm>
            <a:off x="8150733" y="26419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91" name="S04-mark311"/>
          <p:cNvSpPr/>
          <p:nvPr/>
        </p:nvSpPr>
        <p:spPr>
          <a:xfrm>
            <a:off x="3882771" y="1922853"/>
            <a:ext cx="2211705" cy="252766"/>
          </a:xfrm>
          <a:custGeom>
            <a:avLst/>
            <a:gdLst/>
            <a:ahLst/>
            <a:cxnLst/>
            <a:rect l="l" t="t" r="r" b="b"/>
            <a:pathLst>
              <a:path w="2211705" h="252766">
                <a:moveTo>
                  <a:pt x="0" y="252766"/>
                </a:moveTo>
                <a:lnTo>
                  <a:pt x="2211705" y="252766"/>
                </a:lnTo>
                <a:lnTo>
                  <a:pt x="22117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4-label313"/>
          <p:cNvSpPr txBox="1"/>
          <p:nvPr/>
        </p:nvSpPr>
        <p:spPr>
          <a:xfrm>
            <a:off x="4784408" y="18587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93" name="S04-mark314"/>
          <p:cNvSpPr/>
          <p:nvPr/>
        </p:nvSpPr>
        <p:spPr>
          <a:xfrm>
            <a:off x="3882771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4" name="S04-mark315"/>
          <p:cNvSpPr/>
          <p:nvPr/>
        </p:nvSpPr>
        <p:spPr>
          <a:xfrm>
            <a:off x="6094476" y="2175619"/>
            <a:ext cx="0" cy="1579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5" name="S04-mark316"/>
          <p:cNvSpPr/>
          <p:nvPr/>
        </p:nvSpPr>
        <p:spPr>
          <a:xfrm>
            <a:off x="6094476" y="1543703"/>
            <a:ext cx="1769364" cy="252766"/>
          </a:xfrm>
          <a:custGeom>
            <a:avLst/>
            <a:gdLst/>
            <a:ahLst/>
            <a:cxnLst/>
            <a:rect l="l" t="t" r="r" b="b"/>
            <a:pathLst>
              <a:path w="1769364" h="252766">
                <a:moveTo>
                  <a:pt x="0" y="252766"/>
                </a:moveTo>
                <a:lnTo>
                  <a:pt x="1769364" y="252766"/>
                </a:lnTo>
                <a:lnTo>
                  <a:pt x="176936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4-label318"/>
          <p:cNvSpPr txBox="1"/>
          <p:nvPr/>
        </p:nvSpPr>
        <p:spPr>
          <a:xfrm>
            <a:off x="6774942" y="147958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97" name="S04-mark319"/>
          <p:cNvSpPr/>
          <p:nvPr/>
        </p:nvSpPr>
        <p:spPr>
          <a:xfrm>
            <a:off x="6094476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98" name="S04-mark320"/>
          <p:cNvSpPr/>
          <p:nvPr/>
        </p:nvSpPr>
        <p:spPr>
          <a:xfrm>
            <a:off x="7863840" y="1796469"/>
            <a:ext cx="0" cy="53712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덧셈</a:t>
            </a:r>
            <a:endParaRPr lang="ko-KR" sz="4000" dirty="0"/>
          </a:p>
        </p:txBody>
      </p:sp>
      <p:sp>
        <p:nvSpPr>
          <p:cNvPr id="3" name="S05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 5 mm + 2 cm 8 mm를 세로로 계산해요.</a:t>
            </a:r>
            <a:endParaRPr lang="ko-KR" sz="3000" dirty="0"/>
          </a:p>
        </p:txBody>
      </p:sp>
      <p:sp>
        <p:nvSpPr>
          <p:cNvPr id="4" name="S05-card3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mm는 1 cm로 받아올려요.</a:t>
            </a:r>
            <a:endParaRPr lang="ko-KR" sz="3000" dirty="0"/>
          </a:p>
        </p:txBody>
      </p:sp>
      <p:graphicFrame>
        <p:nvGraphicFramePr>
          <p:cNvPr id="6" name="S05-table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32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26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5 + 8 = 13</a:t>
            </a:r>
            <a:endParaRPr lang="ko-KR" sz="3000" dirty="0"/>
          </a:p>
        </p:txBody>
      </p:sp>
      <p:sp>
        <p:nvSpPr>
          <p:cNvPr id="9" name="S05-stepno32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28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 mm = 1 cm 3 mm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 cm를 올려요.</a:t>
            </a:r>
            <a:endParaRPr lang="ko-KR" sz="3000" dirty="0"/>
          </a:p>
        </p:txBody>
      </p:sp>
      <p:sp>
        <p:nvSpPr>
          <p:cNvPr id="11" name="S05-stepno32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30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1 + 3 + 2 = 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뺄셈</a:t>
            </a:r>
            <a:endParaRPr lang="ko-KR" sz="4000" dirty="0"/>
          </a:p>
        </p:txBody>
      </p:sp>
      <p:sp>
        <p:nvSpPr>
          <p:cNvPr id="3" name="S06-text3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 3 mm − 2 cm 6 mm를 세로로 계산해요.</a:t>
            </a:r>
            <a:endParaRPr lang="ko-KR" sz="3000" dirty="0"/>
          </a:p>
        </p:txBody>
      </p:sp>
      <p:sp>
        <p:nvSpPr>
          <p:cNvPr id="4" name="S06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cm는 10 mm예요.</a:t>
            </a:r>
            <a:endParaRPr lang="ko-KR" sz="3000" dirty="0"/>
          </a:p>
        </p:txBody>
      </p:sp>
      <p:graphicFrame>
        <p:nvGraphicFramePr>
          <p:cNvPr id="7" name="S06-table3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335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36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3에서 6을 뺄 수 없어요.</a:t>
            </a:r>
            <a:endParaRPr lang="ko-KR" sz="3000" dirty="0"/>
          </a:p>
        </p:txBody>
      </p:sp>
      <p:sp>
        <p:nvSpPr>
          <p:cNvPr id="9" name="S06-stepno337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338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cm를 10 mm로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+ 3 − 6 = 7</a:t>
            </a:r>
            <a:endParaRPr lang="ko-KR" sz="3000" dirty="0"/>
          </a:p>
        </p:txBody>
      </p:sp>
      <p:sp>
        <p:nvSpPr>
          <p:cNvPr id="11" name="S06-stepno33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340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6 − 2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07-card3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3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 mm가 되면 1 cm로 올려요.</a:t>
            </a:r>
            <a:endParaRPr lang="ko-KR" sz="3000" dirty="0"/>
          </a:p>
        </p:txBody>
      </p:sp>
      <p:graphicFrame>
        <p:nvGraphicFramePr>
          <p:cNvPr id="8" name="S07-table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7-label344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세로로</a:t>
            </a:r>
            <a:endParaRPr lang="ko-KR" sz="2400" dirty="0"/>
          </a:p>
        </p:txBody>
      </p:sp>
      <p:sp>
        <p:nvSpPr>
          <p:cNvPr id="7" name="S07-chip34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07-eqtext346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 4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cm 3 mm</a:t>
            </a:r>
            <a:endParaRPr lang="ko-KR" sz="3000" dirty="0"/>
          </a:p>
        </p:txBody>
      </p:sp>
      <p:sp>
        <p:nvSpPr>
          <p:cNvPr id="9" name="S07-chip34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7-eqtext348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 6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 cm 7 mm</a:t>
            </a:r>
            <a:endParaRPr lang="ko-KR" sz="3000" dirty="0"/>
          </a:p>
        </p:txBody>
      </p:sp>
      <p:sp>
        <p:nvSpPr>
          <p:cNvPr id="11" name="S07-chip34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07-eqtext350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 2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− 5 cm 8 mm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3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 2 mm − 3 cm 5 mm를 계산했어요.</a:t>
            </a:r>
            <a:endParaRPr lang="ko-KR" sz="3000" dirty="0"/>
          </a:p>
        </p:txBody>
      </p:sp>
      <p:sp>
        <p:nvSpPr>
          <p:cNvPr id="5" name="S08-card3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3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덧셈으로 확인해 봐요.</a:t>
            </a:r>
            <a:endParaRPr lang="ko-KR" sz="3000" dirty="0"/>
          </a:p>
        </p:txBody>
      </p:sp>
      <p:sp>
        <p:nvSpPr>
          <p:cNvPr id="7" name="S08-chip3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 cm 3 mm</a:t>
            </a:r>
            <a:endParaRPr lang="ko-KR" sz="2400" dirty="0"/>
          </a:p>
        </p:txBody>
      </p:sp>
      <p:sp>
        <p:nvSpPr>
          <p:cNvPr id="8" name="S08-text3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8 − 3 = 5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5 − 2 = 3</a:t>
            </a:r>
            <a:endParaRPr lang="ko-KR" sz="3000" dirty="0"/>
          </a:p>
        </p:txBody>
      </p:sp>
      <p:sp>
        <p:nvSpPr>
          <p:cNvPr id="9" name="S08-chip3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 cm 7 mm</a:t>
            </a:r>
            <a:endParaRPr lang="ko-KR" sz="2400" dirty="0"/>
          </a:p>
        </p:txBody>
      </p:sp>
      <p:sp>
        <p:nvSpPr>
          <p:cNvPr id="10" name="S08-text3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cm를 10 mm로 받아내려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mm: 12 − 5 = 7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cm: 7 − 3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km와 m의 덧셈</a:t>
            </a:r>
            <a:endParaRPr lang="ko-KR" sz="4000" dirty="0"/>
          </a:p>
        </p:txBody>
      </p:sp>
      <p:sp>
        <p:nvSpPr>
          <p:cNvPr id="3" name="S09-text3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km 700 m + 1 km 600 m를 세로로 계산해요.</a:t>
            </a:r>
            <a:endParaRPr lang="ko-KR" sz="3000" dirty="0"/>
          </a:p>
        </p:txBody>
      </p:sp>
      <p:sp>
        <p:nvSpPr>
          <p:cNvPr id="4" name="S09-card3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3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m는 1 km로 받아올려요.</a:t>
            </a:r>
            <a:endParaRPr lang="ko-KR" sz="3000" dirty="0"/>
          </a:p>
        </p:txBody>
      </p:sp>
      <p:graphicFrame>
        <p:nvGraphicFramePr>
          <p:cNvPr id="10" name="S09-table3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363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364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m: 700 + 600 = 1300</a:t>
            </a:r>
            <a:endParaRPr lang="ko-KR" sz="3000" dirty="0"/>
          </a:p>
        </p:txBody>
      </p:sp>
      <p:sp>
        <p:nvSpPr>
          <p:cNvPr id="9" name="S09-stepno365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366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1300 m = 1 km 300 m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300을 쓰고 1 km를 올려요.</a:t>
            </a:r>
            <a:endParaRPr lang="ko-KR" sz="3000" dirty="0"/>
          </a:p>
        </p:txBody>
      </p:sp>
      <p:sp>
        <p:nvSpPr>
          <p:cNvPr id="11" name="S09-stepno367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368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km: 1 + 2 + 1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km와 m의 뺄셈</a:t>
            </a:r>
            <a:endParaRPr lang="ko-KR" sz="4000" dirty="0"/>
          </a:p>
        </p:txBody>
      </p:sp>
      <p:sp>
        <p:nvSpPr>
          <p:cNvPr id="3" name="S10-text3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km 200 m − 2 km 800 m를 세로로 계산해요.</a:t>
            </a:r>
            <a:endParaRPr lang="ko-KR" sz="3000" dirty="0"/>
          </a:p>
        </p:txBody>
      </p:sp>
      <p:sp>
        <p:nvSpPr>
          <p:cNvPr id="4" name="S10-card3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km는 1000 m예요.</a:t>
            </a:r>
            <a:endParaRPr lang="ko-KR" sz="3000" dirty="0"/>
          </a:p>
        </p:txBody>
      </p:sp>
      <p:graphicFrame>
        <p:nvGraphicFramePr>
          <p:cNvPr id="11" name="S10-table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373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374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m: 200에서 800을 뺄 수 없어요.</a:t>
            </a:r>
            <a:endParaRPr lang="ko-KR" sz="3000" dirty="0"/>
          </a:p>
        </p:txBody>
      </p:sp>
      <p:sp>
        <p:nvSpPr>
          <p:cNvPr id="9" name="S10-stepno375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376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km를 1000 m로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+ 200 − 800 = 400</a:t>
            </a:r>
            <a:endParaRPr lang="ko-KR" sz="3000" dirty="0"/>
          </a:p>
        </p:txBody>
      </p:sp>
      <p:sp>
        <p:nvSpPr>
          <p:cNvPr id="11" name="S10-stepno377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378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km: 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계산해요</a:t>
            </a:r>
            <a:endParaRPr lang="ko-KR" sz="4000" dirty="0"/>
          </a:p>
        </p:txBody>
      </p:sp>
      <p:sp>
        <p:nvSpPr>
          <p:cNvPr id="3" name="S11-card3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3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= 1000 m예요.</a:t>
            </a:r>
            <a:endParaRPr lang="ko-KR" sz="3000" dirty="0"/>
          </a:p>
        </p:txBody>
      </p:sp>
      <p:graphicFrame>
        <p:nvGraphicFramePr>
          <p:cNvPr id="12" name="S11-table3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382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세로로</a:t>
            </a:r>
            <a:endParaRPr lang="ko-KR" sz="2400" dirty="0"/>
          </a:p>
        </p:txBody>
      </p:sp>
      <p:sp>
        <p:nvSpPr>
          <p:cNvPr id="7" name="S11-chip38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38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km 450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km 300 m</a:t>
            </a:r>
            <a:endParaRPr lang="ko-KR" sz="3000" dirty="0"/>
          </a:p>
        </p:txBody>
      </p:sp>
      <p:sp>
        <p:nvSpPr>
          <p:cNvPr id="9" name="S11-chip38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38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km 650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km 550 m</a:t>
            </a:r>
            <a:endParaRPr lang="ko-KR" sz="3000" dirty="0"/>
          </a:p>
        </p:txBody>
      </p:sp>
      <p:sp>
        <p:nvSpPr>
          <p:cNvPr id="11" name="S11-chip38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38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km 100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 km 400 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3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써서 계산하고, 어떻게 했는지 말해요.</a:t>
            </a:r>
            <a:endParaRPr lang="ko-KR" sz="3000" dirty="0"/>
          </a:p>
        </p:txBody>
      </p:sp>
      <p:sp>
        <p:nvSpPr>
          <p:cNvPr id="4" name="S12-chip39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39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 7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cm 6 mm</a:t>
            </a:r>
            <a:endParaRPr lang="ko-KR" sz="3000" dirty="0"/>
          </a:p>
        </p:txBody>
      </p:sp>
      <p:sp>
        <p:nvSpPr>
          <p:cNvPr id="6" name="S12-chip39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39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 1 mm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 cm 4 mm</a:t>
            </a:r>
            <a:endParaRPr lang="ko-KR" sz="3000" dirty="0"/>
          </a:p>
        </p:txBody>
      </p:sp>
      <p:sp>
        <p:nvSpPr>
          <p:cNvPr id="8" name="S12-chip39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39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km 600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km 900 m</a:t>
            </a:r>
            <a:endParaRPr lang="ko-KR" sz="3000" dirty="0"/>
          </a:p>
        </p:txBody>
      </p:sp>
      <p:sp>
        <p:nvSpPr>
          <p:cNvPr id="10" name="S12-chip39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39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km 300 m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− 4 km 500 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3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3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같은 단위 칸에 다시 써서 계산하게 하세요.</a:t>
            </a:r>
            <a:endParaRPr lang="ko-KR" sz="3000" dirty="0"/>
          </a:p>
        </p:txBody>
      </p:sp>
      <p:sp>
        <p:nvSpPr>
          <p:cNvPr id="5" name="S13-chip40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401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 cm 3 mm</a:t>
            </a:r>
            <a:endParaRPr lang="ko-KR" sz="3000" dirty="0"/>
          </a:p>
        </p:txBody>
      </p:sp>
      <p:sp>
        <p:nvSpPr>
          <p:cNvPr id="7" name="S13-text402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 올림</a:t>
            </a:r>
            <a:endParaRPr lang="ko-KR" sz="2400" dirty="0"/>
          </a:p>
        </p:txBody>
      </p:sp>
      <p:sp>
        <p:nvSpPr>
          <p:cNvPr id="8" name="S13-text403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 cm 7 mm</a:t>
            </a:r>
            <a:endParaRPr lang="ko-KR" sz="3000" dirty="0"/>
          </a:p>
        </p:txBody>
      </p:sp>
      <p:sp>
        <p:nvSpPr>
          <p:cNvPr id="9" name="S13-text404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11 − 4 = 7</a:t>
            </a:r>
            <a:endParaRPr lang="ko-KR" sz="2400" dirty="0"/>
          </a:p>
        </p:txBody>
      </p:sp>
      <p:sp>
        <p:nvSpPr>
          <p:cNvPr id="10" name="S13-text405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 km 500 m</a:t>
            </a:r>
            <a:endParaRPr lang="ko-KR" sz="3000" dirty="0"/>
          </a:p>
        </p:txBody>
      </p:sp>
      <p:sp>
        <p:nvSpPr>
          <p:cNvPr id="11" name="S13-text406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올림</a:t>
            </a:r>
            <a:endParaRPr lang="ko-KR" sz="2400" dirty="0"/>
          </a:p>
        </p:txBody>
      </p:sp>
      <p:sp>
        <p:nvSpPr>
          <p:cNvPr id="12" name="S13-text407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 km 800 m</a:t>
            </a:r>
            <a:endParaRPr lang="ko-KR" sz="3000" dirty="0"/>
          </a:p>
        </p:txBody>
      </p:sp>
      <p:sp>
        <p:nvSpPr>
          <p:cNvPr id="13" name="S13-text408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1300 − 500</a:t>
            </a:r>
            <a:endParaRPr lang="ko-KR" sz="2400" dirty="0"/>
          </a:p>
        </p:txBody>
      </p:sp>
      <p:sp>
        <p:nvSpPr>
          <p:cNvPr id="14" name="S13-chip40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3-text410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 13 mm</a:t>
            </a:r>
            <a:endParaRPr lang="ko-KR" sz="3000" dirty="0"/>
          </a:p>
        </p:txBody>
      </p:sp>
      <p:sp>
        <p:nvSpPr>
          <p:cNvPr id="16" name="S13-text411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 cm로 안 바꿈</a:t>
            </a:r>
            <a:endParaRPr lang="ko-KR" sz="2400" dirty="0"/>
          </a:p>
        </p:txBody>
      </p:sp>
      <p:sp>
        <p:nvSpPr>
          <p:cNvPr id="17" name="S13-text412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 3 mm</a:t>
            </a:r>
            <a:endParaRPr lang="ko-KR" sz="3000" dirty="0"/>
          </a:p>
        </p:txBody>
      </p:sp>
      <p:sp>
        <p:nvSpPr>
          <p:cNvPr id="18" name="S13-text413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거꾸로 뺌</a:t>
            </a:r>
            <a:endParaRPr lang="ko-KR" sz="2400" dirty="0"/>
          </a:p>
        </p:txBody>
      </p:sp>
      <p:sp>
        <p:nvSpPr>
          <p:cNvPr id="19" name="S13-text414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km 200 m</a:t>
            </a:r>
            <a:endParaRPr lang="ko-KR" sz="3000" dirty="0"/>
          </a:p>
        </p:txBody>
      </p:sp>
      <p:sp>
        <p:nvSpPr>
          <p:cNvPr id="20" name="S13-text415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거꾸로 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가까운 길은?</a:t>
            </a:r>
            <a:endParaRPr lang="ko-KR" sz="4000" dirty="0"/>
          </a:p>
        </p:txBody>
      </p:sp>
      <p:sp>
        <p:nvSpPr>
          <p:cNvPr id="3" name="S14-text4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공원까지 가는 두 길이에요.</a:t>
            </a:r>
            <a:endParaRPr lang="ko-KR" sz="3000" dirty="0"/>
          </a:p>
        </p:txBody>
      </p:sp>
      <p:sp>
        <p:nvSpPr>
          <p:cNvPr id="4" name="S14-card4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4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가까운 길을 고르고, 어떻게 알았는지 말해요.</a:t>
            </a:r>
            <a:endParaRPr lang="ko-KR" sz="3000" dirty="0"/>
          </a:p>
        </p:txBody>
      </p:sp>
      <p:sp>
        <p:nvSpPr>
          <p:cNvPr id="6" name="S14-chip419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420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421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도서관을 거쳐 가는 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800 m + 2 km 500 m</a:t>
            </a:r>
            <a:endParaRPr lang="ko-KR" sz="3000" dirty="0"/>
          </a:p>
        </p:txBody>
      </p:sp>
      <p:sp>
        <p:nvSpPr>
          <p:cNvPr id="9" name="S14-chip422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423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424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가는 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km 150 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42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42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단위끼리 계산하고, 10 mm = 1 cm, 1000 m = 1 km로 바꾸어요.</a:t>
            </a:r>
            <a:endParaRPr lang="ko-KR" sz="3000" dirty="0"/>
          </a:p>
        </p:txBody>
      </p:sp>
      <p:sp>
        <p:nvSpPr>
          <p:cNvPr id="5" name="S15-chip42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 cm는 10 mm로 받아내리기</a:t>
            </a:r>
            <a:endParaRPr lang="ko-KR" sz="2400" dirty="0"/>
          </a:p>
        </p:txBody>
      </p:sp>
      <p:sp>
        <p:nvSpPr>
          <p:cNvPr id="6" name="S15-chip42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7 cm 13 mm처럼 두기</a:t>
            </a:r>
            <a:endParaRPr lang="ko-KR" sz="2400" dirty="0"/>
          </a:p>
        </p:txBody>
      </p:sp>
      <p:sp>
        <p:nvSpPr>
          <p:cNvPr id="7" name="S15-text42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43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 cm 6 mm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+ 4 cm 5 mm는?</a:t>
            </a:r>
            <a:endParaRPr lang="ko-KR" sz="2400" dirty="0"/>
          </a:p>
        </p:txBody>
      </p:sp>
      <p:sp>
        <p:nvSpPr>
          <p:cNvPr id="9" name="S15-text43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 cm 2 mm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 cm 7 mm는?</a:t>
            </a:r>
            <a:endParaRPr lang="ko-KR" sz="2400" dirty="0"/>
          </a:p>
        </p:txBody>
      </p:sp>
      <p:sp>
        <p:nvSpPr>
          <p:cNvPr id="10" name="S15-text43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 km 300 m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− 1 km 600 m는?</a:t>
            </a:r>
            <a:endParaRPr lang="ko-KR" sz="2400" dirty="0"/>
          </a:p>
        </p:txBody>
      </p:sp>
      <p:sp>
        <p:nvSpPr>
          <p:cNvPr id="11" name="S15-text43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그림그래프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 cm = 10 mm</a:t>
            </a:r>
            <a:endParaRPr lang="ko-KR" sz="4000" dirty="0"/>
          </a:p>
        </p:txBody>
      </p:sp>
      <p:sp>
        <p:nvSpPr>
          <p:cNvPr id="3" name="S16-text4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작은 눈금 10칸이 1 cm예요.</a:t>
            </a:r>
            <a:endParaRPr lang="ko-KR" sz="3000" dirty="0"/>
          </a:p>
        </p:txBody>
      </p:sp>
      <p:sp>
        <p:nvSpPr>
          <p:cNvPr id="4" name="S16-card435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436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 cm 5 mm</a:t>
            </a:r>
            <a:endParaRPr lang="ko-KR" sz="3000" dirty="0"/>
          </a:p>
        </p:txBody>
      </p:sp>
      <p:sp>
        <p:nvSpPr>
          <p:cNvPr id="6" name="S16-card437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438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 = 1000 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m가 모이면 1 km</a:t>
            </a:r>
            <a:endParaRPr lang="ko-KR" sz="3000" dirty="0"/>
          </a:p>
        </p:txBody>
      </p:sp>
      <p:sp>
        <p:nvSpPr>
          <p:cNvPr id="8" name="S16-figure439" descr="3 cm 자 위에 0에서 1 cm 5 mm까지 15 mm 막대"/>
          <p:cNvSpPr/>
          <p:nvPr/>
        </p:nvSpPr>
        <p:spPr>
          <a:xfrm>
            <a:off x="4357116" y="3150870"/>
            <a:ext cx="3474720" cy="1234440"/>
          </a:xfrm>
          <a:custGeom>
            <a:avLst/>
            <a:gdLst/>
            <a:ahLst/>
            <a:cxnLst/>
            <a:rect l="l" t="t" r="r" b="b"/>
            <a:pathLst>
              <a:path w="3474720" h="1234440">
                <a:moveTo>
                  <a:pt x="0" y="0"/>
                </a:moveTo>
                <a:lnTo>
                  <a:pt x="3474720" y="0"/>
                </a:lnTo>
                <a:lnTo>
                  <a:pt x="34747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mark440"/>
          <p:cNvSpPr/>
          <p:nvPr/>
        </p:nvSpPr>
        <p:spPr>
          <a:xfrm>
            <a:off x="4722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16-label442"/>
          <p:cNvSpPr txBox="1"/>
          <p:nvPr/>
        </p:nvSpPr>
        <p:spPr>
          <a:xfrm>
            <a:off x="4567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6-mark443"/>
          <p:cNvSpPr/>
          <p:nvPr/>
        </p:nvSpPr>
        <p:spPr>
          <a:xfrm>
            <a:off x="4814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mark444"/>
          <p:cNvSpPr/>
          <p:nvPr/>
        </p:nvSpPr>
        <p:spPr>
          <a:xfrm>
            <a:off x="4905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mark445"/>
          <p:cNvSpPr/>
          <p:nvPr/>
        </p:nvSpPr>
        <p:spPr>
          <a:xfrm>
            <a:off x="4997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mark446"/>
          <p:cNvSpPr/>
          <p:nvPr/>
        </p:nvSpPr>
        <p:spPr>
          <a:xfrm>
            <a:off x="5088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mark447"/>
          <p:cNvSpPr/>
          <p:nvPr/>
        </p:nvSpPr>
        <p:spPr>
          <a:xfrm>
            <a:off x="5180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mark448"/>
          <p:cNvSpPr/>
          <p:nvPr/>
        </p:nvSpPr>
        <p:spPr>
          <a:xfrm>
            <a:off x="52715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6-mark449"/>
          <p:cNvSpPr/>
          <p:nvPr/>
        </p:nvSpPr>
        <p:spPr>
          <a:xfrm>
            <a:off x="53629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mark450"/>
          <p:cNvSpPr/>
          <p:nvPr/>
        </p:nvSpPr>
        <p:spPr>
          <a:xfrm>
            <a:off x="54543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mark451"/>
          <p:cNvSpPr/>
          <p:nvPr/>
        </p:nvSpPr>
        <p:spPr>
          <a:xfrm>
            <a:off x="55458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mark452"/>
          <p:cNvSpPr/>
          <p:nvPr/>
        </p:nvSpPr>
        <p:spPr>
          <a:xfrm>
            <a:off x="5637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16-label454"/>
          <p:cNvSpPr txBox="1"/>
          <p:nvPr/>
        </p:nvSpPr>
        <p:spPr>
          <a:xfrm>
            <a:off x="5481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2" name="S16-mark455"/>
          <p:cNvSpPr/>
          <p:nvPr/>
        </p:nvSpPr>
        <p:spPr>
          <a:xfrm>
            <a:off x="57287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mark456"/>
          <p:cNvSpPr/>
          <p:nvPr/>
        </p:nvSpPr>
        <p:spPr>
          <a:xfrm>
            <a:off x="58201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mark457"/>
          <p:cNvSpPr/>
          <p:nvPr/>
        </p:nvSpPr>
        <p:spPr>
          <a:xfrm>
            <a:off x="59115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6-mark458"/>
          <p:cNvSpPr/>
          <p:nvPr/>
        </p:nvSpPr>
        <p:spPr>
          <a:xfrm>
            <a:off x="60030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mark459"/>
          <p:cNvSpPr/>
          <p:nvPr/>
        </p:nvSpPr>
        <p:spPr>
          <a:xfrm>
            <a:off x="6094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mark460"/>
          <p:cNvSpPr/>
          <p:nvPr/>
        </p:nvSpPr>
        <p:spPr>
          <a:xfrm>
            <a:off x="61859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mark461"/>
          <p:cNvSpPr/>
          <p:nvPr/>
        </p:nvSpPr>
        <p:spPr>
          <a:xfrm>
            <a:off x="62773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mark462"/>
          <p:cNvSpPr/>
          <p:nvPr/>
        </p:nvSpPr>
        <p:spPr>
          <a:xfrm>
            <a:off x="63687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mark463"/>
          <p:cNvSpPr/>
          <p:nvPr/>
        </p:nvSpPr>
        <p:spPr>
          <a:xfrm>
            <a:off x="64602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mark464"/>
          <p:cNvSpPr/>
          <p:nvPr/>
        </p:nvSpPr>
        <p:spPr>
          <a:xfrm>
            <a:off x="6551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16-label466"/>
          <p:cNvSpPr txBox="1"/>
          <p:nvPr/>
        </p:nvSpPr>
        <p:spPr>
          <a:xfrm>
            <a:off x="6396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3" name="S16-mark467"/>
          <p:cNvSpPr/>
          <p:nvPr/>
        </p:nvSpPr>
        <p:spPr>
          <a:xfrm>
            <a:off x="66431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mark468"/>
          <p:cNvSpPr/>
          <p:nvPr/>
        </p:nvSpPr>
        <p:spPr>
          <a:xfrm>
            <a:off x="67345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mark469"/>
          <p:cNvSpPr/>
          <p:nvPr/>
        </p:nvSpPr>
        <p:spPr>
          <a:xfrm>
            <a:off x="68259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mark470"/>
          <p:cNvSpPr/>
          <p:nvPr/>
        </p:nvSpPr>
        <p:spPr>
          <a:xfrm>
            <a:off x="69174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6-mark471"/>
          <p:cNvSpPr/>
          <p:nvPr/>
        </p:nvSpPr>
        <p:spPr>
          <a:xfrm>
            <a:off x="7008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mark472"/>
          <p:cNvSpPr/>
          <p:nvPr/>
        </p:nvSpPr>
        <p:spPr>
          <a:xfrm>
            <a:off x="7100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mark473"/>
          <p:cNvSpPr/>
          <p:nvPr/>
        </p:nvSpPr>
        <p:spPr>
          <a:xfrm>
            <a:off x="7191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mark474"/>
          <p:cNvSpPr/>
          <p:nvPr/>
        </p:nvSpPr>
        <p:spPr>
          <a:xfrm>
            <a:off x="7283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mark475"/>
          <p:cNvSpPr/>
          <p:nvPr/>
        </p:nvSpPr>
        <p:spPr>
          <a:xfrm>
            <a:off x="7374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6-mark476"/>
          <p:cNvSpPr/>
          <p:nvPr/>
        </p:nvSpPr>
        <p:spPr>
          <a:xfrm>
            <a:off x="7466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16-label478"/>
          <p:cNvSpPr txBox="1"/>
          <p:nvPr/>
        </p:nvSpPr>
        <p:spPr>
          <a:xfrm>
            <a:off x="7310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4" name="S16-mark479"/>
          <p:cNvSpPr/>
          <p:nvPr/>
        </p:nvSpPr>
        <p:spPr>
          <a:xfrm>
            <a:off x="4722876" y="2556510"/>
            <a:ext cx="1371600" cy="365760"/>
          </a:xfrm>
          <a:custGeom>
            <a:avLst/>
            <a:gdLst/>
            <a:ahLst/>
            <a:cxnLst/>
            <a:rect l="l" t="t" r="r" b="b"/>
            <a:pathLst>
              <a:path w="1371600" h="365760">
                <a:moveTo>
                  <a:pt x="0" y="365760"/>
                </a:moveTo>
                <a:lnTo>
                  <a:pt x="1371600" y="365760"/>
                </a:lnTo>
                <a:lnTo>
                  <a:pt x="137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6-label481"/>
          <p:cNvSpPr txBox="1"/>
          <p:nvPr/>
        </p:nvSpPr>
        <p:spPr>
          <a:xfrm>
            <a:off x="4856988" y="2548890"/>
            <a:ext cx="1103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mm</a:t>
            </a:r>
            <a:endParaRPr lang="ko-KR" sz="2400" dirty="0"/>
          </a:p>
        </p:txBody>
      </p:sp>
      <p:sp>
        <p:nvSpPr>
          <p:cNvPr id="46" name="S16-mark482"/>
          <p:cNvSpPr/>
          <p:nvPr/>
        </p:nvSpPr>
        <p:spPr>
          <a:xfrm>
            <a:off x="47228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7" name="S16-mark483"/>
          <p:cNvSpPr/>
          <p:nvPr/>
        </p:nvSpPr>
        <p:spPr>
          <a:xfrm>
            <a:off x="60944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길이의 덧셈과 뺄셈</dc:title>
  <dc:subject>KR22-G03-MAT-LENADD-L01</dc:subject>
  <dc:creator>education-ppt</dc:creator>
  <cp:lastModifiedBy>education-ppt</cp:lastModifiedBy>
  <cp:revision>1</cp:revision>
  <dcterms:created xsi:type="dcterms:W3CDTF">2026-10-26T08:29:43Z</dcterms:created>
  <dcterms:modified xsi:type="dcterms:W3CDTF">2026-10-26T08:29:43Z</dcterms:modified>
</cp:coreProperties>
</file>