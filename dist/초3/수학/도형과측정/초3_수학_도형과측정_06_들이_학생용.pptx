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25fe3f8-816e-757d-aaf6-954f751218b2}">
          <p14:sldIdLst>
            <p14:sldId id="256"/>
            <p14:sldId id="257"/>
          </p14:sldIdLst>
        </p14:section>
        <p14:section name="개념" id="{ea027525-caa6-ffde-fbd2-d5aff549cefe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b31624ba-46e0-cf77-c774-53298405d3cb}">
          <p14:sldIdLst>
            <p14:sldId id="262"/>
            <p14:sldId id="263"/>
            <p14:sldId id="266"/>
          </p14:sldIdLst>
        </p14:section>
        <p14:section name="개념" id="{4c29ea2a-3859-a17a-2e72-4f455fe7d2ef}">
          <p14:sldIdLst/>
        </p14:section>
        <p14:section name="연습" id="{86a77a1f-17ee-f9eb-3733-97e5049b6b8d}">
          <p14:sldIdLst/>
        </p14:section>
        <p14:section name="확인" id="{6d06bc9e-d479-7c02-3245-bbb299a84553}">
          <p14:sldIdLst>
            <p14:sldId id="267"/>
            <p14:sldId id="268"/>
          </p14:sldIdLst>
        </p14:section>
        <p14:section name="정리" id="{387c2f44-decc-aa81-ece7-113f900385aa}">
          <p14:sldIdLst>
            <p14:sldId id="269"/>
          </p14:sldIdLst>
        </p14:section>
        <p14:section name="보충" id="{259c41e6-a270-bfc3-e562-a8fb36a3e2e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들이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들이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들이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우유갑에는 물이 얼마나 들어갈까?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1 L까지 눈금이 있는 계량컵: 한 칸 100 mL, 물이 700 mL까지 차 있음"/>
          <p:cNvSpPr/>
          <p:nvPr/>
        </p:nvSpPr>
        <p:spPr>
          <a:xfrm>
            <a:off x="8188990" y="1760220"/>
            <a:ext cx="1959429" cy="1714500"/>
          </a:xfrm>
          <a:custGeom>
            <a:avLst/>
            <a:gdLst/>
            <a:ahLst/>
            <a:cxnLst/>
            <a:rect l="l" t="t" r="r" b="b"/>
            <a:pathLst>
              <a:path w="1959429" h="1714500">
                <a:moveTo>
                  <a:pt x="0" y="1714500"/>
                </a:moveTo>
                <a:lnTo>
                  <a:pt x="1959429" y="1714500"/>
                </a:lnTo>
                <a:lnTo>
                  <a:pt x="1959429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88990" y="731520"/>
            <a:ext cx="1959429" cy="2743200"/>
          </a:xfrm>
          <a:custGeom>
            <a:avLst/>
            <a:gdLst/>
            <a:ahLst/>
            <a:cxnLst/>
            <a:rect l="l" t="t" r="r" b="b"/>
            <a:pathLst>
              <a:path w="1959429" h="2743200">
                <a:moveTo>
                  <a:pt x="0" y="0"/>
                </a:moveTo>
                <a:lnTo>
                  <a:pt x="0" y="2743200"/>
                </a:lnTo>
                <a:lnTo>
                  <a:pt x="1959429" y="2743200"/>
                </a:lnTo>
                <a:lnTo>
                  <a:pt x="1959429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148419" y="3229791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0148419" y="2984863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10148419" y="2739934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148419" y="2495006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148419" y="2250077"/>
            <a:ext cx="22043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148419" y="2005149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148419" y="1760220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10148419" y="1515291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148419" y="1270363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148419" y="1025434"/>
            <a:ext cx="3429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1-label15"/>
          <p:cNvSpPr txBox="1"/>
          <p:nvPr/>
        </p:nvSpPr>
        <p:spPr>
          <a:xfrm>
            <a:off x="10512014" y="2059577"/>
            <a:ext cx="1185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 mL</a:t>
            </a:r>
            <a:endParaRPr lang="ko-KR" sz="2400" dirty="0"/>
          </a:p>
        </p:txBody>
      </p:sp>
      <p:sp>
        <p:nvSpPr>
          <p:cNvPr id="18" name="S01-label17"/>
          <p:cNvSpPr txBox="1"/>
          <p:nvPr/>
        </p:nvSpPr>
        <p:spPr>
          <a:xfrm>
            <a:off x="10514227" y="834934"/>
            <a:ext cx="627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19" name="S01-card18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9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L와 mL로 들이를 나타내고 어림해요.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들이를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그릇에 가득 담은 물을 나 그릇에 부었더니 넘쳤어요. 들이가 더 많은 그릇은?</a:t>
            </a:r>
            <a:endParaRPr lang="ko-KR" sz="30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2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300 m = □ m</a:t>
            </a:r>
            <a:endParaRPr lang="ko-KR" sz="3400" dirty="0"/>
          </a:p>
        </p:txBody>
      </p:sp>
      <p:sp>
        <p:nvSpPr>
          <p:cNvPr id="7" name="S02-chip2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2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 + 700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L와 mL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담을 수 있는 양을 들이라고 해요.</a:t>
            </a:r>
            <a:endParaRPr lang="ko-KR" sz="3000" dirty="0"/>
          </a:p>
        </p:txBody>
      </p:sp>
      <p:sp>
        <p:nvSpPr>
          <p:cNvPr id="4" name="S03-card2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= 1000 mL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우유갑 하나에 1 L가 담겨요.</a:t>
            </a:r>
            <a:endParaRPr lang="ko-KR" sz="3000" dirty="0"/>
          </a:p>
        </p:txBody>
      </p:sp>
      <p:sp>
        <p:nvSpPr>
          <p:cNvPr id="6" name="S03-bigtext29"/>
          <p:cNvSpPr txBox="1"/>
          <p:nvPr/>
        </p:nvSpPr>
        <p:spPr>
          <a:xfrm>
            <a:off x="548640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5400" dirty="0"/>
          </a:p>
        </p:txBody>
      </p:sp>
      <p:sp>
        <p:nvSpPr>
          <p:cNvPr id="7" name="S03-label30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리터</a:t>
            </a:r>
            <a:endParaRPr lang="ko-KR" sz="2400" dirty="0"/>
          </a:p>
        </p:txBody>
      </p:sp>
      <p:sp>
        <p:nvSpPr>
          <p:cNvPr id="8" name="S03-bigtext31"/>
          <p:cNvSpPr txBox="1"/>
          <p:nvPr/>
        </p:nvSpPr>
        <p:spPr>
          <a:xfrm>
            <a:off x="6254496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mL</a:t>
            </a:r>
            <a:endParaRPr lang="ko-KR" sz="5400" dirty="0"/>
          </a:p>
        </p:txBody>
      </p:sp>
      <p:sp>
        <p:nvSpPr>
          <p:cNvPr id="9" name="S03-label32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밀리리터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읽기</a:t>
            </a:r>
            <a:endParaRPr lang="ko-KR" sz="4000" dirty="0"/>
          </a:p>
        </p:txBody>
      </p:sp>
      <p:sp>
        <p:nvSpPr>
          <p:cNvPr id="3" name="S04-card3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300 mL = 1300 mL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리터 300 밀리리터’라고 읽어요.</a:t>
            </a:r>
            <a:endParaRPr lang="ko-KR" sz="3000" dirty="0"/>
          </a:p>
        </p:txBody>
      </p:sp>
      <p:sp>
        <p:nvSpPr>
          <p:cNvPr id="5" name="S04-figure35" descr="2 L까지 눈금이 있는 그릇: 작은 눈금 한 칸 100 mL, 물이 1 L 눈금보다 3칸 위(1 L 300 mL)까지 차 있음"/>
          <p:cNvSpPr/>
          <p:nvPr/>
        </p:nvSpPr>
        <p:spPr>
          <a:xfrm>
            <a:off x="2079360" y="2669947"/>
            <a:ext cx="1222075" cy="1985873"/>
          </a:xfrm>
          <a:custGeom>
            <a:avLst/>
            <a:gdLst/>
            <a:ahLst/>
            <a:cxnLst/>
            <a:rect l="l" t="t" r="r" b="b"/>
            <a:pathLst>
              <a:path w="1222075" h="1985873">
                <a:moveTo>
                  <a:pt x="0" y="1985873"/>
                </a:moveTo>
                <a:lnTo>
                  <a:pt x="1222075" y="1985873"/>
                </a:lnTo>
                <a:lnTo>
                  <a:pt x="1222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36"/>
          <p:cNvSpPr/>
          <p:nvPr/>
        </p:nvSpPr>
        <p:spPr>
          <a:xfrm>
            <a:off x="2079360" y="1417320"/>
            <a:ext cx="1222075" cy="3238500"/>
          </a:xfrm>
          <a:custGeom>
            <a:avLst/>
            <a:gdLst/>
            <a:ahLst/>
            <a:cxnLst/>
            <a:rect l="l" t="t" r="r" b="b"/>
            <a:pathLst>
              <a:path w="1222075" h="3238500">
                <a:moveTo>
                  <a:pt x="0" y="0"/>
                </a:moveTo>
                <a:lnTo>
                  <a:pt x="0" y="3238500"/>
                </a:lnTo>
                <a:lnTo>
                  <a:pt x="1222075" y="3238500"/>
                </a:lnTo>
                <a:lnTo>
                  <a:pt x="1222075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37"/>
          <p:cNvSpPr/>
          <p:nvPr/>
        </p:nvSpPr>
        <p:spPr>
          <a:xfrm>
            <a:off x="3301436" y="4503061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4-mark38"/>
          <p:cNvSpPr/>
          <p:nvPr/>
        </p:nvSpPr>
        <p:spPr>
          <a:xfrm>
            <a:off x="3301436" y="4350301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4-mark39"/>
          <p:cNvSpPr/>
          <p:nvPr/>
        </p:nvSpPr>
        <p:spPr>
          <a:xfrm>
            <a:off x="3301436" y="4197542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4-mark40"/>
          <p:cNvSpPr/>
          <p:nvPr/>
        </p:nvSpPr>
        <p:spPr>
          <a:xfrm>
            <a:off x="3301436" y="4044782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41"/>
          <p:cNvSpPr/>
          <p:nvPr/>
        </p:nvSpPr>
        <p:spPr>
          <a:xfrm>
            <a:off x="3301436" y="3892023"/>
            <a:ext cx="13748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4-mark42"/>
          <p:cNvSpPr/>
          <p:nvPr/>
        </p:nvSpPr>
        <p:spPr>
          <a:xfrm>
            <a:off x="3301436" y="3739263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4-mark43"/>
          <p:cNvSpPr/>
          <p:nvPr/>
        </p:nvSpPr>
        <p:spPr>
          <a:xfrm>
            <a:off x="3301436" y="3586504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4-mark44"/>
          <p:cNvSpPr/>
          <p:nvPr/>
        </p:nvSpPr>
        <p:spPr>
          <a:xfrm>
            <a:off x="3301436" y="3433745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4-mark45"/>
          <p:cNvSpPr/>
          <p:nvPr/>
        </p:nvSpPr>
        <p:spPr>
          <a:xfrm>
            <a:off x="3301436" y="3280985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4-mark46"/>
          <p:cNvSpPr/>
          <p:nvPr/>
        </p:nvSpPr>
        <p:spPr>
          <a:xfrm>
            <a:off x="3301436" y="3128226"/>
            <a:ext cx="2138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4-mark47"/>
          <p:cNvSpPr/>
          <p:nvPr/>
        </p:nvSpPr>
        <p:spPr>
          <a:xfrm>
            <a:off x="3301436" y="2975466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4-mark48"/>
          <p:cNvSpPr/>
          <p:nvPr/>
        </p:nvSpPr>
        <p:spPr>
          <a:xfrm>
            <a:off x="3301436" y="2822707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49"/>
          <p:cNvSpPr/>
          <p:nvPr/>
        </p:nvSpPr>
        <p:spPr>
          <a:xfrm>
            <a:off x="3301436" y="2669947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4-mark50"/>
          <p:cNvSpPr/>
          <p:nvPr/>
        </p:nvSpPr>
        <p:spPr>
          <a:xfrm>
            <a:off x="3301436" y="2517188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51"/>
          <p:cNvSpPr/>
          <p:nvPr/>
        </p:nvSpPr>
        <p:spPr>
          <a:xfrm>
            <a:off x="3301436" y="2364428"/>
            <a:ext cx="13748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4-mark52"/>
          <p:cNvSpPr/>
          <p:nvPr/>
        </p:nvSpPr>
        <p:spPr>
          <a:xfrm>
            <a:off x="3301436" y="2211669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4-mark53"/>
          <p:cNvSpPr/>
          <p:nvPr/>
        </p:nvSpPr>
        <p:spPr>
          <a:xfrm>
            <a:off x="3301436" y="2058910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4-mark54"/>
          <p:cNvSpPr/>
          <p:nvPr/>
        </p:nvSpPr>
        <p:spPr>
          <a:xfrm>
            <a:off x="3301436" y="1906150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04-mark55"/>
          <p:cNvSpPr/>
          <p:nvPr/>
        </p:nvSpPr>
        <p:spPr>
          <a:xfrm>
            <a:off x="3301436" y="1753391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4-mark56"/>
          <p:cNvSpPr/>
          <p:nvPr/>
        </p:nvSpPr>
        <p:spPr>
          <a:xfrm>
            <a:off x="3301436" y="1600631"/>
            <a:ext cx="2138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04-label58"/>
          <p:cNvSpPr txBox="1"/>
          <p:nvPr/>
        </p:nvSpPr>
        <p:spPr>
          <a:xfrm>
            <a:off x="3530636" y="2937726"/>
            <a:ext cx="627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28" name="S04-label60"/>
          <p:cNvSpPr txBox="1"/>
          <p:nvPr/>
        </p:nvSpPr>
        <p:spPr>
          <a:xfrm>
            <a:off x="3530636" y="1410131"/>
            <a:ext cx="627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</a:t>
            </a:r>
            <a:endParaRPr lang="ko-KR" sz="2400" dirty="0"/>
          </a:p>
        </p:txBody>
      </p:sp>
      <p:sp>
        <p:nvSpPr>
          <p:cNvPr id="29" name="S04-card61"/>
          <p:cNvSpPr/>
          <p:nvPr/>
        </p:nvSpPr>
        <p:spPr>
          <a:xfrm>
            <a:off x="5741060" y="150495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4-cardtext62"/>
          <p:cNvSpPr txBox="1"/>
          <p:nvPr/>
        </p:nvSpPr>
        <p:spPr>
          <a:xfrm>
            <a:off x="6015380" y="164211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양을 눈금으로 읽어요.</a:t>
            </a:r>
            <a:endParaRPr lang="ko-KR" sz="3000" dirty="0"/>
          </a:p>
        </p:txBody>
      </p:sp>
      <p:sp>
        <p:nvSpPr>
          <p:cNvPr id="31" name="S04-card63"/>
          <p:cNvSpPr/>
          <p:nvPr/>
        </p:nvSpPr>
        <p:spPr>
          <a:xfrm>
            <a:off x="5741060" y="260223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4-cardtext64"/>
          <p:cNvSpPr txBox="1"/>
          <p:nvPr/>
        </p:nvSpPr>
        <p:spPr>
          <a:xfrm>
            <a:off x="6015380" y="273939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한 칸은 100 mL</a:t>
            </a:r>
            <a:endParaRPr lang="ko-KR" sz="3000" dirty="0"/>
          </a:p>
        </p:txBody>
      </p:sp>
      <p:sp>
        <p:nvSpPr>
          <p:cNvPr id="33" name="S04-card65"/>
          <p:cNvSpPr/>
          <p:nvPr/>
        </p:nvSpPr>
        <p:spPr>
          <a:xfrm>
            <a:off x="5741060" y="369951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4-cardtext66"/>
          <p:cNvSpPr txBox="1"/>
          <p:nvPr/>
        </p:nvSpPr>
        <p:spPr>
          <a:xfrm>
            <a:off x="6015380" y="383667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눈금보다 3칸 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L와 mL로 바꾸기</a:t>
            </a:r>
            <a:endParaRPr lang="ko-KR" sz="4000" dirty="0"/>
          </a:p>
        </p:txBody>
      </p:sp>
      <p:sp>
        <p:nvSpPr>
          <p:cNvPr id="3" name="S05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2400 mL는 몇 L 몇 mL일까요?</a:t>
            </a:r>
            <a:endParaRPr lang="ko-KR" sz="3000" dirty="0"/>
          </a:p>
        </p:txBody>
      </p:sp>
      <p:sp>
        <p:nvSpPr>
          <p:cNvPr id="4" name="S05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2400 mL = 2 L 400 mL</a:t>
            </a:r>
            <a:endParaRPr lang="ko-KR" sz="3000" dirty="0"/>
          </a:p>
        </p:txBody>
      </p:sp>
      <p:sp>
        <p:nvSpPr>
          <p:cNvPr id="6" name="S05-card70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71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mL가 2번: 2 L</a:t>
            </a:r>
            <a:endParaRPr lang="ko-KR" sz="3000" dirty="0"/>
          </a:p>
        </p:txBody>
      </p:sp>
      <p:sp>
        <p:nvSpPr>
          <p:cNvPr id="8" name="S05-card72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73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것: 400 mL</a:t>
            </a:r>
            <a:endParaRPr lang="ko-KR" sz="3000" dirty="0"/>
          </a:p>
        </p:txBody>
      </p:sp>
      <p:sp>
        <p:nvSpPr>
          <p:cNvPr id="10" name="S05-line74"/>
          <p:cNvSpPr/>
          <p:nvPr/>
        </p:nvSpPr>
        <p:spPr>
          <a:xfrm>
            <a:off x="685800" y="3258922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5-line75"/>
          <p:cNvSpPr/>
          <p:nvPr/>
        </p:nvSpPr>
        <p:spPr>
          <a:xfrm>
            <a:off x="960120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76"/>
          <p:cNvSpPr txBox="1"/>
          <p:nvPr/>
        </p:nvSpPr>
        <p:spPr>
          <a:xfrm>
            <a:off x="502920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3" name="S05-line77"/>
          <p:cNvSpPr/>
          <p:nvPr/>
        </p:nvSpPr>
        <p:spPr>
          <a:xfrm>
            <a:off x="1644701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ine78"/>
          <p:cNvSpPr/>
          <p:nvPr/>
        </p:nvSpPr>
        <p:spPr>
          <a:xfrm>
            <a:off x="2329282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line79"/>
          <p:cNvSpPr/>
          <p:nvPr/>
        </p:nvSpPr>
        <p:spPr>
          <a:xfrm>
            <a:off x="3013862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ine80"/>
          <p:cNvSpPr/>
          <p:nvPr/>
        </p:nvSpPr>
        <p:spPr>
          <a:xfrm>
            <a:off x="3698443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line81"/>
          <p:cNvSpPr/>
          <p:nvPr/>
        </p:nvSpPr>
        <p:spPr>
          <a:xfrm>
            <a:off x="4383024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abel82"/>
          <p:cNvSpPr txBox="1"/>
          <p:nvPr/>
        </p:nvSpPr>
        <p:spPr>
          <a:xfrm>
            <a:off x="3925824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2400" dirty="0"/>
          </a:p>
        </p:txBody>
      </p:sp>
      <p:sp>
        <p:nvSpPr>
          <p:cNvPr id="19" name="S05-line83"/>
          <p:cNvSpPr/>
          <p:nvPr/>
        </p:nvSpPr>
        <p:spPr>
          <a:xfrm>
            <a:off x="5067605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ine84"/>
          <p:cNvSpPr/>
          <p:nvPr/>
        </p:nvSpPr>
        <p:spPr>
          <a:xfrm>
            <a:off x="5752186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line85"/>
          <p:cNvSpPr/>
          <p:nvPr/>
        </p:nvSpPr>
        <p:spPr>
          <a:xfrm>
            <a:off x="6436766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ine86"/>
          <p:cNvSpPr/>
          <p:nvPr/>
        </p:nvSpPr>
        <p:spPr>
          <a:xfrm>
            <a:off x="7121347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5-line87"/>
          <p:cNvSpPr/>
          <p:nvPr/>
        </p:nvSpPr>
        <p:spPr>
          <a:xfrm>
            <a:off x="7805928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abel88"/>
          <p:cNvSpPr txBox="1"/>
          <p:nvPr/>
        </p:nvSpPr>
        <p:spPr>
          <a:xfrm>
            <a:off x="7348728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</a:t>
            </a:r>
            <a:endParaRPr lang="ko-KR" sz="2400" dirty="0"/>
          </a:p>
        </p:txBody>
      </p:sp>
      <p:sp>
        <p:nvSpPr>
          <p:cNvPr id="25" name="S05-line89"/>
          <p:cNvSpPr/>
          <p:nvPr/>
        </p:nvSpPr>
        <p:spPr>
          <a:xfrm>
            <a:off x="8490509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ine90"/>
          <p:cNvSpPr/>
          <p:nvPr/>
        </p:nvSpPr>
        <p:spPr>
          <a:xfrm>
            <a:off x="9175090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5-line91"/>
          <p:cNvSpPr/>
          <p:nvPr/>
        </p:nvSpPr>
        <p:spPr>
          <a:xfrm>
            <a:off x="9859670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5-line92"/>
          <p:cNvSpPr/>
          <p:nvPr/>
        </p:nvSpPr>
        <p:spPr>
          <a:xfrm>
            <a:off x="10544251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line93"/>
          <p:cNvSpPr/>
          <p:nvPr/>
        </p:nvSpPr>
        <p:spPr>
          <a:xfrm>
            <a:off x="11228832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label94"/>
          <p:cNvSpPr txBox="1"/>
          <p:nvPr/>
        </p:nvSpPr>
        <p:spPr>
          <a:xfrm>
            <a:off x="10771632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</a:t>
            </a:r>
            <a:endParaRPr lang="ko-KR" sz="2400" dirty="0"/>
          </a:p>
        </p:txBody>
      </p:sp>
      <p:sp>
        <p:nvSpPr>
          <p:cNvPr id="31" name="S05-mark95"/>
          <p:cNvSpPr/>
          <p:nvPr/>
        </p:nvSpPr>
        <p:spPr>
          <a:xfrm>
            <a:off x="9083650" y="316748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5-line96"/>
          <p:cNvSpPr/>
          <p:nvPr/>
        </p:nvSpPr>
        <p:spPr>
          <a:xfrm flipV="1">
            <a:off x="960120" y="287487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05-line97"/>
          <p:cNvSpPr/>
          <p:nvPr/>
        </p:nvSpPr>
        <p:spPr>
          <a:xfrm>
            <a:off x="960120" y="2874874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5-label98"/>
          <p:cNvSpPr txBox="1"/>
          <p:nvPr/>
        </p:nvSpPr>
        <p:spPr>
          <a:xfrm>
            <a:off x="960120" y="2460346"/>
            <a:ext cx="342290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35" name="S05-line99"/>
          <p:cNvSpPr/>
          <p:nvPr/>
        </p:nvSpPr>
        <p:spPr>
          <a:xfrm flipV="1">
            <a:off x="4383024" y="287487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05-line100"/>
          <p:cNvSpPr/>
          <p:nvPr/>
        </p:nvSpPr>
        <p:spPr>
          <a:xfrm>
            <a:off x="4383024" y="2874874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05-label101"/>
          <p:cNvSpPr txBox="1"/>
          <p:nvPr/>
        </p:nvSpPr>
        <p:spPr>
          <a:xfrm>
            <a:off x="4383024" y="2460346"/>
            <a:ext cx="342290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38" name="S05-line102"/>
          <p:cNvSpPr/>
          <p:nvPr/>
        </p:nvSpPr>
        <p:spPr>
          <a:xfrm flipV="1">
            <a:off x="7805928" y="287487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9" name="S05-line103"/>
          <p:cNvSpPr/>
          <p:nvPr/>
        </p:nvSpPr>
        <p:spPr>
          <a:xfrm>
            <a:off x="7805928" y="2874874"/>
            <a:ext cx="136916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0" name="S05-label104"/>
          <p:cNvSpPr txBox="1"/>
          <p:nvPr/>
        </p:nvSpPr>
        <p:spPr>
          <a:xfrm>
            <a:off x="7805928" y="2460346"/>
            <a:ext cx="136916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 mL</a:t>
            </a:r>
            <a:endParaRPr lang="ko-KR" sz="2400" dirty="0"/>
          </a:p>
        </p:txBody>
      </p:sp>
      <p:sp>
        <p:nvSpPr>
          <p:cNvPr id="41" name="S05-figure105" descr="0부터 3000까지 200씩 눈금이 있는 수직선(단위 mL): 0에서 1000(1 L), 1000에서 2000(1 L), 2000에서 2400(400 mL)으로 뛰기"/>
          <p:cNvSpPr/>
          <p:nvPr/>
        </p:nvSpPr>
        <p:spPr>
          <a:xfrm>
            <a:off x="685800" y="3076042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들이를 어림해요</a:t>
            </a:r>
            <a:endParaRPr lang="ko-KR" sz="4000" dirty="0"/>
          </a:p>
        </p:txBody>
      </p:sp>
      <p:sp>
        <p:nvSpPr>
          <p:cNvPr id="3" name="S06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생수병 2병을 부으면 큰 우유갑이 가득 차요.</a:t>
            </a:r>
            <a:endParaRPr lang="ko-KR" sz="3000" dirty="0"/>
          </a:p>
        </p:txBody>
      </p:sp>
      <p:sp>
        <p:nvSpPr>
          <p:cNvPr id="4" name="S06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적은 양은 mL, 많은 양은 L로 나타내요.</a:t>
            </a:r>
            <a:endParaRPr lang="ko-KR" sz="3000" dirty="0"/>
          </a:p>
        </p:txBody>
      </p:sp>
      <p:graphicFrame>
        <p:nvGraphicFramePr>
          <p:cNvPr id="7" name="S06-table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38506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우유갑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 mL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생수병(작은 것)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 mL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우유갑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양동이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10 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바꾸고 어림해요</a:t>
            </a:r>
            <a:endParaRPr lang="ko-KR" sz="4000" dirty="0"/>
          </a:p>
        </p:txBody>
      </p:sp>
      <p:sp>
        <p:nvSpPr>
          <p:cNvPr id="3" name="S07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□에 알맞은 단위(L, mL)를 써요.</a:t>
            </a:r>
            <a:endParaRPr lang="ko-KR" sz="3000" dirty="0"/>
          </a:p>
        </p:txBody>
      </p:sp>
      <p:sp>
        <p:nvSpPr>
          <p:cNvPr id="4" name="S07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= 1000 mL예요.</a:t>
            </a:r>
            <a:endParaRPr lang="ko-KR" sz="3000" dirty="0"/>
          </a:p>
        </p:txBody>
      </p:sp>
      <p:sp>
        <p:nvSpPr>
          <p:cNvPr id="6" name="S07-chip11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eqtext11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 500 mL = □ mL</a:t>
            </a:r>
            <a:endParaRPr lang="ko-KR" sz="3000" dirty="0"/>
          </a:p>
        </p:txBody>
      </p:sp>
      <p:sp>
        <p:nvSpPr>
          <p:cNvPr id="8" name="S07-chip11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eqtext11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1080 mL = □ L □ mL</a:t>
            </a:r>
            <a:endParaRPr lang="ko-KR" sz="3000" dirty="0"/>
          </a:p>
        </p:txBody>
      </p:sp>
      <p:sp>
        <p:nvSpPr>
          <p:cNvPr id="10" name="S07-chip11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1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하나: 약 200 □</a:t>
            </a:r>
            <a:endParaRPr lang="ko-KR" sz="3000" dirty="0"/>
          </a:p>
        </p:txBody>
      </p:sp>
      <p:sp>
        <p:nvSpPr>
          <p:cNvPr id="12" name="S07-chip11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12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어항: 약 20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50 mL는 몇 mL일까요?</a:t>
            </a:r>
            <a:endParaRPr lang="ko-KR" sz="3000" dirty="0"/>
          </a:p>
        </p:txBody>
      </p:sp>
      <p:sp>
        <p:nvSpPr>
          <p:cNvPr id="5" name="S08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1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150 mL</a:t>
            </a:r>
            <a:endParaRPr lang="ko-KR" sz="2400" dirty="0"/>
          </a:p>
        </p:txBody>
      </p:sp>
      <p:sp>
        <p:nvSpPr>
          <p:cNvPr id="8" name="S08-text12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50을 붙여 썼어요.</a:t>
            </a:r>
            <a:endParaRPr lang="ko-KR" sz="3000" dirty="0"/>
          </a:p>
        </p:txBody>
      </p:sp>
      <p:sp>
        <p:nvSpPr>
          <p:cNvPr id="9" name="S08-chip12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1050 mL</a:t>
            </a:r>
            <a:endParaRPr lang="ko-KR" sz="2400" dirty="0"/>
          </a:p>
        </p:txBody>
      </p:sp>
      <p:sp>
        <p:nvSpPr>
          <p:cNvPr id="10" name="S08-text12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 + 50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1050 mL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들이의 덧셈</a:t>
            </a:r>
            <a:endParaRPr lang="ko-KR" sz="4000" dirty="0"/>
          </a:p>
        </p:txBody>
      </p:sp>
      <p:sp>
        <p:nvSpPr>
          <p:cNvPr id="3" name="S09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600 mL + 2 L 700 mL를 세로로 계산해요.</a:t>
            </a:r>
            <a:endParaRPr lang="ko-KR" sz="3000" dirty="0"/>
          </a:p>
        </p:txBody>
      </p:sp>
      <p:sp>
        <p:nvSpPr>
          <p:cNvPr id="4" name="S09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mL는 1 L로 받아올려요.</a:t>
            </a:r>
            <a:endParaRPr lang="ko-KR" sz="3000" dirty="0"/>
          </a:p>
        </p:txBody>
      </p:sp>
      <p:graphicFrame>
        <p:nvGraphicFramePr>
          <p:cNvPr id="10" name="S09-table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133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134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mL: 600 + 700 = 1300</a:t>
            </a:r>
            <a:endParaRPr lang="ko-KR" sz="3000" dirty="0"/>
          </a:p>
        </p:txBody>
      </p:sp>
      <p:sp>
        <p:nvSpPr>
          <p:cNvPr id="9" name="S09-stepno135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136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1300 mL = 1 L 300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300을 쓰고 1 L를 올려요.</a:t>
            </a:r>
            <a:endParaRPr lang="ko-KR" sz="3000" dirty="0"/>
          </a:p>
        </p:txBody>
      </p:sp>
      <p:sp>
        <p:nvSpPr>
          <p:cNvPr id="11" name="S09-stepno137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138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L: 1 + 1 + 2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들이의 뺄셈</a:t>
            </a:r>
            <a:endParaRPr lang="ko-KR" sz="4000" dirty="0"/>
          </a:p>
        </p:txBody>
      </p:sp>
      <p:sp>
        <p:nvSpPr>
          <p:cNvPr id="3" name="S10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L 200 mL − 1 L 500 mL를 세로로 계산해요.</a:t>
            </a:r>
            <a:endParaRPr lang="ko-KR" sz="3000" dirty="0"/>
          </a:p>
        </p:txBody>
      </p:sp>
      <p:sp>
        <p:nvSpPr>
          <p:cNvPr id="4" name="S10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L는 1000 mL예요.</a:t>
            </a:r>
            <a:endParaRPr lang="ko-KR" sz="3000" dirty="0"/>
          </a:p>
        </p:txBody>
      </p:sp>
      <p:graphicFrame>
        <p:nvGraphicFramePr>
          <p:cNvPr id="11" name="S10-table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143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144"/>
          <p:cNvSpPr txBox="1"/>
          <p:nvPr/>
        </p:nvSpPr>
        <p:spPr>
          <a:xfrm>
            <a:off x="1325880" y="2197608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mL: 200에서 500을 뺄 수 없어요.</a:t>
            </a:r>
            <a:endParaRPr lang="ko-KR" sz="3000" dirty="0"/>
          </a:p>
        </p:txBody>
      </p:sp>
      <p:sp>
        <p:nvSpPr>
          <p:cNvPr id="9" name="S10-stepno145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146"/>
          <p:cNvSpPr txBox="1"/>
          <p:nvPr/>
        </p:nvSpPr>
        <p:spPr>
          <a:xfrm>
            <a:off x="1325880" y="32918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L를 1000 mL로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+ 200 − 500 = 700</a:t>
            </a:r>
            <a:endParaRPr lang="ko-KR" sz="3000" dirty="0"/>
          </a:p>
        </p:txBody>
      </p:sp>
      <p:sp>
        <p:nvSpPr>
          <p:cNvPr id="11" name="S10-stepno147"/>
          <p:cNvSpPr txBox="1"/>
          <p:nvPr/>
        </p:nvSpPr>
        <p:spPr>
          <a:xfrm>
            <a:off x="548640" y="438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148"/>
          <p:cNvSpPr txBox="1"/>
          <p:nvPr/>
        </p:nvSpPr>
        <p:spPr>
          <a:xfrm>
            <a:off x="1325880" y="43860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L: 2 − 1 =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11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mL가 되면 1 L로 올려요.</a:t>
            </a:r>
            <a:endParaRPr lang="ko-KR" sz="3000" dirty="0"/>
          </a:p>
        </p:txBody>
      </p:sp>
      <p:graphicFrame>
        <p:nvGraphicFramePr>
          <p:cNvPr id="12" name="S11-table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152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세로로</a:t>
            </a:r>
            <a:endParaRPr lang="ko-KR" sz="2400" dirty="0"/>
          </a:p>
        </p:txBody>
      </p:sp>
      <p:sp>
        <p:nvSpPr>
          <p:cNvPr id="7" name="S11-chip15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15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 400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L 300 mL</a:t>
            </a:r>
            <a:endParaRPr lang="ko-KR" sz="3000" dirty="0"/>
          </a:p>
        </p:txBody>
      </p:sp>
      <p:sp>
        <p:nvSpPr>
          <p:cNvPr id="9" name="S11-chip15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15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800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+ 500 mL</a:t>
            </a:r>
            <a:endParaRPr lang="ko-KR" sz="3000" dirty="0"/>
          </a:p>
        </p:txBody>
      </p:sp>
      <p:sp>
        <p:nvSpPr>
          <p:cNvPr id="11" name="S11-chip15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15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L 100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 L 600 mL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세로로 써서 계산해요.</a:t>
            </a:r>
            <a:endParaRPr lang="ko-KR" sz="3000" dirty="0"/>
          </a:p>
        </p:txBody>
      </p:sp>
      <p:sp>
        <p:nvSpPr>
          <p:cNvPr id="4" name="S12-chip16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16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L 40 mL = □ mL</a:t>
            </a:r>
            <a:endParaRPr lang="ko-KR" sz="3000" dirty="0"/>
          </a:p>
        </p:txBody>
      </p:sp>
      <p:sp>
        <p:nvSpPr>
          <p:cNvPr id="6" name="S12-chip16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16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2700 mL = □ L □ mL</a:t>
            </a:r>
            <a:endParaRPr lang="ko-KR" sz="3000" dirty="0"/>
          </a:p>
        </p:txBody>
      </p:sp>
      <p:sp>
        <p:nvSpPr>
          <p:cNvPr id="8" name="S12-chip16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16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 750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L 450 mL</a:t>
            </a:r>
            <a:endParaRPr lang="ko-KR" sz="3000" dirty="0"/>
          </a:p>
        </p:txBody>
      </p:sp>
      <p:sp>
        <p:nvSpPr>
          <p:cNvPr id="10" name="S12-chip16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16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L 100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− 1 L 400 mL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어림은?</a:t>
            </a:r>
            <a:endParaRPr lang="ko-KR" sz="4000" dirty="0"/>
          </a:p>
        </p:txBody>
      </p:sp>
      <p:sp>
        <p:nvSpPr>
          <p:cNvPr id="3" name="S14-text1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생수병(작은 것) 하나의 들이는?</a:t>
            </a:r>
            <a:endParaRPr lang="ko-KR" sz="3000" dirty="0"/>
          </a:p>
        </p:txBody>
      </p:sp>
      <p:sp>
        <p:nvSpPr>
          <p:cNvPr id="4" name="S14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까닭을 말해요.</a:t>
            </a:r>
            <a:endParaRPr lang="ko-KR" sz="3000" dirty="0"/>
          </a:p>
        </p:txBody>
      </p:sp>
      <p:sp>
        <p:nvSpPr>
          <p:cNvPr id="6" name="S14-chip17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bigtext172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 mL</a:t>
            </a:r>
            <a:endParaRPr lang="ko-KR" sz="4400" dirty="0"/>
          </a:p>
        </p:txBody>
      </p:sp>
      <p:sp>
        <p:nvSpPr>
          <p:cNvPr id="8" name="S14-chip17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4-bigtext174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 mL</a:t>
            </a:r>
            <a:endParaRPr lang="ko-KR" sz="4400" dirty="0"/>
          </a:p>
        </p:txBody>
      </p:sp>
      <p:sp>
        <p:nvSpPr>
          <p:cNvPr id="10" name="S14-chip17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4-bigtext176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 L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= 1000 mL예요. L는 L끼리, mL는 mL끼리 계산해요.</a:t>
            </a:r>
            <a:endParaRPr lang="ko-KR" sz="3000" dirty="0"/>
          </a:p>
        </p:txBody>
      </p:sp>
      <p:sp>
        <p:nvSpPr>
          <p:cNvPr id="5" name="S15-chip17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1000 mL는 1 L로 올리기</a:t>
            </a:r>
            <a:endParaRPr lang="ko-KR" sz="2400" dirty="0"/>
          </a:p>
        </p:txBody>
      </p:sp>
      <p:sp>
        <p:nvSpPr>
          <p:cNvPr id="6" name="S15-chip18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 L 50 mL = 150 mL</a:t>
            </a:r>
            <a:endParaRPr lang="ko-KR" sz="2400" dirty="0"/>
          </a:p>
        </p:txBody>
      </p:sp>
      <p:sp>
        <p:nvSpPr>
          <p:cNvPr id="7" name="S15-text18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8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 L 300 mL는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mL?</a:t>
            </a:r>
            <a:endParaRPr lang="ko-KR" sz="2400" dirty="0"/>
          </a:p>
        </p:txBody>
      </p:sp>
      <p:sp>
        <p:nvSpPr>
          <p:cNvPr id="9" name="S15-text18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 L 700 mL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+ 600 mL는?</a:t>
            </a:r>
            <a:endParaRPr lang="ko-KR" sz="2400" dirty="0"/>
          </a:p>
        </p:txBody>
      </p:sp>
      <p:sp>
        <p:nvSpPr>
          <p:cNvPr id="10" name="S15-text18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물병 하나는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 L? mL?</a:t>
            </a:r>
            <a:endParaRPr lang="ko-KR" sz="2400" dirty="0"/>
          </a:p>
        </p:txBody>
      </p:sp>
      <p:sp>
        <p:nvSpPr>
          <p:cNvPr id="11" name="S15-text1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무게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들이 비교하기</a:t>
            </a:r>
            <a:endParaRPr lang="ko-KR" sz="4000" dirty="0"/>
          </a:p>
        </p:txBody>
      </p:sp>
      <p:sp>
        <p:nvSpPr>
          <p:cNvPr id="3" name="S16-text1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컵으로 물을 몇 번 부었는지 세어요.</a:t>
            </a:r>
            <a:endParaRPr lang="ko-KR" sz="3000" dirty="0"/>
          </a:p>
        </p:txBody>
      </p:sp>
      <p:sp>
        <p:nvSpPr>
          <p:cNvPr id="4" name="S16-card1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컵으로 더 많이 부은 가 그릇의 들이가 더 많아요.</a:t>
            </a:r>
            <a:endParaRPr lang="ko-KR" sz="3000" dirty="0"/>
          </a:p>
        </p:txBody>
      </p:sp>
      <p:sp>
        <p:nvSpPr>
          <p:cNvPr id="6" name="S16-dot189"/>
          <p:cNvSpPr/>
          <p:nvPr/>
        </p:nvSpPr>
        <p:spPr>
          <a:xfrm>
            <a:off x="16573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6-dot190"/>
          <p:cNvSpPr/>
          <p:nvPr/>
        </p:nvSpPr>
        <p:spPr>
          <a:xfrm>
            <a:off x="23431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6-dot191"/>
          <p:cNvSpPr/>
          <p:nvPr/>
        </p:nvSpPr>
        <p:spPr>
          <a:xfrm>
            <a:off x="30289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6-dot192"/>
          <p:cNvSpPr/>
          <p:nvPr/>
        </p:nvSpPr>
        <p:spPr>
          <a:xfrm>
            <a:off x="37147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6-dot193"/>
          <p:cNvSpPr/>
          <p:nvPr/>
        </p:nvSpPr>
        <p:spPr>
          <a:xfrm>
            <a:off x="44005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6-figure194" descr="점 5개(가 그릇을 채운 컵 5번)"/>
          <p:cNvSpPr/>
          <p:nvPr/>
        </p:nvSpPr>
        <p:spPr>
          <a:xfrm>
            <a:off x="1527048" y="2980944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16-label195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그릇: 컵 5번</a:t>
            </a:r>
            <a:endParaRPr lang="ko-KR" sz="2400" dirty="0"/>
          </a:p>
        </p:txBody>
      </p:sp>
      <p:sp>
        <p:nvSpPr>
          <p:cNvPr id="13" name="S16-dot196"/>
          <p:cNvSpPr/>
          <p:nvPr/>
        </p:nvSpPr>
        <p:spPr>
          <a:xfrm>
            <a:off x="8049006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6-dot197"/>
          <p:cNvSpPr/>
          <p:nvPr/>
        </p:nvSpPr>
        <p:spPr>
          <a:xfrm>
            <a:off x="8734806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6-dot198"/>
          <p:cNvSpPr/>
          <p:nvPr/>
        </p:nvSpPr>
        <p:spPr>
          <a:xfrm>
            <a:off x="9420606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6-figure199" descr="점 3개(나 그릇을 채운 컵 3번)"/>
          <p:cNvSpPr/>
          <p:nvPr/>
        </p:nvSpPr>
        <p:spPr>
          <a:xfrm>
            <a:off x="7918704" y="2980944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6-label200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그릇: 컵 3번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들이</dc:title>
  <dc:subject>KR22-G03-MAT-LITER-L01</dc:subject>
  <dc:creator>education-ppt</dc:creator>
  <cp:lastModifiedBy>education-ppt</cp:lastModifiedBy>
  <cp:revision>1</cp:revision>
  <dcterms:created xsi:type="dcterms:W3CDTF">2026-10-26T07:42:29Z</dcterms:created>
  <dcterms:modified xsi:type="dcterms:W3CDTF">2026-10-26T07:42:29Z</dcterms:modified>
</cp:coreProperties>
</file>