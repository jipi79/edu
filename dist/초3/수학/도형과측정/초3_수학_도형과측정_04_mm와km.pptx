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b7d9524-b806-4d3c-ccaf-d7e8f29d0caf}">
          <p14:sldIdLst>
            <p14:sldId id="256"/>
            <p14:sldId id="257"/>
          </p14:sldIdLst>
        </p14:section>
        <p14:section name="개념" id="{88e4973b-13f1-3630-34ce-1d6a8dcecf71}">
          <p14:sldIdLst>
            <p14:sldId id="258"/>
            <p14:sldId id="259"/>
            <p14:sldId id="263"/>
            <p14:sldId id="264"/>
          </p14:sldIdLst>
        </p14:section>
        <p14:section name="연습" id="{bb9fbbb5-923b-0489-7c3f-d1cc84980319}">
          <p14:sldIdLst>
            <p14:sldId id="260"/>
            <p14:sldId id="261"/>
            <p14:sldId id="262"/>
            <p14:sldId id="265"/>
            <p14:sldId id="266"/>
          </p14:sldIdLst>
        </p14:section>
        <p14:section name="개념" id="{9bfbe257-2bee-0a7f-b069-d2b48a591b55}">
          <p14:sldIdLst/>
        </p14:section>
        <p14:section name="연습" id="{c8c26e40-671f-cc19-980e-8922ba38dff8}">
          <p14:sldIdLst/>
        </p14:section>
        <p14:section name="확인" id="{22bf0377-8e65-02a8-3234-d41cd9de2949}">
          <p14:sldIdLst>
            <p14:sldId id="267"/>
            <p14:sldId id="268"/>
            <p14:sldId id="269"/>
          </p14:sldIdLst>
        </p14:section>
        <p14:section name="정리" id="{a7b7cc70-198a-de6f-7fa5-0481bfb4bbc7}">
          <p14:sldIdLst>
            <p14:sldId id="270"/>
          </p14:sldIdLst>
        </p14:section>
        <p14:section name="보충" id="{16132d21-039a-5e25-a203-59f5ec319575}">
          <p14:sldIdLst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할 일을 알려 주고, 1 cm보다 짧은 길이와 아주 먼 거리를 나타낼 단위가 필요하다는 것을 느끼게 합니다.
시간: 약 2분
이렇게 말해 보세요
- “오른쪽 막대는 2 cm보다 길고 3 cm보다 짧아. 몇 cm라고 말해야 할까?”
- “집에서 학교까지처럼 아주 먼 거리를 cm로 말하면 어떨까?”
예상 답
- “2 cm쯤이요.” “2 cm 반이요.”
- “수가 너무 커져요.”
막히면
- 답을 확인하지 않고 넘어갑니다. S03과 S08에서 배웁니다.
주의
- 오늘은 mm 눈금(작은 눈금)이 있는 30 cm 자를 씁니다. 지우개, 클립, 연필 같은 작은 물건도 준비합니다.
- 자의 작은 눈금이 아이 눈에 잘 보이도록 밝은 곳에서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확인(cm와 m)]
목적: 2학년에서 배운 1 m = 100 cm, 몇 m 몇 cm를 몇 cm로 바꾸기, 자로 cm 재기를 할 수 있는지 확인합니다.
시간: 약 3분
이렇게 말해 보세요
- “①은 1 m가 몇 cm인지, ②는 2 m 30 cm가 몇 cm인지 말해 줘.”
- “③의 연필은 몇 cm야? 어떻게 읽었어?”
정답
- ① 100
- ② 230
- ③ 6 cm (0에서 6까지)
막히면
- ②는 2 m = 200 cm를 먼저 말하게 한 뒤 30을 더합니다.
- 두 개 이상 틀리면 S16(보충)을 먼저 합니다. 보충으로도 어려우면 초2 ‘m와 cm’(KR22-G02-MAT-METER-L01)와 ‘길이 재기’(KR22-G02-MAT-CM-L01)를 다시 합니다.
주의
- 계획상 바로 앞 차시는 ‘원의 중심·반지름·지름’(KR22-G03-MAT-CIRCLE-L01)이지만, 오늘 직접 필요한 것은 2학년의 cm와 m입니다.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1 mm의 뜻]
목적: 자의 작은 눈금 한 칸이 1 mm이고, 1 cm = 10 mm라는 것을 압니다.
시간: 약 2분
이렇게 말해 보세요
- “자의 0과 1 사이에 작은 눈금이 몇 칸 있어? 하나씩 세어 볼까?”
- “1 cm를 똑같이 10칸으로 나눈 한 칸을 ‘1 밀리미터’라고 하고 1 mm라고 써.”
예상 답
- “10칸이요.” “1 cm는 10 mm예요.”
막히면
- 실제 자에서 0과 1 사이의 작은 칸을 연필 끝으로 하나씩 짚으며 셉니다. 5칸째에 조금 긴 눈금이 있는 것도 함께 봅니다.
주의
- 1 mm는 아주 짧습니다. 자의 작은 칸 하나, 또는 동전의 두께쯤이라고 말해 주면 느낌을 잡기 쉽습니다(동전 두께는 1~2 mm로 종류마다 조금 다릅니다).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몇 cm 몇 mm 읽기]
목적: 물건의 끝이 cm 눈금 사이에 있을 때 큰 눈금(cm)과 작은 눈금(mm)을 함께 읽어 ‘몇 cm 몇 mm’로 나타내고, 몇 mm로도 바꿉니다.
시간: 약 3분
이렇게 말해 보세요
- “지우개의 끝은 4와 5 사이에 있어. 먼저 큰 눈금으로 몇 cm야? 그다음 작은 눈금은 몇 칸 더 갔어?”
- “4 cm는 몇 mm야? 그러면 4 cm 3 mm는 모두 몇 mm일까?”
예상 답
- “4 cm하고 작은 칸 3개요. 4 cm 3 mm예요.” “43 mm예요.”
막히면
- 실제 지우개를 자의 0에 맞추어 재어 봅니다. 큰 눈금을 먼저 읽고, 남은 작은 칸을 셉니다.
주의
- 4 cm 3 mm를 ‘4.3 cm’로 쓰는 것은 소수를 배운 뒤 4학년 이후에 다룹니다. 오늘은 ‘몇 cm 몇 mm’와 ‘몇 mm’만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안내받는 연습(자로 재어 읽기)]
목적: 도움을 받으며 자의 그림에서 길이를 몇 cm 몇 mm로 읽고, 한끝이 0이 아닌 곳에 있을 때도 길이를 구합니다.
시간: 약 3분
이렇게 말해 보세요
- “가는 0에서 시작해. 끝은 몇 cm 몇 mm 눈금에 있어?”
- “나는 0이 아니라 1에서 시작해. 1에서 몇 cm, 몇 mm 더 갔는지 세어 볼까?”
정답
- 가: 3 cm 7 mm(37 mm)
- 나: 4 cm 2 mm(42 mm). 끝 눈금은 5 cm 2 mm이지만 1에서 시작했으므로 1 cm를 빼야 합니다.
막히면
- 나는 1부터 큰 눈금을 손가락으로 ‘1 cm, 2 cm, 3 cm, 4 cm’ 하고 뛰어 센 뒤, 남은 작은 칸 2개를 셉니다.
주의
- 나를 5 cm 2 mm라고 하면 끝의 눈금만 읽은 것입니다(M3). 한끝이 0에 있지 않으면 시작 눈금부터 셉니다.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안내받는 연습(cm·mm 바꾸기)]
목적: 도움을 받으며 몇 cm 몇 mm를 몇 mm로, 몇 mm를 몇 cm 몇 mm로 바꿉니다.
시간: 약 3분
이렇게 말해 보세요
- “①의 4 cm는 몇 mm야? 거기에 2 mm를 더하면?”
- “②의 65 mm에는 10 mm가 몇 번 들어 있어? 남는 것은?”
정답
- ① 42
- ② 6, 5
- ③ 80
- ④ 10, 7
막히면
- 10 mm 묶음을 바둑돌 10개 묶음처럼 생각합니다. 65 mm는 10 mm 묶음 6개와 낱개 5 mm입니다.
주의
- ④는 10 cm 7 mm입니다. 100 mm가 10 cm라는 것을 함께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오개념 비교(1 cm = 100 mm?)]
목적: m와 cm의 관계(100)를 cm와 mm에 잘못 적용하는 실수를 찾고, 1 cm = 10 mm로 설명합니다(M2).
시간: 약 2분
이렇게 말해 보세요
- “토끼와 곰의 답이 달라. 누가 맞았을까?”
- “1 cm 안에 작은 눈금이 몇 칸이었지?”
예상 답
- “토끼요. 1 cm는 10 mm라서 5 cm는 50 mm예요.”
정답
- 토끼가 맞습니다. 1 cm = 10 mm이므로 5 cm = 50 mm, 50 + 8 = 58, 58 mm입니다.
- 곰은 1 m = 100 cm와 헷갈렸습니다. 508 mm는 50 cm 8 mm로 훨씬 깁니다.
막히면
- 자에서 5 cm 8 mm 눈금을 찾아 0부터 작은 칸을 10칸씩 세어 봅니다(10, 20, 30, 40, 50, 그리고 8칸).
주의
- 여기까지가 목표 ①입니다. 지치면 여기서 쉬고, 다음에 S08부터 이어도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1 km의 뜻과 어림]
목적: 1000 m를 1 km라고 하고, 1 km가 어느 정도의 거리인지 몸으로 어림합니다.
시간: 약 3분
이렇게 말해 보세요
- “100 m씩 뛰어 세어 볼까? 100, 200 … 1000. 1000 m를 ‘1 킬로미터’라고 하고 1 km라고 써.”
- “1 km를 걸으면 얼마나 걸릴까? 우리 집에서 1 km쯤 떨어진 곳은 어디일까?”
예상 답
- “1000 m요.” “15분쯤이요.” “학교요.”
막히면
- 운동장 한 바퀴가 몇 m인지 알면(예: 200 m) 몇 바퀴를 돌아야 1 km인지 함께 셉니다(200 m라면 5바퀴).
주의
- 걸어서 걸리는 시간은 사람마다 다릅니다. 어른은 1 km를 보통 12~15분, 아이는 15~20분쯤 걷습니다. ‘약’이라는 말을 붙여 어림합니다.
- 길에서 실제로 걸어 보는 활동은 부모와 함께 안전한 길에서만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몇 km 몇 m]
목적: 1 km보다 먼 거리를 ‘몇 km 몇 m’로 나타내고, 몇 m로 바꿉니다.
시간: 약 3분
이렇게 말해 보세요
- “1 km씩 두 번 뛰고 300 m를 더 갔어. 몇 km 몇 m라고 할까?”
- “2 km는 몇 m야? 그러면 2 km 300 m는 모두 몇 m야?”
예상 답
- “2 km 300 m예요.” “2000 m, 모두 2300 m예요.”
막히면
- 수직선의 1000, 2000 눈금을 짚으며 ‘1 km, 2 km’라고 말하고, 남은 300 m를 더합니다.
주의
- 2 km 50 m처럼 m가 두 자리이면 2050 m(0을 빠뜨리지 않음)입니다(M4). S10에서 연습합니다.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안내받는 연습(km·m 바꾸기)]
목적: 도움을 받으며 몇 km 몇 m와 몇 m를 서로 바꿉니다.
시간: 약 3분
이렇게 말해 보세요
- “①의 3 km는 몇 m야? 400 m를 더하면?”
- “③은 2 km 50 m야. 2000에 50을 더하면 몇이야?”
정답
- ① 3400
- ② 1, 500
- ③ 2050
- ④ 4, 80
막히면
- 자릿값 표(천·백·십·일)에 써 보게 합니다. 2050은 천의 자리 2, 백의 자리 0, 십의 자리 5, 일의 자리 0입니다.
주의
- ③을 250 m나 2500 m로 쓰면 0을 빠뜨리거나 잘못 붙인 것입니다(M4).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알맞은 단위로 어림하기]
목적: 생활 속 길이와 거리에 알맞은 단위(mm, cm, m, km)를 골라 어림합니다.
시간: 약 3분
이렇게 말해 보세요
- “개미가 5 cm라면 얼마나 클까? 손가락으로 크기를 만들어 볼래?”
- “걸어서 20분 거리는 1 m일까, 1 km일까?”
정답
- ① mm
- ② cm
- ③ m
- ④ km
막히면
- 단위를 하나씩 넣어 보고 “그만큼이면 말이 돼?”라고 묻습니다. 자로 5 mm, 5 cm를 보여 주며 비교합니다.
주의
- 어림한 길이는 정확하지 않아도 됩니다. 단위를 바르게 고르고 까닭을 말하면 성공입니다.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혼자 해결]
목적: 도움 없이 자의 눈금을 몇 cm 몇 mm로 읽고 mm로 바꾸며(목표 ①), km와 m를 바꾸는지(목표 ②) 확인합니다.
시간: 약 4분
이렇게 말해 보세요
- “이번에는 혼자 해 볼래? 다 하면 어떻게 했는지 말해 줘.”
정답
- ① 2 cm 8 mm(28 mm)
- ② 73
- ③ 4060
- ④ 2, 500
막히면
- 바로 알려 주지 말고 “1 cm는 몇 mm였지?”, “1 km는 몇 m였지?”라고만 묻습니다.
- 도움을 받아 해결했다면 기록표에 ‘도움’으로 표시합니다.
주의
- ③을 460 m라고 하면 4 km를 400 m로 착각한 것입니다. 4 km = 4000 m를 다시 확인합니다.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정답과 피드백]
목적: 아이의 답을 함께 확인하고 흔한 실수를 바로잡습니다. 수업용에만 있는 장입니다.
시간: 약 2분
이렇게 말해 보세요
- “네 답과 같은지 볼까? 다르면 같이 다시 바꾸어 보자.”
정답
- ① 2 cm 8 mm(28 mm) ② 73 ③ 4060 ④ 2, 500
막히면
- ①이 틀렸으면 S04를, ②가 틀렸으면 S06·S07을, ③④가 틀렸으면 S09·S10을 다시 봅니다.
주의
- 이 장은 학생용 파일에는 없습니다. 아이와 함께 볼 때는 슬라이드 쇼로 보여 줍니다.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마무리 확인(거리 비교)]
목적: 단위가 다르게 쓰인 두 거리를 같은 단위로 바꾸어 비교하는지 확인합니다.
시간: 약 2분
이렇게 말해 보세요
- “학교와 도서관 중 어디가 더 멀까? 두 거리를 같은 단위로 바꾸어 볼래?”
정답
- 가(학교). 1 km 200 m = 1200 m이고, 1200 m가 1150 m보다 깁니다.
막히면
- “1 km 200 m는 몇 m야?”라고 먼저 묻습니다.
주의
- 나를 고르면 1150이 1200보다 커 보였거나 1 km 200 m를 1200 m로 바꾸지 않은 것입니다.
- 까닭까지 말하면 목표 ② 확인 완료입니다.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[S15 · 정리와 다음 수업 복습]
목적: 핵심을 정리하고 다음 수업 첫 5분에 풀 복습 문제를 알려 줍니다.
시간: 약 2분
이렇게 말해 보세요
- “1 cm는 몇 mm야? 1 km는 몇 m야?”
- “집에서 1 km쯤 떨어진 곳을 하나 말해 볼래?”
예상 답
- “10 mm요.” “1000 m요.”
정답
- ① 64 mm
- ② 3020 m
- ③ 1000 m
막히면
- S03과 S08을 다시 보여 줍니다.
주의
- 복습 세 문제는 다음 수업을 시작할 때 활동지 마지막 쪽과 함께 풉니다.
- 길이의 덧셈·뺄셈(예: 3 cm 5 mm + 2 cm 8 mm)은 ‘길이의 덧셈과 뺄셈’ 차시에서 배웁니다.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[S16 · 선수 학습 보충(cm 재기와 1 m = 100 cm)]
목적: S02에서 cm 재기나 m와 cm가 흔들리면, 오늘 내용 전에 자의 큰 눈금 읽기와 1 m = 100 cm를 다시 익힙니다.
시간: 약 5분
이렇게 말해 보세요
- “크레파스의 한끝을 0에 맞추었어. 다른 끝은 몇에 있어? 그래서 몇 cm야?”
- “1 m 자(줄자)가 있으면 100까지 함께 세어 보자.”
정답
- 크레파스 7 cm, 1 m = 100 cm
막히면
- 실제 크레파스나 연필을 자에 대고 재어 봅니다. 한끝을 0에 맞추는지 먼저 봅니다.
주의
- 보충으로도 어려우면 초2 ‘길이 재기’(KR22-G02-MAT-CM-L01), ‘m와 cm’(KR22-G02-MAT-METER-L01)을 먼저 다시 합니다. 계획상 바로 앞 차시는 ‘원의 중심·반지름·지름’(KR22-G03-MAT-CIRCLE-L01)입니다.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도형과측정 · 4차시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mm와 km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수학 · mm와 km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수학 · mm와 km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mm와 km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아주 짧은 길이와 아주 먼 거리는 어떻게 나타낼까?</a:t>
            </a:r>
            <a:endParaRPr lang="ko-KR" sz="30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작은 눈금이 있는 4 cm 자와 2 cm 5 mm 막대"/>
          <p:cNvSpPr/>
          <p:nvPr/>
        </p:nvSpPr>
        <p:spPr>
          <a:xfrm>
            <a:off x="7772400" y="1907858"/>
            <a:ext cx="3749040" cy="1054417"/>
          </a:xfrm>
          <a:custGeom>
            <a:avLst/>
            <a:gdLst/>
            <a:ahLst/>
            <a:cxnLst/>
            <a:rect l="l" t="t" r="r" b="b"/>
            <a:pathLst>
              <a:path w="3749040" h="1054417">
                <a:moveTo>
                  <a:pt x="0" y="0"/>
                </a:moveTo>
                <a:lnTo>
                  <a:pt x="3749040" y="0"/>
                </a:lnTo>
                <a:lnTo>
                  <a:pt x="3749040" y="1054417"/>
                </a:lnTo>
                <a:lnTo>
                  <a:pt x="0" y="105441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808482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" name="S01-label5"/>
          <p:cNvSpPr txBox="1"/>
          <p:nvPr/>
        </p:nvSpPr>
        <p:spPr>
          <a:xfrm>
            <a:off x="792937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" name="S01-mark6"/>
          <p:cNvSpPr/>
          <p:nvPr/>
        </p:nvSpPr>
        <p:spPr>
          <a:xfrm>
            <a:off x="816292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01-mark7"/>
          <p:cNvSpPr/>
          <p:nvPr/>
        </p:nvSpPr>
        <p:spPr>
          <a:xfrm>
            <a:off x="824103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01-mark8"/>
          <p:cNvSpPr/>
          <p:nvPr/>
        </p:nvSpPr>
        <p:spPr>
          <a:xfrm>
            <a:off x="831913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1-mark9"/>
          <p:cNvSpPr/>
          <p:nvPr/>
        </p:nvSpPr>
        <p:spPr>
          <a:xfrm>
            <a:off x="839724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1-mark10"/>
          <p:cNvSpPr/>
          <p:nvPr/>
        </p:nvSpPr>
        <p:spPr>
          <a:xfrm>
            <a:off x="8475345" y="1907858"/>
            <a:ext cx="0" cy="2733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1-mark11"/>
          <p:cNvSpPr/>
          <p:nvPr/>
        </p:nvSpPr>
        <p:spPr>
          <a:xfrm>
            <a:off x="855345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1-mark12"/>
          <p:cNvSpPr/>
          <p:nvPr/>
        </p:nvSpPr>
        <p:spPr>
          <a:xfrm>
            <a:off x="863155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1-mark13"/>
          <p:cNvSpPr/>
          <p:nvPr/>
        </p:nvSpPr>
        <p:spPr>
          <a:xfrm>
            <a:off x="870966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1-mark14"/>
          <p:cNvSpPr/>
          <p:nvPr/>
        </p:nvSpPr>
        <p:spPr>
          <a:xfrm>
            <a:off x="878776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1-mark15"/>
          <p:cNvSpPr/>
          <p:nvPr/>
        </p:nvSpPr>
        <p:spPr>
          <a:xfrm>
            <a:off x="886587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8" name="S01-label17"/>
          <p:cNvSpPr txBox="1"/>
          <p:nvPr/>
        </p:nvSpPr>
        <p:spPr>
          <a:xfrm>
            <a:off x="871042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9" name="S01-mark18"/>
          <p:cNvSpPr/>
          <p:nvPr/>
        </p:nvSpPr>
        <p:spPr>
          <a:xfrm>
            <a:off x="894397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1-mark19"/>
          <p:cNvSpPr/>
          <p:nvPr/>
        </p:nvSpPr>
        <p:spPr>
          <a:xfrm>
            <a:off x="902208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1-mark20"/>
          <p:cNvSpPr/>
          <p:nvPr/>
        </p:nvSpPr>
        <p:spPr>
          <a:xfrm>
            <a:off x="910018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1-mark21"/>
          <p:cNvSpPr/>
          <p:nvPr/>
        </p:nvSpPr>
        <p:spPr>
          <a:xfrm>
            <a:off x="917829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1-mark22"/>
          <p:cNvSpPr/>
          <p:nvPr/>
        </p:nvSpPr>
        <p:spPr>
          <a:xfrm>
            <a:off x="9256395" y="1907858"/>
            <a:ext cx="0" cy="2733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1-mark23"/>
          <p:cNvSpPr/>
          <p:nvPr/>
        </p:nvSpPr>
        <p:spPr>
          <a:xfrm>
            <a:off x="933450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1-mark24"/>
          <p:cNvSpPr/>
          <p:nvPr/>
        </p:nvSpPr>
        <p:spPr>
          <a:xfrm>
            <a:off x="941260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1-mark25"/>
          <p:cNvSpPr/>
          <p:nvPr/>
        </p:nvSpPr>
        <p:spPr>
          <a:xfrm>
            <a:off x="949071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1-mark26"/>
          <p:cNvSpPr/>
          <p:nvPr/>
        </p:nvSpPr>
        <p:spPr>
          <a:xfrm>
            <a:off x="956881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1-mark27"/>
          <p:cNvSpPr/>
          <p:nvPr/>
        </p:nvSpPr>
        <p:spPr>
          <a:xfrm>
            <a:off x="964692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1-label29"/>
          <p:cNvSpPr txBox="1"/>
          <p:nvPr/>
        </p:nvSpPr>
        <p:spPr>
          <a:xfrm>
            <a:off x="949147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0" name="S01-mark30"/>
          <p:cNvSpPr/>
          <p:nvPr/>
        </p:nvSpPr>
        <p:spPr>
          <a:xfrm>
            <a:off x="972502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1-mark31"/>
          <p:cNvSpPr/>
          <p:nvPr/>
        </p:nvSpPr>
        <p:spPr>
          <a:xfrm>
            <a:off x="980313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1-mark32"/>
          <p:cNvSpPr/>
          <p:nvPr/>
        </p:nvSpPr>
        <p:spPr>
          <a:xfrm>
            <a:off x="988123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1-mark33"/>
          <p:cNvSpPr/>
          <p:nvPr/>
        </p:nvSpPr>
        <p:spPr>
          <a:xfrm>
            <a:off x="995934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1-mark34"/>
          <p:cNvSpPr/>
          <p:nvPr/>
        </p:nvSpPr>
        <p:spPr>
          <a:xfrm>
            <a:off x="10037445" y="1907858"/>
            <a:ext cx="0" cy="2733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1-mark35"/>
          <p:cNvSpPr/>
          <p:nvPr/>
        </p:nvSpPr>
        <p:spPr>
          <a:xfrm>
            <a:off x="1011555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1-mark36"/>
          <p:cNvSpPr/>
          <p:nvPr/>
        </p:nvSpPr>
        <p:spPr>
          <a:xfrm>
            <a:off x="1019365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1-mark37"/>
          <p:cNvSpPr/>
          <p:nvPr/>
        </p:nvSpPr>
        <p:spPr>
          <a:xfrm>
            <a:off x="1027176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1-mark38"/>
          <p:cNvSpPr/>
          <p:nvPr/>
        </p:nvSpPr>
        <p:spPr>
          <a:xfrm>
            <a:off x="1034986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1-mark39"/>
          <p:cNvSpPr/>
          <p:nvPr/>
        </p:nvSpPr>
        <p:spPr>
          <a:xfrm>
            <a:off x="1042797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0" name="S01-label41"/>
          <p:cNvSpPr txBox="1"/>
          <p:nvPr/>
        </p:nvSpPr>
        <p:spPr>
          <a:xfrm>
            <a:off x="1027252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1" name="S01-mark42"/>
          <p:cNvSpPr/>
          <p:nvPr/>
        </p:nvSpPr>
        <p:spPr>
          <a:xfrm>
            <a:off x="1050607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1-mark43"/>
          <p:cNvSpPr/>
          <p:nvPr/>
        </p:nvSpPr>
        <p:spPr>
          <a:xfrm>
            <a:off x="1058418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1-mark44"/>
          <p:cNvSpPr/>
          <p:nvPr/>
        </p:nvSpPr>
        <p:spPr>
          <a:xfrm>
            <a:off x="1066228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1-mark45"/>
          <p:cNvSpPr/>
          <p:nvPr/>
        </p:nvSpPr>
        <p:spPr>
          <a:xfrm>
            <a:off x="1074039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1-mark46"/>
          <p:cNvSpPr/>
          <p:nvPr/>
        </p:nvSpPr>
        <p:spPr>
          <a:xfrm>
            <a:off x="10818495" y="1907858"/>
            <a:ext cx="0" cy="2733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1-mark47"/>
          <p:cNvSpPr/>
          <p:nvPr/>
        </p:nvSpPr>
        <p:spPr>
          <a:xfrm>
            <a:off x="1089660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1-mark48"/>
          <p:cNvSpPr/>
          <p:nvPr/>
        </p:nvSpPr>
        <p:spPr>
          <a:xfrm>
            <a:off x="1097470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1-mark49"/>
          <p:cNvSpPr/>
          <p:nvPr/>
        </p:nvSpPr>
        <p:spPr>
          <a:xfrm>
            <a:off x="11052810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1-mark50"/>
          <p:cNvSpPr/>
          <p:nvPr/>
        </p:nvSpPr>
        <p:spPr>
          <a:xfrm>
            <a:off x="11130915" y="1907858"/>
            <a:ext cx="0" cy="17183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1-mark51"/>
          <p:cNvSpPr/>
          <p:nvPr/>
        </p:nvSpPr>
        <p:spPr>
          <a:xfrm>
            <a:off x="11209020" y="1907858"/>
            <a:ext cx="0" cy="39052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1" name="S01-label53"/>
          <p:cNvSpPr txBox="1"/>
          <p:nvPr/>
        </p:nvSpPr>
        <p:spPr>
          <a:xfrm>
            <a:off x="11053572" y="2290762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2" name="S01-mark54"/>
          <p:cNvSpPr/>
          <p:nvPr/>
        </p:nvSpPr>
        <p:spPr>
          <a:xfrm>
            <a:off x="8084820" y="1400175"/>
            <a:ext cx="1952625" cy="312420"/>
          </a:xfrm>
          <a:custGeom>
            <a:avLst/>
            <a:gdLst/>
            <a:ahLst/>
            <a:cxnLst/>
            <a:rect l="l" t="t" r="r" b="b"/>
            <a:pathLst>
              <a:path w="1952625" h="312420">
                <a:moveTo>
                  <a:pt x="0" y="312420"/>
                </a:moveTo>
                <a:lnTo>
                  <a:pt x="1952625" y="312420"/>
                </a:lnTo>
                <a:lnTo>
                  <a:pt x="195262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3" name="S01-mark55"/>
          <p:cNvSpPr/>
          <p:nvPr/>
        </p:nvSpPr>
        <p:spPr>
          <a:xfrm>
            <a:off x="8084820" y="1712595"/>
            <a:ext cx="0" cy="19526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4" name="S01-mark56"/>
          <p:cNvSpPr/>
          <p:nvPr/>
        </p:nvSpPr>
        <p:spPr>
          <a:xfrm>
            <a:off x="10037445" y="1712595"/>
            <a:ext cx="0" cy="195262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55" name="S01-card57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6" name="S01-cardtext58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1 cm = 10 mm를 알고 자로 길이를 재요.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1 km = 1000 m를 알고 거리를 어림해요.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학년 기억하기</a:t>
            </a:r>
            <a:endParaRPr lang="ko-KR" sz="4000" dirty="0"/>
          </a:p>
        </p:txBody>
      </p:sp>
      <p:sp>
        <p:nvSpPr>
          <p:cNvPr id="3" name="S02-text5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□에 알맞은 수를, ③은 길이를 말해요.</a:t>
            </a:r>
            <a:endParaRPr lang="ko-KR" sz="3000" dirty="0"/>
          </a:p>
        </p:txBody>
      </p:sp>
      <p:sp>
        <p:nvSpPr>
          <p:cNvPr id="4" name="S02-chip6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eqtext6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□ cm</a:t>
            </a:r>
            <a:endParaRPr lang="ko-KR" sz="3400" dirty="0"/>
          </a:p>
        </p:txBody>
      </p:sp>
      <p:sp>
        <p:nvSpPr>
          <p:cNvPr id="6" name="S02-chip6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eqtext6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m 30 cm = □ cm</a:t>
            </a:r>
            <a:endParaRPr lang="ko-KR" sz="3400" dirty="0"/>
          </a:p>
        </p:txBody>
      </p:sp>
      <p:sp>
        <p:nvSpPr>
          <p:cNvPr id="8" name="S02-chip6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figure65" descr="1 cm 눈금만 있는 8 cm 자와 6 cm 연필 막대"/>
          <p:cNvSpPr/>
          <p:nvPr/>
        </p:nvSpPr>
        <p:spPr>
          <a:xfrm>
            <a:off x="1892808" y="5453149"/>
            <a:ext cx="4389120" cy="673331"/>
          </a:xfrm>
          <a:custGeom>
            <a:avLst/>
            <a:gdLst/>
            <a:ahLst/>
            <a:cxnLst/>
            <a:rect l="l" t="t" r="r" b="b"/>
            <a:pathLst>
              <a:path w="4389120" h="673331">
                <a:moveTo>
                  <a:pt x="0" y="0"/>
                </a:moveTo>
                <a:lnTo>
                  <a:pt x="4389120" y="0"/>
                </a:lnTo>
                <a:lnTo>
                  <a:pt x="4389120" y="673331"/>
                </a:lnTo>
                <a:lnTo>
                  <a:pt x="0" y="673331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0" name="S02-mark66"/>
          <p:cNvSpPr/>
          <p:nvPr/>
        </p:nvSpPr>
        <p:spPr>
          <a:xfrm>
            <a:off x="2092313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" name="S02-label68"/>
          <p:cNvSpPr txBox="1"/>
          <p:nvPr/>
        </p:nvSpPr>
        <p:spPr>
          <a:xfrm>
            <a:off x="1936865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2" name="S02-mark69"/>
          <p:cNvSpPr/>
          <p:nvPr/>
        </p:nvSpPr>
        <p:spPr>
          <a:xfrm>
            <a:off x="2341695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2-mark70"/>
          <p:cNvSpPr/>
          <p:nvPr/>
        </p:nvSpPr>
        <p:spPr>
          <a:xfrm>
            <a:off x="2591077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" name="S02-label72"/>
          <p:cNvSpPr txBox="1"/>
          <p:nvPr/>
        </p:nvSpPr>
        <p:spPr>
          <a:xfrm>
            <a:off x="2435629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5" name="S02-mark73"/>
          <p:cNvSpPr/>
          <p:nvPr/>
        </p:nvSpPr>
        <p:spPr>
          <a:xfrm>
            <a:off x="2840459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2-mark74"/>
          <p:cNvSpPr/>
          <p:nvPr/>
        </p:nvSpPr>
        <p:spPr>
          <a:xfrm>
            <a:off x="3089841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02-label76"/>
          <p:cNvSpPr txBox="1"/>
          <p:nvPr/>
        </p:nvSpPr>
        <p:spPr>
          <a:xfrm>
            <a:off x="2934393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8" name="S02-mark77"/>
          <p:cNvSpPr/>
          <p:nvPr/>
        </p:nvSpPr>
        <p:spPr>
          <a:xfrm>
            <a:off x="3339223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2-mark78"/>
          <p:cNvSpPr/>
          <p:nvPr/>
        </p:nvSpPr>
        <p:spPr>
          <a:xfrm>
            <a:off x="3588604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02-label80"/>
          <p:cNvSpPr txBox="1"/>
          <p:nvPr/>
        </p:nvSpPr>
        <p:spPr>
          <a:xfrm>
            <a:off x="3433156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1" name="S02-mark81"/>
          <p:cNvSpPr/>
          <p:nvPr/>
        </p:nvSpPr>
        <p:spPr>
          <a:xfrm>
            <a:off x="3837986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2-mark82"/>
          <p:cNvSpPr/>
          <p:nvPr/>
        </p:nvSpPr>
        <p:spPr>
          <a:xfrm>
            <a:off x="4087368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2-label84"/>
          <p:cNvSpPr txBox="1"/>
          <p:nvPr/>
        </p:nvSpPr>
        <p:spPr>
          <a:xfrm>
            <a:off x="3931920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4" name="S02-mark85"/>
          <p:cNvSpPr/>
          <p:nvPr/>
        </p:nvSpPr>
        <p:spPr>
          <a:xfrm>
            <a:off x="4336750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2-mark86"/>
          <p:cNvSpPr/>
          <p:nvPr/>
        </p:nvSpPr>
        <p:spPr>
          <a:xfrm>
            <a:off x="4586132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6" name="S02-label88"/>
          <p:cNvSpPr txBox="1"/>
          <p:nvPr/>
        </p:nvSpPr>
        <p:spPr>
          <a:xfrm>
            <a:off x="4430684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7" name="S02-mark89"/>
          <p:cNvSpPr/>
          <p:nvPr/>
        </p:nvSpPr>
        <p:spPr>
          <a:xfrm>
            <a:off x="4835513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2-mark90"/>
          <p:cNvSpPr/>
          <p:nvPr/>
        </p:nvSpPr>
        <p:spPr>
          <a:xfrm>
            <a:off x="5084895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9" name="S02-label92"/>
          <p:cNvSpPr txBox="1"/>
          <p:nvPr/>
        </p:nvSpPr>
        <p:spPr>
          <a:xfrm>
            <a:off x="4929447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30" name="S02-mark93"/>
          <p:cNvSpPr/>
          <p:nvPr/>
        </p:nvSpPr>
        <p:spPr>
          <a:xfrm>
            <a:off x="5334277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2-mark94"/>
          <p:cNvSpPr/>
          <p:nvPr/>
        </p:nvSpPr>
        <p:spPr>
          <a:xfrm>
            <a:off x="5583659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2" name="S02-label96"/>
          <p:cNvSpPr txBox="1"/>
          <p:nvPr/>
        </p:nvSpPr>
        <p:spPr>
          <a:xfrm>
            <a:off x="5428211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33" name="S02-mark97"/>
          <p:cNvSpPr/>
          <p:nvPr/>
        </p:nvSpPr>
        <p:spPr>
          <a:xfrm>
            <a:off x="5833041" y="5453149"/>
            <a:ext cx="0" cy="174567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2-mark98"/>
          <p:cNvSpPr/>
          <p:nvPr/>
        </p:nvSpPr>
        <p:spPr>
          <a:xfrm>
            <a:off x="6082423" y="5453149"/>
            <a:ext cx="0" cy="249382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5" name="S02-label100"/>
          <p:cNvSpPr txBox="1"/>
          <p:nvPr/>
        </p:nvSpPr>
        <p:spPr>
          <a:xfrm>
            <a:off x="5926975" y="5694911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6" name="S02-mark101"/>
          <p:cNvSpPr/>
          <p:nvPr/>
        </p:nvSpPr>
        <p:spPr>
          <a:xfrm>
            <a:off x="2092313" y="5128953"/>
            <a:ext cx="2992582" cy="199505"/>
          </a:xfrm>
          <a:custGeom>
            <a:avLst/>
            <a:gdLst/>
            <a:ahLst/>
            <a:cxnLst/>
            <a:rect l="l" t="t" r="r" b="b"/>
            <a:pathLst>
              <a:path w="2992582" h="199505">
                <a:moveTo>
                  <a:pt x="0" y="199505"/>
                </a:moveTo>
                <a:lnTo>
                  <a:pt x="2992582" y="199505"/>
                </a:lnTo>
                <a:lnTo>
                  <a:pt x="299258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37" name="S02-label103"/>
          <p:cNvSpPr txBox="1"/>
          <p:nvPr/>
        </p:nvSpPr>
        <p:spPr>
          <a:xfrm>
            <a:off x="3235036" y="5038205"/>
            <a:ext cx="7071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연필</a:t>
            </a:r>
            <a:endParaRPr lang="ko-KR" sz="2400" dirty="0"/>
          </a:p>
        </p:txBody>
      </p:sp>
      <p:sp>
        <p:nvSpPr>
          <p:cNvPr id="38" name="S02-mark104"/>
          <p:cNvSpPr/>
          <p:nvPr/>
        </p:nvSpPr>
        <p:spPr>
          <a:xfrm>
            <a:off x="2092313" y="5328458"/>
            <a:ext cx="0" cy="12469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39" name="S02-mark105"/>
          <p:cNvSpPr/>
          <p:nvPr/>
        </p:nvSpPr>
        <p:spPr>
          <a:xfrm>
            <a:off x="5084895" y="5328458"/>
            <a:ext cx="0" cy="124691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mm</a:t>
            </a:r>
            <a:endParaRPr lang="ko-KR" sz="4000" dirty="0"/>
          </a:p>
        </p:txBody>
      </p:sp>
      <p:sp>
        <p:nvSpPr>
          <p:cNvPr id="3" name="S03-text10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cm를 똑같이 10칸으로 나눈 한 칸이 1 mm예요.</a:t>
            </a:r>
            <a:endParaRPr lang="ko-KR" sz="3000" dirty="0"/>
          </a:p>
        </p:txBody>
      </p:sp>
      <p:sp>
        <p:nvSpPr>
          <p:cNvPr id="4" name="S03-card10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3-cardtext10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밀리미터’라고 읽어요</a:t>
            </a:r>
            <a:endParaRPr lang="ko-KR" sz="3000" dirty="0"/>
          </a:p>
        </p:txBody>
      </p:sp>
      <p:sp>
        <p:nvSpPr>
          <p:cNvPr id="6" name="S03-card10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3-cardtext11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 = 10 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작은 눈금 10칸이 1 cm</a:t>
            </a:r>
            <a:endParaRPr lang="ko-KR" sz="3000" dirty="0"/>
          </a:p>
        </p:txBody>
      </p:sp>
      <p:sp>
        <p:nvSpPr>
          <p:cNvPr id="8" name="S03-figure111" descr="1 cm마다 큰 눈금, 1 mm마다 작은 눈금이 있는 3 cm 자. 0에서 1까지 1 cm 막대"/>
          <p:cNvSpPr/>
          <p:nvPr/>
        </p:nvSpPr>
        <p:spPr>
          <a:xfrm>
            <a:off x="4357116" y="3150870"/>
            <a:ext cx="3474720" cy="1234440"/>
          </a:xfrm>
          <a:custGeom>
            <a:avLst/>
            <a:gdLst/>
            <a:ahLst/>
            <a:cxnLst/>
            <a:rect l="l" t="t" r="r" b="b"/>
            <a:pathLst>
              <a:path w="3474720" h="1234440">
                <a:moveTo>
                  <a:pt x="0" y="0"/>
                </a:moveTo>
                <a:lnTo>
                  <a:pt x="3474720" y="0"/>
                </a:lnTo>
                <a:lnTo>
                  <a:pt x="347472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3-mark112"/>
          <p:cNvSpPr/>
          <p:nvPr/>
        </p:nvSpPr>
        <p:spPr>
          <a:xfrm>
            <a:off x="47228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03-label114"/>
          <p:cNvSpPr txBox="1"/>
          <p:nvPr/>
        </p:nvSpPr>
        <p:spPr>
          <a:xfrm>
            <a:off x="45674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03-mark115"/>
          <p:cNvSpPr/>
          <p:nvPr/>
        </p:nvSpPr>
        <p:spPr>
          <a:xfrm>
            <a:off x="48143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3-mark116"/>
          <p:cNvSpPr/>
          <p:nvPr/>
        </p:nvSpPr>
        <p:spPr>
          <a:xfrm>
            <a:off x="49057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3-mark117"/>
          <p:cNvSpPr/>
          <p:nvPr/>
        </p:nvSpPr>
        <p:spPr>
          <a:xfrm>
            <a:off x="49971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3-mark118"/>
          <p:cNvSpPr/>
          <p:nvPr/>
        </p:nvSpPr>
        <p:spPr>
          <a:xfrm>
            <a:off x="50886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3-mark119"/>
          <p:cNvSpPr/>
          <p:nvPr/>
        </p:nvSpPr>
        <p:spPr>
          <a:xfrm>
            <a:off x="51800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3-mark120"/>
          <p:cNvSpPr/>
          <p:nvPr/>
        </p:nvSpPr>
        <p:spPr>
          <a:xfrm>
            <a:off x="52715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3-mark121"/>
          <p:cNvSpPr/>
          <p:nvPr/>
        </p:nvSpPr>
        <p:spPr>
          <a:xfrm>
            <a:off x="53629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3-mark122"/>
          <p:cNvSpPr/>
          <p:nvPr/>
        </p:nvSpPr>
        <p:spPr>
          <a:xfrm>
            <a:off x="54543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3-mark123"/>
          <p:cNvSpPr/>
          <p:nvPr/>
        </p:nvSpPr>
        <p:spPr>
          <a:xfrm>
            <a:off x="55458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3-mark124"/>
          <p:cNvSpPr/>
          <p:nvPr/>
        </p:nvSpPr>
        <p:spPr>
          <a:xfrm>
            <a:off x="56372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1" name="S03-label126"/>
          <p:cNvSpPr txBox="1"/>
          <p:nvPr/>
        </p:nvSpPr>
        <p:spPr>
          <a:xfrm>
            <a:off x="54818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2" name="S03-mark127"/>
          <p:cNvSpPr/>
          <p:nvPr/>
        </p:nvSpPr>
        <p:spPr>
          <a:xfrm>
            <a:off x="57287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3-mark128"/>
          <p:cNvSpPr/>
          <p:nvPr/>
        </p:nvSpPr>
        <p:spPr>
          <a:xfrm>
            <a:off x="58201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3-mark129"/>
          <p:cNvSpPr/>
          <p:nvPr/>
        </p:nvSpPr>
        <p:spPr>
          <a:xfrm>
            <a:off x="59115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3-mark130"/>
          <p:cNvSpPr/>
          <p:nvPr/>
        </p:nvSpPr>
        <p:spPr>
          <a:xfrm>
            <a:off x="60030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3-mark131"/>
          <p:cNvSpPr/>
          <p:nvPr/>
        </p:nvSpPr>
        <p:spPr>
          <a:xfrm>
            <a:off x="60944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3-mark132"/>
          <p:cNvSpPr/>
          <p:nvPr/>
        </p:nvSpPr>
        <p:spPr>
          <a:xfrm>
            <a:off x="61859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3-mark133"/>
          <p:cNvSpPr/>
          <p:nvPr/>
        </p:nvSpPr>
        <p:spPr>
          <a:xfrm>
            <a:off x="62773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3-mark134"/>
          <p:cNvSpPr/>
          <p:nvPr/>
        </p:nvSpPr>
        <p:spPr>
          <a:xfrm>
            <a:off x="63687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3-mark135"/>
          <p:cNvSpPr/>
          <p:nvPr/>
        </p:nvSpPr>
        <p:spPr>
          <a:xfrm>
            <a:off x="64602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3-mark136"/>
          <p:cNvSpPr/>
          <p:nvPr/>
        </p:nvSpPr>
        <p:spPr>
          <a:xfrm>
            <a:off x="65516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2" name="S03-label138"/>
          <p:cNvSpPr txBox="1"/>
          <p:nvPr/>
        </p:nvSpPr>
        <p:spPr>
          <a:xfrm>
            <a:off x="63962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3" name="S03-mark139"/>
          <p:cNvSpPr/>
          <p:nvPr/>
        </p:nvSpPr>
        <p:spPr>
          <a:xfrm>
            <a:off x="66431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3-mark140"/>
          <p:cNvSpPr/>
          <p:nvPr/>
        </p:nvSpPr>
        <p:spPr>
          <a:xfrm>
            <a:off x="67345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3-mark141"/>
          <p:cNvSpPr/>
          <p:nvPr/>
        </p:nvSpPr>
        <p:spPr>
          <a:xfrm>
            <a:off x="68259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3-mark142"/>
          <p:cNvSpPr/>
          <p:nvPr/>
        </p:nvSpPr>
        <p:spPr>
          <a:xfrm>
            <a:off x="69174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3-mark143"/>
          <p:cNvSpPr/>
          <p:nvPr/>
        </p:nvSpPr>
        <p:spPr>
          <a:xfrm>
            <a:off x="70088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3-mark144"/>
          <p:cNvSpPr/>
          <p:nvPr/>
        </p:nvSpPr>
        <p:spPr>
          <a:xfrm>
            <a:off x="710031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3-mark145"/>
          <p:cNvSpPr/>
          <p:nvPr/>
        </p:nvSpPr>
        <p:spPr>
          <a:xfrm>
            <a:off x="719175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3-mark146"/>
          <p:cNvSpPr/>
          <p:nvPr/>
        </p:nvSpPr>
        <p:spPr>
          <a:xfrm>
            <a:off x="728319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3-mark147"/>
          <p:cNvSpPr/>
          <p:nvPr/>
        </p:nvSpPr>
        <p:spPr>
          <a:xfrm>
            <a:off x="7374636" y="3150870"/>
            <a:ext cx="0" cy="201168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3-mark148"/>
          <p:cNvSpPr/>
          <p:nvPr/>
        </p:nvSpPr>
        <p:spPr>
          <a:xfrm>
            <a:off x="74660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3" name="S03-label150"/>
          <p:cNvSpPr txBox="1"/>
          <p:nvPr/>
        </p:nvSpPr>
        <p:spPr>
          <a:xfrm>
            <a:off x="73106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4" name="S03-mark151"/>
          <p:cNvSpPr/>
          <p:nvPr/>
        </p:nvSpPr>
        <p:spPr>
          <a:xfrm>
            <a:off x="4722876" y="2556510"/>
            <a:ext cx="914400" cy="365760"/>
          </a:xfrm>
          <a:custGeom>
            <a:avLst/>
            <a:gdLst/>
            <a:ahLst/>
            <a:cxnLst/>
            <a:rect l="l" t="t" r="r" b="b"/>
            <a:pathLst>
              <a:path w="914400" h="365760">
                <a:moveTo>
                  <a:pt x="0" y="365760"/>
                </a:moveTo>
                <a:lnTo>
                  <a:pt x="914400" y="365760"/>
                </a:lnTo>
                <a:lnTo>
                  <a:pt x="9144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5" name="S03-label153"/>
          <p:cNvSpPr txBox="1"/>
          <p:nvPr/>
        </p:nvSpPr>
        <p:spPr>
          <a:xfrm>
            <a:off x="4768596" y="2548890"/>
            <a:ext cx="82296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</a:t>
            </a:r>
            <a:endParaRPr lang="ko-KR" sz="2400" dirty="0"/>
          </a:p>
        </p:txBody>
      </p:sp>
      <p:sp>
        <p:nvSpPr>
          <p:cNvPr id="46" name="S03-mark154"/>
          <p:cNvSpPr/>
          <p:nvPr/>
        </p:nvSpPr>
        <p:spPr>
          <a:xfrm>
            <a:off x="47228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7" name="S03-mark155"/>
          <p:cNvSpPr/>
          <p:nvPr/>
        </p:nvSpPr>
        <p:spPr>
          <a:xfrm>
            <a:off x="56372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3 mm</a:t>
            </a:r>
            <a:endParaRPr lang="ko-KR" sz="4000" dirty="0"/>
          </a:p>
        </p:txBody>
      </p:sp>
      <p:sp>
        <p:nvSpPr>
          <p:cNvPr id="3" name="S04-text15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지우개의 길이를 재었어요.</a:t>
            </a:r>
            <a:endParaRPr lang="ko-KR" sz="3000" dirty="0"/>
          </a:p>
        </p:txBody>
      </p:sp>
      <p:sp>
        <p:nvSpPr>
          <p:cNvPr id="4" name="S04-card15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5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3 mm는 ‘4 센티미터 3 밀리미터’라고 읽어요.</a:t>
            </a:r>
            <a:endParaRPr lang="ko-KR" sz="3000" dirty="0"/>
          </a:p>
        </p:txBody>
      </p:sp>
      <p:sp>
        <p:nvSpPr>
          <p:cNvPr id="6" name="S04-card159"/>
          <p:cNvSpPr/>
          <p:nvPr/>
        </p:nvSpPr>
        <p:spPr>
          <a:xfrm>
            <a:off x="548640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4-cardtext160"/>
          <p:cNvSpPr txBox="1"/>
          <p:nvPr/>
        </p:nvSpPr>
        <p:spPr>
          <a:xfrm>
            <a:off x="822960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3 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cm보다 3 mm 더 길어요</a:t>
            </a:r>
            <a:endParaRPr lang="ko-KR" sz="3000" dirty="0"/>
          </a:p>
        </p:txBody>
      </p:sp>
      <p:sp>
        <p:nvSpPr>
          <p:cNvPr id="8" name="S04-card161"/>
          <p:cNvSpPr/>
          <p:nvPr/>
        </p:nvSpPr>
        <p:spPr>
          <a:xfrm>
            <a:off x="6208776" y="387858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04-cardtext162"/>
          <p:cNvSpPr txBox="1"/>
          <p:nvPr/>
        </p:nvSpPr>
        <p:spPr>
          <a:xfrm>
            <a:off x="6483096" y="401574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43 mm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= 40 mm, 40 + 3 = 43</a:t>
            </a:r>
            <a:endParaRPr lang="ko-KR" sz="3000" dirty="0"/>
          </a:p>
        </p:txBody>
      </p:sp>
      <p:sp>
        <p:nvSpPr>
          <p:cNvPr id="10" name="S04-figure163" descr="6 cm 자와 0에서 4 cm 3 mm까지 지우개 막대"/>
          <p:cNvSpPr/>
          <p:nvPr/>
        </p:nvSpPr>
        <p:spPr>
          <a:xfrm>
            <a:off x="3845191" y="2665441"/>
            <a:ext cx="4498571" cy="893099"/>
          </a:xfrm>
          <a:custGeom>
            <a:avLst/>
            <a:gdLst/>
            <a:ahLst/>
            <a:cxnLst/>
            <a:rect l="l" t="t" r="r" b="b"/>
            <a:pathLst>
              <a:path w="4498571" h="893099">
                <a:moveTo>
                  <a:pt x="0" y="0"/>
                </a:moveTo>
                <a:lnTo>
                  <a:pt x="4498571" y="0"/>
                </a:lnTo>
                <a:lnTo>
                  <a:pt x="4498571" y="893099"/>
                </a:lnTo>
                <a:lnTo>
                  <a:pt x="0" y="893099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1" name="S04-mark164"/>
          <p:cNvSpPr/>
          <p:nvPr/>
        </p:nvSpPr>
        <p:spPr>
          <a:xfrm>
            <a:off x="4109812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" name="S04-label166"/>
          <p:cNvSpPr txBox="1"/>
          <p:nvPr/>
        </p:nvSpPr>
        <p:spPr>
          <a:xfrm>
            <a:off x="3954364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3" name="S04-mark167"/>
          <p:cNvSpPr/>
          <p:nvPr/>
        </p:nvSpPr>
        <p:spPr>
          <a:xfrm>
            <a:off x="417596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4-mark168"/>
          <p:cNvSpPr/>
          <p:nvPr/>
        </p:nvSpPr>
        <p:spPr>
          <a:xfrm>
            <a:off x="424212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4-mark169"/>
          <p:cNvSpPr/>
          <p:nvPr/>
        </p:nvSpPr>
        <p:spPr>
          <a:xfrm>
            <a:off x="430827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4-mark170"/>
          <p:cNvSpPr/>
          <p:nvPr/>
        </p:nvSpPr>
        <p:spPr>
          <a:xfrm>
            <a:off x="437443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4-mark171"/>
          <p:cNvSpPr/>
          <p:nvPr/>
        </p:nvSpPr>
        <p:spPr>
          <a:xfrm>
            <a:off x="4440590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4-mark172"/>
          <p:cNvSpPr/>
          <p:nvPr/>
        </p:nvSpPr>
        <p:spPr>
          <a:xfrm>
            <a:off x="4506745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4-mark173"/>
          <p:cNvSpPr/>
          <p:nvPr/>
        </p:nvSpPr>
        <p:spPr>
          <a:xfrm>
            <a:off x="457290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04-mark174"/>
          <p:cNvSpPr/>
          <p:nvPr/>
        </p:nvSpPr>
        <p:spPr>
          <a:xfrm>
            <a:off x="4639056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04-mark175"/>
          <p:cNvSpPr/>
          <p:nvPr/>
        </p:nvSpPr>
        <p:spPr>
          <a:xfrm>
            <a:off x="470521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4-mark176"/>
          <p:cNvSpPr/>
          <p:nvPr/>
        </p:nvSpPr>
        <p:spPr>
          <a:xfrm>
            <a:off x="4771367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3" name="S04-label178"/>
          <p:cNvSpPr txBox="1"/>
          <p:nvPr/>
        </p:nvSpPr>
        <p:spPr>
          <a:xfrm>
            <a:off x="4615919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4" name="S04-mark179"/>
          <p:cNvSpPr/>
          <p:nvPr/>
        </p:nvSpPr>
        <p:spPr>
          <a:xfrm>
            <a:off x="4837522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4-mark180"/>
          <p:cNvSpPr/>
          <p:nvPr/>
        </p:nvSpPr>
        <p:spPr>
          <a:xfrm>
            <a:off x="490367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4-mark181"/>
          <p:cNvSpPr/>
          <p:nvPr/>
        </p:nvSpPr>
        <p:spPr>
          <a:xfrm>
            <a:off x="496983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4-mark182"/>
          <p:cNvSpPr/>
          <p:nvPr/>
        </p:nvSpPr>
        <p:spPr>
          <a:xfrm>
            <a:off x="503598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4-mark183"/>
          <p:cNvSpPr/>
          <p:nvPr/>
        </p:nvSpPr>
        <p:spPr>
          <a:xfrm>
            <a:off x="5102144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4-mark184"/>
          <p:cNvSpPr/>
          <p:nvPr/>
        </p:nvSpPr>
        <p:spPr>
          <a:xfrm>
            <a:off x="5168300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4-mark185"/>
          <p:cNvSpPr/>
          <p:nvPr/>
        </p:nvSpPr>
        <p:spPr>
          <a:xfrm>
            <a:off x="5234455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04-mark186"/>
          <p:cNvSpPr/>
          <p:nvPr/>
        </p:nvSpPr>
        <p:spPr>
          <a:xfrm>
            <a:off x="530061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04-mark187"/>
          <p:cNvSpPr/>
          <p:nvPr/>
        </p:nvSpPr>
        <p:spPr>
          <a:xfrm>
            <a:off x="5366766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4-mark188"/>
          <p:cNvSpPr/>
          <p:nvPr/>
        </p:nvSpPr>
        <p:spPr>
          <a:xfrm>
            <a:off x="5432921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4" name="S04-label190"/>
          <p:cNvSpPr txBox="1"/>
          <p:nvPr/>
        </p:nvSpPr>
        <p:spPr>
          <a:xfrm>
            <a:off x="5277473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5" name="S04-mark191"/>
          <p:cNvSpPr/>
          <p:nvPr/>
        </p:nvSpPr>
        <p:spPr>
          <a:xfrm>
            <a:off x="5499077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4-mark192"/>
          <p:cNvSpPr/>
          <p:nvPr/>
        </p:nvSpPr>
        <p:spPr>
          <a:xfrm>
            <a:off x="5565232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4-mark193"/>
          <p:cNvSpPr/>
          <p:nvPr/>
        </p:nvSpPr>
        <p:spPr>
          <a:xfrm>
            <a:off x="563138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4-mark194"/>
          <p:cNvSpPr/>
          <p:nvPr/>
        </p:nvSpPr>
        <p:spPr>
          <a:xfrm>
            <a:off x="569754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4-mark195"/>
          <p:cNvSpPr/>
          <p:nvPr/>
        </p:nvSpPr>
        <p:spPr>
          <a:xfrm>
            <a:off x="5763699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4-mark196"/>
          <p:cNvSpPr/>
          <p:nvPr/>
        </p:nvSpPr>
        <p:spPr>
          <a:xfrm>
            <a:off x="582985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4-mark197"/>
          <p:cNvSpPr/>
          <p:nvPr/>
        </p:nvSpPr>
        <p:spPr>
          <a:xfrm>
            <a:off x="5896010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04-mark198"/>
          <p:cNvSpPr/>
          <p:nvPr/>
        </p:nvSpPr>
        <p:spPr>
          <a:xfrm>
            <a:off x="5962165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04-mark199"/>
          <p:cNvSpPr/>
          <p:nvPr/>
        </p:nvSpPr>
        <p:spPr>
          <a:xfrm>
            <a:off x="602832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4-mark200"/>
          <p:cNvSpPr/>
          <p:nvPr/>
        </p:nvSpPr>
        <p:spPr>
          <a:xfrm>
            <a:off x="6094476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5" name="S04-label202"/>
          <p:cNvSpPr txBox="1"/>
          <p:nvPr/>
        </p:nvSpPr>
        <p:spPr>
          <a:xfrm>
            <a:off x="5939028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6" name="S04-mark203"/>
          <p:cNvSpPr/>
          <p:nvPr/>
        </p:nvSpPr>
        <p:spPr>
          <a:xfrm>
            <a:off x="616063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4-mark204"/>
          <p:cNvSpPr/>
          <p:nvPr/>
        </p:nvSpPr>
        <p:spPr>
          <a:xfrm>
            <a:off x="6226787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4-mark205"/>
          <p:cNvSpPr/>
          <p:nvPr/>
        </p:nvSpPr>
        <p:spPr>
          <a:xfrm>
            <a:off x="6292942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4-mark206"/>
          <p:cNvSpPr/>
          <p:nvPr/>
        </p:nvSpPr>
        <p:spPr>
          <a:xfrm>
            <a:off x="635909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4-mark207"/>
          <p:cNvSpPr/>
          <p:nvPr/>
        </p:nvSpPr>
        <p:spPr>
          <a:xfrm>
            <a:off x="6425253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4-mark208"/>
          <p:cNvSpPr/>
          <p:nvPr/>
        </p:nvSpPr>
        <p:spPr>
          <a:xfrm>
            <a:off x="649140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4-mark209"/>
          <p:cNvSpPr/>
          <p:nvPr/>
        </p:nvSpPr>
        <p:spPr>
          <a:xfrm>
            <a:off x="655756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04-mark210"/>
          <p:cNvSpPr/>
          <p:nvPr/>
        </p:nvSpPr>
        <p:spPr>
          <a:xfrm>
            <a:off x="6623720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04-mark211"/>
          <p:cNvSpPr/>
          <p:nvPr/>
        </p:nvSpPr>
        <p:spPr>
          <a:xfrm>
            <a:off x="6689875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4-mark212"/>
          <p:cNvSpPr/>
          <p:nvPr/>
        </p:nvSpPr>
        <p:spPr>
          <a:xfrm>
            <a:off x="6756031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6" name="S04-label214"/>
          <p:cNvSpPr txBox="1"/>
          <p:nvPr/>
        </p:nvSpPr>
        <p:spPr>
          <a:xfrm>
            <a:off x="6600583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7" name="S04-mark215"/>
          <p:cNvSpPr/>
          <p:nvPr/>
        </p:nvSpPr>
        <p:spPr>
          <a:xfrm>
            <a:off x="6822186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4-mark216"/>
          <p:cNvSpPr/>
          <p:nvPr/>
        </p:nvSpPr>
        <p:spPr>
          <a:xfrm>
            <a:off x="688834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4-mark217"/>
          <p:cNvSpPr/>
          <p:nvPr/>
        </p:nvSpPr>
        <p:spPr>
          <a:xfrm>
            <a:off x="6954497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4-mark218"/>
          <p:cNvSpPr/>
          <p:nvPr/>
        </p:nvSpPr>
        <p:spPr>
          <a:xfrm>
            <a:off x="7020652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4-mark219"/>
          <p:cNvSpPr/>
          <p:nvPr/>
        </p:nvSpPr>
        <p:spPr>
          <a:xfrm>
            <a:off x="7086808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4-mark220"/>
          <p:cNvSpPr/>
          <p:nvPr/>
        </p:nvSpPr>
        <p:spPr>
          <a:xfrm>
            <a:off x="715296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4-mark221"/>
          <p:cNvSpPr/>
          <p:nvPr/>
        </p:nvSpPr>
        <p:spPr>
          <a:xfrm>
            <a:off x="721911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4" name="S04-mark222"/>
          <p:cNvSpPr/>
          <p:nvPr/>
        </p:nvSpPr>
        <p:spPr>
          <a:xfrm>
            <a:off x="728527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5" name="S04-mark223"/>
          <p:cNvSpPr/>
          <p:nvPr/>
        </p:nvSpPr>
        <p:spPr>
          <a:xfrm>
            <a:off x="7351430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4-mark224"/>
          <p:cNvSpPr/>
          <p:nvPr/>
        </p:nvSpPr>
        <p:spPr>
          <a:xfrm>
            <a:off x="7417585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7" name="S04-label226"/>
          <p:cNvSpPr txBox="1"/>
          <p:nvPr/>
        </p:nvSpPr>
        <p:spPr>
          <a:xfrm>
            <a:off x="7262137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8" name="S04-mark227"/>
          <p:cNvSpPr/>
          <p:nvPr/>
        </p:nvSpPr>
        <p:spPr>
          <a:xfrm>
            <a:off x="748374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4-mark228"/>
          <p:cNvSpPr/>
          <p:nvPr/>
        </p:nvSpPr>
        <p:spPr>
          <a:xfrm>
            <a:off x="7549896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4-mark229"/>
          <p:cNvSpPr/>
          <p:nvPr/>
        </p:nvSpPr>
        <p:spPr>
          <a:xfrm>
            <a:off x="7616051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4-mark230"/>
          <p:cNvSpPr/>
          <p:nvPr/>
        </p:nvSpPr>
        <p:spPr>
          <a:xfrm>
            <a:off x="7682207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4-mark231"/>
          <p:cNvSpPr/>
          <p:nvPr/>
        </p:nvSpPr>
        <p:spPr>
          <a:xfrm>
            <a:off x="7748362" y="2665441"/>
            <a:ext cx="0" cy="231544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4-mark232"/>
          <p:cNvSpPr/>
          <p:nvPr/>
        </p:nvSpPr>
        <p:spPr>
          <a:xfrm>
            <a:off x="7814518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4-mark233"/>
          <p:cNvSpPr/>
          <p:nvPr/>
        </p:nvSpPr>
        <p:spPr>
          <a:xfrm>
            <a:off x="7880673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5" name="S04-mark234"/>
          <p:cNvSpPr/>
          <p:nvPr/>
        </p:nvSpPr>
        <p:spPr>
          <a:xfrm>
            <a:off x="7946829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6" name="S04-mark235"/>
          <p:cNvSpPr/>
          <p:nvPr/>
        </p:nvSpPr>
        <p:spPr>
          <a:xfrm>
            <a:off x="8012984" y="2665441"/>
            <a:ext cx="0" cy="14554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7" name="S04-mark236"/>
          <p:cNvSpPr/>
          <p:nvPr/>
        </p:nvSpPr>
        <p:spPr>
          <a:xfrm>
            <a:off x="8079140" y="2665441"/>
            <a:ext cx="0" cy="330777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8" name="S04-label238"/>
          <p:cNvSpPr txBox="1"/>
          <p:nvPr/>
        </p:nvSpPr>
        <p:spPr>
          <a:xfrm>
            <a:off x="7923692" y="298859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9" name="S04-mark239"/>
          <p:cNvSpPr/>
          <p:nvPr/>
        </p:nvSpPr>
        <p:spPr>
          <a:xfrm>
            <a:off x="4109812" y="2235431"/>
            <a:ext cx="2844685" cy="264622"/>
          </a:xfrm>
          <a:custGeom>
            <a:avLst/>
            <a:gdLst/>
            <a:ahLst/>
            <a:cxnLst/>
            <a:rect l="l" t="t" r="r" b="b"/>
            <a:pathLst>
              <a:path w="2844685" h="264622">
                <a:moveTo>
                  <a:pt x="0" y="264622"/>
                </a:moveTo>
                <a:lnTo>
                  <a:pt x="2844685" y="264622"/>
                </a:lnTo>
                <a:lnTo>
                  <a:pt x="2844685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0" name="S04-label241"/>
          <p:cNvSpPr txBox="1"/>
          <p:nvPr/>
        </p:nvSpPr>
        <p:spPr>
          <a:xfrm>
            <a:off x="5029235" y="2177242"/>
            <a:ext cx="100584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지우개</a:t>
            </a:r>
            <a:endParaRPr lang="ko-KR" sz="2400" dirty="0"/>
          </a:p>
        </p:txBody>
      </p:sp>
      <p:sp>
        <p:nvSpPr>
          <p:cNvPr id="81" name="S04-mark242"/>
          <p:cNvSpPr/>
          <p:nvPr/>
        </p:nvSpPr>
        <p:spPr>
          <a:xfrm>
            <a:off x="4109812" y="2500053"/>
            <a:ext cx="0" cy="16538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2" name="S04-mark243"/>
          <p:cNvSpPr/>
          <p:nvPr/>
        </p:nvSpPr>
        <p:spPr>
          <a:xfrm>
            <a:off x="6954497" y="2500053"/>
            <a:ext cx="0" cy="16538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cm 몇 mm일까요?</a:t>
            </a:r>
            <a:endParaRPr lang="ko-KR" sz="4000" dirty="0"/>
          </a:p>
        </p:txBody>
      </p:sp>
      <p:sp>
        <p:nvSpPr>
          <p:cNvPr id="3" name="S05-text24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막대의 길이를 몇 cm 몇 mm와 몇 mm로 말해요.</a:t>
            </a:r>
            <a:endParaRPr lang="ko-KR" sz="3000" dirty="0"/>
          </a:p>
        </p:txBody>
      </p:sp>
      <p:sp>
        <p:nvSpPr>
          <p:cNvPr id="4" name="S05-card24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5-cardtext24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눈금을 먼저, 작은 눈금을 나중에 읽어요.</a:t>
            </a:r>
            <a:endParaRPr lang="ko-KR" sz="3000" dirty="0"/>
          </a:p>
        </p:txBody>
      </p:sp>
      <p:sp>
        <p:nvSpPr>
          <p:cNvPr id="6" name="S05-chip247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5-figure248" descr="6 cm 자와 0에서 3 cm 7 mm까지 막대 가"/>
          <p:cNvSpPr/>
          <p:nvPr/>
        </p:nvSpPr>
        <p:spPr>
          <a:xfrm>
            <a:off x="4513811" y="2597727"/>
            <a:ext cx="3956858" cy="785553"/>
          </a:xfrm>
          <a:custGeom>
            <a:avLst/>
            <a:gdLst/>
            <a:ahLst/>
            <a:cxnLst/>
            <a:rect l="l" t="t" r="r" b="b"/>
            <a:pathLst>
              <a:path w="3956858" h="785553">
                <a:moveTo>
                  <a:pt x="0" y="0"/>
                </a:moveTo>
                <a:lnTo>
                  <a:pt x="3956858" y="0"/>
                </a:lnTo>
                <a:lnTo>
                  <a:pt x="3956858" y="785553"/>
                </a:lnTo>
                <a:lnTo>
                  <a:pt x="0" y="785553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5-mark249"/>
          <p:cNvSpPr/>
          <p:nvPr/>
        </p:nvSpPr>
        <p:spPr>
          <a:xfrm>
            <a:off x="4746567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" name="S05-label251"/>
          <p:cNvSpPr txBox="1"/>
          <p:nvPr/>
        </p:nvSpPr>
        <p:spPr>
          <a:xfrm>
            <a:off x="4591119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0" name="S05-mark252"/>
          <p:cNvSpPr/>
          <p:nvPr/>
        </p:nvSpPr>
        <p:spPr>
          <a:xfrm>
            <a:off x="480475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05-mark253"/>
          <p:cNvSpPr/>
          <p:nvPr/>
        </p:nvSpPr>
        <p:spPr>
          <a:xfrm>
            <a:off x="486294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05-mark254"/>
          <p:cNvSpPr/>
          <p:nvPr/>
        </p:nvSpPr>
        <p:spPr>
          <a:xfrm>
            <a:off x="492113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05-mark255"/>
          <p:cNvSpPr/>
          <p:nvPr/>
        </p:nvSpPr>
        <p:spPr>
          <a:xfrm>
            <a:off x="497932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05-mark256"/>
          <p:cNvSpPr/>
          <p:nvPr/>
        </p:nvSpPr>
        <p:spPr>
          <a:xfrm>
            <a:off x="5037513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05-mark257"/>
          <p:cNvSpPr/>
          <p:nvPr/>
        </p:nvSpPr>
        <p:spPr>
          <a:xfrm>
            <a:off x="5095702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05-mark258"/>
          <p:cNvSpPr/>
          <p:nvPr/>
        </p:nvSpPr>
        <p:spPr>
          <a:xfrm>
            <a:off x="5153891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7" name="S05-mark259"/>
          <p:cNvSpPr/>
          <p:nvPr/>
        </p:nvSpPr>
        <p:spPr>
          <a:xfrm>
            <a:off x="5212080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05-mark260"/>
          <p:cNvSpPr/>
          <p:nvPr/>
        </p:nvSpPr>
        <p:spPr>
          <a:xfrm>
            <a:off x="5270269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05-mark261"/>
          <p:cNvSpPr/>
          <p:nvPr/>
        </p:nvSpPr>
        <p:spPr>
          <a:xfrm>
            <a:off x="5328458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0" name="S05-label263"/>
          <p:cNvSpPr txBox="1"/>
          <p:nvPr/>
        </p:nvSpPr>
        <p:spPr>
          <a:xfrm>
            <a:off x="5173010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21" name="S05-mark264"/>
          <p:cNvSpPr/>
          <p:nvPr/>
        </p:nvSpPr>
        <p:spPr>
          <a:xfrm>
            <a:off x="5386647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05-mark265"/>
          <p:cNvSpPr/>
          <p:nvPr/>
        </p:nvSpPr>
        <p:spPr>
          <a:xfrm>
            <a:off x="544483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05-mark266"/>
          <p:cNvSpPr/>
          <p:nvPr/>
        </p:nvSpPr>
        <p:spPr>
          <a:xfrm>
            <a:off x="550302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05-mark267"/>
          <p:cNvSpPr/>
          <p:nvPr/>
        </p:nvSpPr>
        <p:spPr>
          <a:xfrm>
            <a:off x="556121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05-mark268"/>
          <p:cNvSpPr/>
          <p:nvPr/>
        </p:nvSpPr>
        <p:spPr>
          <a:xfrm>
            <a:off x="5619404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05-mark269"/>
          <p:cNvSpPr/>
          <p:nvPr/>
        </p:nvSpPr>
        <p:spPr>
          <a:xfrm>
            <a:off x="5677593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05-mark270"/>
          <p:cNvSpPr/>
          <p:nvPr/>
        </p:nvSpPr>
        <p:spPr>
          <a:xfrm>
            <a:off x="5735782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8" name="S05-mark271"/>
          <p:cNvSpPr/>
          <p:nvPr/>
        </p:nvSpPr>
        <p:spPr>
          <a:xfrm>
            <a:off x="5793971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9" name="S05-mark272"/>
          <p:cNvSpPr/>
          <p:nvPr/>
        </p:nvSpPr>
        <p:spPr>
          <a:xfrm>
            <a:off x="5852160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05-mark273"/>
          <p:cNvSpPr/>
          <p:nvPr/>
        </p:nvSpPr>
        <p:spPr>
          <a:xfrm>
            <a:off x="5910349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1" name="S05-label275"/>
          <p:cNvSpPr txBox="1"/>
          <p:nvPr/>
        </p:nvSpPr>
        <p:spPr>
          <a:xfrm>
            <a:off x="5754901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32" name="S05-mark276"/>
          <p:cNvSpPr/>
          <p:nvPr/>
        </p:nvSpPr>
        <p:spPr>
          <a:xfrm>
            <a:off x="5968538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05-mark277"/>
          <p:cNvSpPr/>
          <p:nvPr/>
        </p:nvSpPr>
        <p:spPr>
          <a:xfrm>
            <a:off x="6026727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05-mark278"/>
          <p:cNvSpPr/>
          <p:nvPr/>
        </p:nvSpPr>
        <p:spPr>
          <a:xfrm>
            <a:off x="608491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05-mark279"/>
          <p:cNvSpPr/>
          <p:nvPr/>
        </p:nvSpPr>
        <p:spPr>
          <a:xfrm>
            <a:off x="614310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05-mark280"/>
          <p:cNvSpPr/>
          <p:nvPr/>
        </p:nvSpPr>
        <p:spPr>
          <a:xfrm>
            <a:off x="6201295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05-mark281"/>
          <p:cNvSpPr/>
          <p:nvPr/>
        </p:nvSpPr>
        <p:spPr>
          <a:xfrm>
            <a:off x="625948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05-mark282"/>
          <p:cNvSpPr/>
          <p:nvPr/>
        </p:nvSpPr>
        <p:spPr>
          <a:xfrm>
            <a:off x="6317673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05-mark283"/>
          <p:cNvSpPr/>
          <p:nvPr/>
        </p:nvSpPr>
        <p:spPr>
          <a:xfrm>
            <a:off x="6375862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0" name="S05-mark284"/>
          <p:cNvSpPr/>
          <p:nvPr/>
        </p:nvSpPr>
        <p:spPr>
          <a:xfrm>
            <a:off x="6434051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05-mark285"/>
          <p:cNvSpPr/>
          <p:nvPr/>
        </p:nvSpPr>
        <p:spPr>
          <a:xfrm>
            <a:off x="6492240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2" name="S05-label287"/>
          <p:cNvSpPr txBox="1"/>
          <p:nvPr/>
        </p:nvSpPr>
        <p:spPr>
          <a:xfrm>
            <a:off x="6336792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3" name="S05-mark288"/>
          <p:cNvSpPr/>
          <p:nvPr/>
        </p:nvSpPr>
        <p:spPr>
          <a:xfrm>
            <a:off x="6550429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05-mark289"/>
          <p:cNvSpPr/>
          <p:nvPr/>
        </p:nvSpPr>
        <p:spPr>
          <a:xfrm>
            <a:off x="6608618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05-mark290"/>
          <p:cNvSpPr/>
          <p:nvPr/>
        </p:nvSpPr>
        <p:spPr>
          <a:xfrm>
            <a:off x="6666807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05-mark291"/>
          <p:cNvSpPr/>
          <p:nvPr/>
        </p:nvSpPr>
        <p:spPr>
          <a:xfrm>
            <a:off x="672499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05-mark292"/>
          <p:cNvSpPr/>
          <p:nvPr/>
        </p:nvSpPr>
        <p:spPr>
          <a:xfrm>
            <a:off x="6783185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05-mark293"/>
          <p:cNvSpPr/>
          <p:nvPr/>
        </p:nvSpPr>
        <p:spPr>
          <a:xfrm>
            <a:off x="684137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05-mark294"/>
          <p:cNvSpPr/>
          <p:nvPr/>
        </p:nvSpPr>
        <p:spPr>
          <a:xfrm>
            <a:off x="689956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0" name="S05-mark295"/>
          <p:cNvSpPr/>
          <p:nvPr/>
        </p:nvSpPr>
        <p:spPr>
          <a:xfrm>
            <a:off x="6957753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1" name="S05-mark296"/>
          <p:cNvSpPr/>
          <p:nvPr/>
        </p:nvSpPr>
        <p:spPr>
          <a:xfrm>
            <a:off x="7015942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05-mark297"/>
          <p:cNvSpPr/>
          <p:nvPr/>
        </p:nvSpPr>
        <p:spPr>
          <a:xfrm>
            <a:off x="7074131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3" name="S05-label299"/>
          <p:cNvSpPr txBox="1"/>
          <p:nvPr/>
        </p:nvSpPr>
        <p:spPr>
          <a:xfrm>
            <a:off x="6918683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4" name="S05-mark300"/>
          <p:cNvSpPr/>
          <p:nvPr/>
        </p:nvSpPr>
        <p:spPr>
          <a:xfrm>
            <a:off x="7132320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05-mark301"/>
          <p:cNvSpPr/>
          <p:nvPr/>
        </p:nvSpPr>
        <p:spPr>
          <a:xfrm>
            <a:off x="7190509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05-mark302"/>
          <p:cNvSpPr/>
          <p:nvPr/>
        </p:nvSpPr>
        <p:spPr>
          <a:xfrm>
            <a:off x="7248698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05-mark303"/>
          <p:cNvSpPr/>
          <p:nvPr/>
        </p:nvSpPr>
        <p:spPr>
          <a:xfrm>
            <a:off x="7306887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05-mark304"/>
          <p:cNvSpPr/>
          <p:nvPr/>
        </p:nvSpPr>
        <p:spPr>
          <a:xfrm>
            <a:off x="7365076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05-mark305"/>
          <p:cNvSpPr/>
          <p:nvPr/>
        </p:nvSpPr>
        <p:spPr>
          <a:xfrm>
            <a:off x="742326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05-mark306"/>
          <p:cNvSpPr/>
          <p:nvPr/>
        </p:nvSpPr>
        <p:spPr>
          <a:xfrm>
            <a:off x="748145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1" name="S05-mark307"/>
          <p:cNvSpPr/>
          <p:nvPr/>
        </p:nvSpPr>
        <p:spPr>
          <a:xfrm>
            <a:off x="753964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2" name="S05-mark308"/>
          <p:cNvSpPr/>
          <p:nvPr/>
        </p:nvSpPr>
        <p:spPr>
          <a:xfrm>
            <a:off x="7597833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3" name="S05-mark309"/>
          <p:cNvSpPr/>
          <p:nvPr/>
        </p:nvSpPr>
        <p:spPr>
          <a:xfrm>
            <a:off x="7656022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4" name="S05-label311"/>
          <p:cNvSpPr txBox="1"/>
          <p:nvPr/>
        </p:nvSpPr>
        <p:spPr>
          <a:xfrm>
            <a:off x="7500574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5" name="S05-mark312"/>
          <p:cNvSpPr/>
          <p:nvPr/>
        </p:nvSpPr>
        <p:spPr>
          <a:xfrm>
            <a:off x="7714211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6" name="S05-mark313"/>
          <p:cNvSpPr/>
          <p:nvPr/>
        </p:nvSpPr>
        <p:spPr>
          <a:xfrm>
            <a:off x="7772400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7" name="S05-mark314"/>
          <p:cNvSpPr/>
          <p:nvPr/>
        </p:nvSpPr>
        <p:spPr>
          <a:xfrm>
            <a:off x="7830589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8" name="S05-mark315"/>
          <p:cNvSpPr/>
          <p:nvPr/>
        </p:nvSpPr>
        <p:spPr>
          <a:xfrm>
            <a:off x="7888778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9" name="S05-mark316"/>
          <p:cNvSpPr/>
          <p:nvPr/>
        </p:nvSpPr>
        <p:spPr>
          <a:xfrm>
            <a:off x="7946967" y="259772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0" name="S05-mark317"/>
          <p:cNvSpPr/>
          <p:nvPr/>
        </p:nvSpPr>
        <p:spPr>
          <a:xfrm>
            <a:off x="8005156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1" name="S05-mark318"/>
          <p:cNvSpPr/>
          <p:nvPr/>
        </p:nvSpPr>
        <p:spPr>
          <a:xfrm>
            <a:off x="806334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2" name="S05-mark319"/>
          <p:cNvSpPr/>
          <p:nvPr/>
        </p:nvSpPr>
        <p:spPr>
          <a:xfrm>
            <a:off x="8121535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3" name="S05-mark320"/>
          <p:cNvSpPr/>
          <p:nvPr/>
        </p:nvSpPr>
        <p:spPr>
          <a:xfrm>
            <a:off x="8179724" y="259772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74" name="S05-mark321"/>
          <p:cNvSpPr/>
          <p:nvPr/>
        </p:nvSpPr>
        <p:spPr>
          <a:xfrm>
            <a:off x="8237913" y="259772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75" name="S05-label323"/>
          <p:cNvSpPr txBox="1"/>
          <p:nvPr/>
        </p:nvSpPr>
        <p:spPr>
          <a:xfrm>
            <a:off x="8082465" y="288105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76" name="S05-mark324"/>
          <p:cNvSpPr/>
          <p:nvPr/>
        </p:nvSpPr>
        <p:spPr>
          <a:xfrm>
            <a:off x="4746567" y="2219498"/>
            <a:ext cx="2152996" cy="232756"/>
          </a:xfrm>
          <a:custGeom>
            <a:avLst/>
            <a:gdLst/>
            <a:ahLst/>
            <a:cxnLst/>
            <a:rect l="l" t="t" r="r" b="b"/>
            <a:pathLst>
              <a:path w="2152996" h="232756">
                <a:moveTo>
                  <a:pt x="0" y="232756"/>
                </a:moveTo>
                <a:lnTo>
                  <a:pt x="2152996" y="232756"/>
                </a:lnTo>
                <a:lnTo>
                  <a:pt x="215299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7" name="S05-label326"/>
          <p:cNvSpPr txBox="1"/>
          <p:nvPr/>
        </p:nvSpPr>
        <p:spPr>
          <a:xfrm>
            <a:off x="5618849" y="214537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78" name="S05-mark327"/>
          <p:cNvSpPr/>
          <p:nvPr/>
        </p:nvSpPr>
        <p:spPr>
          <a:xfrm>
            <a:off x="4746567" y="2452255"/>
            <a:ext cx="0" cy="145473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79" name="S05-mark328"/>
          <p:cNvSpPr/>
          <p:nvPr/>
        </p:nvSpPr>
        <p:spPr>
          <a:xfrm>
            <a:off x="6899564" y="2452255"/>
            <a:ext cx="0" cy="145473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80" name="S05-chip329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81" name="S05-figure330" descr="6 cm 자와 1에서 5 cm 2 mm 눈금까지 막대 나"/>
          <p:cNvSpPr/>
          <p:nvPr/>
        </p:nvSpPr>
        <p:spPr>
          <a:xfrm>
            <a:off x="4513811" y="4243647"/>
            <a:ext cx="3956858" cy="785553"/>
          </a:xfrm>
          <a:custGeom>
            <a:avLst/>
            <a:gdLst/>
            <a:ahLst/>
            <a:cxnLst/>
            <a:rect l="l" t="t" r="r" b="b"/>
            <a:pathLst>
              <a:path w="3956858" h="785553">
                <a:moveTo>
                  <a:pt x="0" y="0"/>
                </a:moveTo>
                <a:lnTo>
                  <a:pt x="3956858" y="0"/>
                </a:lnTo>
                <a:lnTo>
                  <a:pt x="3956858" y="785553"/>
                </a:lnTo>
                <a:lnTo>
                  <a:pt x="0" y="785553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2" name="S05-mark331"/>
          <p:cNvSpPr/>
          <p:nvPr/>
        </p:nvSpPr>
        <p:spPr>
          <a:xfrm>
            <a:off x="4746567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83" name="S05-label333"/>
          <p:cNvSpPr txBox="1"/>
          <p:nvPr/>
        </p:nvSpPr>
        <p:spPr>
          <a:xfrm>
            <a:off x="4591119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84" name="S05-mark334"/>
          <p:cNvSpPr/>
          <p:nvPr/>
        </p:nvSpPr>
        <p:spPr>
          <a:xfrm>
            <a:off x="480475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5" name="S05-mark335"/>
          <p:cNvSpPr/>
          <p:nvPr/>
        </p:nvSpPr>
        <p:spPr>
          <a:xfrm>
            <a:off x="486294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6" name="S05-mark336"/>
          <p:cNvSpPr/>
          <p:nvPr/>
        </p:nvSpPr>
        <p:spPr>
          <a:xfrm>
            <a:off x="492113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7" name="S05-mark337"/>
          <p:cNvSpPr/>
          <p:nvPr/>
        </p:nvSpPr>
        <p:spPr>
          <a:xfrm>
            <a:off x="497932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8" name="S05-mark338"/>
          <p:cNvSpPr/>
          <p:nvPr/>
        </p:nvSpPr>
        <p:spPr>
          <a:xfrm>
            <a:off x="5037513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9" name="S05-mark339"/>
          <p:cNvSpPr/>
          <p:nvPr/>
        </p:nvSpPr>
        <p:spPr>
          <a:xfrm>
            <a:off x="5095702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0" name="S05-mark340"/>
          <p:cNvSpPr/>
          <p:nvPr/>
        </p:nvSpPr>
        <p:spPr>
          <a:xfrm>
            <a:off x="5153891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1" name="S05-mark341"/>
          <p:cNvSpPr/>
          <p:nvPr/>
        </p:nvSpPr>
        <p:spPr>
          <a:xfrm>
            <a:off x="5212080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2" name="S05-mark342"/>
          <p:cNvSpPr/>
          <p:nvPr/>
        </p:nvSpPr>
        <p:spPr>
          <a:xfrm>
            <a:off x="5270269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3" name="S05-mark343"/>
          <p:cNvSpPr/>
          <p:nvPr/>
        </p:nvSpPr>
        <p:spPr>
          <a:xfrm>
            <a:off x="5328458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94" name="S05-label345"/>
          <p:cNvSpPr txBox="1"/>
          <p:nvPr/>
        </p:nvSpPr>
        <p:spPr>
          <a:xfrm>
            <a:off x="5173010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95" name="S05-mark346"/>
          <p:cNvSpPr/>
          <p:nvPr/>
        </p:nvSpPr>
        <p:spPr>
          <a:xfrm>
            <a:off x="5386647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6" name="S05-mark347"/>
          <p:cNvSpPr/>
          <p:nvPr/>
        </p:nvSpPr>
        <p:spPr>
          <a:xfrm>
            <a:off x="544483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7" name="S05-mark348"/>
          <p:cNvSpPr/>
          <p:nvPr/>
        </p:nvSpPr>
        <p:spPr>
          <a:xfrm>
            <a:off x="550302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8" name="S05-mark349"/>
          <p:cNvSpPr/>
          <p:nvPr/>
        </p:nvSpPr>
        <p:spPr>
          <a:xfrm>
            <a:off x="556121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9" name="S05-mark350"/>
          <p:cNvSpPr/>
          <p:nvPr/>
        </p:nvSpPr>
        <p:spPr>
          <a:xfrm>
            <a:off x="5619404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0" name="S05-mark351"/>
          <p:cNvSpPr/>
          <p:nvPr/>
        </p:nvSpPr>
        <p:spPr>
          <a:xfrm>
            <a:off x="5677593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1" name="S05-mark352"/>
          <p:cNvSpPr/>
          <p:nvPr/>
        </p:nvSpPr>
        <p:spPr>
          <a:xfrm>
            <a:off x="5735782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2" name="S05-mark353"/>
          <p:cNvSpPr/>
          <p:nvPr/>
        </p:nvSpPr>
        <p:spPr>
          <a:xfrm>
            <a:off x="5793971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3" name="S05-mark354"/>
          <p:cNvSpPr/>
          <p:nvPr/>
        </p:nvSpPr>
        <p:spPr>
          <a:xfrm>
            <a:off x="5852160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4" name="S05-mark355"/>
          <p:cNvSpPr/>
          <p:nvPr/>
        </p:nvSpPr>
        <p:spPr>
          <a:xfrm>
            <a:off x="5910349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5" name="S05-label357"/>
          <p:cNvSpPr txBox="1"/>
          <p:nvPr/>
        </p:nvSpPr>
        <p:spPr>
          <a:xfrm>
            <a:off x="5754901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06" name="S05-mark358"/>
          <p:cNvSpPr/>
          <p:nvPr/>
        </p:nvSpPr>
        <p:spPr>
          <a:xfrm>
            <a:off x="5968538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7" name="S05-mark359"/>
          <p:cNvSpPr/>
          <p:nvPr/>
        </p:nvSpPr>
        <p:spPr>
          <a:xfrm>
            <a:off x="6026727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8" name="S05-mark360"/>
          <p:cNvSpPr/>
          <p:nvPr/>
        </p:nvSpPr>
        <p:spPr>
          <a:xfrm>
            <a:off x="608491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9" name="S05-mark361"/>
          <p:cNvSpPr/>
          <p:nvPr/>
        </p:nvSpPr>
        <p:spPr>
          <a:xfrm>
            <a:off x="614310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0" name="S05-mark362"/>
          <p:cNvSpPr/>
          <p:nvPr/>
        </p:nvSpPr>
        <p:spPr>
          <a:xfrm>
            <a:off x="6201295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1" name="S05-mark363"/>
          <p:cNvSpPr/>
          <p:nvPr/>
        </p:nvSpPr>
        <p:spPr>
          <a:xfrm>
            <a:off x="625948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2" name="S05-mark364"/>
          <p:cNvSpPr/>
          <p:nvPr/>
        </p:nvSpPr>
        <p:spPr>
          <a:xfrm>
            <a:off x="6317673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3" name="S05-mark365"/>
          <p:cNvSpPr/>
          <p:nvPr/>
        </p:nvSpPr>
        <p:spPr>
          <a:xfrm>
            <a:off x="6375862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4" name="S05-mark366"/>
          <p:cNvSpPr/>
          <p:nvPr/>
        </p:nvSpPr>
        <p:spPr>
          <a:xfrm>
            <a:off x="6434051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5" name="S05-mark367"/>
          <p:cNvSpPr/>
          <p:nvPr/>
        </p:nvSpPr>
        <p:spPr>
          <a:xfrm>
            <a:off x="6492240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16" name="S05-label369"/>
          <p:cNvSpPr txBox="1"/>
          <p:nvPr/>
        </p:nvSpPr>
        <p:spPr>
          <a:xfrm>
            <a:off x="6336792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17" name="S05-mark370"/>
          <p:cNvSpPr/>
          <p:nvPr/>
        </p:nvSpPr>
        <p:spPr>
          <a:xfrm>
            <a:off x="6550429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8" name="S05-mark371"/>
          <p:cNvSpPr/>
          <p:nvPr/>
        </p:nvSpPr>
        <p:spPr>
          <a:xfrm>
            <a:off x="6608618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9" name="S05-mark372"/>
          <p:cNvSpPr/>
          <p:nvPr/>
        </p:nvSpPr>
        <p:spPr>
          <a:xfrm>
            <a:off x="6666807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0" name="S05-mark373"/>
          <p:cNvSpPr/>
          <p:nvPr/>
        </p:nvSpPr>
        <p:spPr>
          <a:xfrm>
            <a:off x="672499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1" name="S05-mark374"/>
          <p:cNvSpPr/>
          <p:nvPr/>
        </p:nvSpPr>
        <p:spPr>
          <a:xfrm>
            <a:off x="6783185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2" name="S05-mark375"/>
          <p:cNvSpPr/>
          <p:nvPr/>
        </p:nvSpPr>
        <p:spPr>
          <a:xfrm>
            <a:off x="684137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3" name="S05-mark376"/>
          <p:cNvSpPr/>
          <p:nvPr/>
        </p:nvSpPr>
        <p:spPr>
          <a:xfrm>
            <a:off x="689956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4" name="S05-mark377"/>
          <p:cNvSpPr/>
          <p:nvPr/>
        </p:nvSpPr>
        <p:spPr>
          <a:xfrm>
            <a:off x="6957753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5" name="S05-mark378"/>
          <p:cNvSpPr/>
          <p:nvPr/>
        </p:nvSpPr>
        <p:spPr>
          <a:xfrm>
            <a:off x="7015942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6" name="S05-mark379"/>
          <p:cNvSpPr/>
          <p:nvPr/>
        </p:nvSpPr>
        <p:spPr>
          <a:xfrm>
            <a:off x="7074131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27" name="S05-label381"/>
          <p:cNvSpPr txBox="1"/>
          <p:nvPr/>
        </p:nvSpPr>
        <p:spPr>
          <a:xfrm>
            <a:off x="6918683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8" name="S05-mark382"/>
          <p:cNvSpPr/>
          <p:nvPr/>
        </p:nvSpPr>
        <p:spPr>
          <a:xfrm>
            <a:off x="7132320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9" name="S05-mark383"/>
          <p:cNvSpPr/>
          <p:nvPr/>
        </p:nvSpPr>
        <p:spPr>
          <a:xfrm>
            <a:off x="7190509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0" name="S05-mark384"/>
          <p:cNvSpPr/>
          <p:nvPr/>
        </p:nvSpPr>
        <p:spPr>
          <a:xfrm>
            <a:off x="7248698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1" name="S05-mark385"/>
          <p:cNvSpPr/>
          <p:nvPr/>
        </p:nvSpPr>
        <p:spPr>
          <a:xfrm>
            <a:off x="7306887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2" name="S05-mark386"/>
          <p:cNvSpPr/>
          <p:nvPr/>
        </p:nvSpPr>
        <p:spPr>
          <a:xfrm>
            <a:off x="7365076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3" name="S05-mark387"/>
          <p:cNvSpPr/>
          <p:nvPr/>
        </p:nvSpPr>
        <p:spPr>
          <a:xfrm>
            <a:off x="742326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4" name="S05-mark388"/>
          <p:cNvSpPr/>
          <p:nvPr/>
        </p:nvSpPr>
        <p:spPr>
          <a:xfrm>
            <a:off x="748145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5" name="S05-mark389"/>
          <p:cNvSpPr/>
          <p:nvPr/>
        </p:nvSpPr>
        <p:spPr>
          <a:xfrm>
            <a:off x="753964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6" name="S05-mark390"/>
          <p:cNvSpPr/>
          <p:nvPr/>
        </p:nvSpPr>
        <p:spPr>
          <a:xfrm>
            <a:off x="7597833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7" name="S05-mark391"/>
          <p:cNvSpPr/>
          <p:nvPr/>
        </p:nvSpPr>
        <p:spPr>
          <a:xfrm>
            <a:off x="7656022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8" name="S05-label393"/>
          <p:cNvSpPr txBox="1"/>
          <p:nvPr/>
        </p:nvSpPr>
        <p:spPr>
          <a:xfrm>
            <a:off x="7500574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139" name="S05-mark394"/>
          <p:cNvSpPr/>
          <p:nvPr/>
        </p:nvSpPr>
        <p:spPr>
          <a:xfrm>
            <a:off x="7714211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0" name="S05-mark395"/>
          <p:cNvSpPr/>
          <p:nvPr/>
        </p:nvSpPr>
        <p:spPr>
          <a:xfrm>
            <a:off x="7772400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1" name="S05-mark396"/>
          <p:cNvSpPr/>
          <p:nvPr/>
        </p:nvSpPr>
        <p:spPr>
          <a:xfrm>
            <a:off x="7830589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2" name="S05-mark397"/>
          <p:cNvSpPr/>
          <p:nvPr/>
        </p:nvSpPr>
        <p:spPr>
          <a:xfrm>
            <a:off x="7888778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3" name="S05-mark398"/>
          <p:cNvSpPr/>
          <p:nvPr/>
        </p:nvSpPr>
        <p:spPr>
          <a:xfrm>
            <a:off x="7946967" y="4243647"/>
            <a:ext cx="0" cy="203662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4" name="S05-mark399"/>
          <p:cNvSpPr/>
          <p:nvPr/>
        </p:nvSpPr>
        <p:spPr>
          <a:xfrm>
            <a:off x="8005156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5" name="S05-mark400"/>
          <p:cNvSpPr/>
          <p:nvPr/>
        </p:nvSpPr>
        <p:spPr>
          <a:xfrm>
            <a:off x="806334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6" name="S05-mark401"/>
          <p:cNvSpPr/>
          <p:nvPr/>
        </p:nvSpPr>
        <p:spPr>
          <a:xfrm>
            <a:off x="8121535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7" name="S05-mark402"/>
          <p:cNvSpPr/>
          <p:nvPr/>
        </p:nvSpPr>
        <p:spPr>
          <a:xfrm>
            <a:off x="8179724" y="4243647"/>
            <a:ext cx="0" cy="12801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8" name="S05-mark403"/>
          <p:cNvSpPr/>
          <p:nvPr/>
        </p:nvSpPr>
        <p:spPr>
          <a:xfrm>
            <a:off x="8237913" y="4243647"/>
            <a:ext cx="0" cy="290945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49" name="S05-label405"/>
          <p:cNvSpPr txBox="1"/>
          <p:nvPr/>
        </p:nvSpPr>
        <p:spPr>
          <a:xfrm>
            <a:off x="8082465" y="4526973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150" name="S05-mark406"/>
          <p:cNvSpPr/>
          <p:nvPr/>
        </p:nvSpPr>
        <p:spPr>
          <a:xfrm>
            <a:off x="5328458" y="3865418"/>
            <a:ext cx="2443942" cy="232756"/>
          </a:xfrm>
          <a:custGeom>
            <a:avLst/>
            <a:gdLst/>
            <a:ahLst/>
            <a:cxnLst/>
            <a:rect l="l" t="t" r="r" b="b"/>
            <a:pathLst>
              <a:path w="2443942" h="232756">
                <a:moveTo>
                  <a:pt x="0" y="232756"/>
                </a:moveTo>
                <a:lnTo>
                  <a:pt x="2443942" y="232756"/>
                </a:lnTo>
                <a:lnTo>
                  <a:pt x="2443942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151" name="S05-label408"/>
          <p:cNvSpPr txBox="1"/>
          <p:nvPr/>
        </p:nvSpPr>
        <p:spPr>
          <a:xfrm>
            <a:off x="6346213" y="3791296"/>
            <a:ext cx="40843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52" name="S05-mark409"/>
          <p:cNvSpPr/>
          <p:nvPr/>
        </p:nvSpPr>
        <p:spPr>
          <a:xfrm>
            <a:off x="5328458" y="4098175"/>
            <a:ext cx="0" cy="145473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153" name="S05-mark410"/>
          <p:cNvSpPr/>
          <p:nvPr/>
        </p:nvSpPr>
        <p:spPr>
          <a:xfrm>
            <a:off x="7772400" y="4098175"/>
            <a:ext cx="0" cy="145473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바꾸어 써요</a:t>
            </a:r>
            <a:endParaRPr lang="ko-KR" sz="4000" dirty="0"/>
          </a:p>
        </p:txBody>
      </p:sp>
      <p:sp>
        <p:nvSpPr>
          <p:cNvPr id="3" name="S06-text41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말해요.</a:t>
            </a:r>
            <a:endParaRPr lang="ko-KR" sz="3000" dirty="0"/>
          </a:p>
        </p:txBody>
      </p:sp>
      <p:sp>
        <p:nvSpPr>
          <p:cNvPr id="4" name="S06-card412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413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 = 10 mm예요.</a:t>
            </a:r>
            <a:endParaRPr lang="ko-KR" sz="3000" dirty="0"/>
          </a:p>
        </p:txBody>
      </p:sp>
      <p:sp>
        <p:nvSpPr>
          <p:cNvPr id="6" name="S06-chip414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eqtext415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cm 2 mm = □ mm</a:t>
            </a:r>
            <a:endParaRPr lang="ko-KR" sz="2600" dirty="0"/>
          </a:p>
        </p:txBody>
      </p:sp>
      <p:sp>
        <p:nvSpPr>
          <p:cNvPr id="8" name="S06-chip416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eqtext417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65 mm = □ cm □ mm</a:t>
            </a:r>
            <a:endParaRPr lang="ko-KR" sz="2600" dirty="0"/>
          </a:p>
        </p:txBody>
      </p:sp>
      <p:sp>
        <p:nvSpPr>
          <p:cNvPr id="10" name="S06-chip418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eqtext419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 cm = □ mm</a:t>
            </a:r>
            <a:endParaRPr lang="ko-KR" sz="2600" dirty="0"/>
          </a:p>
        </p:txBody>
      </p:sp>
      <p:sp>
        <p:nvSpPr>
          <p:cNvPr id="12" name="S06-chip420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eqtext421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6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107 mm = □ cm □ mm</a:t>
            </a:r>
            <a:endParaRPr lang="ko-KR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</a:t>
            </a:r>
            <a:endParaRPr lang="ko-KR" sz="4000" dirty="0"/>
          </a:p>
        </p:txBody>
      </p:sp>
      <p:sp>
        <p:nvSpPr>
          <p:cNvPr id="3" name="S07-card422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7-cardtext423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 cm 8 mm는 몇 mm일까요?</a:t>
            </a:r>
            <a:endParaRPr lang="ko-KR" sz="3000" dirty="0"/>
          </a:p>
        </p:txBody>
      </p:sp>
      <p:sp>
        <p:nvSpPr>
          <p:cNvPr id="5" name="S07-card42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7-cardtext42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누가 맞았을까요? 왜 그럴까요?</a:t>
            </a:r>
            <a:endParaRPr lang="ko-KR" sz="3000" dirty="0"/>
          </a:p>
        </p:txBody>
      </p:sp>
      <p:sp>
        <p:nvSpPr>
          <p:cNvPr id="7" name="S07-chip426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토끼: 58 mm</a:t>
            </a:r>
            <a:endParaRPr lang="ko-KR" sz="2400" dirty="0"/>
          </a:p>
        </p:txBody>
      </p:sp>
      <p:sp>
        <p:nvSpPr>
          <p:cNvPr id="8" name="S07-text427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“5 cm는 50 mm니까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 + 8 = 58이에요.”</a:t>
            </a:r>
            <a:endParaRPr lang="ko-KR" sz="3000" dirty="0"/>
          </a:p>
        </p:txBody>
      </p:sp>
      <p:sp>
        <p:nvSpPr>
          <p:cNvPr id="9" name="S07-chip428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곰: 508 mm</a:t>
            </a:r>
            <a:endParaRPr lang="ko-KR" sz="2400" dirty="0"/>
          </a:p>
        </p:txBody>
      </p:sp>
      <p:sp>
        <p:nvSpPr>
          <p:cNvPr id="10" name="S07-text429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“1 m가 100 cm인 것처럼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cm는 100 mm예요.”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</a:t>
            </a:r>
            <a:endParaRPr lang="ko-KR" sz="4000" dirty="0"/>
          </a:p>
        </p:txBody>
      </p:sp>
      <p:sp>
        <p:nvSpPr>
          <p:cNvPr id="3" name="S08-text4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 m를 1 km라고 해요.</a:t>
            </a:r>
            <a:endParaRPr lang="ko-KR" sz="3000" dirty="0"/>
          </a:p>
        </p:txBody>
      </p:sp>
      <p:sp>
        <p:nvSpPr>
          <p:cNvPr id="4" name="S08-card431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8-cardtext432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‘1 킬로미터’라고 읽어요</a:t>
            </a:r>
            <a:endParaRPr lang="ko-KR" sz="3000" dirty="0"/>
          </a:p>
        </p:txBody>
      </p:sp>
      <p:sp>
        <p:nvSpPr>
          <p:cNvPr id="6" name="S08-card433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8-cardtext434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어림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걸어서 15~20분쯤</a:t>
            </a:r>
            <a:endParaRPr lang="ko-KR" sz="3000" dirty="0"/>
          </a:p>
        </p:txBody>
      </p:sp>
      <p:sp>
        <p:nvSpPr>
          <p:cNvPr id="8" name="S08-line435"/>
          <p:cNvSpPr/>
          <p:nvPr/>
        </p:nvSpPr>
        <p:spPr>
          <a:xfrm>
            <a:off x="685800" y="37077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8-line436"/>
          <p:cNvSpPr/>
          <p:nvPr/>
        </p:nvSpPr>
        <p:spPr>
          <a:xfrm>
            <a:off x="96012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8-label437"/>
          <p:cNvSpPr txBox="1"/>
          <p:nvPr/>
        </p:nvSpPr>
        <p:spPr>
          <a:xfrm>
            <a:off x="502920" y="3890620"/>
            <a:ext cx="914400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08-line438"/>
          <p:cNvSpPr/>
          <p:nvPr/>
        </p:nvSpPr>
        <p:spPr>
          <a:xfrm>
            <a:off x="147355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8-line439"/>
          <p:cNvSpPr/>
          <p:nvPr/>
        </p:nvSpPr>
        <p:spPr>
          <a:xfrm>
            <a:off x="198699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8-line440"/>
          <p:cNvSpPr/>
          <p:nvPr/>
        </p:nvSpPr>
        <p:spPr>
          <a:xfrm>
            <a:off x="2500427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8-line441"/>
          <p:cNvSpPr/>
          <p:nvPr/>
        </p:nvSpPr>
        <p:spPr>
          <a:xfrm>
            <a:off x="301386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8-line442"/>
          <p:cNvSpPr/>
          <p:nvPr/>
        </p:nvSpPr>
        <p:spPr>
          <a:xfrm>
            <a:off x="3527298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8-line443"/>
          <p:cNvSpPr/>
          <p:nvPr/>
        </p:nvSpPr>
        <p:spPr>
          <a:xfrm>
            <a:off x="4040734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8-line444"/>
          <p:cNvSpPr/>
          <p:nvPr/>
        </p:nvSpPr>
        <p:spPr>
          <a:xfrm>
            <a:off x="4554169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8-line445"/>
          <p:cNvSpPr/>
          <p:nvPr/>
        </p:nvSpPr>
        <p:spPr>
          <a:xfrm>
            <a:off x="5067605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8-line446"/>
          <p:cNvSpPr/>
          <p:nvPr/>
        </p:nvSpPr>
        <p:spPr>
          <a:xfrm>
            <a:off x="558104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8-line447"/>
          <p:cNvSpPr/>
          <p:nvPr/>
        </p:nvSpPr>
        <p:spPr>
          <a:xfrm>
            <a:off x="6094476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8-label448"/>
          <p:cNvSpPr txBox="1"/>
          <p:nvPr/>
        </p:nvSpPr>
        <p:spPr>
          <a:xfrm>
            <a:off x="5600700" y="3890620"/>
            <a:ext cx="98755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2400" dirty="0"/>
          </a:p>
        </p:txBody>
      </p:sp>
      <p:sp>
        <p:nvSpPr>
          <p:cNvPr id="22" name="S08-line449"/>
          <p:cNvSpPr/>
          <p:nvPr/>
        </p:nvSpPr>
        <p:spPr>
          <a:xfrm>
            <a:off x="660791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8-line450"/>
          <p:cNvSpPr/>
          <p:nvPr/>
        </p:nvSpPr>
        <p:spPr>
          <a:xfrm>
            <a:off x="7121347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8-line451"/>
          <p:cNvSpPr/>
          <p:nvPr/>
        </p:nvSpPr>
        <p:spPr>
          <a:xfrm>
            <a:off x="7634783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8-line452"/>
          <p:cNvSpPr/>
          <p:nvPr/>
        </p:nvSpPr>
        <p:spPr>
          <a:xfrm>
            <a:off x="8148218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8-line453"/>
          <p:cNvSpPr/>
          <p:nvPr/>
        </p:nvSpPr>
        <p:spPr>
          <a:xfrm>
            <a:off x="8661654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8-line454"/>
          <p:cNvSpPr/>
          <p:nvPr/>
        </p:nvSpPr>
        <p:spPr>
          <a:xfrm>
            <a:off x="917509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8-line455"/>
          <p:cNvSpPr/>
          <p:nvPr/>
        </p:nvSpPr>
        <p:spPr>
          <a:xfrm>
            <a:off x="9688525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8-line456"/>
          <p:cNvSpPr/>
          <p:nvPr/>
        </p:nvSpPr>
        <p:spPr>
          <a:xfrm>
            <a:off x="1020196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8-line457"/>
          <p:cNvSpPr/>
          <p:nvPr/>
        </p:nvSpPr>
        <p:spPr>
          <a:xfrm>
            <a:off x="1071539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8-line458"/>
          <p:cNvSpPr/>
          <p:nvPr/>
        </p:nvSpPr>
        <p:spPr>
          <a:xfrm>
            <a:off x="1122883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8-label459"/>
          <p:cNvSpPr txBox="1"/>
          <p:nvPr/>
        </p:nvSpPr>
        <p:spPr>
          <a:xfrm>
            <a:off x="10735056" y="3890620"/>
            <a:ext cx="987552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</a:t>
            </a:r>
            <a:endParaRPr lang="ko-KR" sz="2400" dirty="0"/>
          </a:p>
        </p:txBody>
      </p:sp>
      <p:sp>
        <p:nvSpPr>
          <p:cNvPr id="33" name="S08-mark460"/>
          <p:cNvSpPr/>
          <p:nvPr/>
        </p:nvSpPr>
        <p:spPr>
          <a:xfrm>
            <a:off x="868680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4" name="S08-mark461"/>
          <p:cNvSpPr/>
          <p:nvPr/>
        </p:nvSpPr>
        <p:spPr>
          <a:xfrm>
            <a:off x="6003036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35" name="S08-line462"/>
          <p:cNvSpPr/>
          <p:nvPr/>
        </p:nvSpPr>
        <p:spPr>
          <a:xfrm flipV="1">
            <a:off x="960120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36" name="S08-line463"/>
          <p:cNvSpPr/>
          <p:nvPr/>
        </p:nvSpPr>
        <p:spPr>
          <a:xfrm>
            <a:off x="960120" y="3323692"/>
            <a:ext cx="5134356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37" name="S08-label464"/>
          <p:cNvSpPr txBox="1"/>
          <p:nvPr/>
        </p:nvSpPr>
        <p:spPr>
          <a:xfrm>
            <a:off x="960120" y="2909164"/>
            <a:ext cx="5134356" cy="39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24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= 1000 m</a:t>
            </a:r>
            <a:endParaRPr lang="ko-KR" sz="2400" dirty="0"/>
          </a:p>
        </p:txBody>
      </p:sp>
      <p:sp>
        <p:nvSpPr>
          <p:cNvPr id="38" name="S08-figure465" descr="0부터 2000 m까지 100 m마다 눈금이 있는 수직선, 0에서 1000까지 1 km"/>
          <p:cNvSpPr/>
          <p:nvPr/>
        </p:nvSpPr>
        <p:spPr>
          <a:xfrm>
            <a:off x="685800" y="35248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km 300 m</a:t>
            </a:r>
            <a:endParaRPr lang="ko-KR" sz="4000" dirty="0"/>
          </a:p>
        </p:txBody>
      </p:sp>
      <p:sp>
        <p:nvSpPr>
          <p:cNvPr id="3" name="S09-text466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km보다 300 m 더 먼 거리예요.</a:t>
            </a:r>
            <a:endParaRPr lang="ko-KR" sz="3000" dirty="0"/>
          </a:p>
        </p:txBody>
      </p:sp>
      <p:sp>
        <p:nvSpPr>
          <p:cNvPr id="4" name="S09-card467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09-cardtext468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km 300 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‘2 킬로미터 300 미터’</a:t>
            </a:r>
            <a:endParaRPr lang="ko-KR" sz="3000" dirty="0"/>
          </a:p>
        </p:txBody>
      </p:sp>
      <p:sp>
        <p:nvSpPr>
          <p:cNvPr id="6" name="S09-card469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09-cardtext470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2300 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 m + 300 m</a:t>
            </a:r>
            <a:endParaRPr lang="ko-KR" sz="3000" dirty="0"/>
          </a:p>
        </p:txBody>
      </p:sp>
      <p:sp>
        <p:nvSpPr>
          <p:cNvPr id="8" name="S09-line471"/>
          <p:cNvSpPr/>
          <p:nvPr/>
        </p:nvSpPr>
        <p:spPr>
          <a:xfrm>
            <a:off x="685800" y="3707740"/>
            <a:ext cx="10817352" cy="0"/>
          </a:xfrm>
          <a:prstGeom prst="line">
            <a:avLst/>
          </a:prstGeom>
          <a:noFill/>
          <a:ln w="28575">
            <a:solidFill>
              <a:srgbClr val="1F2937"/>
            </a:solidFill>
            <a:prstDash val="solid"/>
            <a:headEnd type="triangle"/>
            <a:tailEnd type="triangle"/>
          </a:ln>
        </p:spPr>
      </p:sp>
      <p:sp>
        <p:nvSpPr>
          <p:cNvPr id="9" name="S09-line472"/>
          <p:cNvSpPr/>
          <p:nvPr/>
        </p:nvSpPr>
        <p:spPr>
          <a:xfrm>
            <a:off x="960120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0" name="S09-label473"/>
          <p:cNvSpPr txBox="1"/>
          <p:nvPr/>
        </p:nvSpPr>
        <p:spPr>
          <a:xfrm>
            <a:off x="502920" y="389062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1600" dirty="0"/>
          </a:p>
        </p:txBody>
      </p:sp>
      <p:sp>
        <p:nvSpPr>
          <p:cNvPr id="11" name="S09-line474"/>
          <p:cNvSpPr/>
          <p:nvPr/>
        </p:nvSpPr>
        <p:spPr>
          <a:xfrm>
            <a:off x="130241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2" name="S09-line475"/>
          <p:cNvSpPr/>
          <p:nvPr/>
        </p:nvSpPr>
        <p:spPr>
          <a:xfrm>
            <a:off x="164470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3" name="S09-line476"/>
          <p:cNvSpPr/>
          <p:nvPr/>
        </p:nvSpPr>
        <p:spPr>
          <a:xfrm>
            <a:off x="198699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4" name="S09-line477"/>
          <p:cNvSpPr/>
          <p:nvPr/>
        </p:nvSpPr>
        <p:spPr>
          <a:xfrm>
            <a:off x="232928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5" name="S09-line478"/>
          <p:cNvSpPr/>
          <p:nvPr/>
        </p:nvSpPr>
        <p:spPr>
          <a:xfrm>
            <a:off x="267157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6" name="S09-line479"/>
          <p:cNvSpPr/>
          <p:nvPr/>
        </p:nvSpPr>
        <p:spPr>
          <a:xfrm>
            <a:off x="301386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7" name="S09-line480"/>
          <p:cNvSpPr/>
          <p:nvPr/>
        </p:nvSpPr>
        <p:spPr>
          <a:xfrm>
            <a:off x="3356153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8" name="S09-line481"/>
          <p:cNvSpPr/>
          <p:nvPr/>
        </p:nvSpPr>
        <p:spPr>
          <a:xfrm>
            <a:off x="3698443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19" name="S09-line482"/>
          <p:cNvSpPr/>
          <p:nvPr/>
        </p:nvSpPr>
        <p:spPr>
          <a:xfrm>
            <a:off x="4040734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0" name="S09-line483"/>
          <p:cNvSpPr/>
          <p:nvPr/>
        </p:nvSpPr>
        <p:spPr>
          <a:xfrm>
            <a:off x="4383024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1" name="S09-label484"/>
          <p:cNvSpPr txBox="1"/>
          <p:nvPr/>
        </p:nvSpPr>
        <p:spPr>
          <a:xfrm>
            <a:off x="3925824" y="389062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1000</a:t>
            </a:r>
            <a:endParaRPr lang="ko-KR" sz="1600" dirty="0"/>
          </a:p>
        </p:txBody>
      </p:sp>
      <p:sp>
        <p:nvSpPr>
          <p:cNvPr id="22" name="S09-line485"/>
          <p:cNvSpPr/>
          <p:nvPr/>
        </p:nvSpPr>
        <p:spPr>
          <a:xfrm>
            <a:off x="4725314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3" name="S09-line486"/>
          <p:cNvSpPr/>
          <p:nvPr/>
        </p:nvSpPr>
        <p:spPr>
          <a:xfrm>
            <a:off x="5067605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4" name="S09-line487"/>
          <p:cNvSpPr/>
          <p:nvPr/>
        </p:nvSpPr>
        <p:spPr>
          <a:xfrm>
            <a:off x="5409895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5" name="S09-line488"/>
          <p:cNvSpPr/>
          <p:nvPr/>
        </p:nvSpPr>
        <p:spPr>
          <a:xfrm>
            <a:off x="575218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6" name="S09-line489"/>
          <p:cNvSpPr/>
          <p:nvPr/>
        </p:nvSpPr>
        <p:spPr>
          <a:xfrm>
            <a:off x="609447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7" name="S09-line490"/>
          <p:cNvSpPr/>
          <p:nvPr/>
        </p:nvSpPr>
        <p:spPr>
          <a:xfrm>
            <a:off x="6436766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8" name="S09-line491"/>
          <p:cNvSpPr/>
          <p:nvPr/>
        </p:nvSpPr>
        <p:spPr>
          <a:xfrm>
            <a:off x="6779057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29" name="S09-line492"/>
          <p:cNvSpPr/>
          <p:nvPr/>
        </p:nvSpPr>
        <p:spPr>
          <a:xfrm>
            <a:off x="7121347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0" name="S09-line493"/>
          <p:cNvSpPr/>
          <p:nvPr/>
        </p:nvSpPr>
        <p:spPr>
          <a:xfrm>
            <a:off x="7463638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1" name="S09-line494"/>
          <p:cNvSpPr/>
          <p:nvPr/>
        </p:nvSpPr>
        <p:spPr>
          <a:xfrm>
            <a:off x="7805928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2" name="S09-label495"/>
          <p:cNvSpPr txBox="1"/>
          <p:nvPr/>
        </p:nvSpPr>
        <p:spPr>
          <a:xfrm>
            <a:off x="7348728" y="389062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2000</a:t>
            </a:r>
            <a:endParaRPr lang="ko-KR" sz="1600" dirty="0"/>
          </a:p>
        </p:txBody>
      </p:sp>
      <p:sp>
        <p:nvSpPr>
          <p:cNvPr id="33" name="S09-line496"/>
          <p:cNvSpPr/>
          <p:nvPr/>
        </p:nvSpPr>
        <p:spPr>
          <a:xfrm>
            <a:off x="8148218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4" name="S09-line497"/>
          <p:cNvSpPr/>
          <p:nvPr/>
        </p:nvSpPr>
        <p:spPr>
          <a:xfrm>
            <a:off x="8490509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5" name="S09-line498"/>
          <p:cNvSpPr/>
          <p:nvPr/>
        </p:nvSpPr>
        <p:spPr>
          <a:xfrm>
            <a:off x="8832799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6" name="S09-line499"/>
          <p:cNvSpPr/>
          <p:nvPr/>
        </p:nvSpPr>
        <p:spPr>
          <a:xfrm>
            <a:off x="917509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7" name="S09-line500"/>
          <p:cNvSpPr/>
          <p:nvPr/>
        </p:nvSpPr>
        <p:spPr>
          <a:xfrm>
            <a:off x="951738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8" name="S09-line501"/>
          <p:cNvSpPr/>
          <p:nvPr/>
        </p:nvSpPr>
        <p:spPr>
          <a:xfrm>
            <a:off x="9859670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39" name="S09-line502"/>
          <p:cNvSpPr/>
          <p:nvPr/>
        </p:nvSpPr>
        <p:spPr>
          <a:xfrm>
            <a:off x="1020196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0" name="S09-line503"/>
          <p:cNvSpPr/>
          <p:nvPr/>
        </p:nvSpPr>
        <p:spPr>
          <a:xfrm>
            <a:off x="10544251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1" name="S09-line504"/>
          <p:cNvSpPr/>
          <p:nvPr/>
        </p:nvSpPr>
        <p:spPr>
          <a:xfrm>
            <a:off x="10886542" y="3625444"/>
            <a:ext cx="0" cy="164592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2" name="S09-line505"/>
          <p:cNvSpPr/>
          <p:nvPr/>
        </p:nvSpPr>
        <p:spPr>
          <a:xfrm>
            <a:off x="11228832" y="3561436"/>
            <a:ext cx="0" cy="292608"/>
          </a:xfrm>
          <a:prstGeom prst="line">
            <a:avLst/>
          </a:prstGeom>
          <a:noFill/>
          <a:ln w="22225">
            <a:solidFill>
              <a:srgbClr val="1F2937"/>
            </a:solidFill>
            <a:prstDash val="solid"/>
          </a:ln>
        </p:spPr>
      </p:sp>
      <p:sp>
        <p:nvSpPr>
          <p:cNvPr id="43" name="S09-label506"/>
          <p:cNvSpPr txBox="1"/>
          <p:nvPr/>
        </p:nvSpPr>
        <p:spPr>
          <a:xfrm>
            <a:off x="10771632" y="3890620"/>
            <a:ext cx="914400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3000</a:t>
            </a:r>
            <a:endParaRPr lang="ko-KR" sz="1600" dirty="0"/>
          </a:p>
        </p:txBody>
      </p:sp>
      <p:sp>
        <p:nvSpPr>
          <p:cNvPr id="44" name="S09-mark507"/>
          <p:cNvSpPr/>
          <p:nvPr/>
        </p:nvSpPr>
        <p:spPr>
          <a:xfrm>
            <a:off x="868680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5" name="S09-mark508"/>
          <p:cNvSpPr/>
          <p:nvPr/>
        </p:nvSpPr>
        <p:spPr>
          <a:xfrm>
            <a:off x="8741359" y="3616300"/>
            <a:ext cx="182880" cy="182880"/>
          </a:xfrm>
          <a:prstGeom prst="ellipse">
            <a:avLst/>
          </a:prstGeom>
          <a:solidFill>
            <a:srgbClr val="E9762B"/>
          </a:solidFill>
          <a:ln w="12700">
            <a:solidFill>
              <a:srgbClr val="E9762B"/>
            </a:solidFill>
            <a:prstDash val="solid"/>
          </a:ln>
        </p:spPr>
      </p:sp>
      <p:sp>
        <p:nvSpPr>
          <p:cNvPr id="46" name="S09-line509"/>
          <p:cNvSpPr/>
          <p:nvPr/>
        </p:nvSpPr>
        <p:spPr>
          <a:xfrm flipV="1">
            <a:off x="960120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47" name="S09-line510"/>
          <p:cNvSpPr/>
          <p:nvPr/>
        </p:nvSpPr>
        <p:spPr>
          <a:xfrm>
            <a:off x="960120" y="3323692"/>
            <a:ext cx="342290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48" name="S09-label511"/>
          <p:cNvSpPr txBox="1"/>
          <p:nvPr/>
        </p:nvSpPr>
        <p:spPr>
          <a:xfrm>
            <a:off x="960120" y="3041244"/>
            <a:ext cx="342290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</a:t>
            </a:r>
            <a:endParaRPr lang="ko-KR" sz="1600" dirty="0"/>
          </a:p>
        </p:txBody>
      </p:sp>
      <p:sp>
        <p:nvSpPr>
          <p:cNvPr id="49" name="S09-line512"/>
          <p:cNvSpPr/>
          <p:nvPr/>
        </p:nvSpPr>
        <p:spPr>
          <a:xfrm flipV="1">
            <a:off x="4383024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0" name="S09-line513"/>
          <p:cNvSpPr/>
          <p:nvPr/>
        </p:nvSpPr>
        <p:spPr>
          <a:xfrm>
            <a:off x="4383024" y="3323692"/>
            <a:ext cx="3422904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1" name="S09-label514"/>
          <p:cNvSpPr txBox="1"/>
          <p:nvPr/>
        </p:nvSpPr>
        <p:spPr>
          <a:xfrm>
            <a:off x="4383024" y="3041244"/>
            <a:ext cx="3422904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</a:t>
            </a:r>
            <a:endParaRPr lang="ko-KR" sz="1600" dirty="0"/>
          </a:p>
        </p:txBody>
      </p:sp>
      <p:sp>
        <p:nvSpPr>
          <p:cNvPr id="52" name="S09-line515"/>
          <p:cNvSpPr/>
          <p:nvPr/>
        </p:nvSpPr>
        <p:spPr>
          <a:xfrm flipV="1">
            <a:off x="7805928" y="3323692"/>
            <a:ext cx="0" cy="338328"/>
          </a:xfrm>
          <a:prstGeom prst="line">
            <a:avLst/>
          </a:prstGeom>
          <a:noFill/>
          <a:ln w="19050">
            <a:solidFill>
              <a:srgbClr val="3D5A80"/>
            </a:solidFill>
            <a:prstDash val="solid"/>
          </a:ln>
        </p:spPr>
      </p:sp>
      <p:sp>
        <p:nvSpPr>
          <p:cNvPr id="53" name="S09-line516"/>
          <p:cNvSpPr/>
          <p:nvPr/>
        </p:nvSpPr>
        <p:spPr>
          <a:xfrm>
            <a:off x="7805928" y="3323692"/>
            <a:ext cx="1026871" cy="0"/>
          </a:xfrm>
          <a:prstGeom prst="line">
            <a:avLst/>
          </a:prstGeom>
          <a:noFill/>
          <a:ln w="2540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54" name="S09-label517"/>
          <p:cNvSpPr txBox="1"/>
          <p:nvPr/>
        </p:nvSpPr>
        <p:spPr>
          <a:xfrm>
            <a:off x="7805928" y="3041244"/>
            <a:ext cx="1026871" cy="264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en-US" altLang="ko-KR" sz="1600" b="1" dirty="0">
                <a:solidFill>
                  <a:srgbClr val="3D5A8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300 m</a:t>
            </a:r>
            <a:endParaRPr lang="ko-KR" sz="1600" dirty="0"/>
          </a:p>
        </p:txBody>
      </p:sp>
      <p:sp>
        <p:nvSpPr>
          <p:cNvPr id="55" name="S09-figure518" descr="0부터 3000 m까지 수직선, 0에서 2300까지 1 km, 1 km, 300 m로 뛰어 셈"/>
          <p:cNvSpPr/>
          <p:nvPr/>
        </p:nvSpPr>
        <p:spPr>
          <a:xfrm>
            <a:off x="685800" y="3524860"/>
            <a:ext cx="10817352" cy="365760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km와 m 바꾸기</a:t>
            </a:r>
            <a:endParaRPr lang="ko-KR" sz="4000" dirty="0"/>
          </a:p>
        </p:txBody>
      </p:sp>
      <p:sp>
        <p:nvSpPr>
          <p:cNvPr id="3" name="S10-text51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□에 알맞은 수를 말해요.</a:t>
            </a:r>
            <a:endParaRPr lang="ko-KR" sz="3000" dirty="0"/>
          </a:p>
        </p:txBody>
      </p:sp>
      <p:sp>
        <p:nvSpPr>
          <p:cNvPr id="4" name="S10-card52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10-cardtext52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= 1000 m예요.</a:t>
            </a:r>
            <a:endParaRPr lang="ko-KR" sz="3000" dirty="0"/>
          </a:p>
        </p:txBody>
      </p:sp>
      <p:sp>
        <p:nvSpPr>
          <p:cNvPr id="6" name="S10-chip522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10-eqtext523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 km 400 m = □ m</a:t>
            </a:r>
            <a:endParaRPr lang="ko-KR" sz="3400" dirty="0"/>
          </a:p>
        </p:txBody>
      </p:sp>
      <p:sp>
        <p:nvSpPr>
          <p:cNvPr id="8" name="S10-chip524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10-eqtext525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1500 m = □ km □ m</a:t>
            </a:r>
            <a:endParaRPr lang="ko-KR" sz="3400" dirty="0"/>
          </a:p>
        </p:txBody>
      </p:sp>
      <p:sp>
        <p:nvSpPr>
          <p:cNvPr id="10" name="S10-chip526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10-eqtext527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 km 50 m = □ m</a:t>
            </a:r>
            <a:endParaRPr lang="ko-KR" sz="3400" dirty="0"/>
          </a:p>
        </p:txBody>
      </p:sp>
      <p:sp>
        <p:nvSpPr>
          <p:cNvPr id="12" name="S10-chip528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10-eqtext529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4080 m = □ km □ m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알맞은 단위는?</a:t>
            </a:r>
            <a:endParaRPr lang="ko-KR" sz="4000" dirty="0"/>
          </a:p>
        </p:txBody>
      </p:sp>
      <p:sp>
        <p:nvSpPr>
          <p:cNvPr id="3" name="S11-text53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mm, cm, m, km 중 알맞은 단위를 골라요.</a:t>
            </a:r>
            <a:endParaRPr lang="ko-KR" sz="3000" dirty="0"/>
          </a:p>
        </p:txBody>
      </p:sp>
      <p:sp>
        <p:nvSpPr>
          <p:cNvPr id="4" name="S11-chip531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1-text532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개미의 길이: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5 □</a:t>
            </a:r>
            <a:endParaRPr lang="ko-KR" sz="3000" dirty="0"/>
          </a:p>
        </p:txBody>
      </p:sp>
      <p:sp>
        <p:nvSpPr>
          <p:cNvPr id="6" name="S11-chip533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1-text534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새 연필의 길이: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17 □</a:t>
            </a:r>
            <a:endParaRPr lang="ko-KR" sz="3000" dirty="0"/>
          </a:p>
        </p:txBody>
      </p:sp>
      <p:sp>
        <p:nvSpPr>
          <p:cNvPr id="8" name="S11-chip535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1-text536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교실 문의 높이: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2 □</a:t>
            </a:r>
            <a:endParaRPr lang="ko-KR" sz="3000" dirty="0"/>
          </a:p>
        </p:txBody>
      </p:sp>
      <p:sp>
        <p:nvSpPr>
          <p:cNvPr id="10" name="S11-chip537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1" name="S11-text538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걸어서 20분 거리: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약 1 □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2-text53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길이를 읽고, □에 알맞은 수를 구해요.</a:t>
            </a:r>
            <a:endParaRPr lang="ko-KR" sz="3000" dirty="0"/>
          </a:p>
        </p:txBody>
      </p:sp>
      <p:sp>
        <p:nvSpPr>
          <p:cNvPr id="4" name="S12-figure540" descr="5 cm 자와 0에서 2 cm 8 mm까지 막대"/>
          <p:cNvSpPr/>
          <p:nvPr/>
        </p:nvSpPr>
        <p:spPr>
          <a:xfrm>
            <a:off x="6368796" y="3891521"/>
            <a:ext cx="5180076" cy="1205707"/>
          </a:xfrm>
          <a:custGeom>
            <a:avLst/>
            <a:gdLst/>
            <a:ahLst/>
            <a:cxnLst/>
            <a:rect l="l" t="t" r="r" b="b"/>
            <a:pathLst>
              <a:path w="5180076" h="1205707">
                <a:moveTo>
                  <a:pt x="0" y="0"/>
                </a:moveTo>
                <a:lnTo>
                  <a:pt x="5180076" y="0"/>
                </a:lnTo>
                <a:lnTo>
                  <a:pt x="5180076" y="1205707"/>
                </a:lnTo>
                <a:lnTo>
                  <a:pt x="0" y="1205707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12-mark541"/>
          <p:cNvSpPr/>
          <p:nvPr/>
        </p:nvSpPr>
        <p:spPr>
          <a:xfrm>
            <a:off x="6726043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" name="S12-label543"/>
          <p:cNvSpPr txBox="1"/>
          <p:nvPr/>
        </p:nvSpPr>
        <p:spPr>
          <a:xfrm>
            <a:off x="6570595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7" name="S12-mark544"/>
          <p:cNvSpPr/>
          <p:nvPr/>
        </p:nvSpPr>
        <p:spPr>
          <a:xfrm>
            <a:off x="681535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8" name="S12-mark545"/>
          <p:cNvSpPr/>
          <p:nvPr/>
        </p:nvSpPr>
        <p:spPr>
          <a:xfrm>
            <a:off x="690466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9" name="S12-mark546"/>
          <p:cNvSpPr/>
          <p:nvPr/>
        </p:nvSpPr>
        <p:spPr>
          <a:xfrm>
            <a:off x="6993978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0" name="S12-mark547"/>
          <p:cNvSpPr/>
          <p:nvPr/>
        </p:nvSpPr>
        <p:spPr>
          <a:xfrm>
            <a:off x="708328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1" name="S12-mark548"/>
          <p:cNvSpPr/>
          <p:nvPr/>
        </p:nvSpPr>
        <p:spPr>
          <a:xfrm>
            <a:off x="7172601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2-mark549"/>
          <p:cNvSpPr/>
          <p:nvPr/>
        </p:nvSpPr>
        <p:spPr>
          <a:xfrm>
            <a:off x="7261913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3" name="S12-mark550"/>
          <p:cNvSpPr/>
          <p:nvPr/>
        </p:nvSpPr>
        <p:spPr>
          <a:xfrm>
            <a:off x="735122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4" name="S12-mark551"/>
          <p:cNvSpPr/>
          <p:nvPr/>
        </p:nvSpPr>
        <p:spPr>
          <a:xfrm>
            <a:off x="744053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2-mark552"/>
          <p:cNvSpPr/>
          <p:nvPr/>
        </p:nvSpPr>
        <p:spPr>
          <a:xfrm>
            <a:off x="7529848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6" name="S12-mark553"/>
          <p:cNvSpPr/>
          <p:nvPr/>
        </p:nvSpPr>
        <p:spPr>
          <a:xfrm>
            <a:off x="7619159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7" name="S12-label555"/>
          <p:cNvSpPr txBox="1"/>
          <p:nvPr/>
        </p:nvSpPr>
        <p:spPr>
          <a:xfrm>
            <a:off x="7463711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8" name="S12-mark556"/>
          <p:cNvSpPr/>
          <p:nvPr/>
        </p:nvSpPr>
        <p:spPr>
          <a:xfrm>
            <a:off x="7708471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9" name="S12-mark557"/>
          <p:cNvSpPr/>
          <p:nvPr/>
        </p:nvSpPr>
        <p:spPr>
          <a:xfrm>
            <a:off x="779778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0" name="S12-mark558"/>
          <p:cNvSpPr/>
          <p:nvPr/>
        </p:nvSpPr>
        <p:spPr>
          <a:xfrm>
            <a:off x="788709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2-mark559"/>
          <p:cNvSpPr/>
          <p:nvPr/>
        </p:nvSpPr>
        <p:spPr>
          <a:xfrm>
            <a:off x="797640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2" name="S12-mark560"/>
          <p:cNvSpPr/>
          <p:nvPr/>
        </p:nvSpPr>
        <p:spPr>
          <a:xfrm>
            <a:off x="8065717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3" name="S12-mark561"/>
          <p:cNvSpPr/>
          <p:nvPr/>
        </p:nvSpPr>
        <p:spPr>
          <a:xfrm>
            <a:off x="815502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2-mark562"/>
          <p:cNvSpPr/>
          <p:nvPr/>
        </p:nvSpPr>
        <p:spPr>
          <a:xfrm>
            <a:off x="8244341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5" name="S12-mark563"/>
          <p:cNvSpPr/>
          <p:nvPr/>
        </p:nvSpPr>
        <p:spPr>
          <a:xfrm>
            <a:off x="833365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6" name="S12-mark564"/>
          <p:cNvSpPr/>
          <p:nvPr/>
        </p:nvSpPr>
        <p:spPr>
          <a:xfrm>
            <a:off x="842296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2-mark565"/>
          <p:cNvSpPr/>
          <p:nvPr/>
        </p:nvSpPr>
        <p:spPr>
          <a:xfrm>
            <a:off x="8512276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8" name="S12-label567"/>
          <p:cNvSpPr txBox="1"/>
          <p:nvPr/>
        </p:nvSpPr>
        <p:spPr>
          <a:xfrm>
            <a:off x="8356828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29" name="S12-mark568"/>
          <p:cNvSpPr/>
          <p:nvPr/>
        </p:nvSpPr>
        <p:spPr>
          <a:xfrm>
            <a:off x="8601587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2-mark569"/>
          <p:cNvSpPr/>
          <p:nvPr/>
        </p:nvSpPr>
        <p:spPr>
          <a:xfrm>
            <a:off x="869089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1" name="S12-mark570"/>
          <p:cNvSpPr/>
          <p:nvPr/>
        </p:nvSpPr>
        <p:spPr>
          <a:xfrm>
            <a:off x="8780211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2" name="S12-mark571"/>
          <p:cNvSpPr/>
          <p:nvPr/>
        </p:nvSpPr>
        <p:spPr>
          <a:xfrm>
            <a:off x="886952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2-mark572"/>
          <p:cNvSpPr/>
          <p:nvPr/>
        </p:nvSpPr>
        <p:spPr>
          <a:xfrm>
            <a:off x="8958834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4" name="S12-mark573"/>
          <p:cNvSpPr/>
          <p:nvPr/>
        </p:nvSpPr>
        <p:spPr>
          <a:xfrm>
            <a:off x="904814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5" name="S12-mark574"/>
          <p:cNvSpPr/>
          <p:nvPr/>
        </p:nvSpPr>
        <p:spPr>
          <a:xfrm>
            <a:off x="9137457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2-mark575"/>
          <p:cNvSpPr/>
          <p:nvPr/>
        </p:nvSpPr>
        <p:spPr>
          <a:xfrm>
            <a:off x="922676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7" name="S12-mark576"/>
          <p:cNvSpPr/>
          <p:nvPr/>
        </p:nvSpPr>
        <p:spPr>
          <a:xfrm>
            <a:off x="9316081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8" name="S12-mark577"/>
          <p:cNvSpPr/>
          <p:nvPr/>
        </p:nvSpPr>
        <p:spPr>
          <a:xfrm>
            <a:off x="9405392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9" name="S12-label579"/>
          <p:cNvSpPr txBox="1"/>
          <p:nvPr/>
        </p:nvSpPr>
        <p:spPr>
          <a:xfrm>
            <a:off x="9249944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40" name="S12-mark580"/>
          <p:cNvSpPr/>
          <p:nvPr/>
        </p:nvSpPr>
        <p:spPr>
          <a:xfrm>
            <a:off x="949470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1" name="S12-mark581"/>
          <p:cNvSpPr/>
          <p:nvPr/>
        </p:nvSpPr>
        <p:spPr>
          <a:xfrm>
            <a:off x="958401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2" name="S12-mark582"/>
          <p:cNvSpPr/>
          <p:nvPr/>
        </p:nvSpPr>
        <p:spPr>
          <a:xfrm>
            <a:off x="9673327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3" name="S12-mark583"/>
          <p:cNvSpPr/>
          <p:nvPr/>
        </p:nvSpPr>
        <p:spPr>
          <a:xfrm>
            <a:off x="976263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4" name="S12-mark584"/>
          <p:cNvSpPr/>
          <p:nvPr/>
        </p:nvSpPr>
        <p:spPr>
          <a:xfrm>
            <a:off x="9851951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5" name="S12-mark585"/>
          <p:cNvSpPr/>
          <p:nvPr/>
        </p:nvSpPr>
        <p:spPr>
          <a:xfrm>
            <a:off x="994126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6" name="S12-mark586"/>
          <p:cNvSpPr/>
          <p:nvPr/>
        </p:nvSpPr>
        <p:spPr>
          <a:xfrm>
            <a:off x="1003057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7" name="S12-mark587"/>
          <p:cNvSpPr/>
          <p:nvPr/>
        </p:nvSpPr>
        <p:spPr>
          <a:xfrm>
            <a:off x="10119886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8" name="S12-mark588"/>
          <p:cNvSpPr/>
          <p:nvPr/>
        </p:nvSpPr>
        <p:spPr>
          <a:xfrm>
            <a:off x="10209197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49" name="S12-mark589"/>
          <p:cNvSpPr/>
          <p:nvPr/>
        </p:nvSpPr>
        <p:spPr>
          <a:xfrm>
            <a:off x="10298509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50" name="S12-label591"/>
          <p:cNvSpPr txBox="1"/>
          <p:nvPr/>
        </p:nvSpPr>
        <p:spPr>
          <a:xfrm>
            <a:off x="10143061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51" name="S12-mark592"/>
          <p:cNvSpPr/>
          <p:nvPr/>
        </p:nvSpPr>
        <p:spPr>
          <a:xfrm>
            <a:off x="10387820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2" name="S12-mark593"/>
          <p:cNvSpPr/>
          <p:nvPr/>
        </p:nvSpPr>
        <p:spPr>
          <a:xfrm>
            <a:off x="1047713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3" name="S12-mark594"/>
          <p:cNvSpPr/>
          <p:nvPr/>
        </p:nvSpPr>
        <p:spPr>
          <a:xfrm>
            <a:off x="1056644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4" name="S12-mark595"/>
          <p:cNvSpPr/>
          <p:nvPr/>
        </p:nvSpPr>
        <p:spPr>
          <a:xfrm>
            <a:off x="10655755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5" name="S12-mark596"/>
          <p:cNvSpPr/>
          <p:nvPr/>
        </p:nvSpPr>
        <p:spPr>
          <a:xfrm>
            <a:off x="10745067" y="3891521"/>
            <a:ext cx="0" cy="312591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6" name="S12-mark597"/>
          <p:cNvSpPr/>
          <p:nvPr/>
        </p:nvSpPr>
        <p:spPr>
          <a:xfrm>
            <a:off x="10834379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7" name="S12-mark598"/>
          <p:cNvSpPr/>
          <p:nvPr/>
        </p:nvSpPr>
        <p:spPr>
          <a:xfrm>
            <a:off x="10923690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8" name="S12-mark599"/>
          <p:cNvSpPr/>
          <p:nvPr/>
        </p:nvSpPr>
        <p:spPr>
          <a:xfrm>
            <a:off x="11013002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59" name="S12-mark600"/>
          <p:cNvSpPr/>
          <p:nvPr/>
        </p:nvSpPr>
        <p:spPr>
          <a:xfrm>
            <a:off x="11102314" y="3891521"/>
            <a:ext cx="0" cy="196486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60" name="S12-mark601"/>
          <p:cNvSpPr/>
          <p:nvPr/>
        </p:nvSpPr>
        <p:spPr>
          <a:xfrm>
            <a:off x="11191625" y="3891521"/>
            <a:ext cx="0" cy="446558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61" name="S12-label603"/>
          <p:cNvSpPr txBox="1"/>
          <p:nvPr/>
        </p:nvSpPr>
        <p:spPr>
          <a:xfrm>
            <a:off x="11036177" y="4330459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62" name="S12-mark604"/>
          <p:cNvSpPr/>
          <p:nvPr/>
        </p:nvSpPr>
        <p:spPr>
          <a:xfrm>
            <a:off x="6726043" y="3310995"/>
            <a:ext cx="2500726" cy="357247"/>
          </a:xfrm>
          <a:custGeom>
            <a:avLst/>
            <a:gdLst/>
            <a:ahLst/>
            <a:cxnLst/>
            <a:rect l="l" t="t" r="r" b="b"/>
            <a:pathLst>
              <a:path w="2500726" h="357247">
                <a:moveTo>
                  <a:pt x="0" y="357247"/>
                </a:moveTo>
                <a:lnTo>
                  <a:pt x="2500726" y="357247"/>
                </a:lnTo>
                <a:lnTo>
                  <a:pt x="2500726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3" name="S12-mark605"/>
          <p:cNvSpPr/>
          <p:nvPr/>
        </p:nvSpPr>
        <p:spPr>
          <a:xfrm>
            <a:off x="6726043" y="3668242"/>
            <a:ext cx="0" cy="2232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64" name="S12-mark606"/>
          <p:cNvSpPr/>
          <p:nvPr/>
        </p:nvSpPr>
        <p:spPr>
          <a:xfrm>
            <a:off x="9226769" y="3668242"/>
            <a:ext cx="0" cy="223279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65" name="S12-chip60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66" name="S12-text608"/>
          <p:cNvSpPr txBox="1"/>
          <p:nvPr/>
        </p:nvSpPr>
        <p:spPr>
          <a:xfrm>
            <a:off x="1344168" y="201168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오른쪽 막대의 길이는?</a:t>
            </a:r>
            <a:endParaRPr lang="ko-KR" sz="3000" dirty="0"/>
          </a:p>
        </p:txBody>
      </p:sp>
      <p:sp>
        <p:nvSpPr>
          <p:cNvPr id="67" name="S12-chip60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68" name="S12-eqtext610"/>
          <p:cNvSpPr txBox="1"/>
          <p:nvPr/>
        </p:nvSpPr>
        <p:spPr>
          <a:xfrm>
            <a:off x="1344168" y="310896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 cm 3 mm = □ mm</a:t>
            </a:r>
            <a:endParaRPr lang="ko-KR" sz="3400" dirty="0"/>
          </a:p>
        </p:txBody>
      </p:sp>
      <p:sp>
        <p:nvSpPr>
          <p:cNvPr id="69" name="S12-chip61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70" name="S12-eqtext612"/>
          <p:cNvSpPr txBox="1"/>
          <p:nvPr/>
        </p:nvSpPr>
        <p:spPr>
          <a:xfrm>
            <a:off x="1344168" y="420624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 km 60 m = □ m</a:t>
            </a:r>
            <a:endParaRPr lang="ko-KR" sz="3400" dirty="0"/>
          </a:p>
        </p:txBody>
      </p:sp>
      <p:sp>
        <p:nvSpPr>
          <p:cNvPr id="71" name="S12-chip613"/>
          <p:cNvSpPr txBox="1"/>
          <p:nvPr/>
        </p:nvSpPr>
        <p:spPr>
          <a:xfrm>
            <a:off x="548640" y="54772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72" name="S12-eqtext614"/>
          <p:cNvSpPr txBox="1"/>
          <p:nvPr/>
        </p:nvSpPr>
        <p:spPr>
          <a:xfrm>
            <a:off x="1344168" y="5303520"/>
            <a:ext cx="456742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2500 m = □ km □ m</a:t>
            </a:r>
            <a:endParaRPr lang="ko-KR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 정답</a:t>
            </a:r>
            <a:endParaRPr lang="ko-KR" sz="4000" dirty="0"/>
          </a:p>
        </p:txBody>
      </p:sp>
      <p:sp>
        <p:nvSpPr>
          <p:cNvPr id="3" name="S13-card615"/>
          <p:cNvSpPr/>
          <p:nvPr/>
        </p:nvSpPr>
        <p:spPr>
          <a:xfrm>
            <a:off x="548640" y="4959096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3-cardtext616"/>
          <p:cNvSpPr txBox="1"/>
          <p:nvPr/>
        </p:nvSpPr>
        <p:spPr>
          <a:xfrm>
            <a:off x="822960" y="5096256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틀린 문제는 1 cm = 10 mm, 1 km = 1000 m를 다시 말하고 풀게 하세요.</a:t>
            </a:r>
            <a:endParaRPr lang="ko-KR" sz="3000" dirty="0"/>
          </a:p>
        </p:txBody>
      </p:sp>
      <p:sp>
        <p:nvSpPr>
          <p:cNvPr id="5" name="S13-chip617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3-text618"/>
          <p:cNvSpPr txBox="1"/>
          <p:nvPr/>
        </p:nvSpPr>
        <p:spPr>
          <a:xfrm>
            <a:off x="548640" y="2057400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2 cm 8 mm</a:t>
            </a:r>
            <a:endParaRPr lang="ko-KR" sz="3000" dirty="0"/>
          </a:p>
        </p:txBody>
      </p:sp>
      <p:sp>
        <p:nvSpPr>
          <p:cNvPr id="7" name="S13-text619"/>
          <p:cNvSpPr txBox="1"/>
          <p:nvPr/>
        </p:nvSpPr>
        <p:spPr>
          <a:xfrm>
            <a:off x="548640" y="2759964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73</a:t>
            </a:r>
            <a:endParaRPr lang="ko-KR" sz="3000" dirty="0"/>
          </a:p>
        </p:txBody>
      </p:sp>
      <p:sp>
        <p:nvSpPr>
          <p:cNvPr id="8" name="S13-text620"/>
          <p:cNvSpPr txBox="1"/>
          <p:nvPr/>
        </p:nvSpPr>
        <p:spPr>
          <a:xfrm>
            <a:off x="548640" y="3462528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4060</a:t>
            </a:r>
            <a:endParaRPr lang="ko-KR" sz="3000" dirty="0"/>
          </a:p>
        </p:txBody>
      </p:sp>
      <p:sp>
        <p:nvSpPr>
          <p:cNvPr id="9" name="S13-text621"/>
          <p:cNvSpPr txBox="1"/>
          <p:nvPr/>
        </p:nvSpPr>
        <p:spPr>
          <a:xfrm>
            <a:off x="548640" y="4165092"/>
            <a:ext cx="5362956" cy="5654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 2, 500</a:t>
            </a:r>
            <a:endParaRPr lang="ko-KR" sz="3000" dirty="0"/>
          </a:p>
        </p:txBody>
      </p:sp>
      <p:sp>
        <p:nvSpPr>
          <p:cNvPr id="10" name="S13-chip622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1" name="S13-text623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703</a:t>
            </a:r>
            <a:endParaRPr lang="ko-KR" sz="3000" dirty="0"/>
          </a:p>
        </p:txBody>
      </p:sp>
      <p:sp>
        <p:nvSpPr>
          <p:cNvPr id="12" name="S13-text624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 = 100 mm로 착각</a:t>
            </a:r>
            <a:endParaRPr lang="ko-KR" sz="2400" dirty="0"/>
          </a:p>
        </p:txBody>
      </p:sp>
      <p:sp>
        <p:nvSpPr>
          <p:cNvPr id="13" name="S13-text625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4600</a:t>
            </a:r>
            <a:endParaRPr lang="ko-KR" sz="3000" dirty="0"/>
          </a:p>
        </p:txBody>
      </p:sp>
      <p:sp>
        <p:nvSpPr>
          <p:cNvPr id="14" name="S13-text626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60을 600으로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어디가 더 멀까요?</a:t>
            </a:r>
            <a:endParaRPr lang="ko-KR" sz="4000" dirty="0"/>
          </a:p>
        </p:txBody>
      </p:sp>
      <p:sp>
        <p:nvSpPr>
          <p:cNvPr id="3" name="S14-text6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집에서 두 곳까지의 거리예요.</a:t>
            </a:r>
            <a:endParaRPr lang="ko-KR" sz="3000" dirty="0"/>
          </a:p>
        </p:txBody>
      </p:sp>
      <p:sp>
        <p:nvSpPr>
          <p:cNvPr id="4" name="S14-card6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4-cardtext6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더 먼 곳을 고르고, 어떻게 알았는지 말해요.</a:t>
            </a:r>
            <a:endParaRPr lang="ko-KR" sz="3000" dirty="0"/>
          </a:p>
        </p:txBody>
      </p:sp>
      <p:sp>
        <p:nvSpPr>
          <p:cNvPr id="6" name="S14-chip630"/>
          <p:cNvSpPr txBox="1"/>
          <p:nvPr/>
        </p:nvSpPr>
        <p:spPr>
          <a:xfrm>
            <a:off x="2946654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3000" dirty="0"/>
          </a:p>
        </p:txBody>
      </p:sp>
      <p:sp>
        <p:nvSpPr>
          <p:cNvPr id="7" name="S14-card631"/>
          <p:cNvSpPr/>
          <p:nvPr/>
        </p:nvSpPr>
        <p:spPr>
          <a:xfrm>
            <a:off x="548640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14-cardtext632"/>
          <p:cNvSpPr txBox="1"/>
          <p:nvPr/>
        </p:nvSpPr>
        <p:spPr>
          <a:xfrm>
            <a:off x="822960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학교까지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km 200 m</a:t>
            </a:r>
            <a:endParaRPr lang="ko-KR" sz="3000" dirty="0"/>
          </a:p>
        </p:txBody>
      </p:sp>
      <p:sp>
        <p:nvSpPr>
          <p:cNvPr id="9" name="S14-chip633"/>
          <p:cNvSpPr txBox="1"/>
          <p:nvPr/>
        </p:nvSpPr>
        <p:spPr>
          <a:xfrm>
            <a:off x="8675370" y="20116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3000" dirty="0"/>
          </a:p>
        </p:txBody>
      </p:sp>
      <p:sp>
        <p:nvSpPr>
          <p:cNvPr id="10" name="S14-card634"/>
          <p:cNvSpPr/>
          <p:nvPr/>
        </p:nvSpPr>
        <p:spPr>
          <a:xfrm>
            <a:off x="6277356" y="2715768"/>
            <a:ext cx="5362956" cy="2404872"/>
          </a:xfrm>
          <a:prstGeom prst="roundRect">
            <a:avLst>
              <a:gd name="adj" fmla="val 456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14-cardtext635"/>
          <p:cNvSpPr txBox="1"/>
          <p:nvPr/>
        </p:nvSpPr>
        <p:spPr>
          <a:xfrm>
            <a:off x="6551676" y="2852928"/>
            <a:ext cx="4814316" cy="213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도서관까지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1150 m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5-card63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5-cardtext63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cm = 10 mm, 1 km = 1000 m예요.</a:t>
            </a:r>
            <a:endParaRPr lang="ko-KR" sz="3000" dirty="0"/>
          </a:p>
        </p:txBody>
      </p:sp>
      <p:sp>
        <p:nvSpPr>
          <p:cNvPr id="5" name="S15-chip638"/>
          <p:cNvSpPr txBox="1"/>
          <p:nvPr/>
        </p:nvSpPr>
        <p:spPr>
          <a:xfrm>
            <a:off x="548640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같은 단위로 바꾸어 비교하기</a:t>
            </a:r>
            <a:endParaRPr lang="ko-KR" sz="2400" dirty="0"/>
          </a:p>
        </p:txBody>
      </p:sp>
      <p:sp>
        <p:nvSpPr>
          <p:cNvPr id="6" name="S15-chip639"/>
          <p:cNvSpPr txBox="1"/>
          <p:nvPr/>
        </p:nvSpPr>
        <p:spPr>
          <a:xfrm>
            <a:off x="6208776" y="2423160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1 cm = 100 mm라고 하기</a:t>
            </a:r>
            <a:endParaRPr lang="ko-KR" sz="2400" dirty="0"/>
          </a:p>
        </p:txBody>
      </p:sp>
      <p:sp>
        <p:nvSpPr>
          <p:cNvPr id="7" name="S15-text640"/>
          <p:cNvSpPr txBox="1"/>
          <p:nvPr/>
        </p:nvSpPr>
        <p:spPr>
          <a:xfrm>
            <a:off x="548640" y="32461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5-text641"/>
          <p:cNvSpPr txBox="1"/>
          <p:nvPr/>
        </p:nvSpPr>
        <p:spPr>
          <a:xfrm>
            <a:off x="548640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6 cm 4 mm는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mm?</a:t>
            </a:r>
            <a:endParaRPr lang="ko-KR" sz="2400" dirty="0"/>
          </a:p>
        </p:txBody>
      </p:sp>
      <p:sp>
        <p:nvSpPr>
          <p:cNvPr id="9" name="S15-text642"/>
          <p:cNvSpPr txBox="1"/>
          <p:nvPr/>
        </p:nvSpPr>
        <p:spPr>
          <a:xfrm>
            <a:off x="4322064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3 km 20 m는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m?</a:t>
            </a:r>
            <a:endParaRPr lang="ko-KR" sz="2400" dirty="0"/>
          </a:p>
        </p:txBody>
      </p:sp>
      <p:sp>
        <p:nvSpPr>
          <p:cNvPr id="10" name="S15-text643"/>
          <p:cNvSpPr txBox="1"/>
          <p:nvPr/>
        </p:nvSpPr>
        <p:spPr>
          <a:xfrm>
            <a:off x="8095488" y="3749040"/>
            <a:ext cx="354482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1 km는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몇 m?</a:t>
            </a:r>
            <a:endParaRPr lang="ko-KR" sz="2400" dirty="0"/>
          </a:p>
        </p:txBody>
      </p:sp>
      <p:sp>
        <p:nvSpPr>
          <p:cNvPr id="11" name="S15-text644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초와 시간의 계산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cm와 m</a:t>
            </a:r>
            <a:endParaRPr lang="ko-KR" sz="4000" dirty="0"/>
          </a:p>
        </p:txBody>
      </p:sp>
      <p:sp>
        <p:nvSpPr>
          <p:cNvPr id="3" name="S16-text64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큰 눈금 한 칸이 1 cm예요.</a:t>
            </a:r>
            <a:endParaRPr lang="ko-KR" sz="3000" dirty="0"/>
          </a:p>
        </p:txBody>
      </p:sp>
      <p:sp>
        <p:nvSpPr>
          <p:cNvPr id="4" name="S16-card646"/>
          <p:cNvSpPr/>
          <p:nvPr/>
        </p:nvSpPr>
        <p:spPr>
          <a:xfrm>
            <a:off x="548640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5" name="S16-cardtext647"/>
          <p:cNvSpPr txBox="1"/>
          <p:nvPr/>
        </p:nvSpPr>
        <p:spPr>
          <a:xfrm>
            <a:off x="822960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자로 재기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한끝을 0에 맞추어요</a:t>
            </a:r>
            <a:endParaRPr lang="ko-KR" sz="3000" dirty="0"/>
          </a:p>
        </p:txBody>
      </p:sp>
      <p:sp>
        <p:nvSpPr>
          <p:cNvPr id="6" name="S16-card648"/>
          <p:cNvSpPr/>
          <p:nvPr/>
        </p:nvSpPr>
        <p:spPr>
          <a:xfrm>
            <a:off x="6208776" y="4975860"/>
            <a:ext cx="5431536" cy="1242060"/>
          </a:xfrm>
          <a:prstGeom prst="roundRect">
            <a:avLst>
              <a:gd name="adj" fmla="val 88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6-cardtext649"/>
          <p:cNvSpPr txBox="1"/>
          <p:nvPr/>
        </p:nvSpPr>
        <p:spPr>
          <a:xfrm>
            <a:off x="6483096" y="5113020"/>
            <a:ext cx="4882896" cy="967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 m = 100 cm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100 cm를 1 m라고 해요</a:t>
            </a:r>
            <a:endParaRPr lang="ko-KR" sz="3000" dirty="0"/>
          </a:p>
        </p:txBody>
      </p:sp>
      <p:sp>
        <p:nvSpPr>
          <p:cNvPr id="8" name="S16-figure650" descr="1 cm 눈금이 있는 10 cm 자와 7 cm 크레파스 막대"/>
          <p:cNvSpPr/>
          <p:nvPr/>
        </p:nvSpPr>
        <p:spPr>
          <a:xfrm>
            <a:off x="1156716" y="3150870"/>
            <a:ext cx="9875520" cy="1234440"/>
          </a:xfrm>
          <a:custGeom>
            <a:avLst/>
            <a:gdLst/>
            <a:ahLst/>
            <a:cxnLst/>
            <a:rect l="l" t="t" r="r" b="b"/>
            <a:pathLst>
              <a:path w="9875520" h="1234440">
                <a:moveTo>
                  <a:pt x="0" y="0"/>
                </a:moveTo>
                <a:lnTo>
                  <a:pt x="9875520" y="0"/>
                </a:lnTo>
                <a:lnTo>
                  <a:pt x="9875520" y="1234440"/>
                </a:lnTo>
                <a:lnTo>
                  <a:pt x="0" y="123444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16-mark651"/>
          <p:cNvSpPr/>
          <p:nvPr/>
        </p:nvSpPr>
        <p:spPr>
          <a:xfrm>
            <a:off x="15224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0" name="S16-label653"/>
          <p:cNvSpPr txBox="1"/>
          <p:nvPr/>
        </p:nvSpPr>
        <p:spPr>
          <a:xfrm>
            <a:off x="13670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endParaRPr lang="ko-KR" sz="2400" dirty="0"/>
          </a:p>
        </p:txBody>
      </p:sp>
      <p:sp>
        <p:nvSpPr>
          <p:cNvPr id="11" name="S16-mark654"/>
          <p:cNvSpPr/>
          <p:nvPr/>
        </p:nvSpPr>
        <p:spPr>
          <a:xfrm>
            <a:off x="19796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2" name="S16-mark655"/>
          <p:cNvSpPr/>
          <p:nvPr/>
        </p:nvSpPr>
        <p:spPr>
          <a:xfrm>
            <a:off x="24368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3" name="S16-label657"/>
          <p:cNvSpPr txBox="1"/>
          <p:nvPr/>
        </p:nvSpPr>
        <p:spPr>
          <a:xfrm>
            <a:off x="22814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14" name="S16-mark658"/>
          <p:cNvSpPr/>
          <p:nvPr/>
        </p:nvSpPr>
        <p:spPr>
          <a:xfrm>
            <a:off x="28940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5" name="S16-mark659"/>
          <p:cNvSpPr/>
          <p:nvPr/>
        </p:nvSpPr>
        <p:spPr>
          <a:xfrm>
            <a:off x="33512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6" name="S16-label661"/>
          <p:cNvSpPr txBox="1"/>
          <p:nvPr/>
        </p:nvSpPr>
        <p:spPr>
          <a:xfrm>
            <a:off x="31958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17" name="S16-mark662"/>
          <p:cNvSpPr/>
          <p:nvPr/>
        </p:nvSpPr>
        <p:spPr>
          <a:xfrm>
            <a:off x="38084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18" name="S16-mark663"/>
          <p:cNvSpPr/>
          <p:nvPr/>
        </p:nvSpPr>
        <p:spPr>
          <a:xfrm>
            <a:off x="42656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19" name="S16-label665"/>
          <p:cNvSpPr txBox="1"/>
          <p:nvPr/>
        </p:nvSpPr>
        <p:spPr>
          <a:xfrm>
            <a:off x="41102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20" name="S16-mark666"/>
          <p:cNvSpPr/>
          <p:nvPr/>
        </p:nvSpPr>
        <p:spPr>
          <a:xfrm>
            <a:off x="47228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1" name="S16-mark667"/>
          <p:cNvSpPr/>
          <p:nvPr/>
        </p:nvSpPr>
        <p:spPr>
          <a:xfrm>
            <a:off x="51800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2" name="S16-label669"/>
          <p:cNvSpPr txBox="1"/>
          <p:nvPr/>
        </p:nvSpPr>
        <p:spPr>
          <a:xfrm>
            <a:off x="50246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23" name="S16-mark670"/>
          <p:cNvSpPr/>
          <p:nvPr/>
        </p:nvSpPr>
        <p:spPr>
          <a:xfrm>
            <a:off x="56372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4" name="S16-mark671"/>
          <p:cNvSpPr/>
          <p:nvPr/>
        </p:nvSpPr>
        <p:spPr>
          <a:xfrm>
            <a:off x="60944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5" name="S16-label673"/>
          <p:cNvSpPr txBox="1"/>
          <p:nvPr/>
        </p:nvSpPr>
        <p:spPr>
          <a:xfrm>
            <a:off x="59390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</a:t>
            </a:r>
            <a:endParaRPr lang="ko-KR" sz="2400" dirty="0"/>
          </a:p>
        </p:txBody>
      </p:sp>
      <p:sp>
        <p:nvSpPr>
          <p:cNvPr id="26" name="S16-mark674"/>
          <p:cNvSpPr/>
          <p:nvPr/>
        </p:nvSpPr>
        <p:spPr>
          <a:xfrm>
            <a:off x="65516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27" name="S16-mark675"/>
          <p:cNvSpPr/>
          <p:nvPr/>
        </p:nvSpPr>
        <p:spPr>
          <a:xfrm>
            <a:off x="70088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28" name="S16-label677"/>
          <p:cNvSpPr txBox="1"/>
          <p:nvPr/>
        </p:nvSpPr>
        <p:spPr>
          <a:xfrm>
            <a:off x="68534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</a:t>
            </a:r>
            <a:endParaRPr lang="ko-KR" sz="2400" dirty="0"/>
          </a:p>
        </p:txBody>
      </p:sp>
      <p:sp>
        <p:nvSpPr>
          <p:cNvPr id="29" name="S16-mark678"/>
          <p:cNvSpPr/>
          <p:nvPr/>
        </p:nvSpPr>
        <p:spPr>
          <a:xfrm>
            <a:off x="74660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0" name="S16-mark679"/>
          <p:cNvSpPr/>
          <p:nvPr/>
        </p:nvSpPr>
        <p:spPr>
          <a:xfrm>
            <a:off x="79232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1" name="S16-label681"/>
          <p:cNvSpPr txBox="1"/>
          <p:nvPr/>
        </p:nvSpPr>
        <p:spPr>
          <a:xfrm>
            <a:off x="77678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</a:t>
            </a:r>
            <a:endParaRPr lang="ko-KR" sz="2400" dirty="0"/>
          </a:p>
        </p:txBody>
      </p:sp>
      <p:sp>
        <p:nvSpPr>
          <p:cNvPr id="32" name="S16-mark682"/>
          <p:cNvSpPr/>
          <p:nvPr/>
        </p:nvSpPr>
        <p:spPr>
          <a:xfrm>
            <a:off x="83804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3" name="S16-mark683"/>
          <p:cNvSpPr/>
          <p:nvPr/>
        </p:nvSpPr>
        <p:spPr>
          <a:xfrm>
            <a:off x="88376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4" name="S16-label685"/>
          <p:cNvSpPr txBox="1"/>
          <p:nvPr/>
        </p:nvSpPr>
        <p:spPr>
          <a:xfrm>
            <a:off x="86822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8</a:t>
            </a:r>
            <a:endParaRPr lang="ko-KR" sz="2400" dirty="0"/>
          </a:p>
        </p:txBody>
      </p:sp>
      <p:sp>
        <p:nvSpPr>
          <p:cNvPr id="35" name="S16-mark686"/>
          <p:cNvSpPr/>
          <p:nvPr/>
        </p:nvSpPr>
        <p:spPr>
          <a:xfrm>
            <a:off x="92948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6" name="S16-mark687"/>
          <p:cNvSpPr/>
          <p:nvPr/>
        </p:nvSpPr>
        <p:spPr>
          <a:xfrm>
            <a:off x="97520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37" name="S16-label689"/>
          <p:cNvSpPr txBox="1"/>
          <p:nvPr/>
        </p:nvSpPr>
        <p:spPr>
          <a:xfrm>
            <a:off x="9596628" y="3600450"/>
            <a:ext cx="31089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9</a:t>
            </a:r>
            <a:endParaRPr lang="ko-KR" sz="2400" dirty="0"/>
          </a:p>
        </p:txBody>
      </p:sp>
      <p:sp>
        <p:nvSpPr>
          <p:cNvPr id="38" name="S16-mark690"/>
          <p:cNvSpPr/>
          <p:nvPr/>
        </p:nvSpPr>
        <p:spPr>
          <a:xfrm>
            <a:off x="10209276" y="3150870"/>
            <a:ext cx="0" cy="320040"/>
          </a:xfrm>
          <a:prstGeom prst="line">
            <a:avLst/>
          </a:prstGeom>
          <a:noFill/>
          <a:ln w="9525">
            <a:solidFill>
              <a:srgbClr val="1F2937"/>
            </a:solidFill>
            <a:prstDash val="solid"/>
          </a:ln>
        </p:spPr>
      </p:sp>
      <p:sp>
        <p:nvSpPr>
          <p:cNvPr id="39" name="S16-mark691"/>
          <p:cNvSpPr/>
          <p:nvPr/>
        </p:nvSpPr>
        <p:spPr>
          <a:xfrm>
            <a:off x="10666476" y="3150870"/>
            <a:ext cx="0" cy="457200"/>
          </a:xfrm>
          <a:prstGeom prst="line">
            <a:avLst/>
          </a:prstGeom>
          <a:noFill/>
          <a:ln w="19050">
            <a:solidFill>
              <a:srgbClr val="1F2937"/>
            </a:solidFill>
            <a:prstDash val="solid"/>
          </a:ln>
        </p:spPr>
      </p:sp>
      <p:sp>
        <p:nvSpPr>
          <p:cNvPr id="40" name="S16-label693"/>
          <p:cNvSpPr txBox="1"/>
          <p:nvPr/>
        </p:nvSpPr>
        <p:spPr>
          <a:xfrm>
            <a:off x="10410444" y="3600450"/>
            <a:ext cx="51206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10</a:t>
            </a:r>
            <a:endParaRPr lang="ko-KR" sz="2400" dirty="0"/>
          </a:p>
        </p:txBody>
      </p:sp>
      <p:sp>
        <p:nvSpPr>
          <p:cNvPr id="41" name="S16-mark694"/>
          <p:cNvSpPr/>
          <p:nvPr/>
        </p:nvSpPr>
        <p:spPr>
          <a:xfrm>
            <a:off x="1522476" y="2556510"/>
            <a:ext cx="6400800" cy="365760"/>
          </a:xfrm>
          <a:custGeom>
            <a:avLst/>
            <a:gdLst/>
            <a:ahLst/>
            <a:cxnLst/>
            <a:rect l="l" t="t" r="r" b="b"/>
            <a:pathLst>
              <a:path w="6400800" h="365760">
                <a:moveTo>
                  <a:pt x="0" y="365760"/>
                </a:moveTo>
                <a:lnTo>
                  <a:pt x="6400800" y="365760"/>
                </a:lnTo>
                <a:lnTo>
                  <a:pt x="6400800" y="0"/>
                </a:lnTo>
                <a:lnTo>
                  <a:pt x="0" y="0"/>
                </a:lnTo>
                <a:close/>
              </a:path>
            </a:pathLst>
          </a:custGeom>
          <a:solidFill>
            <a:srgbClr val="E9762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42" name="S16-label696"/>
          <p:cNvSpPr txBox="1"/>
          <p:nvPr/>
        </p:nvSpPr>
        <p:spPr>
          <a:xfrm>
            <a:off x="4070604" y="2548890"/>
            <a:ext cx="1304544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크레파스</a:t>
            </a:r>
            <a:endParaRPr lang="ko-KR" sz="2400" dirty="0"/>
          </a:p>
        </p:txBody>
      </p:sp>
      <p:sp>
        <p:nvSpPr>
          <p:cNvPr id="43" name="S16-mark697"/>
          <p:cNvSpPr/>
          <p:nvPr/>
        </p:nvSpPr>
        <p:spPr>
          <a:xfrm>
            <a:off x="15224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44" name="S16-mark698"/>
          <p:cNvSpPr/>
          <p:nvPr/>
        </p:nvSpPr>
        <p:spPr>
          <a:xfrm>
            <a:off x="7923276" y="2922270"/>
            <a:ext cx="0" cy="228600"/>
          </a:xfrm>
          <a:prstGeom prst="line">
            <a:avLst/>
          </a:prstGeom>
          <a:noFill/>
          <a:ln w="12700">
            <a:solidFill>
              <a:srgbClr val="E9762B"/>
            </a:solidFill>
            <a:prstDash val="dash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수학 mm와 km</dc:title>
  <dc:subject>KR22-G03-MAT-MMKM-L01</dc:subject>
  <dc:creator>education-ppt</dc:creator>
  <cp:lastModifiedBy>education-ppt</cp:lastModifiedBy>
  <cp:revision>1</cp:revision>
  <dcterms:created xsi:type="dcterms:W3CDTF">2026-10-26T08:29:38Z</dcterms:created>
  <dcterms:modified xsi:type="dcterms:W3CDTF">2026-10-26T08:29:38Z</dcterms:modified>
</cp:coreProperties>
</file>