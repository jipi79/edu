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048ccff-cfcb-2dc7-fedb-1e29e42cf609}">
          <p14:sldIdLst>
            <p14:sldId id="256"/>
            <p14:sldId id="257"/>
          </p14:sldIdLst>
        </p14:section>
        <p14:section name="개념" id="{d8af2c12-2848-b108-9568-a4bf905e742d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a46a152d-2ff7-f283-00c8-e51824c61b90}">
          <p14:sldIdLst>
            <p14:sldId id="262"/>
            <p14:sldId id="263"/>
            <p14:sldId id="266"/>
          </p14:sldIdLst>
        </p14:section>
        <p14:section name="개념" id="{650cab98-00f6-6b02-f9b4-b1721752e558}">
          <p14:sldIdLst/>
        </p14:section>
        <p14:section name="연습" id="{bbc0d150-5c2c-e12d-487f-6030fba0ccd9}">
          <p14:sldIdLst/>
        </p14:section>
        <p14:section name="확인" id="{a3d431a8-a486-0295-8b83-9bd9e650ecab}">
          <p14:sldIdLst>
            <p14:sldId id="267"/>
            <p14:sldId id="268"/>
          </p14:sldIdLst>
        </p14:section>
        <p14:section name="정리" id="{ca45eef3-098f-c214-c967-f1c2703a25c2}">
          <p14:sldIdLst>
            <p14:sldId id="269"/>
          </p14:sldIdLst>
        </p14:section>
        <p14:section name="보충" id="{ae190dd7-bdff-83cf-59bb-700a40ca716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554337" y="1291018"/>
            <a:ext cx="1851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9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219563" y="2031682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900" dirty="0"/>
          </a:p>
        </p:txBody>
      </p:sp>
      <p:sp>
        <p:nvSpPr>
          <p:cNvPr id="30" name="S01-label30"/>
          <p:cNvSpPr txBox="1"/>
          <p:nvPr/>
        </p:nvSpPr>
        <p:spPr>
          <a:xfrm>
            <a:off x="9441180" y="2772347"/>
            <a:ext cx="411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900" dirty="0"/>
          </a:p>
        </p:txBody>
      </p:sp>
      <p:sp>
        <p:nvSpPr>
          <p:cNvPr id="31" name="S01-label32"/>
          <p:cNvSpPr txBox="1"/>
          <p:nvPr/>
        </p:nvSpPr>
        <p:spPr>
          <a:xfrm>
            <a:off x="8700516" y="2031682"/>
            <a:ext cx="411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900" dirty="0"/>
          </a:p>
        </p:txBody>
      </p:sp>
      <p:sp>
        <p:nvSpPr>
          <p:cNvPr id="32" name="S01-label34"/>
          <p:cNvSpPr txBox="1"/>
          <p:nvPr/>
        </p:nvSpPr>
        <p:spPr>
          <a:xfrm>
            <a:off x="9491472" y="1647635"/>
            <a:ext cx="310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9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6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7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7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길이의 덧셈과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185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186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187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188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189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190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191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192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193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19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195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196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197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198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199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00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0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2026-10-26T08:29:41Z</dcterms:created>
  <dcterms:modified xsi:type="dcterms:W3CDTF">2026-10-26T08:29:41Z</dcterms:modified>
</cp:coreProperties>
</file>