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53e27c9-0321-31f0-7cfc-516e2538f5e9}">
          <p14:sldIdLst>
            <p14:sldId id="256"/>
            <p14:sldId id="257"/>
          </p14:sldIdLst>
        </p14:section>
        <p14:section name="개념" id="{b4ad5e9e-5be7-6055-3c69-bb05f494d3b0}">
          <p14:sldIdLst>
            <p14:sldId id="258"/>
            <p14:sldId id="259"/>
            <p14:sldId id="260"/>
            <p14:sldId id="263"/>
            <p14:sldId id="264"/>
            <p14:sldId id="265"/>
          </p14:sldIdLst>
        </p14:section>
        <p14:section name="연습" id="{49e741af-d32f-b6a5-fce9-ad826f989eb5}">
          <p14:sldIdLst>
            <p14:sldId id="261"/>
            <p14:sldId id="262"/>
            <p14:sldId id="266"/>
          </p14:sldIdLst>
        </p14:section>
        <p14:section name="개념" id="{a984f58b-c4b1-d3f7-bebe-32b52c1ef4f3}">
          <p14:sldIdLst/>
        </p14:section>
        <p14:section name="연습" id="{47203e9a-430d-c014-b284-c97b0e5ffe98}">
          <p14:sldIdLst/>
        </p14:section>
        <p14:section name="확인" id="{94128bc8-27cf-c671-3d0d-b18c4ab251e7}">
          <p14:sldIdLst>
            <p14:sldId id="267"/>
            <p14:sldId id="268"/>
          </p14:sldIdLst>
        </p14:section>
        <p14:section name="정리" id="{2fee7688-184c-8c3f-6eff-65c678b4b8e7}">
          <p14:sldIdLst>
            <p14:sldId id="269"/>
          </p14:sldIdLst>
        </p14:section>
        <p14:section name="보충" id="{8fca1450-6634-132a-c9d9-abb6f9f65a0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초와 시간의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초와 시간의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초와 시간의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초와 시간의 계산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1분은 몇 초일까?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1046480"/>
          <a:ext cx="34747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1분 = 60초를 알고 시간을 바꿔요.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시간을 더하고 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22197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figure5" descr="시계: 4시 37분"/>
          <p:cNvSpPr/>
          <p:nvPr/>
        </p:nvSpPr>
        <p:spPr>
          <a:xfrm>
            <a:off x="2450592" y="1325880"/>
            <a:ext cx="2354580" cy="23545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2-line6"/>
          <p:cNvSpPr/>
          <p:nvPr/>
        </p:nvSpPr>
        <p:spPr>
          <a:xfrm>
            <a:off x="3627882" y="1362456"/>
            <a:ext cx="0" cy="1295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2-line7"/>
          <p:cNvSpPr/>
          <p:nvPr/>
        </p:nvSpPr>
        <p:spPr>
          <a:xfrm flipH="1">
            <a:off x="3740966" y="1368705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2-line8"/>
          <p:cNvSpPr/>
          <p:nvPr/>
        </p:nvSpPr>
        <p:spPr>
          <a:xfrm flipH="1">
            <a:off x="3852811" y="1387383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line9"/>
          <p:cNvSpPr/>
          <p:nvPr/>
        </p:nvSpPr>
        <p:spPr>
          <a:xfrm flipH="1">
            <a:off x="3962192" y="1418287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line10"/>
          <p:cNvSpPr/>
          <p:nvPr/>
        </p:nvSpPr>
        <p:spPr>
          <a:xfrm flipH="1">
            <a:off x="4067910" y="1461076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line11"/>
          <p:cNvSpPr/>
          <p:nvPr/>
        </p:nvSpPr>
        <p:spPr>
          <a:xfrm flipH="1">
            <a:off x="4133488" y="1515283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line12"/>
          <p:cNvSpPr/>
          <p:nvPr/>
        </p:nvSpPr>
        <p:spPr>
          <a:xfrm flipH="1">
            <a:off x="4263777" y="1580313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line13"/>
          <p:cNvSpPr/>
          <p:nvPr/>
        </p:nvSpPr>
        <p:spPr>
          <a:xfrm flipH="1">
            <a:off x="4351781" y="1655454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line14"/>
          <p:cNvSpPr/>
          <p:nvPr/>
        </p:nvSpPr>
        <p:spPr>
          <a:xfrm flipH="1">
            <a:off x="4431853" y="1739883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line15"/>
          <p:cNvSpPr/>
          <p:nvPr/>
        </p:nvSpPr>
        <p:spPr>
          <a:xfrm flipH="1">
            <a:off x="4503117" y="183267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line16"/>
          <p:cNvSpPr/>
          <p:nvPr/>
        </p:nvSpPr>
        <p:spPr>
          <a:xfrm flipH="1">
            <a:off x="4503617" y="1932813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2-line17"/>
          <p:cNvSpPr/>
          <p:nvPr/>
        </p:nvSpPr>
        <p:spPr>
          <a:xfrm flipH="1">
            <a:off x="4616201" y="2039200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2-line18"/>
          <p:cNvSpPr/>
          <p:nvPr/>
        </p:nvSpPr>
        <p:spPr>
          <a:xfrm flipH="1">
            <a:off x="4656782" y="215067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line19"/>
          <p:cNvSpPr/>
          <p:nvPr/>
        </p:nvSpPr>
        <p:spPr>
          <a:xfrm flipH="1">
            <a:off x="4686090" y="2266002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line20"/>
          <p:cNvSpPr/>
          <p:nvPr/>
        </p:nvSpPr>
        <p:spPr>
          <a:xfrm flipH="1">
            <a:off x="4703805" y="2383933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line21"/>
          <p:cNvSpPr/>
          <p:nvPr/>
        </p:nvSpPr>
        <p:spPr>
          <a:xfrm flipH="1">
            <a:off x="4639094" y="2503170"/>
            <a:ext cx="129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2-line22"/>
          <p:cNvSpPr/>
          <p:nvPr/>
        </p:nvSpPr>
        <p:spPr>
          <a:xfrm flipH="1" flipV="1">
            <a:off x="4703805" y="2616254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line23"/>
          <p:cNvSpPr/>
          <p:nvPr/>
        </p:nvSpPr>
        <p:spPr>
          <a:xfrm flipH="1" flipV="1">
            <a:off x="4686090" y="2728099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2-line24"/>
          <p:cNvSpPr/>
          <p:nvPr/>
        </p:nvSpPr>
        <p:spPr>
          <a:xfrm flipH="1" flipV="1">
            <a:off x="4656782" y="283748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line25"/>
          <p:cNvSpPr/>
          <p:nvPr/>
        </p:nvSpPr>
        <p:spPr>
          <a:xfrm flipH="1" flipV="1">
            <a:off x="4616201" y="2943198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line26"/>
          <p:cNvSpPr/>
          <p:nvPr/>
        </p:nvSpPr>
        <p:spPr>
          <a:xfrm flipH="1" flipV="1">
            <a:off x="4503617" y="3008776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2-line27"/>
          <p:cNvSpPr/>
          <p:nvPr/>
        </p:nvSpPr>
        <p:spPr>
          <a:xfrm flipH="1" flipV="1">
            <a:off x="4503117" y="313906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2-line28"/>
          <p:cNvSpPr/>
          <p:nvPr/>
        </p:nvSpPr>
        <p:spPr>
          <a:xfrm flipH="1" flipV="1">
            <a:off x="4431853" y="3227069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line29"/>
          <p:cNvSpPr/>
          <p:nvPr/>
        </p:nvSpPr>
        <p:spPr>
          <a:xfrm flipH="1" flipV="1">
            <a:off x="4351781" y="3307141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line30"/>
          <p:cNvSpPr/>
          <p:nvPr/>
        </p:nvSpPr>
        <p:spPr>
          <a:xfrm flipH="1" flipV="1">
            <a:off x="4263777" y="3378405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line31"/>
          <p:cNvSpPr/>
          <p:nvPr/>
        </p:nvSpPr>
        <p:spPr>
          <a:xfrm flipH="1" flipV="1">
            <a:off x="4133488" y="3378905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2-line32"/>
          <p:cNvSpPr/>
          <p:nvPr/>
        </p:nvSpPr>
        <p:spPr>
          <a:xfrm flipH="1" flipV="1">
            <a:off x="4067910" y="3491489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line33"/>
          <p:cNvSpPr/>
          <p:nvPr/>
        </p:nvSpPr>
        <p:spPr>
          <a:xfrm flipH="1" flipV="1">
            <a:off x="3962192" y="3532070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2-line34"/>
          <p:cNvSpPr/>
          <p:nvPr/>
        </p:nvSpPr>
        <p:spPr>
          <a:xfrm flipH="1" flipV="1">
            <a:off x="3852811" y="3561378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line35"/>
          <p:cNvSpPr/>
          <p:nvPr/>
        </p:nvSpPr>
        <p:spPr>
          <a:xfrm flipH="1" flipV="1">
            <a:off x="3740966" y="3579093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line36"/>
          <p:cNvSpPr/>
          <p:nvPr/>
        </p:nvSpPr>
        <p:spPr>
          <a:xfrm flipV="1">
            <a:off x="3627882" y="3514382"/>
            <a:ext cx="0" cy="1295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2-line37"/>
          <p:cNvSpPr/>
          <p:nvPr/>
        </p:nvSpPr>
        <p:spPr>
          <a:xfrm flipV="1">
            <a:off x="3508645" y="3579093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2-line38"/>
          <p:cNvSpPr/>
          <p:nvPr/>
        </p:nvSpPr>
        <p:spPr>
          <a:xfrm flipV="1">
            <a:off x="3390714" y="3561378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2-line39"/>
          <p:cNvSpPr/>
          <p:nvPr/>
        </p:nvSpPr>
        <p:spPr>
          <a:xfrm flipV="1">
            <a:off x="3275382" y="3532070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40"/>
          <p:cNvSpPr/>
          <p:nvPr/>
        </p:nvSpPr>
        <p:spPr>
          <a:xfrm flipV="1">
            <a:off x="3163912" y="3491489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41"/>
          <p:cNvSpPr/>
          <p:nvPr/>
        </p:nvSpPr>
        <p:spPr>
          <a:xfrm flipV="1">
            <a:off x="3057525" y="3378905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2-line42"/>
          <p:cNvSpPr/>
          <p:nvPr/>
        </p:nvSpPr>
        <p:spPr>
          <a:xfrm flipV="1">
            <a:off x="2957387" y="3378405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line43"/>
          <p:cNvSpPr/>
          <p:nvPr/>
        </p:nvSpPr>
        <p:spPr>
          <a:xfrm flipV="1">
            <a:off x="2864595" y="3307141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2-line44"/>
          <p:cNvSpPr/>
          <p:nvPr/>
        </p:nvSpPr>
        <p:spPr>
          <a:xfrm flipV="1">
            <a:off x="2780166" y="3227069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45"/>
          <p:cNvSpPr/>
          <p:nvPr/>
        </p:nvSpPr>
        <p:spPr>
          <a:xfrm flipV="1">
            <a:off x="2705025" y="313906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46"/>
          <p:cNvSpPr/>
          <p:nvPr/>
        </p:nvSpPr>
        <p:spPr>
          <a:xfrm flipV="1">
            <a:off x="2639995" y="3008776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2-line47"/>
          <p:cNvSpPr/>
          <p:nvPr/>
        </p:nvSpPr>
        <p:spPr>
          <a:xfrm flipV="1">
            <a:off x="2585788" y="2943198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line48"/>
          <p:cNvSpPr/>
          <p:nvPr/>
        </p:nvSpPr>
        <p:spPr>
          <a:xfrm flipV="1">
            <a:off x="2542999" y="283748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2-line49"/>
          <p:cNvSpPr/>
          <p:nvPr/>
        </p:nvSpPr>
        <p:spPr>
          <a:xfrm flipV="1">
            <a:off x="2512095" y="2728099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50"/>
          <p:cNvSpPr/>
          <p:nvPr/>
        </p:nvSpPr>
        <p:spPr>
          <a:xfrm flipV="1">
            <a:off x="2493417" y="2616254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51"/>
          <p:cNvSpPr/>
          <p:nvPr/>
        </p:nvSpPr>
        <p:spPr>
          <a:xfrm flipV="1">
            <a:off x="2487168" y="2503170"/>
            <a:ext cx="129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2-line52"/>
          <p:cNvSpPr/>
          <p:nvPr/>
        </p:nvSpPr>
        <p:spPr>
          <a:xfrm>
            <a:off x="2493417" y="2383933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line53"/>
          <p:cNvSpPr/>
          <p:nvPr/>
        </p:nvSpPr>
        <p:spPr>
          <a:xfrm>
            <a:off x="2512095" y="2266002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2-line54"/>
          <p:cNvSpPr/>
          <p:nvPr/>
        </p:nvSpPr>
        <p:spPr>
          <a:xfrm>
            <a:off x="2542999" y="215067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55"/>
          <p:cNvSpPr/>
          <p:nvPr/>
        </p:nvSpPr>
        <p:spPr>
          <a:xfrm>
            <a:off x="2585788" y="2039200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56"/>
          <p:cNvSpPr/>
          <p:nvPr/>
        </p:nvSpPr>
        <p:spPr>
          <a:xfrm>
            <a:off x="2639995" y="1932813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2-line57"/>
          <p:cNvSpPr/>
          <p:nvPr/>
        </p:nvSpPr>
        <p:spPr>
          <a:xfrm>
            <a:off x="2705025" y="183267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line58"/>
          <p:cNvSpPr/>
          <p:nvPr/>
        </p:nvSpPr>
        <p:spPr>
          <a:xfrm>
            <a:off x="2780166" y="1739883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2-line59"/>
          <p:cNvSpPr/>
          <p:nvPr/>
        </p:nvSpPr>
        <p:spPr>
          <a:xfrm>
            <a:off x="2864595" y="1655454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60"/>
          <p:cNvSpPr/>
          <p:nvPr/>
        </p:nvSpPr>
        <p:spPr>
          <a:xfrm>
            <a:off x="2957387" y="1580313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61"/>
          <p:cNvSpPr/>
          <p:nvPr/>
        </p:nvSpPr>
        <p:spPr>
          <a:xfrm>
            <a:off x="3057525" y="1515283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2-line62"/>
          <p:cNvSpPr/>
          <p:nvPr/>
        </p:nvSpPr>
        <p:spPr>
          <a:xfrm>
            <a:off x="3163912" y="1461076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line63"/>
          <p:cNvSpPr/>
          <p:nvPr/>
        </p:nvSpPr>
        <p:spPr>
          <a:xfrm>
            <a:off x="3275382" y="1418287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2-line64"/>
          <p:cNvSpPr/>
          <p:nvPr/>
        </p:nvSpPr>
        <p:spPr>
          <a:xfrm>
            <a:off x="3390714" y="1387383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65"/>
          <p:cNvSpPr/>
          <p:nvPr/>
        </p:nvSpPr>
        <p:spPr>
          <a:xfrm>
            <a:off x="3508645" y="1368705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abel66"/>
          <p:cNvSpPr txBox="1"/>
          <p:nvPr/>
        </p:nvSpPr>
        <p:spPr>
          <a:xfrm>
            <a:off x="3818592" y="15148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900" dirty="0"/>
          </a:p>
        </p:txBody>
      </p:sp>
      <p:sp>
        <p:nvSpPr>
          <p:cNvPr id="66" name="S02-label67"/>
          <p:cNvSpPr txBox="1"/>
          <p:nvPr/>
        </p:nvSpPr>
        <p:spPr>
          <a:xfrm>
            <a:off x="4159017" y="1855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900" dirty="0"/>
          </a:p>
        </p:txBody>
      </p:sp>
      <p:sp>
        <p:nvSpPr>
          <p:cNvPr id="67" name="S02-label68"/>
          <p:cNvSpPr txBox="1"/>
          <p:nvPr/>
        </p:nvSpPr>
        <p:spPr>
          <a:xfrm>
            <a:off x="4283621" y="23202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900" dirty="0"/>
          </a:p>
        </p:txBody>
      </p:sp>
      <p:sp>
        <p:nvSpPr>
          <p:cNvPr id="68" name="S02-label69"/>
          <p:cNvSpPr txBox="1"/>
          <p:nvPr/>
        </p:nvSpPr>
        <p:spPr>
          <a:xfrm>
            <a:off x="4159017" y="2785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900" dirty="0"/>
          </a:p>
        </p:txBody>
      </p:sp>
      <p:sp>
        <p:nvSpPr>
          <p:cNvPr id="69" name="S02-label70"/>
          <p:cNvSpPr txBox="1"/>
          <p:nvPr/>
        </p:nvSpPr>
        <p:spPr>
          <a:xfrm>
            <a:off x="3818592" y="312574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900" dirty="0"/>
          </a:p>
        </p:txBody>
      </p:sp>
      <p:sp>
        <p:nvSpPr>
          <p:cNvPr id="70" name="S02-label71"/>
          <p:cNvSpPr txBox="1"/>
          <p:nvPr/>
        </p:nvSpPr>
        <p:spPr>
          <a:xfrm>
            <a:off x="3353562" y="32503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900" dirty="0"/>
          </a:p>
        </p:txBody>
      </p:sp>
      <p:sp>
        <p:nvSpPr>
          <p:cNvPr id="71" name="S02-label72"/>
          <p:cNvSpPr txBox="1"/>
          <p:nvPr/>
        </p:nvSpPr>
        <p:spPr>
          <a:xfrm>
            <a:off x="2888532" y="312574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900" dirty="0"/>
          </a:p>
        </p:txBody>
      </p:sp>
      <p:sp>
        <p:nvSpPr>
          <p:cNvPr id="72" name="S02-label73"/>
          <p:cNvSpPr txBox="1"/>
          <p:nvPr/>
        </p:nvSpPr>
        <p:spPr>
          <a:xfrm>
            <a:off x="2548107" y="2785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900" dirty="0"/>
          </a:p>
        </p:txBody>
      </p:sp>
      <p:sp>
        <p:nvSpPr>
          <p:cNvPr id="73" name="S02-label74"/>
          <p:cNvSpPr txBox="1"/>
          <p:nvPr/>
        </p:nvSpPr>
        <p:spPr>
          <a:xfrm>
            <a:off x="2423503" y="23202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900" dirty="0"/>
          </a:p>
        </p:txBody>
      </p:sp>
      <p:sp>
        <p:nvSpPr>
          <p:cNvPr id="74" name="S02-label75"/>
          <p:cNvSpPr txBox="1"/>
          <p:nvPr/>
        </p:nvSpPr>
        <p:spPr>
          <a:xfrm>
            <a:off x="2548107" y="1855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900" dirty="0"/>
          </a:p>
        </p:txBody>
      </p:sp>
      <p:sp>
        <p:nvSpPr>
          <p:cNvPr id="75" name="S02-label76"/>
          <p:cNvSpPr txBox="1"/>
          <p:nvPr/>
        </p:nvSpPr>
        <p:spPr>
          <a:xfrm>
            <a:off x="2888532" y="15148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900" dirty="0"/>
          </a:p>
        </p:txBody>
      </p:sp>
      <p:sp>
        <p:nvSpPr>
          <p:cNvPr id="76" name="S02-label77"/>
          <p:cNvSpPr txBox="1"/>
          <p:nvPr/>
        </p:nvSpPr>
        <p:spPr>
          <a:xfrm>
            <a:off x="3353562" y="1390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900" dirty="0"/>
          </a:p>
        </p:txBody>
      </p:sp>
      <p:sp>
        <p:nvSpPr>
          <p:cNvPr id="77" name="S02-line78"/>
          <p:cNvSpPr/>
          <p:nvPr/>
        </p:nvSpPr>
        <p:spPr>
          <a:xfrm>
            <a:off x="3627882" y="2503170"/>
            <a:ext cx="343242" cy="38796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2-line79"/>
          <p:cNvSpPr/>
          <p:nvPr/>
        </p:nvSpPr>
        <p:spPr>
          <a:xfrm flipH="1">
            <a:off x="3123715" y="2503170"/>
            <a:ext cx="504167" cy="55993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2-pin80"/>
          <p:cNvSpPr/>
          <p:nvPr/>
        </p:nvSpPr>
        <p:spPr>
          <a:xfrm>
            <a:off x="3573018" y="244830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2-chip8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1" name="S02-eqtext8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□분</a:t>
            </a:r>
            <a:endParaRPr lang="ko-KR" sz="3400" dirty="0"/>
          </a:p>
        </p:txBody>
      </p:sp>
      <p:sp>
        <p:nvSpPr>
          <p:cNvPr id="82" name="S02-chip8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3" name="S02-eqtext8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80분 = □시간 □분</a:t>
            </a:r>
            <a:endParaRPr lang="ko-KR" sz="3400" dirty="0"/>
          </a:p>
        </p:txBody>
      </p:sp>
      <p:sp>
        <p:nvSpPr>
          <p:cNvPr id="84" name="S02-chip8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85" name="S02-eqtext8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200 m = □ m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1초와 1분</a:t>
            </a:r>
            <a:endParaRPr lang="ko-KR" sz="4000" dirty="0"/>
          </a:p>
        </p:txBody>
      </p:sp>
      <p:sp>
        <p:nvSpPr>
          <p:cNvPr id="3" name="S03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초바늘이 작은 눈금 한 칸을 가면 1초예요.</a:t>
            </a:r>
            <a:endParaRPr lang="ko-KR" sz="3000" dirty="0"/>
          </a:p>
        </p:txBody>
      </p:sp>
      <p:sp>
        <p:nvSpPr>
          <p:cNvPr id="4" name="S03-card88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89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= 60초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초바늘이 한 바퀴 돌면 1분이 지나요.</a:t>
            </a:r>
            <a:endParaRPr lang="ko-KR" sz="3000" dirty="0"/>
          </a:p>
        </p:txBody>
      </p:sp>
      <p:sp>
        <p:nvSpPr>
          <p:cNvPr id="6" name="S03-figure90" descr="바늘 없는 시계: 숫자 사이에 작은 눈금이 5칸씩, 모두 60칸"/>
          <p:cNvSpPr/>
          <p:nvPr/>
        </p:nvSpPr>
        <p:spPr>
          <a:xfrm>
            <a:off x="2116074" y="2011680"/>
            <a:ext cx="2250948" cy="225094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3-line91"/>
          <p:cNvSpPr/>
          <p:nvPr/>
        </p:nvSpPr>
        <p:spPr>
          <a:xfrm>
            <a:off x="3241548" y="2048256"/>
            <a:ext cx="0" cy="1238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3-line92"/>
          <p:cNvSpPr/>
          <p:nvPr/>
        </p:nvSpPr>
        <p:spPr>
          <a:xfrm flipH="1">
            <a:off x="3349487" y="2054221"/>
            <a:ext cx="5882" cy="55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93"/>
          <p:cNvSpPr/>
          <p:nvPr/>
        </p:nvSpPr>
        <p:spPr>
          <a:xfrm flipH="1">
            <a:off x="3456243" y="2072051"/>
            <a:ext cx="11700" cy="55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94"/>
          <p:cNvSpPr/>
          <p:nvPr/>
        </p:nvSpPr>
        <p:spPr>
          <a:xfrm flipH="1">
            <a:off x="3560646" y="2101550"/>
            <a:ext cx="17390" cy="535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95"/>
          <p:cNvSpPr/>
          <p:nvPr/>
        </p:nvSpPr>
        <p:spPr>
          <a:xfrm flipH="1">
            <a:off x="3661554" y="2142396"/>
            <a:ext cx="22889" cy="514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96"/>
          <p:cNvSpPr/>
          <p:nvPr/>
        </p:nvSpPr>
        <p:spPr>
          <a:xfrm flipH="1">
            <a:off x="3724096" y="2194141"/>
            <a:ext cx="61901" cy="10721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3-line97"/>
          <p:cNvSpPr/>
          <p:nvPr/>
        </p:nvSpPr>
        <p:spPr>
          <a:xfrm flipH="1">
            <a:off x="3848509" y="2256217"/>
            <a:ext cx="33077" cy="455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98"/>
          <p:cNvSpPr/>
          <p:nvPr/>
        </p:nvSpPr>
        <p:spPr>
          <a:xfrm flipH="1">
            <a:off x="3932509" y="2327945"/>
            <a:ext cx="37654" cy="41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99"/>
          <p:cNvSpPr/>
          <p:nvPr/>
        </p:nvSpPr>
        <p:spPr>
          <a:xfrm flipH="1">
            <a:off x="4008937" y="2408539"/>
            <a:ext cx="41820" cy="37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100"/>
          <p:cNvSpPr/>
          <p:nvPr/>
        </p:nvSpPr>
        <p:spPr>
          <a:xfrm flipH="1">
            <a:off x="4076959" y="2497116"/>
            <a:ext cx="45526" cy="33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101"/>
          <p:cNvSpPr/>
          <p:nvPr/>
        </p:nvSpPr>
        <p:spPr>
          <a:xfrm flipH="1">
            <a:off x="4077346" y="2592705"/>
            <a:ext cx="107216" cy="6190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3-line102"/>
          <p:cNvSpPr/>
          <p:nvPr/>
        </p:nvSpPr>
        <p:spPr>
          <a:xfrm flipH="1">
            <a:off x="4184897" y="2694259"/>
            <a:ext cx="51409" cy="22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103"/>
          <p:cNvSpPr/>
          <p:nvPr/>
        </p:nvSpPr>
        <p:spPr>
          <a:xfrm flipH="1">
            <a:off x="4223632" y="2800666"/>
            <a:ext cx="53519" cy="173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104"/>
          <p:cNvSpPr/>
          <p:nvPr/>
        </p:nvSpPr>
        <p:spPr>
          <a:xfrm flipH="1">
            <a:off x="4251607" y="2910759"/>
            <a:ext cx="55044" cy="117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105"/>
          <p:cNvSpPr/>
          <p:nvPr/>
        </p:nvSpPr>
        <p:spPr>
          <a:xfrm flipH="1">
            <a:off x="4268515" y="3023333"/>
            <a:ext cx="55965" cy="58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106"/>
          <p:cNvSpPr/>
          <p:nvPr/>
        </p:nvSpPr>
        <p:spPr>
          <a:xfrm flipH="1">
            <a:off x="4206644" y="3137154"/>
            <a:ext cx="1238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3-line107"/>
          <p:cNvSpPr/>
          <p:nvPr/>
        </p:nvSpPr>
        <p:spPr>
          <a:xfrm flipH="1" flipV="1">
            <a:off x="4268515" y="3245093"/>
            <a:ext cx="55965" cy="58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108"/>
          <p:cNvSpPr/>
          <p:nvPr/>
        </p:nvSpPr>
        <p:spPr>
          <a:xfrm flipH="1" flipV="1">
            <a:off x="4251607" y="3351849"/>
            <a:ext cx="55044" cy="117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109"/>
          <p:cNvSpPr/>
          <p:nvPr/>
        </p:nvSpPr>
        <p:spPr>
          <a:xfrm flipH="1" flipV="1">
            <a:off x="4223632" y="3456252"/>
            <a:ext cx="53519" cy="173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110"/>
          <p:cNvSpPr/>
          <p:nvPr/>
        </p:nvSpPr>
        <p:spPr>
          <a:xfrm flipH="1" flipV="1">
            <a:off x="4184897" y="3557160"/>
            <a:ext cx="51409" cy="22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111"/>
          <p:cNvSpPr/>
          <p:nvPr/>
        </p:nvSpPr>
        <p:spPr>
          <a:xfrm flipH="1" flipV="1">
            <a:off x="4077346" y="3619702"/>
            <a:ext cx="107216" cy="6190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3-line112"/>
          <p:cNvSpPr/>
          <p:nvPr/>
        </p:nvSpPr>
        <p:spPr>
          <a:xfrm flipH="1" flipV="1">
            <a:off x="4076959" y="3744115"/>
            <a:ext cx="45526" cy="33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113"/>
          <p:cNvSpPr/>
          <p:nvPr/>
        </p:nvSpPr>
        <p:spPr>
          <a:xfrm flipH="1" flipV="1">
            <a:off x="4008937" y="3828115"/>
            <a:ext cx="41820" cy="37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114"/>
          <p:cNvSpPr/>
          <p:nvPr/>
        </p:nvSpPr>
        <p:spPr>
          <a:xfrm flipH="1" flipV="1">
            <a:off x="3932509" y="3904543"/>
            <a:ext cx="37654" cy="41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115"/>
          <p:cNvSpPr/>
          <p:nvPr/>
        </p:nvSpPr>
        <p:spPr>
          <a:xfrm flipH="1" flipV="1">
            <a:off x="3848509" y="3972565"/>
            <a:ext cx="33077" cy="455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116"/>
          <p:cNvSpPr/>
          <p:nvPr/>
        </p:nvSpPr>
        <p:spPr>
          <a:xfrm flipH="1" flipV="1">
            <a:off x="3724096" y="3972952"/>
            <a:ext cx="61901" cy="10721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3-line117"/>
          <p:cNvSpPr/>
          <p:nvPr/>
        </p:nvSpPr>
        <p:spPr>
          <a:xfrm flipH="1" flipV="1">
            <a:off x="3661554" y="4080503"/>
            <a:ext cx="22889" cy="514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118"/>
          <p:cNvSpPr/>
          <p:nvPr/>
        </p:nvSpPr>
        <p:spPr>
          <a:xfrm flipH="1" flipV="1">
            <a:off x="3560646" y="4119238"/>
            <a:ext cx="17390" cy="535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119"/>
          <p:cNvSpPr/>
          <p:nvPr/>
        </p:nvSpPr>
        <p:spPr>
          <a:xfrm flipH="1" flipV="1">
            <a:off x="3456243" y="4147213"/>
            <a:ext cx="11700" cy="55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120"/>
          <p:cNvSpPr/>
          <p:nvPr/>
        </p:nvSpPr>
        <p:spPr>
          <a:xfrm flipH="1" flipV="1">
            <a:off x="3349487" y="4164121"/>
            <a:ext cx="5882" cy="55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121"/>
          <p:cNvSpPr/>
          <p:nvPr/>
        </p:nvSpPr>
        <p:spPr>
          <a:xfrm flipV="1">
            <a:off x="3241548" y="4102250"/>
            <a:ext cx="0" cy="1238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3-line122"/>
          <p:cNvSpPr/>
          <p:nvPr/>
        </p:nvSpPr>
        <p:spPr>
          <a:xfrm flipV="1">
            <a:off x="3127727" y="4164121"/>
            <a:ext cx="5882" cy="55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123"/>
          <p:cNvSpPr/>
          <p:nvPr/>
        </p:nvSpPr>
        <p:spPr>
          <a:xfrm flipV="1">
            <a:off x="3015153" y="4147213"/>
            <a:ext cx="11700" cy="55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124"/>
          <p:cNvSpPr/>
          <p:nvPr/>
        </p:nvSpPr>
        <p:spPr>
          <a:xfrm flipV="1">
            <a:off x="2905060" y="4119238"/>
            <a:ext cx="17390" cy="535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125"/>
          <p:cNvSpPr/>
          <p:nvPr/>
        </p:nvSpPr>
        <p:spPr>
          <a:xfrm flipV="1">
            <a:off x="2798653" y="4080503"/>
            <a:ext cx="22889" cy="514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126"/>
          <p:cNvSpPr/>
          <p:nvPr/>
        </p:nvSpPr>
        <p:spPr>
          <a:xfrm flipV="1">
            <a:off x="2697099" y="3972952"/>
            <a:ext cx="61901" cy="10721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3-line127"/>
          <p:cNvSpPr/>
          <p:nvPr/>
        </p:nvSpPr>
        <p:spPr>
          <a:xfrm flipV="1">
            <a:off x="2601510" y="3972565"/>
            <a:ext cx="33077" cy="455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128"/>
          <p:cNvSpPr/>
          <p:nvPr/>
        </p:nvSpPr>
        <p:spPr>
          <a:xfrm flipV="1">
            <a:off x="2512933" y="3904543"/>
            <a:ext cx="37654" cy="41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129"/>
          <p:cNvSpPr/>
          <p:nvPr/>
        </p:nvSpPr>
        <p:spPr>
          <a:xfrm flipV="1">
            <a:off x="2432339" y="3828115"/>
            <a:ext cx="41820" cy="37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130"/>
          <p:cNvSpPr/>
          <p:nvPr/>
        </p:nvSpPr>
        <p:spPr>
          <a:xfrm flipV="1">
            <a:off x="2360611" y="3744115"/>
            <a:ext cx="45526" cy="33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131"/>
          <p:cNvSpPr/>
          <p:nvPr/>
        </p:nvSpPr>
        <p:spPr>
          <a:xfrm flipV="1">
            <a:off x="2298535" y="3619702"/>
            <a:ext cx="107216" cy="6190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3-line132"/>
          <p:cNvSpPr/>
          <p:nvPr/>
        </p:nvSpPr>
        <p:spPr>
          <a:xfrm flipV="1">
            <a:off x="2246790" y="3557160"/>
            <a:ext cx="51409" cy="22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133"/>
          <p:cNvSpPr/>
          <p:nvPr/>
        </p:nvSpPr>
        <p:spPr>
          <a:xfrm flipV="1">
            <a:off x="2205944" y="3456252"/>
            <a:ext cx="53519" cy="173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134"/>
          <p:cNvSpPr/>
          <p:nvPr/>
        </p:nvSpPr>
        <p:spPr>
          <a:xfrm flipV="1">
            <a:off x="2176445" y="3351849"/>
            <a:ext cx="55044" cy="117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135"/>
          <p:cNvSpPr/>
          <p:nvPr/>
        </p:nvSpPr>
        <p:spPr>
          <a:xfrm flipV="1">
            <a:off x="2158615" y="3245093"/>
            <a:ext cx="55965" cy="58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136"/>
          <p:cNvSpPr/>
          <p:nvPr/>
        </p:nvSpPr>
        <p:spPr>
          <a:xfrm>
            <a:off x="2152650" y="3137154"/>
            <a:ext cx="1238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3-line137"/>
          <p:cNvSpPr/>
          <p:nvPr/>
        </p:nvSpPr>
        <p:spPr>
          <a:xfrm>
            <a:off x="2158615" y="3023333"/>
            <a:ext cx="55965" cy="58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138"/>
          <p:cNvSpPr/>
          <p:nvPr/>
        </p:nvSpPr>
        <p:spPr>
          <a:xfrm>
            <a:off x="2176445" y="2910759"/>
            <a:ext cx="55044" cy="117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139"/>
          <p:cNvSpPr/>
          <p:nvPr/>
        </p:nvSpPr>
        <p:spPr>
          <a:xfrm>
            <a:off x="2205944" y="2800666"/>
            <a:ext cx="53519" cy="173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140"/>
          <p:cNvSpPr/>
          <p:nvPr/>
        </p:nvSpPr>
        <p:spPr>
          <a:xfrm>
            <a:off x="2246790" y="2694259"/>
            <a:ext cx="51409" cy="22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141"/>
          <p:cNvSpPr/>
          <p:nvPr/>
        </p:nvSpPr>
        <p:spPr>
          <a:xfrm>
            <a:off x="2298535" y="2592705"/>
            <a:ext cx="107216" cy="6190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3-line142"/>
          <p:cNvSpPr/>
          <p:nvPr/>
        </p:nvSpPr>
        <p:spPr>
          <a:xfrm>
            <a:off x="2360611" y="2497116"/>
            <a:ext cx="45526" cy="33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143"/>
          <p:cNvSpPr/>
          <p:nvPr/>
        </p:nvSpPr>
        <p:spPr>
          <a:xfrm>
            <a:off x="2432339" y="2408539"/>
            <a:ext cx="41820" cy="37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144"/>
          <p:cNvSpPr/>
          <p:nvPr/>
        </p:nvSpPr>
        <p:spPr>
          <a:xfrm>
            <a:off x="2512933" y="2327945"/>
            <a:ext cx="37654" cy="41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145"/>
          <p:cNvSpPr/>
          <p:nvPr/>
        </p:nvSpPr>
        <p:spPr>
          <a:xfrm>
            <a:off x="2601510" y="2256217"/>
            <a:ext cx="33077" cy="455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146"/>
          <p:cNvSpPr/>
          <p:nvPr/>
        </p:nvSpPr>
        <p:spPr>
          <a:xfrm>
            <a:off x="2697099" y="2194141"/>
            <a:ext cx="61901" cy="10721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3-line147"/>
          <p:cNvSpPr/>
          <p:nvPr/>
        </p:nvSpPr>
        <p:spPr>
          <a:xfrm>
            <a:off x="2798653" y="2142396"/>
            <a:ext cx="22889" cy="514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148"/>
          <p:cNvSpPr/>
          <p:nvPr/>
        </p:nvSpPr>
        <p:spPr>
          <a:xfrm>
            <a:off x="2905060" y="2101550"/>
            <a:ext cx="17390" cy="535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149"/>
          <p:cNvSpPr/>
          <p:nvPr/>
        </p:nvSpPr>
        <p:spPr>
          <a:xfrm>
            <a:off x="3015153" y="2072051"/>
            <a:ext cx="11700" cy="55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line150"/>
          <p:cNvSpPr/>
          <p:nvPr/>
        </p:nvSpPr>
        <p:spPr>
          <a:xfrm>
            <a:off x="3127727" y="2054221"/>
            <a:ext cx="5882" cy="55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label151"/>
          <p:cNvSpPr txBox="1"/>
          <p:nvPr/>
        </p:nvSpPr>
        <p:spPr>
          <a:xfrm>
            <a:off x="3411790" y="21842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68" name="S03-label152"/>
          <p:cNvSpPr txBox="1"/>
          <p:nvPr/>
        </p:nvSpPr>
        <p:spPr>
          <a:xfrm>
            <a:off x="3737232" y="25097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800" dirty="0"/>
          </a:p>
        </p:txBody>
      </p:sp>
      <p:sp>
        <p:nvSpPr>
          <p:cNvPr id="69" name="S03-label153"/>
          <p:cNvSpPr txBox="1"/>
          <p:nvPr/>
        </p:nvSpPr>
        <p:spPr>
          <a:xfrm>
            <a:off x="3856352" y="29542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70" name="S03-label154"/>
          <p:cNvSpPr txBox="1"/>
          <p:nvPr/>
        </p:nvSpPr>
        <p:spPr>
          <a:xfrm>
            <a:off x="3737232" y="33988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71" name="S03-label155"/>
          <p:cNvSpPr txBox="1"/>
          <p:nvPr/>
        </p:nvSpPr>
        <p:spPr>
          <a:xfrm>
            <a:off x="3411790" y="372427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72" name="S03-label156"/>
          <p:cNvSpPr txBox="1"/>
          <p:nvPr/>
        </p:nvSpPr>
        <p:spPr>
          <a:xfrm>
            <a:off x="2967228" y="38433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800" dirty="0"/>
          </a:p>
        </p:txBody>
      </p:sp>
      <p:sp>
        <p:nvSpPr>
          <p:cNvPr id="73" name="S03-label157"/>
          <p:cNvSpPr txBox="1"/>
          <p:nvPr/>
        </p:nvSpPr>
        <p:spPr>
          <a:xfrm>
            <a:off x="2522666" y="372427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800" dirty="0"/>
          </a:p>
        </p:txBody>
      </p:sp>
      <p:sp>
        <p:nvSpPr>
          <p:cNvPr id="74" name="S03-label158"/>
          <p:cNvSpPr txBox="1"/>
          <p:nvPr/>
        </p:nvSpPr>
        <p:spPr>
          <a:xfrm>
            <a:off x="2197224" y="33988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800" dirty="0"/>
          </a:p>
        </p:txBody>
      </p:sp>
      <p:sp>
        <p:nvSpPr>
          <p:cNvPr id="75" name="S03-label159"/>
          <p:cNvSpPr txBox="1"/>
          <p:nvPr/>
        </p:nvSpPr>
        <p:spPr>
          <a:xfrm>
            <a:off x="2078104" y="29542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800" dirty="0"/>
          </a:p>
        </p:txBody>
      </p:sp>
      <p:sp>
        <p:nvSpPr>
          <p:cNvPr id="76" name="S03-label160"/>
          <p:cNvSpPr txBox="1"/>
          <p:nvPr/>
        </p:nvSpPr>
        <p:spPr>
          <a:xfrm>
            <a:off x="2197224" y="25097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77" name="S03-label161"/>
          <p:cNvSpPr txBox="1"/>
          <p:nvPr/>
        </p:nvSpPr>
        <p:spPr>
          <a:xfrm>
            <a:off x="2522666" y="21842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800" dirty="0"/>
          </a:p>
        </p:txBody>
      </p:sp>
      <p:sp>
        <p:nvSpPr>
          <p:cNvPr id="78" name="S03-label162"/>
          <p:cNvSpPr txBox="1"/>
          <p:nvPr/>
        </p:nvSpPr>
        <p:spPr>
          <a:xfrm>
            <a:off x="2967228" y="20651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79" name="S03-pin163"/>
          <p:cNvSpPr/>
          <p:nvPr/>
        </p:nvSpPr>
        <p:spPr>
          <a:xfrm>
            <a:off x="3186684" y="308229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3-label164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눈금 60칸</a:t>
            </a:r>
            <a:endParaRPr lang="ko-KR" sz="2400" dirty="0"/>
          </a:p>
        </p:txBody>
      </p:sp>
      <p:sp>
        <p:nvSpPr>
          <p:cNvPr id="81" name="S03-line165"/>
          <p:cNvSpPr/>
          <p:nvPr/>
        </p:nvSpPr>
        <p:spPr>
          <a:xfrm>
            <a:off x="6391656" y="3407268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2" name="S03-line166"/>
          <p:cNvSpPr/>
          <p:nvPr/>
        </p:nvSpPr>
        <p:spPr>
          <a:xfrm>
            <a:off x="666597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3" name="S03-label167"/>
          <p:cNvSpPr txBox="1"/>
          <p:nvPr/>
        </p:nvSpPr>
        <p:spPr>
          <a:xfrm>
            <a:off x="6208776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84" name="S03-line168"/>
          <p:cNvSpPr/>
          <p:nvPr/>
        </p:nvSpPr>
        <p:spPr>
          <a:xfrm>
            <a:off x="674202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5" name="S03-line169"/>
          <p:cNvSpPr/>
          <p:nvPr/>
        </p:nvSpPr>
        <p:spPr>
          <a:xfrm>
            <a:off x="6818071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6" name="S03-line170"/>
          <p:cNvSpPr/>
          <p:nvPr/>
        </p:nvSpPr>
        <p:spPr>
          <a:xfrm>
            <a:off x="689411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7" name="S03-line171"/>
          <p:cNvSpPr/>
          <p:nvPr/>
        </p:nvSpPr>
        <p:spPr>
          <a:xfrm>
            <a:off x="6970166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8" name="S03-line172"/>
          <p:cNvSpPr/>
          <p:nvPr/>
        </p:nvSpPr>
        <p:spPr>
          <a:xfrm>
            <a:off x="704621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9" name="S03-label173"/>
          <p:cNvSpPr txBox="1"/>
          <p:nvPr/>
        </p:nvSpPr>
        <p:spPr>
          <a:xfrm>
            <a:off x="6589014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90" name="S03-line174"/>
          <p:cNvSpPr/>
          <p:nvPr/>
        </p:nvSpPr>
        <p:spPr>
          <a:xfrm>
            <a:off x="7122262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1" name="S03-line175"/>
          <p:cNvSpPr/>
          <p:nvPr/>
        </p:nvSpPr>
        <p:spPr>
          <a:xfrm>
            <a:off x="719830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2" name="S03-line176"/>
          <p:cNvSpPr/>
          <p:nvPr/>
        </p:nvSpPr>
        <p:spPr>
          <a:xfrm>
            <a:off x="7274357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3" name="S03-line177"/>
          <p:cNvSpPr/>
          <p:nvPr/>
        </p:nvSpPr>
        <p:spPr>
          <a:xfrm>
            <a:off x="735040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4" name="S03-line178"/>
          <p:cNvSpPr/>
          <p:nvPr/>
        </p:nvSpPr>
        <p:spPr>
          <a:xfrm>
            <a:off x="742645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5" name="S03-label179"/>
          <p:cNvSpPr txBox="1"/>
          <p:nvPr/>
        </p:nvSpPr>
        <p:spPr>
          <a:xfrm>
            <a:off x="6969252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96" name="S03-line180"/>
          <p:cNvSpPr/>
          <p:nvPr/>
        </p:nvSpPr>
        <p:spPr>
          <a:xfrm>
            <a:off x="7502500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7" name="S03-line181"/>
          <p:cNvSpPr/>
          <p:nvPr/>
        </p:nvSpPr>
        <p:spPr>
          <a:xfrm>
            <a:off x="7578547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8" name="S03-line182"/>
          <p:cNvSpPr/>
          <p:nvPr/>
        </p:nvSpPr>
        <p:spPr>
          <a:xfrm>
            <a:off x="7654595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9" name="S03-line183"/>
          <p:cNvSpPr/>
          <p:nvPr/>
        </p:nvSpPr>
        <p:spPr>
          <a:xfrm>
            <a:off x="7730642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0" name="S03-line184"/>
          <p:cNvSpPr/>
          <p:nvPr/>
        </p:nvSpPr>
        <p:spPr>
          <a:xfrm>
            <a:off x="780669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1" name="S03-label185"/>
          <p:cNvSpPr txBox="1"/>
          <p:nvPr/>
        </p:nvSpPr>
        <p:spPr>
          <a:xfrm>
            <a:off x="7349490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1600" dirty="0"/>
          </a:p>
        </p:txBody>
      </p:sp>
      <p:sp>
        <p:nvSpPr>
          <p:cNvPr id="102" name="S03-line186"/>
          <p:cNvSpPr/>
          <p:nvPr/>
        </p:nvSpPr>
        <p:spPr>
          <a:xfrm>
            <a:off x="7882738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3" name="S03-line187"/>
          <p:cNvSpPr/>
          <p:nvPr/>
        </p:nvSpPr>
        <p:spPr>
          <a:xfrm>
            <a:off x="7958785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4" name="S03-line188"/>
          <p:cNvSpPr/>
          <p:nvPr/>
        </p:nvSpPr>
        <p:spPr>
          <a:xfrm>
            <a:off x="8034833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5" name="S03-line189"/>
          <p:cNvSpPr/>
          <p:nvPr/>
        </p:nvSpPr>
        <p:spPr>
          <a:xfrm>
            <a:off x="8110880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6" name="S03-line190"/>
          <p:cNvSpPr/>
          <p:nvPr/>
        </p:nvSpPr>
        <p:spPr>
          <a:xfrm>
            <a:off x="818692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7" name="S03-label191"/>
          <p:cNvSpPr txBox="1"/>
          <p:nvPr/>
        </p:nvSpPr>
        <p:spPr>
          <a:xfrm>
            <a:off x="7729728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600" dirty="0"/>
          </a:p>
        </p:txBody>
      </p:sp>
      <p:sp>
        <p:nvSpPr>
          <p:cNvPr id="108" name="S03-line192"/>
          <p:cNvSpPr/>
          <p:nvPr/>
        </p:nvSpPr>
        <p:spPr>
          <a:xfrm>
            <a:off x="8262976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9" name="S03-line193"/>
          <p:cNvSpPr/>
          <p:nvPr/>
        </p:nvSpPr>
        <p:spPr>
          <a:xfrm>
            <a:off x="8339023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0" name="S03-line194"/>
          <p:cNvSpPr/>
          <p:nvPr/>
        </p:nvSpPr>
        <p:spPr>
          <a:xfrm>
            <a:off x="8415071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1" name="S03-line195"/>
          <p:cNvSpPr/>
          <p:nvPr/>
        </p:nvSpPr>
        <p:spPr>
          <a:xfrm>
            <a:off x="8491118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2" name="S03-line196"/>
          <p:cNvSpPr/>
          <p:nvPr/>
        </p:nvSpPr>
        <p:spPr>
          <a:xfrm>
            <a:off x="856716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3" name="S03-label197"/>
          <p:cNvSpPr txBox="1"/>
          <p:nvPr/>
        </p:nvSpPr>
        <p:spPr>
          <a:xfrm>
            <a:off x="8109966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1600" dirty="0"/>
          </a:p>
        </p:txBody>
      </p:sp>
      <p:sp>
        <p:nvSpPr>
          <p:cNvPr id="114" name="S03-line198"/>
          <p:cNvSpPr/>
          <p:nvPr/>
        </p:nvSpPr>
        <p:spPr>
          <a:xfrm>
            <a:off x="864321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5" name="S03-line199"/>
          <p:cNvSpPr/>
          <p:nvPr/>
        </p:nvSpPr>
        <p:spPr>
          <a:xfrm>
            <a:off x="8719261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6" name="S03-line200"/>
          <p:cNvSpPr/>
          <p:nvPr/>
        </p:nvSpPr>
        <p:spPr>
          <a:xfrm>
            <a:off x="879530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7" name="S03-line201"/>
          <p:cNvSpPr/>
          <p:nvPr/>
        </p:nvSpPr>
        <p:spPr>
          <a:xfrm>
            <a:off x="8871356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8" name="S03-line202"/>
          <p:cNvSpPr/>
          <p:nvPr/>
        </p:nvSpPr>
        <p:spPr>
          <a:xfrm>
            <a:off x="894740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9" name="S03-label203"/>
          <p:cNvSpPr txBox="1"/>
          <p:nvPr/>
        </p:nvSpPr>
        <p:spPr>
          <a:xfrm>
            <a:off x="8490204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600" dirty="0"/>
          </a:p>
        </p:txBody>
      </p:sp>
      <p:sp>
        <p:nvSpPr>
          <p:cNvPr id="120" name="S03-line204"/>
          <p:cNvSpPr/>
          <p:nvPr/>
        </p:nvSpPr>
        <p:spPr>
          <a:xfrm>
            <a:off x="9023452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1" name="S03-line205"/>
          <p:cNvSpPr/>
          <p:nvPr/>
        </p:nvSpPr>
        <p:spPr>
          <a:xfrm>
            <a:off x="909949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2" name="S03-line206"/>
          <p:cNvSpPr/>
          <p:nvPr/>
        </p:nvSpPr>
        <p:spPr>
          <a:xfrm>
            <a:off x="9175547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3" name="S03-line207"/>
          <p:cNvSpPr/>
          <p:nvPr/>
        </p:nvSpPr>
        <p:spPr>
          <a:xfrm>
            <a:off x="925159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4" name="S03-line208"/>
          <p:cNvSpPr/>
          <p:nvPr/>
        </p:nvSpPr>
        <p:spPr>
          <a:xfrm>
            <a:off x="932764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5" name="S03-label209"/>
          <p:cNvSpPr txBox="1"/>
          <p:nvPr/>
        </p:nvSpPr>
        <p:spPr>
          <a:xfrm>
            <a:off x="8870442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1600" dirty="0"/>
          </a:p>
        </p:txBody>
      </p:sp>
      <p:sp>
        <p:nvSpPr>
          <p:cNvPr id="126" name="S03-line210"/>
          <p:cNvSpPr/>
          <p:nvPr/>
        </p:nvSpPr>
        <p:spPr>
          <a:xfrm>
            <a:off x="9403690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7" name="S03-line211"/>
          <p:cNvSpPr/>
          <p:nvPr/>
        </p:nvSpPr>
        <p:spPr>
          <a:xfrm>
            <a:off x="9479737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8" name="S03-line212"/>
          <p:cNvSpPr/>
          <p:nvPr/>
        </p:nvSpPr>
        <p:spPr>
          <a:xfrm>
            <a:off x="9555785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9" name="S03-line213"/>
          <p:cNvSpPr/>
          <p:nvPr/>
        </p:nvSpPr>
        <p:spPr>
          <a:xfrm>
            <a:off x="9631832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0" name="S03-line214"/>
          <p:cNvSpPr/>
          <p:nvPr/>
        </p:nvSpPr>
        <p:spPr>
          <a:xfrm>
            <a:off x="970788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1" name="S03-label215"/>
          <p:cNvSpPr txBox="1"/>
          <p:nvPr/>
        </p:nvSpPr>
        <p:spPr>
          <a:xfrm>
            <a:off x="9250680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600" dirty="0"/>
          </a:p>
        </p:txBody>
      </p:sp>
      <p:sp>
        <p:nvSpPr>
          <p:cNvPr id="132" name="S03-line216"/>
          <p:cNvSpPr/>
          <p:nvPr/>
        </p:nvSpPr>
        <p:spPr>
          <a:xfrm>
            <a:off x="9783928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3" name="S03-line217"/>
          <p:cNvSpPr/>
          <p:nvPr/>
        </p:nvSpPr>
        <p:spPr>
          <a:xfrm>
            <a:off x="9859975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4" name="S03-line218"/>
          <p:cNvSpPr/>
          <p:nvPr/>
        </p:nvSpPr>
        <p:spPr>
          <a:xfrm>
            <a:off x="9936023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5" name="S03-line219"/>
          <p:cNvSpPr/>
          <p:nvPr/>
        </p:nvSpPr>
        <p:spPr>
          <a:xfrm>
            <a:off x="10012070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6" name="S03-line220"/>
          <p:cNvSpPr/>
          <p:nvPr/>
        </p:nvSpPr>
        <p:spPr>
          <a:xfrm>
            <a:off x="1008811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7" name="S03-label221"/>
          <p:cNvSpPr txBox="1"/>
          <p:nvPr/>
        </p:nvSpPr>
        <p:spPr>
          <a:xfrm>
            <a:off x="9630918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1600" dirty="0"/>
          </a:p>
        </p:txBody>
      </p:sp>
      <p:sp>
        <p:nvSpPr>
          <p:cNvPr id="138" name="S03-line222"/>
          <p:cNvSpPr/>
          <p:nvPr/>
        </p:nvSpPr>
        <p:spPr>
          <a:xfrm>
            <a:off x="10164166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9" name="S03-line223"/>
          <p:cNvSpPr/>
          <p:nvPr/>
        </p:nvSpPr>
        <p:spPr>
          <a:xfrm>
            <a:off x="10240213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0" name="S03-line224"/>
          <p:cNvSpPr/>
          <p:nvPr/>
        </p:nvSpPr>
        <p:spPr>
          <a:xfrm>
            <a:off x="10316261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1" name="S03-line225"/>
          <p:cNvSpPr/>
          <p:nvPr/>
        </p:nvSpPr>
        <p:spPr>
          <a:xfrm>
            <a:off x="10392308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2" name="S03-line226"/>
          <p:cNvSpPr/>
          <p:nvPr/>
        </p:nvSpPr>
        <p:spPr>
          <a:xfrm>
            <a:off x="1046835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3" name="S03-label227"/>
          <p:cNvSpPr txBox="1"/>
          <p:nvPr/>
        </p:nvSpPr>
        <p:spPr>
          <a:xfrm>
            <a:off x="10011156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600" dirty="0"/>
          </a:p>
        </p:txBody>
      </p:sp>
      <p:sp>
        <p:nvSpPr>
          <p:cNvPr id="144" name="S03-line228"/>
          <p:cNvSpPr/>
          <p:nvPr/>
        </p:nvSpPr>
        <p:spPr>
          <a:xfrm>
            <a:off x="1054440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5" name="S03-line229"/>
          <p:cNvSpPr/>
          <p:nvPr/>
        </p:nvSpPr>
        <p:spPr>
          <a:xfrm>
            <a:off x="10620451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6" name="S03-line230"/>
          <p:cNvSpPr/>
          <p:nvPr/>
        </p:nvSpPr>
        <p:spPr>
          <a:xfrm>
            <a:off x="1069649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7" name="S03-line231"/>
          <p:cNvSpPr/>
          <p:nvPr/>
        </p:nvSpPr>
        <p:spPr>
          <a:xfrm>
            <a:off x="10772546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8" name="S03-line232"/>
          <p:cNvSpPr/>
          <p:nvPr/>
        </p:nvSpPr>
        <p:spPr>
          <a:xfrm>
            <a:off x="1084859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9" name="S03-label233"/>
          <p:cNvSpPr txBox="1"/>
          <p:nvPr/>
        </p:nvSpPr>
        <p:spPr>
          <a:xfrm>
            <a:off x="10391394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ko-KR" sz="1600" dirty="0"/>
          </a:p>
        </p:txBody>
      </p:sp>
      <p:sp>
        <p:nvSpPr>
          <p:cNvPr id="150" name="S03-line234"/>
          <p:cNvSpPr/>
          <p:nvPr/>
        </p:nvSpPr>
        <p:spPr>
          <a:xfrm>
            <a:off x="10924642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1" name="S03-line235"/>
          <p:cNvSpPr/>
          <p:nvPr/>
        </p:nvSpPr>
        <p:spPr>
          <a:xfrm>
            <a:off x="1100068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2" name="S03-line236"/>
          <p:cNvSpPr/>
          <p:nvPr/>
        </p:nvSpPr>
        <p:spPr>
          <a:xfrm>
            <a:off x="11076737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3" name="S03-line237"/>
          <p:cNvSpPr/>
          <p:nvPr/>
        </p:nvSpPr>
        <p:spPr>
          <a:xfrm>
            <a:off x="1115278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4" name="S03-line238"/>
          <p:cNvSpPr/>
          <p:nvPr/>
        </p:nvSpPr>
        <p:spPr>
          <a:xfrm>
            <a:off x="1122883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5" name="S03-label239"/>
          <p:cNvSpPr txBox="1"/>
          <p:nvPr/>
        </p:nvSpPr>
        <p:spPr>
          <a:xfrm>
            <a:off x="10771632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600" dirty="0"/>
          </a:p>
        </p:txBody>
      </p:sp>
      <p:sp>
        <p:nvSpPr>
          <p:cNvPr id="156" name="S03-line240"/>
          <p:cNvSpPr/>
          <p:nvPr/>
        </p:nvSpPr>
        <p:spPr>
          <a:xfrm flipV="1">
            <a:off x="6665976" y="30232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157" name="S03-line241"/>
          <p:cNvSpPr/>
          <p:nvPr/>
        </p:nvSpPr>
        <p:spPr>
          <a:xfrm>
            <a:off x="6665976" y="3023220"/>
            <a:ext cx="456285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8" name="S03-label242"/>
          <p:cNvSpPr txBox="1"/>
          <p:nvPr/>
        </p:nvSpPr>
        <p:spPr>
          <a:xfrm>
            <a:off x="6665976" y="2740772"/>
            <a:ext cx="4562856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초바늘 한 바퀴</a:t>
            </a:r>
            <a:endParaRPr lang="ko-KR" sz="1600" dirty="0"/>
          </a:p>
        </p:txBody>
      </p:sp>
      <p:sp>
        <p:nvSpPr>
          <p:cNvPr id="159" name="S03-figure243" descr="0부터 60까지 1초씩 눈금이 있는 수직선, 5마다 숫자. 0에서 60까지 초바늘 한 바퀴"/>
          <p:cNvSpPr/>
          <p:nvPr/>
        </p:nvSpPr>
        <p:spPr>
          <a:xfrm>
            <a:off x="6391656" y="3224388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03-label244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눈금을 펼치면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초로 바꾸어요</a:t>
            </a:r>
            <a:endParaRPr lang="ko-KR" sz="4000" dirty="0"/>
          </a:p>
        </p:txBody>
      </p:sp>
      <p:sp>
        <p:nvSpPr>
          <p:cNvPr id="3" name="S04-card2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 한 칸은 10초예요.</a:t>
            </a:r>
            <a:endParaRPr lang="ko-KR" sz="3000" dirty="0"/>
          </a:p>
        </p:txBody>
      </p:sp>
      <p:sp>
        <p:nvSpPr>
          <p:cNvPr id="5" name="S04-text247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40초는 몇 초일까요?</a:t>
            </a:r>
            <a:endParaRPr lang="ko-KR" sz="3000" dirty="0"/>
          </a:p>
        </p:txBody>
      </p:sp>
      <p:sp>
        <p:nvSpPr>
          <p:cNvPr id="6" name="S04-label248"/>
          <p:cNvSpPr txBox="1"/>
          <p:nvPr/>
        </p:nvSpPr>
        <p:spPr>
          <a:xfrm>
            <a:off x="6813652" y="2743200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</a:t>
            </a:r>
            <a:endParaRPr lang="ko-KR" sz="2400" dirty="0"/>
          </a:p>
        </p:txBody>
      </p:sp>
      <p:sp>
        <p:nvSpPr>
          <p:cNvPr id="7" name="S04-cell249"/>
          <p:cNvSpPr/>
          <p:nvPr/>
        </p:nvSpPr>
        <p:spPr>
          <a:xfrm>
            <a:off x="7865212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cell250"/>
          <p:cNvSpPr/>
          <p:nvPr/>
        </p:nvSpPr>
        <p:spPr>
          <a:xfrm>
            <a:off x="8494395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cell251"/>
          <p:cNvSpPr/>
          <p:nvPr/>
        </p:nvSpPr>
        <p:spPr>
          <a:xfrm>
            <a:off x="9123578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252"/>
          <p:cNvSpPr/>
          <p:nvPr/>
        </p:nvSpPr>
        <p:spPr>
          <a:xfrm>
            <a:off x="9752762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253"/>
          <p:cNvSpPr/>
          <p:nvPr/>
        </p:nvSpPr>
        <p:spPr>
          <a:xfrm>
            <a:off x="10381945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254"/>
          <p:cNvSpPr/>
          <p:nvPr/>
        </p:nvSpPr>
        <p:spPr>
          <a:xfrm>
            <a:off x="11011129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figure255" descr="똑같이 6칸으로 나눈 띠, 6칸 색칠"/>
          <p:cNvSpPr/>
          <p:nvPr/>
        </p:nvSpPr>
        <p:spPr>
          <a:xfrm>
            <a:off x="7865212" y="2743200"/>
            <a:ext cx="3775100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4-label256"/>
          <p:cNvSpPr txBox="1"/>
          <p:nvPr/>
        </p:nvSpPr>
        <p:spPr>
          <a:xfrm>
            <a:off x="6813652" y="3575304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</a:t>
            </a:r>
            <a:endParaRPr lang="ko-KR" sz="2400" dirty="0"/>
          </a:p>
        </p:txBody>
      </p:sp>
      <p:sp>
        <p:nvSpPr>
          <p:cNvPr id="15" name="S04-cell257"/>
          <p:cNvSpPr/>
          <p:nvPr/>
        </p:nvSpPr>
        <p:spPr>
          <a:xfrm>
            <a:off x="7865212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258"/>
          <p:cNvSpPr/>
          <p:nvPr/>
        </p:nvSpPr>
        <p:spPr>
          <a:xfrm>
            <a:off x="8494395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259"/>
          <p:cNvSpPr/>
          <p:nvPr/>
        </p:nvSpPr>
        <p:spPr>
          <a:xfrm>
            <a:off x="9123578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260"/>
          <p:cNvSpPr/>
          <p:nvPr/>
        </p:nvSpPr>
        <p:spPr>
          <a:xfrm>
            <a:off x="9752762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261"/>
          <p:cNvSpPr/>
          <p:nvPr/>
        </p:nvSpPr>
        <p:spPr>
          <a:xfrm>
            <a:off x="10381945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262"/>
          <p:cNvSpPr/>
          <p:nvPr/>
        </p:nvSpPr>
        <p:spPr>
          <a:xfrm>
            <a:off x="11011129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figure263" descr="똑같이 6칸으로 나눈 띠, 6칸 색칠"/>
          <p:cNvSpPr/>
          <p:nvPr/>
        </p:nvSpPr>
        <p:spPr>
          <a:xfrm>
            <a:off x="7865212" y="3575304"/>
            <a:ext cx="3775100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4-label264"/>
          <p:cNvSpPr txBox="1"/>
          <p:nvPr/>
        </p:nvSpPr>
        <p:spPr>
          <a:xfrm>
            <a:off x="6813652" y="4407408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40초</a:t>
            </a:r>
            <a:endParaRPr lang="ko-KR" sz="2400" dirty="0"/>
          </a:p>
        </p:txBody>
      </p:sp>
      <p:sp>
        <p:nvSpPr>
          <p:cNvPr id="23" name="S04-cell265"/>
          <p:cNvSpPr/>
          <p:nvPr/>
        </p:nvSpPr>
        <p:spPr>
          <a:xfrm>
            <a:off x="7865212" y="4407408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4-cell266"/>
          <p:cNvSpPr/>
          <p:nvPr/>
        </p:nvSpPr>
        <p:spPr>
          <a:xfrm>
            <a:off x="8494395" y="4407408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4-cell267"/>
          <p:cNvSpPr/>
          <p:nvPr/>
        </p:nvSpPr>
        <p:spPr>
          <a:xfrm>
            <a:off x="9123578" y="4407408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4-cell268"/>
          <p:cNvSpPr/>
          <p:nvPr/>
        </p:nvSpPr>
        <p:spPr>
          <a:xfrm>
            <a:off x="9752762" y="4407408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cell269"/>
          <p:cNvSpPr/>
          <p:nvPr/>
        </p:nvSpPr>
        <p:spPr>
          <a:xfrm>
            <a:off x="10381945" y="4407408"/>
            <a:ext cx="629183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cell270"/>
          <p:cNvSpPr/>
          <p:nvPr/>
        </p:nvSpPr>
        <p:spPr>
          <a:xfrm>
            <a:off x="11011129" y="4407408"/>
            <a:ext cx="629183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figure271" descr="똑같이 6칸으로 나눈 띠, 4칸 색칠"/>
          <p:cNvSpPr/>
          <p:nvPr/>
        </p:nvSpPr>
        <p:spPr>
          <a:xfrm>
            <a:off x="7865212" y="4407408"/>
            <a:ext cx="3775100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4-stepno272"/>
          <p:cNvSpPr txBox="1"/>
          <p:nvPr/>
        </p:nvSpPr>
        <p:spPr>
          <a:xfrm>
            <a:off x="548640" y="27310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1" name="S04-text273"/>
          <p:cNvSpPr txBox="1"/>
          <p:nvPr/>
        </p:nvSpPr>
        <p:spPr>
          <a:xfrm>
            <a:off x="1325880" y="268528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= 60초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= 120초</a:t>
            </a:r>
            <a:endParaRPr lang="ko-KR" sz="3000" dirty="0"/>
          </a:p>
        </p:txBody>
      </p:sp>
      <p:sp>
        <p:nvSpPr>
          <p:cNvPr id="32" name="S04-stepno274"/>
          <p:cNvSpPr txBox="1"/>
          <p:nvPr/>
        </p:nvSpPr>
        <p:spPr>
          <a:xfrm>
            <a:off x="548640" y="3779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3" name="S04-text275"/>
          <p:cNvSpPr txBox="1"/>
          <p:nvPr/>
        </p:nvSpPr>
        <p:spPr>
          <a:xfrm>
            <a:off x="1325880" y="37795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120초 + 40초 = 160초</a:t>
            </a:r>
            <a:endParaRPr lang="ko-KR" sz="3000" dirty="0"/>
          </a:p>
        </p:txBody>
      </p:sp>
      <p:sp>
        <p:nvSpPr>
          <p:cNvPr id="34" name="S04-stepno276"/>
          <p:cNvSpPr txBox="1"/>
          <p:nvPr/>
        </p:nvSpPr>
        <p:spPr>
          <a:xfrm>
            <a:off x="548640" y="44927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5" name="S04-text277"/>
          <p:cNvSpPr txBox="1"/>
          <p:nvPr/>
        </p:nvSpPr>
        <p:spPr>
          <a:xfrm>
            <a:off x="1325880" y="44927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40초 = 160초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분과 초로 바꾸어요</a:t>
            </a:r>
            <a:endParaRPr lang="ko-KR" sz="4000" dirty="0"/>
          </a:p>
        </p:txBody>
      </p:sp>
      <p:sp>
        <p:nvSpPr>
          <p:cNvPr id="3" name="S05-card2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60초를 1분으로 묶어요.</a:t>
            </a:r>
            <a:endParaRPr lang="ko-KR" sz="3000" dirty="0"/>
          </a:p>
        </p:txBody>
      </p:sp>
      <p:sp>
        <p:nvSpPr>
          <p:cNvPr id="5" name="S05-text28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100초는 몇 분 몇 초일까요?</a:t>
            </a:r>
            <a:endParaRPr lang="ko-KR" sz="3000" dirty="0"/>
          </a:p>
        </p:txBody>
      </p:sp>
      <p:sp>
        <p:nvSpPr>
          <p:cNvPr id="6" name="S05-label281"/>
          <p:cNvSpPr txBox="1"/>
          <p:nvPr/>
        </p:nvSpPr>
        <p:spPr>
          <a:xfrm>
            <a:off x="6813652" y="291236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</a:t>
            </a:r>
            <a:endParaRPr lang="ko-KR" sz="2400" dirty="0"/>
          </a:p>
        </p:txBody>
      </p:sp>
      <p:sp>
        <p:nvSpPr>
          <p:cNvPr id="7" name="S05-cell282"/>
          <p:cNvSpPr/>
          <p:nvPr/>
        </p:nvSpPr>
        <p:spPr>
          <a:xfrm>
            <a:off x="7865212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283"/>
          <p:cNvSpPr/>
          <p:nvPr/>
        </p:nvSpPr>
        <p:spPr>
          <a:xfrm>
            <a:off x="8494395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284"/>
          <p:cNvSpPr/>
          <p:nvPr/>
        </p:nvSpPr>
        <p:spPr>
          <a:xfrm>
            <a:off x="9123578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ell285"/>
          <p:cNvSpPr/>
          <p:nvPr/>
        </p:nvSpPr>
        <p:spPr>
          <a:xfrm>
            <a:off x="9752762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286"/>
          <p:cNvSpPr/>
          <p:nvPr/>
        </p:nvSpPr>
        <p:spPr>
          <a:xfrm>
            <a:off x="10381945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287"/>
          <p:cNvSpPr/>
          <p:nvPr/>
        </p:nvSpPr>
        <p:spPr>
          <a:xfrm>
            <a:off x="11011129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figure288" descr="똑같이 6칸으로 나눈 띠, 6칸 색칠"/>
          <p:cNvSpPr/>
          <p:nvPr/>
        </p:nvSpPr>
        <p:spPr>
          <a:xfrm>
            <a:off x="7865212" y="2912364"/>
            <a:ext cx="37751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5-label289"/>
          <p:cNvSpPr txBox="1"/>
          <p:nvPr/>
        </p:nvSpPr>
        <p:spPr>
          <a:xfrm>
            <a:off x="6813652" y="3991356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40초</a:t>
            </a:r>
            <a:endParaRPr lang="ko-KR" sz="2400" dirty="0"/>
          </a:p>
        </p:txBody>
      </p:sp>
      <p:sp>
        <p:nvSpPr>
          <p:cNvPr id="15" name="S05-cell290"/>
          <p:cNvSpPr/>
          <p:nvPr/>
        </p:nvSpPr>
        <p:spPr>
          <a:xfrm>
            <a:off x="7865212" y="3991356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cell291"/>
          <p:cNvSpPr/>
          <p:nvPr/>
        </p:nvSpPr>
        <p:spPr>
          <a:xfrm>
            <a:off x="8494395" y="3991356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cell292"/>
          <p:cNvSpPr/>
          <p:nvPr/>
        </p:nvSpPr>
        <p:spPr>
          <a:xfrm>
            <a:off x="9123578" y="3991356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293"/>
          <p:cNvSpPr/>
          <p:nvPr/>
        </p:nvSpPr>
        <p:spPr>
          <a:xfrm>
            <a:off x="9752762" y="3991356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294"/>
          <p:cNvSpPr/>
          <p:nvPr/>
        </p:nvSpPr>
        <p:spPr>
          <a:xfrm>
            <a:off x="10381945" y="3991356"/>
            <a:ext cx="629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cell295"/>
          <p:cNvSpPr/>
          <p:nvPr/>
        </p:nvSpPr>
        <p:spPr>
          <a:xfrm>
            <a:off x="11011129" y="3991356"/>
            <a:ext cx="629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figure296" descr="똑같이 6칸으로 나눈 띠, 4칸 색칠"/>
          <p:cNvSpPr/>
          <p:nvPr/>
        </p:nvSpPr>
        <p:spPr>
          <a:xfrm>
            <a:off x="7865212" y="3991356"/>
            <a:ext cx="37751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5-stepno297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3" name="S05-text298"/>
          <p:cNvSpPr txBox="1"/>
          <p:nvPr/>
        </p:nvSpPr>
        <p:spPr>
          <a:xfrm>
            <a:off x="1325880" y="2875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100초 안에 60초가 1번</a:t>
            </a:r>
            <a:endParaRPr lang="ko-KR" sz="3000" dirty="0"/>
          </a:p>
        </p:txBody>
      </p:sp>
      <p:sp>
        <p:nvSpPr>
          <p:cNvPr id="24" name="S05-stepno299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5" name="S05-text300"/>
          <p:cNvSpPr txBox="1"/>
          <p:nvPr/>
        </p:nvSpPr>
        <p:spPr>
          <a:xfrm>
            <a:off x="1325880" y="3589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100 − 60 = 40</a:t>
            </a:r>
            <a:endParaRPr lang="ko-KR" sz="3000" dirty="0"/>
          </a:p>
        </p:txBody>
      </p:sp>
      <p:sp>
        <p:nvSpPr>
          <p:cNvPr id="26" name="S05-stepno301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7" name="S05-text302"/>
          <p:cNvSpPr txBox="1"/>
          <p:nvPr/>
        </p:nvSpPr>
        <p:spPr>
          <a:xfrm>
            <a:off x="1325880" y="4302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100초 = 1분 40초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보아요</a:t>
            </a:r>
            <a:endParaRPr lang="ko-KR" sz="4000" dirty="0"/>
          </a:p>
        </p:txBody>
      </p:sp>
      <p:sp>
        <p:nvSpPr>
          <p:cNvPr id="3" name="S06-card3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3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= 60초예요.</a:t>
            </a:r>
            <a:endParaRPr lang="ko-KR" sz="3000" dirty="0"/>
          </a:p>
        </p:txBody>
      </p:sp>
      <p:sp>
        <p:nvSpPr>
          <p:cNvPr id="5" name="S06-chip30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6-eqtext30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= □초</a:t>
            </a:r>
            <a:endParaRPr lang="ko-KR" sz="3400" dirty="0"/>
          </a:p>
        </p:txBody>
      </p:sp>
      <p:sp>
        <p:nvSpPr>
          <p:cNvPr id="7" name="S06-chip30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6-eqtext30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= □초</a:t>
            </a:r>
            <a:endParaRPr lang="ko-KR" sz="3400" dirty="0"/>
          </a:p>
        </p:txBody>
      </p:sp>
      <p:sp>
        <p:nvSpPr>
          <p:cNvPr id="9" name="S06-chip309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6-eqtext310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25초 = □초</a:t>
            </a:r>
            <a:endParaRPr lang="ko-KR" sz="3400" dirty="0"/>
          </a:p>
        </p:txBody>
      </p:sp>
      <p:sp>
        <p:nvSpPr>
          <p:cNvPr id="11" name="S06-chip311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06-eqtext312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150초 = □분 □초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31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1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30초는 몇 초일까요?</a:t>
            </a:r>
            <a:endParaRPr lang="ko-KR" sz="3000" dirty="0"/>
          </a:p>
        </p:txBody>
      </p:sp>
      <p:sp>
        <p:nvSpPr>
          <p:cNvPr id="5" name="S07-card3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7-chip31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130초</a:t>
            </a:r>
            <a:endParaRPr lang="ko-KR" sz="2400" dirty="0"/>
          </a:p>
        </p:txBody>
      </p:sp>
      <p:sp>
        <p:nvSpPr>
          <p:cNvPr id="8" name="S07-text31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1분은 100초니까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+ 30 = 130</a:t>
            </a:r>
            <a:endParaRPr lang="ko-KR" sz="3000" dirty="0"/>
          </a:p>
        </p:txBody>
      </p:sp>
      <p:sp>
        <p:nvSpPr>
          <p:cNvPr id="9" name="S07-chip31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90초</a:t>
            </a:r>
            <a:endParaRPr lang="ko-KR" sz="2400" dirty="0"/>
          </a:p>
        </p:txBody>
      </p:sp>
      <p:sp>
        <p:nvSpPr>
          <p:cNvPr id="10" name="S07-text32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1분은 60초니까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+ 30 = 90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시간의 덧셈</a:t>
            </a:r>
            <a:endParaRPr lang="ko-KR" sz="4000" dirty="0"/>
          </a:p>
        </p:txBody>
      </p:sp>
      <p:sp>
        <p:nvSpPr>
          <p:cNvPr id="3" name="S08-text3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40초 + 1분 35초를 세로로 계산해요.</a:t>
            </a:r>
            <a:endParaRPr lang="ko-KR" sz="3000" dirty="0"/>
          </a:p>
        </p:txBody>
      </p:sp>
      <p:sp>
        <p:nvSpPr>
          <p:cNvPr id="4" name="S08-card3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3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60초는 1분으로 받아올려요.</a:t>
            </a:r>
            <a:endParaRPr lang="ko-KR" sz="3000" dirty="0"/>
          </a:p>
        </p:txBody>
      </p:sp>
      <p:graphicFrame>
        <p:nvGraphicFramePr>
          <p:cNvPr id="9" name="S08-table3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4750" y="214376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325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326"/>
          <p:cNvSpPr txBox="1"/>
          <p:nvPr/>
        </p:nvSpPr>
        <p:spPr>
          <a:xfrm>
            <a:off x="1325880" y="238810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초: 40 + 35 = 75</a:t>
            </a:r>
            <a:endParaRPr lang="ko-KR" sz="3000" dirty="0"/>
          </a:p>
        </p:txBody>
      </p:sp>
      <p:sp>
        <p:nvSpPr>
          <p:cNvPr id="9" name="S08-stepno327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328"/>
          <p:cNvSpPr txBox="1"/>
          <p:nvPr/>
        </p:nvSpPr>
        <p:spPr>
          <a:xfrm>
            <a:off x="1325880" y="3101340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75초 = 1분 15초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15를 쓰고 1분을 올려요.</a:t>
            </a:r>
            <a:endParaRPr lang="ko-KR" sz="3000" dirty="0"/>
          </a:p>
        </p:txBody>
      </p:sp>
      <p:sp>
        <p:nvSpPr>
          <p:cNvPr id="11" name="S08-stepno32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330"/>
          <p:cNvSpPr txBox="1"/>
          <p:nvPr/>
        </p:nvSpPr>
        <p:spPr>
          <a:xfrm>
            <a:off x="1325880" y="419557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분: 1 + 2 + 1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시간의 뺄셈</a:t>
            </a:r>
            <a:endParaRPr lang="ko-KR" sz="4000" dirty="0"/>
          </a:p>
        </p:txBody>
      </p:sp>
      <p:sp>
        <p:nvSpPr>
          <p:cNvPr id="3" name="S09-text3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20초 − 2분 45초를 세로로 계산해요.</a:t>
            </a:r>
            <a:endParaRPr lang="ko-KR" sz="3000" dirty="0"/>
          </a:p>
        </p:txBody>
      </p:sp>
      <p:sp>
        <p:nvSpPr>
          <p:cNvPr id="4" name="S09-card3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3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받아내린 1분은 60초예요.</a:t>
            </a:r>
            <a:endParaRPr lang="ko-KR" sz="3000" dirty="0"/>
          </a:p>
        </p:txBody>
      </p:sp>
      <p:graphicFrame>
        <p:nvGraphicFramePr>
          <p:cNvPr id="10" name="S09-table3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4750" y="214376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stepno335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336"/>
          <p:cNvSpPr txBox="1"/>
          <p:nvPr/>
        </p:nvSpPr>
        <p:spPr>
          <a:xfrm>
            <a:off x="1325880" y="238810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초: 20에서 45를 뺄 수 없어요.</a:t>
            </a:r>
            <a:endParaRPr lang="ko-KR" sz="3000" dirty="0"/>
          </a:p>
        </p:txBody>
      </p:sp>
      <p:sp>
        <p:nvSpPr>
          <p:cNvPr id="9" name="S09-stepno337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338"/>
          <p:cNvSpPr txBox="1"/>
          <p:nvPr/>
        </p:nvSpPr>
        <p:spPr>
          <a:xfrm>
            <a:off x="1325880" y="3101340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1분을 60초로 받아내려요.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+ 20 − 45 = 35</a:t>
            </a:r>
            <a:endParaRPr lang="ko-KR" sz="3000" dirty="0"/>
          </a:p>
        </p:txBody>
      </p:sp>
      <p:sp>
        <p:nvSpPr>
          <p:cNvPr id="11" name="S09-stepno33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340"/>
          <p:cNvSpPr txBox="1"/>
          <p:nvPr/>
        </p:nvSpPr>
        <p:spPr>
          <a:xfrm>
            <a:off x="1325880" y="419557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분: 4 − 2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끝난 시각 구하기</a:t>
            </a:r>
            <a:endParaRPr lang="ko-KR" sz="4000" dirty="0"/>
          </a:p>
        </p:txBody>
      </p:sp>
      <p:sp>
        <p:nvSpPr>
          <p:cNvPr id="3" name="S10-text3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 40분에 시작해서 1시간 35분 동안 했어요.</a:t>
            </a:r>
            <a:endParaRPr lang="ko-KR" sz="3000" dirty="0"/>
          </a:p>
        </p:txBody>
      </p:sp>
      <p:sp>
        <p:nvSpPr>
          <p:cNvPr id="4" name="S10-card3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3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끝난 시각은 11시 15분이에요.</a:t>
            </a:r>
            <a:endParaRPr lang="ko-KR" sz="3000" dirty="0"/>
          </a:p>
        </p:txBody>
      </p:sp>
      <p:graphicFrame>
        <p:nvGraphicFramePr>
          <p:cNvPr id="11" name="S10-table3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4750" y="214376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stepno345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346"/>
          <p:cNvSpPr txBox="1"/>
          <p:nvPr/>
        </p:nvSpPr>
        <p:spPr>
          <a:xfrm>
            <a:off x="1325880" y="238810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분: 40 + 35 = 75</a:t>
            </a:r>
            <a:endParaRPr lang="ko-KR" sz="3000" dirty="0"/>
          </a:p>
        </p:txBody>
      </p:sp>
      <p:sp>
        <p:nvSpPr>
          <p:cNvPr id="9" name="S10-stepno347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348"/>
          <p:cNvSpPr txBox="1"/>
          <p:nvPr/>
        </p:nvSpPr>
        <p:spPr>
          <a:xfrm>
            <a:off x="1325880" y="3101340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75분 = 1시간 15분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1시간을 올려요.</a:t>
            </a:r>
            <a:endParaRPr lang="ko-KR" sz="3000" dirty="0"/>
          </a:p>
        </p:txBody>
      </p:sp>
      <p:sp>
        <p:nvSpPr>
          <p:cNvPr id="11" name="S10-stepno34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350"/>
          <p:cNvSpPr txBox="1"/>
          <p:nvPr/>
        </p:nvSpPr>
        <p:spPr>
          <a:xfrm>
            <a:off x="1325880" y="419557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시: 1 + 9 + 1 = 11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계산해요</a:t>
            </a:r>
            <a:endParaRPr lang="ko-KR" sz="4000" dirty="0"/>
          </a:p>
        </p:txBody>
      </p:sp>
      <p:sp>
        <p:nvSpPr>
          <p:cNvPr id="3" name="S11-card3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3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60초는 1분, 60분은 1시간으로 올려요.</a:t>
            </a:r>
            <a:endParaRPr lang="ko-KR" sz="3000" dirty="0"/>
          </a:p>
        </p:txBody>
      </p:sp>
      <p:graphicFrame>
        <p:nvGraphicFramePr>
          <p:cNvPr id="12" name="S11-table3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1660144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1-label354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세로로</a:t>
            </a:r>
            <a:endParaRPr lang="ko-KR" sz="2400" dirty="0"/>
          </a:p>
        </p:txBody>
      </p:sp>
      <p:sp>
        <p:nvSpPr>
          <p:cNvPr id="7" name="S11-chip355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1-eqtext356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35초 + 2분 50초</a:t>
            </a:r>
            <a:endParaRPr lang="ko-KR" sz="2800" dirty="0"/>
          </a:p>
        </p:txBody>
      </p:sp>
      <p:sp>
        <p:nvSpPr>
          <p:cNvPr id="9" name="S11-chip357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1-eqtext358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 10초 − 1분 25초</a:t>
            </a:r>
            <a:endParaRPr lang="ko-KR" sz="2800" dirty="0"/>
          </a:p>
        </p:txBody>
      </p:sp>
      <p:sp>
        <p:nvSpPr>
          <p:cNvPr id="11" name="S11-chip359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1-eqtext360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 50분 + 30분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3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세로로 써서 계산해요.</a:t>
            </a:r>
            <a:endParaRPr lang="ko-KR" sz="3000" dirty="0"/>
          </a:p>
        </p:txBody>
      </p:sp>
      <p:sp>
        <p:nvSpPr>
          <p:cNvPr id="4" name="S12-chip36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eqtext36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50초 = □초</a:t>
            </a:r>
            <a:endParaRPr lang="ko-KR" sz="3000" dirty="0"/>
          </a:p>
        </p:txBody>
      </p:sp>
      <p:sp>
        <p:nvSpPr>
          <p:cNvPr id="6" name="S12-chip36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eqtext36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200초 = □분 □초</a:t>
            </a:r>
            <a:endParaRPr lang="ko-KR" sz="3000" dirty="0"/>
          </a:p>
        </p:txBody>
      </p:sp>
      <p:sp>
        <p:nvSpPr>
          <p:cNvPr id="8" name="S12-chip36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eqtext36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40초 + 2분 55초</a:t>
            </a:r>
            <a:endParaRPr lang="ko-KR" sz="3000" dirty="0"/>
          </a:p>
        </p:txBody>
      </p:sp>
      <p:sp>
        <p:nvSpPr>
          <p:cNvPr id="10" name="S12-chip36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eqtext36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 10초 − 4분 35초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답은?</a:t>
            </a:r>
            <a:endParaRPr lang="ko-KR" sz="4000" dirty="0"/>
          </a:p>
        </p:txBody>
      </p:sp>
      <p:sp>
        <p:nvSpPr>
          <p:cNvPr id="3" name="S14-text3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 15초 − 2분 40초를 계산했어요.</a:t>
            </a:r>
            <a:endParaRPr lang="ko-KR" sz="3000" dirty="0"/>
          </a:p>
        </p:txBody>
      </p:sp>
      <p:sp>
        <p:nvSpPr>
          <p:cNvPr id="4" name="S14-card3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3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답을 고르고, 까닭을 말해요.</a:t>
            </a:r>
            <a:endParaRPr lang="ko-KR" sz="3000" dirty="0"/>
          </a:p>
        </p:txBody>
      </p:sp>
      <p:sp>
        <p:nvSpPr>
          <p:cNvPr id="6" name="S14-chip37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bigtext374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 25초</a:t>
            </a:r>
            <a:endParaRPr lang="ko-KR" sz="4400" dirty="0"/>
          </a:p>
        </p:txBody>
      </p:sp>
      <p:sp>
        <p:nvSpPr>
          <p:cNvPr id="8" name="S14-chip37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4-bigtext376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75초</a:t>
            </a:r>
            <a:endParaRPr lang="ko-KR" sz="4400" dirty="0"/>
          </a:p>
        </p:txBody>
      </p:sp>
      <p:sp>
        <p:nvSpPr>
          <p:cNvPr id="10" name="S14-chip37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4-bigtext378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35초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3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3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= 60초예요. 60초가 되면 1분으로 올려요.</a:t>
            </a:r>
            <a:endParaRPr lang="ko-KR" sz="3000" dirty="0"/>
          </a:p>
        </p:txBody>
      </p:sp>
      <p:sp>
        <p:nvSpPr>
          <p:cNvPr id="5" name="S15-chip38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단위끼리 계산하기</a:t>
            </a:r>
            <a:endParaRPr lang="ko-KR" sz="2400" dirty="0"/>
          </a:p>
        </p:txBody>
      </p:sp>
      <p:sp>
        <p:nvSpPr>
          <p:cNvPr id="6" name="S15-chip38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1분을 100초로 생각하기</a:t>
            </a:r>
            <a:endParaRPr lang="ko-KR" sz="2400" dirty="0"/>
          </a:p>
        </p:txBody>
      </p:sp>
      <p:sp>
        <p:nvSpPr>
          <p:cNvPr id="7" name="S15-text38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38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1분 20초는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초?</a:t>
            </a:r>
            <a:endParaRPr lang="ko-KR" sz="2400" dirty="0"/>
          </a:p>
        </p:txBody>
      </p:sp>
      <p:sp>
        <p:nvSpPr>
          <p:cNvPr id="9" name="S15-text38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150초는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 몇 초?</a:t>
            </a:r>
            <a:endParaRPr lang="ko-KR" sz="2400" dirty="0"/>
          </a:p>
        </p:txBody>
      </p:sp>
      <p:sp>
        <p:nvSpPr>
          <p:cNvPr id="10" name="S15-text38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3분 30초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+ 1분 40초는?</a:t>
            </a:r>
            <a:endParaRPr lang="ko-KR" sz="2400" dirty="0"/>
          </a:p>
        </p:txBody>
      </p:sp>
      <p:sp>
        <p:nvSpPr>
          <p:cNvPr id="11" name="S15-text38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들이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1시간은 60분</a:t>
            </a:r>
            <a:endParaRPr lang="ko-KR" sz="4000" dirty="0"/>
          </a:p>
        </p:txBody>
      </p:sp>
      <p:sp>
        <p:nvSpPr>
          <p:cNvPr id="3" name="S16-card388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6-cardtext389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60분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80분 = 60분 + 20분 = 1시간 20분</a:t>
            </a:r>
            <a:endParaRPr lang="ko-KR" sz="3000" dirty="0"/>
          </a:p>
        </p:txBody>
      </p:sp>
      <p:sp>
        <p:nvSpPr>
          <p:cNvPr id="5" name="S16-figure390" descr="시계: 1시"/>
          <p:cNvSpPr/>
          <p:nvPr/>
        </p:nvSpPr>
        <p:spPr>
          <a:xfrm>
            <a:off x="1773174" y="1325880"/>
            <a:ext cx="2936748" cy="293674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16-line391"/>
          <p:cNvSpPr/>
          <p:nvPr/>
        </p:nvSpPr>
        <p:spPr>
          <a:xfrm>
            <a:off x="3241548" y="1362456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6-line392"/>
          <p:cNvSpPr/>
          <p:nvPr/>
        </p:nvSpPr>
        <p:spPr>
          <a:xfrm flipH="1">
            <a:off x="3383537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6-line393"/>
          <p:cNvSpPr/>
          <p:nvPr/>
        </p:nvSpPr>
        <p:spPr>
          <a:xfrm flipH="1">
            <a:off x="3523971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6-line394"/>
          <p:cNvSpPr/>
          <p:nvPr/>
        </p:nvSpPr>
        <p:spPr>
          <a:xfrm flipH="1">
            <a:off x="3661310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6-line395"/>
          <p:cNvSpPr/>
          <p:nvPr/>
        </p:nvSpPr>
        <p:spPr>
          <a:xfrm flipH="1">
            <a:off x="3794051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6-line396"/>
          <p:cNvSpPr/>
          <p:nvPr/>
        </p:nvSpPr>
        <p:spPr>
          <a:xfrm flipH="1">
            <a:off x="3876686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16-line397"/>
          <p:cNvSpPr/>
          <p:nvPr/>
        </p:nvSpPr>
        <p:spPr>
          <a:xfrm flipH="1">
            <a:off x="4039983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6-line398"/>
          <p:cNvSpPr/>
          <p:nvPr/>
        </p:nvSpPr>
        <p:spPr>
          <a:xfrm flipH="1">
            <a:off x="4150481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6-line399"/>
          <p:cNvSpPr/>
          <p:nvPr/>
        </p:nvSpPr>
        <p:spPr>
          <a:xfrm flipH="1">
            <a:off x="4251021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6-line400"/>
          <p:cNvSpPr/>
          <p:nvPr/>
        </p:nvSpPr>
        <p:spPr>
          <a:xfrm flipH="1">
            <a:off x="4340500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6-line401"/>
          <p:cNvSpPr/>
          <p:nvPr/>
        </p:nvSpPr>
        <p:spPr>
          <a:xfrm flipH="1">
            <a:off x="4341640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6-line402"/>
          <p:cNvSpPr/>
          <p:nvPr/>
        </p:nvSpPr>
        <p:spPr>
          <a:xfrm flipH="1">
            <a:off x="4482489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line403"/>
          <p:cNvSpPr/>
          <p:nvPr/>
        </p:nvSpPr>
        <p:spPr>
          <a:xfrm flipH="1">
            <a:off x="4533443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6-line404"/>
          <p:cNvSpPr/>
          <p:nvPr/>
        </p:nvSpPr>
        <p:spPr>
          <a:xfrm flipH="1">
            <a:off x="4570243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6-line405"/>
          <p:cNvSpPr/>
          <p:nvPr/>
        </p:nvSpPr>
        <p:spPr>
          <a:xfrm flipH="1">
            <a:off x="4592486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6-line406"/>
          <p:cNvSpPr/>
          <p:nvPr/>
        </p:nvSpPr>
        <p:spPr>
          <a:xfrm flipH="1">
            <a:off x="4511825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6-line407"/>
          <p:cNvSpPr/>
          <p:nvPr/>
        </p:nvSpPr>
        <p:spPr>
          <a:xfrm flipH="1" flipV="1">
            <a:off x="4592486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6-line408"/>
          <p:cNvSpPr/>
          <p:nvPr/>
        </p:nvSpPr>
        <p:spPr>
          <a:xfrm flipH="1" flipV="1">
            <a:off x="4570243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line409"/>
          <p:cNvSpPr/>
          <p:nvPr/>
        </p:nvSpPr>
        <p:spPr>
          <a:xfrm flipH="1" flipV="1">
            <a:off x="4533443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6-line410"/>
          <p:cNvSpPr/>
          <p:nvPr/>
        </p:nvSpPr>
        <p:spPr>
          <a:xfrm flipH="1" flipV="1">
            <a:off x="4482489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6-line411"/>
          <p:cNvSpPr/>
          <p:nvPr/>
        </p:nvSpPr>
        <p:spPr>
          <a:xfrm flipH="1" flipV="1">
            <a:off x="4341640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6-line412"/>
          <p:cNvSpPr/>
          <p:nvPr/>
        </p:nvSpPr>
        <p:spPr>
          <a:xfrm flipH="1" flipV="1">
            <a:off x="4340500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6-line413"/>
          <p:cNvSpPr/>
          <p:nvPr/>
        </p:nvSpPr>
        <p:spPr>
          <a:xfrm flipH="1" flipV="1">
            <a:off x="4251021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6-line414"/>
          <p:cNvSpPr/>
          <p:nvPr/>
        </p:nvSpPr>
        <p:spPr>
          <a:xfrm flipH="1" flipV="1">
            <a:off x="4150481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6-line415"/>
          <p:cNvSpPr/>
          <p:nvPr/>
        </p:nvSpPr>
        <p:spPr>
          <a:xfrm flipH="1" flipV="1">
            <a:off x="4039983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6-line416"/>
          <p:cNvSpPr/>
          <p:nvPr/>
        </p:nvSpPr>
        <p:spPr>
          <a:xfrm flipH="1" flipV="1">
            <a:off x="3876686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6-line417"/>
          <p:cNvSpPr/>
          <p:nvPr/>
        </p:nvSpPr>
        <p:spPr>
          <a:xfrm flipH="1" flipV="1">
            <a:off x="3794051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6-line418"/>
          <p:cNvSpPr/>
          <p:nvPr/>
        </p:nvSpPr>
        <p:spPr>
          <a:xfrm flipH="1" flipV="1">
            <a:off x="3661310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6-line419"/>
          <p:cNvSpPr/>
          <p:nvPr/>
        </p:nvSpPr>
        <p:spPr>
          <a:xfrm flipH="1" flipV="1">
            <a:off x="3523971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6-line420"/>
          <p:cNvSpPr/>
          <p:nvPr/>
        </p:nvSpPr>
        <p:spPr>
          <a:xfrm flipH="1" flipV="1">
            <a:off x="3383537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line421"/>
          <p:cNvSpPr/>
          <p:nvPr/>
        </p:nvSpPr>
        <p:spPr>
          <a:xfrm flipV="1">
            <a:off x="3241548" y="4064531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6-line422"/>
          <p:cNvSpPr/>
          <p:nvPr/>
        </p:nvSpPr>
        <p:spPr>
          <a:xfrm flipV="1">
            <a:off x="3091884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6-line423"/>
          <p:cNvSpPr/>
          <p:nvPr/>
        </p:nvSpPr>
        <p:spPr>
          <a:xfrm flipV="1">
            <a:off x="2943860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line424"/>
          <p:cNvSpPr/>
          <p:nvPr/>
        </p:nvSpPr>
        <p:spPr>
          <a:xfrm flipV="1">
            <a:off x="2799098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6-line425"/>
          <p:cNvSpPr/>
          <p:nvPr/>
        </p:nvSpPr>
        <p:spPr>
          <a:xfrm flipV="1">
            <a:off x="2659183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6-line426"/>
          <p:cNvSpPr/>
          <p:nvPr/>
        </p:nvSpPr>
        <p:spPr>
          <a:xfrm flipV="1">
            <a:off x="2525649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6-line427"/>
          <p:cNvSpPr/>
          <p:nvPr/>
        </p:nvSpPr>
        <p:spPr>
          <a:xfrm flipV="1">
            <a:off x="2399958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6-line428"/>
          <p:cNvSpPr/>
          <p:nvPr/>
        </p:nvSpPr>
        <p:spPr>
          <a:xfrm flipV="1">
            <a:off x="2283488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6-line429"/>
          <p:cNvSpPr/>
          <p:nvPr/>
        </p:nvSpPr>
        <p:spPr>
          <a:xfrm flipV="1">
            <a:off x="2177515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6-line430"/>
          <p:cNvSpPr/>
          <p:nvPr/>
        </p:nvSpPr>
        <p:spPr>
          <a:xfrm flipV="1">
            <a:off x="2083199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6-line431"/>
          <p:cNvSpPr/>
          <p:nvPr/>
        </p:nvSpPr>
        <p:spPr>
          <a:xfrm flipV="1">
            <a:off x="2001575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6-line432"/>
          <p:cNvSpPr/>
          <p:nvPr/>
        </p:nvSpPr>
        <p:spPr>
          <a:xfrm flipV="1">
            <a:off x="1933535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6-line433"/>
          <p:cNvSpPr/>
          <p:nvPr/>
        </p:nvSpPr>
        <p:spPr>
          <a:xfrm flipV="1">
            <a:off x="1879827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6-line434"/>
          <p:cNvSpPr/>
          <p:nvPr/>
        </p:nvSpPr>
        <p:spPr>
          <a:xfrm flipV="1">
            <a:off x="1841038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6-line435"/>
          <p:cNvSpPr/>
          <p:nvPr/>
        </p:nvSpPr>
        <p:spPr>
          <a:xfrm flipV="1">
            <a:off x="1817594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6-line436"/>
          <p:cNvSpPr/>
          <p:nvPr/>
        </p:nvSpPr>
        <p:spPr>
          <a:xfrm>
            <a:off x="1809750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6-line437"/>
          <p:cNvSpPr/>
          <p:nvPr/>
        </p:nvSpPr>
        <p:spPr>
          <a:xfrm>
            <a:off x="1817594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6-line438"/>
          <p:cNvSpPr/>
          <p:nvPr/>
        </p:nvSpPr>
        <p:spPr>
          <a:xfrm>
            <a:off x="1841038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6-line439"/>
          <p:cNvSpPr/>
          <p:nvPr/>
        </p:nvSpPr>
        <p:spPr>
          <a:xfrm>
            <a:off x="1879827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6-line440"/>
          <p:cNvSpPr/>
          <p:nvPr/>
        </p:nvSpPr>
        <p:spPr>
          <a:xfrm>
            <a:off x="1933535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6-line441"/>
          <p:cNvSpPr/>
          <p:nvPr/>
        </p:nvSpPr>
        <p:spPr>
          <a:xfrm>
            <a:off x="2001575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6-line442"/>
          <p:cNvSpPr/>
          <p:nvPr/>
        </p:nvSpPr>
        <p:spPr>
          <a:xfrm>
            <a:off x="2083199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6-line443"/>
          <p:cNvSpPr/>
          <p:nvPr/>
        </p:nvSpPr>
        <p:spPr>
          <a:xfrm>
            <a:off x="2177515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6-line444"/>
          <p:cNvSpPr/>
          <p:nvPr/>
        </p:nvSpPr>
        <p:spPr>
          <a:xfrm>
            <a:off x="2283488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6-line445"/>
          <p:cNvSpPr/>
          <p:nvPr/>
        </p:nvSpPr>
        <p:spPr>
          <a:xfrm>
            <a:off x="2399958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6-line446"/>
          <p:cNvSpPr/>
          <p:nvPr/>
        </p:nvSpPr>
        <p:spPr>
          <a:xfrm>
            <a:off x="2525649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16-line447"/>
          <p:cNvSpPr/>
          <p:nvPr/>
        </p:nvSpPr>
        <p:spPr>
          <a:xfrm>
            <a:off x="2659183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6-line448"/>
          <p:cNvSpPr/>
          <p:nvPr/>
        </p:nvSpPr>
        <p:spPr>
          <a:xfrm>
            <a:off x="2799098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6-line449"/>
          <p:cNvSpPr/>
          <p:nvPr/>
        </p:nvSpPr>
        <p:spPr>
          <a:xfrm>
            <a:off x="2943860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6-line450"/>
          <p:cNvSpPr/>
          <p:nvPr/>
        </p:nvSpPr>
        <p:spPr>
          <a:xfrm>
            <a:off x="3091884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6-label451"/>
          <p:cNvSpPr txBox="1"/>
          <p:nvPr/>
        </p:nvSpPr>
        <p:spPr>
          <a:xfrm>
            <a:off x="3547236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7" name="S16-label452"/>
          <p:cNvSpPr txBox="1"/>
          <p:nvPr/>
        </p:nvSpPr>
        <p:spPr>
          <a:xfrm>
            <a:off x="3971831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8" name="S16-label453"/>
          <p:cNvSpPr txBox="1"/>
          <p:nvPr/>
        </p:nvSpPr>
        <p:spPr>
          <a:xfrm>
            <a:off x="4127243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9" name="S16-label454"/>
          <p:cNvSpPr txBox="1"/>
          <p:nvPr/>
        </p:nvSpPr>
        <p:spPr>
          <a:xfrm>
            <a:off x="3971831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70" name="S16-label455"/>
          <p:cNvSpPr txBox="1"/>
          <p:nvPr/>
        </p:nvSpPr>
        <p:spPr>
          <a:xfrm>
            <a:off x="3547236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1" name="S16-label456"/>
          <p:cNvSpPr txBox="1"/>
          <p:nvPr/>
        </p:nvSpPr>
        <p:spPr>
          <a:xfrm>
            <a:off x="2967228" y="37713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2" name="S16-label457"/>
          <p:cNvSpPr txBox="1"/>
          <p:nvPr/>
        </p:nvSpPr>
        <p:spPr>
          <a:xfrm>
            <a:off x="2387220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3" name="S16-label458"/>
          <p:cNvSpPr txBox="1"/>
          <p:nvPr/>
        </p:nvSpPr>
        <p:spPr>
          <a:xfrm>
            <a:off x="1962625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4" name="S16-label459"/>
          <p:cNvSpPr txBox="1"/>
          <p:nvPr/>
        </p:nvSpPr>
        <p:spPr>
          <a:xfrm>
            <a:off x="1807213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5" name="S16-label460"/>
          <p:cNvSpPr txBox="1"/>
          <p:nvPr/>
        </p:nvSpPr>
        <p:spPr>
          <a:xfrm>
            <a:off x="1962625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6" name="S16-label461"/>
          <p:cNvSpPr txBox="1"/>
          <p:nvPr/>
        </p:nvSpPr>
        <p:spPr>
          <a:xfrm>
            <a:off x="2387220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7" name="S16-label462"/>
          <p:cNvSpPr txBox="1"/>
          <p:nvPr/>
        </p:nvSpPr>
        <p:spPr>
          <a:xfrm>
            <a:off x="2967228" y="1451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78" name="S16-line463"/>
          <p:cNvSpPr/>
          <p:nvPr/>
        </p:nvSpPr>
        <p:spPr>
          <a:xfrm flipV="1">
            <a:off x="3241548" y="2234728"/>
            <a:ext cx="323042" cy="55952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16-line464"/>
          <p:cNvSpPr/>
          <p:nvPr/>
        </p:nvSpPr>
        <p:spPr>
          <a:xfrm flipV="1">
            <a:off x="3241548" y="1854495"/>
            <a:ext cx="0" cy="939759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16-pin465"/>
          <p:cNvSpPr/>
          <p:nvPr/>
        </p:nvSpPr>
        <p:spPr>
          <a:xfrm>
            <a:off x="3186684" y="273939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16-label466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82" name="S16-figure467" descr="시계: 2시"/>
          <p:cNvSpPr/>
          <p:nvPr/>
        </p:nvSpPr>
        <p:spPr>
          <a:xfrm>
            <a:off x="7479030" y="1325880"/>
            <a:ext cx="2936748" cy="293674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16-line468"/>
          <p:cNvSpPr/>
          <p:nvPr/>
        </p:nvSpPr>
        <p:spPr>
          <a:xfrm>
            <a:off x="8947404" y="1362456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16-line469"/>
          <p:cNvSpPr/>
          <p:nvPr/>
        </p:nvSpPr>
        <p:spPr>
          <a:xfrm flipH="1">
            <a:off x="9089393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6-line470"/>
          <p:cNvSpPr/>
          <p:nvPr/>
        </p:nvSpPr>
        <p:spPr>
          <a:xfrm flipH="1">
            <a:off x="9229827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6-line471"/>
          <p:cNvSpPr/>
          <p:nvPr/>
        </p:nvSpPr>
        <p:spPr>
          <a:xfrm flipH="1">
            <a:off x="9367166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6-line472"/>
          <p:cNvSpPr/>
          <p:nvPr/>
        </p:nvSpPr>
        <p:spPr>
          <a:xfrm flipH="1">
            <a:off x="9499907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6-line473"/>
          <p:cNvSpPr/>
          <p:nvPr/>
        </p:nvSpPr>
        <p:spPr>
          <a:xfrm flipH="1">
            <a:off x="9582542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16-line474"/>
          <p:cNvSpPr/>
          <p:nvPr/>
        </p:nvSpPr>
        <p:spPr>
          <a:xfrm flipH="1">
            <a:off x="9745839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6-line475"/>
          <p:cNvSpPr/>
          <p:nvPr/>
        </p:nvSpPr>
        <p:spPr>
          <a:xfrm flipH="1">
            <a:off x="9856337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6-line476"/>
          <p:cNvSpPr/>
          <p:nvPr/>
        </p:nvSpPr>
        <p:spPr>
          <a:xfrm flipH="1">
            <a:off x="9956877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6-line477"/>
          <p:cNvSpPr/>
          <p:nvPr/>
        </p:nvSpPr>
        <p:spPr>
          <a:xfrm flipH="1">
            <a:off x="10046356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6-line478"/>
          <p:cNvSpPr/>
          <p:nvPr/>
        </p:nvSpPr>
        <p:spPr>
          <a:xfrm flipH="1">
            <a:off x="10047496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16-line479"/>
          <p:cNvSpPr/>
          <p:nvPr/>
        </p:nvSpPr>
        <p:spPr>
          <a:xfrm flipH="1">
            <a:off x="10188345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6-line480"/>
          <p:cNvSpPr/>
          <p:nvPr/>
        </p:nvSpPr>
        <p:spPr>
          <a:xfrm flipH="1">
            <a:off x="10239299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6-line481"/>
          <p:cNvSpPr/>
          <p:nvPr/>
        </p:nvSpPr>
        <p:spPr>
          <a:xfrm flipH="1">
            <a:off x="10276099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6-line482"/>
          <p:cNvSpPr/>
          <p:nvPr/>
        </p:nvSpPr>
        <p:spPr>
          <a:xfrm flipH="1">
            <a:off x="10298342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6-line483"/>
          <p:cNvSpPr/>
          <p:nvPr/>
        </p:nvSpPr>
        <p:spPr>
          <a:xfrm flipH="1">
            <a:off x="10217681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16-line484"/>
          <p:cNvSpPr/>
          <p:nvPr/>
        </p:nvSpPr>
        <p:spPr>
          <a:xfrm flipH="1" flipV="1">
            <a:off x="10298342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6-line485"/>
          <p:cNvSpPr/>
          <p:nvPr/>
        </p:nvSpPr>
        <p:spPr>
          <a:xfrm flipH="1" flipV="1">
            <a:off x="10276099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6-line486"/>
          <p:cNvSpPr/>
          <p:nvPr/>
        </p:nvSpPr>
        <p:spPr>
          <a:xfrm flipH="1" flipV="1">
            <a:off x="10239299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6-line487"/>
          <p:cNvSpPr/>
          <p:nvPr/>
        </p:nvSpPr>
        <p:spPr>
          <a:xfrm flipH="1" flipV="1">
            <a:off x="10188345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6-line488"/>
          <p:cNvSpPr/>
          <p:nvPr/>
        </p:nvSpPr>
        <p:spPr>
          <a:xfrm flipH="1" flipV="1">
            <a:off x="10047496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16-line489"/>
          <p:cNvSpPr/>
          <p:nvPr/>
        </p:nvSpPr>
        <p:spPr>
          <a:xfrm flipH="1" flipV="1">
            <a:off x="10046356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6-line490"/>
          <p:cNvSpPr/>
          <p:nvPr/>
        </p:nvSpPr>
        <p:spPr>
          <a:xfrm flipH="1" flipV="1">
            <a:off x="9956877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6-line491"/>
          <p:cNvSpPr/>
          <p:nvPr/>
        </p:nvSpPr>
        <p:spPr>
          <a:xfrm flipH="1" flipV="1">
            <a:off x="9856337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6-line492"/>
          <p:cNvSpPr/>
          <p:nvPr/>
        </p:nvSpPr>
        <p:spPr>
          <a:xfrm flipH="1" flipV="1">
            <a:off x="9745839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6-line493"/>
          <p:cNvSpPr/>
          <p:nvPr/>
        </p:nvSpPr>
        <p:spPr>
          <a:xfrm flipH="1" flipV="1">
            <a:off x="9582542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16-line494"/>
          <p:cNvSpPr/>
          <p:nvPr/>
        </p:nvSpPr>
        <p:spPr>
          <a:xfrm flipH="1" flipV="1">
            <a:off x="9499907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6-line495"/>
          <p:cNvSpPr/>
          <p:nvPr/>
        </p:nvSpPr>
        <p:spPr>
          <a:xfrm flipH="1" flipV="1">
            <a:off x="9367166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6-line496"/>
          <p:cNvSpPr/>
          <p:nvPr/>
        </p:nvSpPr>
        <p:spPr>
          <a:xfrm flipH="1" flipV="1">
            <a:off x="9229827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6-line497"/>
          <p:cNvSpPr/>
          <p:nvPr/>
        </p:nvSpPr>
        <p:spPr>
          <a:xfrm flipH="1" flipV="1">
            <a:off x="9089393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6-line498"/>
          <p:cNvSpPr/>
          <p:nvPr/>
        </p:nvSpPr>
        <p:spPr>
          <a:xfrm flipV="1">
            <a:off x="8947404" y="4064531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16-line499"/>
          <p:cNvSpPr/>
          <p:nvPr/>
        </p:nvSpPr>
        <p:spPr>
          <a:xfrm flipV="1">
            <a:off x="8797740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6-line500"/>
          <p:cNvSpPr/>
          <p:nvPr/>
        </p:nvSpPr>
        <p:spPr>
          <a:xfrm flipV="1">
            <a:off x="8649716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6-line501"/>
          <p:cNvSpPr/>
          <p:nvPr/>
        </p:nvSpPr>
        <p:spPr>
          <a:xfrm flipV="1">
            <a:off x="8504954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6-line502"/>
          <p:cNvSpPr/>
          <p:nvPr/>
        </p:nvSpPr>
        <p:spPr>
          <a:xfrm flipV="1">
            <a:off x="8365039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6-line503"/>
          <p:cNvSpPr/>
          <p:nvPr/>
        </p:nvSpPr>
        <p:spPr>
          <a:xfrm flipV="1">
            <a:off x="8231505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16-line504"/>
          <p:cNvSpPr/>
          <p:nvPr/>
        </p:nvSpPr>
        <p:spPr>
          <a:xfrm flipV="1">
            <a:off x="8105814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6-line505"/>
          <p:cNvSpPr/>
          <p:nvPr/>
        </p:nvSpPr>
        <p:spPr>
          <a:xfrm flipV="1">
            <a:off x="7989344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6-line506"/>
          <p:cNvSpPr/>
          <p:nvPr/>
        </p:nvSpPr>
        <p:spPr>
          <a:xfrm flipV="1">
            <a:off x="7883371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6-line507"/>
          <p:cNvSpPr/>
          <p:nvPr/>
        </p:nvSpPr>
        <p:spPr>
          <a:xfrm flipV="1">
            <a:off x="7789055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6-line508"/>
          <p:cNvSpPr/>
          <p:nvPr/>
        </p:nvSpPr>
        <p:spPr>
          <a:xfrm flipV="1">
            <a:off x="7707431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16-line509"/>
          <p:cNvSpPr/>
          <p:nvPr/>
        </p:nvSpPr>
        <p:spPr>
          <a:xfrm flipV="1">
            <a:off x="7639391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6-line510"/>
          <p:cNvSpPr/>
          <p:nvPr/>
        </p:nvSpPr>
        <p:spPr>
          <a:xfrm flipV="1">
            <a:off x="7585683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6-line511"/>
          <p:cNvSpPr/>
          <p:nvPr/>
        </p:nvSpPr>
        <p:spPr>
          <a:xfrm flipV="1">
            <a:off x="7546894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6-line512"/>
          <p:cNvSpPr/>
          <p:nvPr/>
        </p:nvSpPr>
        <p:spPr>
          <a:xfrm flipV="1">
            <a:off x="7523450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6-line513"/>
          <p:cNvSpPr/>
          <p:nvPr/>
        </p:nvSpPr>
        <p:spPr>
          <a:xfrm>
            <a:off x="7515606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16-line514"/>
          <p:cNvSpPr/>
          <p:nvPr/>
        </p:nvSpPr>
        <p:spPr>
          <a:xfrm>
            <a:off x="7523450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6-line515"/>
          <p:cNvSpPr/>
          <p:nvPr/>
        </p:nvSpPr>
        <p:spPr>
          <a:xfrm>
            <a:off x="7546894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6-line516"/>
          <p:cNvSpPr/>
          <p:nvPr/>
        </p:nvSpPr>
        <p:spPr>
          <a:xfrm>
            <a:off x="7585683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6-line517"/>
          <p:cNvSpPr/>
          <p:nvPr/>
        </p:nvSpPr>
        <p:spPr>
          <a:xfrm>
            <a:off x="7639391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6-line518"/>
          <p:cNvSpPr/>
          <p:nvPr/>
        </p:nvSpPr>
        <p:spPr>
          <a:xfrm>
            <a:off x="7707431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16-line519"/>
          <p:cNvSpPr/>
          <p:nvPr/>
        </p:nvSpPr>
        <p:spPr>
          <a:xfrm>
            <a:off x="7789055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6-line520"/>
          <p:cNvSpPr/>
          <p:nvPr/>
        </p:nvSpPr>
        <p:spPr>
          <a:xfrm>
            <a:off x="7883371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6-line521"/>
          <p:cNvSpPr/>
          <p:nvPr/>
        </p:nvSpPr>
        <p:spPr>
          <a:xfrm>
            <a:off x="7989344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6-line522"/>
          <p:cNvSpPr/>
          <p:nvPr/>
        </p:nvSpPr>
        <p:spPr>
          <a:xfrm>
            <a:off x="8105814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6-line523"/>
          <p:cNvSpPr/>
          <p:nvPr/>
        </p:nvSpPr>
        <p:spPr>
          <a:xfrm>
            <a:off x="8231505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16-line524"/>
          <p:cNvSpPr/>
          <p:nvPr/>
        </p:nvSpPr>
        <p:spPr>
          <a:xfrm>
            <a:off x="8365039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6-line525"/>
          <p:cNvSpPr/>
          <p:nvPr/>
        </p:nvSpPr>
        <p:spPr>
          <a:xfrm>
            <a:off x="8504954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6-line526"/>
          <p:cNvSpPr/>
          <p:nvPr/>
        </p:nvSpPr>
        <p:spPr>
          <a:xfrm>
            <a:off x="8649716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6-line527"/>
          <p:cNvSpPr/>
          <p:nvPr/>
        </p:nvSpPr>
        <p:spPr>
          <a:xfrm>
            <a:off x="8797740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6-label528"/>
          <p:cNvSpPr txBox="1"/>
          <p:nvPr/>
        </p:nvSpPr>
        <p:spPr>
          <a:xfrm>
            <a:off x="9253092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44" name="S16-label529"/>
          <p:cNvSpPr txBox="1"/>
          <p:nvPr/>
        </p:nvSpPr>
        <p:spPr>
          <a:xfrm>
            <a:off x="9677687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5" name="S16-label530"/>
          <p:cNvSpPr txBox="1"/>
          <p:nvPr/>
        </p:nvSpPr>
        <p:spPr>
          <a:xfrm>
            <a:off x="9833099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6" name="S16-label531"/>
          <p:cNvSpPr txBox="1"/>
          <p:nvPr/>
        </p:nvSpPr>
        <p:spPr>
          <a:xfrm>
            <a:off x="9677687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7" name="S16-label532"/>
          <p:cNvSpPr txBox="1"/>
          <p:nvPr/>
        </p:nvSpPr>
        <p:spPr>
          <a:xfrm>
            <a:off x="9253092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48" name="S16-label533"/>
          <p:cNvSpPr txBox="1"/>
          <p:nvPr/>
        </p:nvSpPr>
        <p:spPr>
          <a:xfrm>
            <a:off x="8673084" y="37713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49" name="S16-label534"/>
          <p:cNvSpPr txBox="1"/>
          <p:nvPr/>
        </p:nvSpPr>
        <p:spPr>
          <a:xfrm>
            <a:off x="8093076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150" name="S16-label535"/>
          <p:cNvSpPr txBox="1"/>
          <p:nvPr/>
        </p:nvSpPr>
        <p:spPr>
          <a:xfrm>
            <a:off x="7668481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151" name="S16-label536"/>
          <p:cNvSpPr txBox="1"/>
          <p:nvPr/>
        </p:nvSpPr>
        <p:spPr>
          <a:xfrm>
            <a:off x="7513069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152" name="S16-label537"/>
          <p:cNvSpPr txBox="1"/>
          <p:nvPr/>
        </p:nvSpPr>
        <p:spPr>
          <a:xfrm>
            <a:off x="7668481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153" name="S16-label538"/>
          <p:cNvSpPr txBox="1"/>
          <p:nvPr/>
        </p:nvSpPr>
        <p:spPr>
          <a:xfrm>
            <a:off x="8093076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154" name="S16-label539"/>
          <p:cNvSpPr txBox="1"/>
          <p:nvPr/>
        </p:nvSpPr>
        <p:spPr>
          <a:xfrm>
            <a:off x="8673084" y="1451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155" name="S16-line540"/>
          <p:cNvSpPr/>
          <p:nvPr/>
        </p:nvSpPr>
        <p:spPr>
          <a:xfrm flipV="1">
            <a:off x="8947404" y="2471212"/>
            <a:ext cx="559526" cy="32304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16-line541"/>
          <p:cNvSpPr/>
          <p:nvPr/>
        </p:nvSpPr>
        <p:spPr>
          <a:xfrm flipV="1">
            <a:off x="8947404" y="1854495"/>
            <a:ext cx="0" cy="939759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16-pin542"/>
          <p:cNvSpPr/>
          <p:nvPr/>
        </p:nvSpPr>
        <p:spPr>
          <a:xfrm>
            <a:off x="8892540" y="273939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16-label543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초와 시간의 계산</dc:title>
  <dc:subject>KR22-G03-MAT-SECOND-L01</dc:subject>
  <dc:creator>education-ppt</dc:creator>
  <cp:lastModifiedBy>education-ppt</cp:lastModifiedBy>
  <cp:revision>1</cp:revision>
  <dcterms:created xsi:type="dcterms:W3CDTF">2026-10-26T07:37:34Z</dcterms:created>
  <dcterms:modified xsi:type="dcterms:W3CDTF">2026-10-26T07:37:34Z</dcterms:modified>
</cp:coreProperties>
</file>