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8b67738-f4ea-3216-04ce-59656d83e7cb}">
          <p14:sldIdLst>
            <p14:sldId id="256"/>
            <p14:sldId id="257"/>
          </p14:sldIdLst>
        </p14:section>
        <p14:section name="개념" id="{581b769a-5a7e-a0f8-9db5-fd23c833cd3a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837dc623-aa9d-0462-3c22-ae41ef9fc91e}">
          <p14:sldIdLst>
            <p14:sldId id="261"/>
            <p14:sldId id="262"/>
            <p14:sldId id="266"/>
          </p14:sldIdLst>
        </p14:section>
        <p14:section name="개념" id="{b26bbb0d-5b86-2aa7-3324-1e4725b03411}">
          <p14:sldIdLst/>
        </p14:section>
        <p14:section name="연습" id="{bf26d8cf-dfd7-69f5-11ad-ce8619550552}">
          <p14:sldIdLst/>
        </p14:section>
        <p14:section name="확인" id="{af3ea223-af75-720c-6be0-fa06754bd3e0}">
          <p14:sldIdLst>
            <p14:sldId id="267"/>
            <p14:sldId id="268"/>
          </p14:sldIdLst>
        </p14:section>
        <p14:section name="정리" id="{c830312a-08d8-a13b-ca78-410c73e37f15}">
          <p14:sldIdLst>
            <p14:sldId id="269"/>
          </p14:sldIdLst>
        </p14:section>
        <p14:section name="보충" id="{649565fe-d4d9-f4bf-f00a-8b6fce3e3ee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초와 시간의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초와 시간의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초와 시간의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초와 시간의 계산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1분은 몇 초일까?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10795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1분 = 60초를 알고 시간을 바꿔요.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시간을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figure5" descr="시계: 4시 37분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6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7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66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67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68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69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70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71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72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73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74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75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76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77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78"/>
          <p:cNvSpPr/>
          <p:nvPr/>
        </p:nvSpPr>
        <p:spPr>
          <a:xfrm>
            <a:off x="3627882" y="2503170"/>
            <a:ext cx="343242" cy="3879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79"/>
          <p:cNvSpPr/>
          <p:nvPr/>
        </p:nvSpPr>
        <p:spPr>
          <a:xfrm flipH="1">
            <a:off x="3123715" y="2503170"/>
            <a:ext cx="504167" cy="5599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80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2-eqtext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□분</a:t>
            </a:r>
            <a:endParaRPr lang="ko-KR" sz="3400" dirty="0"/>
          </a:p>
        </p:txBody>
      </p:sp>
      <p:sp>
        <p:nvSpPr>
          <p:cNvPr id="82" name="S02-chip8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3" name="S02-eqtext8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80분 = □시간 □분</a:t>
            </a:r>
            <a:endParaRPr lang="ko-KR" sz="3400" dirty="0"/>
          </a:p>
        </p:txBody>
      </p:sp>
      <p:sp>
        <p:nvSpPr>
          <p:cNvPr id="84" name="S02-chip8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85" name="S02-eqtext8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200 m =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1초와 1분</a:t>
            </a:r>
            <a:endParaRPr lang="ko-KR" sz="4000" dirty="0"/>
          </a:p>
        </p:txBody>
      </p:sp>
      <p:sp>
        <p:nvSpPr>
          <p:cNvPr id="3" name="S03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초바늘이 작은 눈금 한 칸을 가면 1초예요.</a:t>
            </a:r>
            <a:endParaRPr lang="ko-KR" sz="3000" dirty="0"/>
          </a:p>
        </p:txBody>
      </p:sp>
      <p:sp>
        <p:nvSpPr>
          <p:cNvPr id="4" name="S03-card8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8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초바늘이 한 바퀴 돌면 1분이 지나요.</a:t>
            </a:r>
            <a:endParaRPr lang="ko-KR" sz="3000" dirty="0"/>
          </a:p>
        </p:txBody>
      </p:sp>
      <p:sp>
        <p:nvSpPr>
          <p:cNvPr id="6" name="S03-figure90" descr="바늘 없는 시계: 숫자 사이에 작은 눈금이 5칸씩, 모두 60칸"/>
          <p:cNvSpPr/>
          <p:nvPr/>
        </p:nvSpPr>
        <p:spPr>
          <a:xfrm>
            <a:off x="2116074" y="2011680"/>
            <a:ext cx="2250948" cy="22509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91"/>
          <p:cNvSpPr/>
          <p:nvPr/>
        </p:nvSpPr>
        <p:spPr>
          <a:xfrm>
            <a:off x="3241548" y="2048256"/>
            <a:ext cx="0" cy="1238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92"/>
          <p:cNvSpPr/>
          <p:nvPr/>
        </p:nvSpPr>
        <p:spPr>
          <a:xfrm flipH="1">
            <a:off x="3349487" y="20542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93"/>
          <p:cNvSpPr/>
          <p:nvPr/>
        </p:nvSpPr>
        <p:spPr>
          <a:xfrm flipH="1">
            <a:off x="3456243" y="2072051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94"/>
          <p:cNvSpPr/>
          <p:nvPr/>
        </p:nvSpPr>
        <p:spPr>
          <a:xfrm flipH="1">
            <a:off x="3560646" y="2101550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5"/>
          <p:cNvSpPr/>
          <p:nvPr/>
        </p:nvSpPr>
        <p:spPr>
          <a:xfrm flipH="1">
            <a:off x="3661554" y="2142396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6"/>
          <p:cNvSpPr/>
          <p:nvPr/>
        </p:nvSpPr>
        <p:spPr>
          <a:xfrm flipH="1">
            <a:off x="3724096" y="2194141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97"/>
          <p:cNvSpPr/>
          <p:nvPr/>
        </p:nvSpPr>
        <p:spPr>
          <a:xfrm flipH="1">
            <a:off x="3848509" y="2256217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8"/>
          <p:cNvSpPr/>
          <p:nvPr/>
        </p:nvSpPr>
        <p:spPr>
          <a:xfrm flipH="1">
            <a:off x="3932509" y="2327945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99"/>
          <p:cNvSpPr/>
          <p:nvPr/>
        </p:nvSpPr>
        <p:spPr>
          <a:xfrm flipH="1">
            <a:off x="4008937" y="2408539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100"/>
          <p:cNvSpPr/>
          <p:nvPr/>
        </p:nvSpPr>
        <p:spPr>
          <a:xfrm flipH="1">
            <a:off x="4076959" y="2497116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101"/>
          <p:cNvSpPr/>
          <p:nvPr/>
        </p:nvSpPr>
        <p:spPr>
          <a:xfrm flipH="1">
            <a:off x="4077346" y="2592705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102"/>
          <p:cNvSpPr/>
          <p:nvPr/>
        </p:nvSpPr>
        <p:spPr>
          <a:xfrm flipH="1">
            <a:off x="4184897" y="2694259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103"/>
          <p:cNvSpPr/>
          <p:nvPr/>
        </p:nvSpPr>
        <p:spPr>
          <a:xfrm flipH="1">
            <a:off x="4223632" y="2800666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104"/>
          <p:cNvSpPr/>
          <p:nvPr/>
        </p:nvSpPr>
        <p:spPr>
          <a:xfrm flipH="1">
            <a:off x="4251607" y="291075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5"/>
          <p:cNvSpPr/>
          <p:nvPr/>
        </p:nvSpPr>
        <p:spPr>
          <a:xfrm flipH="1">
            <a:off x="4268515" y="302333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6"/>
          <p:cNvSpPr/>
          <p:nvPr/>
        </p:nvSpPr>
        <p:spPr>
          <a:xfrm flipH="1">
            <a:off x="4206644" y="3137154"/>
            <a:ext cx="1238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107"/>
          <p:cNvSpPr/>
          <p:nvPr/>
        </p:nvSpPr>
        <p:spPr>
          <a:xfrm flipH="1" flipV="1">
            <a:off x="4268515" y="324509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8"/>
          <p:cNvSpPr/>
          <p:nvPr/>
        </p:nvSpPr>
        <p:spPr>
          <a:xfrm flipH="1" flipV="1">
            <a:off x="4251607" y="335184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109"/>
          <p:cNvSpPr/>
          <p:nvPr/>
        </p:nvSpPr>
        <p:spPr>
          <a:xfrm flipH="1" flipV="1">
            <a:off x="4223632" y="3456252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110"/>
          <p:cNvSpPr/>
          <p:nvPr/>
        </p:nvSpPr>
        <p:spPr>
          <a:xfrm flipH="1" flipV="1">
            <a:off x="4184897" y="3557160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11"/>
          <p:cNvSpPr/>
          <p:nvPr/>
        </p:nvSpPr>
        <p:spPr>
          <a:xfrm flipH="1" flipV="1">
            <a:off x="4077346" y="3619702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112"/>
          <p:cNvSpPr/>
          <p:nvPr/>
        </p:nvSpPr>
        <p:spPr>
          <a:xfrm flipH="1" flipV="1">
            <a:off x="4076959" y="3744115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13"/>
          <p:cNvSpPr/>
          <p:nvPr/>
        </p:nvSpPr>
        <p:spPr>
          <a:xfrm flipH="1" flipV="1">
            <a:off x="4008937" y="3828115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114"/>
          <p:cNvSpPr/>
          <p:nvPr/>
        </p:nvSpPr>
        <p:spPr>
          <a:xfrm flipH="1" flipV="1">
            <a:off x="3932509" y="3904543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5"/>
          <p:cNvSpPr/>
          <p:nvPr/>
        </p:nvSpPr>
        <p:spPr>
          <a:xfrm flipH="1" flipV="1">
            <a:off x="3848509" y="3972565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6"/>
          <p:cNvSpPr/>
          <p:nvPr/>
        </p:nvSpPr>
        <p:spPr>
          <a:xfrm flipH="1" flipV="1">
            <a:off x="3724096" y="3972952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117"/>
          <p:cNvSpPr/>
          <p:nvPr/>
        </p:nvSpPr>
        <p:spPr>
          <a:xfrm flipH="1" flipV="1">
            <a:off x="3661554" y="4080503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8"/>
          <p:cNvSpPr/>
          <p:nvPr/>
        </p:nvSpPr>
        <p:spPr>
          <a:xfrm flipH="1" flipV="1">
            <a:off x="3560646" y="4119238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119"/>
          <p:cNvSpPr/>
          <p:nvPr/>
        </p:nvSpPr>
        <p:spPr>
          <a:xfrm flipH="1" flipV="1">
            <a:off x="3456243" y="4147213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120"/>
          <p:cNvSpPr/>
          <p:nvPr/>
        </p:nvSpPr>
        <p:spPr>
          <a:xfrm flipH="1" flipV="1">
            <a:off x="3349487" y="41641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21"/>
          <p:cNvSpPr/>
          <p:nvPr/>
        </p:nvSpPr>
        <p:spPr>
          <a:xfrm flipV="1">
            <a:off x="3241548" y="4102250"/>
            <a:ext cx="0" cy="1238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122"/>
          <p:cNvSpPr/>
          <p:nvPr/>
        </p:nvSpPr>
        <p:spPr>
          <a:xfrm flipV="1">
            <a:off x="3127727" y="41641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23"/>
          <p:cNvSpPr/>
          <p:nvPr/>
        </p:nvSpPr>
        <p:spPr>
          <a:xfrm flipV="1">
            <a:off x="3015153" y="4147213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124"/>
          <p:cNvSpPr/>
          <p:nvPr/>
        </p:nvSpPr>
        <p:spPr>
          <a:xfrm flipV="1">
            <a:off x="2905060" y="4119238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5"/>
          <p:cNvSpPr/>
          <p:nvPr/>
        </p:nvSpPr>
        <p:spPr>
          <a:xfrm flipV="1">
            <a:off x="2798653" y="4080503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6"/>
          <p:cNvSpPr/>
          <p:nvPr/>
        </p:nvSpPr>
        <p:spPr>
          <a:xfrm flipV="1">
            <a:off x="2697099" y="3972952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127"/>
          <p:cNvSpPr/>
          <p:nvPr/>
        </p:nvSpPr>
        <p:spPr>
          <a:xfrm flipV="1">
            <a:off x="2601510" y="3972565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8"/>
          <p:cNvSpPr/>
          <p:nvPr/>
        </p:nvSpPr>
        <p:spPr>
          <a:xfrm flipV="1">
            <a:off x="2512933" y="3904543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129"/>
          <p:cNvSpPr/>
          <p:nvPr/>
        </p:nvSpPr>
        <p:spPr>
          <a:xfrm flipV="1">
            <a:off x="2432339" y="3828115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130"/>
          <p:cNvSpPr/>
          <p:nvPr/>
        </p:nvSpPr>
        <p:spPr>
          <a:xfrm flipV="1">
            <a:off x="2360611" y="3744115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31"/>
          <p:cNvSpPr/>
          <p:nvPr/>
        </p:nvSpPr>
        <p:spPr>
          <a:xfrm flipV="1">
            <a:off x="2298535" y="3619702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132"/>
          <p:cNvSpPr/>
          <p:nvPr/>
        </p:nvSpPr>
        <p:spPr>
          <a:xfrm flipV="1">
            <a:off x="2246790" y="3557160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33"/>
          <p:cNvSpPr/>
          <p:nvPr/>
        </p:nvSpPr>
        <p:spPr>
          <a:xfrm flipV="1">
            <a:off x="2205944" y="3456252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134"/>
          <p:cNvSpPr/>
          <p:nvPr/>
        </p:nvSpPr>
        <p:spPr>
          <a:xfrm flipV="1">
            <a:off x="2176445" y="335184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5"/>
          <p:cNvSpPr/>
          <p:nvPr/>
        </p:nvSpPr>
        <p:spPr>
          <a:xfrm flipV="1">
            <a:off x="2158615" y="324509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6"/>
          <p:cNvSpPr/>
          <p:nvPr/>
        </p:nvSpPr>
        <p:spPr>
          <a:xfrm>
            <a:off x="2152650" y="3137154"/>
            <a:ext cx="1238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137"/>
          <p:cNvSpPr/>
          <p:nvPr/>
        </p:nvSpPr>
        <p:spPr>
          <a:xfrm>
            <a:off x="2158615" y="302333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8"/>
          <p:cNvSpPr/>
          <p:nvPr/>
        </p:nvSpPr>
        <p:spPr>
          <a:xfrm>
            <a:off x="2176445" y="291075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139"/>
          <p:cNvSpPr/>
          <p:nvPr/>
        </p:nvSpPr>
        <p:spPr>
          <a:xfrm>
            <a:off x="2205944" y="2800666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140"/>
          <p:cNvSpPr/>
          <p:nvPr/>
        </p:nvSpPr>
        <p:spPr>
          <a:xfrm>
            <a:off x="2246790" y="2694259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41"/>
          <p:cNvSpPr/>
          <p:nvPr/>
        </p:nvSpPr>
        <p:spPr>
          <a:xfrm>
            <a:off x="2298535" y="2592705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142"/>
          <p:cNvSpPr/>
          <p:nvPr/>
        </p:nvSpPr>
        <p:spPr>
          <a:xfrm>
            <a:off x="2360611" y="2497116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43"/>
          <p:cNvSpPr/>
          <p:nvPr/>
        </p:nvSpPr>
        <p:spPr>
          <a:xfrm>
            <a:off x="2432339" y="2408539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144"/>
          <p:cNvSpPr/>
          <p:nvPr/>
        </p:nvSpPr>
        <p:spPr>
          <a:xfrm>
            <a:off x="2512933" y="2327945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5"/>
          <p:cNvSpPr/>
          <p:nvPr/>
        </p:nvSpPr>
        <p:spPr>
          <a:xfrm>
            <a:off x="2601510" y="2256217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6"/>
          <p:cNvSpPr/>
          <p:nvPr/>
        </p:nvSpPr>
        <p:spPr>
          <a:xfrm>
            <a:off x="2697099" y="2194141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147"/>
          <p:cNvSpPr/>
          <p:nvPr/>
        </p:nvSpPr>
        <p:spPr>
          <a:xfrm>
            <a:off x="2798653" y="2142396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148"/>
          <p:cNvSpPr/>
          <p:nvPr/>
        </p:nvSpPr>
        <p:spPr>
          <a:xfrm>
            <a:off x="2905060" y="2101550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149"/>
          <p:cNvSpPr/>
          <p:nvPr/>
        </p:nvSpPr>
        <p:spPr>
          <a:xfrm>
            <a:off x="3015153" y="2072051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150"/>
          <p:cNvSpPr/>
          <p:nvPr/>
        </p:nvSpPr>
        <p:spPr>
          <a:xfrm>
            <a:off x="3127727" y="20542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151"/>
          <p:cNvSpPr txBox="1"/>
          <p:nvPr/>
        </p:nvSpPr>
        <p:spPr>
          <a:xfrm>
            <a:off x="3411790" y="21842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3-label152"/>
          <p:cNvSpPr txBox="1"/>
          <p:nvPr/>
        </p:nvSpPr>
        <p:spPr>
          <a:xfrm>
            <a:off x="3737232" y="2509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3-label153"/>
          <p:cNvSpPr txBox="1"/>
          <p:nvPr/>
        </p:nvSpPr>
        <p:spPr>
          <a:xfrm>
            <a:off x="3856352" y="29542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3-label154"/>
          <p:cNvSpPr txBox="1"/>
          <p:nvPr/>
        </p:nvSpPr>
        <p:spPr>
          <a:xfrm>
            <a:off x="3737232" y="33988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3-label155"/>
          <p:cNvSpPr txBox="1"/>
          <p:nvPr/>
        </p:nvSpPr>
        <p:spPr>
          <a:xfrm>
            <a:off x="3411790" y="37242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3-label156"/>
          <p:cNvSpPr txBox="1"/>
          <p:nvPr/>
        </p:nvSpPr>
        <p:spPr>
          <a:xfrm>
            <a:off x="2967228" y="38433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3-label157"/>
          <p:cNvSpPr txBox="1"/>
          <p:nvPr/>
        </p:nvSpPr>
        <p:spPr>
          <a:xfrm>
            <a:off x="2522666" y="37242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3-label158"/>
          <p:cNvSpPr txBox="1"/>
          <p:nvPr/>
        </p:nvSpPr>
        <p:spPr>
          <a:xfrm>
            <a:off x="2197224" y="33988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3-label159"/>
          <p:cNvSpPr txBox="1"/>
          <p:nvPr/>
        </p:nvSpPr>
        <p:spPr>
          <a:xfrm>
            <a:off x="2078104" y="29542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3-label160"/>
          <p:cNvSpPr txBox="1"/>
          <p:nvPr/>
        </p:nvSpPr>
        <p:spPr>
          <a:xfrm>
            <a:off x="2197224" y="2509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3-label161"/>
          <p:cNvSpPr txBox="1"/>
          <p:nvPr/>
        </p:nvSpPr>
        <p:spPr>
          <a:xfrm>
            <a:off x="2522666" y="21842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3-label162"/>
          <p:cNvSpPr txBox="1"/>
          <p:nvPr/>
        </p:nvSpPr>
        <p:spPr>
          <a:xfrm>
            <a:off x="2967228" y="20651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3-pin163"/>
          <p:cNvSpPr/>
          <p:nvPr/>
        </p:nvSpPr>
        <p:spPr>
          <a:xfrm>
            <a:off x="3186684" y="30822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3-label164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60칸</a:t>
            </a:r>
            <a:endParaRPr lang="ko-KR" sz="2400" dirty="0"/>
          </a:p>
        </p:txBody>
      </p:sp>
      <p:sp>
        <p:nvSpPr>
          <p:cNvPr id="81" name="S03-line165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2" name="S03-line166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3" name="S03-label167"/>
          <p:cNvSpPr txBox="1"/>
          <p:nvPr/>
        </p:nvSpPr>
        <p:spPr>
          <a:xfrm>
            <a:off x="6208776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84" name="S03-line168"/>
          <p:cNvSpPr/>
          <p:nvPr/>
        </p:nvSpPr>
        <p:spPr>
          <a:xfrm>
            <a:off x="674202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5" name="S03-line169"/>
          <p:cNvSpPr/>
          <p:nvPr/>
        </p:nvSpPr>
        <p:spPr>
          <a:xfrm>
            <a:off x="681807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6" name="S03-line170"/>
          <p:cNvSpPr/>
          <p:nvPr/>
        </p:nvSpPr>
        <p:spPr>
          <a:xfrm>
            <a:off x="689411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7" name="S03-line171"/>
          <p:cNvSpPr/>
          <p:nvPr/>
        </p:nvSpPr>
        <p:spPr>
          <a:xfrm>
            <a:off x="697016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8" name="S03-line172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9" name="S03-label173"/>
          <p:cNvSpPr txBox="1"/>
          <p:nvPr/>
        </p:nvSpPr>
        <p:spPr>
          <a:xfrm>
            <a:off x="6589014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90" name="S03-line174"/>
          <p:cNvSpPr/>
          <p:nvPr/>
        </p:nvSpPr>
        <p:spPr>
          <a:xfrm>
            <a:off x="712226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1" name="S03-line175"/>
          <p:cNvSpPr/>
          <p:nvPr/>
        </p:nvSpPr>
        <p:spPr>
          <a:xfrm>
            <a:off x="719830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2" name="S03-line176"/>
          <p:cNvSpPr/>
          <p:nvPr/>
        </p:nvSpPr>
        <p:spPr>
          <a:xfrm>
            <a:off x="727435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3" name="S03-line177"/>
          <p:cNvSpPr/>
          <p:nvPr/>
        </p:nvSpPr>
        <p:spPr>
          <a:xfrm>
            <a:off x="735040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4" name="S03-line178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5" name="S03-label179"/>
          <p:cNvSpPr txBox="1"/>
          <p:nvPr/>
        </p:nvSpPr>
        <p:spPr>
          <a:xfrm>
            <a:off x="6969252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96" name="S03-line180"/>
          <p:cNvSpPr/>
          <p:nvPr/>
        </p:nvSpPr>
        <p:spPr>
          <a:xfrm>
            <a:off x="750250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7" name="S03-line181"/>
          <p:cNvSpPr/>
          <p:nvPr/>
        </p:nvSpPr>
        <p:spPr>
          <a:xfrm>
            <a:off x="757854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03-line182"/>
          <p:cNvSpPr/>
          <p:nvPr/>
        </p:nvSpPr>
        <p:spPr>
          <a:xfrm>
            <a:off x="765459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9" name="S03-line183"/>
          <p:cNvSpPr/>
          <p:nvPr/>
        </p:nvSpPr>
        <p:spPr>
          <a:xfrm>
            <a:off x="773064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03-line184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1" name="S03-label185"/>
          <p:cNvSpPr txBox="1"/>
          <p:nvPr/>
        </p:nvSpPr>
        <p:spPr>
          <a:xfrm>
            <a:off x="7349490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600" dirty="0"/>
          </a:p>
        </p:txBody>
      </p:sp>
      <p:sp>
        <p:nvSpPr>
          <p:cNvPr id="102" name="S03-line186"/>
          <p:cNvSpPr/>
          <p:nvPr/>
        </p:nvSpPr>
        <p:spPr>
          <a:xfrm>
            <a:off x="788273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3" name="S03-line187"/>
          <p:cNvSpPr/>
          <p:nvPr/>
        </p:nvSpPr>
        <p:spPr>
          <a:xfrm>
            <a:off x="795878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03-line188"/>
          <p:cNvSpPr/>
          <p:nvPr/>
        </p:nvSpPr>
        <p:spPr>
          <a:xfrm>
            <a:off x="803483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5" name="S03-line189"/>
          <p:cNvSpPr/>
          <p:nvPr/>
        </p:nvSpPr>
        <p:spPr>
          <a:xfrm>
            <a:off x="811088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03-line190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7" name="S03-label191"/>
          <p:cNvSpPr txBox="1"/>
          <p:nvPr/>
        </p:nvSpPr>
        <p:spPr>
          <a:xfrm>
            <a:off x="7729728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600" dirty="0"/>
          </a:p>
        </p:txBody>
      </p:sp>
      <p:sp>
        <p:nvSpPr>
          <p:cNvPr id="108" name="S03-line192"/>
          <p:cNvSpPr/>
          <p:nvPr/>
        </p:nvSpPr>
        <p:spPr>
          <a:xfrm>
            <a:off x="826297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9" name="S03-line193"/>
          <p:cNvSpPr/>
          <p:nvPr/>
        </p:nvSpPr>
        <p:spPr>
          <a:xfrm>
            <a:off x="833902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03-line194"/>
          <p:cNvSpPr/>
          <p:nvPr/>
        </p:nvSpPr>
        <p:spPr>
          <a:xfrm>
            <a:off x="841507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1" name="S03-line195"/>
          <p:cNvSpPr/>
          <p:nvPr/>
        </p:nvSpPr>
        <p:spPr>
          <a:xfrm>
            <a:off x="849111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03-line196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3" name="S03-label197"/>
          <p:cNvSpPr txBox="1"/>
          <p:nvPr/>
        </p:nvSpPr>
        <p:spPr>
          <a:xfrm>
            <a:off x="8109966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1600" dirty="0"/>
          </a:p>
        </p:txBody>
      </p:sp>
      <p:sp>
        <p:nvSpPr>
          <p:cNvPr id="114" name="S03-line198"/>
          <p:cNvSpPr/>
          <p:nvPr/>
        </p:nvSpPr>
        <p:spPr>
          <a:xfrm>
            <a:off x="864321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5" name="S03-line199"/>
          <p:cNvSpPr/>
          <p:nvPr/>
        </p:nvSpPr>
        <p:spPr>
          <a:xfrm>
            <a:off x="871926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03-line200"/>
          <p:cNvSpPr/>
          <p:nvPr/>
        </p:nvSpPr>
        <p:spPr>
          <a:xfrm>
            <a:off x="879530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7" name="S03-line201"/>
          <p:cNvSpPr/>
          <p:nvPr/>
        </p:nvSpPr>
        <p:spPr>
          <a:xfrm>
            <a:off x="887135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8" name="S03-line202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9" name="S03-label203"/>
          <p:cNvSpPr txBox="1"/>
          <p:nvPr/>
        </p:nvSpPr>
        <p:spPr>
          <a:xfrm>
            <a:off x="8490204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600" dirty="0"/>
          </a:p>
        </p:txBody>
      </p:sp>
      <p:sp>
        <p:nvSpPr>
          <p:cNvPr id="120" name="S03-line204"/>
          <p:cNvSpPr/>
          <p:nvPr/>
        </p:nvSpPr>
        <p:spPr>
          <a:xfrm>
            <a:off x="902345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1" name="S03-line205"/>
          <p:cNvSpPr/>
          <p:nvPr/>
        </p:nvSpPr>
        <p:spPr>
          <a:xfrm>
            <a:off x="909949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2" name="S03-line206"/>
          <p:cNvSpPr/>
          <p:nvPr/>
        </p:nvSpPr>
        <p:spPr>
          <a:xfrm>
            <a:off x="917554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3" name="S03-line207"/>
          <p:cNvSpPr/>
          <p:nvPr/>
        </p:nvSpPr>
        <p:spPr>
          <a:xfrm>
            <a:off x="925159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4" name="S03-line208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5" name="S03-label209"/>
          <p:cNvSpPr txBox="1"/>
          <p:nvPr/>
        </p:nvSpPr>
        <p:spPr>
          <a:xfrm>
            <a:off x="8870442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1600" dirty="0"/>
          </a:p>
        </p:txBody>
      </p:sp>
      <p:sp>
        <p:nvSpPr>
          <p:cNvPr id="126" name="S03-line210"/>
          <p:cNvSpPr/>
          <p:nvPr/>
        </p:nvSpPr>
        <p:spPr>
          <a:xfrm>
            <a:off x="940369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7" name="S03-line211"/>
          <p:cNvSpPr/>
          <p:nvPr/>
        </p:nvSpPr>
        <p:spPr>
          <a:xfrm>
            <a:off x="947973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8" name="S03-line212"/>
          <p:cNvSpPr/>
          <p:nvPr/>
        </p:nvSpPr>
        <p:spPr>
          <a:xfrm>
            <a:off x="955578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9" name="S03-line213"/>
          <p:cNvSpPr/>
          <p:nvPr/>
        </p:nvSpPr>
        <p:spPr>
          <a:xfrm>
            <a:off x="963183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0" name="S03-line214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1" name="S03-label215"/>
          <p:cNvSpPr txBox="1"/>
          <p:nvPr/>
        </p:nvSpPr>
        <p:spPr>
          <a:xfrm>
            <a:off x="9250680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600" dirty="0"/>
          </a:p>
        </p:txBody>
      </p:sp>
      <p:sp>
        <p:nvSpPr>
          <p:cNvPr id="132" name="S03-line216"/>
          <p:cNvSpPr/>
          <p:nvPr/>
        </p:nvSpPr>
        <p:spPr>
          <a:xfrm>
            <a:off x="978392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3" name="S03-line217"/>
          <p:cNvSpPr/>
          <p:nvPr/>
        </p:nvSpPr>
        <p:spPr>
          <a:xfrm>
            <a:off x="985997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4" name="S03-line218"/>
          <p:cNvSpPr/>
          <p:nvPr/>
        </p:nvSpPr>
        <p:spPr>
          <a:xfrm>
            <a:off x="993602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5" name="S03-line219"/>
          <p:cNvSpPr/>
          <p:nvPr/>
        </p:nvSpPr>
        <p:spPr>
          <a:xfrm>
            <a:off x="1001207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6" name="S03-line220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7" name="S03-label221"/>
          <p:cNvSpPr txBox="1"/>
          <p:nvPr/>
        </p:nvSpPr>
        <p:spPr>
          <a:xfrm>
            <a:off x="9630918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1600" dirty="0"/>
          </a:p>
        </p:txBody>
      </p:sp>
      <p:sp>
        <p:nvSpPr>
          <p:cNvPr id="138" name="S03-line222"/>
          <p:cNvSpPr/>
          <p:nvPr/>
        </p:nvSpPr>
        <p:spPr>
          <a:xfrm>
            <a:off x="1016416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9" name="S03-line223"/>
          <p:cNvSpPr/>
          <p:nvPr/>
        </p:nvSpPr>
        <p:spPr>
          <a:xfrm>
            <a:off x="1024021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0" name="S03-line224"/>
          <p:cNvSpPr/>
          <p:nvPr/>
        </p:nvSpPr>
        <p:spPr>
          <a:xfrm>
            <a:off x="1031626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1" name="S03-line225"/>
          <p:cNvSpPr/>
          <p:nvPr/>
        </p:nvSpPr>
        <p:spPr>
          <a:xfrm>
            <a:off x="1039230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2" name="S03-line226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3" name="S03-label227"/>
          <p:cNvSpPr txBox="1"/>
          <p:nvPr/>
        </p:nvSpPr>
        <p:spPr>
          <a:xfrm>
            <a:off x="10011156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600" dirty="0"/>
          </a:p>
        </p:txBody>
      </p:sp>
      <p:sp>
        <p:nvSpPr>
          <p:cNvPr id="144" name="S03-line228"/>
          <p:cNvSpPr/>
          <p:nvPr/>
        </p:nvSpPr>
        <p:spPr>
          <a:xfrm>
            <a:off x="1054440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5" name="S03-line229"/>
          <p:cNvSpPr/>
          <p:nvPr/>
        </p:nvSpPr>
        <p:spPr>
          <a:xfrm>
            <a:off x="1062045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6" name="S03-line230"/>
          <p:cNvSpPr/>
          <p:nvPr/>
        </p:nvSpPr>
        <p:spPr>
          <a:xfrm>
            <a:off x="1069649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7" name="S03-line231"/>
          <p:cNvSpPr/>
          <p:nvPr/>
        </p:nvSpPr>
        <p:spPr>
          <a:xfrm>
            <a:off x="1077254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8" name="S03-line232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9" name="S03-label233"/>
          <p:cNvSpPr txBox="1"/>
          <p:nvPr/>
        </p:nvSpPr>
        <p:spPr>
          <a:xfrm>
            <a:off x="10391394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1600" dirty="0"/>
          </a:p>
        </p:txBody>
      </p:sp>
      <p:sp>
        <p:nvSpPr>
          <p:cNvPr id="150" name="S03-line234"/>
          <p:cNvSpPr/>
          <p:nvPr/>
        </p:nvSpPr>
        <p:spPr>
          <a:xfrm>
            <a:off x="1092464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1" name="S03-line235"/>
          <p:cNvSpPr/>
          <p:nvPr/>
        </p:nvSpPr>
        <p:spPr>
          <a:xfrm>
            <a:off x="1100068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2" name="S03-line236"/>
          <p:cNvSpPr/>
          <p:nvPr/>
        </p:nvSpPr>
        <p:spPr>
          <a:xfrm>
            <a:off x="1107673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3" name="S03-line237"/>
          <p:cNvSpPr/>
          <p:nvPr/>
        </p:nvSpPr>
        <p:spPr>
          <a:xfrm>
            <a:off x="1115278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4" name="S03-line238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5" name="S03-label239"/>
          <p:cNvSpPr txBox="1"/>
          <p:nvPr/>
        </p:nvSpPr>
        <p:spPr>
          <a:xfrm>
            <a:off x="10771632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600" dirty="0"/>
          </a:p>
        </p:txBody>
      </p:sp>
      <p:sp>
        <p:nvSpPr>
          <p:cNvPr id="156" name="S03-line240"/>
          <p:cNvSpPr/>
          <p:nvPr/>
        </p:nvSpPr>
        <p:spPr>
          <a:xfrm flipV="1">
            <a:off x="6665976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57" name="S03-line241"/>
          <p:cNvSpPr/>
          <p:nvPr/>
        </p:nvSpPr>
        <p:spPr>
          <a:xfrm>
            <a:off x="6665976" y="3023220"/>
            <a:ext cx="45628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8" name="S03-label242"/>
          <p:cNvSpPr txBox="1"/>
          <p:nvPr/>
        </p:nvSpPr>
        <p:spPr>
          <a:xfrm>
            <a:off x="6665976" y="2740772"/>
            <a:ext cx="4562856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초바늘 한 바퀴</a:t>
            </a:r>
            <a:endParaRPr lang="ko-KR" sz="1600" dirty="0"/>
          </a:p>
        </p:txBody>
      </p:sp>
      <p:sp>
        <p:nvSpPr>
          <p:cNvPr id="159" name="S03-figure243" descr="0부터 60까지 1초씩 눈금이 있는 수직선, 5마다 숫자. 0에서 60까지 초바늘 한 바퀴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0" name="S03-label244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펼치면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초로 바꾸어요</a:t>
            </a:r>
            <a:endParaRPr lang="ko-KR" sz="4000" dirty="0"/>
          </a:p>
        </p:txBody>
      </p:sp>
      <p:sp>
        <p:nvSpPr>
          <p:cNvPr id="3" name="S04-card2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칸은 10초예요.</a:t>
            </a:r>
            <a:endParaRPr lang="ko-KR" sz="3000" dirty="0"/>
          </a:p>
        </p:txBody>
      </p:sp>
      <p:sp>
        <p:nvSpPr>
          <p:cNvPr id="5" name="S04-text24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40초는 몇 초일까요?</a:t>
            </a:r>
            <a:endParaRPr lang="ko-KR" sz="3000" dirty="0"/>
          </a:p>
        </p:txBody>
      </p:sp>
      <p:sp>
        <p:nvSpPr>
          <p:cNvPr id="6" name="S04-label248"/>
          <p:cNvSpPr txBox="1"/>
          <p:nvPr/>
        </p:nvSpPr>
        <p:spPr>
          <a:xfrm>
            <a:off x="6813652" y="2743200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</a:t>
            </a:r>
            <a:endParaRPr lang="ko-KR" sz="2400" dirty="0"/>
          </a:p>
        </p:txBody>
      </p:sp>
      <p:sp>
        <p:nvSpPr>
          <p:cNvPr id="7" name="S04-cell249"/>
          <p:cNvSpPr/>
          <p:nvPr/>
        </p:nvSpPr>
        <p:spPr>
          <a:xfrm>
            <a:off x="7865212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250"/>
          <p:cNvSpPr/>
          <p:nvPr/>
        </p:nvSpPr>
        <p:spPr>
          <a:xfrm>
            <a:off x="8494395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251"/>
          <p:cNvSpPr/>
          <p:nvPr/>
        </p:nvSpPr>
        <p:spPr>
          <a:xfrm>
            <a:off x="9123578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252"/>
          <p:cNvSpPr/>
          <p:nvPr/>
        </p:nvSpPr>
        <p:spPr>
          <a:xfrm>
            <a:off x="9752762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253"/>
          <p:cNvSpPr/>
          <p:nvPr/>
        </p:nvSpPr>
        <p:spPr>
          <a:xfrm>
            <a:off x="10381945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254"/>
          <p:cNvSpPr/>
          <p:nvPr/>
        </p:nvSpPr>
        <p:spPr>
          <a:xfrm>
            <a:off x="11011129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255" descr="똑같이 6칸으로 나눈 띠, 6칸 색칠"/>
          <p:cNvSpPr/>
          <p:nvPr/>
        </p:nvSpPr>
        <p:spPr>
          <a:xfrm>
            <a:off x="7865212" y="2743200"/>
            <a:ext cx="3775100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label256"/>
          <p:cNvSpPr txBox="1"/>
          <p:nvPr/>
        </p:nvSpPr>
        <p:spPr>
          <a:xfrm>
            <a:off x="6813652" y="3575304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</a:t>
            </a:r>
            <a:endParaRPr lang="ko-KR" sz="2400" dirty="0"/>
          </a:p>
        </p:txBody>
      </p:sp>
      <p:sp>
        <p:nvSpPr>
          <p:cNvPr id="15" name="S04-cell257"/>
          <p:cNvSpPr/>
          <p:nvPr/>
        </p:nvSpPr>
        <p:spPr>
          <a:xfrm>
            <a:off x="7865212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258"/>
          <p:cNvSpPr/>
          <p:nvPr/>
        </p:nvSpPr>
        <p:spPr>
          <a:xfrm>
            <a:off x="8494395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259"/>
          <p:cNvSpPr/>
          <p:nvPr/>
        </p:nvSpPr>
        <p:spPr>
          <a:xfrm>
            <a:off x="9123578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260"/>
          <p:cNvSpPr/>
          <p:nvPr/>
        </p:nvSpPr>
        <p:spPr>
          <a:xfrm>
            <a:off x="9752762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261"/>
          <p:cNvSpPr/>
          <p:nvPr/>
        </p:nvSpPr>
        <p:spPr>
          <a:xfrm>
            <a:off x="10381945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262"/>
          <p:cNvSpPr/>
          <p:nvPr/>
        </p:nvSpPr>
        <p:spPr>
          <a:xfrm>
            <a:off x="11011129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figure263" descr="똑같이 6칸으로 나눈 띠, 6칸 색칠"/>
          <p:cNvSpPr/>
          <p:nvPr/>
        </p:nvSpPr>
        <p:spPr>
          <a:xfrm>
            <a:off x="7865212" y="3575304"/>
            <a:ext cx="3775100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4-label264"/>
          <p:cNvSpPr txBox="1"/>
          <p:nvPr/>
        </p:nvSpPr>
        <p:spPr>
          <a:xfrm>
            <a:off x="6813652" y="4407408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40초</a:t>
            </a:r>
            <a:endParaRPr lang="ko-KR" sz="2400" dirty="0"/>
          </a:p>
        </p:txBody>
      </p:sp>
      <p:sp>
        <p:nvSpPr>
          <p:cNvPr id="23" name="S04-cell265"/>
          <p:cNvSpPr/>
          <p:nvPr/>
        </p:nvSpPr>
        <p:spPr>
          <a:xfrm>
            <a:off x="7865212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cell266"/>
          <p:cNvSpPr/>
          <p:nvPr/>
        </p:nvSpPr>
        <p:spPr>
          <a:xfrm>
            <a:off x="8494395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cell267"/>
          <p:cNvSpPr/>
          <p:nvPr/>
        </p:nvSpPr>
        <p:spPr>
          <a:xfrm>
            <a:off x="9123578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268"/>
          <p:cNvSpPr/>
          <p:nvPr/>
        </p:nvSpPr>
        <p:spPr>
          <a:xfrm>
            <a:off x="9752762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269"/>
          <p:cNvSpPr/>
          <p:nvPr/>
        </p:nvSpPr>
        <p:spPr>
          <a:xfrm>
            <a:off x="10381945" y="4407408"/>
            <a:ext cx="629183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270"/>
          <p:cNvSpPr/>
          <p:nvPr/>
        </p:nvSpPr>
        <p:spPr>
          <a:xfrm>
            <a:off x="11011129" y="4407408"/>
            <a:ext cx="629183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271" descr="똑같이 6칸으로 나눈 띠, 4칸 색칠"/>
          <p:cNvSpPr/>
          <p:nvPr/>
        </p:nvSpPr>
        <p:spPr>
          <a:xfrm>
            <a:off x="7865212" y="4407408"/>
            <a:ext cx="3775100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stepno272"/>
          <p:cNvSpPr txBox="1"/>
          <p:nvPr/>
        </p:nvSpPr>
        <p:spPr>
          <a:xfrm>
            <a:off x="548640" y="2731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4-text273"/>
          <p:cNvSpPr txBox="1"/>
          <p:nvPr/>
        </p:nvSpPr>
        <p:spPr>
          <a:xfrm>
            <a:off x="1325880" y="268528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= 120초</a:t>
            </a:r>
            <a:endParaRPr lang="ko-KR" sz="3000" dirty="0"/>
          </a:p>
        </p:txBody>
      </p:sp>
      <p:sp>
        <p:nvSpPr>
          <p:cNvPr id="32" name="S04-stepno274"/>
          <p:cNvSpPr txBox="1"/>
          <p:nvPr/>
        </p:nvSpPr>
        <p:spPr>
          <a:xfrm>
            <a:off x="548640" y="3779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4-text275"/>
          <p:cNvSpPr txBox="1"/>
          <p:nvPr/>
        </p:nvSpPr>
        <p:spPr>
          <a:xfrm>
            <a:off x="1325880" y="37795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120초 + 40초 = 160초</a:t>
            </a:r>
            <a:endParaRPr lang="ko-KR" sz="3000" dirty="0"/>
          </a:p>
        </p:txBody>
      </p:sp>
      <p:sp>
        <p:nvSpPr>
          <p:cNvPr id="34" name="S04-stepno276"/>
          <p:cNvSpPr txBox="1"/>
          <p:nvPr/>
        </p:nvSpPr>
        <p:spPr>
          <a:xfrm>
            <a:off x="548640" y="44927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4-text277"/>
          <p:cNvSpPr txBox="1"/>
          <p:nvPr/>
        </p:nvSpPr>
        <p:spPr>
          <a:xfrm>
            <a:off x="1325880" y="44927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40초 = 160초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분과 초로 바꾸어요</a:t>
            </a:r>
            <a:endParaRPr lang="ko-KR" sz="4000" dirty="0"/>
          </a:p>
        </p:txBody>
      </p:sp>
      <p:sp>
        <p:nvSpPr>
          <p:cNvPr id="3" name="S05-card2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60초를 1분으로 묶어요.</a:t>
            </a:r>
            <a:endParaRPr lang="ko-KR" sz="3000" dirty="0"/>
          </a:p>
        </p:txBody>
      </p:sp>
      <p:sp>
        <p:nvSpPr>
          <p:cNvPr id="5" name="S05-text28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100초는 몇 분 몇 초일까요?</a:t>
            </a:r>
            <a:endParaRPr lang="ko-KR" sz="3000" dirty="0"/>
          </a:p>
        </p:txBody>
      </p:sp>
      <p:sp>
        <p:nvSpPr>
          <p:cNvPr id="6" name="S05-label281"/>
          <p:cNvSpPr txBox="1"/>
          <p:nvPr/>
        </p:nvSpPr>
        <p:spPr>
          <a:xfrm>
            <a:off x="6813652" y="291236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</a:t>
            </a:r>
            <a:endParaRPr lang="ko-KR" sz="2400" dirty="0"/>
          </a:p>
        </p:txBody>
      </p:sp>
      <p:sp>
        <p:nvSpPr>
          <p:cNvPr id="7" name="S05-cell282"/>
          <p:cNvSpPr/>
          <p:nvPr/>
        </p:nvSpPr>
        <p:spPr>
          <a:xfrm>
            <a:off x="7865212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283"/>
          <p:cNvSpPr/>
          <p:nvPr/>
        </p:nvSpPr>
        <p:spPr>
          <a:xfrm>
            <a:off x="8494395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284"/>
          <p:cNvSpPr/>
          <p:nvPr/>
        </p:nvSpPr>
        <p:spPr>
          <a:xfrm>
            <a:off x="9123578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285"/>
          <p:cNvSpPr/>
          <p:nvPr/>
        </p:nvSpPr>
        <p:spPr>
          <a:xfrm>
            <a:off x="9752762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286"/>
          <p:cNvSpPr/>
          <p:nvPr/>
        </p:nvSpPr>
        <p:spPr>
          <a:xfrm>
            <a:off x="10381945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287"/>
          <p:cNvSpPr/>
          <p:nvPr/>
        </p:nvSpPr>
        <p:spPr>
          <a:xfrm>
            <a:off x="11011129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figure288" descr="똑같이 6칸으로 나눈 띠, 6칸 색칠"/>
          <p:cNvSpPr/>
          <p:nvPr/>
        </p:nvSpPr>
        <p:spPr>
          <a:xfrm>
            <a:off x="7865212" y="2912364"/>
            <a:ext cx="37751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label289"/>
          <p:cNvSpPr txBox="1"/>
          <p:nvPr/>
        </p:nvSpPr>
        <p:spPr>
          <a:xfrm>
            <a:off x="6813652" y="399135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40초</a:t>
            </a:r>
            <a:endParaRPr lang="ko-KR" sz="2400" dirty="0"/>
          </a:p>
        </p:txBody>
      </p:sp>
      <p:sp>
        <p:nvSpPr>
          <p:cNvPr id="15" name="S05-cell290"/>
          <p:cNvSpPr/>
          <p:nvPr/>
        </p:nvSpPr>
        <p:spPr>
          <a:xfrm>
            <a:off x="7865212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291"/>
          <p:cNvSpPr/>
          <p:nvPr/>
        </p:nvSpPr>
        <p:spPr>
          <a:xfrm>
            <a:off x="8494395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292"/>
          <p:cNvSpPr/>
          <p:nvPr/>
        </p:nvSpPr>
        <p:spPr>
          <a:xfrm>
            <a:off x="9123578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293"/>
          <p:cNvSpPr/>
          <p:nvPr/>
        </p:nvSpPr>
        <p:spPr>
          <a:xfrm>
            <a:off x="9752762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294"/>
          <p:cNvSpPr/>
          <p:nvPr/>
        </p:nvSpPr>
        <p:spPr>
          <a:xfrm>
            <a:off x="10381945" y="3991356"/>
            <a:ext cx="629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295"/>
          <p:cNvSpPr/>
          <p:nvPr/>
        </p:nvSpPr>
        <p:spPr>
          <a:xfrm>
            <a:off x="11011129" y="3991356"/>
            <a:ext cx="629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296" descr="똑같이 6칸으로 나눈 띠, 4칸 색칠"/>
          <p:cNvSpPr/>
          <p:nvPr/>
        </p:nvSpPr>
        <p:spPr>
          <a:xfrm>
            <a:off x="7865212" y="3991356"/>
            <a:ext cx="37751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stepno29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298"/>
          <p:cNvSpPr txBox="1"/>
          <p:nvPr/>
        </p:nvSpPr>
        <p:spPr>
          <a:xfrm>
            <a:off x="1325880" y="2875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100초 안에 60초가 1번</a:t>
            </a:r>
            <a:endParaRPr lang="ko-KR" sz="3000" dirty="0"/>
          </a:p>
        </p:txBody>
      </p:sp>
      <p:sp>
        <p:nvSpPr>
          <p:cNvPr id="24" name="S05-stepno29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300"/>
          <p:cNvSpPr txBox="1"/>
          <p:nvPr/>
        </p:nvSpPr>
        <p:spPr>
          <a:xfrm>
            <a:off x="1325880" y="3589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100 − 60 = 40</a:t>
            </a:r>
            <a:endParaRPr lang="ko-KR" sz="3000" dirty="0"/>
          </a:p>
        </p:txBody>
      </p:sp>
      <p:sp>
        <p:nvSpPr>
          <p:cNvPr id="26" name="S05-stepno30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302"/>
          <p:cNvSpPr txBox="1"/>
          <p:nvPr/>
        </p:nvSpPr>
        <p:spPr>
          <a:xfrm>
            <a:off x="1325880" y="4302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100초 = 1분 40초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보아요</a:t>
            </a:r>
            <a:endParaRPr lang="ko-KR" sz="4000" dirty="0"/>
          </a:p>
        </p:txBody>
      </p:sp>
      <p:sp>
        <p:nvSpPr>
          <p:cNvPr id="3" name="S06-card3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3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60초예요.</a:t>
            </a:r>
            <a:endParaRPr lang="ko-KR" sz="3000" dirty="0"/>
          </a:p>
        </p:txBody>
      </p:sp>
      <p:sp>
        <p:nvSpPr>
          <p:cNvPr id="5" name="S06-chip30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6-eqtext30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□초</a:t>
            </a:r>
            <a:endParaRPr lang="ko-KR" sz="3400" dirty="0"/>
          </a:p>
        </p:txBody>
      </p:sp>
      <p:sp>
        <p:nvSpPr>
          <p:cNvPr id="7" name="S06-chip30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6-eqtext30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= □초</a:t>
            </a:r>
            <a:endParaRPr lang="ko-KR" sz="3400" dirty="0"/>
          </a:p>
        </p:txBody>
      </p:sp>
      <p:sp>
        <p:nvSpPr>
          <p:cNvPr id="9" name="S06-chip30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6-eqtext31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25초 = □초</a:t>
            </a:r>
            <a:endParaRPr lang="ko-KR" sz="3400" dirty="0"/>
          </a:p>
        </p:txBody>
      </p:sp>
      <p:sp>
        <p:nvSpPr>
          <p:cNvPr id="11" name="S06-chip31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6-eqtext31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150초 = □분 □초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3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30초는 몇 초일까요?</a:t>
            </a:r>
            <a:endParaRPr lang="ko-KR" sz="3000" dirty="0"/>
          </a:p>
        </p:txBody>
      </p:sp>
      <p:sp>
        <p:nvSpPr>
          <p:cNvPr id="5" name="S07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3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130초</a:t>
            </a:r>
            <a:endParaRPr lang="ko-KR" sz="2400" dirty="0"/>
          </a:p>
        </p:txBody>
      </p:sp>
      <p:sp>
        <p:nvSpPr>
          <p:cNvPr id="8" name="S07-text31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1분은 100초니까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+ 30 = 130</a:t>
            </a:r>
            <a:endParaRPr lang="ko-KR" sz="3000" dirty="0"/>
          </a:p>
        </p:txBody>
      </p:sp>
      <p:sp>
        <p:nvSpPr>
          <p:cNvPr id="9" name="S07-chip3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90초</a:t>
            </a:r>
            <a:endParaRPr lang="ko-KR" sz="2400" dirty="0"/>
          </a:p>
        </p:txBody>
      </p:sp>
      <p:sp>
        <p:nvSpPr>
          <p:cNvPr id="10" name="S07-text32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1분은 60초니까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+ 30 = 90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시간의 덧셈</a:t>
            </a:r>
            <a:endParaRPr lang="ko-KR" sz="4000" dirty="0"/>
          </a:p>
        </p:txBody>
      </p:sp>
      <p:sp>
        <p:nvSpPr>
          <p:cNvPr id="3" name="S08-text3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40초 + 1분 35초를 세로로 계산해요.</a:t>
            </a:r>
            <a:endParaRPr lang="ko-KR" sz="3000" dirty="0"/>
          </a:p>
        </p:txBody>
      </p:sp>
      <p:sp>
        <p:nvSpPr>
          <p:cNvPr id="4" name="S08-card3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3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60초는 1분으로 받아올려요.</a:t>
            </a:r>
            <a:endParaRPr lang="ko-KR" sz="3000" dirty="0"/>
          </a:p>
        </p:txBody>
      </p:sp>
      <p:graphicFrame>
        <p:nvGraphicFramePr>
          <p:cNvPr id="9" name="S08-table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18821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32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326"/>
          <p:cNvSpPr txBox="1"/>
          <p:nvPr/>
        </p:nvSpPr>
        <p:spPr>
          <a:xfrm>
            <a:off x="1325880" y="238810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초: 40 + 35 = 75</a:t>
            </a:r>
            <a:endParaRPr lang="ko-KR" sz="3000" dirty="0"/>
          </a:p>
        </p:txBody>
      </p:sp>
      <p:sp>
        <p:nvSpPr>
          <p:cNvPr id="9" name="S08-stepno32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328"/>
          <p:cNvSpPr txBox="1"/>
          <p:nvPr/>
        </p:nvSpPr>
        <p:spPr>
          <a:xfrm>
            <a:off x="1325880" y="3101340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75초 = 1분 15초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쓰고 1분을 올려요.</a:t>
            </a:r>
            <a:endParaRPr lang="ko-KR" sz="3000" dirty="0"/>
          </a:p>
        </p:txBody>
      </p:sp>
      <p:sp>
        <p:nvSpPr>
          <p:cNvPr id="11" name="S08-stepno32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330"/>
          <p:cNvSpPr txBox="1"/>
          <p:nvPr/>
        </p:nvSpPr>
        <p:spPr>
          <a:xfrm>
            <a:off x="1325880" y="419557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시간의 뺄셈</a:t>
            </a:r>
            <a:endParaRPr lang="ko-KR" sz="4000" dirty="0"/>
          </a:p>
        </p:txBody>
      </p:sp>
      <p:sp>
        <p:nvSpPr>
          <p:cNvPr id="3" name="S09-text3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20초 − 2분 45초를 세로로 계산해요.</a:t>
            </a:r>
            <a:endParaRPr lang="ko-KR" sz="3000" dirty="0"/>
          </a:p>
        </p:txBody>
      </p:sp>
      <p:sp>
        <p:nvSpPr>
          <p:cNvPr id="4" name="S09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1분은 60초예요.</a:t>
            </a:r>
            <a:endParaRPr lang="ko-KR" sz="3000" dirty="0"/>
          </a:p>
        </p:txBody>
      </p:sp>
      <p:graphicFrame>
        <p:nvGraphicFramePr>
          <p:cNvPr id="10" name="S09-table3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18821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33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336"/>
          <p:cNvSpPr txBox="1"/>
          <p:nvPr/>
        </p:nvSpPr>
        <p:spPr>
          <a:xfrm>
            <a:off x="1325880" y="238810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초: 20에서 45를 뺄 수 없어요.</a:t>
            </a:r>
            <a:endParaRPr lang="ko-KR" sz="3000" dirty="0"/>
          </a:p>
        </p:txBody>
      </p:sp>
      <p:sp>
        <p:nvSpPr>
          <p:cNvPr id="9" name="S09-stepno33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338"/>
          <p:cNvSpPr txBox="1"/>
          <p:nvPr/>
        </p:nvSpPr>
        <p:spPr>
          <a:xfrm>
            <a:off x="1325880" y="3101340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1분을 60초로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+ 20 − 45 = 35</a:t>
            </a:r>
            <a:endParaRPr lang="ko-KR" sz="3000" dirty="0"/>
          </a:p>
        </p:txBody>
      </p:sp>
      <p:sp>
        <p:nvSpPr>
          <p:cNvPr id="11" name="S09-stepno33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340"/>
          <p:cNvSpPr txBox="1"/>
          <p:nvPr/>
        </p:nvSpPr>
        <p:spPr>
          <a:xfrm>
            <a:off x="1325880" y="419557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시각 구하기</a:t>
            </a:r>
            <a:endParaRPr lang="ko-KR" sz="4000" dirty="0"/>
          </a:p>
        </p:txBody>
      </p:sp>
      <p:sp>
        <p:nvSpPr>
          <p:cNvPr id="3" name="S10-text3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40분에 시작해서 1시간 35분 동안 했어요.</a:t>
            </a:r>
            <a:endParaRPr lang="ko-KR" sz="3000" dirty="0"/>
          </a:p>
        </p:txBody>
      </p:sp>
      <p:sp>
        <p:nvSpPr>
          <p:cNvPr id="4" name="S10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시각은 11시 15분이에요.</a:t>
            </a:r>
            <a:endParaRPr lang="ko-KR" sz="3000" dirty="0"/>
          </a:p>
        </p:txBody>
      </p:sp>
      <p:graphicFrame>
        <p:nvGraphicFramePr>
          <p:cNvPr id="11" name="S10-table3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18821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34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346"/>
          <p:cNvSpPr txBox="1"/>
          <p:nvPr/>
        </p:nvSpPr>
        <p:spPr>
          <a:xfrm>
            <a:off x="1325880" y="238810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분: 40 + 35 = 75</a:t>
            </a:r>
            <a:endParaRPr lang="ko-KR" sz="3000" dirty="0"/>
          </a:p>
        </p:txBody>
      </p:sp>
      <p:sp>
        <p:nvSpPr>
          <p:cNvPr id="9" name="S10-stepno34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348"/>
          <p:cNvSpPr txBox="1"/>
          <p:nvPr/>
        </p:nvSpPr>
        <p:spPr>
          <a:xfrm>
            <a:off x="1325880" y="3101340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75분 = 1시간 15분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1시간을 올려요.</a:t>
            </a:r>
            <a:endParaRPr lang="ko-KR" sz="3000" dirty="0"/>
          </a:p>
        </p:txBody>
      </p:sp>
      <p:sp>
        <p:nvSpPr>
          <p:cNvPr id="11" name="S10-stepno34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350"/>
          <p:cNvSpPr txBox="1"/>
          <p:nvPr/>
        </p:nvSpPr>
        <p:spPr>
          <a:xfrm>
            <a:off x="1325880" y="419557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시: 1 + 9 + 1 = 11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3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3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60초는 1분, 60분은 1시간으로 올려요.</a:t>
            </a:r>
            <a:endParaRPr lang="ko-KR" sz="3000" dirty="0"/>
          </a:p>
        </p:txBody>
      </p:sp>
      <p:graphicFrame>
        <p:nvGraphicFramePr>
          <p:cNvPr id="12" name="S11-table3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1701419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354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세로로</a:t>
            </a:r>
            <a:endParaRPr lang="ko-KR" sz="2400" dirty="0"/>
          </a:p>
        </p:txBody>
      </p:sp>
      <p:sp>
        <p:nvSpPr>
          <p:cNvPr id="7" name="S11-chip35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356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35초 + 2분 50초</a:t>
            </a:r>
            <a:endParaRPr lang="ko-KR" sz="2800" dirty="0"/>
          </a:p>
        </p:txBody>
      </p:sp>
      <p:sp>
        <p:nvSpPr>
          <p:cNvPr id="9" name="S11-chip35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358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 10초 − 1분 25초</a:t>
            </a:r>
            <a:endParaRPr lang="ko-KR" sz="2800" dirty="0"/>
          </a:p>
        </p:txBody>
      </p:sp>
      <p:sp>
        <p:nvSpPr>
          <p:cNvPr id="11" name="S11-chip35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360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50분 + 30분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3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36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36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50초 = □초</a:t>
            </a:r>
            <a:endParaRPr lang="ko-KR" sz="3000" dirty="0"/>
          </a:p>
        </p:txBody>
      </p:sp>
      <p:sp>
        <p:nvSpPr>
          <p:cNvPr id="6" name="S12-chip36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36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200초 = □분 □초</a:t>
            </a:r>
            <a:endParaRPr lang="ko-KR" sz="3000" dirty="0"/>
          </a:p>
        </p:txBody>
      </p:sp>
      <p:sp>
        <p:nvSpPr>
          <p:cNvPr id="8" name="S12-chip36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36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40초 + 2분 55초</a:t>
            </a:r>
            <a:endParaRPr lang="ko-KR" sz="3000" dirty="0"/>
          </a:p>
        </p:txBody>
      </p:sp>
      <p:sp>
        <p:nvSpPr>
          <p:cNvPr id="10" name="S12-chip36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36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 10초 − 4분 35초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답은?</a:t>
            </a:r>
            <a:endParaRPr lang="ko-KR" sz="4000" dirty="0"/>
          </a:p>
        </p:txBody>
      </p:sp>
      <p:sp>
        <p:nvSpPr>
          <p:cNvPr id="3" name="S14-text3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 15초 − 2분 40초를 계산했어요.</a:t>
            </a:r>
            <a:endParaRPr lang="ko-KR" sz="3000" dirty="0"/>
          </a:p>
        </p:txBody>
      </p:sp>
      <p:sp>
        <p:nvSpPr>
          <p:cNvPr id="4" name="S14-card3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3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답을 고르고, 까닭을 말해요.</a:t>
            </a:r>
            <a:endParaRPr lang="ko-KR" sz="3000" dirty="0"/>
          </a:p>
        </p:txBody>
      </p:sp>
      <p:sp>
        <p:nvSpPr>
          <p:cNvPr id="6" name="S14-chip37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37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 25초</a:t>
            </a:r>
            <a:endParaRPr lang="ko-KR" sz="4400" dirty="0"/>
          </a:p>
        </p:txBody>
      </p:sp>
      <p:sp>
        <p:nvSpPr>
          <p:cNvPr id="8" name="S14-chip37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37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75초</a:t>
            </a:r>
            <a:endParaRPr lang="ko-KR" sz="4400" dirty="0"/>
          </a:p>
        </p:txBody>
      </p:sp>
      <p:sp>
        <p:nvSpPr>
          <p:cNvPr id="10" name="S14-chip3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37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35초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3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3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60초예요. 60초가 되면 1분으로 올려요.</a:t>
            </a:r>
            <a:endParaRPr lang="ko-KR" sz="3000" dirty="0"/>
          </a:p>
        </p:txBody>
      </p:sp>
      <p:sp>
        <p:nvSpPr>
          <p:cNvPr id="5" name="S15-chip3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단위끼리 계산하기</a:t>
            </a:r>
            <a:endParaRPr lang="ko-KR" sz="2400" dirty="0"/>
          </a:p>
        </p:txBody>
      </p:sp>
      <p:sp>
        <p:nvSpPr>
          <p:cNvPr id="6" name="S15-chip3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1분을 100초로 생각하기</a:t>
            </a:r>
            <a:endParaRPr lang="ko-KR" sz="2400" dirty="0"/>
          </a:p>
        </p:txBody>
      </p:sp>
      <p:sp>
        <p:nvSpPr>
          <p:cNvPr id="7" name="S15-text3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3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1분 20초는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초?</a:t>
            </a:r>
            <a:endParaRPr lang="ko-KR" sz="2400" dirty="0"/>
          </a:p>
        </p:txBody>
      </p:sp>
      <p:sp>
        <p:nvSpPr>
          <p:cNvPr id="9" name="S15-text3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150초는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 몇 초?</a:t>
            </a:r>
            <a:endParaRPr lang="ko-KR" sz="2400" dirty="0"/>
          </a:p>
        </p:txBody>
      </p:sp>
      <p:sp>
        <p:nvSpPr>
          <p:cNvPr id="10" name="S15-text3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3분 30초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+ 1분 40초는?</a:t>
            </a:r>
            <a:endParaRPr lang="ko-KR" sz="2400" dirty="0"/>
          </a:p>
        </p:txBody>
      </p:sp>
      <p:sp>
        <p:nvSpPr>
          <p:cNvPr id="11" name="S15-text3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들이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1시간은 60분</a:t>
            </a:r>
            <a:endParaRPr lang="ko-KR" sz="4000" dirty="0"/>
          </a:p>
        </p:txBody>
      </p:sp>
      <p:sp>
        <p:nvSpPr>
          <p:cNvPr id="3" name="S16-card38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38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80분 = 60분 + 20분 = 1시간 20분</a:t>
            </a:r>
            <a:endParaRPr lang="ko-KR" sz="3000" dirty="0"/>
          </a:p>
        </p:txBody>
      </p:sp>
      <p:sp>
        <p:nvSpPr>
          <p:cNvPr id="5" name="S16-figure390" descr="시계: 1시"/>
          <p:cNvSpPr/>
          <p:nvPr/>
        </p:nvSpPr>
        <p:spPr>
          <a:xfrm>
            <a:off x="1773174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391"/>
          <p:cNvSpPr/>
          <p:nvPr/>
        </p:nvSpPr>
        <p:spPr>
          <a:xfrm>
            <a:off x="3241548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392"/>
          <p:cNvSpPr/>
          <p:nvPr/>
        </p:nvSpPr>
        <p:spPr>
          <a:xfrm flipH="1">
            <a:off x="3383537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393"/>
          <p:cNvSpPr/>
          <p:nvPr/>
        </p:nvSpPr>
        <p:spPr>
          <a:xfrm flipH="1">
            <a:off x="3523971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394"/>
          <p:cNvSpPr/>
          <p:nvPr/>
        </p:nvSpPr>
        <p:spPr>
          <a:xfrm flipH="1">
            <a:off x="3661310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395"/>
          <p:cNvSpPr/>
          <p:nvPr/>
        </p:nvSpPr>
        <p:spPr>
          <a:xfrm flipH="1">
            <a:off x="3794051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396"/>
          <p:cNvSpPr/>
          <p:nvPr/>
        </p:nvSpPr>
        <p:spPr>
          <a:xfrm flipH="1">
            <a:off x="3876686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397"/>
          <p:cNvSpPr/>
          <p:nvPr/>
        </p:nvSpPr>
        <p:spPr>
          <a:xfrm flipH="1">
            <a:off x="4039983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398"/>
          <p:cNvSpPr/>
          <p:nvPr/>
        </p:nvSpPr>
        <p:spPr>
          <a:xfrm flipH="1">
            <a:off x="4150481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399"/>
          <p:cNvSpPr/>
          <p:nvPr/>
        </p:nvSpPr>
        <p:spPr>
          <a:xfrm flipH="1">
            <a:off x="425102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400"/>
          <p:cNvSpPr/>
          <p:nvPr/>
        </p:nvSpPr>
        <p:spPr>
          <a:xfrm flipH="1">
            <a:off x="4340500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401"/>
          <p:cNvSpPr/>
          <p:nvPr/>
        </p:nvSpPr>
        <p:spPr>
          <a:xfrm flipH="1">
            <a:off x="4341640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402"/>
          <p:cNvSpPr/>
          <p:nvPr/>
        </p:nvSpPr>
        <p:spPr>
          <a:xfrm flipH="1">
            <a:off x="4482489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403"/>
          <p:cNvSpPr/>
          <p:nvPr/>
        </p:nvSpPr>
        <p:spPr>
          <a:xfrm flipH="1">
            <a:off x="453344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404"/>
          <p:cNvSpPr/>
          <p:nvPr/>
        </p:nvSpPr>
        <p:spPr>
          <a:xfrm flipH="1">
            <a:off x="4570243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405"/>
          <p:cNvSpPr/>
          <p:nvPr/>
        </p:nvSpPr>
        <p:spPr>
          <a:xfrm flipH="1">
            <a:off x="4592486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406"/>
          <p:cNvSpPr/>
          <p:nvPr/>
        </p:nvSpPr>
        <p:spPr>
          <a:xfrm flipH="1">
            <a:off x="4511825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407"/>
          <p:cNvSpPr/>
          <p:nvPr/>
        </p:nvSpPr>
        <p:spPr>
          <a:xfrm flipH="1" flipV="1">
            <a:off x="4592486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408"/>
          <p:cNvSpPr/>
          <p:nvPr/>
        </p:nvSpPr>
        <p:spPr>
          <a:xfrm flipH="1" flipV="1">
            <a:off x="4570243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409"/>
          <p:cNvSpPr/>
          <p:nvPr/>
        </p:nvSpPr>
        <p:spPr>
          <a:xfrm flipH="1" flipV="1">
            <a:off x="453344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410"/>
          <p:cNvSpPr/>
          <p:nvPr/>
        </p:nvSpPr>
        <p:spPr>
          <a:xfrm flipH="1" flipV="1">
            <a:off x="4482489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411"/>
          <p:cNvSpPr/>
          <p:nvPr/>
        </p:nvSpPr>
        <p:spPr>
          <a:xfrm flipH="1" flipV="1">
            <a:off x="4341640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412"/>
          <p:cNvSpPr/>
          <p:nvPr/>
        </p:nvSpPr>
        <p:spPr>
          <a:xfrm flipH="1" flipV="1">
            <a:off x="4340500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413"/>
          <p:cNvSpPr/>
          <p:nvPr/>
        </p:nvSpPr>
        <p:spPr>
          <a:xfrm flipH="1" flipV="1">
            <a:off x="425102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414"/>
          <p:cNvSpPr/>
          <p:nvPr/>
        </p:nvSpPr>
        <p:spPr>
          <a:xfrm flipH="1" flipV="1">
            <a:off x="4150481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415"/>
          <p:cNvSpPr/>
          <p:nvPr/>
        </p:nvSpPr>
        <p:spPr>
          <a:xfrm flipH="1" flipV="1">
            <a:off x="4039983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416"/>
          <p:cNvSpPr/>
          <p:nvPr/>
        </p:nvSpPr>
        <p:spPr>
          <a:xfrm flipH="1" flipV="1">
            <a:off x="3876686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417"/>
          <p:cNvSpPr/>
          <p:nvPr/>
        </p:nvSpPr>
        <p:spPr>
          <a:xfrm flipH="1" flipV="1">
            <a:off x="3794051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418"/>
          <p:cNvSpPr/>
          <p:nvPr/>
        </p:nvSpPr>
        <p:spPr>
          <a:xfrm flipH="1" flipV="1">
            <a:off x="3661310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419"/>
          <p:cNvSpPr/>
          <p:nvPr/>
        </p:nvSpPr>
        <p:spPr>
          <a:xfrm flipH="1" flipV="1">
            <a:off x="3523971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420"/>
          <p:cNvSpPr/>
          <p:nvPr/>
        </p:nvSpPr>
        <p:spPr>
          <a:xfrm flipH="1" flipV="1">
            <a:off x="3383537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421"/>
          <p:cNvSpPr/>
          <p:nvPr/>
        </p:nvSpPr>
        <p:spPr>
          <a:xfrm flipV="1">
            <a:off x="3241548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422"/>
          <p:cNvSpPr/>
          <p:nvPr/>
        </p:nvSpPr>
        <p:spPr>
          <a:xfrm flipV="1">
            <a:off x="3091884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423"/>
          <p:cNvSpPr/>
          <p:nvPr/>
        </p:nvSpPr>
        <p:spPr>
          <a:xfrm flipV="1">
            <a:off x="2943860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424"/>
          <p:cNvSpPr/>
          <p:nvPr/>
        </p:nvSpPr>
        <p:spPr>
          <a:xfrm flipV="1">
            <a:off x="2799098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425"/>
          <p:cNvSpPr/>
          <p:nvPr/>
        </p:nvSpPr>
        <p:spPr>
          <a:xfrm flipV="1">
            <a:off x="2659183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426"/>
          <p:cNvSpPr/>
          <p:nvPr/>
        </p:nvSpPr>
        <p:spPr>
          <a:xfrm flipV="1">
            <a:off x="2525649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427"/>
          <p:cNvSpPr/>
          <p:nvPr/>
        </p:nvSpPr>
        <p:spPr>
          <a:xfrm flipV="1">
            <a:off x="2399958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428"/>
          <p:cNvSpPr/>
          <p:nvPr/>
        </p:nvSpPr>
        <p:spPr>
          <a:xfrm flipV="1">
            <a:off x="2283488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429"/>
          <p:cNvSpPr/>
          <p:nvPr/>
        </p:nvSpPr>
        <p:spPr>
          <a:xfrm flipV="1">
            <a:off x="2177515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430"/>
          <p:cNvSpPr/>
          <p:nvPr/>
        </p:nvSpPr>
        <p:spPr>
          <a:xfrm flipV="1">
            <a:off x="2083199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431"/>
          <p:cNvSpPr/>
          <p:nvPr/>
        </p:nvSpPr>
        <p:spPr>
          <a:xfrm flipV="1">
            <a:off x="2001575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432"/>
          <p:cNvSpPr/>
          <p:nvPr/>
        </p:nvSpPr>
        <p:spPr>
          <a:xfrm flipV="1">
            <a:off x="193353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433"/>
          <p:cNvSpPr/>
          <p:nvPr/>
        </p:nvSpPr>
        <p:spPr>
          <a:xfrm flipV="1">
            <a:off x="1879827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434"/>
          <p:cNvSpPr/>
          <p:nvPr/>
        </p:nvSpPr>
        <p:spPr>
          <a:xfrm flipV="1">
            <a:off x="1841038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435"/>
          <p:cNvSpPr/>
          <p:nvPr/>
        </p:nvSpPr>
        <p:spPr>
          <a:xfrm flipV="1">
            <a:off x="1817594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436"/>
          <p:cNvSpPr/>
          <p:nvPr/>
        </p:nvSpPr>
        <p:spPr>
          <a:xfrm>
            <a:off x="1809750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437"/>
          <p:cNvSpPr/>
          <p:nvPr/>
        </p:nvSpPr>
        <p:spPr>
          <a:xfrm>
            <a:off x="1817594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438"/>
          <p:cNvSpPr/>
          <p:nvPr/>
        </p:nvSpPr>
        <p:spPr>
          <a:xfrm>
            <a:off x="1841038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439"/>
          <p:cNvSpPr/>
          <p:nvPr/>
        </p:nvSpPr>
        <p:spPr>
          <a:xfrm>
            <a:off x="1879827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440"/>
          <p:cNvSpPr/>
          <p:nvPr/>
        </p:nvSpPr>
        <p:spPr>
          <a:xfrm>
            <a:off x="193353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441"/>
          <p:cNvSpPr/>
          <p:nvPr/>
        </p:nvSpPr>
        <p:spPr>
          <a:xfrm>
            <a:off x="2001575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442"/>
          <p:cNvSpPr/>
          <p:nvPr/>
        </p:nvSpPr>
        <p:spPr>
          <a:xfrm>
            <a:off x="2083199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443"/>
          <p:cNvSpPr/>
          <p:nvPr/>
        </p:nvSpPr>
        <p:spPr>
          <a:xfrm>
            <a:off x="2177515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444"/>
          <p:cNvSpPr/>
          <p:nvPr/>
        </p:nvSpPr>
        <p:spPr>
          <a:xfrm>
            <a:off x="2283488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445"/>
          <p:cNvSpPr/>
          <p:nvPr/>
        </p:nvSpPr>
        <p:spPr>
          <a:xfrm>
            <a:off x="2399958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446"/>
          <p:cNvSpPr/>
          <p:nvPr/>
        </p:nvSpPr>
        <p:spPr>
          <a:xfrm>
            <a:off x="2525649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447"/>
          <p:cNvSpPr/>
          <p:nvPr/>
        </p:nvSpPr>
        <p:spPr>
          <a:xfrm>
            <a:off x="2659183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448"/>
          <p:cNvSpPr/>
          <p:nvPr/>
        </p:nvSpPr>
        <p:spPr>
          <a:xfrm>
            <a:off x="2799098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449"/>
          <p:cNvSpPr/>
          <p:nvPr/>
        </p:nvSpPr>
        <p:spPr>
          <a:xfrm>
            <a:off x="2943860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450"/>
          <p:cNvSpPr/>
          <p:nvPr/>
        </p:nvSpPr>
        <p:spPr>
          <a:xfrm>
            <a:off x="3091884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451"/>
          <p:cNvSpPr txBox="1"/>
          <p:nvPr/>
        </p:nvSpPr>
        <p:spPr>
          <a:xfrm>
            <a:off x="354723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7" name="S16-label452"/>
          <p:cNvSpPr txBox="1"/>
          <p:nvPr/>
        </p:nvSpPr>
        <p:spPr>
          <a:xfrm>
            <a:off x="397183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8" name="S16-label453"/>
          <p:cNvSpPr txBox="1"/>
          <p:nvPr/>
        </p:nvSpPr>
        <p:spPr>
          <a:xfrm>
            <a:off x="412724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9" name="S16-label454"/>
          <p:cNvSpPr txBox="1"/>
          <p:nvPr/>
        </p:nvSpPr>
        <p:spPr>
          <a:xfrm>
            <a:off x="397183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70" name="S16-label455"/>
          <p:cNvSpPr txBox="1"/>
          <p:nvPr/>
        </p:nvSpPr>
        <p:spPr>
          <a:xfrm>
            <a:off x="354723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1" name="S16-label456"/>
          <p:cNvSpPr txBox="1"/>
          <p:nvPr/>
        </p:nvSpPr>
        <p:spPr>
          <a:xfrm>
            <a:off x="2967228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2" name="S16-label457"/>
          <p:cNvSpPr txBox="1"/>
          <p:nvPr/>
        </p:nvSpPr>
        <p:spPr>
          <a:xfrm>
            <a:off x="2387220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3" name="S16-label458"/>
          <p:cNvSpPr txBox="1"/>
          <p:nvPr/>
        </p:nvSpPr>
        <p:spPr>
          <a:xfrm>
            <a:off x="1962625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4" name="S16-label459"/>
          <p:cNvSpPr txBox="1"/>
          <p:nvPr/>
        </p:nvSpPr>
        <p:spPr>
          <a:xfrm>
            <a:off x="180721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5" name="S16-label460"/>
          <p:cNvSpPr txBox="1"/>
          <p:nvPr/>
        </p:nvSpPr>
        <p:spPr>
          <a:xfrm>
            <a:off x="1962625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6" name="S16-label461"/>
          <p:cNvSpPr txBox="1"/>
          <p:nvPr/>
        </p:nvSpPr>
        <p:spPr>
          <a:xfrm>
            <a:off x="2387220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7" name="S16-label462"/>
          <p:cNvSpPr txBox="1"/>
          <p:nvPr/>
        </p:nvSpPr>
        <p:spPr>
          <a:xfrm>
            <a:off x="2967228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8" name="S16-line463"/>
          <p:cNvSpPr/>
          <p:nvPr/>
        </p:nvSpPr>
        <p:spPr>
          <a:xfrm flipV="1">
            <a:off x="3241548" y="2234728"/>
            <a:ext cx="323042" cy="55952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464"/>
          <p:cNvSpPr/>
          <p:nvPr/>
        </p:nvSpPr>
        <p:spPr>
          <a:xfrm flipV="1">
            <a:off x="3241548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465"/>
          <p:cNvSpPr/>
          <p:nvPr/>
        </p:nvSpPr>
        <p:spPr>
          <a:xfrm>
            <a:off x="3186684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466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82" name="S16-figure467" descr="시계: 2시"/>
          <p:cNvSpPr/>
          <p:nvPr/>
        </p:nvSpPr>
        <p:spPr>
          <a:xfrm>
            <a:off x="7479030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468"/>
          <p:cNvSpPr/>
          <p:nvPr/>
        </p:nvSpPr>
        <p:spPr>
          <a:xfrm>
            <a:off x="8947404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469"/>
          <p:cNvSpPr/>
          <p:nvPr/>
        </p:nvSpPr>
        <p:spPr>
          <a:xfrm flipH="1">
            <a:off x="9089393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470"/>
          <p:cNvSpPr/>
          <p:nvPr/>
        </p:nvSpPr>
        <p:spPr>
          <a:xfrm flipH="1">
            <a:off x="9229827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471"/>
          <p:cNvSpPr/>
          <p:nvPr/>
        </p:nvSpPr>
        <p:spPr>
          <a:xfrm flipH="1">
            <a:off x="9367166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472"/>
          <p:cNvSpPr/>
          <p:nvPr/>
        </p:nvSpPr>
        <p:spPr>
          <a:xfrm flipH="1">
            <a:off x="9499907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473"/>
          <p:cNvSpPr/>
          <p:nvPr/>
        </p:nvSpPr>
        <p:spPr>
          <a:xfrm flipH="1">
            <a:off x="9582542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474"/>
          <p:cNvSpPr/>
          <p:nvPr/>
        </p:nvSpPr>
        <p:spPr>
          <a:xfrm flipH="1">
            <a:off x="9745839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475"/>
          <p:cNvSpPr/>
          <p:nvPr/>
        </p:nvSpPr>
        <p:spPr>
          <a:xfrm flipH="1">
            <a:off x="9856337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476"/>
          <p:cNvSpPr/>
          <p:nvPr/>
        </p:nvSpPr>
        <p:spPr>
          <a:xfrm flipH="1">
            <a:off x="9956877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477"/>
          <p:cNvSpPr/>
          <p:nvPr/>
        </p:nvSpPr>
        <p:spPr>
          <a:xfrm flipH="1">
            <a:off x="10046356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478"/>
          <p:cNvSpPr/>
          <p:nvPr/>
        </p:nvSpPr>
        <p:spPr>
          <a:xfrm flipH="1">
            <a:off x="10047496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479"/>
          <p:cNvSpPr/>
          <p:nvPr/>
        </p:nvSpPr>
        <p:spPr>
          <a:xfrm flipH="1">
            <a:off x="1018834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480"/>
          <p:cNvSpPr/>
          <p:nvPr/>
        </p:nvSpPr>
        <p:spPr>
          <a:xfrm flipH="1">
            <a:off x="10239299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481"/>
          <p:cNvSpPr/>
          <p:nvPr/>
        </p:nvSpPr>
        <p:spPr>
          <a:xfrm flipH="1">
            <a:off x="10276099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482"/>
          <p:cNvSpPr/>
          <p:nvPr/>
        </p:nvSpPr>
        <p:spPr>
          <a:xfrm flipH="1">
            <a:off x="10298342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483"/>
          <p:cNvSpPr/>
          <p:nvPr/>
        </p:nvSpPr>
        <p:spPr>
          <a:xfrm flipH="1">
            <a:off x="10217681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484"/>
          <p:cNvSpPr/>
          <p:nvPr/>
        </p:nvSpPr>
        <p:spPr>
          <a:xfrm flipH="1" flipV="1">
            <a:off x="10298342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485"/>
          <p:cNvSpPr/>
          <p:nvPr/>
        </p:nvSpPr>
        <p:spPr>
          <a:xfrm flipH="1" flipV="1">
            <a:off x="10276099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486"/>
          <p:cNvSpPr/>
          <p:nvPr/>
        </p:nvSpPr>
        <p:spPr>
          <a:xfrm flipH="1" flipV="1">
            <a:off x="10239299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487"/>
          <p:cNvSpPr/>
          <p:nvPr/>
        </p:nvSpPr>
        <p:spPr>
          <a:xfrm flipH="1" flipV="1">
            <a:off x="1018834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488"/>
          <p:cNvSpPr/>
          <p:nvPr/>
        </p:nvSpPr>
        <p:spPr>
          <a:xfrm flipH="1" flipV="1">
            <a:off x="10047496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489"/>
          <p:cNvSpPr/>
          <p:nvPr/>
        </p:nvSpPr>
        <p:spPr>
          <a:xfrm flipH="1" flipV="1">
            <a:off x="10046356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490"/>
          <p:cNvSpPr/>
          <p:nvPr/>
        </p:nvSpPr>
        <p:spPr>
          <a:xfrm flipH="1" flipV="1">
            <a:off x="9956877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491"/>
          <p:cNvSpPr/>
          <p:nvPr/>
        </p:nvSpPr>
        <p:spPr>
          <a:xfrm flipH="1" flipV="1">
            <a:off x="9856337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492"/>
          <p:cNvSpPr/>
          <p:nvPr/>
        </p:nvSpPr>
        <p:spPr>
          <a:xfrm flipH="1" flipV="1">
            <a:off x="9745839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493"/>
          <p:cNvSpPr/>
          <p:nvPr/>
        </p:nvSpPr>
        <p:spPr>
          <a:xfrm flipH="1" flipV="1">
            <a:off x="9582542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494"/>
          <p:cNvSpPr/>
          <p:nvPr/>
        </p:nvSpPr>
        <p:spPr>
          <a:xfrm flipH="1" flipV="1">
            <a:off x="9499907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495"/>
          <p:cNvSpPr/>
          <p:nvPr/>
        </p:nvSpPr>
        <p:spPr>
          <a:xfrm flipH="1" flipV="1">
            <a:off x="9367166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496"/>
          <p:cNvSpPr/>
          <p:nvPr/>
        </p:nvSpPr>
        <p:spPr>
          <a:xfrm flipH="1" flipV="1">
            <a:off x="9229827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497"/>
          <p:cNvSpPr/>
          <p:nvPr/>
        </p:nvSpPr>
        <p:spPr>
          <a:xfrm flipH="1" flipV="1">
            <a:off x="9089393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498"/>
          <p:cNvSpPr/>
          <p:nvPr/>
        </p:nvSpPr>
        <p:spPr>
          <a:xfrm flipV="1">
            <a:off x="8947404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499"/>
          <p:cNvSpPr/>
          <p:nvPr/>
        </p:nvSpPr>
        <p:spPr>
          <a:xfrm flipV="1">
            <a:off x="8797740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500"/>
          <p:cNvSpPr/>
          <p:nvPr/>
        </p:nvSpPr>
        <p:spPr>
          <a:xfrm flipV="1">
            <a:off x="8649716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501"/>
          <p:cNvSpPr/>
          <p:nvPr/>
        </p:nvSpPr>
        <p:spPr>
          <a:xfrm flipV="1">
            <a:off x="8504954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502"/>
          <p:cNvSpPr/>
          <p:nvPr/>
        </p:nvSpPr>
        <p:spPr>
          <a:xfrm flipV="1">
            <a:off x="8365039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503"/>
          <p:cNvSpPr/>
          <p:nvPr/>
        </p:nvSpPr>
        <p:spPr>
          <a:xfrm flipV="1">
            <a:off x="8231505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504"/>
          <p:cNvSpPr/>
          <p:nvPr/>
        </p:nvSpPr>
        <p:spPr>
          <a:xfrm flipV="1">
            <a:off x="8105814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505"/>
          <p:cNvSpPr/>
          <p:nvPr/>
        </p:nvSpPr>
        <p:spPr>
          <a:xfrm flipV="1">
            <a:off x="7989344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506"/>
          <p:cNvSpPr/>
          <p:nvPr/>
        </p:nvSpPr>
        <p:spPr>
          <a:xfrm flipV="1">
            <a:off x="788337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507"/>
          <p:cNvSpPr/>
          <p:nvPr/>
        </p:nvSpPr>
        <p:spPr>
          <a:xfrm flipV="1">
            <a:off x="7789055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508"/>
          <p:cNvSpPr/>
          <p:nvPr/>
        </p:nvSpPr>
        <p:spPr>
          <a:xfrm flipV="1">
            <a:off x="7707431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509"/>
          <p:cNvSpPr/>
          <p:nvPr/>
        </p:nvSpPr>
        <p:spPr>
          <a:xfrm flipV="1">
            <a:off x="7639391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510"/>
          <p:cNvSpPr/>
          <p:nvPr/>
        </p:nvSpPr>
        <p:spPr>
          <a:xfrm flipV="1">
            <a:off x="758568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511"/>
          <p:cNvSpPr/>
          <p:nvPr/>
        </p:nvSpPr>
        <p:spPr>
          <a:xfrm flipV="1">
            <a:off x="7546894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512"/>
          <p:cNvSpPr/>
          <p:nvPr/>
        </p:nvSpPr>
        <p:spPr>
          <a:xfrm flipV="1">
            <a:off x="7523450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513"/>
          <p:cNvSpPr/>
          <p:nvPr/>
        </p:nvSpPr>
        <p:spPr>
          <a:xfrm>
            <a:off x="7515606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514"/>
          <p:cNvSpPr/>
          <p:nvPr/>
        </p:nvSpPr>
        <p:spPr>
          <a:xfrm>
            <a:off x="7523450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515"/>
          <p:cNvSpPr/>
          <p:nvPr/>
        </p:nvSpPr>
        <p:spPr>
          <a:xfrm>
            <a:off x="7546894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516"/>
          <p:cNvSpPr/>
          <p:nvPr/>
        </p:nvSpPr>
        <p:spPr>
          <a:xfrm>
            <a:off x="758568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517"/>
          <p:cNvSpPr/>
          <p:nvPr/>
        </p:nvSpPr>
        <p:spPr>
          <a:xfrm>
            <a:off x="7639391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518"/>
          <p:cNvSpPr/>
          <p:nvPr/>
        </p:nvSpPr>
        <p:spPr>
          <a:xfrm>
            <a:off x="7707431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519"/>
          <p:cNvSpPr/>
          <p:nvPr/>
        </p:nvSpPr>
        <p:spPr>
          <a:xfrm>
            <a:off x="7789055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520"/>
          <p:cNvSpPr/>
          <p:nvPr/>
        </p:nvSpPr>
        <p:spPr>
          <a:xfrm>
            <a:off x="788337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521"/>
          <p:cNvSpPr/>
          <p:nvPr/>
        </p:nvSpPr>
        <p:spPr>
          <a:xfrm>
            <a:off x="7989344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522"/>
          <p:cNvSpPr/>
          <p:nvPr/>
        </p:nvSpPr>
        <p:spPr>
          <a:xfrm>
            <a:off x="8105814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523"/>
          <p:cNvSpPr/>
          <p:nvPr/>
        </p:nvSpPr>
        <p:spPr>
          <a:xfrm>
            <a:off x="8231505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524"/>
          <p:cNvSpPr/>
          <p:nvPr/>
        </p:nvSpPr>
        <p:spPr>
          <a:xfrm>
            <a:off x="8365039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525"/>
          <p:cNvSpPr/>
          <p:nvPr/>
        </p:nvSpPr>
        <p:spPr>
          <a:xfrm>
            <a:off x="8504954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526"/>
          <p:cNvSpPr/>
          <p:nvPr/>
        </p:nvSpPr>
        <p:spPr>
          <a:xfrm>
            <a:off x="8649716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527"/>
          <p:cNvSpPr/>
          <p:nvPr/>
        </p:nvSpPr>
        <p:spPr>
          <a:xfrm>
            <a:off x="8797740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528"/>
          <p:cNvSpPr txBox="1"/>
          <p:nvPr/>
        </p:nvSpPr>
        <p:spPr>
          <a:xfrm>
            <a:off x="9253092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4" name="S16-label529"/>
          <p:cNvSpPr txBox="1"/>
          <p:nvPr/>
        </p:nvSpPr>
        <p:spPr>
          <a:xfrm>
            <a:off x="9677687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5" name="S16-label530"/>
          <p:cNvSpPr txBox="1"/>
          <p:nvPr/>
        </p:nvSpPr>
        <p:spPr>
          <a:xfrm>
            <a:off x="983309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6" name="S16-label531"/>
          <p:cNvSpPr txBox="1"/>
          <p:nvPr/>
        </p:nvSpPr>
        <p:spPr>
          <a:xfrm>
            <a:off x="9677687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7" name="S16-label532"/>
          <p:cNvSpPr txBox="1"/>
          <p:nvPr/>
        </p:nvSpPr>
        <p:spPr>
          <a:xfrm>
            <a:off x="9253092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48" name="S16-label533"/>
          <p:cNvSpPr txBox="1"/>
          <p:nvPr/>
        </p:nvSpPr>
        <p:spPr>
          <a:xfrm>
            <a:off x="8673084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49" name="S16-label534"/>
          <p:cNvSpPr txBox="1"/>
          <p:nvPr/>
        </p:nvSpPr>
        <p:spPr>
          <a:xfrm>
            <a:off x="809307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150" name="S16-label535"/>
          <p:cNvSpPr txBox="1"/>
          <p:nvPr/>
        </p:nvSpPr>
        <p:spPr>
          <a:xfrm>
            <a:off x="766848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151" name="S16-label536"/>
          <p:cNvSpPr txBox="1"/>
          <p:nvPr/>
        </p:nvSpPr>
        <p:spPr>
          <a:xfrm>
            <a:off x="751306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52" name="S16-label537"/>
          <p:cNvSpPr txBox="1"/>
          <p:nvPr/>
        </p:nvSpPr>
        <p:spPr>
          <a:xfrm>
            <a:off x="766848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53" name="S16-label538"/>
          <p:cNvSpPr txBox="1"/>
          <p:nvPr/>
        </p:nvSpPr>
        <p:spPr>
          <a:xfrm>
            <a:off x="809307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154" name="S16-label539"/>
          <p:cNvSpPr txBox="1"/>
          <p:nvPr/>
        </p:nvSpPr>
        <p:spPr>
          <a:xfrm>
            <a:off x="8673084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5" name="S16-line540"/>
          <p:cNvSpPr/>
          <p:nvPr/>
        </p:nvSpPr>
        <p:spPr>
          <a:xfrm flipV="1">
            <a:off x="8947404" y="2471212"/>
            <a:ext cx="559526" cy="32304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541"/>
          <p:cNvSpPr/>
          <p:nvPr/>
        </p:nvSpPr>
        <p:spPr>
          <a:xfrm flipV="1">
            <a:off x="8947404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542"/>
          <p:cNvSpPr/>
          <p:nvPr/>
        </p:nvSpPr>
        <p:spPr>
          <a:xfrm>
            <a:off x="8892540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543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초와 시간의 계산</dc:title>
  <dc:subject>KR22-G03-MAT-SECOND-L01</dc:subject>
  <dc:creator>education-ppt</dc:creator>
  <cp:lastModifiedBy>education-ppt</cp:lastModifiedBy>
  <cp:revision>1</cp:revision>
  <dcterms:created xsi:type="dcterms:W3CDTF">2026-10-26T07:55:08Z</dcterms:created>
  <dcterms:modified xsi:type="dcterms:W3CDTF">2026-10-26T07:55:08Z</dcterms:modified>
</cp:coreProperties>
</file>