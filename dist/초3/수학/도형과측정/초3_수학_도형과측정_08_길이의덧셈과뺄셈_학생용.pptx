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6cd817f-0751-f06f-0736-7830d75bfcbe}">
          <p14:sldIdLst>
            <p14:sldId id="256"/>
            <p14:sldId id="257"/>
          </p14:sldIdLst>
        </p14:section>
        <p14:section name="개념" id="{faa215c9-ae12-f514-e99a-748af17e1aa4}">
          <p14:sldIdLst>
            <p14:sldId id="258"/>
            <p14:sldId id="259"/>
            <p14:sldId id="260"/>
            <p14:sldId id="261"/>
            <p14:sldId id="264"/>
            <p14:sldId id="265"/>
          </p14:sldIdLst>
        </p14:section>
        <p14:section name="연습" id="{47c98407-f175-7f3b-46c2-bcb9980d611c}">
          <p14:sldIdLst>
            <p14:sldId id="262"/>
            <p14:sldId id="263"/>
            <p14:sldId id="266"/>
          </p14:sldIdLst>
        </p14:section>
        <p14:section name="개념" id="{678cb79d-1259-cc32-4e79-2732cc82f3ae}">
          <p14:sldIdLst/>
        </p14:section>
        <p14:section name="연습" id="{d4fffcd9-4e9f-1713-7a1f-b875c811fc80}">
          <p14:sldIdLst/>
        </p14:section>
        <p14:section name="확인" id="{9a06abcb-0f24-cd72-ea9b-50f01071b49c}">
          <p14:sldIdLst>
            <p14:sldId id="267"/>
            <p14:sldId id="268"/>
          </p14:sldIdLst>
        </p14:section>
        <p14:section name="정리" id="{7a5ac9a0-d234-d8a5-6e3c-aeeca0e8ec36}">
          <p14:sldIdLst>
            <p14:sldId id="269"/>
          </p14:sldIdLst>
        </p14:section>
        <p14:section name="보충" id="{690a7f7e-f8ea-fd23-6ce3-f22f97209fc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8차시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길이의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길이의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길이의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길이의 덧셈과 뺄셈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막대를 이으면 모두 몇 cm 몇 mm일까?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7 cm 자 위에 0에서 3 cm 5 mm까지 막대 가, 그 끝에서 6 cm 3 mm 눈금까지 막대 나를 이어 놓음"/>
          <p:cNvSpPr/>
          <p:nvPr/>
        </p:nvSpPr>
        <p:spPr>
          <a:xfrm>
            <a:off x="7772400" y="2127152"/>
            <a:ext cx="3749040" cy="648872"/>
          </a:xfrm>
          <a:custGeom>
            <a:avLst/>
            <a:gdLst/>
            <a:ahLst/>
            <a:cxnLst/>
            <a:rect l="l" t="t" r="r" b="b"/>
            <a:pathLst>
              <a:path w="3749040" h="648872">
                <a:moveTo>
                  <a:pt x="0" y="0"/>
                </a:moveTo>
                <a:lnTo>
                  <a:pt x="3749040" y="0"/>
                </a:lnTo>
                <a:lnTo>
                  <a:pt x="3749040" y="648872"/>
                </a:lnTo>
                <a:lnTo>
                  <a:pt x="0" y="648872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964658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" name="S01-label5"/>
          <p:cNvSpPr txBox="1"/>
          <p:nvPr/>
        </p:nvSpPr>
        <p:spPr>
          <a:xfrm>
            <a:off x="7809210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8" name="S01-mark6"/>
          <p:cNvSpPr/>
          <p:nvPr/>
        </p:nvSpPr>
        <p:spPr>
          <a:xfrm>
            <a:off x="8012723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mark7"/>
          <p:cNvSpPr/>
          <p:nvPr/>
        </p:nvSpPr>
        <p:spPr>
          <a:xfrm>
            <a:off x="806078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mark8"/>
          <p:cNvSpPr/>
          <p:nvPr/>
        </p:nvSpPr>
        <p:spPr>
          <a:xfrm>
            <a:off x="810885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1-mark9"/>
          <p:cNvSpPr/>
          <p:nvPr/>
        </p:nvSpPr>
        <p:spPr>
          <a:xfrm>
            <a:off x="8156917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mark10"/>
          <p:cNvSpPr/>
          <p:nvPr/>
        </p:nvSpPr>
        <p:spPr>
          <a:xfrm>
            <a:off x="8204982" y="2127152"/>
            <a:ext cx="0" cy="1682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mark11"/>
          <p:cNvSpPr/>
          <p:nvPr/>
        </p:nvSpPr>
        <p:spPr>
          <a:xfrm>
            <a:off x="8253046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mark12"/>
          <p:cNvSpPr/>
          <p:nvPr/>
        </p:nvSpPr>
        <p:spPr>
          <a:xfrm>
            <a:off x="8301111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mark13"/>
          <p:cNvSpPr/>
          <p:nvPr/>
        </p:nvSpPr>
        <p:spPr>
          <a:xfrm>
            <a:off x="834917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1-mark14"/>
          <p:cNvSpPr/>
          <p:nvPr/>
        </p:nvSpPr>
        <p:spPr>
          <a:xfrm>
            <a:off x="8397240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mark15"/>
          <p:cNvSpPr/>
          <p:nvPr/>
        </p:nvSpPr>
        <p:spPr>
          <a:xfrm>
            <a:off x="8445305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1-label17"/>
          <p:cNvSpPr txBox="1"/>
          <p:nvPr/>
        </p:nvSpPr>
        <p:spPr>
          <a:xfrm>
            <a:off x="8289857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9" name="S01-mark18"/>
          <p:cNvSpPr/>
          <p:nvPr/>
        </p:nvSpPr>
        <p:spPr>
          <a:xfrm>
            <a:off x="8493369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mark19"/>
          <p:cNvSpPr/>
          <p:nvPr/>
        </p:nvSpPr>
        <p:spPr>
          <a:xfrm>
            <a:off x="8541434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1-mark20"/>
          <p:cNvSpPr/>
          <p:nvPr/>
        </p:nvSpPr>
        <p:spPr>
          <a:xfrm>
            <a:off x="858949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mark21"/>
          <p:cNvSpPr/>
          <p:nvPr/>
        </p:nvSpPr>
        <p:spPr>
          <a:xfrm>
            <a:off x="8637563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mark22"/>
          <p:cNvSpPr/>
          <p:nvPr/>
        </p:nvSpPr>
        <p:spPr>
          <a:xfrm>
            <a:off x="8685628" y="2127152"/>
            <a:ext cx="0" cy="1682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mark23"/>
          <p:cNvSpPr/>
          <p:nvPr/>
        </p:nvSpPr>
        <p:spPr>
          <a:xfrm>
            <a:off x="873369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mark24"/>
          <p:cNvSpPr/>
          <p:nvPr/>
        </p:nvSpPr>
        <p:spPr>
          <a:xfrm>
            <a:off x="8781757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1-mark25"/>
          <p:cNvSpPr/>
          <p:nvPr/>
        </p:nvSpPr>
        <p:spPr>
          <a:xfrm>
            <a:off x="882982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mark26"/>
          <p:cNvSpPr/>
          <p:nvPr/>
        </p:nvSpPr>
        <p:spPr>
          <a:xfrm>
            <a:off x="8877886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mark27"/>
          <p:cNvSpPr/>
          <p:nvPr/>
        </p:nvSpPr>
        <p:spPr>
          <a:xfrm>
            <a:off x="8925951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9" name="S01-label29"/>
          <p:cNvSpPr txBox="1"/>
          <p:nvPr/>
        </p:nvSpPr>
        <p:spPr>
          <a:xfrm>
            <a:off x="8770503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0" name="S01-mark30"/>
          <p:cNvSpPr/>
          <p:nvPr/>
        </p:nvSpPr>
        <p:spPr>
          <a:xfrm>
            <a:off x="897401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1-mark31"/>
          <p:cNvSpPr/>
          <p:nvPr/>
        </p:nvSpPr>
        <p:spPr>
          <a:xfrm>
            <a:off x="9022080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mark32"/>
          <p:cNvSpPr/>
          <p:nvPr/>
        </p:nvSpPr>
        <p:spPr>
          <a:xfrm>
            <a:off x="907014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mark33"/>
          <p:cNvSpPr/>
          <p:nvPr/>
        </p:nvSpPr>
        <p:spPr>
          <a:xfrm>
            <a:off x="9118209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mark34"/>
          <p:cNvSpPr/>
          <p:nvPr/>
        </p:nvSpPr>
        <p:spPr>
          <a:xfrm>
            <a:off x="9166274" y="2127152"/>
            <a:ext cx="0" cy="1682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mark35"/>
          <p:cNvSpPr/>
          <p:nvPr/>
        </p:nvSpPr>
        <p:spPr>
          <a:xfrm>
            <a:off x="921433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1-mark36"/>
          <p:cNvSpPr/>
          <p:nvPr/>
        </p:nvSpPr>
        <p:spPr>
          <a:xfrm>
            <a:off x="9262403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mark37"/>
          <p:cNvSpPr/>
          <p:nvPr/>
        </p:nvSpPr>
        <p:spPr>
          <a:xfrm>
            <a:off x="931046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mark38"/>
          <p:cNvSpPr/>
          <p:nvPr/>
        </p:nvSpPr>
        <p:spPr>
          <a:xfrm>
            <a:off x="935853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mark39"/>
          <p:cNvSpPr/>
          <p:nvPr/>
        </p:nvSpPr>
        <p:spPr>
          <a:xfrm>
            <a:off x="9406597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0" name="S01-label41"/>
          <p:cNvSpPr txBox="1"/>
          <p:nvPr/>
        </p:nvSpPr>
        <p:spPr>
          <a:xfrm>
            <a:off x="9251149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1" name="S01-mark42"/>
          <p:cNvSpPr/>
          <p:nvPr/>
        </p:nvSpPr>
        <p:spPr>
          <a:xfrm>
            <a:off x="945466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mark43"/>
          <p:cNvSpPr/>
          <p:nvPr/>
        </p:nvSpPr>
        <p:spPr>
          <a:xfrm>
            <a:off x="9502726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mark44"/>
          <p:cNvSpPr/>
          <p:nvPr/>
        </p:nvSpPr>
        <p:spPr>
          <a:xfrm>
            <a:off x="9550791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mark45"/>
          <p:cNvSpPr/>
          <p:nvPr/>
        </p:nvSpPr>
        <p:spPr>
          <a:xfrm>
            <a:off x="959885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mark46"/>
          <p:cNvSpPr/>
          <p:nvPr/>
        </p:nvSpPr>
        <p:spPr>
          <a:xfrm>
            <a:off x="9646920" y="2127152"/>
            <a:ext cx="0" cy="1682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1-mark47"/>
          <p:cNvSpPr/>
          <p:nvPr/>
        </p:nvSpPr>
        <p:spPr>
          <a:xfrm>
            <a:off x="969498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mark48"/>
          <p:cNvSpPr/>
          <p:nvPr/>
        </p:nvSpPr>
        <p:spPr>
          <a:xfrm>
            <a:off x="9743049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mark49"/>
          <p:cNvSpPr/>
          <p:nvPr/>
        </p:nvSpPr>
        <p:spPr>
          <a:xfrm>
            <a:off x="9791114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mark50"/>
          <p:cNvSpPr/>
          <p:nvPr/>
        </p:nvSpPr>
        <p:spPr>
          <a:xfrm>
            <a:off x="983917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mark51"/>
          <p:cNvSpPr/>
          <p:nvPr/>
        </p:nvSpPr>
        <p:spPr>
          <a:xfrm>
            <a:off x="9887243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1" name="S01-label53"/>
          <p:cNvSpPr txBox="1"/>
          <p:nvPr/>
        </p:nvSpPr>
        <p:spPr>
          <a:xfrm>
            <a:off x="9731795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2" name="S01-mark54"/>
          <p:cNvSpPr/>
          <p:nvPr/>
        </p:nvSpPr>
        <p:spPr>
          <a:xfrm>
            <a:off x="993530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1-mark55"/>
          <p:cNvSpPr/>
          <p:nvPr/>
        </p:nvSpPr>
        <p:spPr>
          <a:xfrm>
            <a:off x="998337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mark56"/>
          <p:cNvSpPr/>
          <p:nvPr/>
        </p:nvSpPr>
        <p:spPr>
          <a:xfrm>
            <a:off x="10031437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1-mark57"/>
          <p:cNvSpPr/>
          <p:nvPr/>
        </p:nvSpPr>
        <p:spPr>
          <a:xfrm>
            <a:off x="1007950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1-mark58"/>
          <p:cNvSpPr/>
          <p:nvPr/>
        </p:nvSpPr>
        <p:spPr>
          <a:xfrm>
            <a:off x="10127566" y="2127152"/>
            <a:ext cx="0" cy="1682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mark59"/>
          <p:cNvSpPr/>
          <p:nvPr/>
        </p:nvSpPr>
        <p:spPr>
          <a:xfrm>
            <a:off x="10175631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mark60"/>
          <p:cNvSpPr/>
          <p:nvPr/>
        </p:nvSpPr>
        <p:spPr>
          <a:xfrm>
            <a:off x="1022369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mark61"/>
          <p:cNvSpPr/>
          <p:nvPr/>
        </p:nvSpPr>
        <p:spPr>
          <a:xfrm>
            <a:off x="10271760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mark62"/>
          <p:cNvSpPr/>
          <p:nvPr/>
        </p:nvSpPr>
        <p:spPr>
          <a:xfrm>
            <a:off x="1031982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1-mark63"/>
          <p:cNvSpPr/>
          <p:nvPr/>
        </p:nvSpPr>
        <p:spPr>
          <a:xfrm>
            <a:off x="10367889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2" name="S01-label65"/>
          <p:cNvSpPr txBox="1"/>
          <p:nvPr/>
        </p:nvSpPr>
        <p:spPr>
          <a:xfrm>
            <a:off x="10212441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3" name="S01-mark66"/>
          <p:cNvSpPr/>
          <p:nvPr/>
        </p:nvSpPr>
        <p:spPr>
          <a:xfrm>
            <a:off x="10415954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mark67"/>
          <p:cNvSpPr/>
          <p:nvPr/>
        </p:nvSpPr>
        <p:spPr>
          <a:xfrm>
            <a:off x="1046401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1-mark68"/>
          <p:cNvSpPr/>
          <p:nvPr/>
        </p:nvSpPr>
        <p:spPr>
          <a:xfrm>
            <a:off x="10512083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1-mark69"/>
          <p:cNvSpPr/>
          <p:nvPr/>
        </p:nvSpPr>
        <p:spPr>
          <a:xfrm>
            <a:off x="1056014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1-mark70"/>
          <p:cNvSpPr/>
          <p:nvPr/>
        </p:nvSpPr>
        <p:spPr>
          <a:xfrm>
            <a:off x="10608212" y="2127152"/>
            <a:ext cx="0" cy="1682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1-mark71"/>
          <p:cNvSpPr/>
          <p:nvPr/>
        </p:nvSpPr>
        <p:spPr>
          <a:xfrm>
            <a:off x="10656277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1-mark72"/>
          <p:cNvSpPr/>
          <p:nvPr/>
        </p:nvSpPr>
        <p:spPr>
          <a:xfrm>
            <a:off x="1070434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1-mark73"/>
          <p:cNvSpPr/>
          <p:nvPr/>
        </p:nvSpPr>
        <p:spPr>
          <a:xfrm>
            <a:off x="10752406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1-mark74"/>
          <p:cNvSpPr/>
          <p:nvPr/>
        </p:nvSpPr>
        <p:spPr>
          <a:xfrm>
            <a:off x="10800471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1-mark75"/>
          <p:cNvSpPr/>
          <p:nvPr/>
        </p:nvSpPr>
        <p:spPr>
          <a:xfrm>
            <a:off x="10848535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3" name="S01-label77"/>
          <p:cNvSpPr txBox="1"/>
          <p:nvPr/>
        </p:nvSpPr>
        <p:spPr>
          <a:xfrm>
            <a:off x="10693087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4" name="S01-mark78"/>
          <p:cNvSpPr/>
          <p:nvPr/>
        </p:nvSpPr>
        <p:spPr>
          <a:xfrm>
            <a:off x="10896600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1-mark79"/>
          <p:cNvSpPr/>
          <p:nvPr/>
        </p:nvSpPr>
        <p:spPr>
          <a:xfrm>
            <a:off x="1094466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1-mark80"/>
          <p:cNvSpPr/>
          <p:nvPr/>
        </p:nvSpPr>
        <p:spPr>
          <a:xfrm>
            <a:off x="10992729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1-mark81"/>
          <p:cNvSpPr/>
          <p:nvPr/>
        </p:nvSpPr>
        <p:spPr>
          <a:xfrm>
            <a:off x="11040794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1-mark82"/>
          <p:cNvSpPr/>
          <p:nvPr/>
        </p:nvSpPr>
        <p:spPr>
          <a:xfrm>
            <a:off x="11088858" y="2127152"/>
            <a:ext cx="0" cy="1682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1-mark83"/>
          <p:cNvSpPr/>
          <p:nvPr/>
        </p:nvSpPr>
        <p:spPr>
          <a:xfrm>
            <a:off x="11136923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1-mark84"/>
          <p:cNvSpPr/>
          <p:nvPr/>
        </p:nvSpPr>
        <p:spPr>
          <a:xfrm>
            <a:off x="1118498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1-mark85"/>
          <p:cNvSpPr/>
          <p:nvPr/>
        </p:nvSpPr>
        <p:spPr>
          <a:xfrm>
            <a:off x="1123305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1-mark86"/>
          <p:cNvSpPr/>
          <p:nvPr/>
        </p:nvSpPr>
        <p:spPr>
          <a:xfrm>
            <a:off x="11281117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1-mark87"/>
          <p:cNvSpPr/>
          <p:nvPr/>
        </p:nvSpPr>
        <p:spPr>
          <a:xfrm>
            <a:off x="11329182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4" name="S01-label89"/>
          <p:cNvSpPr txBox="1"/>
          <p:nvPr/>
        </p:nvSpPr>
        <p:spPr>
          <a:xfrm>
            <a:off x="11173734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85" name="S01-mark90"/>
          <p:cNvSpPr/>
          <p:nvPr/>
        </p:nvSpPr>
        <p:spPr>
          <a:xfrm>
            <a:off x="7964658" y="1814732"/>
            <a:ext cx="1682262" cy="192258"/>
          </a:xfrm>
          <a:custGeom>
            <a:avLst/>
            <a:gdLst/>
            <a:ahLst/>
            <a:cxnLst/>
            <a:rect l="l" t="t" r="r" b="b"/>
            <a:pathLst>
              <a:path w="1682262" h="192258">
                <a:moveTo>
                  <a:pt x="0" y="192258"/>
                </a:moveTo>
                <a:lnTo>
                  <a:pt x="1682262" y="192258"/>
                </a:lnTo>
                <a:lnTo>
                  <a:pt x="168226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1-label92"/>
          <p:cNvSpPr txBox="1"/>
          <p:nvPr/>
        </p:nvSpPr>
        <p:spPr>
          <a:xfrm>
            <a:off x="8601573" y="172036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7" name="S01-mark93"/>
          <p:cNvSpPr/>
          <p:nvPr/>
        </p:nvSpPr>
        <p:spPr>
          <a:xfrm>
            <a:off x="7964658" y="2006991"/>
            <a:ext cx="0" cy="12016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88" name="S01-mark94"/>
          <p:cNvSpPr/>
          <p:nvPr/>
        </p:nvSpPr>
        <p:spPr>
          <a:xfrm>
            <a:off x="9646920" y="2006991"/>
            <a:ext cx="0" cy="12016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89" name="S01-mark95"/>
          <p:cNvSpPr/>
          <p:nvPr/>
        </p:nvSpPr>
        <p:spPr>
          <a:xfrm>
            <a:off x="9646920" y="1526345"/>
            <a:ext cx="1345809" cy="192258"/>
          </a:xfrm>
          <a:custGeom>
            <a:avLst/>
            <a:gdLst/>
            <a:ahLst/>
            <a:cxnLst/>
            <a:rect l="l" t="t" r="r" b="b"/>
            <a:pathLst>
              <a:path w="1345809" h="192258">
                <a:moveTo>
                  <a:pt x="0" y="192258"/>
                </a:moveTo>
                <a:lnTo>
                  <a:pt x="1345809" y="192258"/>
                </a:lnTo>
                <a:lnTo>
                  <a:pt x="134580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1-label97"/>
          <p:cNvSpPr txBox="1"/>
          <p:nvPr/>
        </p:nvSpPr>
        <p:spPr>
          <a:xfrm>
            <a:off x="10115609" y="143197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91" name="S01-mark98"/>
          <p:cNvSpPr/>
          <p:nvPr/>
        </p:nvSpPr>
        <p:spPr>
          <a:xfrm>
            <a:off x="9646920" y="1718603"/>
            <a:ext cx="0" cy="40854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2" name="S01-mark99"/>
          <p:cNvSpPr/>
          <p:nvPr/>
        </p:nvSpPr>
        <p:spPr>
          <a:xfrm>
            <a:off x="10992729" y="1718603"/>
            <a:ext cx="0" cy="40854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3" name="S01-card100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4" name="S01-cardtext101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cm와 mm로 나타낸 길이를 더하고 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km와 m로 나타낸 거리를 더하고 빼요.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말해요.</a:t>
            </a:r>
            <a:endParaRPr lang="ko-KR" sz="3000" dirty="0"/>
          </a:p>
        </p:txBody>
      </p:sp>
      <p:sp>
        <p:nvSpPr>
          <p:cNvPr id="4" name="S02-chip10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eqtext104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 5 mm = □ mm</a:t>
            </a:r>
            <a:endParaRPr lang="ko-KR" sz="3400" dirty="0"/>
          </a:p>
        </p:txBody>
      </p:sp>
      <p:sp>
        <p:nvSpPr>
          <p:cNvPr id="6" name="S02-chip10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eqtext106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mm = □ cm □ mm</a:t>
            </a:r>
            <a:endParaRPr lang="ko-KR" sz="3400" dirty="0"/>
          </a:p>
        </p:txBody>
      </p:sp>
      <p:sp>
        <p:nvSpPr>
          <p:cNvPr id="8" name="S02-chip10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eqtext108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 400 m = □ m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붙인 길이</a:t>
            </a:r>
            <a:endParaRPr lang="ko-KR" sz="4000" dirty="0"/>
          </a:p>
        </p:txBody>
      </p:sp>
      <p:sp>
        <p:nvSpPr>
          <p:cNvPr id="3" name="S03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단위끼리 더해요. 모두 5 cm 7 mm예요.</a:t>
            </a:r>
            <a:endParaRPr lang="ko-KR" sz="3000" dirty="0"/>
          </a:p>
        </p:txBody>
      </p:sp>
      <p:sp>
        <p:nvSpPr>
          <p:cNvPr id="5" name="S03-card111"/>
          <p:cNvSpPr/>
          <p:nvPr/>
        </p:nvSpPr>
        <p:spPr>
          <a:xfrm>
            <a:off x="548640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2"/>
          <p:cNvSpPr txBox="1"/>
          <p:nvPr/>
        </p:nvSpPr>
        <p:spPr>
          <a:xfrm>
            <a:off x="822960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+ 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 2 mm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 cm 5 mm</a:t>
            </a:r>
            <a:endParaRPr lang="ko-KR" sz="3000" dirty="0"/>
          </a:p>
        </p:txBody>
      </p:sp>
      <p:sp>
        <p:nvSpPr>
          <p:cNvPr id="7" name="S03-card113"/>
          <p:cNvSpPr/>
          <p:nvPr/>
        </p:nvSpPr>
        <p:spPr>
          <a:xfrm>
            <a:off x="4322064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14"/>
          <p:cNvSpPr txBox="1"/>
          <p:nvPr/>
        </p:nvSpPr>
        <p:spPr>
          <a:xfrm>
            <a:off x="4596384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cm끼리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+ 2 = 5</a:t>
            </a:r>
            <a:endParaRPr lang="ko-KR" sz="3000" dirty="0"/>
          </a:p>
        </p:txBody>
      </p:sp>
      <p:sp>
        <p:nvSpPr>
          <p:cNvPr id="9" name="S03-card115"/>
          <p:cNvSpPr/>
          <p:nvPr/>
        </p:nvSpPr>
        <p:spPr>
          <a:xfrm>
            <a:off x="8095488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16"/>
          <p:cNvSpPr txBox="1"/>
          <p:nvPr/>
        </p:nvSpPr>
        <p:spPr>
          <a:xfrm>
            <a:off x="8369808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mm끼리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+ 5 = 7</a:t>
            </a:r>
            <a:endParaRPr lang="ko-KR" sz="3000" dirty="0"/>
          </a:p>
        </p:txBody>
      </p:sp>
      <p:sp>
        <p:nvSpPr>
          <p:cNvPr id="11" name="S03-figure117" descr="7 cm 자 위에 0에서 3 cm 2 mm까지 막대, 그 끝에서 5 cm 7 mm 눈금까지 2 cm 5 mm 막대"/>
          <p:cNvSpPr/>
          <p:nvPr/>
        </p:nvSpPr>
        <p:spPr>
          <a:xfrm>
            <a:off x="3630005" y="2333598"/>
            <a:ext cx="4928943" cy="853086"/>
          </a:xfrm>
          <a:custGeom>
            <a:avLst/>
            <a:gdLst/>
            <a:ahLst/>
            <a:cxnLst/>
            <a:rect l="l" t="t" r="r" b="b"/>
            <a:pathLst>
              <a:path w="4928943" h="853086">
                <a:moveTo>
                  <a:pt x="0" y="0"/>
                </a:moveTo>
                <a:lnTo>
                  <a:pt x="4928943" y="0"/>
                </a:lnTo>
                <a:lnTo>
                  <a:pt x="4928943" y="853086"/>
                </a:lnTo>
                <a:lnTo>
                  <a:pt x="0" y="853086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mark118"/>
          <p:cNvSpPr/>
          <p:nvPr/>
        </p:nvSpPr>
        <p:spPr>
          <a:xfrm>
            <a:off x="3882771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3-label120"/>
          <p:cNvSpPr txBox="1"/>
          <p:nvPr/>
        </p:nvSpPr>
        <p:spPr>
          <a:xfrm>
            <a:off x="3727323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4" name="S03-mark121"/>
          <p:cNvSpPr/>
          <p:nvPr/>
        </p:nvSpPr>
        <p:spPr>
          <a:xfrm>
            <a:off x="394596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mark122"/>
          <p:cNvSpPr/>
          <p:nvPr/>
        </p:nvSpPr>
        <p:spPr>
          <a:xfrm>
            <a:off x="400915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mark123"/>
          <p:cNvSpPr/>
          <p:nvPr/>
        </p:nvSpPr>
        <p:spPr>
          <a:xfrm>
            <a:off x="407234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mark124"/>
          <p:cNvSpPr/>
          <p:nvPr/>
        </p:nvSpPr>
        <p:spPr>
          <a:xfrm>
            <a:off x="413553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mark125"/>
          <p:cNvSpPr/>
          <p:nvPr/>
        </p:nvSpPr>
        <p:spPr>
          <a:xfrm>
            <a:off x="4198729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mark126"/>
          <p:cNvSpPr/>
          <p:nvPr/>
        </p:nvSpPr>
        <p:spPr>
          <a:xfrm>
            <a:off x="426192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mark127"/>
          <p:cNvSpPr/>
          <p:nvPr/>
        </p:nvSpPr>
        <p:spPr>
          <a:xfrm>
            <a:off x="432511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mark128"/>
          <p:cNvSpPr/>
          <p:nvPr/>
        </p:nvSpPr>
        <p:spPr>
          <a:xfrm>
            <a:off x="438830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mark129"/>
          <p:cNvSpPr/>
          <p:nvPr/>
        </p:nvSpPr>
        <p:spPr>
          <a:xfrm>
            <a:off x="445149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mark130"/>
          <p:cNvSpPr/>
          <p:nvPr/>
        </p:nvSpPr>
        <p:spPr>
          <a:xfrm>
            <a:off x="4514687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03-label132"/>
          <p:cNvSpPr txBox="1"/>
          <p:nvPr/>
        </p:nvSpPr>
        <p:spPr>
          <a:xfrm>
            <a:off x="4359239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5" name="S03-mark133"/>
          <p:cNvSpPr/>
          <p:nvPr/>
        </p:nvSpPr>
        <p:spPr>
          <a:xfrm>
            <a:off x="457787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mark134"/>
          <p:cNvSpPr/>
          <p:nvPr/>
        </p:nvSpPr>
        <p:spPr>
          <a:xfrm>
            <a:off x="464107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mark135"/>
          <p:cNvSpPr/>
          <p:nvPr/>
        </p:nvSpPr>
        <p:spPr>
          <a:xfrm>
            <a:off x="470426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mark136"/>
          <p:cNvSpPr/>
          <p:nvPr/>
        </p:nvSpPr>
        <p:spPr>
          <a:xfrm>
            <a:off x="476745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mark137"/>
          <p:cNvSpPr/>
          <p:nvPr/>
        </p:nvSpPr>
        <p:spPr>
          <a:xfrm>
            <a:off x="4830645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mark138"/>
          <p:cNvSpPr/>
          <p:nvPr/>
        </p:nvSpPr>
        <p:spPr>
          <a:xfrm>
            <a:off x="489383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mark139"/>
          <p:cNvSpPr/>
          <p:nvPr/>
        </p:nvSpPr>
        <p:spPr>
          <a:xfrm>
            <a:off x="495702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mark140"/>
          <p:cNvSpPr/>
          <p:nvPr/>
        </p:nvSpPr>
        <p:spPr>
          <a:xfrm>
            <a:off x="502021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mark141"/>
          <p:cNvSpPr/>
          <p:nvPr/>
        </p:nvSpPr>
        <p:spPr>
          <a:xfrm>
            <a:off x="508341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mark142"/>
          <p:cNvSpPr/>
          <p:nvPr/>
        </p:nvSpPr>
        <p:spPr>
          <a:xfrm>
            <a:off x="5146602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5" name="S03-label144"/>
          <p:cNvSpPr txBox="1"/>
          <p:nvPr/>
        </p:nvSpPr>
        <p:spPr>
          <a:xfrm>
            <a:off x="4991154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6" name="S03-mark145"/>
          <p:cNvSpPr/>
          <p:nvPr/>
        </p:nvSpPr>
        <p:spPr>
          <a:xfrm>
            <a:off x="520979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mark146"/>
          <p:cNvSpPr/>
          <p:nvPr/>
        </p:nvSpPr>
        <p:spPr>
          <a:xfrm>
            <a:off x="527298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mark147"/>
          <p:cNvSpPr/>
          <p:nvPr/>
        </p:nvSpPr>
        <p:spPr>
          <a:xfrm>
            <a:off x="533617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mark148"/>
          <p:cNvSpPr/>
          <p:nvPr/>
        </p:nvSpPr>
        <p:spPr>
          <a:xfrm>
            <a:off x="539936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mark149"/>
          <p:cNvSpPr/>
          <p:nvPr/>
        </p:nvSpPr>
        <p:spPr>
          <a:xfrm>
            <a:off x="5462560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mark150"/>
          <p:cNvSpPr/>
          <p:nvPr/>
        </p:nvSpPr>
        <p:spPr>
          <a:xfrm>
            <a:off x="552575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mark151"/>
          <p:cNvSpPr/>
          <p:nvPr/>
        </p:nvSpPr>
        <p:spPr>
          <a:xfrm>
            <a:off x="558894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mark152"/>
          <p:cNvSpPr/>
          <p:nvPr/>
        </p:nvSpPr>
        <p:spPr>
          <a:xfrm>
            <a:off x="565213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mark153"/>
          <p:cNvSpPr/>
          <p:nvPr/>
        </p:nvSpPr>
        <p:spPr>
          <a:xfrm>
            <a:off x="571532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mark154"/>
          <p:cNvSpPr/>
          <p:nvPr/>
        </p:nvSpPr>
        <p:spPr>
          <a:xfrm>
            <a:off x="5778518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6" name="S03-label156"/>
          <p:cNvSpPr txBox="1"/>
          <p:nvPr/>
        </p:nvSpPr>
        <p:spPr>
          <a:xfrm>
            <a:off x="5623070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7" name="S03-mark157"/>
          <p:cNvSpPr/>
          <p:nvPr/>
        </p:nvSpPr>
        <p:spPr>
          <a:xfrm>
            <a:off x="584171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mark158"/>
          <p:cNvSpPr/>
          <p:nvPr/>
        </p:nvSpPr>
        <p:spPr>
          <a:xfrm>
            <a:off x="590490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mark159"/>
          <p:cNvSpPr/>
          <p:nvPr/>
        </p:nvSpPr>
        <p:spPr>
          <a:xfrm>
            <a:off x="596809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mark160"/>
          <p:cNvSpPr/>
          <p:nvPr/>
        </p:nvSpPr>
        <p:spPr>
          <a:xfrm>
            <a:off x="603128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mark161"/>
          <p:cNvSpPr/>
          <p:nvPr/>
        </p:nvSpPr>
        <p:spPr>
          <a:xfrm>
            <a:off x="6094476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mark162"/>
          <p:cNvSpPr/>
          <p:nvPr/>
        </p:nvSpPr>
        <p:spPr>
          <a:xfrm>
            <a:off x="615766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mark163"/>
          <p:cNvSpPr/>
          <p:nvPr/>
        </p:nvSpPr>
        <p:spPr>
          <a:xfrm>
            <a:off x="622085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mark164"/>
          <p:cNvSpPr/>
          <p:nvPr/>
        </p:nvSpPr>
        <p:spPr>
          <a:xfrm>
            <a:off x="628405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mark165"/>
          <p:cNvSpPr/>
          <p:nvPr/>
        </p:nvSpPr>
        <p:spPr>
          <a:xfrm>
            <a:off x="634724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mark166"/>
          <p:cNvSpPr/>
          <p:nvPr/>
        </p:nvSpPr>
        <p:spPr>
          <a:xfrm>
            <a:off x="6410434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7" name="S03-label168"/>
          <p:cNvSpPr txBox="1"/>
          <p:nvPr/>
        </p:nvSpPr>
        <p:spPr>
          <a:xfrm>
            <a:off x="6254986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8" name="S03-mark169"/>
          <p:cNvSpPr/>
          <p:nvPr/>
        </p:nvSpPr>
        <p:spPr>
          <a:xfrm>
            <a:off x="647362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mark170"/>
          <p:cNvSpPr/>
          <p:nvPr/>
        </p:nvSpPr>
        <p:spPr>
          <a:xfrm>
            <a:off x="653681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mark171"/>
          <p:cNvSpPr/>
          <p:nvPr/>
        </p:nvSpPr>
        <p:spPr>
          <a:xfrm>
            <a:off x="660000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mark172"/>
          <p:cNvSpPr/>
          <p:nvPr/>
        </p:nvSpPr>
        <p:spPr>
          <a:xfrm>
            <a:off x="666320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3-mark173"/>
          <p:cNvSpPr/>
          <p:nvPr/>
        </p:nvSpPr>
        <p:spPr>
          <a:xfrm>
            <a:off x="6726392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3-mark174"/>
          <p:cNvSpPr/>
          <p:nvPr/>
        </p:nvSpPr>
        <p:spPr>
          <a:xfrm>
            <a:off x="678958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mark175"/>
          <p:cNvSpPr/>
          <p:nvPr/>
        </p:nvSpPr>
        <p:spPr>
          <a:xfrm>
            <a:off x="685277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mark176"/>
          <p:cNvSpPr/>
          <p:nvPr/>
        </p:nvSpPr>
        <p:spPr>
          <a:xfrm>
            <a:off x="691596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3-mark177"/>
          <p:cNvSpPr/>
          <p:nvPr/>
        </p:nvSpPr>
        <p:spPr>
          <a:xfrm>
            <a:off x="697915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3-mark178"/>
          <p:cNvSpPr/>
          <p:nvPr/>
        </p:nvSpPr>
        <p:spPr>
          <a:xfrm>
            <a:off x="7042350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8" name="S03-label180"/>
          <p:cNvSpPr txBox="1"/>
          <p:nvPr/>
        </p:nvSpPr>
        <p:spPr>
          <a:xfrm>
            <a:off x="6886902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9" name="S03-mark181"/>
          <p:cNvSpPr/>
          <p:nvPr/>
        </p:nvSpPr>
        <p:spPr>
          <a:xfrm>
            <a:off x="710554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3-mark182"/>
          <p:cNvSpPr/>
          <p:nvPr/>
        </p:nvSpPr>
        <p:spPr>
          <a:xfrm>
            <a:off x="716873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3-mark183"/>
          <p:cNvSpPr/>
          <p:nvPr/>
        </p:nvSpPr>
        <p:spPr>
          <a:xfrm>
            <a:off x="723192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3-mark184"/>
          <p:cNvSpPr/>
          <p:nvPr/>
        </p:nvSpPr>
        <p:spPr>
          <a:xfrm>
            <a:off x="729511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3-mark185"/>
          <p:cNvSpPr/>
          <p:nvPr/>
        </p:nvSpPr>
        <p:spPr>
          <a:xfrm>
            <a:off x="7358307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3-mark186"/>
          <p:cNvSpPr/>
          <p:nvPr/>
        </p:nvSpPr>
        <p:spPr>
          <a:xfrm>
            <a:off x="742149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3-mark187"/>
          <p:cNvSpPr/>
          <p:nvPr/>
        </p:nvSpPr>
        <p:spPr>
          <a:xfrm>
            <a:off x="748469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3-mark188"/>
          <p:cNvSpPr/>
          <p:nvPr/>
        </p:nvSpPr>
        <p:spPr>
          <a:xfrm>
            <a:off x="754788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3-mark189"/>
          <p:cNvSpPr/>
          <p:nvPr/>
        </p:nvSpPr>
        <p:spPr>
          <a:xfrm>
            <a:off x="761107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3-mark190"/>
          <p:cNvSpPr/>
          <p:nvPr/>
        </p:nvSpPr>
        <p:spPr>
          <a:xfrm>
            <a:off x="7674265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9" name="S03-label192"/>
          <p:cNvSpPr txBox="1"/>
          <p:nvPr/>
        </p:nvSpPr>
        <p:spPr>
          <a:xfrm>
            <a:off x="7518817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80" name="S03-mark193"/>
          <p:cNvSpPr/>
          <p:nvPr/>
        </p:nvSpPr>
        <p:spPr>
          <a:xfrm>
            <a:off x="773745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3-mark194"/>
          <p:cNvSpPr/>
          <p:nvPr/>
        </p:nvSpPr>
        <p:spPr>
          <a:xfrm>
            <a:off x="780064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3-mark195"/>
          <p:cNvSpPr/>
          <p:nvPr/>
        </p:nvSpPr>
        <p:spPr>
          <a:xfrm>
            <a:off x="786384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3-mark196"/>
          <p:cNvSpPr/>
          <p:nvPr/>
        </p:nvSpPr>
        <p:spPr>
          <a:xfrm>
            <a:off x="792703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3-mark197"/>
          <p:cNvSpPr/>
          <p:nvPr/>
        </p:nvSpPr>
        <p:spPr>
          <a:xfrm>
            <a:off x="7990223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3-mark198"/>
          <p:cNvSpPr/>
          <p:nvPr/>
        </p:nvSpPr>
        <p:spPr>
          <a:xfrm>
            <a:off x="805341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3-mark199"/>
          <p:cNvSpPr/>
          <p:nvPr/>
        </p:nvSpPr>
        <p:spPr>
          <a:xfrm>
            <a:off x="811660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3-mark200"/>
          <p:cNvSpPr/>
          <p:nvPr/>
        </p:nvSpPr>
        <p:spPr>
          <a:xfrm>
            <a:off x="817979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3-mark201"/>
          <p:cNvSpPr/>
          <p:nvPr/>
        </p:nvSpPr>
        <p:spPr>
          <a:xfrm>
            <a:off x="824298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3-mark202"/>
          <p:cNvSpPr/>
          <p:nvPr/>
        </p:nvSpPr>
        <p:spPr>
          <a:xfrm>
            <a:off x="8306181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90" name="S03-label204"/>
          <p:cNvSpPr txBox="1"/>
          <p:nvPr/>
        </p:nvSpPr>
        <p:spPr>
          <a:xfrm>
            <a:off x="8150733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91" name="S03-mark205"/>
          <p:cNvSpPr/>
          <p:nvPr/>
        </p:nvSpPr>
        <p:spPr>
          <a:xfrm>
            <a:off x="3882771" y="1922853"/>
            <a:ext cx="2022130" cy="252766"/>
          </a:xfrm>
          <a:custGeom>
            <a:avLst/>
            <a:gdLst/>
            <a:ahLst/>
            <a:cxnLst/>
            <a:rect l="l" t="t" r="r" b="b"/>
            <a:pathLst>
              <a:path w="2022130" h="252766">
                <a:moveTo>
                  <a:pt x="0" y="252766"/>
                </a:moveTo>
                <a:lnTo>
                  <a:pt x="2022130" y="252766"/>
                </a:lnTo>
                <a:lnTo>
                  <a:pt x="202213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3-label207"/>
          <p:cNvSpPr txBox="1"/>
          <p:nvPr/>
        </p:nvSpPr>
        <p:spPr>
          <a:xfrm>
            <a:off x="4689620" y="185873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93" name="S03-mark208"/>
          <p:cNvSpPr/>
          <p:nvPr/>
        </p:nvSpPr>
        <p:spPr>
          <a:xfrm>
            <a:off x="3882771" y="2175619"/>
            <a:ext cx="0" cy="15797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4" name="S03-mark209"/>
          <p:cNvSpPr/>
          <p:nvPr/>
        </p:nvSpPr>
        <p:spPr>
          <a:xfrm>
            <a:off x="5904901" y="2175619"/>
            <a:ext cx="0" cy="15797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5" name="S03-mark210"/>
          <p:cNvSpPr/>
          <p:nvPr/>
        </p:nvSpPr>
        <p:spPr>
          <a:xfrm>
            <a:off x="5904901" y="1543703"/>
            <a:ext cx="1579789" cy="252766"/>
          </a:xfrm>
          <a:custGeom>
            <a:avLst/>
            <a:gdLst/>
            <a:ahLst/>
            <a:cxnLst/>
            <a:rect l="l" t="t" r="r" b="b"/>
            <a:pathLst>
              <a:path w="1579789" h="252766">
                <a:moveTo>
                  <a:pt x="0" y="252766"/>
                </a:moveTo>
                <a:lnTo>
                  <a:pt x="1579789" y="252766"/>
                </a:lnTo>
                <a:lnTo>
                  <a:pt x="157978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3-label212"/>
          <p:cNvSpPr txBox="1"/>
          <p:nvPr/>
        </p:nvSpPr>
        <p:spPr>
          <a:xfrm>
            <a:off x="6490580" y="147958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97" name="S03-mark213"/>
          <p:cNvSpPr/>
          <p:nvPr/>
        </p:nvSpPr>
        <p:spPr>
          <a:xfrm>
            <a:off x="5904901" y="1796469"/>
            <a:ext cx="0" cy="53712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8" name="S03-mark214"/>
          <p:cNvSpPr/>
          <p:nvPr/>
        </p:nvSpPr>
        <p:spPr>
          <a:xfrm>
            <a:off x="7484691" y="1796469"/>
            <a:ext cx="0" cy="53712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mm끼리 10이 넘으면</a:t>
            </a:r>
            <a:endParaRPr lang="ko-KR" sz="4000" dirty="0"/>
          </a:p>
        </p:txBody>
      </p:sp>
      <p:sp>
        <p:nvSpPr>
          <p:cNvPr id="3" name="S04-card2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 mm는 1 cm로 바꾸어 cm에 더해요.</a:t>
            </a:r>
            <a:endParaRPr lang="ko-KR" sz="3000" dirty="0"/>
          </a:p>
        </p:txBody>
      </p:sp>
      <p:sp>
        <p:nvSpPr>
          <p:cNvPr id="5" name="S04-card217"/>
          <p:cNvSpPr/>
          <p:nvPr/>
        </p:nvSpPr>
        <p:spPr>
          <a:xfrm>
            <a:off x="548640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18"/>
          <p:cNvSpPr txBox="1"/>
          <p:nvPr/>
        </p:nvSpPr>
        <p:spPr>
          <a:xfrm>
            <a:off x="822960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+ 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 5 mm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 cm 8 mm</a:t>
            </a:r>
            <a:endParaRPr lang="ko-KR" sz="3000" dirty="0"/>
          </a:p>
        </p:txBody>
      </p:sp>
      <p:sp>
        <p:nvSpPr>
          <p:cNvPr id="7" name="S04-card219"/>
          <p:cNvSpPr/>
          <p:nvPr/>
        </p:nvSpPr>
        <p:spPr>
          <a:xfrm>
            <a:off x="4322064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20"/>
          <p:cNvSpPr txBox="1"/>
          <p:nvPr/>
        </p:nvSpPr>
        <p:spPr>
          <a:xfrm>
            <a:off x="4596384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mm끼리 더하면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+ 8 = 13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 mm = 1 cm 3 mm</a:t>
            </a:r>
            <a:endParaRPr lang="ko-KR" sz="3000" dirty="0"/>
          </a:p>
        </p:txBody>
      </p:sp>
      <p:sp>
        <p:nvSpPr>
          <p:cNvPr id="9" name="S04-card221"/>
          <p:cNvSpPr/>
          <p:nvPr/>
        </p:nvSpPr>
        <p:spPr>
          <a:xfrm>
            <a:off x="8095488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22"/>
          <p:cNvSpPr txBox="1"/>
          <p:nvPr/>
        </p:nvSpPr>
        <p:spPr>
          <a:xfrm>
            <a:off x="8369808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자에서 읽으면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 3 mm</a:t>
            </a:r>
            <a:endParaRPr lang="ko-KR" sz="3000" dirty="0"/>
          </a:p>
        </p:txBody>
      </p:sp>
      <p:sp>
        <p:nvSpPr>
          <p:cNvPr id="11" name="S04-figure223" descr="7 cm 자 위에 0에서 3 cm 5 mm까지 막대, 그 끝에서 6 cm 3 mm 눈금까지 2 cm 8 mm 막대"/>
          <p:cNvSpPr/>
          <p:nvPr/>
        </p:nvSpPr>
        <p:spPr>
          <a:xfrm>
            <a:off x="3630005" y="2333598"/>
            <a:ext cx="4928943" cy="853086"/>
          </a:xfrm>
          <a:custGeom>
            <a:avLst/>
            <a:gdLst/>
            <a:ahLst/>
            <a:cxnLst/>
            <a:rect l="l" t="t" r="r" b="b"/>
            <a:pathLst>
              <a:path w="4928943" h="853086">
                <a:moveTo>
                  <a:pt x="0" y="0"/>
                </a:moveTo>
                <a:lnTo>
                  <a:pt x="4928943" y="0"/>
                </a:lnTo>
                <a:lnTo>
                  <a:pt x="4928943" y="853086"/>
                </a:lnTo>
                <a:lnTo>
                  <a:pt x="0" y="853086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mark224"/>
          <p:cNvSpPr/>
          <p:nvPr/>
        </p:nvSpPr>
        <p:spPr>
          <a:xfrm>
            <a:off x="3882771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4-label226"/>
          <p:cNvSpPr txBox="1"/>
          <p:nvPr/>
        </p:nvSpPr>
        <p:spPr>
          <a:xfrm>
            <a:off x="3727323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4" name="S04-mark227"/>
          <p:cNvSpPr/>
          <p:nvPr/>
        </p:nvSpPr>
        <p:spPr>
          <a:xfrm>
            <a:off x="394596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mark228"/>
          <p:cNvSpPr/>
          <p:nvPr/>
        </p:nvSpPr>
        <p:spPr>
          <a:xfrm>
            <a:off x="400915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mark229"/>
          <p:cNvSpPr/>
          <p:nvPr/>
        </p:nvSpPr>
        <p:spPr>
          <a:xfrm>
            <a:off x="407234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mark230"/>
          <p:cNvSpPr/>
          <p:nvPr/>
        </p:nvSpPr>
        <p:spPr>
          <a:xfrm>
            <a:off x="413553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mark231"/>
          <p:cNvSpPr/>
          <p:nvPr/>
        </p:nvSpPr>
        <p:spPr>
          <a:xfrm>
            <a:off x="4198729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mark232"/>
          <p:cNvSpPr/>
          <p:nvPr/>
        </p:nvSpPr>
        <p:spPr>
          <a:xfrm>
            <a:off x="426192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mark233"/>
          <p:cNvSpPr/>
          <p:nvPr/>
        </p:nvSpPr>
        <p:spPr>
          <a:xfrm>
            <a:off x="432511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mark234"/>
          <p:cNvSpPr/>
          <p:nvPr/>
        </p:nvSpPr>
        <p:spPr>
          <a:xfrm>
            <a:off x="438830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mark235"/>
          <p:cNvSpPr/>
          <p:nvPr/>
        </p:nvSpPr>
        <p:spPr>
          <a:xfrm>
            <a:off x="445149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mark236"/>
          <p:cNvSpPr/>
          <p:nvPr/>
        </p:nvSpPr>
        <p:spPr>
          <a:xfrm>
            <a:off x="4514687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04-label238"/>
          <p:cNvSpPr txBox="1"/>
          <p:nvPr/>
        </p:nvSpPr>
        <p:spPr>
          <a:xfrm>
            <a:off x="4359239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5" name="S04-mark239"/>
          <p:cNvSpPr/>
          <p:nvPr/>
        </p:nvSpPr>
        <p:spPr>
          <a:xfrm>
            <a:off x="457787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mark240"/>
          <p:cNvSpPr/>
          <p:nvPr/>
        </p:nvSpPr>
        <p:spPr>
          <a:xfrm>
            <a:off x="464107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4-mark241"/>
          <p:cNvSpPr/>
          <p:nvPr/>
        </p:nvSpPr>
        <p:spPr>
          <a:xfrm>
            <a:off x="470426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mark242"/>
          <p:cNvSpPr/>
          <p:nvPr/>
        </p:nvSpPr>
        <p:spPr>
          <a:xfrm>
            <a:off x="476745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mark243"/>
          <p:cNvSpPr/>
          <p:nvPr/>
        </p:nvSpPr>
        <p:spPr>
          <a:xfrm>
            <a:off x="4830645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mark244"/>
          <p:cNvSpPr/>
          <p:nvPr/>
        </p:nvSpPr>
        <p:spPr>
          <a:xfrm>
            <a:off x="489383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mark245"/>
          <p:cNvSpPr/>
          <p:nvPr/>
        </p:nvSpPr>
        <p:spPr>
          <a:xfrm>
            <a:off x="495702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mark246"/>
          <p:cNvSpPr/>
          <p:nvPr/>
        </p:nvSpPr>
        <p:spPr>
          <a:xfrm>
            <a:off x="502021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mark247"/>
          <p:cNvSpPr/>
          <p:nvPr/>
        </p:nvSpPr>
        <p:spPr>
          <a:xfrm>
            <a:off x="508341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mark248"/>
          <p:cNvSpPr/>
          <p:nvPr/>
        </p:nvSpPr>
        <p:spPr>
          <a:xfrm>
            <a:off x="5146602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5" name="S04-label250"/>
          <p:cNvSpPr txBox="1"/>
          <p:nvPr/>
        </p:nvSpPr>
        <p:spPr>
          <a:xfrm>
            <a:off x="4991154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6" name="S04-mark251"/>
          <p:cNvSpPr/>
          <p:nvPr/>
        </p:nvSpPr>
        <p:spPr>
          <a:xfrm>
            <a:off x="520979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mark252"/>
          <p:cNvSpPr/>
          <p:nvPr/>
        </p:nvSpPr>
        <p:spPr>
          <a:xfrm>
            <a:off x="527298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mark253"/>
          <p:cNvSpPr/>
          <p:nvPr/>
        </p:nvSpPr>
        <p:spPr>
          <a:xfrm>
            <a:off x="533617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mark254"/>
          <p:cNvSpPr/>
          <p:nvPr/>
        </p:nvSpPr>
        <p:spPr>
          <a:xfrm>
            <a:off x="539936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mark255"/>
          <p:cNvSpPr/>
          <p:nvPr/>
        </p:nvSpPr>
        <p:spPr>
          <a:xfrm>
            <a:off x="5462560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mark256"/>
          <p:cNvSpPr/>
          <p:nvPr/>
        </p:nvSpPr>
        <p:spPr>
          <a:xfrm>
            <a:off x="552575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mark257"/>
          <p:cNvSpPr/>
          <p:nvPr/>
        </p:nvSpPr>
        <p:spPr>
          <a:xfrm>
            <a:off x="558894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mark258"/>
          <p:cNvSpPr/>
          <p:nvPr/>
        </p:nvSpPr>
        <p:spPr>
          <a:xfrm>
            <a:off x="565213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mark259"/>
          <p:cNvSpPr/>
          <p:nvPr/>
        </p:nvSpPr>
        <p:spPr>
          <a:xfrm>
            <a:off x="571532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mark260"/>
          <p:cNvSpPr/>
          <p:nvPr/>
        </p:nvSpPr>
        <p:spPr>
          <a:xfrm>
            <a:off x="5778518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6" name="S04-label262"/>
          <p:cNvSpPr txBox="1"/>
          <p:nvPr/>
        </p:nvSpPr>
        <p:spPr>
          <a:xfrm>
            <a:off x="5623070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7" name="S04-mark263"/>
          <p:cNvSpPr/>
          <p:nvPr/>
        </p:nvSpPr>
        <p:spPr>
          <a:xfrm>
            <a:off x="584171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mark264"/>
          <p:cNvSpPr/>
          <p:nvPr/>
        </p:nvSpPr>
        <p:spPr>
          <a:xfrm>
            <a:off x="590490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mark265"/>
          <p:cNvSpPr/>
          <p:nvPr/>
        </p:nvSpPr>
        <p:spPr>
          <a:xfrm>
            <a:off x="596809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mark266"/>
          <p:cNvSpPr/>
          <p:nvPr/>
        </p:nvSpPr>
        <p:spPr>
          <a:xfrm>
            <a:off x="603128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mark267"/>
          <p:cNvSpPr/>
          <p:nvPr/>
        </p:nvSpPr>
        <p:spPr>
          <a:xfrm>
            <a:off x="6094476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4-mark268"/>
          <p:cNvSpPr/>
          <p:nvPr/>
        </p:nvSpPr>
        <p:spPr>
          <a:xfrm>
            <a:off x="615766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mark269"/>
          <p:cNvSpPr/>
          <p:nvPr/>
        </p:nvSpPr>
        <p:spPr>
          <a:xfrm>
            <a:off x="622085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mark270"/>
          <p:cNvSpPr/>
          <p:nvPr/>
        </p:nvSpPr>
        <p:spPr>
          <a:xfrm>
            <a:off x="628405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4-mark271"/>
          <p:cNvSpPr/>
          <p:nvPr/>
        </p:nvSpPr>
        <p:spPr>
          <a:xfrm>
            <a:off x="634724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4-mark272"/>
          <p:cNvSpPr/>
          <p:nvPr/>
        </p:nvSpPr>
        <p:spPr>
          <a:xfrm>
            <a:off x="6410434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7" name="S04-label274"/>
          <p:cNvSpPr txBox="1"/>
          <p:nvPr/>
        </p:nvSpPr>
        <p:spPr>
          <a:xfrm>
            <a:off x="6254986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8" name="S04-mark275"/>
          <p:cNvSpPr/>
          <p:nvPr/>
        </p:nvSpPr>
        <p:spPr>
          <a:xfrm>
            <a:off x="647362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mark276"/>
          <p:cNvSpPr/>
          <p:nvPr/>
        </p:nvSpPr>
        <p:spPr>
          <a:xfrm>
            <a:off x="653681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4-mark277"/>
          <p:cNvSpPr/>
          <p:nvPr/>
        </p:nvSpPr>
        <p:spPr>
          <a:xfrm>
            <a:off x="660000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4-mark278"/>
          <p:cNvSpPr/>
          <p:nvPr/>
        </p:nvSpPr>
        <p:spPr>
          <a:xfrm>
            <a:off x="666320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4-mark279"/>
          <p:cNvSpPr/>
          <p:nvPr/>
        </p:nvSpPr>
        <p:spPr>
          <a:xfrm>
            <a:off x="6726392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mark280"/>
          <p:cNvSpPr/>
          <p:nvPr/>
        </p:nvSpPr>
        <p:spPr>
          <a:xfrm>
            <a:off x="678958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mark281"/>
          <p:cNvSpPr/>
          <p:nvPr/>
        </p:nvSpPr>
        <p:spPr>
          <a:xfrm>
            <a:off x="685277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mark282"/>
          <p:cNvSpPr/>
          <p:nvPr/>
        </p:nvSpPr>
        <p:spPr>
          <a:xfrm>
            <a:off x="691596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mark283"/>
          <p:cNvSpPr/>
          <p:nvPr/>
        </p:nvSpPr>
        <p:spPr>
          <a:xfrm>
            <a:off x="697915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4-mark284"/>
          <p:cNvSpPr/>
          <p:nvPr/>
        </p:nvSpPr>
        <p:spPr>
          <a:xfrm>
            <a:off x="7042350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8" name="S04-label286"/>
          <p:cNvSpPr txBox="1"/>
          <p:nvPr/>
        </p:nvSpPr>
        <p:spPr>
          <a:xfrm>
            <a:off x="6886902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9" name="S04-mark287"/>
          <p:cNvSpPr/>
          <p:nvPr/>
        </p:nvSpPr>
        <p:spPr>
          <a:xfrm>
            <a:off x="710554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4-mark288"/>
          <p:cNvSpPr/>
          <p:nvPr/>
        </p:nvSpPr>
        <p:spPr>
          <a:xfrm>
            <a:off x="716873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4-mark289"/>
          <p:cNvSpPr/>
          <p:nvPr/>
        </p:nvSpPr>
        <p:spPr>
          <a:xfrm>
            <a:off x="723192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4-mark290"/>
          <p:cNvSpPr/>
          <p:nvPr/>
        </p:nvSpPr>
        <p:spPr>
          <a:xfrm>
            <a:off x="729511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4-mark291"/>
          <p:cNvSpPr/>
          <p:nvPr/>
        </p:nvSpPr>
        <p:spPr>
          <a:xfrm>
            <a:off x="7358307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4-mark292"/>
          <p:cNvSpPr/>
          <p:nvPr/>
        </p:nvSpPr>
        <p:spPr>
          <a:xfrm>
            <a:off x="742149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4-mark293"/>
          <p:cNvSpPr/>
          <p:nvPr/>
        </p:nvSpPr>
        <p:spPr>
          <a:xfrm>
            <a:off x="748469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4-mark294"/>
          <p:cNvSpPr/>
          <p:nvPr/>
        </p:nvSpPr>
        <p:spPr>
          <a:xfrm>
            <a:off x="754788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4-mark295"/>
          <p:cNvSpPr/>
          <p:nvPr/>
        </p:nvSpPr>
        <p:spPr>
          <a:xfrm>
            <a:off x="761107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4-mark296"/>
          <p:cNvSpPr/>
          <p:nvPr/>
        </p:nvSpPr>
        <p:spPr>
          <a:xfrm>
            <a:off x="7674265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9" name="S04-label298"/>
          <p:cNvSpPr txBox="1"/>
          <p:nvPr/>
        </p:nvSpPr>
        <p:spPr>
          <a:xfrm>
            <a:off x="7518817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80" name="S04-mark299"/>
          <p:cNvSpPr/>
          <p:nvPr/>
        </p:nvSpPr>
        <p:spPr>
          <a:xfrm>
            <a:off x="773745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4-mark300"/>
          <p:cNvSpPr/>
          <p:nvPr/>
        </p:nvSpPr>
        <p:spPr>
          <a:xfrm>
            <a:off x="780064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4-mark301"/>
          <p:cNvSpPr/>
          <p:nvPr/>
        </p:nvSpPr>
        <p:spPr>
          <a:xfrm>
            <a:off x="786384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4-mark302"/>
          <p:cNvSpPr/>
          <p:nvPr/>
        </p:nvSpPr>
        <p:spPr>
          <a:xfrm>
            <a:off x="792703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4-mark303"/>
          <p:cNvSpPr/>
          <p:nvPr/>
        </p:nvSpPr>
        <p:spPr>
          <a:xfrm>
            <a:off x="7990223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4-mark304"/>
          <p:cNvSpPr/>
          <p:nvPr/>
        </p:nvSpPr>
        <p:spPr>
          <a:xfrm>
            <a:off x="805341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4-mark305"/>
          <p:cNvSpPr/>
          <p:nvPr/>
        </p:nvSpPr>
        <p:spPr>
          <a:xfrm>
            <a:off x="811660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4-mark306"/>
          <p:cNvSpPr/>
          <p:nvPr/>
        </p:nvSpPr>
        <p:spPr>
          <a:xfrm>
            <a:off x="817979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4-mark307"/>
          <p:cNvSpPr/>
          <p:nvPr/>
        </p:nvSpPr>
        <p:spPr>
          <a:xfrm>
            <a:off x="824298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4-mark308"/>
          <p:cNvSpPr/>
          <p:nvPr/>
        </p:nvSpPr>
        <p:spPr>
          <a:xfrm>
            <a:off x="8306181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90" name="S04-label310"/>
          <p:cNvSpPr txBox="1"/>
          <p:nvPr/>
        </p:nvSpPr>
        <p:spPr>
          <a:xfrm>
            <a:off x="8150733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91" name="S04-mark311"/>
          <p:cNvSpPr/>
          <p:nvPr/>
        </p:nvSpPr>
        <p:spPr>
          <a:xfrm>
            <a:off x="3882771" y="1922853"/>
            <a:ext cx="2211705" cy="252766"/>
          </a:xfrm>
          <a:custGeom>
            <a:avLst/>
            <a:gdLst/>
            <a:ahLst/>
            <a:cxnLst/>
            <a:rect l="l" t="t" r="r" b="b"/>
            <a:pathLst>
              <a:path w="2211705" h="252766">
                <a:moveTo>
                  <a:pt x="0" y="252766"/>
                </a:moveTo>
                <a:lnTo>
                  <a:pt x="2211705" y="252766"/>
                </a:lnTo>
                <a:lnTo>
                  <a:pt x="22117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4-label313"/>
          <p:cNvSpPr txBox="1"/>
          <p:nvPr/>
        </p:nvSpPr>
        <p:spPr>
          <a:xfrm>
            <a:off x="4784408" y="185873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93" name="S04-mark314"/>
          <p:cNvSpPr/>
          <p:nvPr/>
        </p:nvSpPr>
        <p:spPr>
          <a:xfrm>
            <a:off x="3882771" y="2175619"/>
            <a:ext cx="0" cy="15797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4" name="S04-mark315"/>
          <p:cNvSpPr/>
          <p:nvPr/>
        </p:nvSpPr>
        <p:spPr>
          <a:xfrm>
            <a:off x="6094476" y="2175619"/>
            <a:ext cx="0" cy="15797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5" name="S04-mark316"/>
          <p:cNvSpPr/>
          <p:nvPr/>
        </p:nvSpPr>
        <p:spPr>
          <a:xfrm>
            <a:off x="6094476" y="1543703"/>
            <a:ext cx="1769364" cy="252766"/>
          </a:xfrm>
          <a:custGeom>
            <a:avLst/>
            <a:gdLst/>
            <a:ahLst/>
            <a:cxnLst/>
            <a:rect l="l" t="t" r="r" b="b"/>
            <a:pathLst>
              <a:path w="1769364" h="252766">
                <a:moveTo>
                  <a:pt x="0" y="252766"/>
                </a:moveTo>
                <a:lnTo>
                  <a:pt x="1769364" y="252766"/>
                </a:lnTo>
                <a:lnTo>
                  <a:pt x="176936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4-label318"/>
          <p:cNvSpPr txBox="1"/>
          <p:nvPr/>
        </p:nvSpPr>
        <p:spPr>
          <a:xfrm>
            <a:off x="6774942" y="147958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97" name="S04-mark319"/>
          <p:cNvSpPr/>
          <p:nvPr/>
        </p:nvSpPr>
        <p:spPr>
          <a:xfrm>
            <a:off x="6094476" y="1796469"/>
            <a:ext cx="0" cy="53712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8" name="S04-mark320"/>
          <p:cNvSpPr/>
          <p:nvPr/>
        </p:nvSpPr>
        <p:spPr>
          <a:xfrm>
            <a:off x="7863840" y="1796469"/>
            <a:ext cx="0" cy="53712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길이의 덧셈</a:t>
            </a:r>
            <a:endParaRPr lang="ko-KR" sz="4000" dirty="0"/>
          </a:p>
        </p:txBody>
      </p:sp>
      <p:sp>
        <p:nvSpPr>
          <p:cNvPr id="3" name="S05-text3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 5 mm + 2 cm 8 mm를 세로로 계산해요.</a:t>
            </a:r>
            <a:endParaRPr lang="ko-KR" sz="3000" dirty="0"/>
          </a:p>
        </p:txBody>
      </p:sp>
      <p:sp>
        <p:nvSpPr>
          <p:cNvPr id="4" name="S05-card3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 mm는 1 cm로 받아올려요.</a:t>
            </a:r>
            <a:endParaRPr lang="ko-KR" sz="3000" dirty="0"/>
          </a:p>
        </p:txBody>
      </p:sp>
      <p:graphicFrame>
        <p:nvGraphicFramePr>
          <p:cNvPr id="6" name="S05-table3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325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326"/>
          <p:cNvSpPr txBox="1"/>
          <p:nvPr/>
        </p:nvSpPr>
        <p:spPr>
          <a:xfrm>
            <a:off x="1325880" y="23881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mm: 5 + 8 = 13</a:t>
            </a:r>
            <a:endParaRPr lang="ko-KR" sz="3000" dirty="0"/>
          </a:p>
        </p:txBody>
      </p:sp>
      <p:sp>
        <p:nvSpPr>
          <p:cNvPr id="9" name="S05-stepno327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28"/>
          <p:cNvSpPr txBox="1"/>
          <p:nvPr/>
        </p:nvSpPr>
        <p:spPr>
          <a:xfrm>
            <a:off x="1325880" y="31013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 mm = 1 cm 3 mm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쓰고 1 cm를 올려요.</a:t>
            </a:r>
            <a:endParaRPr lang="ko-KR" sz="3000" dirty="0"/>
          </a:p>
        </p:txBody>
      </p:sp>
      <p:sp>
        <p:nvSpPr>
          <p:cNvPr id="11" name="S05-stepno329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30"/>
          <p:cNvSpPr txBox="1"/>
          <p:nvPr/>
        </p:nvSpPr>
        <p:spPr>
          <a:xfrm>
            <a:off x="1325880" y="41955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cm: 1 + 3 + 2 = 6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길이의 뺄셈</a:t>
            </a:r>
            <a:endParaRPr lang="ko-KR" sz="4000" dirty="0"/>
          </a:p>
        </p:txBody>
      </p:sp>
      <p:sp>
        <p:nvSpPr>
          <p:cNvPr id="3" name="S06-text3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 3 mm − 2 cm 6 mm를 세로로 계산해요.</a:t>
            </a:r>
            <a:endParaRPr lang="ko-KR" sz="3000" dirty="0"/>
          </a:p>
        </p:txBody>
      </p:sp>
      <p:sp>
        <p:nvSpPr>
          <p:cNvPr id="4" name="S06-card3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받아내린 1 cm는 10 mm예요.</a:t>
            </a:r>
            <a:endParaRPr lang="ko-KR" sz="3000" dirty="0"/>
          </a:p>
        </p:txBody>
      </p:sp>
      <p:graphicFrame>
        <p:nvGraphicFramePr>
          <p:cNvPr id="7" name="S06-table3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stepno335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336"/>
          <p:cNvSpPr txBox="1"/>
          <p:nvPr/>
        </p:nvSpPr>
        <p:spPr>
          <a:xfrm>
            <a:off x="1325880" y="23881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mm: 3에서 6을 뺄 수 없어요.</a:t>
            </a:r>
            <a:endParaRPr lang="ko-KR" sz="3000" dirty="0"/>
          </a:p>
        </p:txBody>
      </p:sp>
      <p:sp>
        <p:nvSpPr>
          <p:cNvPr id="9" name="S06-stepno337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338"/>
          <p:cNvSpPr txBox="1"/>
          <p:nvPr/>
        </p:nvSpPr>
        <p:spPr>
          <a:xfrm>
            <a:off x="1325880" y="31013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cm를 10 mm로 받아내려요.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+ 3 − 6 = 7</a:t>
            </a:r>
            <a:endParaRPr lang="ko-KR" sz="3000" dirty="0"/>
          </a:p>
        </p:txBody>
      </p:sp>
      <p:sp>
        <p:nvSpPr>
          <p:cNvPr id="11" name="S06-stepno339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340"/>
          <p:cNvSpPr txBox="1"/>
          <p:nvPr/>
        </p:nvSpPr>
        <p:spPr>
          <a:xfrm>
            <a:off x="1325880" y="41955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cm: 6 − 2 = 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계산해요</a:t>
            </a:r>
            <a:endParaRPr lang="ko-KR" sz="4000" dirty="0"/>
          </a:p>
        </p:txBody>
      </p:sp>
      <p:sp>
        <p:nvSpPr>
          <p:cNvPr id="3" name="S07-card3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3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 mm가 되면 1 cm로 올려요.</a:t>
            </a:r>
            <a:endParaRPr lang="ko-KR" sz="3000" dirty="0"/>
          </a:p>
        </p:txBody>
      </p:sp>
      <p:graphicFrame>
        <p:nvGraphicFramePr>
          <p:cNvPr id="8" name="S07-table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1701419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7-label344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세로로</a:t>
            </a:r>
            <a:endParaRPr lang="ko-KR" sz="2400" dirty="0"/>
          </a:p>
        </p:txBody>
      </p:sp>
      <p:sp>
        <p:nvSpPr>
          <p:cNvPr id="7" name="S07-chip345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07-eqtext346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cm 4 mm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 cm 3 mm</a:t>
            </a:r>
            <a:endParaRPr lang="ko-KR" sz="3000" dirty="0"/>
          </a:p>
        </p:txBody>
      </p:sp>
      <p:sp>
        <p:nvSpPr>
          <p:cNvPr id="9" name="S07-chip347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7-eqtext348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 6 mm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+ 3 cm 7 mm</a:t>
            </a:r>
            <a:endParaRPr lang="ko-KR" sz="3000" dirty="0"/>
          </a:p>
        </p:txBody>
      </p:sp>
      <p:sp>
        <p:nvSpPr>
          <p:cNvPr id="11" name="S07-chip349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07-eqtext350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 cm 2 mm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− 5 cm 8 mm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35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35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 2 mm − 3 cm 5 mm를 계산했어요.</a:t>
            </a:r>
            <a:endParaRPr lang="ko-KR" sz="3000" dirty="0"/>
          </a:p>
        </p:txBody>
      </p:sp>
      <p:sp>
        <p:nvSpPr>
          <p:cNvPr id="5" name="S08-card3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3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덧셈으로 확인해 봐요.</a:t>
            </a:r>
            <a:endParaRPr lang="ko-KR" sz="3000" dirty="0"/>
          </a:p>
        </p:txBody>
      </p:sp>
      <p:sp>
        <p:nvSpPr>
          <p:cNvPr id="7" name="S08-chip35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5 cm 3 mm</a:t>
            </a:r>
            <a:endParaRPr lang="ko-KR" sz="2400" dirty="0"/>
          </a:p>
        </p:txBody>
      </p:sp>
      <p:sp>
        <p:nvSpPr>
          <p:cNvPr id="8" name="S08-text35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cm: 8 − 3 = 5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mm: 5 − 2 = 3</a:t>
            </a:r>
            <a:endParaRPr lang="ko-KR" sz="3000" dirty="0"/>
          </a:p>
        </p:txBody>
      </p:sp>
      <p:sp>
        <p:nvSpPr>
          <p:cNvPr id="9" name="S08-chip35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4 cm 7 mm</a:t>
            </a:r>
            <a:endParaRPr lang="ko-KR" sz="2400" dirty="0"/>
          </a:p>
        </p:txBody>
      </p:sp>
      <p:sp>
        <p:nvSpPr>
          <p:cNvPr id="10" name="S08-text35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cm를 10 mm로 받아내려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mm: 12 − 5 = 7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cm: 7 − 3 = 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km와 m의 덧셈</a:t>
            </a:r>
            <a:endParaRPr lang="ko-KR" sz="4000" dirty="0"/>
          </a:p>
        </p:txBody>
      </p:sp>
      <p:sp>
        <p:nvSpPr>
          <p:cNvPr id="3" name="S09-text3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km 700 m + 1 km 600 m를 세로로 계산해요.</a:t>
            </a:r>
            <a:endParaRPr lang="ko-KR" sz="3000" dirty="0"/>
          </a:p>
        </p:txBody>
      </p:sp>
      <p:sp>
        <p:nvSpPr>
          <p:cNvPr id="4" name="S09-card3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3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m는 1 km로 받아올려요.</a:t>
            </a:r>
            <a:endParaRPr lang="ko-KR" sz="3000" dirty="0"/>
          </a:p>
        </p:txBody>
      </p:sp>
      <p:graphicFrame>
        <p:nvGraphicFramePr>
          <p:cNvPr id="10" name="S09-table3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9-stepno363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364"/>
          <p:cNvSpPr txBox="1"/>
          <p:nvPr/>
        </p:nvSpPr>
        <p:spPr>
          <a:xfrm>
            <a:off x="1325880" y="23881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m: 700 + 600 = 1300</a:t>
            </a:r>
            <a:endParaRPr lang="ko-KR" sz="3000" dirty="0"/>
          </a:p>
        </p:txBody>
      </p:sp>
      <p:sp>
        <p:nvSpPr>
          <p:cNvPr id="9" name="S09-stepno365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366"/>
          <p:cNvSpPr txBox="1"/>
          <p:nvPr/>
        </p:nvSpPr>
        <p:spPr>
          <a:xfrm>
            <a:off x="1325880" y="31013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1300 m = 1 km 300 m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300을 쓰고 1 km를 올려요.</a:t>
            </a:r>
            <a:endParaRPr lang="ko-KR" sz="3000" dirty="0"/>
          </a:p>
        </p:txBody>
      </p:sp>
      <p:sp>
        <p:nvSpPr>
          <p:cNvPr id="11" name="S09-stepno367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368"/>
          <p:cNvSpPr txBox="1"/>
          <p:nvPr/>
        </p:nvSpPr>
        <p:spPr>
          <a:xfrm>
            <a:off x="1325880" y="41955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km: 1 + 2 + 1 = 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km와 m의 뺄셈</a:t>
            </a:r>
            <a:endParaRPr lang="ko-KR" sz="4000" dirty="0"/>
          </a:p>
        </p:txBody>
      </p:sp>
      <p:sp>
        <p:nvSpPr>
          <p:cNvPr id="3" name="S10-text3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km 200 m − 2 km 800 m를 세로로 계산해요.</a:t>
            </a:r>
            <a:endParaRPr lang="ko-KR" sz="3000" dirty="0"/>
          </a:p>
        </p:txBody>
      </p:sp>
      <p:sp>
        <p:nvSpPr>
          <p:cNvPr id="4" name="S10-card3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3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받아내린 1 km는 1000 m예요.</a:t>
            </a:r>
            <a:endParaRPr lang="ko-KR" sz="3000" dirty="0"/>
          </a:p>
        </p:txBody>
      </p:sp>
      <p:graphicFrame>
        <p:nvGraphicFramePr>
          <p:cNvPr id="11" name="S10-table3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0-stepno373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0-text374"/>
          <p:cNvSpPr txBox="1"/>
          <p:nvPr/>
        </p:nvSpPr>
        <p:spPr>
          <a:xfrm>
            <a:off x="1325880" y="23881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m: 200에서 800을 뺄 수 없어요.</a:t>
            </a:r>
            <a:endParaRPr lang="ko-KR" sz="3000" dirty="0"/>
          </a:p>
        </p:txBody>
      </p:sp>
      <p:sp>
        <p:nvSpPr>
          <p:cNvPr id="9" name="S10-stepno375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0-text376"/>
          <p:cNvSpPr txBox="1"/>
          <p:nvPr/>
        </p:nvSpPr>
        <p:spPr>
          <a:xfrm>
            <a:off x="1325880" y="31013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km를 1000 m로 받아내려요.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+ 200 − 800 = 400</a:t>
            </a:r>
            <a:endParaRPr lang="ko-KR" sz="3000" dirty="0"/>
          </a:p>
        </p:txBody>
      </p:sp>
      <p:sp>
        <p:nvSpPr>
          <p:cNvPr id="11" name="S10-stepno377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0-text378"/>
          <p:cNvSpPr txBox="1"/>
          <p:nvPr/>
        </p:nvSpPr>
        <p:spPr>
          <a:xfrm>
            <a:off x="1325880" y="41955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km: 4 − 2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거리를 계산해요</a:t>
            </a:r>
            <a:endParaRPr lang="ko-KR" sz="4000" dirty="0"/>
          </a:p>
        </p:txBody>
      </p:sp>
      <p:sp>
        <p:nvSpPr>
          <p:cNvPr id="3" name="S11-card3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3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 = 1000 m예요.</a:t>
            </a:r>
            <a:endParaRPr lang="ko-KR" sz="3000" dirty="0"/>
          </a:p>
        </p:txBody>
      </p:sp>
      <p:graphicFrame>
        <p:nvGraphicFramePr>
          <p:cNvPr id="12" name="S11-table3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1701419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1-label382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세로로</a:t>
            </a:r>
            <a:endParaRPr lang="ko-KR" sz="2400" dirty="0"/>
          </a:p>
        </p:txBody>
      </p:sp>
      <p:sp>
        <p:nvSpPr>
          <p:cNvPr id="7" name="S11-chip383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11-eqtext384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km 450 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 km 300 m</a:t>
            </a:r>
            <a:endParaRPr lang="ko-KR" sz="3000" dirty="0"/>
          </a:p>
        </p:txBody>
      </p:sp>
      <p:sp>
        <p:nvSpPr>
          <p:cNvPr id="9" name="S11-chip385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1-eqtext386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km 650 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 km 550 m</a:t>
            </a:r>
            <a:endParaRPr lang="ko-KR" sz="3000" dirty="0"/>
          </a:p>
        </p:txBody>
      </p:sp>
      <p:sp>
        <p:nvSpPr>
          <p:cNvPr id="11" name="S11-chip387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11-eqtext388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km 100 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− 3 km 400 m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3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써서 계산하고, 어떻게 했는지 말해요.</a:t>
            </a:r>
            <a:endParaRPr lang="ko-KR" sz="3000" dirty="0"/>
          </a:p>
        </p:txBody>
      </p:sp>
      <p:sp>
        <p:nvSpPr>
          <p:cNvPr id="4" name="S12-chip39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eqtext39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 7 mm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 cm 6 mm</a:t>
            </a:r>
            <a:endParaRPr lang="ko-KR" sz="3000" dirty="0"/>
          </a:p>
        </p:txBody>
      </p:sp>
      <p:sp>
        <p:nvSpPr>
          <p:cNvPr id="6" name="S12-chip39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eqtext39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 1 mm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− 3 cm 4 mm</a:t>
            </a:r>
            <a:endParaRPr lang="ko-KR" sz="3000" dirty="0"/>
          </a:p>
        </p:txBody>
      </p:sp>
      <p:sp>
        <p:nvSpPr>
          <p:cNvPr id="8" name="S12-chip39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eqtext39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km 600 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 km 900 m</a:t>
            </a:r>
            <a:endParaRPr lang="ko-KR" sz="3000" dirty="0"/>
          </a:p>
        </p:txBody>
      </p:sp>
      <p:sp>
        <p:nvSpPr>
          <p:cNvPr id="10" name="S12-chip39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2-eqtext39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km 300 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− 4 km 500 m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가까운 길은?</a:t>
            </a:r>
            <a:endParaRPr lang="ko-KR" sz="4000" dirty="0"/>
          </a:p>
        </p:txBody>
      </p:sp>
      <p:sp>
        <p:nvSpPr>
          <p:cNvPr id="3" name="S14-text3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공원까지 가는 두 길이에요.</a:t>
            </a:r>
            <a:endParaRPr lang="ko-KR" sz="3000" dirty="0"/>
          </a:p>
        </p:txBody>
      </p:sp>
      <p:sp>
        <p:nvSpPr>
          <p:cNvPr id="4" name="S14-card3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4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가까운 길을 고르고, 어떻게 알았는지 말해요.</a:t>
            </a:r>
            <a:endParaRPr lang="ko-KR" sz="3000" dirty="0"/>
          </a:p>
        </p:txBody>
      </p:sp>
      <p:sp>
        <p:nvSpPr>
          <p:cNvPr id="6" name="S14-chip401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card402"/>
          <p:cNvSpPr/>
          <p:nvPr/>
        </p:nvSpPr>
        <p:spPr>
          <a:xfrm>
            <a:off x="548640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403"/>
          <p:cNvSpPr txBox="1"/>
          <p:nvPr/>
        </p:nvSpPr>
        <p:spPr>
          <a:xfrm>
            <a:off x="822960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도서관을 거쳐 가는 길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 800 m + 2 km 500 m</a:t>
            </a:r>
            <a:endParaRPr lang="ko-KR" sz="3000" dirty="0"/>
          </a:p>
        </p:txBody>
      </p:sp>
      <p:sp>
        <p:nvSpPr>
          <p:cNvPr id="9" name="S14-chip404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4-card405"/>
          <p:cNvSpPr/>
          <p:nvPr/>
        </p:nvSpPr>
        <p:spPr>
          <a:xfrm>
            <a:off x="6277356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406"/>
          <p:cNvSpPr txBox="1"/>
          <p:nvPr/>
        </p:nvSpPr>
        <p:spPr>
          <a:xfrm>
            <a:off x="6551676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가는 길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km 150 m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40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40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단위끼리 계산하고, 10 mm = 1 cm, 1000 m = 1 km로 바꾸어요.</a:t>
            </a:r>
            <a:endParaRPr lang="ko-KR" sz="3000" dirty="0"/>
          </a:p>
        </p:txBody>
      </p:sp>
      <p:sp>
        <p:nvSpPr>
          <p:cNvPr id="5" name="S15-chip40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 cm는 10 mm로 받아내리기</a:t>
            </a:r>
            <a:endParaRPr lang="ko-KR" sz="2400" dirty="0"/>
          </a:p>
        </p:txBody>
      </p:sp>
      <p:sp>
        <p:nvSpPr>
          <p:cNvPr id="6" name="S15-chip41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7 cm 13 mm처럼 두기</a:t>
            </a:r>
            <a:endParaRPr lang="ko-KR" sz="2400" dirty="0"/>
          </a:p>
        </p:txBody>
      </p:sp>
      <p:sp>
        <p:nvSpPr>
          <p:cNvPr id="7" name="S15-text41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41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 cm 6 mm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+ 4 cm 5 mm는?</a:t>
            </a:r>
            <a:endParaRPr lang="ko-KR" sz="2400" dirty="0"/>
          </a:p>
        </p:txBody>
      </p:sp>
      <p:sp>
        <p:nvSpPr>
          <p:cNvPr id="9" name="S15-text41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 cm 2 mm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− 2 cm 7 mm는?</a:t>
            </a:r>
            <a:endParaRPr lang="ko-KR" sz="2400" dirty="0"/>
          </a:p>
        </p:txBody>
      </p:sp>
      <p:sp>
        <p:nvSpPr>
          <p:cNvPr id="10" name="S15-text41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 km 300 m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− 1 km 600 m는?</a:t>
            </a:r>
            <a:endParaRPr lang="ko-KR" sz="2400" dirty="0"/>
          </a:p>
        </p:txBody>
      </p:sp>
      <p:sp>
        <p:nvSpPr>
          <p:cNvPr id="11" name="S15-text41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그림그래프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 cm = 10 mm</a:t>
            </a:r>
            <a:endParaRPr lang="ko-KR" sz="4000" dirty="0"/>
          </a:p>
        </p:txBody>
      </p:sp>
      <p:sp>
        <p:nvSpPr>
          <p:cNvPr id="3" name="S16-text4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자의 작은 눈금 10칸이 1 cm예요.</a:t>
            </a:r>
            <a:endParaRPr lang="ko-KR" sz="3000" dirty="0"/>
          </a:p>
        </p:txBody>
      </p:sp>
      <p:sp>
        <p:nvSpPr>
          <p:cNvPr id="4" name="S16-card417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418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mm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 cm 5 mm</a:t>
            </a:r>
            <a:endParaRPr lang="ko-KR" sz="3000" dirty="0"/>
          </a:p>
        </p:txBody>
      </p:sp>
      <p:sp>
        <p:nvSpPr>
          <p:cNvPr id="6" name="S16-card419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420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 = 1000 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m가 모이면 1 km</a:t>
            </a:r>
            <a:endParaRPr lang="ko-KR" sz="3000" dirty="0"/>
          </a:p>
        </p:txBody>
      </p:sp>
      <p:sp>
        <p:nvSpPr>
          <p:cNvPr id="8" name="S16-figure421" descr="3 cm 자 위에 0에서 1 cm 5 mm까지 15 mm 막대"/>
          <p:cNvSpPr/>
          <p:nvPr/>
        </p:nvSpPr>
        <p:spPr>
          <a:xfrm>
            <a:off x="4357116" y="3150870"/>
            <a:ext cx="3474720" cy="1234440"/>
          </a:xfrm>
          <a:custGeom>
            <a:avLst/>
            <a:gdLst/>
            <a:ahLst/>
            <a:cxnLst/>
            <a:rect l="l" t="t" r="r" b="b"/>
            <a:pathLst>
              <a:path w="3474720" h="1234440">
                <a:moveTo>
                  <a:pt x="0" y="0"/>
                </a:moveTo>
                <a:lnTo>
                  <a:pt x="3474720" y="0"/>
                </a:lnTo>
                <a:lnTo>
                  <a:pt x="3474720" y="1234440"/>
                </a:lnTo>
                <a:lnTo>
                  <a:pt x="0" y="123444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6-mark422"/>
          <p:cNvSpPr/>
          <p:nvPr/>
        </p:nvSpPr>
        <p:spPr>
          <a:xfrm>
            <a:off x="47228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16-label424"/>
          <p:cNvSpPr txBox="1"/>
          <p:nvPr/>
        </p:nvSpPr>
        <p:spPr>
          <a:xfrm>
            <a:off x="45674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1" name="S16-mark425"/>
          <p:cNvSpPr/>
          <p:nvPr/>
        </p:nvSpPr>
        <p:spPr>
          <a:xfrm>
            <a:off x="48143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6-mark426"/>
          <p:cNvSpPr/>
          <p:nvPr/>
        </p:nvSpPr>
        <p:spPr>
          <a:xfrm>
            <a:off x="49057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6-mark427"/>
          <p:cNvSpPr/>
          <p:nvPr/>
        </p:nvSpPr>
        <p:spPr>
          <a:xfrm>
            <a:off x="49971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6-mark428"/>
          <p:cNvSpPr/>
          <p:nvPr/>
        </p:nvSpPr>
        <p:spPr>
          <a:xfrm>
            <a:off x="50886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6-mark429"/>
          <p:cNvSpPr/>
          <p:nvPr/>
        </p:nvSpPr>
        <p:spPr>
          <a:xfrm>
            <a:off x="51800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6-mark430"/>
          <p:cNvSpPr/>
          <p:nvPr/>
        </p:nvSpPr>
        <p:spPr>
          <a:xfrm>
            <a:off x="52715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6-mark431"/>
          <p:cNvSpPr/>
          <p:nvPr/>
        </p:nvSpPr>
        <p:spPr>
          <a:xfrm>
            <a:off x="53629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6-mark432"/>
          <p:cNvSpPr/>
          <p:nvPr/>
        </p:nvSpPr>
        <p:spPr>
          <a:xfrm>
            <a:off x="54543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6-mark433"/>
          <p:cNvSpPr/>
          <p:nvPr/>
        </p:nvSpPr>
        <p:spPr>
          <a:xfrm>
            <a:off x="55458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6-mark434"/>
          <p:cNvSpPr/>
          <p:nvPr/>
        </p:nvSpPr>
        <p:spPr>
          <a:xfrm>
            <a:off x="56372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16-label436"/>
          <p:cNvSpPr txBox="1"/>
          <p:nvPr/>
        </p:nvSpPr>
        <p:spPr>
          <a:xfrm>
            <a:off x="54818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2" name="S16-mark437"/>
          <p:cNvSpPr/>
          <p:nvPr/>
        </p:nvSpPr>
        <p:spPr>
          <a:xfrm>
            <a:off x="57287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6-mark438"/>
          <p:cNvSpPr/>
          <p:nvPr/>
        </p:nvSpPr>
        <p:spPr>
          <a:xfrm>
            <a:off x="58201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6-mark439"/>
          <p:cNvSpPr/>
          <p:nvPr/>
        </p:nvSpPr>
        <p:spPr>
          <a:xfrm>
            <a:off x="59115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6-mark440"/>
          <p:cNvSpPr/>
          <p:nvPr/>
        </p:nvSpPr>
        <p:spPr>
          <a:xfrm>
            <a:off x="60030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6-mark441"/>
          <p:cNvSpPr/>
          <p:nvPr/>
        </p:nvSpPr>
        <p:spPr>
          <a:xfrm>
            <a:off x="60944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6-mark442"/>
          <p:cNvSpPr/>
          <p:nvPr/>
        </p:nvSpPr>
        <p:spPr>
          <a:xfrm>
            <a:off x="61859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6-mark443"/>
          <p:cNvSpPr/>
          <p:nvPr/>
        </p:nvSpPr>
        <p:spPr>
          <a:xfrm>
            <a:off x="62773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6-mark444"/>
          <p:cNvSpPr/>
          <p:nvPr/>
        </p:nvSpPr>
        <p:spPr>
          <a:xfrm>
            <a:off x="63687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6-mark445"/>
          <p:cNvSpPr/>
          <p:nvPr/>
        </p:nvSpPr>
        <p:spPr>
          <a:xfrm>
            <a:off x="64602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6-mark446"/>
          <p:cNvSpPr/>
          <p:nvPr/>
        </p:nvSpPr>
        <p:spPr>
          <a:xfrm>
            <a:off x="65516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2" name="S16-label448"/>
          <p:cNvSpPr txBox="1"/>
          <p:nvPr/>
        </p:nvSpPr>
        <p:spPr>
          <a:xfrm>
            <a:off x="63962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3" name="S16-mark449"/>
          <p:cNvSpPr/>
          <p:nvPr/>
        </p:nvSpPr>
        <p:spPr>
          <a:xfrm>
            <a:off x="66431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6-mark450"/>
          <p:cNvSpPr/>
          <p:nvPr/>
        </p:nvSpPr>
        <p:spPr>
          <a:xfrm>
            <a:off x="67345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6-mark451"/>
          <p:cNvSpPr/>
          <p:nvPr/>
        </p:nvSpPr>
        <p:spPr>
          <a:xfrm>
            <a:off x="68259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6-mark452"/>
          <p:cNvSpPr/>
          <p:nvPr/>
        </p:nvSpPr>
        <p:spPr>
          <a:xfrm>
            <a:off x="69174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6-mark453"/>
          <p:cNvSpPr/>
          <p:nvPr/>
        </p:nvSpPr>
        <p:spPr>
          <a:xfrm>
            <a:off x="70088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6-mark454"/>
          <p:cNvSpPr/>
          <p:nvPr/>
        </p:nvSpPr>
        <p:spPr>
          <a:xfrm>
            <a:off x="71003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6-mark455"/>
          <p:cNvSpPr/>
          <p:nvPr/>
        </p:nvSpPr>
        <p:spPr>
          <a:xfrm>
            <a:off x="71917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6-mark456"/>
          <p:cNvSpPr/>
          <p:nvPr/>
        </p:nvSpPr>
        <p:spPr>
          <a:xfrm>
            <a:off x="72831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6-mark457"/>
          <p:cNvSpPr/>
          <p:nvPr/>
        </p:nvSpPr>
        <p:spPr>
          <a:xfrm>
            <a:off x="73746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6-mark458"/>
          <p:cNvSpPr/>
          <p:nvPr/>
        </p:nvSpPr>
        <p:spPr>
          <a:xfrm>
            <a:off x="74660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3" name="S16-label460"/>
          <p:cNvSpPr txBox="1"/>
          <p:nvPr/>
        </p:nvSpPr>
        <p:spPr>
          <a:xfrm>
            <a:off x="73106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4" name="S16-mark461"/>
          <p:cNvSpPr/>
          <p:nvPr/>
        </p:nvSpPr>
        <p:spPr>
          <a:xfrm>
            <a:off x="4722876" y="2556510"/>
            <a:ext cx="1371600" cy="365760"/>
          </a:xfrm>
          <a:custGeom>
            <a:avLst/>
            <a:gdLst/>
            <a:ahLst/>
            <a:cxnLst/>
            <a:rect l="l" t="t" r="r" b="b"/>
            <a:pathLst>
              <a:path w="1371600" h="365760">
                <a:moveTo>
                  <a:pt x="0" y="365760"/>
                </a:moveTo>
                <a:lnTo>
                  <a:pt x="1371600" y="365760"/>
                </a:lnTo>
                <a:lnTo>
                  <a:pt x="137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6-label463"/>
          <p:cNvSpPr txBox="1"/>
          <p:nvPr/>
        </p:nvSpPr>
        <p:spPr>
          <a:xfrm>
            <a:off x="4856988" y="2548890"/>
            <a:ext cx="11033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mm</a:t>
            </a:r>
            <a:endParaRPr lang="ko-KR" sz="2400" dirty="0"/>
          </a:p>
        </p:txBody>
      </p:sp>
      <p:sp>
        <p:nvSpPr>
          <p:cNvPr id="46" name="S16-mark464"/>
          <p:cNvSpPr/>
          <p:nvPr/>
        </p:nvSpPr>
        <p:spPr>
          <a:xfrm>
            <a:off x="4722876" y="292227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47" name="S16-mark465"/>
          <p:cNvSpPr/>
          <p:nvPr/>
        </p:nvSpPr>
        <p:spPr>
          <a:xfrm>
            <a:off x="6094476" y="292227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길이의 덧셈과 뺄셈</dc:title>
  <dc:subject>KR22-G03-MAT-LENADD-L01</dc:subject>
  <dc:creator>education-ppt</dc:creator>
  <cp:lastModifiedBy>education-ppt</cp:lastModifiedBy>
  <cp:revision>1</cp:revision>
  <dcterms:created xsi:type="dcterms:W3CDTF">2026-10-26T08:12:24Z</dcterms:created>
  <dcterms:modified xsi:type="dcterms:W3CDTF">2026-10-26T08:12:24Z</dcterms:modified>
</cp:coreProperties>
</file>