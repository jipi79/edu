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565c1c8-bae9-6f2d-a30d-2adfca4abc5a}">
          <p14:sldIdLst>
            <p14:sldId id="256"/>
            <p14:sldId id="257"/>
          </p14:sldIdLst>
        </p14:section>
        <p14:section name="개념" id="{c20c1b98-bd3f-ba04-3f9f-99bc0429722b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de400e61-2ad7-4fde-6726-84b95a1cf22a}">
          <p14:sldIdLst>
            <p14:sldId id="262"/>
            <p14:sldId id="263"/>
            <p14:sldId id="265"/>
          </p14:sldIdLst>
        </p14:section>
        <p14:section name="개념" id="{93925de8-e400-e989-91ac-5e686d68a6fd}">
          <p14:sldIdLst/>
        </p14:section>
        <p14:section name="연습" id="{4837c1e5-f452-fc01-98c1-f654395a80f4}">
          <p14:sldIdLst/>
        </p14:section>
        <p14:section name="확인" id="{1a8c1dae-f508-578a-f198-ce2929c52758}">
          <p14:sldIdLst>
            <p14:sldId id="266"/>
            <p14:sldId id="267"/>
          </p14:sldIdLst>
        </p14:section>
        <p14:section name="정리" id="{26c827e2-addb-2eaa-fab7-1a62aa35808e}">
          <p14:sldIdLst>
            <p14:sldId id="268"/>
          </p14:sldIdLst>
        </p14:section>
        <p14:section name="보충" id="{8b81da1a-8494-f747-4aa2-a2f8ab82d5e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나눗셈의 뜻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12개를 3명이 똑같이 나누면?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10524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65388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20252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75116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29980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84844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10524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65388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920252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75116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1029980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84844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figure13" descr="점 12개를 2줄에 6개씩 놓은 배열"/>
          <p:cNvSpPr/>
          <p:nvPr/>
        </p:nvSpPr>
        <p:spPr>
          <a:xfrm>
            <a:off x="8001000" y="1554480"/>
            <a:ext cx="329184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1-card1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8" name="S01-cardtext1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똑같이 나누기와 묶어 덜기를 나눗셈식으로 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곱셈식을 나눗셈식으로 바꿔요.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1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1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□</a:t>
            </a:r>
            <a:endParaRPr lang="ko-KR" sz="3400" dirty="0"/>
          </a:p>
        </p:txBody>
      </p:sp>
      <p:sp>
        <p:nvSpPr>
          <p:cNvPr id="5" name="S02-chip1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1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□</a:t>
            </a:r>
            <a:endParaRPr lang="ko-KR" sz="3400" dirty="0"/>
          </a:p>
        </p:txBody>
      </p:sp>
      <p:sp>
        <p:nvSpPr>
          <p:cNvPr id="7" name="S02-chip2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2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12 − 3 − 3 − 3 − 3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</a:t>
            </a:r>
            <a:endParaRPr lang="ko-KR" sz="4000" dirty="0"/>
          </a:p>
        </p:txBody>
      </p:sp>
      <p:sp>
        <p:nvSpPr>
          <p:cNvPr id="3" name="S03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3명에게 똑같이 나누어요.</a:t>
            </a:r>
            <a:endParaRPr lang="ko-KR" sz="3000" dirty="0"/>
          </a:p>
        </p:txBody>
      </p:sp>
      <p:sp>
        <p:nvSpPr>
          <p:cNvPr id="4" name="S03-card23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4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나누기 3은 4와 같아요.</a:t>
            </a:r>
            <a:endParaRPr lang="ko-KR" sz="3000" dirty="0"/>
          </a:p>
        </p:txBody>
      </p:sp>
      <p:sp>
        <p:nvSpPr>
          <p:cNvPr id="6" name="S03-dot25"/>
          <p:cNvSpPr/>
          <p:nvPr/>
        </p:nvSpPr>
        <p:spPr>
          <a:xfrm>
            <a:off x="19888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6"/>
          <p:cNvSpPr/>
          <p:nvPr/>
        </p:nvSpPr>
        <p:spPr>
          <a:xfrm>
            <a:off x="26746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7"/>
          <p:cNvSpPr/>
          <p:nvPr/>
        </p:nvSpPr>
        <p:spPr>
          <a:xfrm>
            <a:off x="33604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8"/>
          <p:cNvSpPr/>
          <p:nvPr/>
        </p:nvSpPr>
        <p:spPr>
          <a:xfrm>
            <a:off x="40462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29"/>
          <p:cNvSpPr/>
          <p:nvPr/>
        </p:nvSpPr>
        <p:spPr>
          <a:xfrm>
            <a:off x="19888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0"/>
          <p:cNvSpPr/>
          <p:nvPr/>
        </p:nvSpPr>
        <p:spPr>
          <a:xfrm>
            <a:off x="26746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1"/>
          <p:cNvSpPr/>
          <p:nvPr/>
        </p:nvSpPr>
        <p:spPr>
          <a:xfrm>
            <a:off x="33604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2"/>
          <p:cNvSpPr/>
          <p:nvPr/>
        </p:nvSpPr>
        <p:spPr>
          <a:xfrm>
            <a:off x="40462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3"/>
          <p:cNvSpPr/>
          <p:nvPr/>
        </p:nvSpPr>
        <p:spPr>
          <a:xfrm>
            <a:off x="19888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4"/>
          <p:cNvSpPr/>
          <p:nvPr/>
        </p:nvSpPr>
        <p:spPr>
          <a:xfrm>
            <a:off x="26746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5"/>
          <p:cNvSpPr/>
          <p:nvPr/>
        </p:nvSpPr>
        <p:spPr>
          <a:xfrm>
            <a:off x="33604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36"/>
          <p:cNvSpPr/>
          <p:nvPr/>
        </p:nvSpPr>
        <p:spPr>
          <a:xfrm>
            <a:off x="40462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37"/>
          <p:cNvSpPr/>
          <p:nvPr/>
        </p:nvSpPr>
        <p:spPr>
          <a:xfrm>
            <a:off x="1885950" y="23873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38"/>
          <p:cNvSpPr/>
          <p:nvPr/>
        </p:nvSpPr>
        <p:spPr>
          <a:xfrm>
            <a:off x="1885950" y="30731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39"/>
          <p:cNvSpPr/>
          <p:nvPr/>
        </p:nvSpPr>
        <p:spPr>
          <a:xfrm>
            <a:off x="1885950" y="37589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40" descr="점 12개를 4개씩 3줄로 나눈 배열, 줄마다 묶음 표시(한 줄이 한 명의 몫)"/>
          <p:cNvSpPr/>
          <p:nvPr/>
        </p:nvSpPr>
        <p:spPr>
          <a:xfrm>
            <a:off x="1858518" y="2350770"/>
            <a:ext cx="27432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card41"/>
          <p:cNvSpPr/>
          <p:nvPr/>
        </p:nvSpPr>
        <p:spPr>
          <a:xfrm>
            <a:off x="6277356" y="239649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3-cardtext42"/>
          <p:cNvSpPr txBox="1"/>
          <p:nvPr/>
        </p:nvSpPr>
        <p:spPr>
          <a:xfrm>
            <a:off x="6551676" y="253365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차례로 놓아요.</a:t>
            </a:r>
            <a:endParaRPr lang="ko-KR" sz="3000" dirty="0"/>
          </a:p>
        </p:txBody>
      </p:sp>
      <p:sp>
        <p:nvSpPr>
          <p:cNvPr id="24" name="S03-card43"/>
          <p:cNvSpPr/>
          <p:nvPr/>
        </p:nvSpPr>
        <p:spPr>
          <a:xfrm>
            <a:off x="6277356" y="349377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3-cardtext44"/>
          <p:cNvSpPr txBox="1"/>
          <p:nvPr/>
        </p:nvSpPr>
        <p:spPr>
          <a:xfrm>
            <a:off x="6551676" y="363093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4개씩이에요.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나눗셈식과 몫</a:t>
            </a:r>
            <a:endParaRPr lang="ko-KR" sz="4000" dirty="0"/>
          </a:p>
        </p:txBody>
      </p:sp>
      <p:sp>
        <p:nvSpPr>
          <p:cNvPr id="3" name="S04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나눗셈식의 수에는 이름이 있어요.</a:t>
            </a:r>
            <a:endParaRPr lang="ko-KR" sz="3000" dirty="0"/>
          </a:p>
        </p:txBody>
      </p:sp>
      <p:sp>
        <p:nvSpPr>
          <p:cNvPr id="4" name="S04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12를 3으로 나눈 몫이에요.</a:t>
            </a:r>
            <a:endParaRPr lang="ko-KR" sz="3000" dirty="0"/>
          </a:p>
        </p:txBody>
      </p:sp>
      <p:sp>
        <p:nvSpPr>
          <p:cNvPr id="6" name="S04-card48"/>
          <p:cNvSpPr/>
          <p:nvPr/>
        </p:nvSpPr>
        <p:spPr>
          <a:xfrm>
            <a:off x="548640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49"/>
          <p:cNvSpPr txBox="1"/>
          <p:nvPr/>
        </p:nvSpPr>
        <p:spPr>
          <a:xfrm>
            <a:off x="822960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나누어지는 수</a:t>
            </a:r>
            <a:endParaRPr lang="ko-KR" sz="3000" dirty="0"/>
          </a:p>
        </p:txBody>
      </p:sp>
      <p:sp>
        <p:nvSpPr>
          <p:cNvPr id="8" name="S04-card50"/>
          <p:cNvSpPr/>
          <p:nvPr/>
        </p:nvSpPr>
        <p:spPr>
          <a:xfrm>
            <a:off x="4322064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51"/>
          <p:cNvSpPr txBox="1"/>
          <p:nvPr/>
        </p:nvSpPr>
        <p:spPr>
          <a:xfrm>
            <a:off x="4596384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</a:t>
            </a:r>
            <a:endParaRPr lang="ko-KR" sz="3000" dirty="0"/>
          </a:p>
        </p:txBody>
      </p:sp>
      <p:sp>
        <p:nvSpPr>
          <p:cNvPr id="10" name="S04-card52"/>
          <p:cNvSpPr/>
          <p:nvPr/>
        </p:nvSpPr>
        <p:spPr>
          <a:xfrm>
            <a:off x="8095488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53"/>
          <p:cNvSpPr txBox="1"/>
          <p:nvPr/>
        </p:nvSpPr>
        <p:spPr>
          <a:xfrm>
            <a:off x="8369808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</a:t>
            </a:r>
            <a:endParaRPr lang="ko-KR" sz="3000" dirty="0"/>
          </a:p>
        </p:txBody>
      </p:sp>
      <p:sp>
        <p:nvSpPr>
          <p:cNvPr id="12" name="S04-eqtext54"/>
          <p:cNvSpPr txBox="1"/>
          <p:nvPr/>
        </p:nvSpPr>
        <p:spPr>
          <a:xfrm>
            <a:off x="548640" y="2011680"/>
            <a:ext cx="11091672" cy="163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6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덜기</a:t>
            </a:r>
            <a:endParaRPr lang="ko-KR" sz="4000" dirty="0"/>
          </a:p>
        </p:txBody>
      </p:sp>
      <p:sp>
        <p:nvSpPr>
          <p:cNvPr id="3" name="S05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한 봉지에 3개씩 담아요.</a:t>
            </a:r>
            <a:endParaRPr lang="ko-KR" sz="3000" dirty="0"/>
          </a:p>
        </p:txBody>
      </p:sp>
      <p:sp>
        <p:nvSpPr>
          <p:cNvPr id="4" name="S05-card56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7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4번 덜어 내면 0이 돼요.</a:t>
            </a:r>
            <a:endParaRPr lang="ko-KR" sz="3000" dirty="0"/>
          </a:p>
        </p:txBody>
      </p:sp>
      <p:sp>
        <p:nvSpPr>
          <p:cNvPr id="6" name="S05-dot58"/>
          <p:cNvSpPr/>
          <p:nvPr/>
        </p:nvSpPr>
        <p:spPr>
          <a:xfrm>
            <a:off x="258272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line59"/>
          <p:cNvSpPr/>
          <p:nvPr/>
        </p:nvSpPr>
        <p:spPr>
          <a:xfrm>
            <a:off x="254530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" name="S05-line60"/>
          <p:cNvSpPr/>
          <p:nvPr/>
        </p:nvSpPr>
        <p:spPr>
          <a:xfrm flipV="1">
            <a:off x="254530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" name="S05-dot61"/>
          <p:cNvSpPr/>
          <p:nvPr/>
        </p:nvSpPr>
        <p:spPr>
          <a:xfrm>
            <a:off x="308564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line62"/>
          <p:cNvSpPr/>
          <p:nvPr/>
        </p:nvSpPr>
        <p:spPr>
          <a:xfrm>
            <a:off x="304822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1" name="S05-line63"/>
          <p:cNvSpPr/>
          <p:nvPr/>
        </p:nvSpPr>
        <p:spPr>
          <a:xfrm flipV="1">
            <a:off x="304822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2" name="S05-dot64"/>
          <p:cNvSpPr/>
          <p:nvPr/>
        </p:nvSpPr>
        <p:spPr>
          <a:xfrm>
            <a:off x="358856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line65"/>
          <p:cNvSpPr/>
          <p:nvPr/>
        </p:nvSpPr>
        <p:spPr>
          <a:xfrm>
            <a:off x="355114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5-line66"/>
          <p:cNvSpPr/>
          <p:nvPr/>
        </p:nvSpPr>
        <p:spPr>
          <a:xfrm flipV="1">
            <a:off x="355114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05-dot67"/>
          <p:cNvSpPr/>
          <p:nvPr/>
        </p:nvSpPr>
        <p:spPr>
          <a:xfrm>
            <a:off x="258272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line68"/>
          <p:cNvSpPr/>
          <p:nvPr/>
        </p:nvSpPr>
        <p:spPr>
          <a:xfrm>
            <a:off x="254530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5-line69"/>
          <p:cNvSpPr/>
          <p:nvPr/>
        </p:nvSpPr>
        <p:spPr>
          <a:xfrm flipV="1">
            <a:off x="254530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05-dot70"/>
          <p:cNvSpPr/>
          <p:nvPr/>
        </p:nvSpPr>
        <p:spPr>
          <a:xfrm>
            <a:off x="308564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line71"/>
          <p:cNvSpPr/>
          <p:nvPr/>
        </p:nvSpPr>
        <p:spPr>
          <a:xfrm>
            <a:off x="304822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5-line72"/>
          <p:cNvSpPr/>
          <p:nvPr/>
        </p:nvSpPr>
        <p:spPr>
          <a:xfrm flipV="1">
            <a:off x="304822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5-dot73"/>
          <p:cNvSpPr/>
          <p:nvPr/>
        </p:nvSpPr>
        <p:spPr>
          <a:xfrm>
            <a:off x="358856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line74"/>
          <p:cNvSpPr/>
          <p:nvPr/>
        </p:nvSpPr>
        <p:spPr>
          <a:xfrm>
            <a:off x="355114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5-line75"/>
          <p:cNvSpPr/>
          <p:nvPr/>
        </p:nvSpPr>
        <p:spPr>
          <a:xfrm flipV="1">
            <a:off x="355114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5-dot76"/>
          <p:cNvSpPr/>
          <p:nvPr/>
        </p:nvSpPr>
        <p:spPr>
          <a:xfrm>
            <a:off x="258272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line77"/>
          <p:cNvSpPr/>
          <p:nvPr/>
        </p:nvSpPr>
        <p:spPr>
          <a:xfrm>
            <a:off x="254530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05-line78"/>
          <p:cNvSpPr/>
          <p:nvPr/>
        </p:nvSpPr>
        <p:spPr>
          <a:xfrm flipV="1">
            <a:off x="254530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5-dot79"/>
          <p:cNvSpPr/>
          <p:nvPr/>
        </p:nvSpPr>
        <p:spPr>
          <a:xfrm>
            <a:off x="308564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line80"/>
          <p:cNvSpPr/>
          <p:nvPr/>
        </p:nvSpPr>
        <p:spPr>
          <a:xfrm>
            <a:off x="304822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5-line81"/>
          <p:cNvSpPr/>
          <p:nvPr/>
        </p:nvSpPr>
        <p:spPr>
          <a:xfrm flipV="1">
            <a:off x="304822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5-dot82"/>
          <p:cNvSpPr/>
          <p:nvPr/>
        </p:nvSpPr>
        <p:spPr>
          <a:xfrm>
            <a:off x="358856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line83"/>
          <p:cNvSpPr/>
          <p:nvPr/>
        </p:nvSpPr>
        <p:spPr>
          <a:xfrm>
            <a:off x="355114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5-line84"/>
          <p:cNvSpPr/>
          <p:nvPr/>
        </p:nvSpPr>
        <p:spPr>
          <a:xfrm flipV="1">
            <a:off x="355114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3" name="S05-dot85"/>
          <p:cNvSpPr/>
          <p:nvPr/>
        </p:nvSpPr>
        <p:spPr>
          <a:xfrm>
            <a:off x="258272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line86"/>
          <p:cNvSpPr/>
          <p:nvPr/>
        </p:nvSpPr>
        <p:spPr>
          <a:xfrm>
            <a:off x="254530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5-line87"/>
          <p:cNvSpPr/>
          <p:nvPr/>
        </p:nvSpPr>
        <p:spPr>
          <a:xfrm flipV="1">
            <a:off x="254530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6" name="S05-dot88"/>
          <p:cNvSpPr/>
          <p:nvPr/>
        </p:nvSpPr>
        <p:spPr>
          <a:xfrm>
            <a:off x="308564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line89"/>
          <p:cNvSpPr/>
          <p:nvPr/>
        </p:nvSpPr>
        <p:spPr>
          <a:xfrm>
            <a:off x="304822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8" name="S05-line90"/>
          <p:cNvSpPr/>
          <p:nvPr/>
        </p:nvSpPr>
        <p:spPr>
          <a:xfrm flipV="1">
            <a:off x="304822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9" name="S05-dot91"/>
          <p:cNvSpPr/>
          <p:nvPr/>
        </p:nvSpPr>
        <p:spPr>
          <a:xfrm>
            <a:off x="358856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line92"/>
          <p:cNvSpPr/>
          <p:nvPr/>
        </p:nvSpPr>
        <p:spPr>
          <a:xfrm>
            <a:off x="355114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1" name="S05-line93"/>
          <p:cNvSpPr/>
          <p:nvPr/>
        </p:nvSpPr>
        <p:spPr>
          <a:xfrm flipV="1">
            <a:off x="355114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2" name="S05-group94"/>
          <p:cNvSpPr/>
          <p:nvPr/>
        </p:nvSpPr>
        <p:spPr>
          <a:xfrm>
            <a:off x="2514600" y="216789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05-group95"/>
          <p:cNvSpPr/>
          <p:nvPr/>
        </p:nvSpPr>
        <p:spPr>
          <a:xfrm>
            <a:off x="2514600" y="267081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5-group96"/>
          <p:cNvSpPr/>
          <p:nvPr/>
        </p:nvSpPr>
        <p:spPr>
          <a:xfrm>
            <a:off x="2514600" y="317373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5-group97"/>
          <p:cNvSpPr/>
          <p:nvPr/>
        </p:nvSpPr>
        <p:spPr>
          <a:xfrm>
            <a:off x="2514600" y="367665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05-figure98" descr="점 12개를 3개씩 4묶음으로 묶고 모두 × 표시(덜어 냄)"/>
          <p:cNvSpPr/>
          <p:nvPr/>
        </p:nvSpPr>
        <p:spPr>
          <a:xfrm>
            <a:off x="2487168" y="2131314"/>
            <a:ext cx="150876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05-label99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4번 덜었어요</a:t>
            </a:r>
            <a:endParaRPr lang="ko-KR" sz="2400" dirty="0"/>
          </a:p>
        </p:txBody>
      </p:sp>
      <p:sp>
        <p:nvSpPr>
          <p:cNvPr id="48" name="S05-line100"/>
          <p:cNvSpPr/>
          <p:nvPr/>
        </p:nvSpPr>
        <p:spPr>
          <a:xfrm>
            <a:off x="6391656" y="3407268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9" name="S05-line101"/>
          <p:cNvSpPr/>
          <p:nvPr/>
        </p:nvSpPr>
        <p:spPr>
          <a:xfrm>
            <a:off x="666597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5-label102"/>
          <p:cNvSpPr txBox="1"/>
          <p:nvPr/>
        </p:nvSpPr>
        <p:spPr>
          <a:xfrm>
            <a:off x="6208776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700" dirty="0"/>
          </a:p>
        </p:txBody>
      </p:sp>
      <p:sp>
        <p:nvSpPr>
          <p:cNvPr id="51" name="S05-line103"/>
          <p:cNvSpPr/>
          <p:nvPr/>
        </p:nvSpPr>
        <p:spPr>
          <a:xfrm>
            <a:off x="704621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5-line104"/>
          <p:cNvSpPr/>
          <p:nvPr/>
        </p:nvSpPr>
        <p:spPr>
          <a:xfrm>
            <a:off x="742645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5-line105"/>
          <p:cNvSpPr/>
          <p:nvPr/>
        </p:nvSpPr>
        <p:spPr>
          <a:xfrm>
            <a:off x="780669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05-label106"/>
          <p:cNvSpPr txBox="1"/>
          <p:nvPr/>
        </p:nvSpPr>
        <p:spPr>
          <a:xfrm>
            <a:off x="7349490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700" dirty="0"/>
          </a:p>
        </p:txBody>
      </p:sp>
      <p:sp>
        <p:nvSpPr>
          <p:cNvPr id="55" name="S05-line107"/>
          <p:cNvSpPr/>
          <p:nvPr/>
        </p:nvSpPr>
        <p:spPr>
          <a:xfrm>
            <a:off x="818692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05-line108"/>
          <p:cNvSpPr/>
          <p:nvPr/>
        </p:nvSpPr>
        <p:spPr>
          <a:xfrm>
            <a:off x="856716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5-line109"/>
          <p:cNvSpPr/>
          <p:nvPr/>
        </p:nvSpPr>
        <p:spPr>
          <a:xfrm>
            <a:off x="894740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05-label110"/>
          <p:cNvSpPr txBox="1"/>
          <p:nvPr/>
        </p:nvSpPr>
        <p:spPr>
          <a:xfrm>
            <a:off x="8490204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700" dirty="0"/>
          </a:p>
        </p:txBody>
      </p:sp>
      <p:sp>
        <p:nvSpPr>
          <p:cNvPr id="59" name="S05-line111"/>
          <p:cNvSpPr/>
          <p:nvPr/>
        </p:nvSpPr>
        <p:spPr>
          <a:xfrm>
            <a:off x="932764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0" name="S05-line112"/>
          <p:cNvSpPr/>
          <p:nvPr/>
        </p:nvSpPr>
        <p:spPr>
          <a:xfrm>
            <a:off x="970788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1" name="S05-line113"/>
          <p:cNvSpPr/>
          <p:nvPr/>
        </p:nvSpPr>
        <p:spPr>
          <a:xfrm>
            <a:off x="1008811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2" name="S05-label114"/>
          <p:cNvSpPr txBox="1"/>
          <p:nvPr/>
        </p:nvSpPr>
        <p:spPr>
          <a:xfrm>
            <a:off x="9630918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700" dirty="0"/>
          </a:p>
        </p:txBody>
      </p:sp>
      <p:sp>
        <p:nvSpPr>
          <p:cNvPr id="63" name="S05-line115"/>
          <p:cNvSpPr/>
          <p:nvPr/>
        </p:nvSpPr>
        <p:spPr>
          <a:xfrm>
            <a:off x="1046835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4" name="S05-line116"/>
          <p:cNvSpPr/>
          <p:nvPr/>
        </p:nvSpPr>
        <p:spPr>
          <a:xfrm>
            <a:off x="1084859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5" name="S05-line117"/>
          <p:cNvSpPr/>
          <p:nvPr/>
        </p:nvSpPr>
        <p:spPr>
          <a:xfrm>
            <a:off x="1122883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6" name="S05-label118"/>
          <p:cNvSpPr txBox="1"/>
          <p:nvPr/>
        </p:nvSpPr>
        <p:spPr>
          <a:xfrm>
            <a:off x="10771632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700" dirty="0"/>
          </a:p>
        </p:txBody>
      </p:sp>
      <p:sp>
        <p:nvSpPr>
          <p:cNvPr id="67" name="S05-line119"/>
          <p:cNvSpPr/>
          <p:nvPr/>
        </p:nvSpPr>
        <p:spPr>
          <a:xfrm flipV="1">
            <a:off x="11228832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5-line120"/>
          <p:cNvSpPr/>
          <p:nvPr/>
        </p:nvSpPr>
        <p:spPr>
          <a:xfrm flipH="1">
            <a:off x="10088118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5-label121"/>
          <p:cNvSpPr txBox="1"/>
          <p:nvPr/>
        </p:nvSpPr>
        <p:spPr>
          <a:xfrm>
            <a:off x="10088118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0" name="S05-line122"/>
          <p:cNvSpPr/>
          <p:nvPr/>
        </p:nvSpPr>
        <p:spPr>
          <a:xfrm flipV="1">
            <a:off x="10088118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5-line123"/>
          <p:cNvSpPr/>
          <p:nvPr/>
        </p:nvSpPr>
        <p:spPr>
          <a:xfrm flipH="1">
            <a:off x="8947404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5-label124"/>
          <p:cNvSpPr txBox="1"/>
          <p:nvPr/>
        </p:nvSpPr>
        <p:spPr>
          <a:xfrm>
            <a:off x="8947404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3" name="S05-line125"/>
          <p:cNvSpPr/>
          <p:nvPr/>
        </p:nvSpPr>
        <p:spPr>
          <a:xfrm flipV="1">
            <a:off x="8947404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4" name="S05-line126"/>
          <p:cNvSpPr/>
          <p:nvPr/>
        </p:nvSpPr>
        <p:spPr>
          <a:xfrm flipH="1">
            <a:off x="7806690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5" name="S05-label127"/>
          <p:cNvSpPr txBox="1"/>
          <p:nvPr/>
        </p:nvSpPr>
        <p:spPr>
          <a:xfrm>
            <a:off x="7806690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6" name="S05-line128"/>
          <p:cNvSpPr/>
          <p:nvPr/>
        </p:nvSpPr>
        <p:spPr>
          <a:xfrm flipV="1">
            <a:off x="7806690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7" name="S05-line129"/>
          <p:cNvSpPr/>
          <p:nvPr/>
        </p:nvSpPr>
        <p:spPr>
          <a:xfrm flipH="1">
            <a:off x="6665976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8" name="S05-label130"/>
          <p:cNvSpPr txBox="1"/>
          <p:nvPr/>
        </p:nvSpPr>
        <p:spPr>
          <a:xfrm>
            <a:off x="6665976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9" name="S05-figure131" descr="0부터 12까지 수직선에서 12, 9, 6, 3, 0으로 3씩 네 번 거꾸로 뛰는 화살표"/>
          <p:cNvSpPr/>
          <p:nvPr/>
        </p:nvSpPr>
        <p:spPr>
          <a:xfrm>
            <a:off x="6391656" y="3224388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05-label132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12에서 3씩 4번 뛰면 0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나눗셈</a:t>
            </a:r>
            <a:endParaRPr lang="ko-KR" sz="4000" dirty="0"/>
          </a:p>
        </p:txBody>
      </p:sp>
      <p:sp>
        <p:nvSpPr>
          <p:cNvPr id="3" name="S06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12 ÷ 3 = 4예요. 4는 각각 무엇일까요?</a:t>
            </a:r>
            <a:endParaRPr lang="ko-KR" sz="3000" dirty="0"/>
          </a:p>
        </p:txBody>
      </p:sp>
      <p:sp>
        <p:nvSpPr>
          <p:cNvPr id="5" name="S06-chip135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</a:t>
            </a:r>
            <a:endParaRPr lang="ko-KR" sz="2400" dirty="0"/>
          </a:p>
        </p:txBody>
      </p:sp>
      <p:sp>
        <p:nvSpPr>
          <p:cNvPr id="6" name="S06-dot136"/>
          <p:cNvSpPr/>
          <p:nvPr/>
        </p:nvSpPr>
        <p:spPr>
          <a:xfrm>
            <a:off x="24025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37"/>
          <p:cNvSpPr/>
          <p:nvPr/>
        </p:nvSpPr>
        <p:spPr>
          <a:xfrm>
            <a:off x="28597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38"/>
          <p:cNvSpPr/>
          <p:nvPr/>
        </p:nvSpPr>
        <p:spPr>
          <a:xfrm>
            <a:off x="33169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39"/>
          <p:cNvSpPr/>
          <p:nvPr/>
        </p:nvSpPr>
        <p:spPr>
          <a:xfrm>
            <a:off x="37741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40"/>
          <p:cNvSpPr/>
          <p:nvPr/>
        </p:nvSpPr>
        <p:spPr>
          <a:xfrm>
            <a:off x="24025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41"/>
          <p:cNvSpPr/>
          <p:nvPr/>
        </p:nvSpPr>
        <p:spPr>
          <a:xfrm>
            <a:off x="28597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42"/>
          <p:cNvSpPr/>
          <p:nvPr/>
        </p:nvSpPr>
        <p:spPr>
          <a:xfrm>
            <a:off x="33169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43"/>
          <p:cNvSpPr/>
          <p:nvPr/>
        </p:nvSpPr>
        <p:spPr>
          <a:xfrm>
            <a:off x="37741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44"/>
          <p:cNvSpPr/>
          <p:nvPr/>
        </p:nvSpPr>
        <p:spPr>
          <a:xfrm>
            <a:off x="24025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45"/>
          <p:cNvSpPr/>
          <p:nvPr/>
        </p:nvSpPr>
        <p:spPr>
          <a:xfrm>
            <a:off x="28597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46"/>
          <p:cNvSpPr/>
          <p:nvPr/>
        </p:nvSpPr>
        <p:spPr>
          <a:xfrm>
            <a:off x="33169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47"/>
          <p:cNvSpPr/>
          <p:nvPr/>
        </p:nvSpPr>
        <p:spPr>
          <a:xfrm>
            <a:off x="37741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48"/>
          <p:cNvSpPr/>
          <p:nvPr/>
        </p:nvSpPr>
        <p:spPr>
          <a:xfrm>
            <a:off x="2343150" y="27081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49"/>
          <p:cNvSpPr/>
          <p:nvPr/>
        </p:nvSpPr>
        <p:spPr>
          <a:xfrm>
            <a:off x="2343150" y="31653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50"/>
          <p:cNvSpPr/>
          <p:nvPr/>
        </p:nvSpPr>
        <p:spPr>
          <a:xfrm>
            <a:off x="2343150" y="36225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151" descr="점 12개를 4개씩 3줄로 나눈 배열(3명에게 똑같이)"/>
          <p:cNvSpPr/>
          <p:nvPr/>
        </p:nvSpPr>
        <p:spPr>
          <a:xfrm>
            <a:off x="2315718" y="2671572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text152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3명에게 → 한 명에 4개</a:t>
            </a:r>
            <a:endParaRPr lang="ko-KR" sz="2400" dirty="0"/>
          </a:p>
        </p:txBody>
      </p:sp>
      <p:sp>
        <p:nvSpPr>
          <p:cNvPr id="23" name="S06-chip153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덜기</a:t>
            </a:r>
            <a:endParaRPr lang="ko-KR" sz="2400" dirty="0"/>
          </a:p>
        </p:txBody>
      </p:sp>
      <p:sp>
        <p:nvSpPr>
          <p:cNvPr id="24" name="S06-dot154"/>
          <p:cNvSpPr/>
          <p:nvPr/>
        </p:nvSpPr>
        <p:spPr>
          <a:xfrm>
            <a:off x="83599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55"/>
          <p:cNvSpPr/>
          <p:nvPr/>
        </p:nvSpPr>
        <p:spPr>
          <a:xfrm>
            <a:off x="88171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56"/>
          <p:cNvSpPr/>
          <p:nvPr/>
        </p:nvSpPr>
        <p:spPr>
          <a:xfrm>
            <a:off x="92743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57"/>
          <p:cNvSpPr/>
          <p:nvPr/>
        </p:nvSpPr>
        <p:spPr>
          <a:xfrm>
            <a:off x="83599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58"/>
          <p:cNvSpPr/>
          <p:nvPr/>
        </p:nvSpPr>
        <p:spPr>
          <a:xfrm>
            <a:off x="88171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59"/>
          <p:cNvSpPr/>
          <p:nvPr/>
        </p:nvSpPr>
        <p:spPr>
          <a:xfrm>
            <a:off x="92743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60"/>
          <p:cNvSpPr/>
          <p:nvPr/>
        </p:nvSpPr>
        <p:spPr>
          <a:xfrm>
            <a:off x="83599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61"/>
          <p:cNvSpPr/>
          <p:nvPr/>
        </p:nvSpPr>
        <p:spPr>
          <a:xfrm>
            <a:off x="88171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62"/>
          <p:cNvSpPr/>
          <p:nvPr/>
        </p:nvSpPr>
        <p:spPr>
          <a:xfrm>
            <a:off x="92743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63"/>
          <p:cNvSpPr/>
          <p:nvPr/>
        </p:nvSpPr>
        <p:spPr>
          <a:xfrm>
            <a:off x="83599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64"/>
          <p:cNvSpPr/>
          <p:nvPr/>
        </p:nvSpPr>
        <p:spPr>
          <a:xfrm>
            <a:off x="88171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65"/>
          <p:cNvSpPr/>
          <p:nvPr/>
        </p:nvSpPr>
        <p:spPr>
          <a:xfrm>
            <a:off x="92743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group166"/>
          <p:cNvSpPr/>
          <p:nvPr/>
        </p:nvSpPr>
        <p:spPr>
          <a:xfrm>
            <a:off x="8300466" y="24795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167"/>
          <p:cNvSpPr/>
          <p:nvPr/>
        </p:nvSpPr>
        <p:spPr>
          <a:xfrm>
            <a:off x="8300466" y="29367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group168"/>
          <p:cNvSpPr/>
          <p:nvPr/>
        </p:nvSpPr>
        <p:spPr>
          <a:xfrm>
            <a:off x="8300466" y="33939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group169"/>
          <p:cNvSpPr/>
          <p:nvPr/>
        </p:nvSpPr>
        <p:spPr>
          <a:xfrm>
            <a:off x="8300466" y="38511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6-figure170" descr="점 12개를 3개씩 4묶음으로 묶은 배열"/>
          <p:cNvSpPr/>
          <p:nvPr/>
        </p:nvSpPr>
        <p:spPr>
          <a:xfrm>
            <a:off x="8273034" y="2442972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6-text171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→ 4묶음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나눗셈식으로 써요</a:t>
            </a:r>
            <a:endParaRPr lang="ko-KR" sz="4000" dirty="0"/>
          </a:p>
        </p:txBody>
      </p:sp>
      <p:sp>
        <p:nvSpPr>
          <p:cNvPr id="3" name="S07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해 보고, 나눗셈식을 써요.</a:t>
            </a:r>
            <a:endParaRPr lang="ko-KR" sz="3000" dirty="0"/>
          </a:p>
        </p:txBody>
      </p:sp>
      <p:sp>
        <p:nvSpPr>
          <p:cNvPr id="4" name="S07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모두의 수를 식의 맨 앞에 써요.</a:t>
            </a:r>
            <a:endParaRPr lang="ko-KR" sz="3000" dirty="0"/>
          </a:p>
        </p:txBody>
      </p:sp>
      <p:sp>
        <p:nvSpPr>
          <p:cNvPr id="6" name="S07-chip1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17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10개를 2명에게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8" name="S07-chip17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17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15개에서 5개씩 덜어 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덜어 낼까요?</a:t>
            </a:r>
            <a:endParaRPr lang="ko-KR" sz="3000" dirty="0"/>
          </a:p>
        </p:txBody>
      </p:sp>
      <p:sp>
        <p:nvSpPr>
          <p:cNvPr id="10" name="S07-chip17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18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÷ 2 = 4를 읽고, 몫을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8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8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3명에게 나누었어요. 누가 12 ÷ 3을 바르게 나타냈을까요?</a:t>
            </a:r>
            <a:endParaRPr lang="ko-KR" sz="3000" dirty="0"/>
          </a:p>
        </p:txBody>
      </p:sp>
      <p:sp>
        <p:nvSpPr>
          <p:cNvPr id="5" name="S08-chip183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6" name="S08-dot184"/>
          <p:cNvSpPr/>
          <p:nvPr/>
        </p:nvSpPr>
        <p:spPr>
          <a:xfrm>
            <a:off x="1216731" y="227514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185"/>
          <p:cNvSpPr/>
          <p:nvPr/>
        </p:nvSpPr>
        <p:spPr>
          <a:xfrm>
            <a:off x="1216731" y="265919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186"/>
          <p:cNvSpPr/>
          <p:nvPr/>
        </p:nvSpPr>
        <p:spPr>
          <a:xfrm>
            <a:off x="1216731" y="304324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187"/>
          <p:cNvSpPr/>
          <p:nvPr/>
        </p:nvSpPr>
        <p:spPr>
          <a:xfrm>
            <a:off x="1216731" y="342729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188"/>
          <p:cNvSpPr/>
          <p:nvPr/>
        </p:nvSpPr>
        <p:spPr>
          <a:xfrm>
            <a:off x="1216731" y="381134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figure189" descr="토끼: 가 점 5개"/>
          <p:cNvSpPr/>
          <p:nvPr/>
        </p:nvSpPr>
        <p:spPr>
          <a:xfrm>
            <a:off x="1143762" y="2202180"/>
            <a:ext cx="384048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8-dot190"/>
          <p:cNvSpPr/>
          <p:nvPr/>
        </p:nvSpPr>
        <p:spPr>
          <a:xfrm>
            <a:off x="3111063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191"/>
          <p:cNvSpPr/>
          <p:nvPr/>
        </p:nvSpPr>
        <p:spPr>
          <a:xfrm>
            <a:off x="3111063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192"/>
          <p:cNvSpPr/>
          <p:nvPr/>
        </p:nvSpPr>
        <p:spPr>
          <a:xfrm>
            <a:off x="3111063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193"/>
          <p:cNvSpPr/>
          <p:nvPr/>
        </p:nvSpPr>
        <p:spPr>
          <a:xfrm>
            <a:off x="3111063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figure194" descr="토끼: 나 점 4개"/>
          <p:cNvSpPr/>
          <p:nvPr/>
        </p:nvSpPr>
        <p:spPr>
          <a:xfrm>
            <a:off x="3038094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8-dot195"/>
          <p:cNvSpPr/>
          <p:nvPr/>
        </p:nvSpPr>
        <p:spPr>
          <a:xfrm>
            <a:off x="5005395" y="265919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dot196"/>
          <p:cNvSpPr/>
          <p:nvPr/>
        </p:nvSpPr>
        <p:spPr>
          <a:xfrm>
            <a:off x="5005395" y="304324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197"/>
          <p:cNvSpPr/>
          <p:nvPr/>
        </p:nvSpPr>
        <p:spPr>
          <a:xfrm>
            <a:off x="5005395" y="342729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figure198" descr="토끼: 다 점 3개"/>
          <p:cNvSpPr/>
          <p:nvPr/>
        </p:nvSpPr>
        <p:spPr>
          <a:xfrm>
            <a:off x="4932426" y="258622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8-text199"/>
          <p:cNvSpPr txBox="1"/>
          <p:nvPr/>
        </p:nvSpPr>
        <p:spPr>
          <a:xfrm>
            <a:off x="548640" y="4267200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5개, 4개, 3개</a:t>
            </a:r>
            <a:endParaRPr lang="ko-KR" sz="2400" dirty="0"/>
          </a:p>
        </p:txBody>
      </p:sp>
      <p:sp>
        <p:nvSpPr>
          <p:cNvPr id="22" name="S08-chip200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23" name="S08-dot201"/>
          <p:cNvSpPr/>
          <p:nvPr/>
        </p:nvSpPr>
        <p:spPr>
          <a:xfrm>
            <a:off x="6945447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02"/>
          <p:cNvSpPr/>
          <p:nvPr/>
        </p:nvSpPr>
        <p:spPr>
          <a:xfrm>
            <a:off x="6945447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03"/>
          <p:cNvSpPr/>
          <p:nvPr/>
        </p:nvSpPr>
        <p:spPr>
          <a:xfrm>
            <a:off x="6945447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dot204"/>
          <p:cNvSpPr/>
          <p:nvPr/>
        </p:nvSpPr>
        <p:spPr>
          <a:xfrm>
            <a:off x="6945447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figure205" descr="곰: 가 점 4개"/>
          <p:cNvSpPr/>
          <p:nvPr/>
        </p:nvSpPr>
        <p:spPr>
          <a:xfrm>
            <a:off x="6872478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8-dot206"/>
          <p:cNvSpPr/>
          <p:nvPr/>
        </p:nvSpPr>
        <p:spPr>
          <a:xfrm>
            <a:off x="8839779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07"/>
          <p:cNvSpPr/>
          <p:nvPr/>
        </p:nvSpPr>
        <p:spPr>
          <a:xfrm>
            <a:off x="8839779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dot208"/>
          <p:cNvSpPr/>
          <p:nvPr/>
        </p:nvSpPr>
        <p:spPr>
          <a:xfrm>
            <a:off x="8839779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dot209"/>
          <p:cNvSpPr/>
          <p:nvPr/>
        </p:nvSpPr>
        <p:spPr>
          <a:xfrm>
            <a:off x="8839779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figure210" descr="곰: 나 점 4개"/>
          <p:cNvSpPr/>
          <p:nvPr/>
        </p:nvSpPr>
        <p:spPr>
          <a:xfrm>
            <a:off x="8766810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8-dot211"/>
          <p:cNvSpPr/>
          <p:nvPr/>
        </p:nvSpPr>
        <p:spPr>
          <a:xfrm>
            <a:off x="10734111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dot212"/>
          <p:cNvSpPr/>
          <p:nvPr/>
        </p:nvSpPr>
        <p:spPr>
          <a:xfrm>
            <a:off x="10734111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8-dot213"/>
          <p:cNvSpPr/>
          <p:nvPr/>
        </p:nvSpPr>
        <p:spPr>
          <a:xfrm>
            <a:off x="10734111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8-dot214"/>
          <p:cNvSpPr/>
          <p:nvPr/>
        </p:nvSpPr>
        <p:spPr>
          <a:xfrm>
            <a:off x="10734111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8-figure215" descr="곰: 다 점 4개"/>
          <p:cNvSpPr/>
          <p:nvPr/>
        </p:nvSpPr>
        <p:spPr>
          <a:xfrm>
            <a:off x="10661142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8-text216"/>
          <p:cNvSpPr txBox="1"/>
          <p:nvPr/>
        </p:nvSpPr>
        <p:spPr>
          <a:xfrm>
            <a:off x="6277356" y="4267200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4개, 4개, 4개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곱셈과 나눗셈의 관계</a:t>
            </a:r>
            <a:endParaRPr lang="ko-KR" sz="4000" dirty="0"/>
          </a:p>
        </p:txBody>
      </p:sp>
      <p:sp>
        <p:nvSpPr>
          <p:cNvPr id="3" name="S09-text2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12개를 4개씩 3줄로 놓았어요.</a:t>
            </a:r>
            <a:endParaRPr lang="ko-KR" sz="3000" dirty="0"/>
          </a:p>
        </p:txBody>
      </p:sp>
      <p:sp>
        <p:nvSpPr>
          <p:cNvPr id="4" name="S09-card2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2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 하나로 나눗셈식 2개를 만들어요.</a:t>
            </a:r>
            <a:endParaRPr lang="ko-KR" sz="3000" dirty="0"/>
          </a:p>
        </p:txBody>
      </p:sp>
      <p:sp>
        <p:nvSpPr>
          <p:cNvPr id="6" name="S09-dot220"/>
          <p:cNvSpPr/>
          <p:nvPr/>
        </p:nvSpPr>
        <p:spPr>
          <a:xfrm>
            <a:off x="855110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221"/>
          <p:cNvSpPr/>
          <p:nvPr/>
        </p:nvSpPr>
        <p:spPr>
          <a:xfrm>
            <a:off x="919118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222"/>
          <p:cNvSpPr/>
          <p:nvPr/>
        </p:nvSpPr>
        <p:spPr>
          <a:xfrm>
            <a:off x="983126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223"/>
          <p:cNvSpPr/>
          <p:nvPr/>
        </p:nvSpPr>
        <p:spPr>
          <a:xfrm>
            <a:off x="1047134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224"/>
          <p:cNvSpPr/>
          <p:nvPr/>
        </p:nvSpPr>
        <p:spPr>
          <a:xfrm>
            <a:off x="855110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25"/>
          <p:cNvSpPr/>
          <p:nvPr/>
        </p:nvSpPr>
        <p:spPr>
          <a:xfrm>
            <a:off x="919118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26"/>
          <p:cNvSpPr/>
          <p:nvPr/>
        </p:nvSpPr>
        <p:spPr>
          <a:xfrm>
            <a:off x="983126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27"/>
          <p:cNvSpPr/>
          <p:nvPr/>
        </p:nvSpPr>
        <p:spPr>
          <a:xfrm>
            <a:off x="1047134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28"/>
          <p:cNvSpPr/>
          <p:nvPr/>
        </p:nvSpPr>
        <p:spPr>
          <a:xfrm>
            <a:off x="855110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229"/>
          <p:cNvSpPr/>
          <p:nvPr/>
        </p:nvSpPr>
        <p:spPr>
          <a:xfrm>
            <a:off x="919118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230"/>
          <p:cNvSpPr/>
          <p:nvPr/>
        </p:nvSpPr>
        <p:spPr>
          <a:xfrm>
            <a:off x="983126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231"/>
          <p:cNvSpPr/>
          <p:nvPr/>
        </p:nvSpPr>
        <p:spPr>
          <a:xfrm>
            <a:off x="1047134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group232"/>
          <p:cNvSpPr/>
          <p:nvPr/>
        </p:nvSpPr>
        <p:spPr>
          <a:xfrm>
            <a:off x="8456920" y="264261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9-group233"/>
          <p:cNvSpPr/>
          <p:nvPr/>
        </p:nvSpPr>
        <p:spPr>
          <a:xfrm>
            <a:off x="8456920" y="328269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9-group234"/>
          <p:cNvSpPr/>
          <p:nvPr/>
        </p:nvSpPr>
        <p:spPr>
          <a:xfrm>
            <a:off x="8456920" y="392277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9-figure235" descr="점 12개를 4개씩 3줄로 놓은 배열, 줄마다 묶음 표시"/>
          <p:cNvSpPr/>
          <p:nvPr/>
        </p:nvSpPr>
        <p:spPr>
          <a:xfrm>
            <a:off x="8429488" y="2606040"/>
            <a:ext cx="25603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9-stepno236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9-text237"/>
          <p:cNvSpPr txBox="1"/>
          <p:nvPr/>
        </p:nvSpPr>
        <p:spPr>
          <a:xfrm>
            <a:off x="1325880" y="2578608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</a:t>
            </a:r>
            <a:endParaRPr lang="ko-KR" sz="3000" dirty="0"/>
          </a:p>
        </p:txBody>
      </p:sp>
      <p:sp>
        <p:nvSpPr>
          <p:cNvPr id="24" name="S09-eqtext238"/>
          <p:cNvSpPr txBox="1"/>
          <p:nvPr/>
        </p:nvSpPr>
        <p:spPr>
          <a:xfrm>
            <a:off x="4530099" y="2578608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3000" dirty="0"/>
          </a:p>
        </p:txBody>
      </p:sp>
      <p:sp>
        <p:nvSpPr>
          <p:cNvPr id="25" name="S09-stepno239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6" name="S09-text240"/>
          <p:cNvSpPr txBox="1"/>
          <p:nvPr/>
        </p:nvSpPr>
        <p:spPr>
          <a:xfrm>
            <a:off x="1325880" y="3291840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3줄로 나누면</a:t>
            </a:r>
            <a:endParaRPr lang="ko-KR" sz="3000" dirty="0"/>
          </a:p>
        </p:txBody>
      </p:sp>
      <p:sp>
        <p:nvSpPr>
          <p:cNvPr id="27" name="S09-eqtext241"/>
          <p:cNvSpPr txBox="1"/>
          <p:nvPr/>
        </p:nvSpPr>
        <p:spPr>
          <a:xfrm>
            <a:off x="4530099" y="3291840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</p:txBody>
      </p:sp>
      <p:sp>
        <p:nvSpPr>
          <p:cNvPr id="28" name="S09-stepno242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9-text243"/>
          <p:cNvSpPr txBox="1"/>
          <p:nvPr/>
        </p:nvSpPr>
        <p:spPr>
          <a:xfrm>
            <a:off x="1325880" y="4005072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묶으면</a:t>
            </a:r>
            <a:endParaRPr lang="ko-KR" sz="3000" dirty="0"/>
          </a:p>
        </p:txBody>
      </p:sp>
      <p:sp>
        <p:nvSpPr>
          <p:cNvPr id="30" name="S09-eqtext244"/>
          <p:cNvSpPr txBox="1"/>
          <p:nvPr/>
        </p:nvSpPr>
        <p:spPr>
          <a:xfrm>
            <a:off x="4530099" y="4005072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4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바꾸어 써요</a:t>
            </a:r>
            <a:endParaRPr lang="ko-KR" sz="4000" dirty="0"/>
          </a:p>
        </p:txBody>
      </p:sp>
      <p:sp>
        <p:nvSpPr>
          <p:cNvPr id="3" name="S10-text2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나눗셈식 2개로 바꾸어요.</a:t>
            </a:r>
            <a:endParaRPr lang="ko-KR" sz="3000" dirty="0"/>
          </a:p>
        </p:txBody>
      </p:sp>
      <p:sp>
        <p:nvSpPr>
          <p:cNvPr id="4" name="S10-card2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나눗셈식의 맨 앞에 와요.</a:t>
            </a:r>
            <a:endParaRPr lang="ko-KR" sz="3000" dirty="0"/>
          </a:p>
        </p:txBody>
      </p:sp>
      <p:sp>
        <p:nvSpPr>
          <p:cNvPr id="6" name="S10-dot248"/>
          <p:cNvSpPr/>
          <p:nvPr/>
        </p:nvSpPr>
        <p:spPr>
          <a:xfrm>
            <a:off x="779708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0-dot249"/>
          <p:cNvSpPr/>
          <p:nvPr/>
        </p:nvSpPr>
        <p:spPr>
          <a:xfrm>
            <a:off x="830000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0-dot250"/>
          <p:cNvSpPr/>
          <p:nvPr/>
        </p:nvSpPr>
        <p:spPr>
          <a:xfrm>
            <a:off x="880292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0-dot251"/>
          <p:cNvSpPr/>
          <p:nvPr/>
        </p:nvSpPr>
        <p:spPr>
          <a:xfrm>
            <a:off x="930584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0-dot252"/>
          <p:cNvSpPr/>
          <p:nvPr/>
        </p:nvSpPr>
        <p:spPr>
          <a:xfrm>
            <a:off x="980876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53"/>
          <p:cNvSpPr/>
          <p:nvPr/>
        </p:nvSpPr>
        <p:spPr>
          <a:xfrm>
            <a:off x="779708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54"/>
          <p:cNvSpPr/>
          <p:nvPr/>
        </p:nvSpPr>
        <p:spPr>
          <a:xfrm>
            <a:off x="830000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55"/>
          <p:cNvSpPr/>
          <p:nvPr/>
        </p:nvSpPr>
        <p:spPr>
          <a:xfrm>
            <a:off x="880292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56"/>
          <p:cNvSpPr/>
          <p:nvPr/>
        </p:nvSpPr>
        <p:spPr>
          <a:xfrm>
            <a:off x="930584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57"/>
          <p:cNvSpPr/>
          <p:nvPr/>
        </p:nvSpPr>
        <p:spPr>
          <a:xfrm>
            <a:off x="980876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58"/>
          <p:cNvSpPr/>
          <p:nvPr/>
        </p:nvSpPr>
        <p:spPr>
          <a:xfrm>
            <a:off x="779708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59"/>
          <p:cNvSpPr/>
          <p:nvPr/>
        </p:nvSpPr>
        <p:spPr>
          <a:xfrm>
            <a:off x="830000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60"/>
          <p:cNvSpPr/>
          <p:nvPr/>
        </p:nvSpPr>
        <p:spPr>
          <a:xfrm>
            <a:off x="880292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61"/>
          <p:cNvSpPr/>
          <p:nvPr/>
        </p:nvSpPr>
        <p:spPr>
          <a:xfrm>
            <a:off x="930584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262"/>
          <p:cNvSpPr/>
          <p:nvPr/>
        </p:nvSpPr>
        <p:spPr>
          <a:xfrm>
            <a:off x="980876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263"/>
          <p:cNvSpPr/>
          <p:nvPr/>
        </p:nvSpPr>
        <p:spPr>
          <a:xfrm>
            <a:off x="779708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264"/>
          <p:cNvSpPr/>
          <p:nvPr/>
        </p:nvSpPr>
        <p:spPr>
          <a:xfrm>
            <a:off x="830000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265"/>
          <p:cNvSpPr/>
          <p:nvPr/>
        </p:nvSpPr>
        <p:spPr>
          <a:xfrm>
            <a:off x="880292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266"/>
          <p:cNvSpPr/>
          <p:nvPr/>
        </p:nvSpPr>
        <p:spPr>
          <a:xfrm>
            <a:off x="930584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267"/>
          <p:cNvSpPr/>
          <p:nvPr/>
        </p:nvSpPr>
        <p:spPr>
          <a:xfrm>
            <a:off x="980876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group268"/>
          <p:cNvSpPr/>
          <p:nvPr/>
        </p:nvSpPr>
        <p:spPr>
          <a:xfrm>
            <a:off x="7728966" y="235458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269"/>
          <p:cNvSpPr/>
          <p:nvPr/>
        </p:nvSpPr>
        <p:spPr>
          <a:xfrm>
            <a:off x="7728966" y="285750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group270"/>
          <p:cNvSpPr/>
          <p:nvPr/>
        </p:nvSpPr>
        <p:spPr>
          <a:xfrm>
            <a:off x="7728966" y="336042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10-group271"/>
          <p:cNvSpPr/>
          <p:nvPr/>
        </p:nvSpPr>
        <p:spPr>
          <a:xfrm>
            <a:off x="7728966" y="386334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10-figure272" descr="점 20개를 5개씩 4줄로 놓은 배열, 줄마다 묶음 표시"/>
          <p:cNvSpPr/>
          <p:nvPr/>
        </p:nvSpPr>
        <p:spPr>
          <a:xfrm>
            <a:off x="7701534" y="2318004"/>
            <a:ext cx="251460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0-label273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①의 점 배열</a:t>
            </a:r>
            <a:endParaRPr lang="ko-KR" sz="2400" dirty="0"/>
          </a:p>
        </p:txBody>
      </p:sp>
      <p:sp>
        <p:nvSpPr>
          <p:cNvPr id="32" name="S10-chip27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3" name="S10-eqtext27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</a:t>
            </a:r>
            <a:endParaRPr lang="ko-KR" sz="3400" dirty="0"/>
          </a:p>
        </p:txBody>
      </p:sp>
      <p:sp>
        <p:nvSpPr>
          <p:cNvPr id="34" name="S10-chip27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5" name="S10-eqtext27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18</a:t>
            </a:r>
            <a:endParaRPr lang="ko-KR" sz="3400" dirty="0"/>
          </a:p>
        </p:txBody>
      </p:sp>
      <p:sp>
        <p:nvSpPr>
          <p:cNvPr id="36" name="S10-chip27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7" name="S10-eqtext27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2 = 14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쓰고, 어떻게 알았는지 말해요.</a:t>
            </a:r>
            <a:endParaRPr lang="ko-KR" sz="3000" dirty="0"/>
          </a:p>
        </p:txBody>
      </p:sp>
      <p:sp>
        <p:nvSpPr>
          <p:cNvPr id="4" name="S11-chip28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8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20개를 4명에게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6" name="S11-chip28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8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18개에서 6개씩 덜어 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덜어 낼까요?</a:t>
            </a:r>
            <a:endParaRPr lang="ko-KR" sz="3000" dirty="0"/>
          </a:p>
        </p:txBody>
      </p:sp>
      <p:sp>
        <p:nvSpPr>
          <p:cNvPr id="8" name="S11-chip28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8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8 = 24를 나눗셈식 2개로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5인 그림은?</a:t>
            </a:r>
            <a:endParaRPr lang="ko-KR" sz="4000" dirty="0"/>
          </a:p>
        </p:txBody>
      </p:sp>
      <p:sp>
        <p:nvSpPr>
          <p:cNvPr id="3" name="S13-card2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5를 나타낸 그림을 모두 고르고, 까닭을 말해요.</a:t>
            </a:r>
            <a:endParaRPr lang="ko-KR" sz="3000" dirty="0"/>
          </a:p>
        </p:txBody>
      </p:sp>
      <p:sp>
        <p:nvSpPr>
          <p:cNvPr id="5" name="S13-chip289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dot290"/>
          <p:cNvSpPr/>
          <p:nvPr/>
        </p:nvSpPr>
        <p:spPr>
          <a:xfrm>
            <a:off x="12192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291"/>
          <p:cNvSpPr/>
          <p:nvPr/>
        </p:nvSpPr>
        <p:spPr>
          <a:xfrm>
            <a:off x="16764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92"/>
          <p:cNvSpPr/>
          <p:nvPr/>
        </p:nvSpPr>
        <p:spPr>
          <a:xfrm>
            <a:off x="21336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93"/>
          <p:cNvSpPr/>
          <p:nvPr/>
        </p:nvSpPr>
        <p:spPr>
          <a:xfrm>
            <a:off x="25908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94"/>
          <p:cNvSpPr/>
          <p:nvPr/>
        </p:nvSpPr>
        <p:spPr>
          <a:xfrm>
            <a:off x="30480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295"/>
          <p:cNvSpPr/>
          <p:nvPr/>
        </p:nvSpPr>
        <p:spPr>
          <a:xfrm>
            <a:off x="12192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296"/>
          <p:cNvSpPr/>
          <p:nvPr/>
        </p:nvSpPr>
        <p:spPr>
          <a:xfrm>
            <a:off x="16764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297"/>
          <p:cNvSpPr/>
          <p:nvPr/>
        </p:nvSpPr>
        <p:spPr>
          <a:xfrm>
            <a:off x="21336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98"/>
          <p:cNvSpPr/>
          <p:nvPr/>
        </p:nvSpPr>
        <p:spPr>
          <a:xfrm>
            <a:off x="25908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99"/>
          <p:cNvSpPr/>
          <p:nvPr/>
        </p:nvSpPr>
        <p:spPr>
          <a:xfrm>
            <a:off x="30480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300"/>
          <p:cNvSpPr/>
          <p:nvPr/>
        </p:nvSpPr>
        <p:spPr>
          <a:xfrm>
            <a:off x="12192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301"/>
          <p:cNvSpPr/>
          <p:nvPr/>
        </p:nvSpPr>
        <p:spPr>
          <a:xfrm>
            <a:off x="16764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302"/>
          <p:cNvSpPr/>
          <p:nvPr/>
        </p:nvSpPr>
        <p:spPr>
          <a:xfrm>
            <a:off x="21336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303"/>
          <p:cNvSpPr/>
          <p:nvPr/>
        </p:nvSpPr>
        <p:spPr>
          <a:xfrm>
            <a:off x="25908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304"/>
          <p:cNvSpPr/>
          <p:nvPr/>
        </p:nvSpPr>
        <p:spPr>
          <a:xfrm>
            <a:off x="30480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group305"/>
          <p:cNvSpPr/>
          <p:nvPr/>
        </p:nvSpPr>
        <p:spPr>
          <a:xfrm>
            <a:off x="1159764" y="29260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3-group306"/>
          <p:cNvSpPr/>
          <p:nvPr/>
        </p:nvSpPr>
        <p:spPr>
          <a:xfrm>
            <a:off x="1159764" y="33832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3-group307"/>
          <p:cNvSpPr/>
          <p:nvPr/>
        </p:nvSpPr>
        <p:spPr>
          <a:xfrm>
            <a:off x="1159764" y="38404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13-figure308" descr="점 15개를 5개씩 3묶음으로 나눈 배열"/>
          <p:cNvSpPr/>
          <p:nvPr/>
        </p:nvSpPr>
        <p:spPr>
          <a:xfrm>
            <a:off x="1132332" y="2889504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hip309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6" name="S13-dot310"/>
          <p:cNvSpPr/>
          <p:nvPr/>
        </p:nvSpPr>
        <p:spPr>
          <a:xfrm>
            <a:off x="54955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311"/>
          <p:cNvSpPr/>
          <p:nvPr/>
        </p:nvSpPr>
        <p:spPr>
          <a:xfrm>
            <a:off x="59527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312"/>
          <p:cNvSpPr/>
          <p:nvPr/>
        </p:nvSpPr>
        <p:spPr>
          <a:xfrm>
            <a:off x="64099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313"/>
          <p:cNvSpPr/>
          <p:nvPr/>
        </p:nvSpPr>
        <p:spPr>
          <a:xfrm>
            <a:off x="54955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314"/>
          <p:cNvSpPr/>
          <p:nvPr/>
        </p:nvSpPr>
        <p:spPr>
          <a:xfrm>
            <a:off x="59527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315"/>
          <p:cNvSpPr/>
          <p:nvPr/>
        </p:nvSpPr>
        <p:spPr>
          <a:xfrm>
            <a:off x="64099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316"/>
          <p:cNvSpPr/>
          <p:nvPr/>
        </p:nvSpPr>
        <p:spPr>
          <a:xfrm>
            <a:off x="54955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317"/>
          <p:cNvSpPr/>
          <p:nvPr/>
        </p:nvSpPr>
        <p:spPr>
          <a:xfrm>
            <a:off x="59527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dot318"/>
          <p:cNvSpPr/>
          <p:nvPr/>
        </p:nvSpPr>
        <p:spPr>
          <a:xfrm>
            <a:off x="64099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dot319"/>
          <p:cNvSpPr/>
          <p:nvPr/>
        </p:nvSpPr>
        <p:spPr>
          <a:xfrm>
            <a:off x="54955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dot320"/>
          <p:cNvSpPr/>
          <p:nvPr/>
        </p:nvSpPr>
        <p:spPr>
          <a:xfrm>
            <a:off x="59527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321"/>
          <p:cNvSpPr/>
          <p:nvPr/>
        </p:nvSpPr>
        <p:spPr>
          <a:xfrm>
            <a:off x="64099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322"/>
          <p:cNvSpPr/>
          <p:nvPr/>
        </p:nvSpPr>
        <p:spPr>
          <a:xfrm>
            <a:off x="54955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323"/>
          <p:cNvSpPr/>
          <p:nvPr/>
        </p:nvSpPr>
        <p:spPr>
          <a:xfrm>
            <a:off x="59527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dot324"/>
          <p:cNvSpPr/>
          <p:nvPr/>
        </p:nvSpPr>
        <p:spPr>
          <a:xfrm>
            <a:off x="64099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3-group325"/>
          <p:cNvSpPr/>
          <p:nvPr/>
        </p:nvSpPr>
        <p:spPr>
          <a:xfrm>
            <a:off x="5436108" y="24688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13-group326"/>
          <p:cNvSpPr/>
          <p:nvPr/>
        </p:nvSpPr>
        <p:spPr>
          <a:xfrm>
            <a:off x="5436108" y="29260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13-group327"/>
          <p:cNvSpPr/>
          <p:nvPr/>
        </p:nvSpPr>
        <p:spPr>
          <a:xfrm>
            <a:off x="5436108" y="33832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13-group328"/>
          <p:cNvSpPr/>
          <p:nvPr/>
        </p:nvSpPr>
        <p:spPr>
          <a:xfrm>
            <a:off x="5436108" y="38404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13-group329"/>
          <p:cNvSpPr/>
          <p:nvPr/>
        </p:nvSpPr>
        <p:spPr>
          <a:xfrm>
            <a:off x="5436108" y="42976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13-figure330" descr="점 15개를 3개씩 5묶음으로 묶은 배열"/>
          <p:cNvSpPr/>
          <p:nvPr/>
        </p:nvSpPr>
        <p:spPr>
          <a:xfrm>
            <a:off x="5408676" y="2432304"/>
            <a:ext cx="13716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13-chip331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8" name="S13-dot332"/>
          <p:cNvSpPr/>
          <p:nvPr/>
        </p:nvSpPr>
        <p:spPr>
          <a:xfrm>
            <a:off x="90860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dot333"/>
          <p:cNvSpPr/>
          <p:nvPr/>
        </p:nvSpPr>
        <p:spPr>
          <a:xfrm>
            <a:off x="95432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dot334"/>
          <p:cNvSpPr/>
          <p:nvPr/>
        </p:nvSpPr>
        <p:spPr>
          <a:xfrm>
            <a:off x="100004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dot335"/>
          <p:cNvSpPr/>
          <p:nvPr/>
        </p:nvSpPr>
        <p:spPr>
          <a:xfrm>
            <a:off x="104576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3-dot336"/>
          <p:cNvSpPr/>
          <p:nvPr/>
        </p:nvSpPr>
        <p:spPr>
          <a:xfrm>
            <a:off x="90860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13-dot337"/>
          <p:cNvSpPr/>
          <p:nvPr/>
        </p:nvSpPr>
        <p:spPr>
          <a:xfrm>
            <a:off x="95432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3-dot338"/>
          <p:cNvSpPr/>
          <p:nvPr/>
        </p:nvSpPr>
        <p:spPr>
          <a:xfrm>
            <a:off x="100004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3-dot339"/>
          <p:cNvSpPr/>
          <p:nvPr/>
        </p:nvSpPr>
        <p:spPr>
          <a:xfrm>
            <a:off x="104576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3-dot340"/>
          <p:cNvSpPr/>
          <p:nvPr/>
        </p:nvSpPr>
        <p:spPr>
          <a:xfrm>
            <a:off x="90860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3-dot341"/>
          <p:cNvSpPr/>
          <p:nvPr/>
        </p:nvSpPr>
        <p:spPr>
          <a:xfrm>
            <a:off x="95432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3-dot342"/>
          <p:cNvSpPr/>
          <p:nvPr/>
        </p:nvSpPr>
        <p:spPr>
          <a:xfrm>
            <a:off x="100004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13-dot343"/>
          <p:cNvSpPr/>
          <p:nvPr/>
        </p:nvSpPr>
        <p:spPr>
          <a:xfrm>
            <a:off x="104576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13-group344"/>
          <p:cNvSpPr/>
          <p:nvPr/>
        </p:nvSpPr>
        <p:spPr>
          <a:xfrm>
            <a:off x="9026652" y="29260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1" name="S13-group345"/>
          <p:cNvSpPr/>
          <p:nvPr/>
        </p:nvSpPr>
        <p:spPr>
          <a:xfrm>
            <a:off x="9026652" y="33832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2" name="S13-group346"/>
          <p:cNvSpPr/>
          <p:nvPr/>
        </p:nvSpPr>
        <p:spPr>
          <a:xfrm>
            <a:off x="9026652" y="38404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3" name="S13-figure347" descr="점 12개를 4개씩 3묶음으로 묶은 배열"/>
          <p:cNvSpPr/>
          <p:nvPr/>
        </p:nvSpPr>
        <p:spPr>
          <a:xfrm>
            <a:off x="8999220" y="2889504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4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4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나누기도, 묶어 덜기도 나눗셈이에요.</a:t>
            </a:r>
            <a:endParaRPr lang="ko-KR" sz="3000" dirty="0"/>
          </a:p>
        </p:txBody>
      </p:sp>
      <p:sp>
        <p:nvSpPr>
          <p:cNvPr id="5" name="S14-chip35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곱셈식으로 나눗셈식 만들기</a:t>
            </a:r>
            <a:endParaRPr lang="ko-KR" sz="2400" dirty="0"/>
          </a:p>
        </p:txBody>
      </p:sp>
      <p:sp>
        <p:nvSpPr>
          <p:cNvPr id="6" name="S14-chip35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똑같지 않게 나누기</a:t>
            </a:r>
            <a:endParaRPr lang="ko-KR" sz="2400" dirty="0"/>
          </a:p>
        </p:txBody>
      </p:sp>
      <p:sp>
        <p:nvSpPr>
          <p:cNvPr id="7" name="S14-text35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35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 ÷ 5 = □</a:t>
            </a:r>
            <a:endParaRPr lang="ko-KR" sz="2800" dirty="0"/>
          </a:p>
        </p:txBody>
      </p:sp>
      <p:sp>
        <p:nvSpPr>
          <p:cNvPr id="9" name="S14-text35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× 6 = 24를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 2개로</a:t>
            </a:r>
            <a:endParaRPr lang="ko-KR" sz="2400" dirty="0"/>
          </a:p>
        </p:txBody>
      </p:sp>
      <p:sp>
        <p:nvSpPr>
          <p:cNvPr id="10" name="S14-text35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14개를 7개씩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덜면 몇 번?</a:t>
            </a:r>
            <a:endParaRPr lang="ko-KR" sz="2400" dirty="0"/>
          </a:p>
        </p:txBody>
      </p:sp>
      <p:sp>
        <p:nvSpPr>
          <p:cNvPr id="11" name="S14-text35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곱셈구구로 몫 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수씩 묶기</a:t>
            </a:r>
            <a:endParaRPr lang="ko-KR" sz="4000" dirty="0"/>
          </a:p>
        </p:txBody>
      </p:sp>
      <p:sp>
        <p:nvSpPr>
          <p:cNvPr id="3" name="S15-text3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12개를 3개씩 묶어 세어요.</a:t>
            </a:r>
            <a:endParaRPr lang="ko-KR" sz="3000" dirty="0"/>
          </a:p>
        </p:txBody>
      </p:sp>
      <p:sp>
        <p:nvSpPr>
          <p:cNvPr id="4" name="S15-card358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59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4번 더한 것과 같아요.</a:t>
            </a:r>
            <a:endParaRPr lang="ko-KR" sz="3000" dirty="0"/>
          </a:p>
        </p:txBody>
      </p:sp>
      <p:sp>
        <p:nvSpPr>
          <p:cNvPr id="6" name="S15-dot360"/>
          <p:cNvSpPr/>
          <p:nvPr/>
        </p:nvSpPr>
        <p:spPr>
          <a:xfrm>
            <a:off x="239161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61"/>
          <p:cNvSpPr/>
          <p:nvPr/>
        </p:nvSpPr>
        <p:spPr>
          <a:xfrm>
            <a:off x="303169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62"/>
          <p:cNvSpPr/>
          <p:nvPr/>
        </p:nvSpPr>
        <p:spPr>
          <a:xfrm>
            <a:off x="367177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63"/>
          <p:cNvSpPr/>
          <p:nvPr/>
        </p:nvSpPr>
        <p:spPr>
          <a:xfrm>
            <a:off x="239161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64"/>
          <p:cNvSpPr/>
          <p:nvPr/>
        </p:nvSpPr>
        <p:spPr>
          <a:xfrm>
            <a:off x="303169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65"/>
          <p:cNvSpPr/>
          <p:nvPr/>
        </p:nvSpPr>
        <p:spPr>
          <a:xfrm>
            <a:off x="367177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366"/>
          <p:cNvSpPr/>
          <p:nvPr/>
        </p:nvSpPr>
        <p:spPr>
          <a:xfrm>
            <a:off x="239161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367"/>
          <p:cNvSpPr/>
          <p:nvPr/>
        </p:nvSpPr>
        <p:spPr>
          <a:xfrm>
            <a:off x="303169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368"/>
          <p:cNvSpPr/>
          <p:nvPr/>
        </p:nvSpPr>
        <p:spPr>
          <a:xfrm>
            <a:off x="367177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369"/>
          <p:cNvSpPr/>
          <p:nvPr/>
        </p:nvSpPr>
        <p:spPr>
          <a:xfrm>
            <a:off x="239161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370"/>
          <p:cNvSpPr/>
          <p:nvPr/>
        </p:nvSpPr>
        <p:spPr>
          <a:xfrm>
            <a:off x="303169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371"/>
          <p:cNvSpPr/>
          <p:nvPr/>
        </p:nvSpPr>
        <p:spPr>
          <a:xfrm>
            <a:off x="367177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group372"/>
          <p:cNvSpPr/>
          <p:nvPr/>
        </p:nvSpPr>
        <p:spPr>
          <a:xfrm>
            <a:off x="2297430" y="213588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5-group373"/>
          <p:cNvSpPr/>
          <p:nvPr/>
        </p:nvSpPr>
        <p:spPr>
          <a:xfrm>
            <a:off x="2297430" y="277596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15-group374"/>
          <p:cNvSpPr/>
          <p:nvPr/>
        </p:nvSpPr>
        <p:spPr>
          <a:xfrm>
            <a:off x="2297430" y="341604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15-group375"/>
          <p:cNvSpPr/>
          <p:nvPr/>
        </p:nvSpPr>
        <p:spPr>
          <a:xfrm>
            <a:off x="2297430" y="405612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5-figure376" descr="점 12개를 3개씩 4묶음으로 묶은 배열"/>
          <p:cNvSpPr/>
          <p:nvPr/>
        </p:nvSpPr>
        <p:spPr>
          <a:xfrm>
            <a:off x="2269998" y="2099310"/>
            <a:ext cx="192024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15-card377"/>
          <p:cNvSpPr/>
          <p:nvPr/>
        </p:nvSpPr>
        <p:spPr>
          <a:xfrm>
            <a:off x="6277356" y="239649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15-cardtext378"/>
          <p:cNvSpPr txBox="1"/>
          <p:nvPr/>
        </p:nvSpPr>
        <p:spPr>
          <a:xfrm>
            <a:off x="6551676" y="253365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3, 6, 9, 12</a:t>
            </a:r>
            <a:endParaRPr lang="ko-KR" sz="3000" dirty="0"/>
          </a:p>
        </p:txBody>
      </p:sp>
      <p:sp>
        <p:nvSpPr>
          <p:cNvPr id="25" name="S15-card379"/>
          <p:cNvSpPr/>
          <p:nvPr/>
        </p:nvSpPr>
        <p:spPr>
          <a:xfrm>
            <a:off x="6277356" y="349377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5-cardtext380"/>
          <p:cNvSpPr txBox="1"/>
          <p:nvPr/>
        </p:nvSpPr>
        <p:spPr>
          <a:xfrm>
            <a:off x="6551676" y="363093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나눗셈의 뜻</dc:title>
  <dc:subject>KR22-G03-MAT-DIVIDE-L01</dc:subject>
  <dc:creator>education-ppt</dc:creator>
  <cp:lastModifiedBy>education-ppt</cp:lastModifiedBy>
  <cp:revision>1</cp:revision>
  <dcterms:created xsi:type="dcterms:W3CDTF">2026-10-26T07:27:28Z</dcterms:created>
  <dcterms:modified xsi:type="dcterms:W3CDTF">2026-10-26T07:27:28Z</dcterms:modified>
</cp:coreProperties>
</file>