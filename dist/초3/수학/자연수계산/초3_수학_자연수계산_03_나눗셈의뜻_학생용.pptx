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c35c041-8af4-c484-d651-f2debdf02f7c}">
          <p14:sldIdLst>
            <p14:sldId id="256"/>
            <p14:sldId id="257"/>
          </p14:sldIdLst>
        </p14:section>
        <p14:section name="개념" id="{9f305ec1-679e-aa03-fdb3-37832e08fc38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ff61872e-9e28-7b23-eec0-379b65f97c88}">
          <p14:sldIdLst>
            <p14:sldId id="262"/>
            <p14:sldId id="263"/>
            <p14:sldId id="265"/>
          </p14:sldIdLst>
        </p14:section>
        <p14:section name="개념" id="{e3191d6d-2f3e-3658-9186-b997f9abfd7d}">
          <p14:sldIdLst/>
        </p14:section>
        <p14:section name="연습" id="{b8bf3fe4-e0a5-c47b-8da4-d02d4137e624}">
          <p14:sldIdLst/>
        </p14:section>
        <p14:section name="확인" id="{57e580d3-33ad-7e9a-2b23-cdfb8df24580}">
          <p14:sldIdLst>
            <p14:sldId id="266"/>
            <p14:sldId id="267"/>
          </p14:sldIdLst>
        </p14:section>
        <p14:section name="정리" id="{a067736f-1704-97a0-27fa-c5fbc7194fc3}">
          <p14:sldIdLst>
            <p14:sldId id="268"/>
          </p14:sldIdLst>
        </p14:section>
        <p14:section name="보충" id="{4e2d8551-9980-3c7c-ea29-9183f6ce52e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3명이 똑같이 나누면?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1052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84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052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8484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figure13" descr="점 12개를 2줄에 6개씩 놓은 배열"/>
          <p:cNvSpPr/>
          <p:nvPr/>
        </p:nvSpPr>
        <p:spPr>
          <a:xfrm>
            <a:off x="8001000" y="1554480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나누기와 묶어 덜기를 나눗셈식으로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곱셈식을 나눗셈식으로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□</a:t>
            </a:r>
            <a:endParaRPr lang="ko-KR" sz="34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4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12 − 3 − 3 − 3 − 3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똑같이 나누어요.</a:t>
            </a:r>
            <a:endParaRPr lang="ko-KR" sz="3000" dirty="0"/>
          </a:p>
        </p:txBody>
      </p:sp>
      <p:sp>
        <p:nvSpPr>
          <p:cNvPr id="4" name="S03-card2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나누기 3은 4와 같아요.</a:t>
            </a:r>
            <a:endParaRPr lang="ko-KR" sz="3000" dirty="0"/>
          </a:p>
        </p:txBody>
      </p:sp>
      <p:sp>
        <p:nvSpPr>
          <p:cNvPr id="6" name="S03-dot25"/>
          <p:cNvSpPr/>
          <p:nvPr/>
        </p:nvSpPr>
        <p:spPr>
          <a:xfrm>
            <a:off x="19888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6"/>
          <p:cNvSpPr/>
          <p:nvPr/>
        </p:nvSpPr>
        <p:spPr>
          <a:xfrm>
            <a:off x="26746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7"/>
          <p:cNvSpPr/>
          <p:nvPr/>
        </p:nvSpPr>
        <p:spPr>
          <a:xfrm>
            <a:off x="33604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8"/>
          <p:cNvSpPr/>
          <p:nvPr/>
        </p:nvSpPr>
        <p:spPr>
          <a:xfrm>
            <a:off x="40462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29"/>
          <p:cNvSpPr/>
          <p:nvPr/>
        </p:nvSpPr>
        <p:spPr>
          <a:xfrm>
            <a:off x="19888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0"/>
          <p:cNvSpPr/>
          <p:nvPr/>
        </p:nvSpPr>
        <p:spPr>
          <a:xfrm>
            <a:off x="26746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1"/>
          <p:cNvSpPr/>
          <p:nvPr/>
        </p:nvSpPr>
        <p:spPr>
          <a:xfrm>
            <a:off x="33604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2"/>
          <p:cNvSpPr/>
          <p:nvPr/>
        </p:nvSpPr>
        <p:spPr>
          <a:xfrm>
            <a:off x="40462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3"/>
          <p:cNvSpPr/>
          <p:nvPr/>
        </p:nvSpPr>
        <p:spPr>
          <a:xfrm>
            <a:off x="19888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4"/>
          <p:cNvSpPr/>
          <p:nvPr/>
        </p:nvSpPr>
        <p:spPr>
          <a:xfrm>
            <a:off x="26746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5"/>
          <p:cNvSpPr/>
          <p:nvPr/>
        </p:nvSpPr>
        <p:spPr>
          <a:xfrm>
            <a:off x="33604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6"/>
          <p:cNvSpPr/>
          <p:nvPr/>
        </p:nvSpPr>
        <p:spPr>
          <a:xfrm>
            <a:off x="40462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7"/>
          <p:cNvSpPr/>
          <p:nvPr/>
        </p:nvSpPr>
        <p:spPr>
          <a:xfrm>
            <a:off x="1885950" y="23873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38"/>
          <p:cNvSpPr/>
          <p:nvPr/>
        </p:nvSpPr>
        <p:spPr>
          <a:xfrm>
            <a:off x="1885950" y="30731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39"/>
          <p:cNvSpPr/>
          <p:nvPr/>
        </p:nvSpPr>
        <p:spPr>
          <a:xfrm>
            <a:off x="1885950" y="37589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0" descr="점 12개를 4개씩 3줄로 나눈 배열, 줄마다 묶음 표시(한 줄이 한 명의 몫)"/>
          <p:cNvSpPr/>
          <p:nvPr/>
        </p:nvSpPr>
        <p:spPr>
          <a:xfrm>
            <a:off x="1858518" y="235077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4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4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차례로 놓아요.</a:t>
            </a:r>
            <a:endParaRPr lang="ko-KR" sz="3000" dirty="0"/>
          </a:p>
        </p:txBody>
      </p:sp>
      <p:sp>
        <p:nvSpPr>
          <p:cNvPr id="24" name="S03-card4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4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4개씩이에요.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나눗셈식과 몫</a:t>
            </a:r>
            <a:endParaRPr lang="ko-KR" sz="4000" dirty="0"/>
          </a:p>
        </p:txBody>
      </p:sp>
      <p:sp>
        <p:nvSpPr>
          <p:cNvPr id="3" name="S04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수에는 이름이 있어요.</a:t>
            </a:r>
            <a:endParaRPr lang="ko-KR" sz="3000" dirty="0"/>
          </a:p>
        </p:txBody>
      </p:sp>
      <p:sp>
        <p:nvSpPr>
          <p:cNvPr id="4" name="S04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12를 3으로 나눈 몫이에요.</a:t>
            </a:r>
            <a:endParaRPr lang="ko-KR" sz="3000" dirty="0"/>
          </a:p>
        </p:txBody>
      </p:sp>
      <p:sp>
        <p:nvSpPr>
          <p:cNvPr id="6" name="S04-card48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9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</a:t>
            </a:r>
            <a:endParaRPr lang="ko-KR" sz="3000" dirty="0"/>
          </a:p>
        </p:txBody>
      </p:sp>
      <p:sp>
        <p:nvSpPr>
          <p:cNvPr id="8" name="S04-card50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1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</a:t>
            </a:r>
            <a:endParaRPr lang="ko-KR" sz="3000" dirty="0"/>
          </a:p>
        </p:txBody>
      </p:sp>
      <p:sp>
        <p:nvSpPr>
          <p:cNvPr id="10" name="S04-card52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53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</a:t>
            </a:r>
            <a:endParaRPr lang="ko-KR" sz="3000" dirty="0"/>
          </a:p>
        </p:txBody>
      </p:sp>
      <p:sp>
        <p:nvSpPr>
          <p:cNvPr id="12" name="S04-eqtext54"/>
          <p:cNvSpPr txBox="1"/>
          <p:nvPr/>
        </p:nvSpPr>
        <p:spPr>
          <a:xfrm>
            <a:off x="548640" y="2011680"/>
            <a:ext cx="1109167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한 봉지에 3개씩 담아요.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덜어 내면 0이 돼요.</a:t>
            </a:r>
            <a:endParaRPr lang="ko-KR" sz="3000" dirty="0"/>
          </a:p>
        </p:txBody>
      </p:sp>
      <p:sp>
        <p:nvSpPr>
          <p:cNvPr id="6" name="S05-dot58"/>
          <p:cNvSpPr/>
          <p:nvPr/>
        </p:nvSpPr>
        <p:spPr>
          <a:xfrm>
            <a:off x="258272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line59"/>
          <p:cNvSpPr/>
          <p:nvPr/>
        </p:nvSpPr>
        <p:spPr>
          <a:xfrm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" name="S05-line60"/>
          <p:cNvSpPr/>
          <p:nvPr/>
        </p:nvSpPr>
        <p:spPr>
          <a:xfrm flipV="1"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" name="S05-dot61"/>
          <p:cNvSpPr/>
          <p:nvPr/>
        </p:nvSpPr>
        <p:spPr>
          <a:xfrm>
            <a:off x="308564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line62"/>
          <p:cNvSpPr/>
          <p:nvPr/>
        </p:nvSpPr>
        <p:spPr>
          <a:xfrm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1" name="S05-line63"/>
          <p:cNvSpPr/>
          <p:nvPr/>
        </p:nvSpPr>
        <p:spPr>
          <a:xfrm flipV="1"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2" name="S05-dot64"/>
          <p:cNvSpPr/>
          <p:nvPr/>
        </p:nvSpPr>
        <p:spPr>
          <a:xfrm>
            <a:off x="358856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line65"/>
          <p:cNvSpPr/>
          <p:nvPr/>
        </p:nvSpPr>
        <p:spPr>
          <a:xfrm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line66"/>
          <p:cNvSpPr/>
          <p:nvPr/>
        </p:nvSpPr>
        <p:spPr>
          <a:xfrm flipV="1"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5-dot67"/>
          <p:cNvSpPr/>
          <p:nvPr/>
        </p:nvSpPr>
        <p:spPr>
          <a:xfrm>
            <a:off x="258272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line68"/>
          <p:cNvSpPr/>
          <p:nvPr/>
        </p:nvSpPr>
        <p:spPr>
          <a:xfrm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line69"/>
          <p:cNvSpPr/>
          <p:nvPr/>
        </p:nvSpPr>
        <p:spPr>
          <a:xfrm flipV="1"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5-dot70"/>
          <p:cNvSpPr/>
          <p:nvPr/>
        </p:nvSpPr>
        <p:spPr>
          <a:xfrm>
            <a:off x="308564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line71"/>
          <p:cNvSpPr/>
          <p:nvPr/>
        </p:nvSpPr>
        <p:spPr>
          <a:xfrm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line72"/>
          <p:cNvSpPr/>
          <p:nvPr/>
        </p:nvSpPr>
        <p:spPr>
          <a:xfrm flipV="1"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5-dot73"/>
          <p:cNvSpPr/>
          <p:nvPr/>
        </p:nvSpPr>
        <p:spPr>
          <a:xfrm>
            <a:off x="358856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line74"/>
          <p:cNvSpPr/>
          <p:nvPr/>
        </p:nvSpPr>
        <p:spPr>
          <a:xfrm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5-line75"/>
          <p:cNvSpPr/>
          <p:nvPr/>
        </p:nvSpPr>
        <p:spPr>
          <a:xfrm flipV="1"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5-dot76"/>
          <p:cNvSpPr/>
          <p:nvPr/>
        </p:nvSpPr>
        <p:spPr>
          <a:xfrm>
            <a:off x="258272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line77"/>
          <p:cNvSpPr/>
          <p:nvPr/>
        </p:nvSpPr>
        <p:spPr>
          <a:xfrm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5-line78"/>
          <p:cNvSpPr/>
          <p:nvPr/>
        </p:nvSpPr>
        <p:spPr>
          <a:xfrm flipV="1"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dot79"/>
          <p:cNvSpPr/>
          <p:nvPr/>
        </p:nvSpPr>
        <p:spPr>
          <a:xfrm>
            <a:off x="308564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line80"/>
          <p:cNvSpPr/>
          <p:nvPr/>
        </p:nvSpPr>
        <p:spPr>
          <a:xfrm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5-line81"/>
          <p:cNvSpPr/>
          <p:nvPr/>
        </p:nvSpPr>
        <p:spPr>
          <a:xfrm flipV="1"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dot82"/>
          <p:cNvSpPr/>
          <p:nvPr/>
        </p:nvSpPr>
        <p:spPr>
          <a:xfrm>
            <a:off x="358856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line83"/>
          <p:cNvSpPr/>
          <p:nvPr/>
        </p:nvSpPr>
        <p:spPr>
          <a:xfrm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5-line84"/>
          <p:cNvSpPr/>
          <p:nvPr/>
        </p:nvSpPr>
        <p:spPr>
          <a:xfrm flipV="1"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3" name="S05-dot85"/>
          <p:cNvSpPr/>
          <p:nvPr/>
        </p:nvSpPr>
        <p:spPr>
          <a:xfrm>
            <a:off x="258272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line86"/>
          <p:cNvSpPr/>
          <p:nvPr/>
        </p:nvSpPr>
        <p:spPr>
          <a:xfrm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5-line87"/>
          <p:cNvSpPr/>
          <p:nvPr/>
        </p:nvSpPr>
        <p:spPr>
          <a:xfrm flipV="1"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6" name="S05-dot88"/>
          <p:cNvSpPr/>
          <p:nvPr/>
        </p:nvSpPr>
        <p:spPr>
          <a:xfrm>
            <a:off x="308564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line89"/>
          <p:cNvSpPr/>
          <p:nvPr/>
        </p:nvSpPr>
        <p:spPr>
          <a:xfrm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5-line90"/>
          <p:cNvSpPr/>
          <p:nvPr/>
        </p:nvSpPr>
        <p:spPr>
          <a:xfrm flipV="1"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9" name="S05-dot91"/>
          <p:cNvSpPr/>
          <p:nvPr/>
        </p:nvSpPr>
        <p:spPr>
          <a:xfrm>
            <a:off x="358856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line92"/>
          <p:cNvSpPr/>
          <p:nvPr/>
        </p:nvSpPr>
        <p:spPr>
          <a:xfrm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5-line93"/>
          <p:cNvSpPr/>
          <p:nvPr/>
        </p:nvSpPr>
        <p:spPr>
          <a:xfrm flipV="1"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2" name="S05-group94"/>
          <p:cNvSpPr/>
          <p:nvPr/>
        </p:nvSpPr>
        <p:spPr>
          <a:xfrm>
            <a:off x="2514600" y="216789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5-group95"/>
          <p:cNvSpPr/>
          <p:nvPr/>
        </p:nvSpPr>
        <p:spPr>
          <a:xfrm>
            <a:off x="2514600" y="267081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5-group96"/>
          <p:cNvSpPr/>
          <p:nvPr/>
        </p:nvSpPr>
        <p:spPr>
          <a:xfrm>
            <a:off x="2514600" y="317373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5-group97"/>
          <p:cNvSpPr/>
          <p:nvPr/>
        </p:nvSpPr>
        <p:spPr>
          <a:xfrm>
            <a:off x="2514600" y="367665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5-figure98" descr="점 12개를 3개씩 4묶음으로 묶고 모두 × 표시(덜어 냄)"/>
          <p:cNvSpPr/>
          <p:nvPr/>
        </p:nvSpPr>
        <p:spPr>
          <a:xfrm>
            <a:off x="2487168" y="2131314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99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4번 덜었어요</a:t>
            </a:r>
            <a:endParaRPr lang="ko-KR" sz="2400" dirty="0"/>
          </a:p>
        </p:txBody>
      </p:sp>
      <p:sp>
        <p:nvSpPr>
          <p:cNvPr id="48" name="S05-line100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9" name="S05-line101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5-label102"/>
          <p:cNvSpPr txBox="1"/>
          <p:nvPr/>
        </p:nvSpPr>
        <p:spPr>
          <a:xfrm>
            <a:off x="6208776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700" dirty="0"/>
          </a:p>
        </p:txBody>
      </p:sp>
      <p:sp>
        <p:nvSpPr>
          <p:cNvPr id="51" name="S05-line103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5-line104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line105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5-label106"/>
          <p:cNvSpPr txBox="1"/>
          <p:nvPr/>
        </p:nvSpPr>
        <p:spPr>
          <a:xfrm>
            <a:off x="7349490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700" dirty="0"/>
          </a:p>
        </p:txBody>
      </p:sp>
      <p:sp>
        <p:nvSpPr>
          <p:cNvPr id="55" name="S05-line107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5-line108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line109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5-label110"/>
          <p:cNvSpPr txBox="1"/>
          <p:nvPr/>
        </p:nvSpPr>
        <p:spPr>
          <a:xfrm>
            <a:off x="8490204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700" dirty="0"/>
          </a:p>
        </p:txBody>
      </p:sp>
      <p:sp>
        <p:nvSpPr>
          <p:cNvPr id="59" name="S05-line111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0" name="S05-line112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line113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5-label114"/>
          <p:cNvSpPr txBox="1"/>
          <p:nvPr/>
        </p:nvSpPr>
        <p:spPr>
          <a:xfrm>
            <a:off x="9630918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700" dirty="0"/>
          </a:p>
        </p:txBody>
      </p:sp>
      <p:sp>
        <p:nvSpPr>
          <p:cNvPr id="63" name="S05-line115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4" name="S05-line116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5-line117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5-label118"/>
          <p:cNvSpPr txBox="1"/>
          <p:nvPr/>
        </p:nvSpPr>
        <p:spPr>
          <a:xfrm>
            <a:off x="10771632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700" dirty="0"/>
          </a:p>
        </p:txBody>
      </p:sp>
      <p:sp>
        <p:nvSpPr>
          <p:cNvPr id="67" name="S05-line119"/>
          <p:cNvSpPr/>
          <p:nvPr/>
        </p:nvSpPr>
        <p:spPr>
          <a:xfrm flipV="1">
            <a:off x="11228832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5-line120"/>
          <p:cNvSpPr/>
          <p:nvPr/>
        </p:nvSpPr>
        <p:spPr>
          <a:xfrm flipH="1">
            <a:off x="10088118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5-label121"/>
          <p:cNvSpPr txBox="1"/>
          <p:nvPr/>
        </p:nvSpPr>
        <p:spPr>
          <a:xfrm>
            <a:off x="10088118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0" name="S05-line122"/>
          <p:cNvSpPr/>
          <p:nvPr/>
        </p:nvSpPr>
        <p:spPr>
          <a:xfrm flipV="1">
            <a:off x="10088118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5-line123"/>
          <p:cNvSpPr/>
          <p:nvPr/>
        </p:nvSpPr>
        <p:spPr>
          <a:xfrm flipH="1">
            <a:off x="8947404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5-label124"/>
          <p:cNvSpPr txBox="1"/>
          <p:nvPr/>
        </p:nvSpPr>
        <p:spPr>
          <a:xfrm>
            <a:off x="8947404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3" name="S05-line125"/>
          <p:cNvSpPr/>
          <p:nvPr/>
        </p:nvSpPr>
        <p:spPr>
          <a:xfrm flipV="1">
            <a:off x="8947404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5-line126"/>
          <p:cNvSpPr/>
          <p:nvPr/>
        </p:nvSpPr>
        <p:spPr>
          <a:xfrm flipH="1">
            <a:off x="7806690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5-label127"/>
          <p:cNvSpPr txBox="1"/>
          <p:nvPr/>
        </p:nvSpPr>
        <p:spPr>
          <a:xfrm>
            <a:off x="7806690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6" name="S05-line128"/>
          <p:cNvSpPr/>
          <p:nvPr/>
        </p:nvSpPr>
        <p:spPr>
          <a:xfrm flipV="1">
            <a:off x="7806690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5-line129"/>
          <p:cNvSpPr/>
          <p:nvPr/>
        </p:nvSpPr>
        <p:spPr>
          <a:xfrm flipH="1">
            <a:off x="6665976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5-label130"/>
          <p:cNvSpPr txBox="1"/>
          <p:nvPr/>
        </p:nvSpPr>
        <p:spPr>
          <a:xfrm>
            <a:off x="6665976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9" name="S05-figure131" descr="0부터 12까지 수직선에서 12, 9, 6, 3, 0으로 3씩 네 번 거꾸로 뛰는 화살표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5-label1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12에서 3씩 4번 뛰면 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나눗셈</a:t>
            </a:r>
            <a:endParaRPr lang="ko-KR" sz="4000" dirty="0"/>
          </a:p>
        </p:txBody>
      </p:sp>
      <p:sp>
        <p:nvSpPr>
          <p:cNvPr id="3" name="S06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12 ÷ 3 = 4예요. 4는 각각 무엇일까요?</a:t>
            </a:r>
            <a:endParaRPr lang="ko-KR" sz="3000" dirty="0"/>
          </a:p>
        </p:txBody>
      </p:sp>
      <p:sp>
        <p:nvSpPr>
          <p:cNvPr id="5" name="S06-chip135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2400" dirty="0"/>
          </a:p>
        </p:txBody>
      </p:sp>
      <p:sp>
        <p:nvSpPr>
          <p:cNvPr id="6" name="S06-dot136"/>
          <p:cNvSpPr/>
          <p:nvPr/>
        </p:nvSpPr>
        <p:spPr>
          <a:xfrm>
            <a:off x="24025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37"/>
          <p:cNvSpPr/>
          <p:nvPr/>
        </p:nvSpPr>
        <p:spPr>
          <a:xfrm>
            <a:off x="28597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38"/>
          <p:cNvSpPr/>
          <p:nvPr/>
        </p:nvSpPr>
        <p:spPr>
          <a:xfrm>
            <a:off x="33169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39"/>
          <p:cNvSpPr/>
          <p:nvPr/>
        </p:nvSpPr>
        <p:spPr>
          <a:xfrm>
            <a:off x="37741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40"/>
          <p:cNvSpPr/>
          <p:nvPr/>
        </p:nvSpPr>
        <p:spPr>
          <a:xfrm>
            <a:off x="24025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41"/>
          <p:cNvSpPr/>
          <p:nvPr/>
        </p:nvSpPr>
        <p:spPr>
          <a:xfrm>
            <a:off x="28597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42"/>
          <p:cNvSpPr/>
          <p:nvPr/>
        </p:nvSpPr>
        <p:spPr>
          <a:xfrm>
            <a:off x="33169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43"/>
          <p:cNvSpPr/>
          <p:nvPr/>
        </p:nvSpPr>
        <p:spPr>
          <a:xfrm>
            <a:off x="37741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44"/>
          <p:cNvSpPr/>
          <p:nvPr/>
        </p:nvSpPr>
        <p:spPr>
          <a:xfrm>
            <a:off x="24025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45"/>
          <p:cNvSpPr/>
          <p:nvPr/>
        </p:nvSpPr>
        <p:spPr>
          <a:xfrm>
            <a:off x="28597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46"/>
          <p:cNvSpPr/>
          <p:nvPr/>
        </p:nvSpPr>
        <p:spPr>
          <a:xfrm>
            <a:off x="33169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47"/>
          <p:cNvSpPr/>
          <p:nvPr/>
        </p:nvSpPr>
        <p:spPr>
          <a:xfrm>
            <a:off x="37741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48"/>
          <p:cNvSpPr/>
          <p:nvPr/>
        </p:nvSpPr>
        <p:spPr>
          <a:xfrm>
            <a:off x="2343150" y="27081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49"/>
          <p:cNvSpPr/>
          <p:nvPr/>
        </p:nvSpPr>
        <p:spPr>
          <a:xfrm>
            <a:off x="2343150" y="31653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50"/>
          <p:cNvSpPr/>
          <p:nvPr/>
        </p:nvSpPr>
        <p:spPr>
          <a:xfrm>
            <a:off x="2343150" y="36225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51" descr="점 12개를 4개씩 3줄로 나눈 배열(3명에게 똑같이)"/>
          <p:cNvSpPr/>
          <p:nvPr/>
        </p:nvSpPr>
        <p:spPr>
          <a:xfrm>
            <a:off x="2315718" y="2671572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text15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→ 한 명에 4개</a:t>
            </a:r>
            <a:endParaRPr lang="ko-KR" sz="2400" dirty="0"/>
          </a:p>
        </p:txBody>
      </p:sp>
      <p:sp>
        <p:nvSpPr>
          <p:cNvPr id="23" name="S06-chip153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2400" dirty="0"/>
          </a:p>
        </p:txBody>
      </p:sp>
      <p:sp>
        <p:nvSpPr>
          <p:cNvPr id="24" name="S06-dot154"/>
          <p:cNvSpPr/>
          <p:nvPr/>
        </p:nvSpPr>
        <p:spPr>
          <a:xfrm>
            <a:off x="83599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55"/>
          <p:cNvSpPr/>
          <p:nvPr/>
        </p:nvSpPr>
        <p:spPr>
          <a:xfrm>
            <a:off x="88171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56"/>
          <p:cNvSpPr/>
          <p:nvPr/>
        </p:nvSpPr>
        <p:spPr>
          <a:xfrm>
            <a:off x="92743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57"/>
          <p:cNvSpPr/>
          <p:nvPr/>
        </p:nvSpPr>
        <p:spPr>
          <a:xfrm>
            <a:off x="83599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58"/>
          <p:cNvSpPr/>
          <p:nvPr/>
        </p:nvSpPr>
        <p:spPr>
          <a:xfrm>
            <a:off x="88171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59"/>
          <p:cNvSpPr/>
          <p:nvPr/>
        </p:nvSpPr>
        <p:spPr>
          <a:xfrm>
            <a:off x="92743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60"/>
          <p:cNvSpPr/>
          <p:nvPr/>
        </p:nvSpPr>
        <p:spPr>
          <a:xfrm>
            <a:off x="83599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61"/>
          <p:cNvSpPr/>
          <p:nvPr/>
        </p:nvSpPr>
        <p:spPr>
          <a:xfrm>
            <a:off x="88171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62"/>
          <p:cNvSpPr/>
          <p:nvPr/>
        </p:nvSpPr>
        <p:spPr>
          <a:xfrm>
            <a:off x="92743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63"/>
          <p:cNvSpPr/>
          <p:nvPr/>
        </p:nvSpPr>
        <p:spPr>
          <a:xfrm>
            <a:off x="83599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64"/>
          <p:cNvSpPr/>
          <p:nvPr/>
        </p:nvSpPr>
        <p:spPr>
          <a:xfrm>
            <a:off x="88171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65"/>
          <p:cNvSpPr/>
          <p:nvPr/>
        </p:nvSpPr>
        <p:spPr>
          <a:xfrm>
            <a:off x="92743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66"/>
          <p:cNvSpPr/>
          <p:nvPr/>
        </p:nvSpPr>
        <p:spPr>
          <a:xfrm>
            <a:off x="8300466" y="24795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67"/>
          <p:cNvSpPr/>
          <p:nvPr/>
        </p:nvSpPr>
        <p:spPr>
          <a:xfrm>
            <a:off x="8300466" y="29367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68"/>
          <p:cNvSpPr/>
          <p:nvPr/>
        </p:nvSpPr>
        <p:spPr>
          <a:xfrm>
            <a:off x="8300466" y="33939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69"/>
          <p:cNvSpPr/>
          <p:nvPr/>
        </p:nvSpPr>
        <p:spPr>
          <a:xfrm>
            <a:off x="8300466" y="38511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70" descr="점 12개를 3개씩 4묶음으로 묶은 배열"/>
          <p:cNvSpPr/>
          <p:nvPr/>
        </p:nvSpPr>
        <p:spPr>
          <a:xfrm>
            <a:off x="8273034" y="2442972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text17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→ 4묶음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나눗셈식으로 써요</a:t>
            </a:r>
            <a:endParaRPr lang="ko-KR" sz="40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보고, 나눗셈식을 써요.</a:t>
            </a:r>
            <a:endParaRPr lang="ko-KR" sz="30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모두의 수를 식의 맨 앞에 써요.</a:t>
            </a:r>
            <a:endParaRPr lang="ko-KR" sz="3000" dirty="0"/>
          </a:p>
        </p:txBody>
      </p:sp>
      <p:sp>
        <p:nvSpPr>
          <p:cNvPr id="6" name="S07-chip1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10개를 2명에게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7-chip1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15개에서 5개씩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10" name="S07-chip1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4를 읽고, 몫을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8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8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나누었어요. 누가 12 ÷ 3을 바르게 나타냈을까요?</a:t>
            </a:r>
            <a:endParaRPr lang="ko-KR" sz="3000" dirty="0"/>
          </a:p>
        </p:txBody>
      </p:sp>
      <p:sp>
        <p:nvSpPr>
          <p:cNvPr id="5" name="S08-chip18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6" name="S08-dot184"/>
          <p:cNvSpPr/>
          <p:nvPr/>
        </p:nvSpPr>
        <p:spPr>
          <a:xfrm>
            <a:off x="1216731" y="227514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85"/>
          <p:cNvSpPr/>
          <p:nvPr/>
        </p:nvSpPr>
        <p:spPr>
          <a:xfrm>
            <a:off x="1216731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86"/>
          <p:cNvSpPr/>
          <p:nvPr/>
        </p:nvSpPr>
        <p:spPr>
          <a:xfrm>
            <a:off x="1216731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87"/>
          <p:cNvSpPr/>
          <p:nvPr/>
        </p:nvSpPr>
        <p:spPr>
          <a:xfrm>
            <a:off x="1216731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88"/>
          <p:cNvSpPr/>
          <p:nvPr/>
        </p:nvSpPr>
        <p:spPr>
          <a:xfrm>
            <a:off x="1216731" y="381134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figure189" descr="토끼: 가 점 5개"/>
          <p:cNvSpPr/>
          <p:nvPr/>
        </p:nvSpPr>
        <p:spPr>
          <a:xfrm>
            <a:off x="1143762" y="2202180"/>
            <a:ext cx="384048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8-dot190"/>
          <p:cNvSpPr/>
          <p:nvPr/>
        </p:nvSpPr>
        <p:spPr>
          <a:xfrm>
            <a:off x="3111063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91"/>
          <p:cNvSpPr/>
          <p:nvPr/>
        </p:nvSpPr>
        <p:spPr>
          <a:xfrm>
            <a:off x="3111063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92"/>
          <p:cNvSpPr/>
          <p:nvPr/>
        </p:nvSpPr>
        <p:spPr>
          <a:xfrm>
            <a:off x="3111063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93"/>
          <p:cNvSpPr/>
          <p:nvPr/>
        </p:nvSpPr>
        <p:spPr>
          <a:xfrm>
            <a:off x="3111063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figure194" descr="토끼: 나 점 4개"/>
          <p:cNvSpPr/>
          <p:nvPr/>
        </p:nvSpPr>
        <p:spPr>
          <a:xfrm>
            <a:off x="3038094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8-dot195"/>
          <p:cNvSpPr/>
          <p:nvPr/>
        </p:nvSpPr>
        <p:spPr>
          <a:xfrm>
            <a:off x="5005395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196"/>
          <p:cNvSpPr/>
          <p:nvPr/>
        </p:nvSpPr>
        <p:spPr>
          <a:xfrm>
            <a:off x="5005395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197"/>
          <p:cNvSpPr/>
          <p:nvPr/>
        </p:nvSpPr>
        <p:spPr>
          <a:xfrm>
            <a:off x="5005395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198" descr="토끼: 다 점 3개"/>
          <p:cNvSpPr/>
          <p:nvPr/>
        </p:nvSpPr>
        <p:spPr>
          <a:xfrm>
            <a:off x="4932426" y="258622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text199"/>
          <p:cNvSpPr txBox="1"/>
          <p:nvPr/>
        </p:nvSpPr>
        <p:spPr>
          <a:xfrm>
            <a:off x="548640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5개, 4개, 3개</a:t>
            </a:r>
            <a:endParaRPr lang="ko-KR" sz="2400" dirty="0"/>
          </a:p>
        </p:txBody>
      </p:sp>
      <p:sp>
        <p:nvSpPr>
          <p:cNvPr id="22" name="S08-chip200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3" name="S08-dot201"/>
          <p:cNvSpPr/>
          <p:nvPr/>
        </p:nvSpPr>
        <p:spPr>
          <a:xfrm>
            <a:off x="6945447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02"/>
          <p:cNvSpPr/>
          <p:nvPr/>
        </p:nvSpPr>
        <p:spPr>
          <a:xfrm>
            <a:off x="6945447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03"/>
          <p:cNvSpPr/>
          <p:nvPr/>
        </p:nvSpPr>
        <p:spPr>
          <a:xfrm>
            <a:off x="6945447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04"/>
          <p:cNvSpPr/>
          <p:nvPr/>
        </p:nvSpPr>
        <p:spPr>
          <a:xfrm>
            <a:off x="6945447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205" descr="곰: 가 점 4개"/>
          <p:cNvSpPr/>
          <p:nvPr/>
        </p:nvSpPr>
        <p:spPr>
          <a:xfrm>
            <a:off x="6872478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06"/>
          <p:cNvSpPr/>
          <p:nvPr/>
        </p:nvSpPr>
        <p:spPr>
          <a:xfrm>
            <a:off x="8839779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07"/>
          <p:cNvSpPr/>
          <p:nvPr/>
        </p:nvSpPr>
        <p:spPr>
          <a:xfrm>
            <a:off x="8839779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08"/>
          <p:cNvSpPr/>
          <p:nvPr/>
        </p:nvSpPr>
        <p:spPr>
          <a:xfrm>
            <a:off x="8839779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dot209"/>
          <p:cNvSpPr/>
          <p:nvPr/>
        </p:nvSpPr>
        <p:spPr>
          <a:xfrm>
            <a:off x="8839779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figure210" descr="곰: 나 점 4개"/>
          <p:cNvSpPr/>
          <p:nvPr/>
        </p:nvSpPr>
        <p:spPr>
          <a:xfrm>
            <a:off x="8766810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dot211"/>
          <p:cNvSpPr/>
          <p:nvPr/>
        </p:nvSpPr>
        <p:spPr>
          <a:xfrm>
            <a:off x="10734111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dot212"/>
          <p:cNvSpPr/>
          <p:nvPr/>
        </p:nvSpPr>
        <p:spPr>
          <a:xfrm>
            <a:off x="10734111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dot213"/>
          <p:cNvSpPr/>
          <p:nvPr/>
        </p:nvSpPr>
        <p:spPr>
          <a:xfrm>
            <a:off x="10734111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dot214"/>
          <p:cNvSpPr/>
          <p:nvPr/>
        </p:nvSpPr>
        <p:spPr>
          <a:xfrm>
            <a:off x="10734111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figure215" descr="곰: 다 점 4개"/>
          <p:cNvSpPr/>
          <p:nvPr/>
        </p:nvSpPr>
        <p:spPr>
          <a:xfrm>
            <a:off x="10661142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8-text216"/>
          <p:cNvSpPr txBox="1"/>
          <p:nvPr/>
        </p:nvSpPr>
        <p:spPr>
          <a:xfrm>
            <a:off x="6277356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4개, 4개, 4개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나눗셈의 관계</a:t>
            </a:r>
            <a:endParaRPr lang="ko-KR" sz="4000" dirty="0"/>
          </a:p>
        </p:txBody>
      </p:sp>
      <p:sp>
        <p:nvSpPr>
          <p:cNvPr id="3" name="S09-text2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4개씩 3줄로 놓았어요.</a:t>
            </a:r>
            <a:endParaRPr lang="ko-KR" sz="3000" dirty="0"/>
          </a:p>
        </p:txBody>
      </p:sp>
      <p:sp>
        <p:nvSpPr>
          <p:cNvPr id="4" name="S09-card2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 하나로 나눗셈식 2개를 만들어요.</a:t>
            </a:r>
            <a:endParaRPr lang="ko-KR" sz="3000" dirty="0"/>
          </a:p>
        </p:txBody>
      </p:sp>
      <p:sp>
        <p:nvSpPr>
          <p:cNvPr id="6" name="S09-dot220"/>
          <p:cNvSpPr/>
          <p:nvPr/>
        </p:nvSpPr>
        <p:spPr>
          <a:xfrm>
            <a:off x="855110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21"/>
          <p:cNvSpPr/>
          <p:nvPr/>
        </p:nvSpPr>
        <p:spPr>
          <a:xfrm>
            <a:off x="919118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222"/>
          <p:cNvSpPr/>
          <p:nvPr/>
        </p:nvSpPr>
        <p:spPr>
          <a:xfrm>
            <a:off x="983126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23"/>
          <p:cNvSpPr/>
          <p:nvPr/>
        </p:nvSpPr>
        <p:spPr>
          <a:xfrm>
            <a:off x="1047134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24"/>
          <p:cNvSpPr/>
          <p:nvPr/>
        </p:nvSpPr>
        <p:spPr>
          <a:xfrm>
            <a:off x="855110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25"/>
          <p:cNvSpPr/>
          <p:nvPr/>
        </p:nvSpPr>
        <p:spPr>
          <a:xfrm>
            <a:off x="919118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26"/>
          <p:cNvSpPr/>
          <p:nvPr/>
        </p:nvSpPr>
        <p:spPr>
          <a:xfrm>
            <a:off x="983126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27"/>
          <p:cNvSpPr/>
          <p:nvPr/>
        </p:nvSpPr>
        <p:spPr>
          <a:xfrm>
            <a:off x="1047134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28"/>
          <p:cNvSpPr/>
          <p:nvPr/>
        </p:nvSpPr>
        <p:spPr>
          <a:xfrm>
            <a:off x="855110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29"/>
          <p:cNvSpPr/>
          <p:nvPr/>
        </p:nvSpPr>
        <p:spPr>
          <a:xfrm>
            <a:off x="919118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30"/>
          <p:cNvSpPr/>
          <p:nvPr/>
        </p:nvSpPr>
        <p:spPr>
          <a:xfrm>
            <a:off x="983126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31"/>
          <p:cNvSpPr/>
          <p:nvPr/>
        </p:nvSpPr>
        <p:spPr>
          <a:xfrm>
            <a:off x="1047134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232"/>
          <p:cNvSpPr/>
          <p:nvPr/>
        </p:nvSpPr>
        <p:spPr>
          <a:xfrm>
            <a:off x="8456920" y="26426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group233"/>
          <p:cNvSpPr/>
          <p:nvPr/>
        </p:nvSpPr>
        <p:spPr>
          <a:xfrm>
            <a:off x="8456920" y="328269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9-group234"/>
          <p:cNvSpPr/>
          <p:nvPr/>
        </p:nvSpPr>
        <p:spPr>
          <a:xfrm>
            <a:off x="8456920" y="392277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9-figure235" descr="점 12개를 4개씩 3줄로 놓은 배열, 줄마다 묶음 표시"/>
          <p:cNvSpPr/>
          <p:nvPr/>
        </p:nvSpPr>
        <p:spPr>
          <a:xfrm>
            <a:off x="8429488" y="260604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stepno236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9-text237"/>
          <p:cNvSpPr txBox="1"/>
          <p:nvPr/>
        </p:nvSpPr>
        <p:spPr>
          <a:xfrm>
            <a:off x="1325880" y="2578608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000" dirty="0"/>
          </a:p>
        </p:txBody>
      </p:sp>
      <p:sp>
        <p:nvSpPr>
          <p:cNvPr id="24" name="S09-eqtext238"/>
          <p:cNvSpPr txBox="1"/>
          <p:nvPr/>
        </p:nvSpPr>
        <p:spPr>
          <a:xfrm>
            <a:off x="4530099" y="2578608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000" dirty="0"/>
          </a:p>
        </p:txBody>
      </p:sp>
      <p:sp>
        <p:nvSpPr>
          <p:cNvPr id="25" name="S09-stepno23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9-text240"/>
          <p:cNvSpPr txBox="1"/>
          <p:nvPr/>
        </p:nvSpPr>
        <p:spPr>
          <a:xfrm>
            <a:off x="1325880" y="3291840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3줄로 나누면</a:t>
            </a:r>
            <a:endParaRPr lang="ko-KR" sz="3000" dirty="0"/>
          </a:p>
        </p:txBody>
      </p:sp>
      <p:sp>
        <p:nvSpPr>
          <p:cNvPr id="27" name="S09-eqtext241"/>
          <p:cNvSpPr txBox="1"/>
          <p:nvPr/>
        </p:nvSpPr>
        <p:spPr>
          <a:xfrm>
            <a:off x="4530099" y="3291840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</p:txBody>
      </p:sp>
      <p:sp>
        <p:nvSpPr>
          <p:cNvPr id="28" name="S09-stepno2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9-text243"/>
          <p:cNvSpPr txBox="1"/>
          <p:nvPr/>
        </p:nvSpPr>
        <p:spPr>
          <a:xfrm>
            <a:off x="1325880" y="4005072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묶으면</a:t>
            </a:r>
            <a:endParaRPr lang="ko-KR" sz="3000" dirty="0"/>
          </a:p>
        </p:txBody>
      </p:sp>
      <p:sp>
        <p:nvSpPr>
          <p:cNvPr id="30" name="S09-eqtext244"/>
          <p:cNvSpPr txBox="1"/>
          <p:nvPr/>
        </p:nvSpPr>
        <p:spPr>
          <a:xfrm>
            <a:off x="4530099" y="4005072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000" dirty="0"/>
          </a:p>
        </p:txBody>
      </p:sp>
      <p:sp>
        <p:nvSpPr>
          <p:cNvPr id="3" name="S10-text2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나눗셈식 2개로 바꾸어요.</a:t>
            </a:r>
            <a:endParaRPr lang="ko-KR" sz="3000" dirty="0"/>
          </a:p>
        </p:txBody>
      </p:sp>
      <p:sp>
        <p:nvSpPr>
          <p:cNvPr id="4" name="S10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나눗셈식의 맨 앞에 와요.</a:t>
            </a:r>
            <a:endParaRPr lang="ko-KR" sz="3000" dirty="0"/>
          </a:p>
        </p:txBody>
      </p:sp>
      <p:sp>
        <p:nvSpPr>
          <p:cNvPr id="6" name="S10-dot248"/>
          <p:cNvSpPr/>
          <p:nvPr/>
        </p:nvSpPr>
        <p:spPr>
          <a:xfrm>
            <a:off x="779708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0-dot249"/>
          <p:cNvSpPr/>
          <p:nvPr/>
        </p:nvSpPr>
        <p:spPr>
          <a:xfrm>
            <a:off x="830000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0-dot250"/>
          <p:cNvSpPr/>
          <p:nvPr/>
        </p:nvSpPr>
        <p:spPr>
          <a:xfrm>
            <a:off x="880292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0-dot251"/>
          <p:cNvSpPr/>
          <p:nvPr/>
        </p:nvSpPr>
        <p:spPr>
          <a:xfrm>
            <a:off x="930584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0-dot252"/>
          <p:cNvSpPr/>
          <p:nvPr/>
        </p:nvSpPr>
        <p:spPr>
          <a:xfrm>
            <a:off x="980876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53"/>
          <p:cNvSpPr/>
          <p:nvPr/>
        </p:nvSpPr>
        <p:spPr>
          <a:xfrm>
            <a:off x="779708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54"/>
          <p:cNvSpPr/>
          <p:nvPr/>
        </p:nvSpPr>
        <p:spPr>
          <a:xfrm>
            <a:off x="830000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55"/>
          <p:cNvSpPr/>
          <p:nvPr/>
        </p:nvSpPr>
        <p:spPr>
          <a:xfrm>
            <a:off x="880292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56"/>
          <p:cNvSpPr/>
          <p:nvPr/>
        </p:nvSpPr>
        <p:spPr>
          <a:xfrm>
            <a:off x="930584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57"/>
          <p:cNvSpPr/>
          <p:nvPr/>
        </p:nvSpPr>
        <p:spPr>
          <a:xfrm>
            <a:off x="980876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58"/>
          <p:cNvSpPr/>
          <p:nvPr/>
        </p:nvSpPr>
        <p:spPr>
          <a:xfrm>
            <a:off x="779708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59"/>
          <p:cNvSpPr/>
          <p:nvPr/>
        </p:nvSpPr>
        <p:spPr>
          <a:xfrm>
            <a:off x="830000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60"/>
          <p:cNvSpPr/>
          <p:nvPr/>
        </p:nvSpPr>
        <p:spPr>
          <a:xfrm>
            <a:off x="880292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61"/>
          <p:cNvSpPr/>
          <p:nvPr/>
        </p:nvSpPr>
        <p:spPr>
          <a:xfrm>
            <a:off x="930584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62"/>
          <p:cNvSpPr/>
          <p:nvPr/>
        </p:nvSpPr>
        <p:spPr>
          <a:xfrm>
            <a:off x="980876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63"/>
          <p:cNvSpPr/>
          <p:nvPr/>
        </p:nvSpPr>
        <p:spPr>
          <a:xfrm>
            <a:off x="779708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64"/>
          <p:cNvSpPr/>
          <p:nvPr/>
        </p:nvSpPr>
        <p:spPr>
          <a:xfrm>
            <a:off x="830000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265"/>
          <p:cNvSpPr/>
          <p:nvPr/>
        </p:nvSpPr>
        <p:spPr>
          <a:xfrm>
            <a:off x="880292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266"/>
          <p:cNvSpPr/>
          <p:nvPr/>
        </p:nvSpPr>
        <p:spPr>
          <a:xfrm>
            <a:off x="930584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267"/>
          <p:cNvSpPr/>
          <p:nvPr/>
        </p:nvSpPr>
        <p:spPr>
          <a:xfrm>
            <a:off x="980876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268"/>
          <p:cNvSpPr/>
          <p:nvPr/>
        </p:nvSpPr>
        <p:spPr>
          <a:xfrm>
            <a:off x="7728966" y="235458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269"/>
          <p:cNvSpPr/>
          <p:nvPr/>
        </p:nvSpPr>
        <p:spPr>
          <a:xfrm>
            <a:off x="7728966" y="285750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group270"/>
          <p:cNvSpPr/>
          <p:nvPr/>
        </p:nvSpPr>
        <p:spPr>
          <a:xfrm>
            <a:off x="7728966" y="336042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0-group271"/>
          <p:cNvSpPr/>
          <p:nvPr/>
        </p:nvSpPr>
        <p:spPr>
          <a:xfrm>
            <a:off x="7728966" y="386334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0-figure272" descr="점 20개를 5개씩 4줄로 놓은 배열, 줄마다 묶음 표시"/>
          <p:cNvSpPr/>
          <p:nvPr/>
        </p:nvSpPr>
        <p:spPr>
          <a:xfrm>
            <a:off x="7701534" y="2318004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0-label273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점 배열</a:t>
            </a:r>
            <a:endParaRPr lang="ko-KR" sz="2400" dirty="0"/>
          </a:p>
        </p:txBody>
      </p:sp>
      <p:sp>
        <p:nvSpPr>
          <p:cNvPr id="32" name="S10-chip2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3" name="S10-eqtext27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3400" dirty="0"/>
          </a:p>
        </p:txBody>
      </p:sp>
      <p:sp>
        <p:nvSpPr>
          <p:cNvPr id="34" name="S10-chip2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5" name="S10-eqtext27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3400" dirty="0"/>
          </a:p>
        </p:txBody>
      </p:sp>
      <p:sp>
        <p:nvSpPr>
          <p:cNvPr id="36" name="S10-chip2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7" name="S10-eqtext27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2 = 14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어떻게 알았는지 말해요.</a:t>
            </a:r>
            <a:endParaRPr lang="ko-KR" sz="3000" dirty="0"/>
          </a:p>
        </p:txBody>
      </p:sp>
      <p:sp>
        <p:nvSpPr>
          <p:cNvPr id="4" name="S11-chip2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8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20개를 4명에게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6" name="S11-chip28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8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18개에서 6개씩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8" name="S11-chip2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8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24를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5인 그림은?</a:t>
            </a:r>
            <a:endParaRPr lang="ko-KR" sz="4000" dirty="0"/>
          </a:p>
        </p:txBody>
      </p:sp>
      <p:sp>
        <p:nvSpPr>
          <p:cNvPr id="3" name="S13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5를 나타낸 그림을 모두 고르고, 까닭을 말해요.</a:t>
            </a:r>
            <a:endParaRPr lang="ko-KR" sz="3000" dirty="0"/>
          </a:p>
        </p:txBody>
      </p:sp>
      <p:sp>
        <p:nvSpPr>
          <p:cNvPr id="5" name="S13-chip28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90"/>
          <p:cNvSpPr/>
          <p:nvPr/>
        </p:nvSpPr>
        <p:spPr>
          <a:xfrm>
            <a:off x="12192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91"/>
          <p:cNvSpPr/>
          <p:nvPr/>
        </p:nvSpPr>
        <p:spPr>
          <a:xfrm>
            <a:off x="16764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92"/>
          <p:cNvSpPr/>
          <p:nvPr/>
        </p:nvSpPr>
        <p:spPr>
          <a:xfrm>
            <a:off x="21336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93"/>
          <p:cNvSpPr/>
          <p:nvPr/>
        </p:nvSpPr>
        <p:spPr>
          <a:xfrm>
            <a:off x="25908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94"/>
          <p:cNvSpPr/>
          <p:nvPr/>
        </p:nvSpPr>
        <p:spPr>
          <a:xfrm>
            <a:off x="30480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95"/>
          <p:cNvSpPr/>
          <p:nvPr/>
        </p:nvSpPr>
        <p:spPr>
          <a:xfrm>
            <a:off x="12192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96"/>
          <p:cNvSpPr/>
          <p:nvPr/>
        </p:nvSpPr>
        <p:spPr>
          <a:xfrm>
            <a:off x="16764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97"/>
          <p:cNvSpPr/>
          <p:nvPr/>
        </p:nvSpPr>
        <p:spPr>
          <a:xfrm>
            <a:off x="21336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98"/>
          <p:cNvSpPr/>
          <p:nvPr/>
        </p:nvSpPr>
        <p:spPr>
          <a:xfrm>
            <a:off x="25908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99"/>
          <p:cNvSpPr/>
          <p:nvPr/>
        </p:nvSpPr>
        <p:spPr>
          <a:xfrm>
            <a:off x="30480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00"/>
          <p:cNvSpPr/>
          <p:nvPr/>
        </p:nvSpPr>
        <p:spPr>
          <a:xfrm>
            <a:off x="12192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01"/>
          <p:cNvSpPr/>
          <p:nvPr/>
        </p:nvSpPr>
        <p:spPr>
          <a:xfrm>
            <a:off x="16764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302"/>
          <p:cNvSpPr/>
          <p:nvPr/>
        </p:nvSpPr>
        <p:spPr>
          <a:xfrm>
            <a:off x="21336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303"/>
          <p:cNvSpPr/>
          <p:nvPr/>
        </p:nvSpPr>
        <p:spPr>
          <a:xfrm>
            <a:off x="25908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304"/>
          <p:cNvSpPr/>
          <p:nvPr/>
        </p:nvSpPr>
        <p:spPr>
          <a:xfrm>
            <a:off x="30480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305"/>
          <p:cNvSpPr/>
          <p:nvPr/>
        </p:nvSpPr>
        <p:spPr>
          <a:xfrm>
            <a:off x="1159764" y="29260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306"/>
          <p:cNvSpPr/>
          <p:nvPr/>
        </p:nvSpPr>
        <p:spPr>
          <a:xfrm>
            <a:off x="1159764" y="33832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307"/>
          <p:cNvSpPr/>
          <p:nvPr/>
        </p:nvSpPr>
        <p:spPr>
          <a:xfrm>
            <a:off x="1159764" y="38404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308" descr="점 15개를 5개씩 3묶음으로 나눈 배열"/>
          <p:cNvSpPr/>
          <p:nvPr/>
        </p:nvSpPr>
        <p:spPr>
          <a:xfrm>
            <a:off x="1132332" y="2889504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hip309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6" name="S13-dot310"/>
          <p:cNvSpPr/>
          <p:nvPr/>
        </p:nvSpPr>
        <p:spPr>
          <a:xfrm>
            <a:off x="54955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11"/>
          <p:cNvSpPr/>
          <p:nvPr/>
        </p:nvSpPr>
        <p:spPr>
          <a:xfrm>
            <a:off x="59527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12"/>
          <p:cNvSpPr/>
          <p:nvPr/>
        </p:nvSpPr>
        <p:spPr>
          <a:xfrm>
            <a:off x="64099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13"/>
          <p:cNvSpPr/>
          <p:nvPr/>
        </p:nvSpPr>
        <p:spPr>
          <a:xfrm>
            <a:off x="54955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14"/>
          <p:cNvSpPr/>
          <p:nvPr/>
        </p:nvSpPr>
        <p:spPr>
          <a:xfrm>
            <a:off x="59527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15"/>
          <p:cNvSpPr/>
          <p:nvPr/>
        </p:nvSpPr>
        <p:spPr>
          <a:xfrm>
            <a:off x="64099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16"/>
          <p:cNvSpPr/>
          <p:nvPr/>
        </p:nvSpPr>
        <p:spPr>
          <a:xfrm>
            <a:off x="54955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17"/>
          <p:cNvSpPr/>
          <p:nvPr/>
        </p:nvSpPr>
        <p:spPr>
          <a:xfrm>
            <a:off x="59527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18"/>
          <p:cNvSpPr/>
          <p:nvPr/>
        </p:nvSpPr>
        <p:spPr>
          <a:xfrm>
            <a:off x="64099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19"/>
          <p:cNvSpPr/>
          <p:nvPr/>
        </p:nvSpPr>
        <p:spPr>
          <a:xfrm>
            <a:off x="54955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20"/>
          <p:cNvSpPr/>
          <p:nvPr/>
        </p:nvSpPr>
        <p:spPr>
          <a:xfrm>
            <a:off x="59527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21"/>
          <p:cNvSpPr/>
          <p:nvPr/>
        </p:nvSpPr>
        <p:spPr>
          <a:xfrm>
            <a:off x="64099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22"/>
          <p:cNvSpPr/>
          <p:nvPr/>
        </p:nvSpPr>
        <p:spPr>
          <a:xfrm>
            <a:off x="54955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23"/>
          <p:cNvSpPr/>
          <p:nvPr/>
        </p:nvSpPr>
        <p:spPr>
          <a:xfrm>
            <a:off x="59527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324"/>
          <p:cNvSpPr/>
          <p:nvPr/>
        </p:nvSpPr>
        <p:spPr>
          <a:xfrm>
            <a:off x="64099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group325"/>
          <p:cNvSpPr/>
          <p:nvPr/>
        </p:nvSpPr>
        <p:spPr>
          <a:xfrm>
            <a:off x="5436108" y="24688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13-group326"/>
          <p:cNvSpPr/>
          <p:nvPr/>
        </p:nvSpPr>
        <p:spPr>
          <a:xfrm>
            <a:off x="5436108" y="29260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13-group327"/>
          <p:cNvSpPr/>
          <p:nvPr/>
        </p:nvSpPr>
        <p:spPr>
          <a:xfrm>
            <a:off x="5436108" y="33832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13-group328"/>
          <p:cNvSpPr/>
          <p:nvPr/>
        </p:nvSpPr>
        <p:spPr>
          <a:xfrm>
            <a:off x="5436108" y="38404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13-group329"/>
          <p:cNvSpPr/>
          <p:nvPr/>
        </p:nvSpPr>
        <p:spPr>
          <a:xfrm>
            <a:off x="5436108" y="42976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13-figure330" descr="점 15개를 3개씩 5묶음으로 묶은 배열"/>
          <p:cNvSpPr/>
          <p:nvPr/>
        </p:nvSpPr>
        <p:spPr>
          <a:xfrm>
            <a:off x="5408676" y="2432304"/>
            <a:ext cx="13716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13-chip331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8" name="S13-dot332"/>
          <p:cNvSpPr/>
          <p:nvPr/>
        </p:nvSpPr>
        <p:spPr>
          <a:xfrm>
            <a:off x="90860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33"/>
          <p:cNvSpPr/>
          <p:nvPr/>
        </p:nvSpPr>
        <p:spPr>
          <a:xfrm>
            <a:off x="95432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34"/>
          <p:cNvSpPr/>
          <p:nvPr/>
        </p:nvSpPr>
        <p:spPr>
          <a:xfrm>
            <a:off x="100004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dot335"/>
          <p:cNvSpPr/>
          <p:nvPr/>
        </p:nvSpPr>
        <p:spPr>
          <a:xfrm>
            <a:off x="104576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dot336"/>
          <p:cNvSpPr/>
          <p:nvPr/>
        </p:nvSpPr>
        <p:spPr>
          <a:xfrm>
            <a:off x="90860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3-dot337"/>
          <p:cNvSpPr/>
          <p:nvPr/>
        </p:nvSpPr>
        <p:spPr>
          <a:xfrm>
            <a:off x="95432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3-dot338"/>
          <p:cNvSpPr/>
          <p:nvPr/>
        </p:nvSpPr>
        <p:spPr>
          <a:xfrm>
            <a:off x="100004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3-dot339"/>
          <p:cNvSpPr/>
          <p:nvPr/>
        </p:nvSpPr>
        <p:spPr>
          <a:xfrm>
            <a:off x="104576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3-dot340"/>
          <p:cNvSpPr/>
          <p:nvPr/>
        </p:nvSpPr>
        <p:spPr>
          <a:xfrm>
            <a:off x="90860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3-dot341"/>
          <p:cNvSpPr/>
          <p:nvPr/>
        </p:nvSpPr>
        <p:spPr>
          <a:xfrm>
            <a:off x="95432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3-dot342"/>
          <p:cNvSpPr/>
          <p:nvPr/>
        </p:nvSpPr>
        <p:spPr>
          <a:xfrm>
            <a:off x="100004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3-dot343"/>
          <p:cNvSpPr/>
          <p:nvPr/>
        </p:nvSpPr>
        <p:spPr>
          <a:xfrm>
            <a:off x="104576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13-group344"/>
          <p:cNvSpPr/>
          <p:nvPr/>
        </p:nvSpPr>
        <p:spPr>
          <a:xfrm>
            <a:off x="9026652" y="29260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13-group345"/>
          <p:cNvSpPr/>
          <p:nvPr/>
        </p:nvSpPr>
        <p:spPr>
          <a:xfrm>
            <a:off x="9026652" y="33832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13-group346"/>
          <p:cNvSpPr/>
          <p:nvPr/>
        </p:nvSpPr>
        <p:spPr>
          <a:xfrm>
            <a:off x="9026652" y="38404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3" name="S13-figure347" descr="점 12개를 4개씩 3묶음으로 묶은 배열"/>
          <p:cNvSpPr/>
          <p:nvPr/>
        </p:nvSpPr>
        <p:spPr>
          <a:xfrm>
            <a:off x="8999220" y="2889504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4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나누기도, 묶어 덜기도 나눗셈이에요.</a:t>
            </a:r>
            <a:endParaRPr lang="ko-KR" sz="3000" dirty="0"/>
          </a:p>
        </p:txBody>
      </p:sp>
      <p:sp>
        <p:nvSpPr>
          <p:cNvPr id="5" name="S14-chip35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곱셈식으로 나눗셈식 만들기</a:t>
            </a:r>
            <a:endParaRPr lang="ko-KR" sz="2400" dirty="0"/>
          </a:p>
        </p:txBody>
      </p:sp>
      <p:sp>
        <p:nvSpPr>
          <p:cNvPr id="6" name="S14-chip35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똑같지 않게 나누기</a:t>
            </a:r>
            <a:endParaRPr lang="ko-KR" sz="2400" dirty="0"/>
          </a:p>
        </p:txBody>
      </p:sp>
      <p:sp>
        <p:nvSpPr>
          <p:cNvPr id="7" name="S14-text35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35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÷ 5 = □</a:t>
            </a:r>
            <a:endParaRPr lang="ko-KR" sz="2800" dirty="0"/>
          </a:p>
        </p:txBody>
      </p:sp>
      <p:sp>
        <p:nvSpPr>
          <p:cNvPr id="9" name="S14-text35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× 6 = 24를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2개로</a:t>
            </a:r>
            <a:endParaRPr lang="ko-KR" sz="2400" dirty="0"/>
          </a:p>
        </p:txBody>
      </p:sp>
      <p:sp>
        <p:nvSpPr>
          <p:cNvPr id="10" name="S14-text35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14개를 7개씩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덜면 몇 번?</a:t>
            </a:r>
            <a:endParaRPr lang="ko-KR" sz="2400" dirty="0"/>
          </a:p>
        </p:txBody>
      </p:sp>
      <p:sp>
        <p:nvSpPr>
          <p:cNvPr id="11" name="S14-text35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곱셈구구로 몫 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수씩 묶기</a:t>
            </a:r>
            <a:endParaRPr lang="ko-KR" sz="4000" dirty="0"/>
          </a:p>
        </p:txBody>
      </p:sp>
      <p:sp>
        <p:nvSpPr>
          <p:cNvPr id="3" name="S15-text3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3개씩 묶어 세어요.</a:t>
            </a:r>
            <a:endParaRPr lang="ko-KR" sz="3000" dirty="0"/>
          </a:p>
        </p:txBody>
      </p:sp>
      <p:sp>
        <p:nvSpPr>
          <p:cNvPr id="4" name="S15-card358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59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4번 더한 것과 같아요.</a:t>
            </a:r>
            <a:endParaRPr lang="ko-KR" sz="3000" dirty="0"/>
          </a:p>
        </p:txBody>
      </p:sp>
      <p:sp>
        <p:nvSpPr>
          <p:cNvPr id="6" name="S15-dot360"/>
          <p:cNvSpPr/>
          <p:nvPr/>
        </p:nvSpPr>
        <p:spPr>
          <a:xfrm>
            <a:off x="239161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61"/>
          <p:cNvSpPr/>
          <p:nvPr/>
        </p:nvSpPr>
        <p:spPr>
          <a:xfrm>
            <a:off x="303169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62"/>
          <p:cNvSpPr/>
          <p:nvPr/>
        </p:nvSpPr>
        <p:spPr>
          <a:xfrm>
            <a:off x="367177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63"/>
          <p:cNvSpPr/>
          <p:nvPr/>
        </p:nvSpPr>
        <p:spPr>
          <a:xfrm>
            <a:off x="239161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64"/>
          <p:cNvSpPr/>
          <p:nvPr/>
        </p:nvSpPr>
        <p:spPr>
          <a:xfrm>
            <a:off x="303169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65"/>
          <p:cNvSpPr/>
          <p:nvPr/>
        </p:nvSpPr>
        <p:spPr>
          <a:xfrm>
            <a:off x="367177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66"/>
          <p:cNvSpPr/>
          <p:nvPr/>
        </p:nvSpPr>
        <p:spPr>
          <a:xfrm>
            <a:off x="239161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67"/>
          <p:cNvSpPr/>
          <p:nvPr/>
        </p:nvSpPr>
        <p:spPr>
          <a:xfrm>
            <a:off x="303169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68"/>
          <p:cNvSpPr/>
          <p:nvPr/>
        </p:nvSpPr>
        <p:spPr>
          <a:xfrm>
            <a:off x="367177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69"/>
          <p:cNvSpPr/>
          <p:nvPr/>
        </p:nvSpPr>
        <p:spPr>
          <a:xfrm>
            <a:off x="239161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370"/>
          <p:cNvSpPr/>
          <p:nvPr/>
        </p:nvSpPr>
        <p:spPr>
          <a:xfrm>
            <a:off x="303169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71"/>
          <p:cNvSpPr/>
          <p:nvPr/>
        </p:nvSpPr>
        <p:spPr>
          <a:xfrm>
            <a:off x="367177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group372"/>
          <p:cNvSpPr/>
          <p:nvPr/>
        </p:nvSpPr>
        <p:spPr>
          <a:xfrm>
            <a:off x="2297430" y="213588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group373"/>
          <p:cNvSpPr/>
          <p:nvPr/>
        </p:nvSpPr>
        <p:spPr>
          <a:xfrm>
            <a:off x="2297430" y="277596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15-group374"/>
          <p:cNvSpPr/>
          <p:nvPr/>
        </p:nvSpPr>
        <p:spPr>
          <a:xfrm>
            <a:off x="2297430" y="341604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375"/>
          <p:cNvSpPr/>
          <p:nvPr/>
        </p:nvSpPr>
        <p:spPr>
          <a:xfrm>
            <a:off x="2297430" y="405612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figure376" descr="점 12개를 3개씩 4묶음으로 묶은 배열"/>
          <p:cNvSpPr/>
          <p:nvPr/>
        </p:nvSpPr>
        <p:spPr>
          <a:xfrm>
            <a:off x="2269998" y="2099310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5-card377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378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000" dirty="0"/>
          </a:p>
        </p:txBody>
      </p:sp>
      <p:sp>
        <p:nvSpPr>
          <p:cNvPr id="25" name="S15-card379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380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나눗셈의 뜻</dc:title>
  <dc:subject>KR22-G03-MAT-DIVIDE-L01</dc:subject>
  <dc:creator>education-ppt</dc:creator>
  <cp:lastModifiedBy>education-ppt</cp:lastModifiedBy>
  <cp:revision>1</cp:revision>
  <dcterms:created xsi:type="dcterms:W3CDTF">2026-10-26T07:47:48Z</dcterms:created>
  <dcterms:modified xsi:type="dcterms:W3CDTF">2026-10-26T07:47:48Z</dcterms:modified>
</cp:coreProperties>
</file>