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8998829-6111-06c3-26c3-0a945f1163d5}">
          <p14:sldIdLst>
            <p14:sldId id="256"/>
            <p14:sldId id="257"/>
          </p14:sldIdLst>
        </p14:section>
        <p14:section name="개념" id="{9b271f6e-282a-8ff8-4c14-20c65688988a}">
          <p14:sldIdLst>
            <p14:sldId id="258"/>
            <p14:sldId id="259"/>
            <p14:sldId id="260"/>
            <p14:sldId id="261"/>
            <p14:sldId id="264"/>
          </p14:sldIdLst>
        </p14:section>
        <p14:section name="연습" id="{51105c95-9707-6bc5-d8e9-41a236c0dee6}">
          <p14:sldIdLst>
            <p14:sldId id="262"/>
            <p14:sldId id="263"/>
            <p14:sldId id="265"/>
          </p14:sldIdLst>
        </p14:section>
        <p14:section name="개념" id="{38d7290f-c5cb-7c99-c719-dbf8ac70cb20}">
          <p14:sldIdLst/>
        </p14:section>
        <p14:section name="연습" id="{647b95af-9683-879d-136e-d1614362671b}">
          <p14:sldIdLst/>
        </p14:section>
        <p14:section name="확인" id="{40a672ac-1afa-cf31-10e1-0839edb8c2f8}">
          <p14:sldIdLst>
            <p14:sldId id="266"/>
            <p14:sldId id="267"/>
          </p14:sldIdLst>
        </p14:section>
        <p14:section name="정리" id="{567edb8e-aa26-bfc0-1998-449043e25b48}">
          <p14:sldIdLst>
            <p14:sldId id="268"/>
          </p14:sldIdLst>
        </p14:section>
        <p14:section name="보충" id="{d9e25506-d4c4-f571-307b-3778fd3c437e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자연수계산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나눗셈의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나눗셈의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나눗셈의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나눗셈의 뜻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12개를 3명이 똑같이 나누면?</a:t>
            </a:r>
            <a:endParaRPr lang="ko-KR" sz="3000" dirty="0"/>
          </a:p>
        </p:txBody>
      </p:sp>
      <p:sp>
        <p:nvSpPr>
          <p:cNvPr id="4" name="S01-dot1"/>
          <p:cNvSpPr/>
          <p:nvPr/>
        </p:nvSpPr>
        <p:spPr>
          <a:xfrm>
            <a:off x="8105242" y="16587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8653882" y="16587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dot3"/>
          <p:cNvSpPr/>
          <p:nvPr/>
        </p:nvSpPr>
        <p:spPr>
          <a:xfrm>
            <a:off x="9202522" y="16587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9751162" y="16587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dot5"/>
          <p:cNvSpPr/>
          <p:nvPr/>
        </p:nvSpPr>
        <p:spPr>
          <a:xfrm>
            <a:off x="10299802" y="16587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10848442" y="16587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dot7"/>
          <p:cNvSpPr/>
          <p:nvPr/>
        </p:nvSpPr>
        <p:spPr>
          <a:xfrm>
            <a:off x="8105242" y="22073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8653882" y="22073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dot9"/>
          <p:cNvSpPr/>
          <p:nvPr/>
        </p:nvSpPr>
        <p:spPr>
          <a:xfrm>
            <a:off x="9202522" y="22073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1-dot10"/>
          <p:cNvSpPr/>
          <p:nvPr/>
        </p:nvSpPr>
        <p:spPr>
          <a:xfrm>
            <a:off x="9751162" y="22073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1-dot11"/>
          <p:cNvSpPr/>
          <p:nvPr/>
        </p:nvSpPr>
        <p:spPr>
          <a:xfrm>
            <a:off x="10299802" y="22073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1-dot12"/>
          <p:cNvSpPr/>
          <p:nvPr/>
        </p:nvSpPr>
        <p:spPr>
          <a:xfrm>
            <a:off x="10848442" y="22073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1-figure13" descr="점 12개를 2줄에 6개씩 놓은 배열"/>
          <p:cNvSpPr/>
          <p:nvPr/>
        </p:nvSpPr>
        <p:spPr>
          <a:xfrm>
            <a:off x="8001000" y="1554480"/>
            <a:ext cx="3291840" cy="1097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01-card14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8" name="S01-cardtext15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똑같이 나누기와 묶어 덜기를 나눗셈식으로 써요.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곱셈식을 나눗셈식으로 바꿔요.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chip1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17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= □</a:t>
            </a:r>
            <a:endParaRPr lang="ko-KR" sz="3400" dirty="0"/>
          </a:p>
        </p:txBody>
      </p:sp>
      <p:sp>
        <p:nvSpPr>
          <p:cNvPr id="5" name="S02-chip18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eqtext19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4 = □</a:t>
            </a:r>
            <a:endParaRPr lang="ko-KR" sz="3400" dirty="0"/>
          </a:p>
        </p:txBody>
      </p:sp>
      <p:sp>
        <p:nvSpPr>
          <p:cNvPr id="7" name="S02-chip20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21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12 − 3 − 3 − 3 − 3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나누기</a:t>
            </a:r>
            <a:endParaRPr lang="ko-KR" sz="4000" dirty="0"/>
          </a:p>
        </p:txBody>
      </p:sp>
      <p:sp>
        <p:nvSpPr>
          <p:cNvPr id="3" name="S03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12개를 3명에게 똑같이 나누어요.</a:t>
            </a:r>
            <a:endParaRPr lang="ko-KR" sz="3000" dirty="0"/>
          </a:p>
        </p:txBody>
      </p:sp>
      <p:sp>
        <p:nvSpPr>
          <p:cNvPr id="4" name="S03-card23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4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3 = 4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나누기 3은 4와 같아요.</a:t>
            </a:r>
            <a:endParaRPr lang="ko-KR" sz="3000" dirty="0"/>
          </a:p>
        </p:txBody>
      </p:sp>
      <p:sp>
        <p:nvSpPr>
          <p:cNvPr id="6" name="S03-dot25"/>
          <p:cNvSpPr/>
          <p:nvPr/>
        </p:nvSpPr>
        <p:spPr>
          <a:xfrm>
            <a:off x="1988820" y="248107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26"/>
          <p:cNvSpPr/>
          <p:nvPr/>
        </p:nvSpPr>
        <p:spPr>
          <a:xfrm>
            <a:off x="2674620" y="248107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dot27"/>
          <p:cNvSpPr/>
          <p:nvPr/>
        </p:nvSpPr>
        <p:spPr>
          <a:xfrm>
            <a:off x="3360420" y="248107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dot28"/>
          <p:cNvSpPr/>
          <p:nvPr/>
        </p:nvSpPr>
        <p:spPr>
          <a:xfrm>
            <a:off x="4046220" y="248107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dot29"/>
          <p:cNvSpPr/>
          <p:nvPr/>
        </p:nvSpPr>
        <p:spPr>
          <a:xfrm>
            <a:off x="1988820" y="316687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dot30"/>
          <p:cNvSpPr/>
          <p:nvPr/>
        </p:nvSpPr>
        <p:spPr>
          <a:xfrm>
            <a:off x="2674620" y="316687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dot31"/>
          <p:cNvSpPr/>
          <p:nvPr/>
        </p:nvSpPr>
        <p:spPr>
          <a:xfrm>
            <a:off x="3360420" y="316687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dot32"/>
          <p:cNvSpPr/>
          <p:nvPr/>
        </p:nvSpPr>
        <p:spPr>
          <a:xfrm>
            <a:off x="4046220" y="316687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dot33"/>
          <p:cNvSpPr/>
          <p:nvPr/>
        </p:nvSpPr>
        <p:spPr>
          <a:xfrm>
            <a:off x="1988820" y="385267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dot34"/>
          <p:cNvSpPr/>
          <p:nvPr/>
        </p:nvSpPr>
        <p:spPr>
          <a:xfrm>
            <a:off x="2674620" y="385267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dot35"/>
          <p:cNvSpPr/>
          <p:nvPr/>
        </p:nvSpPr>
        <p:spPr>
          <a:xfrm>
            <a:off x="3360420" y="385267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3-dot36"/>
          <p:cNvSpPr/>
          <p:nvPr/>
        </p:nvSpPr>
        <p:spPr>
          <a:xfrm>
            <a:off x="4046220" y="385267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group37"/>
          <p:cNvSpPr/>
          <p:nvPr/>
        </p:nvSpPr>
        <p:spPr>
          <a:xfrm>
            <a:off x="1885950" y="2387346"/>
            <a:ext cx="26883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3-group38"/>
          <p:cNvSpPr/>
          <p:nvPr/>
        </p:nvSpPr>
        <p:spPr>
          <a:xfrm>
            <a:off x="1885950" y="3073146"/>
            <a:ext cx="26883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3-group39"/>
          <p:cNvSpPr/>
          <p:nvPr/>
        </p:nvSpPr>
        <p:spPr>
          <a:xfrm>
            <a:off x="1885950" y="3758946"/>
            <a:ext cx="26883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3-figure40" descr="점 12개를 4개씩 3줄로 나눈 배열, 줄마다 묶음 표시(한 줄이 한 명의 몫)"/>
          <p:cNvSpPr/>
          <p:nvPr/>
        </p:nvSpPr>
        <p:spPr>
          <a:xfrm>
            <a:off x="1858518" y="2350770"/>
            <a:ext cx="27432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3-card41"/>
          <p:cNvSpPr/>
          <p:nvPr/>
        </p:nvSpPr>
        <p:spPr>
          <a:xfrm>
            <a:off x="6277356" y="239649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3" name="S03-cardtext42"/>
          <p:cNvSpPr txBox="1"/>
          <p:nvPr/>
        </p:nvSpPr>
        <p:spPr>
          <a:xfrm>
            <a:off x="6551676" y="253365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차례로 놓아요.</a:t>
            </a:r>
            <a:endParaRPr lang="ko-KR" sz="3000" dirty="0"/>
          </a:p>
        </p:txBody>
      </p:sp>
      <p:sp>
        <p:nvSpPr>
          <p:cNvPr id="24" name="S03-card43"/>
          <p:cNvSpPr/>
          <p:nvPr/>
        </p:nvSpPr>
        <p:spPr>
          <a:xfrm>
            <a:off x="6277356" y="349377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5" name="S03-cardtext44"/>
          <p:cNvSpPr txBox="1"/>
          <p:nvPr/>
        </p:nvSpPr>
        <p:spPr>
          <a:xfrm>
            <a:off x="6551676" y="363093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명에 4개씩이에요.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나눗셈식과 몫</a:t>
            </a:r>
            <a:endParaRPr lang="ko-KR" sz="4000" dirty="0"/>
          </a:p>
        </p:txBody>
      </p:sp>
      <p:sp>
        <p:nvSpPr>
          <p:cNvPr id="3" name="S04-text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나눗셈식의 수에는 이름이 있어요.</a:t>
            </a:r>
            <a:endParaRPr lang="ko-KR" sz="3000" dirty="0"/>
          </a:p>
        </p:txBody>
      </p:sp>
      <p:sp>
        <p:nvSpPr>
          <p:cNvPr id="4" name="S04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4는 12를 3으로 나눈 몫이에요.</a:t>
            </a:r>
            <a:endParaRPr lang="ko-KR" sz="3000" dirty="0"/>
          </a:p>
        </p:txBody>
      </p:sp>
      <p:sp>
        <p:nvSpPr>
          <p:cNvPr id="6" name="S04-card48"/>
          <p:cNvSpPr/>
          <p:nvPr/>
        </p:nvSpPr>
        <p:spPr>
          <a:xfrm>
            <a:off x="548640" y="387858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49"/>
          <p:cNvSpPr txBox="1"/>
          <p:nvPr/>
        </p:nvSpPr>
        <p:spPr>
          <a:xfrm>
            <a:off x="822960" y="401574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나누어지는 수</a:t>
            </a:r>
            <a:endParaRPr lang="ko-KR" sz="3000" dirty="0"/>
          </a:p>
        </p:txBody>
      </p:sp>
      <p:sp>
        <p:nvSpPr>
          <p:cNvPr id="8" name="S04-card50"/>
          <p:cNvSpPr/>
          <p:nvPr/>
        </p:nvSpPr>
        <p:spPr>
          <a:xfrm>
            <a:off x="4322064" y="387858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4-cardtext51"/>
          <p:cNvSpPr txBox="1"/>
          <p:nvPr/>
        </p:nvSpPr>
        <p:spPr>
          <a:xfrm>
            <a:off x="4596384" y="401574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수</a:t>
            </a:r>
            <a:endParaRPr lang="ko-KR" sz="3000" dirty="0"/>
          </a:p>
        </p:txBody>
      </p:sp>
      <p:sp>
        <p:nvSpPr>
          <p:cNvPr id="10" name="S04-card52"/>
          <p:cNvSpPr/>
          <p:nvPr/>
        </p:nvSpPr>
        <p:spPr>
          <a:xfrm>
            <a:off x="8095488" y="387858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53"/>
          <p:cNvSpPr txBox="1"/>
          <p:nvPr/>
        </p:nvSpPr>
        <p:spPr>
          <a:xfrm>
            <a:off x="8369808" y="401574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</a:t>
            </a:r>
            <a:endParaRPr lang="ko-KR" sz="3000" dirty="0"/>
          </a:p>
        </p:txBody>
      </p:sp>
      <p:sp>
        <p:nvSpPr>
          <p:cNvPr id="12" name="S04-eqtext54"/>
          <p:cNvSpPr txBox="1"/>
          <p:nvPr/>
        </p:nvSpPr>
        <p:spPr>
          <a:xfrm>
            <a:off x="548640" y="2011680"/>
            <a:ext cx="11091672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3 = 4</a:t>
            </a:r>
            <a:endParaRPr lang="ko-KR" sz="6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묶어 덜기</a:t>
            </a:r>
            <a:endParaRPr lang="ko-KR" sz="4000" dirty="0"/>
          </a:p>
        </p:txBody>
      </p:sp>
      <p:sp>
        <p:nvSpPr>
          <p:cNvPr id="3" name="S05-text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12개를 한 봉지에 3개씩 담아요.</a:t>
            </a:r>
            <a:endParaRPr lang="ko-KR" sz="3000" dirty="0"/>
          </a:p>
        </p:txBody>
      </p:sp>
      <p:sp>
        <p:nvSpPr>
          <p:cNvPr id="4" name="S05-card56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57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3 = 4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3씩 4번 덜어 내면 0이 돼요.</a:t>
            </a:r>
            <a:endParaRPr lang="ko-KR" sz="3000" dirty="0"/>
          </a:p>
        </p:txBody>
      </p:sp>
      <p:sp>
        <p:nvSpPr>
          <p:cNvPr id="6" name="S05-dot58"/>
          <p:cNvSpPr/>
          <p:nvPr/>
        </p:nvSpPr>
        <p:spPr>
          <a:xfrm>
            <a:off x="2582723" y="222686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5-line59"/>
          <p:cNvSpPr/>
          <p:nvPr/>
        </p:nvSpPr>
        <p:spPr>
          <a:xfrm>
            <a:off x="2545306" y="218945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8" name="S05-line60"/>
          <p:cNvSpPr/>
          <p:nvPr/>
        </p:nvSpPr>
        <p:spPr>
          <a:xfrm flipV="1">
            <a:off x="2545306" y="218945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9" name="S05-dot61"/>
          <p:cNvSpPr/>
          <p:nvPr/>
        </p:nvSpPr>
        <p:spPr>
          <a:xfrm>
            <a:off x="3085643" y="222686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5-line62"/>
          <p:cNvSpPr/>
          <p:nvPr/>
        </p:nvSpPr>
        <p:spPr>
          <a:xfrm>
            <a:off x="3048226" y="218945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1" name="S05-line63"/>
          <p:cNvSpPr/>
          <p:nvPr/>
        </p:nvSpPr>
        <p:spPr>
          <a:xfrm flipV="1">
            <a:off x="3048226" y="218945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2" name="S05-dot64"/>
          <p:cNvSpPr/>
          <p:nvPr/>
        </p:nvSpPr>
        <p:spPr>
          <a:xfrm>
            <a:off x="3588563" y="222686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5-line65"/>
          <p:cNvSpPr/>
          <p:nvPr/>
        </p:nvSpPr>
        <p:spPr>
          <a:xfrm>
            <a:off x="3551146" y="218945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4" name="S05-line66"/>
          <p:cNvSpPr/>
          <p:nvPr/>
        </p:nvSpPr>
        <p:spPr>
          <a:xfrm flipV="1">
            <a:off x="3551146" y="218945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5" name="S05-dot67"/>
          <p:cNvSpPr/>
          <p:nvPr/>
        </p:nvSpPr>
        <p:spPr>
          <a:xfrm>
            <a:off x="2582723" y="272978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5-line68"/>
          <p:cNvSpPr/>
          <p:nvPr/>
        </p:nvSpPr>
        <p:spPr>
          <a:xfrm>
            <a:off x="2545306" y="269237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7" name="S05-line69"/>
          <p:cNvSpPr/>
          <p:nvPr/>
        </p:nvSpPr>
        <p:spPr>
          <a:xfrm flipV="1">
            <a:off x="2545306" y="269237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8" name="S05-dot70"/>
          <p:cNvSpPr/>
          <p:nvPr/>
        </p:nvSpPr>
        <p:spPr>
          <a:xfrm>
            <a:off x="3085643" y="272978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5-line71"/>
          <p:cNvSpPr/>
          <p:nvPr/>
        </p:nvSpPr>
        <p:spPr>
          <a:xfrm>
            <a:off x="3048226" y="269237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0" name="S05-line72"/>
          <p:cNvSpPr/>
          <p:nvPr/>
        </p:nvSpPr>
        <p:spPr>
          <a:xfrm flipV="1">
            <a:off x="3048226" y="269237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1" name="S05-dot73"/>
          <p:cNvSpPr/>
          <p:nvPr/>
        </p:nvSpPr>
        <p:spPr>
          <a:xfrm>
            <a:off x="3588563" y="272978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5-line74"/>
          <p:cNvSpPr/>
          <p:nvPr/>
        </p:nvSpPr>
        <p:spPr>
          <a:xfrm>
            <a:off x="3551146" y="269237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3" name="S05-line75"/>
          <p:cNvSpPr/>
          <p:nvPr/>
        </p:nvSpPr>
        <p:spPr>
          <a:xfrm flipV="1">
            <a:off x="3551146" y="269237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4" name="S05-dot76"/>
          <p:cNvSpPr/>
          <p:nvPr/>
        </p:nvSpPr>
        <p:spPr>
          <a:xfrm>
            <a:off x="2582723" y="323270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5-line77"/>
          <p:cNvSpPr/>
          <p:nvPr/>
        </p:nvSpPr>
        <p:spPr>
          <a:xfrm>
            <a:off x="2545306" y="319529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6" name="S05-line78"/>
          <p:cNvSpPr/>
          <p:nvPr/>
        </p:nvSpPr>
        <p:spPr>
          <a:xfrm flipV="1">
            <a:off x="2545306" y="319529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7" name="S05-dot79"/>
          <p:cNvSpPr/>
          <p:nvPr/>
        </p:nvSpPr>
        <p:spPr>
          <a:xfrm>
            <a:off x="3085643" y="323270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5-line80"/>
          <p:cNvSpPr/>
          <p:nvPr/>
        </p:nvSpPr>
        <p:spPr>
          <a:xfrm>
            <a:off x="3048226" y="319529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9" name="S05-line81"/>
          <p:cNvSpPr/>
          <p:nvPr/>
        </p:nvSpPr>
        <p:spPr>
          <a:xfrm flipV="1">
            <a:off x="3048226" y="319529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0" name="S05-dot82"/>
          <p:cNvSpPr/>
          <p:nvPr/>
        </p:nvSpPr>
        <p:spPr>
          <a:xfrm>
            <a:off x="3588563" y="323270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5-line83"/>
          <p:cNvSpPr/>
          <p:nvPr/>
        </p:nvSpPr>
        <p:spPr>
          <a:xfrm>
            <a:off x="3551146" y="319529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2" name="S05-line84"/>
          <p:cNvSpPr/>
          <p:nvPr/>
        </p:nvSpPr>
        <p:spPr>
          <a:xfrm flipV="1">
            <a:off x="3551146" y="319529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3" name="S05-dot85"/>
          <p:cNvSpPr/>
          <p:nvPr/>
        </p:nvSpPr>
        <p:spPr>
          <a:xfrm>
            <a:off x="2582723" y="373562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5-line86"/>
          <p:cNvSpPr/>
          <p:nvPr/>
        </p:nvSpPr>
        <p:spPr>
          <a:xfrm>
            <a:off x="2545306" y="369821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5" name="S05-line87"/>
          <p:cNvSpPr/>
          <p:nvPr/>
        </p:nvSpPr>
        <p:spPr>
          <a:xfrm flipV="1">
            <a:off x="2545306" y="369821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6" name="S05-dot88"/>
          <p:cNvSpPr/>
          <p:nvPr/>
        </p:nvSpPr>
        <p:spPr>
          <a:xfrm>
            <a:off x="3085643" y="373562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5-line89"/>
          <p:cNvSpPr/>
          <p:nvPr/>
        </p:nvSpPr>
        <p:spPr>
          <a:xfrm>
            <a:off x="3048226" y="369821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8" name="S05-line90"/>
          <p:cNvSpPr/>
          <p:nvPr/>
        </p:nvSpPr>
        <p:spPr>
          <a:xfrm flipV="1">
            <a:off x="3048226" y="369821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9" name="S05-dot91"/>
          <p:cNvSpPr/>
          <p:nvPr/>
        </p:nvSpPr>
        <p:spPr>
          <a:xfrm>
            <a:off x="3588563" y="373562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05-line92"/>
          <p:cNvSpPr/>
          <p:nvPr/>
        </p:nvSpPr>
        <p:spPr>
          <a:xfrm>
            <a:off x="3551146" y="369821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41" name="S05-line93"/>
          <p:cNvSpPr/>
          <p:nvPr/>
        </p:nvSpPr>
        <p:spPr>
          <a:xfrm flipV="1">
            <a:off x="3551146" y="3698212"/>
            <a:ext cx="386645" cy="38664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42" name="S05-group94"/>
          <p:cNvSpPr/>
          <p:nvPr/>
        </p:nvSpPr>
        <p:spPr>
          <a:xfrm>
            <a:off x="2514600" y="2167890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3" name="S05-group95"/>
          <p:cNvSpPr/>
          <p:nvPr/>
        </p:nvSpPr>
        <p:spPr>
          <a:xfrm>
            <a:off x="2514600" y="2670810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4" name="S05-group96"/>
          <p:cNvSpPr/>
          <p:nvPr/>
        </p:nvSpPr>
        <p:spPr>
          <a:xfrm>
            <a:off x="2514600" y="3173730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5" name="S05-group97"/>
          <p:cNvSpPr/>
          <p:nvPr/>
        </p:nvSpPr>
        <p:spPr>
          <a:xfrm>
            <a:off x="2514600" y="3676650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6" name="S05-figure98" descr="점 12개를 3개씩 4묶음으로 묶고 모두 × 표시(덜어 냄)"/>
          <p:cNvSpPr/>
          <p:nvPr/>
        </p:nvSpPr>
        <p:spPr>
          <a:xfrm>
            <a:off x="2487168" y="2131314"/>
            <a:ext cx="150876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05-label99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3개씩 4번 덜었어요</a:t>
            </a:r>
            <a:endParaRPr lang="ko-KR" sz="2400" dirty="0"/>
          </a:p>
        </p:txBody>
      </p:sp>
      <p:sp>
        <p:nvSpPr>
          <p:cNvPr id="48" name="S05-line100"/>
          <p:cNvSpPr/>
          <p:nvPr/>
        </p:nvSpPr>
        <p:spPr>
          <a:xfrm>
            <a:off x="6391656" y="3407268"/>
            <a:ext cx="511149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49" name="S05-line101"/>
          <p:cNvSpPr/>
          <p:nvPr/>
        </p:nvSpPr>
        <p:spPr>
          <a:xfrm>
            <a:off x="6665976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05-label102"/>
          <p:cNvSpPr txBox="1"/>
          <p:nvPr/>
        </p:nvSpPr>
        <p:spPr>
          <a:xfrm>
            <a:off x="6208776" y="3590148"/>
            <a:ext cx="9144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7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700" dirty="0"/>
          </a:p>
        </p:txBody>
      </p:sp>
      <p:sp>
        <p:nvSpPr>
          <p:cNvPr id="51" name="S05-line103"/>
          <p:cNvSpPr/>
          <p:nvPr/>
        </p:nvSpPr>
        <p:spPr>
          <a:xfrm>
            <a:off x="7046214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2" name="S05-line104"/>
          <p:cNvSpPr/>
          <p:nvPr/>
        </p:nvSpPr>
        <p:spPr>
          <a:xfrm>
            <a:off x="7426452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3" name="S05-line105"/>
          <p:cNvSpPr/>
          <p:nvPr/>
        </p:nvSpPr>
        <p:spPr>
          <a:xfrm>
            <a:off x="7806690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4" name="S05-label106"/>
          <p:cNvSpPr txBox="1"/>
          <p:nvPr/>
        </p:nvSpPr>
        <p:spPr>
          <a:xfrm>
            <a:off x="7349490" y="3590148"/>
            <a:ext cx="9144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7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700" dirty="0"/>
          </a:p>
        </p:txBody>
      </p:sp>
      <p:sp>
        <p:nvSpPr>
          <p:cNvPr id="55" name="S05-line107"/>
          <p:cNvSpPr/>
          <p:nvPr/>
        </p:nvSpPr>
        <p:spPr>
          <a:xfrm>
            <a:off x="8186928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6" name="S05-line108"/>
          <p:cNvSpPr/>
          <p:nvPr/>
        </p:nvSpPr>
        <p:spPr>
          <a:xfrm>
            <a:off x="8567166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7" name="S05-line109"/>
          <p:cNvSpPr/>
          <p:nvPr/>
        </p:nvSpPr>
        <p:spPr>
          <a:xfrm>
            <a:off x="8947404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8" name="S05-label110"/>
          <p:cNvSpPr txBox="1"/>
          <p:nvPr/>
        </p:nvSpPr>
        <p:spPr>
          <a:xfrm>
            <a:off x="8490204" y="3590148"/>
            <a:ext cx="9144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7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700" dirty="0"/>
          </a:p>
        </p:txBody>
      </p:sp>
      <p:sp>
        <p:nvSpPr>
          <p:cNvPr id="59" name="S05-line111"/>
          <p:cNvSpPr/>
          <p:nvPr/>
        </p:nvSpPr>
        <p:spPr>
          <a:xfrm>
            <a:off x="9327642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0" name="S05-line112"/>
          <p:cNvSpPr/>
          <p:nvPr/>
        </p:nvSpPr>
        <p:spPr>
          <a:xfrm>
            <a:off x="9707880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1" name="S05-line113"/>
          <p:cNvSpPr/>
          <p:nvPr/>
        </p:nvSpPr>
        <p:spPr>
          <a:xfrm>
            <a:off x="10088118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2" name="S05-label114"/>
          <p:cNvSpPr txBox="1"/>
          <p:nvPr/>
        </p:nvSpPr>
        <p:spPr>
          <a:xfrm>
            <a:off x="9630918" y="3590148"/>
            <a:ext cx="9144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7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700" dirty="0"/>
          </a:p>
        </p:txBody>
      </p:sp>
      <p:sp>
        <p:nvSpPr>
          <p:cNvPr id="63" name="S05-line115"/>
          <p:cNvSpPr/>
          <p:nvPr/>
        </p:nvSpPr>
        <p:spPr>
          <a:xfrm>
            <a:off x="10468356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4" name="S05-line116"/>
          <p:cNvSpPr/>
          <p:nvPr/>
        </p:nvSpPr>
        <p:spPr>
          <a:xfrm>
            <a:off x="10848594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5" name="S05-line117"/>
          <p:cNvSpPr/>
          <p:nvPr/>
        </p:nvSpPr>
        <p:spPr>
          <a:xfrm>
            <a:off x="11228832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6" name="S05-label118"/>
          <p:cNvSpPr txBox="1"/>
          <p:nvPr/>
        </p:nvSpPr>
        <p:spPr>
          <a:xfrm>
            <a:off x="10771632" y="3590148"/>
            <a:ext cx="9144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7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700" dirty="0"/>
          </a:p>
        </p:txBody>
      </p:sp>
      <p:sp>
        <p:nvSpPr>
          <p:cNvPr id="67" name="S05-line119"/>
          <p:cNvSpPr/>
          <p:nvPr/>
        </p:nvSpPr>
        <p:spPr>
          <a:xfrm flipV="1">
            <a:off x="11228832" y="302322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8" name="S05-line120"/>
          <p:cNvSpPr/>
          <p:nvPr/>
        </p:nvSpPr>
        <p:spPr>
          <a:xfrm flipH="1">
            <a:off x="10088118" y="3023220"/>
            <a:ext cx="114071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9" name="S05-label121"/>
          <p:cNvSpPr txBox="1"/>
          <p:nvPr/>
        </p:nvSpPr>
        <p:spPr>
          <a:xfrm>
            <a:off x="10088118" y="2724262"/>
            <a:ext cx="1140714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7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−3</a:t>
            </a:r>
            <a:endParaRPr lang="ko-KR" sz="1700" dirty="0"/>
          </a:p>
        </p:txBody>
      </p:sp>
      <p:sp>
        <p:nvSpPr>
          <p:cNvPr id="70" name="S05-line122"/>
          <p:cNvSpPr/>
          <p:nvPr/>
        </p:nvSpPr>
        <p:spPr>
          <a:xfrm flipV="1">
            <a:off x="10088118" y="302322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71" name="S05-line123"/>
          <p:cNvSpPr/>
          <p:nvPr/>
        </p:nvSpPr>
        <p:spPr>
          <a:xfrm flipH="1">
            <a:off x="8947404" y="3023220"/>
            <a:ext cx="114071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72" name="S05-label124"/>
          <p:cNvSpPr txBox="1"/>
          <p:nvPr/>
        </p:nvSpPr>
        <p:spPr>
          <a:xfrm>
            <a:off x="8947404" y="2724262"/>
            <a:ext cx="1140714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7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−3</a:t>
            </a:r>
            <a:endParaRPr lang="ko-KR" sz="1700" dirty="0"/>
          </a:p>
        </p:txBody>
      </p:sp>
      <p:sp>
        <p:nvSpPr>
          <p:cNvPr id="73" name="S05-line125"/>
          <p:cNvSpPr/>
          <p:nvPr/>
        </p:nvSpPr>
        <p:spPr>
          <a:xfrm flipV="1">
            <a:off x="8947404" y="302322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74" name="S05-line126"/>
          <p:cNvSpPr/>
          <p:nvPr/>
        </p:nvSpPr>
        <p:spPr>
          <a:xfrm flipH="1">
            <a:off x="7806690" y="3023220"/>
            <a:ext cx="114071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75" name="S05-label127"/>
          <p:cNvSpPr txBox="1"/>
          <p:nvPr/>
        </p:nvSpPr>
        <p:spPr>
          <a:xfrm>
            <a:off x="7806690" y="2724262"/>
            <a:ext cx="1140714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7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−3</a:t>
            </a:r>
            <a:endParaRPr lang="ko-KR" sz="1700" dirty="0"/>
          </a:p>
        </p:txBody>
      </p:sp>
      <p:sp>
        <p:nvSpPr>
          <p:cNvPr id="76" name="S05-line128"/>
          <p:cNvSpPr/>
          <p:nvPr/>
        </p:nvSpPr>
        <p:spPr>
          <a:xfrm flipV="1">
            <a:off x="7806690" y="302322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77" name="S05-line129"/>
          <p:cNvSpPr/>
          <p:nvPr/>
        </p:nvSpPr>
        <p:spPr>
          <a:xfrm flipH="1">
            <a:off x="6665976" y="3023220"/>
            <a:ext cx="114071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78" name="S05-label130"/>
          <p:cNvSpPr txBox="1"/>
          <p:nvPr/>
        </p:nvSpPr>
        <p:spPr>
          <a:xfrm>
            <a:off x="6665976" y="2724262"/>
            <a:ext cx="1140714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7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−3</a:t>
            </a:r>
            <a:endParaRPr lang="ko-KR" sz="1700" dirty="0"/>
          </a:p>
        </p:txBody>
      </p:sp>
      <p:sp>
        <p:nvSpPr>
          <p:cNvPr id="79" name="S05-figure131" descr="0부터 12까지 수직선에서 12, 9, 6, 3, 0으로 3씩 네 번 거꾸로 뛰는 화살표"/>
          <p:cNvSpPr/>
          <p:nvPr/>
        </p:nvSpPr>
        <p:spPr>
          <a:xfrm>
            <a:off x="6391656" y="3224388"/>
            <a:ext cx="511149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05-label132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12에서 3씩 4번 뛰면 0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나눗셈</a:t>
            </a:r>
            <a:endParaRPr lang="ko-KR" sz="4000" dirty="0"/>
          </a:p>
        </p:txBody>
      </p:sp>
      <p:sp>
        <p:nvSpPr>
          <p:cNvPr id="3" name="S06-card1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1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12 ÷ 3 = 4예요. 4는 각각 무엇일까요?</a:t>
            </a:r>
            <a:endParaRPr lang="ko-KR" sz="3000" dirty="0"/>
          </a:p>
        </p:txBody>
      </p:sp>
      <p:sp>
        <p:nvSpPr>
          <p:cNvPr id="5" name="S06-chip135"/>
          <p:cNvSpPr txBox="1"/>
          <p:nvPr/>
        </p:nvSpPr>
        <p:spPr>
          <a:xfrm>
            <a:off x="548640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나누기</a:t>
            </a:r>
            <a:endParaRPr lang="ko-KR" sz="2400" dirty="0"/>
          </a:p>
        </p:txBody>
      </p:sp>
      <p:sp>
        <p:nvSpPr>
          <p:cNvPr id="6" name="S06-dot136"/>
          <p:cNvSpPr/>
          <p:nvPr/>
        </p:nvSpPr>
        <p:spPr>
          <a:xfrm>
            <a:off x="2402586" y="27584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6-dot137"/>
          <p:cNvSpPr/>
          <p:nvPr/>
        </p:nvSpPr>
        <p:spPr>
          <a:xfrm>
            <a:off x="2859786" y="27584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6-dot138"/>
          <p:cNvSpPr/>
          <p:nvPr/>
        </p:nvSpPr>
        <p:spPr>
          <a:xfrm>
            <a:off x="3316986" y="27584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dot139"/>
          <p:cNvSpPr/>
          <p:nvPr/>
        </p:nvSpPr>
        <p:spPr>
          <a:xfrm>
            <a:off x="3774186" y="27584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dot140"/>
          <p:cNvSpPr/>
          <p:nvPr/>
        </p:nvSpPr>
        <p:spPr>
          <a:xfrm>
            <a:off x="2402586" y="32156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6-dot141"/>
          <p:cNvSpPr/>
          <p:nvPr/>
        </p:nvSpPr>
        <p:spPr>
          <a:xfrm>
            <a:off x="2859786" y="32156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6-dot142"/>
          <p:cNvSpPr/>
          <p:nvPr/>
        </p:nvSpPr>
        <p:spPr>
          <a:xfrm>
            <a:off x="3316986" y="32156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6-dot143"/>
          <p:cNvSpPr/>
          <p:nvPr/>
        </p:nvSpPr>
        <p:spPr>
          <a:xfrm>
            <a:off x="3774186" y="32156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6-dot144"/>
          <p:cNvSpPr/>
          <p:nvPr/>
        </p:nvSpPr>
        <p:spPr>
          <a:xfrm>
            <a:off x="2402586" y="36728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dot145"/>
          <p:cNvSpPr/>
          <p:nvPr/>
        </p:nvSpPr>
        <p:spPr>
          <a:xfrm>
            <a:off x="2859786" y="36728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dot146"/>
          <p:cNvSpPr/>
          <p:nvPr/>
        </p:nvSpPr>
        <p:spPr>
          <a:xfrm>
            <a:off x="3316986" y="36728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6-dot147"/>
          <p:cNvSpPr/>
          <p:nvPr/>
        </p:nvSpPr>
        <p:spPr>
          <a:xfrm>
            <a:off x="3774186" y="36728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6-group148"/>
          <p:cNvSpPr/>
          <p:nvPr/>
        </p:nvSpPr>
        <p:spPr>
          <a:xfrm>
            <a:off x="2343150" y="2708148"/>
            <a:ext cx="17739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6-group149"/>
          <p:cNvSpPr/>
          <p:nvPr/>
        </p:nvSpPr>
        <p:spPr>
          <a:xfrm>
            <a:off x="2343150" y="3165348"/>
            <a:ext cx="17739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6-group150"/>
          <p:cNvSpPr/>
          <p:nvPr/>
        </p:nvSpPr>
        <p:spPr>
          <a:xfrm>
            <a:off x="2343150" y="3622548"/>
            <a:ext cx="17739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6-figure151" descr="점 12개를 4개씩 3줄로 나눈 배열(3명에게 똑같이)"/>
          <p:cNvSpPr/>
          <p:nvPr/>
        </p:nvSpPr>
        <p:spPr>
          <a:xfrm>
            <a:off x="2315718" y="2671572"/>
            <a:ext cx="18288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6-text152"/>
          <p:cNvSpPr txBox="1"/>
          <p:nvPr/>
        </p:nvSpPr>
        <p:spPr>
          <a:xfrm>
            <a:off x="548640" y="4657344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3명에게 → 한 명에 4개</a:t>
            </a:r>
            <a:endParaRPr lang="ko-KR" sz="2400" dirty="0"/>
          </a:p>
        </p:txBody>
      </p:sp>
      <p:sp>
        <p:nvSpPr>
          <p:cNvPr id="23" name="S06-chip153"/>
          <p:cNvSpPr txBox="1"/>
          <p:nvPr/>
        </p:nvSpPr>
        <p:spPr>
          <a:xfrm>
            <a:off x="6277356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묶어 덜기</a:t>
            </a:r>
            <a:endParaRPr lang="ko-KR" sz="2400" dirty="0"/>
          </a:p>
        </p:txBody>
      </p:sp>
      <p:sp>
        <p:nvSpPr>
          <p:cNvPr id="24" name="S06-dot154"/>
          <p:cNvSpPr/>
          <p:nvPr/>
        </p:nvSpPr>
        <p:spPr>
          <a:xfrm>
            <a:off x="8359902" y="25298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6-dot155"/>
          <p:cNvSpPr/>
          <p:nvPr/>
        </p:nvSpPr>
        <p:spPr>
          <a:xfrm>
            <a:off x="8817102" y="25298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6-dot156"/>
          <p:cNvSpPr/>
          <p:nvPr/>
        </p:nvSpPr>
        <p:spPr>
          <a:xfrm>
            <a:off x="9274302" y="25298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6-dot157"/>
          <p:cNvSpPr/>
          <p:nvPr/>
        </p:nvSpPr>
        <p:spPr>
          <a:xfrm>
            <a:off x="8359902" y="29870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6-dot158"/>
          <p:cNvSpPr/>
          <p:nvPr/>
        </p:nvSpPr>
        <p:spPr>
          <a:xfrm>
            <a:off x="8817102" y="29870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6-dot159"/>
          <p:cNvSpPr/>
          <p:nvPr/>
        </p:nvSpPr>
        <p:spPr>
          <a:xfrm>
            <a:off x="9274302" y="29870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6-dot160"/>
          <p:cNvSpPr/>
          <p:nvPr/>
        </p:nvSpPr>
        <p:spPr>
          <a:xfrm>
            <a:off x="8359902" y="34442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6-dot161"/>
          <p:cNvSpPr/>
          <p:nvPr/>
        </p:nvSpPr>
        <p:spPr>
          <a:xfrm>
            <a:off x="8817102" y="34442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6-dot162"/>
          <p:cNvSpPr/>
          <p:nvPr/>
        </p:nvSpPr>
        <p:spPr>
          <a:xfrm>
            <a:off x="9274302" y="34442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6-dot163"/>
          <p:cNvSpPr/>
          <p:nvPr/>
        </p:nvSpPr>
        <p:spPr>
          <a:xfrm>
            <a:off x="8359902" y="39014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6-dot164"/>
          <p:cNvSpPr/>
          <p:nvPr/>
        </p:nvSpPr>
        <p:spPr>
          <a:xfrm>
            <a:off x="8817102" y="39014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6-dot165"/>
          <p:cNvSpPr/>
          <p:nvPr/>
        </p:nvSpPr>
        <p:spPr>
          <a:xfrm>
            <a:off x="9274302" y="3901440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6-group166"/>
          <p:cNvSpPr/>
          <p:nvPr/>
        </p:nvSpPr>
        <p:spPr>
          <a:xfrm>
            <a:off x="8300466" y="2479548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7" name="S06-group167"/>
          <p:cNvSpPr/>
          <p:nvPr/>
        </p:nvSpPr>
        <p:spPr>
          <a:xfrm>
            <a:off x="8300466" y="2936748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8" name="S06-group168"/>
          <p:cNvSpPr/>
          <p:nvPr/>
        </p:nvSpPr>
        <p:spPr>
          <a:xfrm>
            <a:off x="8300466" y="3393948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9" name="S06-group169"/>
          <p:cNvSpPr/>
          <p:nvPr/>
        </p:nvSpPr>
        <p:spPr>
          <a:xfrm>
            <a:off x="8300466" y="3851148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0" name="S06-figure170" descr="점 12개를 3개씩 4묶음으로 묶은 배열"/>
          <p:cNvSpPr/>
          <p:nvPr/>
        </p:nvSpPr>
        <p:spPr>
          <a:xfrm>
            <a:off x="8273034" y="2442972"/>
            <a:ext cx="13716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06-text171"/>
          <p:cNvSpPr txBox="1"/>
          <p:nvPr/>
        </p:nvSpPr>
        <p:spPr>
          <a:xfrm>
            <a:off x="6277356" y="4657344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3개씩 → 4묶음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나눗셈식으로 써요</a:t>
            </a:r>
            <a:endParaRPr lang="ko-KR" sz="4000" dirty="0"/>
          </a:p>
        </p:txBody>
      </p:sp>
      <p:sp>
        <p:nvSpPr>
          <p:cNvPr id="3" name="S07-text1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바둑돌로 해 보고, 나눗셈식을 써요.</a:t>
            </a:r>
            <a:endParaRPr lang="ko-KR" sz="3000" dirty="0"/>
          </a:p>
        </p:txBody>
      </p:sp>
      <p:sp>
        <p:nvSpPr>
          <p:cNvPr id="4" name="S07-card1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1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모두의 수를 식의 맨 앞에 써요.</a:t>
            </a:r>
            <a:endParaRPr lang="ko-KR" sz="3000" dirty="0"/>
          </a:p>
        </p:txBody>
      </p:sp>
      <p:sp>
        <p:nvSpPr>
          <p:cNvPr id="6" name="S07-chip17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7-text176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10개를 2명에게 똑같이 나누면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명에 몇 개일까요?</a:t>
            </a:r>
            <a:endParaRPr lang="ko-KR" sz="3000" dirty="0"/>
          </a:p>
        </p:txBody>
      </p:sp>
      <p:sp>
        <p:nvSpPr>
          <p:cNvPr id="8" name="S07-chip17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7-text178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15개에서 5개씩 덜어 내면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번 덜어 낼까요?</a:t>
            </a:r>
            <a:endParaRPr lang="ko-KR" sz="3000" dirty="0"/>
          </a:p>
        </p:txBody>
      </p:sp>
      <p:sp>
        <p:nvSpPr>
          <p:cNvPr id="10" name="S07-chip17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7-text180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÷ 2 = 4를 읽고, 몫을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181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182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12개를 3명에게 나누었어요. 누가 12 ÷ 3을 바르게 나타냈을까요?</a:t>
            </a:r>
            <a:endParaRPr lang="ko-KR" sz="3000" dirty="0"/>
          </a:p>
        </p:txBody>
      </p:sp>
      <p:sp>
        <p:nvSpPr>
          <p:cNvPr id="5" name="S08-chip183"/>
          <p:cNvSpPr txBox="1"/>
          <p:nvPr/>
        </p:nvSpPr>
        <p:spPr>
          <a:xfrm>
            <a:off x="548640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6" name="S08-dot184"/>
          <p:cNvSpPr/>
          <p:nvPr/>
        </p:nvSpPr>
        <p:spPr>
          <a:xfrm>
            <a:off x="1216731" y="227514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8-dot185"/>
          <p:cNvSpPr/>
          <p:nvPr/>
        </p:nvSpPr>
        <p:spPr>
          <a:xfrm>
            <a:off x="1216731" y="265919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8-dot186"/>
          <p:cNvSpPr/>
          <p:nvPr/>
        </p:nvSpPr>
        <p:spPr>
          <a:xfrm>
            <a:off x="1216731" y="304324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8-dot187"/>
          <p:cNvSpPr/>
          <p:nvPr/>
        </p:nvSpPr>
        <p:spPr>
          <a:xfrm>
            <a:off x="1216731" y="342729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8-dot188"/>
          <p:cNvSpPr/>
          <p:nvPr/>
        </p:nvSpPr>
        <p:spPr>
          <a:xfrm>
            <a:off x="1216731" y="3811341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8-figure189" descr="토끼: 가 점 5개"/>
          <p:cNvSpPr/>
          <p:nvPr/>
        </p:nvSpPr>
        <p:spPr>
          <a:xfrm>
            <a:off x="1143762" y="2202180"/>
            <a:ext cx="384048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08-dot190"/>
          <p:cNvSpPr/>
          <p:nvPr/>
        </p:nvSpPr>
        <p:spPr>
          <a:xfrm>
            <a:off x="3111063" y="246717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8-dot191"/>
          <p:cNvSpPr/>
          <p:nvPr/>
        </p:nvSpPr>
        <p:spPr>
          <a:xfrm>
            <a:off x="3111063" y="2851221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8-dot192"/>
          <p:cNvSpPr/>
          <p:nvPr/>
        </p:nvSpPr>
        <p:spPr>
          <a:xfrm>
            <a:off x="3111063" y="323526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8-dot193"/>
          <p:cNvSpPr/>
          <p:nvPr/>
        </p:nvSpPr>
        <p:spPr>
          <a:xfrm>
            <a:off x="3111063" y="361931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8-figure194" descr="토끼: 나 점 4개"/>
          <p:cNvSpPr/>
          <p:nvPr/>
        </p:nvSpPr>
        <p:spPr>
          <a:xfrm>
            <a:off x="3038094" y="2394204"/>
            <a:ext cx="384048" cy="15361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08-dot195"/>
          <p:cNvSpPr/>
          <p:nvPr/>
        </p:nvSpPr>
        <p:spPr>
          <a:xfrm>
            <a:off x="5005395" y="265919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8-dot196"/>
          <p:cNvSpPr/>
          <p:nvPr/>
        </p:nvSpPr>
        <p:spPr>
          <a:xfrm>
            <a:off x="5005395" y="304324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8-dot197"/>
          <p:cNvSpPr/>
          <p:nvPr/>
        </p:nvSpPr>
        <p:spPr>
          <a:xfrm>
            <a:off x="5005395" y="342729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8-figure198" descr="토끼: 다 점 3개"/>
          <p:cNvSpPr/>
          <p:nvPr/>
        </p:nvSpPr>
        <p:spPr>
          <a:xfrm>
            <a:off x="4932426" y="2586228"/>
            <a:ext cx="384048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08-text199"/>
          <p:cNvSpPr txBox="1"/>
          <p:nvPr/>
        </p:nvSpPr>
        <p:spPr>
          <a:xfrm>
            <a:off x="548640" y="4267200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5개, 4개, 3개</a:t>
            </a:r>
            <a:endParaRPr lang="ko-KR" sz="2400" dirty="0"/>
          </a:p>
        </p:txBody>
      </p:sp>
      <p:sp>
        <p:nvSpPr>
          <p:cNvPr id="22" name="S08-chip200"/>
          <p:cNvSpPr txBox="1"/>
          <p:nvPr/>
        </p:nvSpPr>
        <p:spPr>
          <a:xfrm>
            <a:off x="6277356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23" name="S08-dot201"/>
          <p:cNvSpPr/>
          <p:nvPr/>
        </p:nvSpPr>
        <p:spPr>
          <a:xfrm>
            <a:off x="6945447" y="246717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8-dot202"/>
          <p:cNvSpPr/>
          <p:nvPr/>
        </p:nvSpPr>
        <p:spPr>
          <a:xfrm>
            <a:off x="6945447" y="2851221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8-dot203"/>
          <p:cNvSpPr/>
          <p:nvPr/>
        </p:nvSpPr>
        <p:spPr>
          <a:xfrm>
            <a:off x="6945447" y="323526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8-dot204"/>
          <p:cNvSpPr/>
          <p:nvPr/>
        </p:nvSpPr>
        <p:spPr>
          <a:xfrm>
            <a:off x="6945447" y="361931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8-figure205" descr="곰: 가 점 4개"/>
          <p:cNvSpPr/>
          <p:nvPr/>
        </p:nvSpPr>
        <p:spPr>
          <a:xfrm>
            <a:off x="6872478" y="2394204"/>
            <a:ext cx="384048" cy="15361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08-dot206"/>
          <p:cNvSpPr/>
          <p:nvPr/>
        </p:nvSpPr>
        <p:spPr>
          <a:xfrm>
            <a:off x="8839779" y="246717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8-dot207"/>
          <p:cNvSpPr/>
          <p:nvPr/>
        </p:nvSpPr>
        <p:spPr>
          <a:xfrm>
            <a:off x="8839779" y="2851221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8-dot208"/>
          <p:cNvSpPr/>
          <p:nvPr/>
        </p:nvSpPr>
        <p:spPr>
          <a:xfrm>
            <a:off x="8839779" y="323526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8-dot209"/>
          <p:cNvSpPr/>
          <p:nvPr/>
        </p:nvSpPr>
        <p:spPr>
          <a:xfrm>
            <a:off x="8839779" y="361931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8-figure210" descr="곰: 나 점 4개"/>
          <p:cNvSpPr/>
          <p:nvPr/>
        </p:nvSpPr>
        <p:spPr>
          <a:xfrm>
            <a:off x="8766810" y="2394204"/>
            <a:ext cx="384048" cy="15361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08-dot211"/>
          <p:cNvSpPr/>
          <p:nvPr/>
        </p:nvSpPr>
        <p:spPr>
          <a:xfrm>
            <a:off x="10734111" y="246717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8-dot212"/>
          <p:cNvSpPr/>
          <p:nvPr/>
        </p:nvSpPr>
        <p:spPr>
          <a:xfrm>
            <a:off x="10734111" y="2851221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8-dot213"/>
          <p:cNvSpPr/>
          <p:nvPr/>
        </p:nvSpPr>
        <p:spPr>
          <a:xfrm>
            <a:off x="10734111" y="323526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8-dot214"/>
          <p:cNvSpPr/>
          <p:nvPr/>
        </p:nvSpPr>
        <p:spPr>
          <a:xfrm>
            <a:off x="10734111" y="361931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8-figure215" descr="곰: 다 점 4개"/>
          <p:cNvSpPr/>
          <p:nvPr/>
        </p:nvSpPr>
        <p:spPr>
          <a:xfrm>
            <a:off x="10661142" y="2394204"/>
            <a:ext cx="384048" cy="15361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08-text216"/>
          <p:cNvSpPr txBox="1"/>
          <p:nvPr/>
        </p:nvSpPr>
        <p:spPr>
          <a:xfrm>
            <a:off x="6277356" y="4267200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4개, 4개, 4개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곱셈과 나눗셈의 관계</a:t>
            </a:r>
            <a:endParaRPr lang="ko-KR" sz="4000" dirty="0"/>
          </a:p>
        </p:txBody>
      </p:sp>
      <p:sp>
        <p:nvSpPr>
          <p:cNvPr id="3" name="S09-text21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12개를 4개씩 3줄로 놓았어요.</a:t>
            </a:r>
            <a:endParaRPr lang="ko-KR" sz="3000" dirty="0"/>
          </a:p>
        </p:txBody>
      </p:sp>
      <p:sp>
        <p:nvSpPr>
          <p:cNvPr id="4" name="S09-card2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2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 하나로 나눗셈식 2개를 만들어요.</a:t>
            </a:r>
            <a:endParaRPr lang="ko-KR" sz="3000" dirty="0"/>
          </a:p>
        </p:txBody>
      </p:sp>
      <p:sp>
        <p:nvSpPr>
          <p:cNvPr id="6" name="S09-dot220"/>
          <p:cNvSpPr/>
          <p:nvPr/>
        </p:nvSpPr>
        <p:spPr>
          <a:xfrm>
            <a:off x="8551103" y="27276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9-dot221"/>
          <p:cNvSpPr/>
          <p:nvPr/>
        </p:nvSpPr>
        <p:spPr>
          <a:xfrm>
            <a:off x="9191183" y="27276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9-dot222"/>
          <p:cNvSpPr/>
          <p:nvPr/>
        </p:nvSpPr>
        <p:spPr>
          <a:xfrm>
            <a:off x="9831263" y="27276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9-dot223"/>
          <p:cNvSpPr/>
          <p:nvPr/>
        </p:nvSpPr>
        <p:spPr>
          <a:xfrm>
            <a:off x="10471343" y="27276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9-dot224"/>
          <p:cNvSpPr/>
          <p:nvPr/>
        </p:nvSpPr>
        <p:spPr>
          <a:xfrm>
            <a:off x="8551103" y="336773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9-dot225"/>
          <p:cNvSpPr/>
          <p:nvPr/>
        </p:nvSpPr>
        <p:spPr>
          <a:xfrm>
            <a:off x="9191183" y="336773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9-dot226"/>
          <p:cNvSpPr/>
          <p:nvPr/>
        </p:nvSpPr>
        <p:spPr>
          <a:xfrm>
            <a:off x="9831263" y="336773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9-dot227"/>
          <p:cNvSpPr/>
          <p:nvPr/>
        </p:nvSpPr>
        <p:spPr>
          <a:xfrm>
            <a:off x="10471343" y="336773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9-dot228"/>
          <p:cNvSpPr/>
          <p:nvPr/>
        </p:nvSpPr>
        <p:spPr>
          <a:xfrm>
            <a:off x="8551103" y="400781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9-dot229"/>
          <p:cNvSpPr/>
          <p:nvPr/>
        </p:nvSpPr>
        <p:spPr>
          <a:xfrm>
            <a:off x="9191183" y="400781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9-dot230"/>
          <p:cNvSpPr/>
          <p:nvPr/>
        </p:nvSpPr>
        <p:spPr>
          <a:xfrm>
            <a:off x="9831263" y="400781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9-dot231"/>
          <p:cNvSpPr/>
          <p:nvPr/>
        </p:nvSpPr>
        <p:spPr>
          <a:xfrm>
            <a:off x="10471343" y="400781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9-group232"/>
          <p:cNvSpPr/>
          <p:nvPr/>
        </p:nvSpPr>
        <p:spPr>
          <a:xfrm>
            <a:off x="8456920" y="2642616"/>
            <a:ext cx="250545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9-group233"/>
          <p:cNvSpPr/>
          <p:nvPr/>
        </p:nvSpPr>
        <p:spPr>
          <a:xfrm>
            <a:off x="8456920" y="3282696"/>
            <a:ext cx="250545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9-group234"/>
          <p:cNvSpPr/>
          <p:nvPr/>
        </p:nvSpPr>
        <p:spPr>
          <a:xfrm>
            <a:off x="8456920" y="3922776"/>
            <a:ext cx="250545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9-figure235" descr="점 12개를 4개씩 3줄로 놓은 배열, 줄마다 묶음 표시"/>
          <p:cNvSpPr/>
          <p:nvPr/>
        </p:nvSpPr>
        <p:spPr>
          <a:xfrm>
            <a:off x="8429488" y="2606040"/>
            <a:ext cx="256032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9-stepno236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3" name="S09-text237"/>
          <p:cNvSpPr txBox="1"/>
          <p:nvPr/>
        </p:nvSpPr>
        <p:spPr>
          <a:xfrm>
            <a:off x="1325880" y="2578608"/>
            <a:ext cx="32042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</a:t>
            </a:r>
            <a:endParaRPr lang="ko-KR" sz="3000" dirty="0"/>
          </a:p>
        </p:txBody>
      </p:sp>
      <p:sp>
        <p:nvSpPr>
          <p:cNvPr id="24" name="S09-eqtext238"/>
          <p:cNvSpPr txBox="1"/>
          <p:nvPr/>
        </p:nvSpPr>
        <p:spPr>
          <a:xfrm>
            <a:off x="4530099" y="2578608"/>
            <a:ext cx="28831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= 12</a:t>
            </a:r>
            <a:endParaRPr lang="ko-KR" sz="3000" dirty="0"/>
          </a:p>
        </p:txBody>
      </p:sp>
      <p:sp>
        <p:nvSpPr>
          <p:cNvPr id="25" name="S09-stepno239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6" name="S09-text240"/>
          <p:cNvSpPr txBox="1"/>
          <p:nvPr/>
        </p:nvSpPr>
        <p:spPr>
          <a:xfrm>
            <a:off x="1325880" y="3291840"/>
            <a:ext cx="32042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3줄로 나누면</a:t>
            </a:r>
            <a:endParaRPr lang="ko-KR" sz="3000" dirty="0"/>
          </a:p>
        </p:txBody>
      </p:sp>
      <p:sp>
        <p:nvSpPr>
          <p:cNvPr id="27" name="S09-eqtext241"/>
          <p:cNvSpPr txBox="1"/>
          <p:nvPr/>
        </p:nvSpPr>
        <p:spPr>
          <a:xfrm>
            <a:off x="4530099" y="3291840"/>
            <a:ext cx="28831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3 = 4</a:t>
            </a:r>
            <a:endParaRPr lang="ko-KR" sz="3000" dirty="0"/>
          </a:p>
        </p:txBody>
      </p:sp>
      <p:sp>
        <p:nvSpPr>
          <p:cNvPr id="28" name="S09-stepno242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9" name="S09-text243"/>
          <p:cNvSpPr txBox="1"/>
          <p:nvPr/>
        </p:nvSpPr>
        <p:spPr>
          <a:xfrm>
            <a:off x="1325880" y="4005072"/>
            <a:ext cx="32042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4개씩 묶으면</a:t>
            </a:r>
            <a:endParaRPr lang="ko-KR" sz="3000" dirty="0"/>
          </a:p>
        </p:txBody>
      </p:sp>
      <p:sp>
        <p:nvSpPr>
          <p:cNvPr id="30" name="S09-eqtext244"/>
          <p:cNvSpPr txBox="1"/>
          <p:nvPr/>
        </p:nvSpPr>
        <p:spPr>
          <a:xfrm>
            <a:off x="4530099" y="4005072"/>
            <a:ext cx="28831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4 = 3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바꾸어 써요</a:t>
            </a:r>
            <a:endParaRPr lang="ko-KR" sz="4000" dirty="0"/>
          </a:p>
        </p:txBody>
      </p:sp>
      <p:sp>
        <p:nvSpPr>
          <p:cNvPr id="3" name="S10-text2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곱셈식을 나눗셈식 2개로 바꾸어요.</a:t>
            </a:r>
            <a:endParaRPr lang="ko-KR" sz="3000" dirty="0"/>
          </a:p>
        </p:txBody>
      </p:sp>
      <p:sp>
        <p:nvSpPr>
          <p:cNvPr id="4" name="S10-card2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2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곱이 나눗셈식의 맨 앞에 와요.</a:t>
            </a:r>
            <a:endParaRPr lang="ko-KR" sz="3000" dirty="0"/>
          </a:p>
        </p:txBody>
      </p:sp>
      <p:sp>
        <p:nvSpPr>
          <p:cNvPr id="6" name="S10-dot248"/>
          <p:cNvSpPr/>
          <p:nvPr/>
        </p:nvSpPr>
        <p:spPr>
          <a:xfrm>
            <a:off x="7797089" y="241355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0-dot249"/>
          <p:cNvSpPr/>
          <p:nvPr/>
        </p:nvSpPr>
        <p:spPr>
          <a:xfrm>
            <a:off x="8300009" y="241355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0-dot250"/>
          <p:cNvSpPr/>
          <p:nvPr/>
        </p:nvSpPr>
        <p:spPr>
          <a:xfrm>
            <a:off x="8802929" y="241355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0-dot251"/>
          <p:cNvSpPr/>
          <p:nvPr/>
        </p:nvSpPr>
        <p:spPr>
          <a:xfrm>
            <a:off x="9305849" y="241355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0-dot252"/>
          <p:cNvSpPr/>
          <p:nvPr/>
        </p:nvSpPr>
        <p:spPr>
          <a:xfrm>
            <a:off x="9808769" y="241355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0-dot253"/>
          <p:cNvSpPr/>
          <p:nvPr/>
        </p:nvSpPr>
        <p:spPr>
          <a:xfrm>
            <a:off x="7797089" y="29164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0-dot254"/>
          <p:cNvSpPr/>
          <p:nvPr/>
        </p:nvSpPr>
        <p:spPr>
          <a:xfrm>
            <a:off x="8300009" y="29164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0-dot255"/>
          <p:cNvSpPr/>
          <p:nvPr/>
        </p:nvSpPr>
        <p:spPr>
          <a:xfrm>
            <a:off x="8802929" y="29164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0-dot256"/>
          <p:cNvSpPr/>
          <p:nvPr/>
        </p:nvSpPr>
        <p:spPr>
          <a:xfrm>
            <a:off x="9305849" y="29164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0-dot257"/>
          <p:cNvSpPr/>
          <p:nvPr/>
        </p:nvSpPr>
        <p:spPr>
          <a:xfrm>
            <a:off x="9808769" y="29164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0-dot258"/>
          <p:cNvSpPr/>
          <p:nvPr/>
        </p:nvSpPr>
        <p:spPr>
          <a:xfrm>
            <a:off x="7797089" y="34193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0-dot259"/>
          <p:cNvSpPr/>
          <p:nvPr/>
        </p:nvSpPr>
        <p:spPr>
          <a:xfrm>
            <a:off x="8300009" y="34193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0-dot260"/>
          <p:cNvSpPr/>
          <p:nvPr/>
        </p:nvSpPr>
        <p:spPr>
          <a:xfrm>
            <a:off x="8802929" y="34193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0-dot261"/>
          <p:cNvSpPr/>
          <p:nvPr/>
        </p:nvSpPr>
        <p:spPr>
          <a:xfrm>
            <a:off x="9305849" y="34193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0-dot262"/>
          <p:cNvSpPr/>
          <p:nvPr/>
        </p:nvSpPr>
        <p:spPr>
          <a:xfrm>
            <a:off x="9808769" y="34193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0-dot263"/>
          <p:cNvSpPr/>
          <p:nvPr/>
        </p:nvSpPr>
        <p:spPr>
          <a:xfrm>
            <a:off x="7797089" y="39223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0-dot264"/>
          <p:cNvSpPr/>
          <p:nvPr/>
        </p:nvSpPr>
        <p:spPr>
          <a:xfrm>
            <a:off x="8300009" y="39223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10-dot265"/>
          <p:cNvSpPr/>
          <p:nvPr/>
        </p:nvSpPr>
        <p:spPr>
          <a:xfrm>
            <a:off x="8802929" y="39223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0-dot266"/>
          <p:cNvSpPr/>
          <p:nvPr/>
        </p:nvSpPr>
        <p:spPr>
          <a:xfrm>
            <a:off x="9305849" y="39223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10-dot267"/>
          <p:cNvSpPr/>
          <p:nvPr/>
        </p:nvSpPr>
        <p:spPr>
          <a:xfrm>
            <a:off x="9808769" y="39223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10-group268"/>
          <p:cNvSpPr/>
          <p:nvPr/>
        </p:nvSpPr>
        <p:spPr>
          <a:xfrm>
            <a:off x="7728966" y="2354580"/>
            <a:ext cx="245973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10-group269"/>
          <p:cNvSpPr/>
          <p:nvPr/>
        </p:nvSpPr>
        <p:spPr>
          <a:xfrm>
            <a:off x="7728966" y="2857500"/>
            <a:ext cx="245973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10-group270"/>
          <p:cNvSpPr/>
          <p:nvPr/>
        </p:nvSpPr>
        <p:spPr>
          <a:xfrm>
            <a:off x="7728966" y="3360420"/>
            <a:ext cx="245973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9" name="S10-group271"/>
          <p:cNvSpPr/>
          <p:nvPr/>
        </p:nvSpPr>
        <p:spPr>
          <a:xfrm>
            <a:off x="7728966" y="3863340"/>
            <a:ext cx="245973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0" name="S10-figure272" descr="점 20개를 5개씩 4줄로 놓은 배열, 줄마다 묶음 표시"/>
          <p:cNvSpPr/>
          <p:nvPr/>
        </p:nvSpPr>
        <p:spPr>
          <a:xfrm>
            <a:off x="7701534" y="2318004"/>
            <a:ext cx="251460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10-label273"/>
          <p:cNvSpPr txBox="1"/>
          <p:nvPr/>
        </p:nvSpPr>
        <p:spPr>
          <a:xfrm>
            <a:off x="6277356" y="470916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①의 점 배열</a:t>
            </a:r>
            <a:endParaRPr lang="ko-KR" sz="2400" dirty="0"/>
          </a:p>
        </p:txBody>
      </p:sp>
      <p:sp>
        <p:nvSpPr>
          <p:cNvPr id="32" name="S10-chip27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33" name="S10-eqtext275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4 = 20</a:t>
            </a:r>
            <a:endParaRPr lang="ko-KR" sz="3400" dirty="0"/>
          </a:p>
        </p:txBody>
      </p:sp>
      <p:sp>
        <p:nvSpPr>
          <p:cNvPr id="34" name="S10-chip27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35" name="S10-eqtext277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3 = 18</a:t>
            </a:r>
            <a:endParaRPr lang="ko-KR" sz="3400" dirty="0"/>
          </a:p>
        </p:txBody>
      </p:sp>
      <p:sp>
        <p:nvSpPr>
          <p:cNvPr id="36" name="S10-chip27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37" name="S10-eqtext279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2 = 14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8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쓰고, 어떻게 알았는지 말해요.</a:t>
            </a:r>
            <a:endParaRPr lang="ko-KR" sz="3000" dirty="0"/>
          </a:p>
        </p:txBody>
      </p:sp>
      <p:sp>
        <p:nvSpPr>
          <p:cNvPr id="4" name="S11-chip281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text282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구슬 20개를 4명에게 똑같이 나누면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명에 몇 개일까요?</a:t>
            </a:r>
            <a:endParaRPr lang="ko-KR" sz="3000" dirty="0"/>
          </a:p>
        </p:txBody>
      </p:sp>
      <p:sp>
        <p:nvSpPr>
          <p:cNvPr id="6" name="S11-chip283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1-text284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 18개에서 6개씩 덜어 내면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번 덜어 낼까요?</a:t>
            </a:r>
            <a:endParaRPr lang="ko-KR" sz="3000" dirty="0"/>
          </a:p>
        </p:txBody>
      </p:sp>
      <p:sp>
        <p:nvSpPr>
          <p:cNvPr id="8" name="S11-chip285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1-text286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8 = 24를 나눗셈식 2개로 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÷ 3 = 5인 그림은?</a:t>
            </a:r>
            <a:endParaRPr lang="ko-KR" sz="4000" dirty="0"/>
          </a:p>
        </p:txBody>
      </p:sp>
      <p:sp>
        <p:nvSpPr>
          <p:cNvPr id="3" name="S13-card2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2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÷ 3 = 5를 나타낸 그림을 모두 고르고, 까닭을 말해요.</a:t>
            </a:r>
            <a:endParaRPr lang="ko-KR" sz="3000" dirty="0"/>
          </a:p>
        </p:txBody>
      </p:sp>
      <p:sp>
        <p:nvSpPr>
          <p:cNvPr id="5" name="S13-chip289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3-dot290"/>
          <p:cNvSpPr/>
          <p:nvPr/>
        </p:nvSpPr>
        <p:spPr>
          <a:xfrm>
            <a:off x="1219200" y="29763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3-dot291"/>
          <p:cNvSpPr/>
          <p:nvPr/>
        </p:nvSpPr>
        <p:spPr>
          <a:xfrm>
            <a:off x="1676400" y="29763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3-dot292"/>
          <p:cNvSpPr/>
          <p:nvPr/>
        </p:nvSpPr>
        <p:spPr>
          <a:xfrm>
            <a:off x="2133600" y="29763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3-dot293"/>
          <p:cNvSpPr/>
          <p:nvPr/>
        </p:nvSpPr>
        <p:spPr>
          <a:xfrm>
            <a:off x="2590800" y="29763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3-dot294"/>
          <p:cNvSpPr/>
          <p:nvPr/>
        </p:nvSpPr>
        <p:spPr>
          <a:xfrm>
            <a:off x="3048000" y="29763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3-dot295"/>
          <p:cNvSpPr/>
          <p:nvPr/>
        </p:nvSpPr>
        <p:spPr>
          <a:xfrm>
            <a:off x="1219200" y="34335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3-dot296"/>
          <p:cNvSpPr/>
          <p:nvPr/>
        </p:nvSpPr>
        <p:spPr>
          <a:xfrm>
            <a:off x="1676400" y="34335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3-dot297"/>
          <p:cNvSpPr/>
          <p:nvPr/>
        </p:nvSpPr>
        <p:spPr>
          <a:xfrm>
            <a:off x="2133600" y="34335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3-dot298"/>
          <p:cNvSpPr/>
          <p:nvPr/>
        </p:nvSpPr>
        <p:spPr>
          <a:xfrm>
            <a:off x="2590800" y="34335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3-dot299"/>
          <p:cNvSpPr/>
          <p:nvPr/>
        </p:nvSpPr>
        <p:spPr>
          <a:xfrm>
            <a:off x="3048000" y="34335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3-dot300"/>
          <p:cNvSpPr/>
          <p:nvPr/>
        </p:nvSpPr>
        <p:spPr>
          <a:xfrm>
            <a:off x="1219200" y="38907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3-dot301"/>
          <p:cNvSpPr/>
          <p:nvPr/>
        </p:nvSpPr>
        <p:spPr>
          <a:xfrm>
            <a:off x="1676400" y="38907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3-dot302"/>
          <p:cNvSpPr/>
          <p:nvPr/>
        </p:nvSpPr>
        <p:spPr>
          <a:xfrm>
            <a:off x="2133600" y="38907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3-dot303"/>
          <p:cNvSpPr/>
          <p:nvPr/>
        </p:nvSpPr>
        <p:spPr>
          <a:xfrm>
            <a:off x="2590800" y="38907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3-dot304"/>
          <p:cNvSpPr/>
          <p:nvPr/>
        </p:nvSpPr>
        <p:spPr>
          <a:xfrm>
            <a:off x="3048000" y="38907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3-group305"/>
          <p:cNvSpPr/>
          <p:nvPr/>
        </p:nvSpPr>
        <p:spPr>
          <a:xfrm>
            <a:off x="1159764" y="2926080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2" name="S13-group306"/>
          <p:cNvSpPr/>
          <p:nvPr/>
        </p:nvSpPr>
        <p:spPr>
          <a:xfrm>
            <a:off x="1159764" y="3383280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3" name="S13-group307"/>
          <p:cNvSpPr/>
          <p:nvPr/>
        </p:nvSpPr>
        <p:spPr>
          <a:xfrm>
            <a:off x="1159764" y="3840480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4" name="S13-figure308" descr="점 15개를 5개씩 3묶음으로 나눈 배열"/>
          <p:cNvSpPr/>
          <p:nvPr/>
        </p:nvSpPr>
        <p:spPr>
          <a:xfrm>
            <a:off x="1132332" y="2889504"/>
            <a:ext cx="22860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13-chip309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26" name="S13-dot310"/>
          <p:cNvSpPr/>
          <p:nvPr/>
        </p:nvSpPr>
        <p:spPr>
          <a:xfrm>
            <a:off x="5495544" y="25191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13-dot311"/>
          <p:cNvSpPr/>
          <p:nvPr/>
        </p:nvSpPr>
        <p:spPr>
          <a:xfrm>
            <a:off x="5952744" y="25191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3-dot312"/>
          <p:cNvSpPr/>
          <p:nvPr/>
        </p:nvSpPr>
        <p:spPr>
          <a:xfrm>
            <a:off x="6409944" y="25191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13-dot313"/>
          <p:cNvSpPr/>
          <p:nvPr/>
        </p:nvSpPr>
        <p:spPr>
          <a:xfrm>
            <a:off x="5495544" y="29763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3-dot314"/>
          <p:cNvSpPr/>
          <p:nvPr/>
        </p:nvSpPr>
        <p:spPr>
          <a:xfrm>
            <a:off x="5952744" y="29763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13-dot315"/>
          <p:cNvSpPr/>
          <p:nvPr/>
        </p:nvSpPr>
        <p:spPr>
          <a:xfrm>
            <a:off x="6409944" y="29763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13-dot316"/>
          <p:cNvSpPr/>
          <p:nvPr/>
        </p:nvSpPr>
        <p:spPr>
          <a:xfrm>
            <a:off x="5495544" y="34335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13-dot317"/>
          <p:cNvSpPr/>
          <p:nvPr/>
        </p:nvSpPr>
        <p:spPr>
          <a:xfrm>
            <a:off x="5952744" y="34335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13-dot318"/>
          <p:cNvSpPr/>
          <p:nvPr/>
        </p:nvSpPr>
        <p:spPr>
          <a:xfrm>
            <a:off x="6409944" y="34335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13-dot319"/>
          <p:cNvSpPr/>
          <p:nvPr/>
        </p:nvSpPr>
        <p:spPr>
          <a:xfrm>
            <a:off x="5495544" y="38907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13-dot320"/>
          <p:cNvSpPr/>
          <p:nvPr/>
        </p:nvSpPr>
        <p:spPr>
          <a:xfrm>
            <a:off x="5952744" y="38907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13-dot321"/>
          <p:cNvSpPr/>
          <p:nvPr/>
        </p:nvSpPr>
        <p:spPr>
          <a:xfrm>
            <a:off x="6409944" y="38907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13-dot322"/>
          <p:cNvSpPr/>
          <p:nvPr/>
        </p:nvSpPr>
        <p:spPr>
          <a:xfrm>
            <a:off x="5495544" y="43479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13-dot323"/>
          <p:cNvSpPr/>
          <p:nvPr/>
        </p:nvSpPr>
        <p:spPr>
          <a:xfrm>
            <a:off x="5952744" y="43479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13-dot324"/>
          <p:cNvSpPr/>
          <p:nvPr/>
        </p:nvSpPr>
        <p:spPr>
          <a:xfrm>
            <a:off x="6409944" y="43479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13-group325"/>
          <p:cNvSpPr/>
          <p:nvPr/>
        </p:nvSpPr>
        <p:spPr>
          <a:xfrm>
            <a:off x="5436108" y="2468880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2" name="S13-group326"/>
          <p:cNvSpPr/>
          <p:nvPr/>
        </p:nvSpPr>
        <p:spPr>
          <a:xfrm>
            <a:off x="5436108" y="2926080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3" name="S13-group327"/>
          <p:cNvSpPr/>
          <p:nvPr/>
        </p:nvSpPr>
        <p:spPr>
          <a:xfrm>
            <a:off x="5436108" y="3383280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4" name="S13-group328"/>
          <p:cNvSpPr/>
          <p:nvPr/>
        </p:nvSpPr>
        <p:spPr>
          <a:xfrm>
            <a:off x="5436108" y="3840480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5" name="S13-group329"/>
          <p:cNvSpPr/>
          <p:nvPr/>
        </p:nvSpPr>
        <p:spPr>
          <a:xfrm>
            <a:off x="5436108" y="4297680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6" name="S13-figure330" descr="점 15개를 3개씩 5묶음으로 묶은 배열"/>
          <p:cNvSpPr/>
          <p:nvPr/>
        </p:nvSpPr>
        <p:spPr>
          <a:xfrm>
            <a:off x="5408676" y="2432304"/>
            <a:ext cx="1371600" cy="2286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13-chip331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48" name="S13-dot332"/>
          <p:cNvSpPr/>
          <p:nvPr/>
        </p:nvSpPr>
        <p:spPr>
          <a:xfrm>
            <a:off x="9086088" y="29763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13-dot333"/>
          <p:cNvSpPr/>
          <p:nvPr/>
        </p:nvSpPr>
        <p:spPr>
          <a:xfrm>
            <a:off x="9543288" y="29763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13-dot334"/>
          <p:cNvSpPr/>
          <p:nvPr/>
        </p:nvSpPr>
        <p:spPr>
          <a:xfrm>
            <a:off x="10000488" y="29763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13-dot335"/>
          <p:cNvSpPr/>
          <p:nvPr/>
        </p:nvSpPr>
        <p:spPr>
          <a:xfrm>
            <a:off x="10457688" y="29763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13-dot336"/>
          <p:cNvSpPr/>
          <p:nvPr/>
        </p:nvSpPr>
        <p:spPr>
          <a:xfrm>
            <a:off x="9086088" y="34335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13-dot337"/>
          <p:cNvSpPr/>
          <p:nvPr/>
        </p:nvSpPr>
        <p:spPr>
          <a:xfrm>
            <a:off x="9543288" y="34335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13-dot338"/>
          <p:cNvSpPr/>
          <p:nvPr/>
        </p:nvSpPr>
        <p:spPr>
          <a:xfrm>
            <a:off x="10000488" y="34335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S13-dot339"/>
          <p:cNvSpPr/>
          <p:nvPr/>
        </p:nvSpPr>
        <p:spPr>
          <a:xfrm>
            <a:off x="10457688" y="34335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6" name="S13-dot340"/>
          <p:cNvSpPr/>
          <p:nvPr/>
        </p:nvSpPr>
        <p:spPr>
          <a:xfrm>
            <a:off x="9086088" y="38907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7" name="S13-dot341"/>
          <p:cNvSpPr/>
          <p:nvPr/>
        </p:nvSpPr>
        <p:spPr>
          <a:xfrm>
            <a:off x="9543288" y="38907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13-dot342"/>
          <p:cNvSpPr/>
          <p:nvPr/>
        </p:nvSpPr>
        <p:spPr>
          <a:xfrm>
            <a:off x="10000488" y="38907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9" name="S13-dot343"/>
          <p:cNvSpPr/>
          <p:nvPr/>
        </p:nvSpPr>
        <p:spPr>
          <a:xfrm>
            <a:off x="10457688" y="389077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0" name="S13-group344"/>
          <p:cNvSpPr/>
          <p:nvPr/>
        </p:nvSpPr>
        <p:spPr>
          <a:xfrm>
            <a:off x="9026652" y="2926080"/>
            <a:ext cx="17739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1" name="S13-group345"/>
          <p:cNvSpPr/>
          <p:nvPr/>
        </p:nvSpPr>
        <p:spPr>
          <a:xfrm>
            <a:off x="9026652" y="3383280"/>
            <a:ext cx="17739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2" name="S13-group346"/>
          <p:cNvSpPr/>
          <p:nvPr/>
        </p:nvSpPr>
        <p:spPr>
          <a:xfrm>
            <a:off x="9026652" y="3840480"/>
            <a:ext cx="17739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3" name="S13-figure347" descr="점 12개를 4개씩 3묶음으로 묶은 배열"/>
          <p:cNvSpPr/>
          <p:nvPr/>
        </p:nvSpPr>
        <p:spPr>
          <a:xfrm>
            <a:off x="8999220" y="2889504"/>
            <a:ext cx="18288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4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4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나누기도, 묶어 덜기도 나눗셈이에요.</a:t>
            </a:r>
            <a:endParaRPr lang="ko-KR" sz="3000" dirty="0"/>
          </a:p>
        </p:txBody>
      </p:sp>
      <p:sp>
        <p:nvSpPr>
          <p:cNvPr id="5" name="S14-chip350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곱셈식으로 나눗셈식 만들기</a:t>
            </a:r>
            <a:endParaRPr lang="ko-KR" sz="2400" dirty="0"/>
          </a:p>
        </p:txBody>
      </p:sp>
      <p:sp>
        <p:nvSpPr>
          <p:cNvPr id="6" name="S14-chip351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똑같지 않게 나누기</a:t>
            </a:r>
            <a:endParaRPr lang="ko-KR" sz="2400" dirty="0"/>
          </a:p>
        </p:txBody>
      </p:sp>
      <p:sp>
        <p:nvSpPr>
          <p:cNvPr id="7" name="S14-text352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eqtext353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 ÷ 5 = □</a:t>
            </a:r>
            <a:endParaRPr lang="ko-KR" sz="2800" dirty="0"/>
          </a:p>
        </p:txBody>
      </p:sp>
      <p:sp>
        <p:nvSpPr>
          <p:cNvPr id="9" name="S14-text354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 × 6 = 24를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나눗셈식 2개로</a:t>
            </a:r>
            <a:endParaRPr lang="ko-KR" sz="2400" dirty="0"/>
          </a:p>
        </p:txBody>
      </p:sp>
      <p:sp>
        <p:nvSpPr>
          <p:cNvPr id="10" name="S14-text355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14개를 7개씩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덜면 몇 번?</a:t>
            </a:r>
            <a:endParaRPr lang="ko-KR" sz="2400" dirty="0"/>
          </a:p>
        </p:txBody>
      </p:sp>
      <p:sp>
        <p:nvSpPr>
          <p:cNvPr id="11" name="S14-text35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곱셈구구로 몫 구하기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같은 수씩 묶기</a:t>
            </a:r>
            <a:endParaRPr lang="ko-KR" sz="4000" dirty="0"/>
          </a:p>
        </p:txBody>
      </p:sp>
      <p:sp>
        <p:nvSpPr>
          <p:cNvPr id="3" name="S15-text3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12개를 3개씩 묶어 세어요.</a:t>
            </a:r>
            <a:endParaRPr lang="ko-KR" sz="3000" dirty="0"/>
          </a:p>
        </p:txBody>
      </p:sp>
      <p:sp>
        <p:nvSpPr>
          <p:cNvPr id="4" name="S15-card358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359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= 12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3을 4번 더한 것과 같아요.</a:t>
            </a:r>
            <a:endParaRPr lang="ko-KR" sz="3000" dirty="0"/>
          </a:p>
        </p:txBody>
      </p:sp>
      <p:sp>
        <p:nvSpPr>
          <p:cNvPr id="6" name="S15-dot360"/>
          <p:cNvSpPr/>
          <p:nvPr/>
        </p:nvSpPr>
        <p:spPr>
          <a:xfrm>
            <a:off x="2391613" y="222092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5-dot361"/>
          <p:cNvSpPr/>
          <p:nvPr/>
        </p:nvSpPr>
        <p:spPr>
          <a:xfrm>
            <a:off x="3031693" y="222092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5-dot362"/>
          <p:cNvSpPr/>
          <p:nvPr/>
        </p:nvSpPr>
        <p:spPr>
          <a:xfrm>
            <a:off x="3671773" y="222092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5-dot363"/>
          <p:cNvSpPr/>
          <p:nvPr/>
        </p:nvSpPr>
        <p:spPr>
          <a:xfrm>
            <a:off x="2391613" y="286100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5-dot364"/>
          <p:cNvSpPr/>
          <p:nvPr/>
        </p:nvSpPr>
        <p:spPr>
          <a:xfrm>
            <a:off x="3031693" y="286100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5-dot365"/>
          <p:cNvSpPr/>
          <p:nvPr/>
        </p:nvSpPr>
        <p:spPr>
          <a:xfrm>
            <a:off x="3671773" y="286100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5-dot366"/>
          <p:cNvSpPr/>
          <p:nvPr/>
        </p:nvSpPr>
        <p:spPr>
          <a:xfrm>
            <a:off x="2391613" y="350108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5-dot367"/>
          <p:cNvSpPr/>
          <p:nvPr/>
        </p:nvSpPr>
        <p:spPr>
          <a:xfrm>
            <a:off x="3031693" y="350108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5-dot368"/>
          <p:cNvSpPr/>
          <p:nvPr/>
        </p:nvSpPr>
        <p:spPr>
          <a:xfrm>
            <a:off x="3671773" y="350108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5-dot369"/>
          <p:cNvSpPr/>
          <p:nvPr/>
        </p:nvSpPr>
        <p:spPr>
          <a:xfrm>
            <a:off x="2391613" y="414116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5-dot370"/>
          <p:cNvSpPr/>
          <p:nvPr/>
        </p:nvSpPr>
        <p:spPr>
          <a:xfrm>
            <a:off x="3031693" y="414116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5-dot371"/>
          <p:cNvSpPr/>
          <p:nvPr/>
        </p:nvSpPr>
        <p:spPr>
          <a:xfrm>
            <a:off x="3671773" y="414116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5-group372"/>
          <p:cNvSpPr/>
          <p:nvPr/>
        </p:nvSpPr>
        <p:spPr>
          <a:xfrm>
            <a:off x="2297430" y="2135886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15-group373"/>
          <p:cNvSpPr/>
          <p:nvPr/>
        </p:nvSpPr>
        <p:spPr>
          <a:xfrm>
            <a:off x="2297430" y="2775966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15-group374"/>
          <p:cNvSpPr/>
          <p:nvPr/>
        </p:nvSpPr>
        <p:spPr>
          <a:xfrm>
            <a:off x="2297430" y="3416046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15-group375"/>
          <p:cNvSpPr/>
          <p:nvPr/>
        </p:nvSpPr>
        <p:spPr>
          <a:xfrm>
            <a:off x="2297430" y="4056126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2" name="S15-figure376" descr="점 12개를 3개씩 4묶음으로 묶은 배열"/>
          <p:cNvSpPr/>
          <p:nvPr/>
        </p:nvSpPr>
        <p:spPr>
          <a:xfrm>
            <a:off x="2269998" y="2099310"/>
            <a:ext cx="1920240" cy="2560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15-card377"/>
          <p:cNvSpPr/>
          <p:nvPr/>
        </p:nvSpPr>
        <p:spPr>
          <a:xfrm>
            <a:off x="6277356" y="239649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4" name="S15-cardtext378"/>
          <p:cNvSpPr txBox="1"/>
          <p:nvPr/>
        </p:nvSpPr>
        <p:spPr>
          <a:xfrm>
            <a:off x="6551676" y="253365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3, 6, 9, 12</a:t>
            </a:r>
            <a:endParaRPr lang="ko-KR" sz="3000" dirty="0"/>
          </a:p>
        </p:txBody>
      </p:sp>
      <p:sp>
        <p:nvSpPr>
          <p:cNvPr id="25" name="S15-card379"/>
          <p:cNvSpPr/>
          <p:nvPr/>
        </p:nvSpPr>
        <p:spPr>
          <a:xfrm>
            <a:off x="6277356" y="349377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6" name="S15-cardtext380"/>
          <p:cNvSpPr txBox="1"/>
          <p:nvPr/>
        </p:nvSpPr>
        <p:spPr>
          <a:xfrm>
            <a:off x="6551676" y="363093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3씩 4묶음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나눗셈의 뜻</dc:title>
  <dc:subject>KR22-G03-MAT-DIVIDE-L01</dc:subject>
  <dc:creator>education-ppt</dc:creator>
  <cp:lastModifiedBy>education-ppt</cp:lastModifiedBy>
  <cp:revision>1</cp:revision>
  <dcterms:created xsi:type="dcterms:W3CDTF">2026-10-26T07:27:09Z</dcterms:created>
  <dcterms:modified xsi:type="dcterms:W3CDTF">2026-10-26T07:27:09Z</dcterms:modified>
</cp:coreProperties>
</file>