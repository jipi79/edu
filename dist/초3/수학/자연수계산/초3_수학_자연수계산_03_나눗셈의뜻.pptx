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bb42d89-823d-9591-63ec-ef993d7afbe6}">
          <p14:sldIdLst>
            <p14:sldId id="256"/>
            <p14:sldId id="257"/>
          </p14:sldIdLst>
        </p14:section>
        <p14:section name="개념" id="{f2eb8ffa-c37f-10d7-fe25-8a2000b1b106}">
          <p14:sldIdLst>
            <p14:sldId id="258"/>
            <p14:sldId id="259"/>
            <p14:sldId id="260"/>
            <p14:sldId id="261"/>
            <p14:sldId id="264"/>
          </p14:sldIdLst>
        </p14:section>
        <p14:section name="연습" id="{ffc083bb-c7df-2b7f-a1b0-72dd96dcf1c1}">
          <p14:sldIdLst>
            <p14:sldId id="262"/>
            <p14:sldId id="263"/>
            <p14:sldId id="265"/>
          </p14:sldIdLst>
        </p14:section>
        <p14:section name="개념" id="{12961749-638a-ee86-a2b2-3aafdcb38e4c}">
          <p14:sldIdLst/>
        </p14:section>
        <p14:section name="연습" id="{ff1d2404-513d-9546-a89f-569fddcd8d55}">
          <p14:sldIdLst/>
        </p14:section>
        <p14:section name="확인" id="{b6e95896-f3b0-b82e-01ba-120ceb034c50}">
          <p14:sldIdLst>
            <p14:sldId id="266"/>
            <p14:sldId id="267"/>
            <p14:sldId id="268"/>
          </p14:sldIdLst>
        </p14:section>
        <p14:section name="정리" id="{09bb10d4-b419-d95c-95f8-b330f023836a}">
          <p14:sldIdLst>
            <p14:sldId id="269"/>
          </p14:sldIdLst>
        </p14:section>
        <p14:section name="보충" id="{1c433d71-80f0-384a-d127-65e4f954e44f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똑같이 나누는 상황을 떠올리게 합니다.
시간: 약 2분
이렇게 말해 보세요
- “2학년 때 곱셈을 배웠지? 오늘은 새로운 계산, 나눗셈을 배울 거야.”
- “사탕 12개를 3명이 똑같이 나누어 가지면 한 명이 몇 개씩 가질까? 어떻게 알 수 있을까?”
예상 답
- “4개요.” “하나씩 나누어 줘요.” 또는 “잘 모르겠어요.”
막히면
- 답을 확인하지 않고 넘어갑니다. S03에서 바둑돌로 함께 나눕니다.
주의
- 오늘은 나누어떨어지는(남는 것이 없는) 나눗셈만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확인(곱셈구구, 같은 수 여러 번 빼기)]
목적: 나눗셈의 바탕이 되는 곱셈구구와 같은 수를 여러 번 빼기가 되는지 확인합니다.
시간: 약 3분
이렇게 말해 보세요
- “①, ②는 곱셈이야. 몇 단 곱셈구구를 썼는지도 말해 줘.”
- “③은 12에서 3을 네 번 빼는 거야. 얼마가 남을까?”
정답
- ① 12
- ② 20
- ③ 0
막히면
- ①은 바둑돌을 4개씩 3묶음 놓고 세어 보게 합니다. ③은 바둑돌 12개에서 3개씩 덜어 냅니다.
- 두 문제 이상 틀리면 S15(보충)를 먼저 합니다. 보충으로도 어려우면 초2 6차시 ‘곱셈의 뜻’(KR22-G02-MAT-MULT-L01)과 초2 11차시 ‘1과 0의 곱, 곱셈표’(KR22-G02-MAT-TIMES10-L01)를 먼저 합니다.
주의
- 곱셈구구를 외우지 못했어도 묶어 세어 답하면 괜찮습니다. 오늘은 바둑돌로 몫을 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똑같이 나누기(등분제)]
목적: 물건을 몇 명에게 똑같이 나누어 한 명의 몫을 구하는 상황을 바둑돌로 해 보고, 나눗셈식으로 씁니다.
시간: 약 3분
이렇게 말해 보세요
- “바둑돌 12개를 접시 3개에 똑같이 나누어 보자. 한 개씩 차례로 놓아 볼까?”
- “다 놓았더니 접시마다 몇 개야? 이것을 12 ÷ 3 = 4라고 쓰고 ‘12 나누기 3은 4와 같아요’라고 읽어.”
예상 답
- “4개씩이에요.”
막히면
- 바둑돌을 하나씩 차례로 접시에 놓는 활동을 실제로 합니다. 다 놓은 뒤 남는 것이 없는지, 접시마다 개수가 같은지 확인합니다.
주의
- 그림의 한 줄이 한 사람(한 접시)의 몫입니다.
- ‘똑같이’가 중요합니다. 5개, 4개, 3개처럼 나누면 나눗셈이 아닙니다(S08).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나눗셈식의 이름(나누어지는 수, 나누는 수, 몫)]
목적: 나눗셈식을 읽고, 몫·나누어지는 수·나누는 수라는 말을 압니다.
시간: 약 2분
이렇게 말해 보세요
- “12 ÷ 3 = 4에서 4를 ‘몫’이라고 해. 12를 3으로 나눈 몫이 4야.”
- “12는 나누어지는 수, 3은 나누는 수야. 식을 다시 읽어 볼까?”
예상 답
- “12 나누기 3은 4와 같아요. 몫은 4예요.”
막히면
- S03의 그림을 다시 보며 12는 모두, 3은 사람 수, 4는 한 사람이 받은 수라고 짚어 줍니다.
주의
- 나누어지는 수(모두)를 맨 앞에 씁니다. 3 ÷ 12처럼 순서를 바꾸면 다른 식이 됩니다(M2).
- 교과서는 ‘같습니다’로 읽습니다. 아이가 ‘같아요’로 말해도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묶어 덜기(포함제)]
목적: 같은 수씩 묶어 덜어 내어 몇 번 덜 수 있는지(묶음 수) 구하는 상황도 나눗셈식으로 쓴다는 것을 압니다.
시간: 약 4분
이렇게 말해 보세요
- “이번에는 사탕 12개를 한 봉지에 3개씩 담아 보자. 바둑돌 3개씩 덜어 낼 때마다 한 봉지야. 몇 번 덜어 낼 수 있어?”
- “수직선에서도 12에서 3씩 뒤로 뛰어 보자. 12, 9, 6, 3, 0. 4번 뛰었지? 이것도 12 ÷ 3 = 4라고 써.”
예상 답
- “4번이요. 4봉지예요.”
막히면
- 바둑돌 12개를 놓고 3개씩 덜어 컵에 담게 합니다. 컵의 개수를 셉니다.
- 덜어 낼 때마다 뺄셈식으로 공책에 씁니다: 12 − 3 = 9, 9 − 3 = 6, 6 − 3 = 3, 3 − 3 = 0.
주의
- 그림의 × 표시는 덜어 낸 사탕입니다. 한 묶음을 덜 때마다 하나씩 셉니다.
- 여기서 4는 한 봉지에 든 수가 아니라 봉지(묶음)의 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두 가지 나눗셈 비교(몫이 뜻하는 것)]
목적: 똑같이 나누기와 묶어 덜기가 같은 나눗셈식이 되지만 몫이 뜻하는 것이 다르다는 것을 압니다.
시간: 약 3분
이렇게 말해 보세요
- “두 그림 모두 12 ÷ 3 = 4야. 왼쪽의 4는 무엇이야? 오른쪽의 4는 무엇이야?”
- “왼쪽에서 3은 사람 수, 오른쪽에서 3은 한 봉지에 담는 수야.”
예상 답
- “왼쪽 4는 한 명이 받은 수, 오른쪽 4는 봉지의 수예요.”
막히면
- 바둑돌로 두 가지를 차례로 다시 해 보며 ‘몇 명에게 똑같이’와 ‘몇 개씩 묶어’를 손으로 구별합니다.
주의
- 두 상황의 이름(등분제, 포함제)은 아이에게 말하지 않아도 됩니다. ‘똑같이 나누기’, ‘묶어 덜기’로 부릅니다.
- 지치면 여기서 쉬고, 다음에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연습(상황을 나눗셈식으로)]
목적: 도움을 받으며 똑같이 나누기와 묶어 덜기 상황을 바둑돌로 해 보고 나눗셈식으로 씁니다.
시간: 약 3분
이렇게 말해 보세요
- “①은 똑같이 나누기야. 바둑돌 10개를 두 접시에 나누어 볼래? 나눗셈식은 어떻게 쓸까?”
- “②는 5개씩 덜어 내는 거야. 몇 번 덜었어? ③은 소리 내어 읽어 봐.”
정답
- ① 10 ÷ 2 = 5, 한 명에 5개
- ② 15 ÷ 5 = 3, 3번(15 − 5 − 5 − 5 = 0)
- ③ 8 나누기 2는 4와 같아요(몫은 4)
막히면
- 바둑돌을 실제로 나누거나 덜어 낸 뒤, 결과를 보고 식을 쓰게 합니다.
- 식의 맨 앞에는 처음에 있던 모두의 수를 쓴다고 알려 줍니다.
주의
- ①을 2 ÷ 10으로 쓰면 순서를 바꾼 것입니다(M2). “처음에 모두 몇 개였지?”라고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비교(똑같이 나누지 않기)]
목적: 나눗셈은 ‘똑같이’ 나누는 것임을 확인합니다(M1).
시간: 약 3분
이렇게 말해 보세요
- “토끼와 곰 모두 사탕 12개를 3명에게 나누었어. 누가 12 ÷ 3을 바르게 나타냈을까?”
- “토끼처럼 나누면 한 명의 몫을 하나로 말할 수 있어?”
예상 답
- “곰이요. 똑같이 나누어야 해요.”
정답
- 곰이 맞습니다. 세 명 모두 4개씩 똑같이 받아 12 ÷ 3 = 4입니다.
- 토끼도 12개를 모두 나누었지만 5개, 4개, 3개로 똑같지 않아서 나눗셈으로 나타낼 수 없습니다.
막히면
- 바둑돌로 토끼처럼 나눈 뒤 “세 명이 똑같이 받았어?”라고 묻고, 많은 쪽에서 적은 쪽으로 옮겨 똑같이 만들어 봅니다.
주의
- 나눗셈의 몫은 한 명이 받는 수가 모두 같을 때만 정해집니다.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곱셈과 나눗셈의 관계(점 배열 하나로 식 3개)]
목적: 점 배열 하나로 곱셈식 1개와 나눗셈식 2개를 만들며 곱셈과 나눗셈의 관계를 압니다.
시간: 약 4분
이렇게 말해 보세요
- “점이 4개씩 3줄이야. 곱셈식으로 쓰면? 4 × 3 = 12.”
- “12개를 3줄로 똑같이 나누면 한 줄에 몇 개야? 12 ÷ 3 = 4. 12개를 4개씩 묶으면 몇 묶음이야? 12 ÷ 4 = 3.”
예상 답
- “4 × 3 = 12, 12 ÷ 3 = 4, 12 ÷ 4 = 3이요.”
막히면
- 바둑돌을 4개씩 3줄로 놓고, 줄을 손으로 가리며 ‘3줄로 나누면’과 ‘4개씩 묶으면’을 차례로 해 봅니다.
주의
- 세 식 모두 같은 세 수(4, 3, 12)를 씁니다. 곱(12)은 나눗셈식의 맨 앞에 옵니다(M4).
- 다음 차시에는 이 관계로 곱셈구구를 이용해 몫을 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안내받는 연습(곱셈식을 나눗셈식으로)]
목적: 도움을 받으며 곱셈식 하나를 나눗셈식 2개로 바꿉니다.
시간: 약 3분
이렇게 말해 보세요
- “①은 5 × 4 = 20이야. 오른쪽 점 배열을 보며 나눗셈식 2개를 만들어 볼래?”
- “②, ③도 곱(전체)을 맨 앞에 쓰고 만들어 봐.”
정답
- ① 20 ÷ 5 = 4, 20 ÷ 4 = 5
- ② 18 ÷ 6 = 3, 18 ÷ 3 = 6
- ③ 14 ÷ 7 = 2, 14 ÷ 2 = 7
막히면
- ①의 점 배열에서 ‘5개씩 묶으면 몇 묶음?’, ‘4줄로 나누면 한 줄에 몇 개?’를 차례로 묻습니다.
- ②, ③은 바둑돌로 배열을 만들어 봅니다.
주의
- 두 나눗셈식의 순서는 바뀌어도 됩니다. 4 ÷ 20처럼 곱이 뒤로 가면 S09로 돌아갑니다(M4).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혼자 해결]
목적: 도움 없이 나눗셈 상황을 식으로 쓰고 몫을 구하며, 곱셈식을 나눗셈식으로 바꾸는지 확인합니다.
시간: 약 4분
이렇게 말해 보세요
- “이번에는 혼자 해 볼래? 바둑돌을 써도 돼. 식을 쓰고, 어떻게 알았는지 말해 줘.”
정답
- ① 20 ÷ 4 = 5, 한 명에 5개
- ② 18 ÷ 6 = 3, 3번
- ③ 24 ÷ 3 = 8, 24 ÷ 8 = 3(순서는 바뀌어도 됨)
막히면
- 바로 알려 주지 말고 “처음에 모두 몇 개야? 똑같이 나누는 거야, 몇 개씩 덜어 내는 거야?”라고만 묻습니다.
- 도움을 받아 해결했다면 기록표에 ‘도움’으로 표시합니다.
주의
- ①, ②는 바둑돌로 구해도 됩니다. 식과 몫이 맞고 몫이 무엇을 뜻하는지 말하면 목표 A를 이룬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정답과 피드백]
목적: 아이의 답을 함께 확인하고 흔한 실수를 바로잡습니다. 수업용에만 있는 장입니다.
시간: 약 2분
이렇게 말해 보세요
- “네 답과 같은지 볼까? 다르면 바둑돌로 다시 해 보자.”
정답
- ① 20 ÷ 4 = 5 ② 18 ÷ 6 = 3 ③ 24 ÷ 3 = 8, 24 ÷ 8 = 3
막히면
- 순서를 바꾸어 썼으면 S04로, 곱셈식을 바꾸지 못했으면 S09로 돌아갑니다.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마무리 확인(나눗셈식에 맞는 그림)]
목적: 처음 보는 그림에서 나눗셈의 두 가지 뜻을 찾아 설명하는지 확인합니다.
시간: 약 2분
이렇게 말해 보세요
- “15 ÷ 3 = 5를 나타낸 그림을 모두 골라 볼래? 어떻게 나누었는지 말해 줘.”
정답
- 가와 나. 가는 15개를 3묶음으로 똑같이 나누어 한 묶음에 5개, 나는 15개를 3개씩 묶어 5묶음입니다.
- 다는 모두 12개라 15 ÷ 3이 아닙니다(12 ÷ 3 = 4).
막히면
- 먼저 그림마다 모두 몇 개인지 세게 한 뒤, 묶음의 수와 한 묶음의 수를 차례로 묻습니다.
주의
- 가만 고르면 “3개씩 묶어 덜어 내는 것도 15 ÷ 3이었지?”라고 묻습니다. 두 그림 모두 고르고 까닭을 말하면 목표 A를 이룬 것입니다.
- 가와 나는 곱셈식으로도 5 × 3 = 15, 3 × 5 = 15입니다.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정리와 다음 수업 복습]
목적: 핵심을 정리하고 다음 수업 첫 5분에 풀 복습 문제를 알려 줍니다.
시간: 약 2분
이렇게 말해 보세요
- “오늘 배운 것을 말해 볼래? 12 ÷ 3 = 4는 어떤 두 가지 뜻이 있었지? 곱셈식으로 어떻게 바꿔?”
예상 답
- “3명에게 똑같이 나누면 4개씩, 3개씩 묶으면 4묶음이에요.” “3 × 4 = 12요.”
정답
- ① 2 ② 24 ÷ 4 = 6, 24 ÷ 6 = 4 ③ 2번(14 ÷ 7 = 2)
막히면
- S06과 S09를 다시 보여 주며 두 가지 뜻과 곱셈과의 관계를 함께 말합니다.
주의
- 다음 차시(곱셈구구로 몫 구하기)는 오늘 배운 곱셈과 나눗셈의 관계로 바둑돌 없이 몫을 구합니다.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선수 학습 보충(묶어 세기와 곱셈)]
목적: S02에서 곱셈이나 같은 수 여러 번 빼기가 흔들리면, 같은 수씩 묶어 세기와 곱셈식을 다시 익힙니다.
시간: 약 5분
이렇게 말해 보세요
- “점을 3개씩 묶었어. 묶음은 몇 개야? 3씩 뛰어 세어 볼까? 3, 6, 9, 12.”
- “3씩 4묶음은 3 × 4 = 12야. 거꾸로 12에서 3씩 4번 덜어 내면 0이 되지?”
정답
- 3씩 4묶음, 3 × 4 = 12
막히면
- 바둑돌을 컵 4개에 3개씩 담고 컵을 하나씩 가리키며 “3, 6, 9, 12”를 셉니다. 컵을 하나씩 치우며 “12, 9, 6, 3, 0”으로 거꾸로도 셉니다.
주의
- 보충으로도 어려우면 초2 6차시 ‘곱셈의 뜻’(KR22-G02-MAT-MULT-L01)과 초2 11차시 ‘1과 0의 곱, 곱셈표’(KR22-G02-MAT-TIMES10-L01)를 먼저 합니다. 뺄셈이 흔들리면 초3 2차시 ‘세 자리 수의 뺄셈’(KR22-G03-MAT-SUB3D-L01)의 보충 장도 함께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나눗셈의 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나눗셈의 뜻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12개를 3명이 똑같이 나누면?</a:t>
            </a:r>
            <a:endParaRPr lang="ko-KR" sz="3000" dirty="0"/>
          </a:p>
        </p:txBody>
      </p:sp>
      <p:sp>
        <p:nvSpPr>
          <p:cNvPr id="4" name="S01-dot1"/>
          <p:cNvSpPr/>
          <p:nvPr/>
        </p:nvSpPr>
        <p:spPr>
          <a:xfrm>
            <a:off x="810524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65388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920252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975116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1029980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10848442" y="165872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10524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65388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920252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75116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dot11"/>
          <p:cNvSpPr/>
          <p:nvPr/>
        </p:nvSpPr>
        <p:spPr>
          <a:xfrm>
            <a:off x="1029980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10848442" y="2207362"/>
            <a:ext cx="340157" cy="34015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figure13" descr="점 12개를 2줄에 6개씩 놓은 배열"/>
          <p:cNvSpPr/>
          <p:nvPr/>
        </p:nvSpPr>
        <p:spPr>
          <a:xfrm>
            <a:off x="8001000" y="1554480"/>
            <a:ext cx="3291840" cy="1097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1-card14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8" name="S01-cardtext15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똑같이 나누기와 묶어 덜기를 나눗셈식으로 써요.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곱셈식을 나눗셈식으로 바꿔요.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1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1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□</a:t>
            </a:r>
            <a:endParaRPr lang="ko-KR" sz="3400" dirty="0"/>
          </a:p>
        </p:txBody>
      </p:sp>
      <p:sp>
        <p:nvSpPr>
          <p:cNvPr id="5" name="S02-chip1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eqtext1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□</a:t>
            </a:r>
            <a:endParaRPr lang="ko-KR" sz="3400" dirty="0"/>
          </a:p>
        </p:txBody>
      </p:sp>
      <p:sp>
        <p:nvSpPr>
          <p:cNvPr id="7" name="S02-chip2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2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12 − 3 − 3 − 3 − 3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</a:t>
            </a:r>
            <a:endParaRPr lang="ko-KR" sz="4000" dirty="0"/>
          </a:p>
        </p:txBody>
      </p:sp>
      <p:sp>
        <p:nvSpPr>
          <p:cNvPr id="3" name="S03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3명에게 똑같이 나누어요.</a:t>
            </a:r>
            <a:endParaRPr lang="ko-KR" sz="3000" dirty="0"/>
          </a:p>
        </p:txBody>
      </p:sp>
      <p:sp>
        <p:nvSpPr>
          <p:cNvPr id="4" name="S03-card23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4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나누기 3은 4와 같아요.</a:t>
            </a:r>
            <a:endParaRPr lang="ko-KR" sz="3000" dirty="0"/>
          </a:p>
        </p:txBody>
      </p:sp>
      <p:sp>
        <p:nvSpPr>
          <p:cNvPr id="6" name="S03-dot25"/>
          <p:cNvSpPr/>
          <p:nvPr/>
        </p:nvSpPr>
        <p:spPr>
          <a:xfrm>
            <a:off x="19888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26"/>
          <p:cNvSpPr/>
          <p:nvPr/>
        </p:nvSpPr>
        <p:spPr>
          <a:xfrm>
            <a:off x="26746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27"/>
          <p:cNvSpPr/>
          <p:nvPr/>
        </p:nvSpPr>
        <p:spPr>
          <a:xfrm>
            <a:off x="33604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28"/>
          <p:cNvSpPr/>
          <p:nvPr/>
        </p:nvSpPr>
        <p:spPr>
          <a:xfrm>
            <a:off x="4046220" y="24810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29"/>
          <p:cNvSpPr/>
          <p:nvPr/>
        </p:nvSpPr>
        <p:spPr>
          <a:xfrm>
            <a:off x="19888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30"/>
          <p:cNvSpPr/>
          <p:nvPr/>
        </p:nvSpPr>
        <p:spPr>
          <a:xfrm>
            <a:off x="26746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31"/>
          <p:cNvSpPr/>
          <p:nvPr/>
        </p:nvSpPr>
        <p:spPr>
          <a:xfrm>
            <a:off x="33604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32"/>
          <p:cNvSpPr/>
          <p:nvPr/>
        </p:nvSpPr>
        <p:spPr>
          <a:xfrm>
            <a:off x="4046220" y="31668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33"/>
          <p:cNvSpPr/>
          <p:nvPr/>
        </p:nvSpPr>
        <p:spPr>
          <a:xfrm>
            <a:off x="19888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34"/>
          <p:cNvSpPr/>
          <p:nvPr/>
        </p:nvSpPr>
        <p:spPr>
          <a:xfrm>
            <a:off x="26746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dot35"/>
          <p:cNvSpPr/>
          <p:nvPr/>
        </p:nvSpPr>
        <p:spPr>
          <a:xfrm>
            <a:off x="33604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3-dot36"/>
          <p:cNvSpPr/>
          <p:nvPr/>
        </p:nvSpPr>
        <p:spPr>
          <a:xfrm>
            <a:off x="4046220" y="3852672"/>
            <a:ext cx="425196" cy="425196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group37"/>
          <p:cNvSpPr/>
          <p:nvPr/>
        </p:nvSpPr>
        <p:spPr>
          <a:xfrm>
            <a:off x="1885950" y="23873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3-group38"/>
          <p:cNvSpPr/>
          <p:nvPr/>
        </p:nvSpPr>
        <p:spPr>
          <a:xfrm>
            <a:off x="1885950" y="30731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3-group39"/>
          <p:cNvSpPr/>
          <p:nvPr/>
        </p:nvSpPr>
        <p:spPr>
          <a:xfrm>
            <a:off x="1885950" y="3758946"/>
            <a:ext cx="2688336" cy="612648"/>
          </a:xfrm>
          <a:prstGeom prst="roundRect">
            <a:avLst>
              <a:gd name="adj" fmla="val 17910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3-figure40" descr="점 12개를 4개씩 3줄로 나눈 배열, 줄마다 묶음 표시(한 줄이 한 명의 몫)"/>
          <p:cNvSpPr/>
          <p:nvPr/>
        </p:nvSpPr>
        <p:spPr>
          <a:xfrm>
            <a:off x="1858518" y="2350770"/>
            <a:ext cx="27432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card41"/>
          <p:cNvSpPr/>
          <p:nvPr/>
        </p:nvSpPr>
        <p:spPr>
          <a:xfrm>
            <a:off x="6277356" y="239649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03-cardtext42"/>
          <p:cNvSpPr txBox="1"/>
          <p:nvPr/>
        </p:nvSpPr>
        <p:spPr>
          <a:xfrm>
            <a:off x="6551676" y="253365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차례로 놓아요.</a:t>
            </a:r>
            <a:endParaRPr lang="ko-KR" sz="3000" dirty="0"/>
          </a:p>
        </p:txBody>
      </p:sp>
      <p:sp>
        <p:nvSpPr>
          <p:cNvPr id="24" name="S03-card43"/>
          <p:cNvSpPr/>
          <p:nvPr/>
        </p:nvSpPr>
        <p:spPr>
          <a:xfrm>
            <a:off x="6277356" y="349377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5" name="S03-cardtext44"/>
          <p:cNvSpPr txBox="1"/>
          <p:nvPr/>
        </p:nvSpPr>
        <p:spPr>
          <a:xfrm>
            <a:off x="6551676" y="363093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4개씩이에요.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나눗셈식과 몫</a:t>
            </a:r>
            <a:endParaRPr lang="ko-KR" sz="4000" dirty="0"/>
          </a:p>
        </p:txBody>
      </p:sp>
      <p:sp>
        <p:nvSpPr>
          <p:cNvPr id="3" name="S04-text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나눗셈식의 수에는 이름이 있어요.</a:t>
            </a:r>
            <a:endParaRPr lang="ko-KR" sz="3000" dirty="0"/>
          </a:p>
        </p:txBody>
      </p:sp>
      <p:sp>
        <p:nvSpPr>
          <p:cNvPr id="4" name="S04-card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4는 12를 3으로 나눈 몫이에요.</a:t>
            </a:r>
            <a:endParaRPr lang="ko-KR" sz="3000" dirty="0"/>
          </a:p>
        </p:txBody>
      </p:sp>
      <p:sp>
        <p:nvSpPr>
          <p:cNvPr id="6" name="S04-card48"/>
          <p:cNvSpPr/>
          <p:nvPr/>
        </p:nvSpPr>
        <p:spPr>
          <a:xfrm>
            <a:off x="548640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49"/>
          <p:cNvSpPr txBox="1"/>
          <p:nvPr/>
        </p:nvSpPr>
        <p:spPr>
          <a:xfrm>
            <a:off x="822960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나누어지는 수</a:t>
            </a:r>
            <a:endParaRPr lang="ko-KR" sz="3000" dirty="0"/>
          </a:p>
        </p:txBody>
      </p:sp>
      <p:sp>
        <p:nvSpPr>
          <p:cNvPr id="8" name="S04-card50"/>
          <p:cNvSpPr/>
          <p:nvPr/>
        </p:nvSpPr>
        <p:spPr>
          <a:xfrm>
            <a:off x="4322064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51"/>
          <p:cNvSpPr txBox="1"/>
          <p:nvPr/>
        </p:nvSpPr>
        <p:spPr>
          <a:xfrm>
            <a:off x="4596384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나누는 수</a:t>
            </a:r>
            <a:endParaRPr lang="ko-KR" sz="3000" dirty="0"/>
          </a:p>
        </p:txBody>
      </p:sp>
      <p:sp>
        <p:nvSpPr>
          <p:cNvPr id="10" name="S04-card52"/>
          <p:cNvSpPr/>
          <p:nvPr/>
        </p:nvSpPr>
        <p:spPr>
          <a:xfrm>
            <a:off x="8095488" y="3878580"/>
            <a:ext cx="3544824" cy="1242060"/>
          </a:xfrm>
          <a:prstGeom prst="roundRect">
            <a:avLst>
              <a:gd name="adj" fmla="val 883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53"/>
          <p:cNvSpPr txBox="1"/>
          <p:nvPr/>
        </p:nvSpPr>
        <p:spPr>
          <a:xfrm>
            <a:off x="8369808" y="4015740"/>
            <a:ext cx="2996184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몫</a:t>
            </a:r>
            <a:endParaRPr lang="ko-KR" sz="3000" dirty="0"/>
          </a:p>
        </p:txBody>
      </p:sp>
      <p:sp>
        <p:nvSpPr>
          <p:cNvPr id="12" name="S04-eqtext54"/>
          <p:cNvSpPr txBox="1"/>
          <p:nvPr/>
        </p:nvSpPr>
        <p:spPr>
          <a:xfrm>
            <a:off x="548640" y="2011680"/>
            <a:ext cx="11091672" cy="1638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6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6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덜기</a:t>
            </a:r>
            <a:endParaRPr lang="ko-KR" sz="4000" dirty="0"/>
          </a:p>
        </p:txBody>
      </p:sp>
      <p:sp>
        <p:nvSpPr>
          <p:cNvPr id="3" name="S05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한 봉지에 3개씩 담아요.</a:t>
            </a:r>
            <a:endParaRPr lang="ko-KR" sz="3000" dirty="0"/>
          </a:p>
        </p:txBody>
      </p:sp>
      <p:sp>
        <p:nvSpPr>
          <p:cNvPr id="4" name="S05-card56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57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4번 덜어 내면 0이 돼요.</a:t>
            </a:r>
            <a:endParaRPr lang="ko-KR" sz="3000" dirty="0"/>
          </a:p>
        </p:txBody>
      </p:sp>
      <p:sp>
        <p:nvSpPr>
          <p:cNvPr id="6" name="S05-dot58"/>
          <p:cNvSpPr/>
          <p:nvPr/>
        </p:nvSpPr>
        <p:spPr>
          <a:xfrm>
            <a:off x="258272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5-line59"/>
          <p:cNvSpPr/>
          <p:nvPr/>
        </p:nvSpPr>
        <p:spPr>
          <a:xfrm>
            <a:off x="254530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8" name="S05-line60"/>
          <p:cNvSpPr/>
          <p:nvPr/>
        </p:nvSpPr>
        <p:spPr>
          <a:xfrm flipV="1">
            <a:off x="254530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9" name="S05-dot61"/>
          <p:cNvSpPr/>
          <p:nvPr/>
        </p:nvSpPr>
        <p:spPr>
          <a:xfrm>
            <a:off x="308564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5-line62"/>
          <p:cNvSpPr/>
          <p:nvPr/>
        </p:nvSpPr>
        <p:spPr>
          <a:xfrm>
            <a:off x="304822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1" name="S05-line63"/>
          <p:cNvSpPr/>
          <p:nvPr/>
        </p:nvSpPr>
        <p:spPr>
          <a:xfrm flipV="1">
            <a:off x="304822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2" name="S05-dot64"/>
          <p:cNvSpPr/>
          <p:nvPr/>
        </p:nvSpPr>
        <p:spPr>
          <a:xfrm>
            <a:off x="3588563" y="222686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5-line65"/>
          <p:cNvSpPr/>
          <p:nvPr/>
        </p:nvSpPr>
        <p:spPr>
          <a:xfrm>
            <a:off x="355114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05-line66"/>
          <p:cNvSpPr/>
          <p:nvPr/>
        </p:nvSpPr>
        <p:spPr>
          <a:xfrm flipV="1">
            <a:off x="3551146" y="218945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5" name="S05-dot67"/>
          <p:cNvSpPr/>
          <p:nvPr/>
        </p:nvSpPr>
        <p:spPr>
          <a:xfrm>
            <a:off x="258272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5-line68"/>
          <p:cNvSpPr/>
          <p:nvPr/>
        </p:nvSpPr>
        <p:spPr>
          <a:xfrm>
            <a:off x="254530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05-line69"/>
          <p:cNvSpPr/>
          <p:nvPr/>
        </p:nvSpPr>
        <p:spPr>
          <a:xfrm flipV="1">
            <a:off x="254530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8" name="S05-dot70"/>
          <p:cNvSpPr/>
          <p:nvPr/>
        </p:nvSpPr>
        <p:spPr>
          <a:xfrm>
            <a:off x="308564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5-line71"/>
          <p:cNvSpPr/>
          <p:nvPr/>
        </p:nvSpPr>
        <p:spPr>
          <a:xfrm>
            <a:off x="304822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5-line72"/>
          <p:cNvSpPr/>
          <p:nvPr/>
        </p:nvSpPr>
        <p:spPr>
          <a:xfrm flipV="1">
            <a:off x="304822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05-dot73"/>
          <p:cNvSpPr/>
          <p:nvPr/>
        </p:nvSpPr>
        <p:spPr>
          <a:xfrm>
            <a:off x="3588563" y="272978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5-line74"/>
          <p:cNvSpPr/>
          <p:nvPr/>
        </p:nvSpPr>
        <p:spPr>
          <a:xfrm>
            <a:off x="355114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05-line75"/>
          <p:cNvSpPr/>
          <p:nvPr/>
        </p:nvSpPr>
        <p:spPr>
          <a:xfrm flipV="1">
            <a:off x="3551146" y="269237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05-dot76"/>
          <p:cNvSpPr/>
          <p:nvPr/>
        </p:nvSpPr>
        <p:spPr>
          <a:xfrm>
            <a:off x="258272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5-line77"/>
          <p:cNvSpPr/>
          <p:nvPr/>
        </p:nvSpPr>
        <p:spPr>
          <a:xfrm>
            <a:off x="254530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6" name="S05-line78"/>
          <p:cNvSpPr/>
          <p:nvPr/>
        </p:nvSpPr>
        <p:spPr>
          <a:xfrm flipV="1">
            <a:off x="254530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7" name="S05-dot79"/>
          <p:cNvSpPr/>
          <p:nvPr/>
        </p:nvSpPr>
        <p:spPr>
          <a:xfrm>
            <a:off x="308564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5-line80"/>
          <p:cNvSpPr/>
          <p:nvPr/>
        </p:nvSpPr>
        <p:spPr>
          <a:xfrm>
            <a:off x="304822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5-line81"/>
          <p:cNvSpPr/>
          <p:nvPr/>
        </p:nvSpPr>
        <p:spPr>
          <a:xfrm flipV="1">
            <a:off x="304822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0" name="S05-dot82"/>
          <p:cNvSpPr/>
          <p:nvPr/>
        </p:nvSpPr>
        <p:spPr>
          <a:xfrm>
            <a:off x="3588563" y="323270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5-line83"/>
          <p:cNvSpPr/>
          <p:nvPr/>
        </p:nvSpPr>
        <p:spPr>
          <a:xfrm>
            <a:off x="355114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5-line84"/>
          <p:cNvSpPr/>
          <p:nvPr/>
        </p:nvSpPr>
        <p:spPr>
          <a:xfrm flipV="1">
            <a:off x="3551146" y="319529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3" name="S05-dot85"/>
          <p:cNvSpPr/>
          <p:nvPr/>
        </p:nvSpPr>
        <p:spPr>
          <a:xfrm>
            <a:off x="258272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5-line86"/>
          <p:cNvSpPr/>
          <p:nvPr/>
        </p:nvSpPr>
        <p:spPr>
          <a:xfrm>
            <a:off x="254530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5-line87"/>
          <p:cNvSpPr/>
          <p:nvPr/>
        </p:nvSpPr>
        <p:spPr>
          <a:xfrm flipV="1">
            <a:off x="254530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6" name="S05-dot88"/>
          <p:cNvSpPr/>
          <p:nvPr/>
        </p:nvSpPr>
        <p:spPr>
          <a:xfrm>
            <a:off x="308564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5-line89"/>
          <p:cNvSpPr/>
          <p:nvPr/>
        </p:nvSpPr>
        <p:spPr>
          <a:xfrm>
            <a:off x="304822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8" name="S05-line90"/>
          <p:cNvSpPr/>
          <p:nvPr/>
        </p:nvSpPr>
        <p:spPr>
          <a:xfrm flipV="1">
            <a:off x="304822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9" name="S05-dot91"/>
          <p:cNvSpPr/>
          <p:nvPr/>
        </p:nvSpPr>
        <p:spPr>
          <a:xfrm>
            <a:off x="3588563" y="373562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05-line92"/>
          <p:cNvSpPr/>
          <p:nvPr/>
        </p:nvSpPr>
        <p:spPr>
          <a:xfrm>
            <a:off x="355114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1" name="S05-line93"/>
          <p:cNvSpPr/>
          <p:nvPr/>
        </p:nvSpPr>
        <p:spPr>
          <a:xfrm flipV="1">
            <a:off x="3551146" y="3698212"/>
            <a:ext cx="386645" cy="386645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42" name="S05-group94"/>
          <p:cNvSpPr/>
          <p:nvPr/>
        </p:nvSpPr>
        <p:spPr>
          <a:xfrm>
            <a:off x="2514600" y="216789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3" name="S05-group95"/>
          <p:cNvSpPr/>
          <p:nvPr/>
        </p:nvSpPr>
        <p:spPr>
          <a:xfrm>
            <a:off x="2514600" y="267081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05-group96"/>
          <p:cNvSpPr/>
          <p:nvPr/>
        </p:nvSpPr>
        <p:spPr>
          <a:xfrm>
            <a:off x="2514600" y="317373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05-group97"/>
          <p:cNvSpPr/>
          <p:nvPr/>
        </p:nvSpPr>
        <p:spPr>
          <a:xfrm>
            <a:off x="2514600" y="3676650"/>
            <a:ext cx="145389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6" name="S05-figure98" descr="점 12개를 3개씩 4묶음으로 묶고 모두 × 표시(덜어 냄)"/>
          <p:cNvSpPr/>
          <p:nvPr/>
        </p:nvSpPr>
        <p:spPr>
          <a:xfrm>
            <a:off x="2487168" y="2131314"/>
            <a:ext cx="150876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05-label99"/>
          <p:cNvSpPr txBox="1"/>
          <p:nvPr/>
        </p:nvSpPr>
        <p:spPr>
          <a:xfrm>
            <a:off x="548640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3개씩 4번 덜었어요</a:t>
            </a:r>
            <a:endParaRPr lang="ko-KR" sz="2400" dirty="0"/>
          </a:p>
        </p:txBody>
      </p:sp>
      <p:sp>
        <p:nvSpPr>
          <p:cNvPr id="48" name="S05-line100"/>
          <p:cNvSpPr/>
          <p:nvPr/>
        </p:nvSpPr>
        <p:spPr>
          <a:xfrm>
            <a:off x="6391656" y="3407268"/>
            <a:ext cx="511149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49" name="S05-line101"/>
          <p:cNvSpPr/>
          <p:nvPr/>
        </p:nvSpPr>
        <p:spPr>
          <a:xfrm>
            <a:off x="666597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0" name="S05-label102"/>
          <p:cNvSpPr txBox="1"/>
          <p:nvPr/>
        </p:nvSpPr>
        <p:spPr>
          <a:xfrm>
            <a:off x="6208776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1700" dirty="0"/>
          </a:p>
        </p:txBody>
      </p:sp>
      <p:sp>
        <p:nvSpPr>
          <p:cNvPr id="51" name="S05-line103"/>
          <p:cNvSpPr/>
          <p:nvPr/>
        </p:nvSpPr>
        <p:spPr>
          <a:xfrm>
            <a:off x="704621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2" name="S05-line104"/>
          <p:cNvSpPr/>
          <p:nvPr/>
        </p:nvSpPr>
        <p:spPr>
          <a:xfrm>
            <a:off x="742645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3" name="S05-line105"/>
          <p:cNvSpPr/>
          <p:nvPr/>
        </p:nvSpPr>
        <p:spPr>
          <a:xfrm>
            <a:off x="780669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4" name="S05-label106"/>
          <p:cNvSpPr txBox="1"/>
          <p:nvPr/>
        </p:nvSpPr>
        <p:spPr>
          <a:xfrm>
            <a:off x="7349490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1700" dirty="0"/>
          </a:p>
        </p:txBody>
      </p:sp>
      <p:sp>
        <p:nvSpPr>
          <p:cNvPr id="55" name="S05-line107"/>
          <p:cNvSpPr/>
          <p:nvPr/>
        </p:nvSpPr>
        <p:spPr>
          <a:xfrm>
            <a:off x="818692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6" name="S05-line108"/>
          <p:cNvSpPr/>
          <p:nvPr/>
        </p:nvSpPr>
        <p:spPr>
          <a:xfrm>
            <a:off x="856716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7" name="S05-line109"/>
          <p:cNvSpPr/>
          <p:nvPr/>
        </p:nvSpPr>
        <p:spPr>
          <a:xfrm>
            <a:off x="894740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8" name="S05-label110"/>
          <p:cNvSpPr txBox="1"/>
          <p:nvPr/>
        </p:nvSpPr>
        <p:spPr>
          <a:xfrm>
            <a:off x="8490204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1700" dirty="0"/>
          </a:p>
        </p:txBody>
      </p:sp>
      <p:sp>
        <p:nvSpPr>
          <p:cNvPr id="59" name="S05-line111"/>
          <p:cNvSpPr/>
          <p:nvPr/>
        </p:nvSpPr>
        <p:spPr>
          <a:xfrm>
            <a:off x="932764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0" name="S05-line112"/>
          <p:cNvSpPr/>
          <p:nvPr/>
        </p:nvSpPr>
        <p:spPr>
          <a:xfrm>
            <a:off x="9707880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1" name="S05-line113"/>
          <p:cNvSpPr/>
          <p:nvPr/>
        </p:nvSpPr>
        <p:spPr>
          <a:xfrm>
            <a:off x="10088118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2" name="S05-label114"/>
          <p:cNvSpPr txBox="1"/>
          <p:nvPr/>
        </p:nvSpPr>
        <p:spPr>
          <a:xfrm>
            <a:off x="9630918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1700" dirty="0"/>
          </a:p>
        </p:txBody>
      </p:sp>
      <p:sp>
        <p:nvSpPr>
          <p:cNvPr id="63" name="S05-line115"/>
          <p:cNvSpPr/>
          <p:nvPr/>
        </p:nvSpPr>
        <p:spPr>
          <a:xfrm>
            <a:off x="10468356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4" name="S05-line116"/>
          <p:cNvSpPr/>
          <p:nvPr/>
        </p:nvSpPr>
        <p:spPr>
          <a:xfrm>
            <a:off x="10848594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5" name="S05-line117"/>
          <p:cNvSpPr/>
          <p:nvPr/>
        </p:nvSpPr>
        <p:spPr>
          <a:xfrm>
            <a:off x="11228832" y="326096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66" name="S05-label118"/>
          <p:cNvSpPr txBox="1"/>
          <p:nvPr/>
        </p:nvSpPr>
        <p:spPr>
          <a:xfrm>
            <a:off x="10771632" y="3590148"/>
            <a:ext cx="914400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1700" dirty="0"/>
          </a:p>
        </p:txBody>
      </p:sp>
      <p:sp>
        <p:nvSpPr>
          <p:cNvPr id="67" name="S05-line119"/>
          <p:cNvSpPr/>
          <p:nvPr/>
        </p:nvSpPr>
        <p:spPr>
          <a:xfrm flipV="1">
            <a:off x="11228832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68" name="S05-line120"/>
          <p:cNvSpPr/>
          <p:nvPr/>
        </p:nvSpPr>
        <p:spPr>
          <a:xfrm flipH="1">
            <a:off x="10088118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69" name="S05-label121"/>
          <p:cNvSpPr txBox="1"/>
          <p:nvPr/>
        </p:nvSpPr>
        <p:spPr>
          <a:xfrm>
            <a:off x="10088118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0" name="S05-line122"/>
          <p:cNvSpPr/>
          <p:nvPr/>
        </p:nvSpPr>
        <p:spPr>
          <a:xfrm flipV="1">
            <a:off x="10088118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1" name="S05-line123"/>
          <p:cNvSpPr/>
          <p:nvPr/>
        </p:nvSpPr>
        <p:spPr>
          <a:xfrm flipH="1">
            <a:off x="8947404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2" name="S05-label124"/>
          <p:cNvSpPr txBox="1"/>
          <p:nvPr/>
        </p:nvSpPr>
        <p:spPr>
          <a:xfrm>
            <a:off x="8947404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3" name="S05-line125"/>
          <p:cNvSpPr/>
          <p:nvPr/>
        </p:nvSpPr>
        <p:spPr>
          <a:xfrm flipV="1">
            <a:off x="8947404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4" name="S05-line126"/>
          <p:cNvSpPr/>
          <p:nvPr/>
        </p:nvSpPr>
        <p:spPr>
          <a:xfrm flipH="1">
            <a:off x="7806690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5" name="S05-label127"/>
          <p:cNvSpPr txBox="1"/>
          <p:nvPr/>
        </p:nvSpPr>
        <p:spPr>
          <a:xfrm>
            <a:off x="7806690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6" name="S05-line128"/>
          <p:cNvSpPr/>
          <p:nvPr/>
        </p:nvSpPr>
        <p:spPr>
          <a:xfrm flipV="1">
            <a:off x="7806690" y="3023220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77" name="S05-line129"/>
          <p:cNvSpPr/>
          <p:nvPr/>
        </p:nvSpPr>
        <p:spPr>
          <a:xfrm flipH="1">
            <a:off x="6665976" y="3023220"/>
            <a:ext cx="1140714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8" name="S05-label130"/>
          <p:cNvSpPr txBox="1"/>
          <p:nvPr/>
        </p:nvSpPr>
        <p:spPr>
          <a:xfrm>
            <a:off x="6665976" y="2724262"/>
            <a:ext cx="1140714" cy="280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7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−3</a:t>
            </a:r>
            <a:endParaRPr lang="ko-KR" sz="1700" dirty="0"/>
          </a:p>
        </p:txBody>
      </p:sp>
      <p:sp>
        <p:nvSpPr>
          <p:cNvPr id="79" name="S05-figure131" descr="0부터 12까지 수직선에서 12, 9, 6, 3, 0으로 3씩 네 번 거꾸로 뛰는 화살표"/>
          <p:cNvSpPr/>
          <p:nvPr/>
        </p:nvSpPr>
        <p:spPr>
          <a:xfrm>
            <a:off x="6391656" y="3224388"/>
            <a:ext cx="511149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0" name="S05-label132"/>
          <p:cNvSpPr txBox="1"/>
          <p:nvPr/>
        </p:nvSpPr>
        <p:spPr>
          <a:xfrm>
            <a:off x="6254496" y="4335780"/>
            <a:ext cx="538581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12에서 3씩 4번 뛰면 0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가지 나눗셈</a:t>
            </a:r>
            <a:endParaRPr lang="ko-KR" sz="4000" dirty="0"/>
          </a:p>
        </p:txBody>
      </p:sp>
      <p:sp>
        <p:nvSpPr>
          <p:cNvPr id="3" name="S06-card1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12 ÷ 3 = 4예요. 4는 각각 무엇일까요?</a:t>
            </a:r>
            <a:endParaRPr lang="ko-KR" sz="3000" dirty="0"/>
          </a:p>
        </p:txBody>
      </p:sp>
      <p:sp>
        <p:nvSpPr>
          <p:cNvPr id="5" name="S06-chip135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</a:t>
            </a:r>
            <a:endParaRPr lang="ko-KR" sz="2400" dirty="0"/>
          </a:p>
        </p:txBody>
      </p:sp>
      <p:sp>
        <p:nvSpPr>
          <p:cNvPr id="6" name="S06-dot136"/>
          <p:cNvSpPr/>
          <p:nvPr/>
        </p:nvSpPr>
        <p:spPr>
          <a:xfrm>
            <a:off x="24025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6-dot137"/>
          <p:cNvSpPr/>
          <p:nvPr/>
        </p:nvSpPr>
        <p:spPr>
          <a:xfrm>
            <a:off x="28597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6-dot138"/>
          <p:cNvSpPr/>
          <p:nvPr/>
        </p:nvSpPr>
        <p:spPr>
          <a:xfrm>
            <a:off x="33169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6-dot139"/>
          <p:cNvSpPr/>
          <p:nvPr/>
        </p:nvSpPr>
        <p:spPr>
          <a:xfrm>
            <a:off x="3774186" y="2758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6-dot140"/>
          <p:cNvSpPr/>
          <p:nvPr/>
        </p:nvSpPr>
        <p:spPr>
          <a:xfrm>
            <a:off x="24025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6-dot141"/>
          <p:cNvSpPr/>
          <p:nvPr/>
        </p:nvSpPr>
        <p:spPr>
          <a:xfrm>
            <a:off x="28597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6-dot142"/>
          <p:cNvSpPr/>
          <p:nvPr/>
        </p:nvSpPr>
        <p:spPr>
          <a:xfrm>
            <a:off x="33169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6-dot143"/>
          <p:cNvSpPr/>
          <p:nvPr/>
        </p:nvSpPr>
        <p:spPr>
          <a:xfrm>
            <a:off x="3774186" y="32156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6-dot144"/>
          <p:cNvSpPr/>
          <p:nvPr/>
        </p:nvSpPr>
        <p:spPr>
          <a:xfrm>
            <a:off x="24025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6-dot145"/>
          <p:cNvSpPr/>
          <p:nvPr/>
        </p:nvSpPr>
        <p:spPr>
          <a:xfrm>
            <a:off x="28597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6-dot146"/>
          <p:cNvSpPr/>
          <p:nvPr/>
        </p:nvSpPr>
        <p:spPr>
          <a:xfrm>
            <a:off x="33169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6-dot147"/>
          <p:cNvSpPr/>
          <p:nvPr/>
        </p:nvSpPr>
        <p:spPr>
          <a:xfrm>
            <a:off x="3774186" y="3672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6-group148"/>
          <p:cNvSpPr/>
          <p:nvPr/>
        </p:nvSpPr>
        <p:spPr>
          <a:xfrm>
            <a:off x="2343150" y="27081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6-group149"/>
          <p:cNvSpPr/>
          <p:nvPr/>
        </p:nvSpPr>
        <p:spPr>
          <a:xfrm>
            <a:off x="2343150" y="31653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6-group150"/>
          <p:cNvSpPr/>
          <p:nvPr/>
        </p:nvSpPr>
        <p:spPr>
          <a:xfrm>
            <a:off x="2343150" y="3622548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6-figure151" descr="점 12개를 4개씩 3줄로 나눈 배열(3명에게 똑같이)"/>
          <p:cNvSpPr/>
          <p:nvPr/>
        </p:nvSpPr>
        <p:spPr>
          <a:xfrm>
            <a:off x="2315718" y="2671572"/>
            <a:ext cx="1828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6-text152"/>
          <p:cNvSpPr txBox="1"/>
          <p:nvPr/>
        </p:nvSpPr>
        <p:spPr>
          <a:xfrm>
            <a:off x="548640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3명에게 → 한 명에 4개</a:t>
            </a:r>
            <a:endParaRPr lang="ko-KR" sz="2400" dirty="0"/>
          </a:p>
        </p:txBody>
      </p:sp>
      <p:sp>
        <p:nvSpPr>
          <p:cNvPr id="23" name="S06-chip153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묶어 덜기</a:t>
            </a:r>
            <a:endParaRPr lang="ko-KR" sz="2400" dirty="0"/>
          </a:p>
        </p:txBody>
      </p:sp>
      <p:sp>
        <p:nvSpPr>
          <p:cNvPr id="24" name="S06-dot154"/>
          <p:cNvSpPr/>
          <p:nvPr/>
        </p:nvSpPr>
        <p:spPr>
          <a:xfrm>
            <a:off x="83599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6-dot155"/>
          <p:cNvSpPr/>
          <p:nvPr/>
        </p:nvSpPr>
        <p:spPr>
          <a:xfrm>
            <a:off x="88171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6-dot156"/>
          <p:cNvSpPr/>
          <p:nvPr/>
        </p:nvSpPr>
        <p:spPr>
          <a:xfrm>
            <a:off x="9274302" y="25298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6-dot157"/>
          <p:cNvSpPr/>
          <p:nvPr/>
        </p:nvSpPr>
        <p:spPr>
          <a:xfrm>
            <a:off x="83599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6-dot158"/>
          <p:cNvSpPr/>
          <p:nvPr/>
        </p:nvSpPr>
        <p:spPr>
          <a:xfrm>
            <a:off x="88171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6-dot159"/>
          <p:cNvSpPr/>
          <p:nvPr/>
        </p:nvSpPr>
        <p:spPr>
          <a:xfrm>
            <a:off x="9274302" y="29870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6-dot160"/>
          <p:cNvSpPr/>
          <p:nvPr/>
        </p:nvSpPr>
        <p:spPr>
          <a:xfrm>
            <a:off x="83599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6-dot161"/>
          <p:cNvSpPr/>
          <p:nvPr/>
        </p:nvSpPr>
        <p:spPr>
          <a:xfrm>
            <a:off x="88171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6-dot162"/>
          <p:cNvSpPr/>
          <p:nvPr/>
        </p:nvSpPr>
        <p:spPr>
          <a:xfrm>
            <a:off x="9274302" y="34442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6-dot163"/>
          <p:cNvSpPr/>
          <p:nvPr/>
        </p:nvSpPr>
        <p:spPr>
          <a:xfrm>
            <a:off x="83599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6-dot164"/>
          <p:cNvSpPr/>
          <p:nvPr/>
        </p:nvSpPr>
        <p:spPr>
          <a:xfrm>
            <a:off x="88171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6-dot165"/>
          <p:cNvSpPr/>
          <p:nvPr/>
        </p:nvSpPr>
        <p:spPr>
          <a:xfrm>
            <a:off x="9274302" y="3901440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6-group166"/>
          <p:cNvSpPr/>
          <p:nvPr/>
        </p:nvSpPr>
        <p:spPr>
          <a:xfrm>
            <a:off x="8300466" y="24795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7" name="S06-group167"/>
          <p:cNvSpPr/>
          <p:nvPr/>
        </p:nvSpPr>
        <p:spPr>
          <a:xfrm>
            <a:off x="8300466" y="29367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8" name="S06-group168"/>
          <p:cNvSpPr/>
          <p:nvPr/>
        </p:nvSpPr>
        <p:spPr>
          <a:xfrm>
            <a:off x="8300466" y="33939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9" name="S06-group169"/>
          <p:cNvSpPr/>
          <p:nvPr/>
        </p:nvSpPr>
        <p:spPr>
          <a:xfrm>
            <a:off x="8300466" y="3851148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0" name="S06-figure170" descr="점 12개를 3개씩 4묶음으로 묶은 배열"/>
          <p:cNvSpPr/>
          <p:nvPr/>
        </p:nvSpPr>
        <p:spPr>
          <a:xfrm>
            <a:off x="8273034" y="2442972"/>
            <a:ext cx="1371600" cy="18288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06-text171"/>
          <p:cNvSpPr txBox="1"/>
          <p:nvPr/>
        </p:nvSpPr>
        <p:spPr>
          <a:xfrm>
            <a:off x="6277356" y="4657344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3개씩 → 4묶음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나눗셈식으로 써요</a:t>
            </a:r>
            <a:endParaRPr lang="ko-KR" sz="4000" dirty="0"/>
          </a:p>
        </p:txBody>
      </p:sp>
      <p:sp>
        <p:nvSpPr>
          <p:cNvPr id="3" name="S07-text1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바둑돌로 해 보고, 나눗셈식을 써요.</a:t>
            </a:r>
            <a:endParaRPr lang="ko-KR" sz="3000" dirty="0"/>
          </a:p>
        </p:txBody>
      </p:sp>
      <p:sp>
        <p:nvSpPr>
          <p:cNvPr id="4" name="S07-card1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7-cardtext1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모두의 수를 식의 맨 앞에 써요.</a:t>
            </a:r>
            <a:endParaRPr lang="ko-KR" sz="3000" dirty="0"/>
          </a:p>
        </p:txBody>
      </p:sp>
      <p:sp>
        <p:nvSpPr>
          <p:cNvPr id="6" name="S07-chip17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7-text176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10개를 2명에게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개일까요?</a:t>
            </a:r>
            <a:endParaRPr lang="ko-KR" sz="3000" dirty="0"/>
          </a:p>
        </p:txBody>
      </p:sp>
      <p:sp>
        <p:nvSpPr>
          <p:cNvPr id="8" name="S07-chip17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7-text178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바둑돌 15개에서 5개씩 덜어 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덜어 낼까요?</a:t>
            </a:r>
            <a:endParaRPr lang="ko-KR" sz="3000" dirty="0"/>
          </a:p>
        </p:txBody>
      </p:sp>
      <p:sp>
        <p:nvSpPr>
          <p:cNvPr id="10" name="S07-chip17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7-text180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÷ 2 = 4를 읽고, 몫을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81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182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12개를 3명에게 나누었어요. 누가 12 ÷ 3을 바르게 나타냈을까요?</a:t>
            </a:r>
            <a:endParaRPr lang="ko-KR" sz="3000" dirty="0"/>
          </a:p>
        </p:txBody>
      </p:sp>
      <p:sp>
        <p:nvSpPr>
          <p:cNvPr id="5" name="S08-chip183"/>
          <p:cNvSpPr txBox="1"/>
          <p:nvPr/>
        </p:nvSpPr>
        <p:spPr>
          <a:xfrm>
            <a:off x="548640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400" dirty="0"/>
          </a:p>
        </p:txBody>
      </p:sp>
      <p:sp>
        <p:nvSpPr>
          <p:cNvPr id="6" name="S08-dot184"/>
          <p:cNvSpPr/>
          <p:nvPr/>
        </p:nvSpPr>
        <p:spPr>
          <a:xfrm>
            <a:off x="1216731" y="227514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8-dot185"/>
          <p:cNvSpPr/>
          <p:nvPr/>
        </p:nvSpPr>
        <p:spPr>
          <a:xfrm>
            <a:off x="1216731" y="265919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8-dot186"/>
          <p:cNvSpPr/>
          <p:nvPr/>
        </p:nvSpPr>
        <p:spPr>
          <a:xfrm>
            <a:off x="1216731" y="304324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8-dot187"/>
          <p:cNvSpPr/>
          <p:nvPr/>
        </p:nvSpPr>
        <p:spPr>
          <a:xfrm>
            <a:off x="1216731" y="342729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8-dot188"/>
          <p:cNvSpPr/>
          <p:nvPr/>
        </p:nvSpPr>
        <p:spPr>
          <a:xfrm>
            <a:off x="1216731" y="381134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8-figure189" descr="토끼: 가 점 5개"/>
          <p:cNvSpPr/>
          <p:nvPr/>
        </p:nvSpPr>
        <p:spPr>
          <a:xfrm>
            <a:off x="1143762" y="2202180"/>
            <a:ext cx="384048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08-dot190"/>
          <p:cNvSpPr/>
          <p:nvPr/>
        </p:nvSpPr>
        <p:spPr>
          <a:xfrm>
            <a:off x="3111063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8-dot191"/>
          <p:cNvSpPr/>
          <p:nvPr/>
        </p:nvSpPr>
        <p:spPr>
          <a:xfrm>
            <a:off x="3111063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8-dot192"/>
          <p:cNvSpPr/>
          <p:nvPr/>
        </p:nvSpPr>
        <p:spPr>
          <a:xfrm>
            <a:off x="3111063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8-dot193"/>
          <p:cNvSpPr/>
          <p:nvPr/>
        </p:nvSpPr>
        <p:spPr>
          <a:xfrm>
            <a:off x="3111063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8-figure194" descr="토끼: 나 점 4개"/>
          <p:cNvSpPr/>
          <p:nvPr/>
        </p:nvSpPr>
        <p:spPr>
          <a:xfrm>
            <a:off x="3038094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8-dot195"/>
          <p:cNvSpPr/>
          <p:nvPr/>
        </p:nvSpPr>
        <p:spPr>
          <a:xfrm>
            <a:off x="5005395" y="265919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8-dot196"/>
          <p:cNvSpPr/>
          <p:nvPr/>
        </p:nvSpPr>
        <p:spPr>
          <a:xfrm>
            <a:off x="5005395" y="3043245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8-dot197"/>
          <p:cNvSpPr/>
          <p:nvPr/>
        </p:nvSpPr>
        <p:spPr>
          <a:xfrm>
            <a:off x="5005395" y="342729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8-figure198" descr="토끼: 다 점 3개"/>
          <p:cNvSpPr/>
          <p:nvPr/>
        </p:nvSpPr>
        <p:spPr>
          <a:xfrm>
            <a:off x="4932426" y="2586228"/>
            <a:ext cx="384048" cy="1152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08-text199"/>
          <p:cNvSpPr txBox="1"/>
          <p:nvPr/>
        </p:nvSpPr>
        <p:spPr>
          <a:xfrm>
            <a:off x="548640" y="4267200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5개, 4개, 3개</a:t>
            </a:r>
            <a:endParaRPr lang="ko-KR" sz="2400" dirty="0"/>
          </a:p>
        </p:txBody>
      </p:sp>
      <p:sp>
        <p:nvSpPr>
          <p:cNvPr id="22" name="S08-chip200"/>
          <p:cNvSpPr txBox="1"/>
          <p:nvPr/>
        </p:nvSpPr>
        <p:spPr>
          <a:xfrm>
            <a:off x="6277356" y="13258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400" dirty="0"/>
          </a:p>
        </p:txBody>
      </p:sp>
      <p:sp>
        <p:nvSpPr>
          <p:cNvPr id="23" name="S08-dot201"/>
          <p:cNvSpPr/>
          <p:nvPr/>
        </p:nvSpPr>
        <p:spPr>
          <a:xfrm>
            <a:off x="6945447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8-dot202"/>
          <p:cNvSpPr/>
          <p:nvPr/>
        </p:nvSpPr>
        <p:spPr>
          <a:xfrm>
            <a:off x="6945447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8-dot203"/>
          <p:cNvSpPr/>
          <p:nvPr/>
        </p:nvSpPr>
        <p:spPr>
          <a:xfrm>
            <a:off x="6945447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8-dot204"/>
          <p:cNvSpPr/>
          <p:nvPr/>
        </p:nvSpPr>
        <p:spPr>
          <a:xfrm>
            <a:off x="6945447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8-figure205" descr="곰: 가 점 4개"/>
          <p:cNvSpPr/>
          <p:nvPr/>
        </p:nvSpPr>
        <p:spPr>
          <a:xfrm>
            <a:off x="6872478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08-dot206"/>
          <p:cNvSpPr/>
          <p:nvPr/>
        </p:nvSpPr>
        <p:spPr>
          <a:xfrm>
            <a:off x="8839779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8-dot207"/>
          <p:cNvSpPr/>
          <p:nvPr/>
        </p:nvSpPr>
        <p:spPr>
          <a:xfrm>
            <a:off x="8839779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8-dot208"/>
          <p:cNvSpPr/>
          <p:nvPr/>
        </p:nvSpPr>
        <p:spPr>
          <a:xfrm>
            <a:off x="8839779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8-dot209"/>
          <p:cNvSpPr/>
          <p:nvPr/>
        </p:nvSpPr>
        <p:spPr>
          <a:xfrm>
            <a:off x="8839779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8-figure210" descr="곰: 나 점 4개"/>
          <p:cNvSpPr/>
          <p:nvPr/>
        </p:nvSpPr>
        <p:spPr>
          <a:xfrm>
            <a:off x="8766810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08-dot211"/>
          <p:cNvSpPr/>
          <p:nvPr/>
        </p:nvSpPr>
        <p:spPr>
          <a:xfrm>
            <a:off x="10734111" y="2467173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8-dot212"/>
          <p:cNvSpPr/>
          <p:nvPr/>
        </p:nvSpPr>
        <p:spPr>
          <a:xfrm>
            <a:off x="10734111" y="2851221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08-dot213"/>
          <p:cNvSpPr/>
          <p:nvPr/>
        </p:nvSpPr>
        <p:spPr>
          <a:xfrm>
            <a:off x="10734111" y="3235269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8-dot214"/>
          <p:cNvSpPr/>
          <p:nvPr/>
        </p:nvSpPr>
        <p:spPr>
          <a:xfrm>
            <a:off x="10734111" y="3619317"/>
            <a:ext cx="238110" cy="2381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08-figure215" descr="곰: 다 점 4개"/>
          <p:cNvSpPr/>
          <p:nvPr/>
        </p:nvSpPr>
        <p:spPr>
          <a:xfrm>
            <a:off x="10661142" y="2394204"/>
            <a:ext cx="384048" cy="15361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08-text216"/>
          <p:cNvSpPr txBox="1"/>
          <p:nvPr/>
        </p:nvSpPr>
        <p:spPr>
          <a:xfrm>
            <a:off x="6277356" y="4267200"/>
            <a:ext cx="5362956" cy="463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4개, 4개, 4개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곱셈과 나눗셈의 관계</a:t>
            </a:r>
            <a:endParaRPr lang="ko-KR" sz="4000" dirty="0"/>
          </a:p>
        </p:txBody>
      </p:sp>
      <p:sp>
        <p:nvSpPr>
          <p:cNvPr id="3" name="S09-text21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12개를 4개씩 3줄로 놓았어요.</a:t>
            </a:r>
            <a:endParaRPr lang="ko-KR" sz="3000" dirty="0"/>
          </a:p>
        </p:txBody>
      </p:sp>
      <p:sp>
        <p:nvSpPr>
          <p:cNvPr id="4" name="S09-card21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21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 하나로 나눗셈식 2개를 만들어요.</a:t>
            </a:r>
            <a:endParaRPr lang="ko-KR" sz="3000" dirty="0"/>
          </a:p>
        </p:txBody>
      </p:sp>
      <p:sp>
        <p:nvSpPr>
          <p:cNvPr id="6" name="S09-dot220"/>
          <p:cNvSpPr/>
          <p:nvPr/>
        </p:nvSpPr>
        <p:spPr>
          <a:xfrm>
            <a:off x="855110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9-dot221"/>
          <p:cNvSpPr/>
          <p:nvPr/>
        </p:nvSpPr>
        <p:spPr>
          <a:xfrm>
            <a:off x="919118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dot222"/>
          <p:cNvSpPr/>
          <p:nvPr/>
        </p:nvSpPr>
        <p:spPr>
          <a:xfrm>
            <a:off x="983126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223"/>
          <p:cNvSpPr/>
          <p:nvPr/>
        </p:nvSpPr>
        <p:spPr>
          <a:xfrm>
            <a:off x="10471343" y="272765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224"/>
          <p:cNvSpPr/>
          <p:nvPr/>
        </p:nvSpPr>
        <p:spPr>
          <a:xfrm>
            <a:off x="855110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225"/>
          <p:cNvSpPr/>
          <p:nvPr/>
        </p:nvSpPr>
        <p:spPr>
          <a:xfrm>
            <a:off x="919118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226"/>
          <p:cNvSpPr/>
          <p:nvPr/>
        </p:nvSpPr>
        <p:spPr>
          <a:xfrm>
            <a:off x="983126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227"/>
          <p:cNvSpPr/>
          <p:nvPr/>
        </p:nvSpPr>
        <p:spPr>
          <a:xfrm>
            <a:off x="10471343" y="336773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228"/>
          <p:cNvSpPr/>
          <p:nvPr/>
        </p:nvSpPr>
        <p:spPr>
          <a:xfrm>
            <a:off x="855110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dot229"/>
          <p:cNvSpPr/>
          <p:nvPr/>
        </p:nvSpPr>
        <p:spPr>
          <a:xfrm>
            <a:off x="919118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230"/>
          <p:cNvSpPr/>
          <p:nvPr/>
        </p:nvSpPr>
        <p:spPr>
          <a:xfrm>
            <a:off x="983126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231"/>
          <p:cNvSpPr/>
          <p:nvPr/>
        </p:nvSpPr>
        <p:spPr>
          <a:xfrm>
            <a:off x="10471343" y="400781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group232"/>
          <p:cNvSpPr/>
          <p:nvPr/>
        </p:nvSpPr>
        <p:spPr>
          <a:xfrm>
            <a:off x="8456920" y="264261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09-group233"/>
          <p:cNvSpPr/>
          <p:nvPr/>
        </p:nvSpPr>
        <p:spPr>
          <a:xfrm>
            <a:off x="8456920" y="328269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09-group234"/>
          <p:cNvSpPr/>
          <p:nvPr/>
        </p:nvSpPr>
        <p:spPr>
          <a:xfrm>
            <a:off x="8456920" y="3922776"/>
            <a:ext cx="250545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09-figure235" descr="점 12개를 4개씩 3줄로 놓은 배열, 줄마다 묶음 표시"/>
          <p:cNvSpPr/>
          <p:nvPr/>
        </p:nvSpPr>
        <p:spPr>
          <a:xfrm>
            <a:off x="8429488" y="2606040"/>
            <a:ext cx="256032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9-stepno236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23" name="S09-text237"/>
          <p:cNvSpPr txBox="1"/>
          <p:nvPr/>
        </p:nvSpPr>
        <p:spPr>
          <a:xfrm>
            <a:off x="1325880" y="2578608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</a:t>
            </a:r>
            <a:endParaRPr lang="ko-KR" sz="3000" dirty="0"/>
          </a:p>
        </p:txBody>
      </p:sp>
      <p:sp>
        <p:nvSpPr>
          <p:cNvPr id="24" name="S09-eqtext238"/>
          <p:cNvSpPr txBox="1"/>
          <p:nvPr/>
        </p:nvSpPr>
        <p:spPr>
          <a:xfrm>
            <a:off x="4530099" y="2578608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3000" dirty="0"/>
          </a:p>
        </p:txBody>
      </p:sp>
      <p:sp>
        <p:nvSpPr>
          <p:cNvPr id="25" name="S09-stepno239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26" name="S09-text240"/>
          <p:cNvSpPr txBox="1"/>
          <p:nvPr/>
        </p:nvSpPr>
        <p:spPr>
          <a:xfrm>
            <a:off x="1325880" y="3291840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3줄로 나누면</a:t>
            </a:r>
            <a:endParaRPr lang="ko-KR" sz="3000" dirty="0"/>
          </a:p>
        </p:txBody>
      </p:sp>
      <p:sp>
        <p:nvSpPr>
          <p:cNvPr id="27" name="S09-eqtext241"/>
          <p:cNvSpPr txBox="1"/>
          <p:nvPr/>
        </p:nvSpPr>
        <p:spPr>
          <a:xfrm>
            <a:off x="4530099" y="3291840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3 = 4</a:t>
            </a:r>
            <a:endParaRPr lang="ko-KR" sz="3000" dirty="0"/>
          </a:p>
        </p:txBody>
      </p:sp>
      <p:sp>
        <p:nvSpPr>
          <p:cNvPr id="28" name="S09-stepno242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29" name="S09-text243"/>
          <p:cNvSpPr txBox="1"/>
          <p:nvPr/>
        </p:nvSpPr>
        <p:spPr>
          <a:xfrm>
            <a:off x="1325880" y="4005072"/>
            <a:ext cx="320421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4개씩 묶으면</a:t>
            </a:r>
            <a:endParaRPr lang="ko-KR" sz="3000" dirty="0"/>
          </a:p>
        </p:txBody>
      </p:sp>
      <p:sp>
        <p:nvSpPr>
          <p:cNvPr id="30" name="S09-eqtext244"/>
          <p:cNvSpPr txBox="1"/>
          <p:nvPr/>
        </p:nvSpPr>
        <p:spPr>
          <a:xfrm>
            <a:off x="4530099" y="4005072"/>
            <a:ext cx="288312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÷ 4 = 3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바꾸어 써요</a:t>
            </a:r>
            <a:endParaRPr lang="ko-KR" sz="4000" dirty="0"/>
          </a:p>
        </p:txBody>
      </p:sp>
      <p:sp>
        <p:nvSpPr>
          <p:cNvPr id="3" name="S10-text24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곱셈식을 나눗셈식 2개로 바꾸어요.</a:t>
            </a:r>
            <a:endParaRPr lang="ko-KR" sz="3000" dirty="0"/>
          </a:p>
        </p:txBody>
      </p:sp>
      <p:sp>
        <p:nvSpPr>
          <p:cNvPr id="4" name="S10-card24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24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곱이 나눗셈식의 맨 앞에 와요.</a:t>
            </a:r>
            <a:endParaRPr lang="ko-KR" sz="3000" dirty="0"/>
          </a:p>
        </p:txBody>
      </p:sp>
      <p:sp>
        <p:nvSpPr>
          <p:cNvPr id="6" name="S10-dot248"/>
          <p:cNvSpPr/>
          <p:nvPr/>
        </p:nvSpPr>
        <p:spPr>
          <a:xfrm>
            <a:off x="779708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0-dot249"/>
          <p:cNvSpPr/>
          <p:nvPr/>
        </p:nvSpPr>
        <p:spPr>
          <a:xfrm>
            <a:off x="830000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0-dot250"/>
          <p:cNvSpPr/>
          <p:nvPr/>
        </p:nvSpPr>
        <p:spPr>
          <a:xfrm>
            <a:off x="880292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0-dot251"/>
          <p:cNvSpPr/>
          <p:nvPr/>
        </p:nvSpPr>
        <p:spPr>
          <a:xfrm>
            <a:off x="930584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0-dot252"/>
          <p:cNvSpPr/>
          <p:nvPr/>
        </p:nvSpPr>
        <p:spPr>
          <a:xfrm>
            <a:off x="9808769" y="241355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0-dot253"/>
          <p:cNvSpPr/>
          <p:nvPr/>
        </p:nvSpPr>
        <p:spPr>
          <a:xfrm>
            <a:off x="779708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0-dot254"/>
          <p:cNvSpPr/>
          <p:nvPr/>
        </p:nvSpPr>
        <p:spPr>
          <a:xfrm>
            <a:off x="830000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0-dot255"/>
          <p:cNvSpPr/>
          <p:nvPr/>
        </p:nvSpPr>
        <p:spPr>
          <a:xfrm>
            <a:off x="880292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0-dot256"/>
          <p:cNvSpPr/>
          <p:nvPr/>
        </p:nvSpPr>
        <p:spPr>
          <a:xfrm>
            <a:off x="930584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0-dot257"/>
          <p:cNvSpPr/>
          <p:nvPr/>
        </p:nvSpPr>
        <p:spPr>
          <a:xfrm>
            <a:off x="9808769" y="291647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0-dot258"/>
          <p:cNvSpPr/>
          <p:nvPr/>
        </p:nvSpPr>
        <p:spPr>
          <a:xfrm>
            <a:off x="779708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0-dot259"/>
          <p:cNvSpPr/>
          <p:nvPr/>
        </p:nvSpPr>
        <p:spPr>
          <a:xfrm>
            <a:off x="830000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0-dot260"/>
          <p:cNvSpPr/>
          <p:nvPr/>
        </p:nvSpPr>
        <p:spPr>
          <a:xfrm>
            <a:off x="880292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0-dot261"/>
          <p:cNvSpPr/>
          <p:nvPr/>
        </p:nvSpPr>
        <p:spPr>
          <a:xfrm>
            <a:off x="930584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0-dot262"/>
          <p:cNvSpPr/>
          <p:nvPr/>
        </p:nvSpPr>
        <p:spPr>
          <a:xfrm>
            <a:off x="9808769" y="341939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0-dot263"/>
          <p:cNvSpPr/>
          <p:nvPr/>
        </p:nvSpPr>
        <p:spPr>
          <a:xfrm>
            <a:off x="779708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0-dot264"/>
          <p:cNvSpPr/>
          <p:nvPr/>
        </p:nvSpPr>
        <p:spPr>
          <a:xfrm>
            <a:off x="830000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3" name="S10-dot265"/>
          <p:cNvSpPr/>
          <p:nvPr/>
        </p:nvSpPr>
        <p:spPr>
          <a:xfrm>
            <a:off x="880292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10-dot266"/>
          <p:cNvSpPr/>
          <p:nvPr/>
        </p:nvSpPr>
        <p:spPr>
          <a:xfrm>
            <a:off x="930584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10-dot267"/>
          <p:cNvSpPr/>
          <p:nvPr/>
        </p:nvSpPr>
        <p:spPr>
          <a:xfrm>
            <a:off x="9808769" y="3922319"/>
            <a:ext cx="311810" cy="3118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10-group268"/>
          <p:cNvSpPr/>
          <p:nvPr/>
        </p:nvSpPr>
        <p:spPr>
          <a:xfrm>
            <a:off x="7728966" y="235458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7" name="S10-group269"/>
          <p:cNvSpPr/>
          <p:nvPr/>
        </p:nvSpPr>
        <p:spPr>
          <a:xfrm>
            <a:off x="7728966" y="285750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8" name="S10-group270"/>
          <p:cNvSpPr/>
          <p:nvPr/>
        </p:nvSpPr>
        <p:spPr>
          <a:xfrm>
            <a:off x="7728966" y="336042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9" name="S10-group271"/>
          <p:cNvSpPr/>
          <p:nvPr/>
        </p:nvSpPr>
        <p:spPr>
          <a:xfrm>
            <a:off x="7728966" y="3863340"/>
            <a:ext cx="2459736" cy="429768"/>
          </a:xfrm>
          <a:prstGeom prst="roundRect">
            <a:avLst>
              <a:gd name="adj" fmla="val 25532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30" name="S10-figure272" descr="점 20개를 5개씩 4줄로 놓은 배열, 줄마다 묶음 표시"/>
          <p:cNvSpPr/>
          <p:nvPr/>
        </p:nvSpPr>
        <p:spPr>
          <a:xfrm>
            <a:off x="7701534" y="2318004"/>
            <a:ext cx="251460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10-label273"/>
          <p:cNvSpPr txBox="1"/>
          <p:nvPr/>
        </p:nvSpPr>
        <p:spPr>
          <a:xfrm>
            <a:off x="6277356" y="4709160"/>
            <a:ext cx="53629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①의 점 배열</a:t>
            </a:r>
            <a:endParaRPr lang="ko-KR" sz="2400" dirty="0"/>
          </a:p>
        </p:txBody>
      </p:sp>
      <p:sp>
        <p:nvSpPr>
          <p:cNvPr id="32" name="S10-chip27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33" name="S10-eqtext27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20</a:t>
            </a:r>
            <a:endParaRPr lang="ko-KR" sz="3400" dirty="0"/>
          </a:p>
        </p:txBody>
      </p:sp>
      <p:sp>
        <p:nvSpPr>
          <p:cNvPr id="34" name="S10-chip27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35" name="S10-eqtext27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× 3 = 18</a:t>
            </a:r>
            <a:endParaRPr lang="ko-KR" sz="3400" dirty="0"/>
          </a:p>
        </p:txBody>
      </p:sp>
      <p:sp>
        <p:nvSpPr>
          <p:cNvPr id="36" name="S10-chip27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37" name="S10-eqtext27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2 = 14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28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식을 쓰고, 어떻게 알았는지 말해요.</a:t>
            </a:r>
            <a:endParaRPr lang="ko-KR" sz="3000" dirty="0"/>
          </a:p>
        </p:txBody>
      </p:sp>
      <p:sp>
        <p:nvSpPr>
          <p:cNvPr id="4" name="S11-chip28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text28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구슬 20개를 4명에게 똑같이 나누면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몇 개일까요?</a:t>
            </a:r>
            <a:endParaRPr lang="ko-KR" sz="3000" dirty="0"/>
          </a:p>
        </p:txBody>
      </p:sp>
      <p:sp>
        <p:nvSpPr>
          <p:cNvPr id="6" name="S11-chip28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text28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 18개에서 6개씩 덜어 내면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번 덜어 낼까요?</a:t>
            </a:r>
            <a:endParaRPr lang="ko-KR" sz="3000" dirty="0"/>
          </a:p>
        </p:txBody>
      </p:sp>
      <p:sp>
        <p:nvSpPr>
          <p:cNvPr id="8" name="S11-chip28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text28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8 = 24를 나눗셈식 2개로 써요.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2-card28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28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나누어 보게 하세요.</a:t>
            </a:r>
            <a:endParaRPr lang="ko-KR" sz="3000" dirty="0"/>
          </a:p>
        </p:txBody>
      </p:sp>
      <p:sp>
        <p:nvSpPr>
          <p:cNvPr id="5" name="S12-chip289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2-text290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20 ÷ 4 = 5</a:t>
            </a:r>
            <a:endParaRPr lang="ko-KR" sz="3000" dirty="0"/>
          </a:p>
        </p:txBody>
      </p:sp>
      <p:sp>
        <p:nvSpPr>
          <p:cNvPr id="7" name="S12-text291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명에 5개</a:t>
            </a:r>
            <a:endParaRPr lang="ko-KR" sz="2400" dirty="0"/>
          </a:p>
        </p:txBody>
      </p:sp>
      <p:sp>
        <p:nvSpPr>
          <p:cNvPr id="8" name="S12-text292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18 ÷ 6 = 3</a:t>
            </a:r>
            <a:endParaRPr lang="ko-KR" sz="3000" dirty="0"/>
          </a:p>
        </p:txBody>
      </p:sp>
      <p:sp>
        <p:nvSpPr>
          <p:cNvPr id="9" name="S12-text293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3번</a:t>
            </a:r>
            <a:endParaRPr lang="ko-KR" sz="2400" dirty="0"/>
          </a:p>
        </p:txBody>
      </p:sp>
      <p:sp>
        <p:nvSpPr>
          <p:cNvPr id="10" name="S12-text294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24 ÷ 3 = 8</a:t>
            </a:r>
            <a:endParaRPr lang="ko-KR" sz="3000" dirty="0"/>
          </a:p>
        </p:txBody>
      </p:sp>
      <p:sp>
        <p:nvSpPr>
          <p:cNvPr id="11" name="S12-text295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÷ 8 = 3</a:t>
            </a:r>
            <a:endParaRPr lang="ko-KR" sz="2400" dirty="0"/>
          </a:p>
        </p:txBody>
      </p:sp>
      <p:sp>
        <p:nvSpPr>
          <p:cNvPr id="12" name="S12-chip296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2-text297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 ÷ 20 = 5</a:t>
            </a:r>
            <a:endParaRPr lang="ko-KR" sz="3000" dirty="0"/>
          </a:p>
        </p:txBody>
      </p:sp>
      <p:sp>
        <p:nvSpPr>
          <p:cNvPr id="14" name="S12-text298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바꿈</a:t>
            </a:r>
            <a:endParaRPr lang="ko-KR" sz="2400" dirty="0"/>
          </a:p>
        </p:txBody>
      </p:sp>
      <p:sp>
        <p:nvSpPr>
          <p:cNvPr id="15" name="S12-text299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÷ 3 = 24</a:t>
            </a:r>
            <a:endParaRPr lang="ko-KR" sz="3000" dirty="0"/>
          </a:p>
        </p:txBody>
      </p:sp>
      <p:sp>
        <p:nvSpPr>
          <p:cNvPr id="16" name="S12-text300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곱을 뒤에 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3 = 5인 그림은?</a:t>
            </a:r>
            <a:endParaRPr lang="ko-KR" sz="4000" dirty="0"/>
          </a:p>
        </p:txBody>
      </p:sp>
      <p:sp>
        <p:nvSpPr>
          <p:cNvPr id="3" name="S13-card30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30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÷ 3 = 5를 나타낸 그림을 모두 고르고, 까닭을 말해요.</a:t>
            </a:r>
            <a:endParaRPr lang="ko-KR" sz="3000" dirty="0"/>
          </a:p>
        </p:txBody>
      </p:sp>
      <p:sp>
        <p:nvSpPr>
          <p:cNvPr id="5" name="S13-chip303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6" name="S13-dot304"/>
          <p:cNvSpPr/>
          <p:nvPr/>
        </p:nvSpPr>
        <p:spPr>
          <a:xfrm>
            <a:off x="12192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305"/>
          <p:cNvSpPr/>
          <p:nvPr/>
        </p:nvSpPr>
        <p:spPr>
          <a:xfrm>
            <a:off x="16764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306"/>
          <p:cNvSpPr/>
          <p:nvPr/>
        </p:nvSpPr>
        <p:spPr>
          <a:xfrm>
            <a:off x="21336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307"/>
          <p:cNvSpPr/>
          <p:nvPr/>
        </p:nvSpPr>
        <p:spPr>
          <a:xfrm>
            <a:off x="25908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308"/>
          <p:cNvSpPr/>
          <p:nvPr/>
        </p:nvSpPr>
        <p:spPr>
          <a:xfrm>
            <a:off x="3048000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309"/>
          <p:cNvSpPr/>
          <p:nvPr/>
        </p:nvSpPr>
        <p:spPr>
          <a:xfrm>
            <a:off x="12192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310"/>
          <p:cNvSpPr/>
          <p:nvPr/>
        </p:nvSpPr>
        <p:spPr>
          <a:xfrm>
            <a:off x="16764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dot311"/>
          <p:cNvSpPr/>
          <p:nvPr/>
        </p:nvSpPr>
        <p:spPr>
          <a:xfrm>
            <a:off x="21336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dot312"/>
          <p:cNvSpPr/>
          <p:nvPr/>
        </p:nvSpPr>
        <p:spPr>
          <a:xfrm>
            <a:off x="25908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3-dot313"/>
          <p:cNvSpPr/>
          <p:nvPr/>
        </p:nvSpPr>
        <p:spPr>
          <a:xfrm>
            <a:off x="3048000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dot314"/>
          <p:cNvSpPr/>
          <p:nvPr/>
        </p:nvSpPr>
        <p:spPr>
          <a:xfrm>
            <a:off x="12192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3-dot315"/>
          <p:cNvSpPr/>
          <p:nvPr/>
        </p:nvSpPr>
        <p:spPr>
          <a:xfrm>
            <a:off x="16764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dot316"/>
          <p:cNvSpPr/>
          <p:nvPr/>
        </p:nvSpPr>
        <p:spPr>
          <a:xfrm>
            <a:off x="21336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dot317"/>
          <p:cNvSpPr/>
          <p:nvPr/>
        </p:nvSpPr>
        <p:spPr>
          <a:xfrm>
            <a:off x="25908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dot318"/>
          <p:cNvSpPr/>
          <p:nvPr/>
        </p:nvSpPr>
        <p:spPr>
          <a:xfrm>
            <a:off x="3048000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13-group319"/>
          <p:cNvSpPr/>
          <p:nvPr/>
        </p:nvSpPr>
        <p:spPr>
          <a:xfrm>
            <a:off x="1159764" y="29260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13-group320"/>
          <p:cNvSpPr/>
          <p:nvPr/>
        </p:nvSpPr>
        <p:spPr>
          <a:xfrm>
            <a:off x="1159764" y="33832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13-group321"/>
          <p:cNvSpPr/>
          <p:nvPr/>
        </p:nvSpPr>
        <p:spPr>
          <a:xfrm>
            <a:off x="1159764" y="3840480"/>
            <a:ext cx="22311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4" name="S13-figure322" descr="점 15개를 5개씩 3묶음으로 나눈 배열"/>
          <p:cNvSpPr/>
          <p:nvPr/>
        </p:nvSpPr>
        <p:spPr>
          <a:xfrm>
            <a:off x="1132332" y="2889504"/>
            <a:ext cx="22860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3-chip323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26" name="S13-dot324"/>
          <p:cNvSpPr/>
          <p:nvPr/>
        </p:nvSpPr>
        <p:spPr>
          <a:xfrm>
            <a:off x="54955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13-dot325"/>
          <p:cNvSpPr/>
          <p:nvPr/>
        </p:nvSpPr>
        <p:spPr>
          <a:xfrm>
            <a:off x="59527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13-dot326"/>
          <p:cNvSpPr/>
          <p:nvPr/>
        </p:nvSpPr>
        <p:spPr>
          <a:xfrm>
            <a:off x="6409944" y="25191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13-dot327"/>
          <p:cNvSpPr/>
          <p:nvPr/>
        </p:nvSpPr>
        <p:spPr>
          <a:xfrm>
            <a:off x="54955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13-dot328"/>
          <p:cNvSpPr/>
          <p:nvPr/>
        </p:nvSpPr>
        <p:spPr>
          <a:xfrm>
            <a:off x="59527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13-dot329"/>
          <p:cNvSpPr/>
          <p:nvPr/>
        </p:nvSpPr>
        <p:spPr>
          <a:xfrm>
            <a:off x="6409944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13-dot330"/>
          <p:cNvSpPr/>
          <p:nvPr/>
        </p:nvSpPr>
        <p:spPr>
          <a:xfrm>
            <a:off x="54955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13-dot331"/>
          <p:cNvSpPr/>
          <p:nvPr/>
        </p:nvSpPr>
        <p:spPr>
          <a:xfrm>
            <a:off x="59527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13-dot332"/>
          <p:cNvSpPr/>
          <p:nvPr/>
        </p:nvSpPr>
        <p:spPr>
          <a:xfrm>
            <a:off x="6409944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5" name="S13-dot333"/>
          <p:cNvSpPr/>
          <p:nvPr/>
        </p:nvSpPr>
        <p:spPr>
          <a:xfrm>
            <a:off x="54955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13-dot334"/>
          <p:cNvSpPr/>
          <p:nvPr/>
        </p:nvSpPr>
        <p:spPr>
          <a:xfrm>
            <a:off x="59527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7" name="S13-dot335"/>
          <p:cNvSpPr/>
          <p:nvPr/>
        </p:nvSpPr>
        <p:spPr>
          <a:xfrm>
            <a:off x="6409944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13-dot336"/>
          <p:cNvSpPr/>
          <p:nvPr/>
        </p:nvSpPr>
        <p:spPr>
          <a:xfrm>
            <a:off x="54955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9" name="S13-dot337"/>
          <p:cNvSpPr/>
          <p:nvPr/>
        </p:nvSpPr>
        <p:spPr>
          <a:xfrm>
            <a:off x="59527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0" name="S13-dot338"/>
          <p:cNvSpPr/>
          <p:nvPr/>
        </p:nvSpPr>
        <p:spPr>
          <a:xfrm>
            <a:off x="6409944" y="43479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1" name="S13-group339"/>
          <p:cNvSpPr/>
          <p:nvPr/>
        </p:nvSpPr>
        <p:spPr>
          <a:xfrm>
            <a:off x="5436108" y="24688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2" name="S13-group340"/>
          <p:cNvSpPr/>
          <p:nvPr/>
        </p:nvSpPr>
        <p:spPr>
          <a:xfrm>
            <a:off x="5436108" y="29260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3" name="S13-group341"/>
          <p:cNvSpPr/>
          <p:nvPr/>
        </p:nvSpPr>
        <p:spPr>
          <a:xfrm>
            <a:off x="5436108" y="33832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4" name="S13-group342"/>
          <p:cNvSpPr/>
          <p:nvPr/>
        </p:nvSpPr>
        <p:spPr>
          <a:xfrm>
            <a:off x="5436108" y="38404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5" name="S13-group343"/>
          <p:cNvSpPr/>
          <p:nvPr/>
        </p:nvSpPr>
        <p:spPr>
          <a:xfrm>
            <a:off x="5436108" y="4297680"/>
            <a:ext cx="13167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46" name="S13-figure344" descr="점 15개를 3개씩 5묶음으로 묶은 배열"/>
          <p:cNvSpPr/>
          <p:nvPr/>
        </p:nvSpPr>
        <p:spPr>
          <a:xfrm>
            <a:off x="5408676" y="2432304"/>
            <a:ext cx="1371600" cy="22860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13-chip345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48" name="S13-dot346"/>
          <p:cNvSpPr/>
          <p:nvPr/>
        </p:nvSpPr>
        <p:spPr>
          <a:xfrm>
            <a:off x="90860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49" name="S13-dot347"/>
          <p:cNvSpPr/>
          <p:nvPr/>
        </p:nvSpPr>
        <p:spPr>
          <a:xfrm>
            <a:off x="95432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0" name="S13-dot348"/>
          <p:cNvSpPr/>
          <p:nvPr/>
        </p:nvSpPr>
        <p:spPr>
          <a:xfrm>
            <a:off x="100004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1" name="S13-dot349"/>
          <p:cNvSpPr/>
          <p:nvPr/>
        </p:nvSpPr>
        <p:spPr>
          <a:xfrm>
            <a:off x="10457688" y="29763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2" name="S13-dot350"/>
          <p:cNvSpPr/>
          <p:nvPr/>
        </p:nvSpPr>
        <p:spPr>
          <a:xfrm>
            <a:off x="90860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3" name="S13-dot351"/>
          <p:cNvSpPr/>
          <p:nvPr/>
        </p:nvSpPr>
        <p:spPr>
          <a:xfrm>
            <a:off x="95432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4" name="S13-dot352"/>
          <p:cNvSpPr/>
          <p:nvPr/>
        </p:nvSpPr>
        <p:spPr>
          <a:xfrm>
            <a:off x="100004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5" name="S13-dot353"/>
          <p:cNvSpPr/>
          <p:nvPr/>
        </p:nvSpPr>
        <p:spPr>
          <a:xfrm>
            <a:off x="10457688" y="34335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6" name="S13-dot354"/>
          <p:cNvSpPr/>
          <p:nvPr/>
        </p:nvSpPr>
        <p:spPr>
          <a:xfrm>
            <a:off x="90860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7" name="S13-dot355"/>
          <p:cNvSpPr/>
          <p:nvPr/>
        </p:nvSpPr>
        <p:spPr>
          <a:xfrm>
            <a:off x="95432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8" name="S13-dot356"/>
          <p:cNvSpPr/>
          <p:nvPr/>
        </p:nvSpPr>
        <p:spPr>
          <a:xfrm>
            <a:off x="100004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9" name="S13-dot357"/>
          <p:cNvSpPr/>
          <p:nvPr/>
        </p:nvSpPr>
        <p:spPr>
          <a:xfrm>
            <a:off x="10457688" y="3890772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0" name="S13-group358"/>
          <p:cNvSpPr/>
          <p:nvPr/>
        </p:nvSpPr>
        <p:spPr>
          <a:xfrm>
            <a:off x="9026652" y="29260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1" name="S13-group359"/>
          <p:cNvSpPr/>
          <p:nvPr/>
        </p:nvSpPr>
        <p:spPr>
          <a:xfrm>
            <a:off x="9026652" y="33832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2" name="S13-group360"/>
          <p:cNvSpPr/>
          <p:nvPr/>
        </p:nvSpPr>
        <p:spPr>
          <a:xfrm>
            <a:off x="9026652" y="3840480"/>
            <a:ext cx="17739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63" name="S13-figure361" descr="점 12개를 4개씩 3묶음으로 묶은 배열"/>
          <p:cNvSpPr/>
          <p:nvPr/>
        </p:nvSpPr>
        <p:spPr>
          <a:xfrm>
            <a:off x="8999220" y="2889504"/>
            <a:ext cx="1828800" cy="13716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36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36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똑같이 나누기도, 묶어 덜기도 나눗셈이에요.</a:t>
            </a:r>
            <a:endParaRPr lang="ko-KR" sz="3000" dirty="0"/>
          </a:p>
        </p:txBody>
      </p:sp>
      <p:sp>
        <p:nvSpPr>
          <p:cNvPr id="5" name="S14-chip364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곱셈식으로 나눗셈식 만들기</a:t>
            </a:r>
            <a:endParaRPr lang="ko-KR" sz="2400" dirty="0"/>
          </a:p>
        </p:txBody>
      </p:sp>
      <p:sp>
        <p:nvSpPr>
          <p:cNvPr id="6" name="S14-chip365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똑같지 않게 나누기</a:t>
            </a:r>
            <a:endParaRPr lang="ko-KR" sz="2400" dirty="0"/>
          </a:p>
        </p:txBody>
      </p:sp>
      <p:sp>
        <p:nvSpPr>
          <p:cNvPr id="7" name="S14-text366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367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 ÷ 5 = □</a:t>
            </a:r>
            <a:endParaRPr lang="ko-KR" sz="2800" dirty="0"/>
          </a:p>
        </p:txBody>
      </p:sp>
      <p:sp>
        <p:nvSpPr>
          <p:cNvPr id="9" name="S14-text368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 × 6 = 24를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나눗셈식 2개로</a:t>
            </a:r>
            <a:endParaRPr lang="ko-KR" sz="2400" dirty="0"/>
          </a:p>
        </p:txBody>
      </p:sp>
      <p:sp>
        <p:nvSpPr>
          <p:cNvPr id="10" name="S14-text369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14개를 7개씩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덜면 몇 번?</a:t>
            </a:r>
            <a:endParaRPr lang="ko-KR" sz="2400" dirty="0"/>
          </a:p>
        </p:txBody>
      </p:sp>
      <p:sp>
        <p:nvSpPr>
          <p:cNvPr id="11" name="S14-text370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곱셈구구로 몫 구하기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같은 수씩 묶기</a:t>
            </a:r>
            <a:endParaRPr lang="ko-KR" sz="4000" dirty="0"/>
          </a:p>
        </p:txBody>
      </p:sp>
      <p:sp>
        <p:nvSpPr>
          <p:cNvPr id="3" name="S15-text3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12개를 3개씩 묶어 세어요.</a:t>
            </a:r>
            <a:endParaRPr lang="ko-KR" sz="3000" dirty="0"/>
          </a:p>
        </p:txBody>
      </p:sp>
      <p:sp>
        <p:nvSpPr>
          <p:cNvPr id="4" name="S15-card372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373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4 = 12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4번 더한 것과 같아요.</a:t>
            </a:r>
            <a:endParaRPr lang="ko-KR" sz="3000" dirty="0"/>
          </a:p>
        </p:txBody>
      </p:sp>
      <p:sp>
        <p:nvSpPr>
          <p:cNvPr id="6" name="S15-dot374"/>
          <p:cNvSpPr/>
          <p:nvPr/>
        </p:nvSpPr>
        <p:spPr>
          <a:xfrm>
            <a:off x="239161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5-dot375"/>
          <p:cNvSpPr/>
          <p:nvPr/>
        </p:nvSpPr>
        <p:spPr>
          <a:xfrm>
            <a:off x="303169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5-dot376"/>
          <p:cNvSpPr/>
          <p:nvPr/>
        </p:nvSpPr>
        <p:spPr>
          <a:xfrm>
            <a:off x="3671773" y="222092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5-dot377"/>
          <p:cNvSpPr/>
          <p:nvPr/>
        </p:nvSpPr>
        <p:spPr>
          <a:xfrm>
            <a:off x="239161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5-dot378"/>
          <p:cNvSpPr/>
          <p:nvPr/>
        </p:nvSpPr>
        <p:spPr>
          <a:xfrm>
            <a:off x="303169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5-dot379"/>
          <p:cNvSpPr/>
          <p:nvPr/>
        </p:nvSpPr>
        <p:spPr>
          <a:xfrm>
            <a:off x="3671773" y="286100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5-dot380"/>
          <p:cNvSpPr/>
          <p:nvPr/>
        </p:nvSpPr>
        <p:spPr>
          <a:xfrm>
            <a:off x="239161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5-dot381"/>
          <p:cNvSpPr/>
          <p:nvPr/>
        </p:nvSpPr>
        <p:spPr>
          <a:xfrm>
            <a:off x="303169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5-dot382"/>
          <p:cNvSpPr/>
          <p:nvPr/>
        </p:nvSpPr>
        <p:spPr>
          <a:xfrm>
            <a:off x="3671773" y="350108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15-dot383"/>
          <p:cNvSpPr/>
          <p:nvPr/>
        </p:nvSpPr>
        <p:spPr>
          <a:xfrm>
            <a:off x="239161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5-dot384"/>
          <p:cNvSpPr/>
          <p:nvPr/>
        </p:nvSpPr>
        <p:spPr>
          <a:xfrm>
            <a:off x="303169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15-dot385"/>
          <p:cNvSpPr/>
          <p:nvPr/>
        </p:nvSpPr>
        <p:spPr>
          <a:xfrm>
            <a:off x="3671773" y="4141165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5-group386"/>
          <p:cNvSpPr/>
          <p:nvPr/>
        </p:nvSpPr>
        <p:spPr>
          <a:xfrm>
            <a:off x="2297430" y="213588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19" name="S15-group387"/>
          <p:cNvSpPr/>
          <p:nvPr/>
        </p:nvSpPr>
        <p:spPr>
          <a:xfrm>
            <a:off x="2297430" y="277596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0" name="S15-group388"/>
          <p:cNvSpPr/>
          <p:nvPr/>
        </p:nvSpPr>
        <p:spPr>
          <a:xfrm>
            <a:off x="2297430" y="341604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1" name="S15-group389"/>
          <p:cNvSpPr/>
          <p:nvPr/>
        </p:nvSpPr>
        <p:spPr>
          <a:xfrm>
            <a:off x="2297430" y="4056126"/>
            <a:ext cx="1865376" cy="566928"/>
          </a:xfrm>
          <a:prstGeom prst="roundRect">
            <a:avLst>
              <a:gd name="adj" fmla="val 19355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15-figure390" descr="점 12개를 3개씩 4묶음으로 묶은 배열"/>
          <p:cNvSpPr/>
          <p:nvPr/>
        </p:nvSpPr>
        <p:spPr>
          <a:xfrm>
            <a:off x="2269998" y="2099310"/>
            <a:ext cx="1920240" cy="25603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15-card391"/>
          <p:cNvSpPr/>
          <p:nvPr/>
        </p:nvSpPr>
        <p:spPr>
          <a:xfrm>
            <a:off x="6277356" y="239649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4" name="S15-cardtext392"/>
          <p:cNvSpPr txBox="1"/>
          <p:nvPr/>
        </p:nvSpPr>
        <p:spPr>
          <a:xfrm>
            <a:off x="6551676" y="253365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3, 6, 9, 12</a:t>
            </a:r>
            <a:endParaRPr lang="ko-KR" sz="3000" dirty="0"/>
          </a:p>
        </p:txBody>
      </p:sp>
      <p:sp>
        <p:nvSpPr>
          <p:cNvPr id="25" name="S15-card393"/>
          <p:cNvSpPr/>
          <p:nvPr/>
        </p:nvSpPr>
        <p:spPr>
          <a:xfrm>
            <a:off x="6277356" y="349377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5-cardtext394"/>
          <p:cNvSpPr txBox="1"/>
          <p:nvPr/>
        </p:nvSpPr>
        <p:spPr>
          <a:xfrm>
            <a:off x="6551676" y="363093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3씩 4묶음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나눗셈의 뜻</dc:title>
  <dc:subject>KR22-G03-MAT-DIVIDE-L01</dc:subject>
  <dc:creator>education-ppt</dc:creator>
  <cp:lastModifiedBy>education-ppt</cp:lastModifiedBy>
  <cp:revision>1</cp:revision>
  <dcterms:created xsi:type="dcterms:W3CDTF">2026-10-26T07:27:09Z</dcterms:created>
  <dcterms:modified xsi:type="dcterms:W3CDTF">2026-10-26T07:27:09Z</dcterms:modified>
</cp:coreProperties>
</file>