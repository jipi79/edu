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79ed1c-37e7-da08-28e6-22d173effcde}">
          <p14:sldIdLst>
            <p14:sldId id="256"/>
            <p14:sldId id="257"/>
          </p14:sldIdLst>
        </p14:section>
        <p14:section name="개념" id="{ff302fe7-d2ad-27a9-3032-892a06158e15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1f9abb45-bf09-4e59-6422-472419071db5}">
          <p14:sldIdLst>
            <p14:sldId id="262"/>
            <p14:sldId id="263"/>
            <p14:sldId id="265"/>
          </p14:sldIdLst>
        </p14:section>
        <p14:section name="개념" id="{bb8c7957-33a7-1e88-4640-9bd609ef8676}">
          <p14:sldIdLst/>
        </p14:section>
        <p14:section name="연습" id="{cf276fc7-f4ef-0861-ff81-66d3143614be}">
          <p14:sldIdLst/>
        </p14:section>
        <p14:section name="확인" id="{50e9c2d0-9dac-01bd-6cad-186b7a0a597d}">
          <p14:sldIdLst>
            <p14:sldId id="266"/>
            <p14:sldId id="267"/>
            <p14:sldId id="268"/>
          </p14:sldIdLst>
        </p14:section>
        <p14:section name="정리" id="{7d60568f-a1cc-cd3a-fa78-2af7f95bfacd}">
          <p14:sldIdLst>
            <p14:sldId id="269"/>
          </p14:sldIdLst>
        </p14:section>
        <p14:section name="보충" id="{5aa73f23-569c-14ac-af21-fc5f2102ffd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똑같이 나누는 상황을 떠올리게 합니다.
시간: 약 2분
이렇게 말해 보세요
- “2학년 때 곱셈을 배웠지? 오늘은 새로운 계산, 나눗셈을 배울 거야.”
- “사탕 12개를 3명이 똑같이 나누어 가지면 한 명이 몇 개씩 가질까? 어떻게 알 수 있을까?”
예상 답
- “4개요.” “하나씩 나누어 줘요.” 또는 “잘 모르겠어요.”
막히면
- 답을 확인하지 않고 넘어갑니다. S03에서 바둑돌로 함께 나눕니다.
주의
- 오늘은 나누어떨어지는(남는 것이 없는) 나눗셈만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같은 수 여러 번 빼기)]
목적: 나눗셈의 바탕이 되는 곱셈구구와 같은 수를 여러 번 빼기가 되는지 확인합니다.
시간: 약 3분
이렇게 말해 보세요
- “①, ②는 곱셈이야. 몇 단 곱셈구구를 썼는지도 말해 줘.”
- “③은 12에서 3을 네 번 빼는 거야. 얼마가 남을까?”
정답
- ① 12
- ② 20
- ③ 0
막히면
- ①은 바둑돌을 4개씩 3묶음 놓고 세어 보게 합니다. ③은 바둑돌 12개에서 3개씩 덜어 냅니다.
- 두 문제 이상 틀리면 S15(보충)를 먼저 합니다. 보충으로도 어려우면 초2 6차시 ‘곱셈의 뜻’(KR22-G02-MAT-MULT-L01)과 초2 11차시 ‘1과 0의 곱, 곱셈표’(KR22-G02-MAT-TIMES10-L01)를 먼저 합니다.
주의
- 곱셈구구를 외우지 못했어도 묶어 세어 답하면 괜찮습니다. 오늘은 바둑돌로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똑같이 나누기(등분제)]
목적: 물건을 몇 명에게 똑같이 나누어 한 명의 몫을 구하는 상황을 바둑돌로 해 보고, 나눗셈식으로 씁니다.
시간: 약 3분
이렇게 말해 보세요
- “바둑돌 12개를 접시 3개에 똑같이 나누어 보자. 한 개씩 차례로 놓아 볼까?”
- “다 놓았더니 접시마다 몇 개야? 이것을 12 ÷ 3 = 4라고 쓰고 ‘12 나누기 3은 4와 같아요’라고 읽어.”
예상 답
- “4개씩이에요.”
막히면
- 바둑돌을 하나씩 차례로 접시에 놓는 활동을 실제로 합니다. 다 놓은 뒤 남는 것이 없는지, 접시마다 개수가 같은지 확인합니다.
주의
- 그림의 한 줄이 한 사람(한 접시)의 몫입니다.
- ‘똑같이’가 중요합니다. 5개, 4개, 3개처럼 나누면 나눗셈이 아닙니다(S08).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나눗셈식의 이름(나누어지는 수, 나누는 수, 몫)]
목적: 나눗셈식을 읽고, 몫·나누어지는 수·나누는 수라는 말을 압니다.
시간: 약 2분
이렇게 말해 보세요
- “12 ÷ 3 = 4에서 4를 ‘몫’이라고 해. 12를 3으로 나눈 몫이 4야.”
- “12는 나누어지는 수, 3은 나누는 수야. 식을 다시 읽어 볼까?”
예상 답
- “12 나누기 3은 4와 같아요. 몫은 4예요.”
막히면
- S03의 그림을 다시 보며 12는 모두, 3은 사람 수, 4는 한 사람이 받은 수라고 짚어 줍니다.
주의
- 나누어지는 수(모두)를 맨 앞에 씁니다. 3 ÷ 12처럼 순서를 바꾸면 다른 식이 됩니다(M2).
- 교과서는 ‘같습니다’로 읽습니다.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묶어 덜기(포함제)]
목적: 같은 수씩 묶어 덜어 내어 몇 번 덜 수 있는지(묶음 수) 구하는 상황도 나눗셈식으로 쓴다는 것을 압니다.
시간: 약 4분
이렇게 말해 보세요
- “이번에는 사탕 12개를 한 봉지에 3개씩 담아 보자. 바둑돌 3개씩 덜어 낼 때마다 한 봉지야. 몇 번 덜어 낼 수 있어?”
- “수직선에서도 12에서 3씩 뒤로 뛰어 보자. 12, 9, 6, 3, 0. 4번 뛰었지? 이것도 12 ÷ 3 = 4라고 써.”
예상 답
- “4번이요. 4봉지예요.”
막히면
- 바둑돌 12개를 놓고 3개씩 덜어 컵에 담게 합니다. 컵의 개수를 셉니다.
- 덜어 낼 때마다 뺄셈식으로 공책에 씁니다: 12 − 3 = 9, 9 − 3 = 6, 6 − 3 = 3, 3 − 3 = 0.
주의
- 그림의 × 표시는 덜어 낸 사탕입니다. 한 묶음을 덜 때마다 하나씩 셉니다.
- 여기서 4는 한 봉지에 든 수가 아니라 봉지(묶음)의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가지 나눗셈 비교(몫이 뜻하는 것)]
목적: 똑같이 나누기와 묶어 덜기가 같은 나눗셈식이 되지만 몫이 뜻하는 것이 다르다는 것을 압니다.
시간: 약 3분
이렇게 말해 보세요
- “두 그림 모두 12 ÷ 3 = 4야. 왼쪽의 4는 무엇이야? 오른쪽의 4는 무엇이야?”
- “왼쪽에서 3은 사람 수, 오른쪽에서 3은 한 봉지에 담는 수야.”
예상 답
- “왼쪽 4는 한 명이 받은 수, 오른쪽 4는 봉지의 수예요.”
막히면
- 바둑돌로 두 가지를 차례로 다시 해 보며 ‘몇 명에게 똑같이’와 ‘몇 개씩 묶어’를 손으로 구별합니다.
주의
- 두 상황의 이름(등분제, 포함제)은 아이에게 말하지 않아도 됩니다. ‘똑같이 나누기’, ‘묶어 덜기’로 부릅니다.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연습(상황을 나눗셈식으로)]
목적: 도움을 받으며 똑같이 나누기와 묶어 덜기 상황을 바둑돌로 해 보고 나눗셈식으로 씁니다.
시간: 약 3분
이렇게 말해 보세요
- “①은 똑같이 나누기야. 바둑돌 10개를 두 접시에 나누어 볼래? 나눗셈식은 어떻게 쓸까?”
- “②는 5개씩 덜어 내는 거야. 몇 번 덜었어? ③은 소리 내어 읽어 봐.”
정답
- ① 10 ÷ 2 = 5, 한 명에 5개
- ② 15 ÷ 5 = 3, 3번(15 − 5 − 5 − 5 = 0)
- ③ 8 나누기 2는 4와 같아요(몫은 4)
막히면
- 바둑돌을 실제로 나누거나 덜어 낸 뒤, 결과를 보고 식을 쓰게 합니다.
- 식의 맨 앞에는 처음에 있던 모두의 수를 쓴다고 알려 줍니다.
주의
- ①을 2 ÷ 10으로 쓰면 순서를 바꾼 것입니다(M2). “처음에 모두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비교(똑같이 나누지 않기)]
목적: 나눗셈은 ‘똑같이’ 나누는 것임을 확인합니다(M1).
시간: 약 3분
이렇게 말해 보세요
- “토끼와 곰 모두 사탕 12개를 3명에게 나누었어. 누가 12 ÷ 3을 바르게 나타냈을까?”
- “토끼처럼 나누면 한 명의 몫을 하나로 말할 수 있어?”
예상 답
- “곰이요. 똑같이 나누어야 해요.”
정답
- 곰이 맞습니다. 세 명 모두 4개씩 똑같이 받아 12 ÷ 3 = 4입니다.
- 토끼도 12개를 모두 나누었지만 5개, 4개, 3개로 똑같지 않아서 나눗셈으로 나타낼 수 없습니다.
막히면
- 바둑돌로 토끼처럼 나눈 뒤 “세 명이 똑같이 받았어?”라고 묻고, 많은 쪽에서 적은 쪽으로 옮겨 똑같이 만들어 봅니다.
주의
- 나눗셈의 몫은 한 명이 받는 수가 모두 같을 때만 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곱셈과 나눗셈의 관계(점 배열 하나로 식 3개)]
목적: 점 배열 하나로 곱셈식 1개와 나눗셈식 2개를 만들며 곱셈과 나눗셈의 관계를 압니다.
시간: 약 4분
이렇게 말해 보세요
- “점이 4개씩 3줄이야. 곱셈식으로 쓰면? 4 × 3 = 12.”
- “12개를 3줄로 똑같이 나누면 한 줄에 몇 개야? 12 ÷ 3 = 4. 12개를 4개씩 묶으면 몇 묶음이야? 12 ÷ 4 = 3.”
예상 답
- “4 × 3 = 12, 12 ÷ 3 = 4, 12 ÷ 4 = 3이요.”
막히면
- 바둑돌을 4개씩 3줄로 놓고, 줄을 손으로 가리며 ‘3줄로 나누면’과 ‘4개씩 묶으면’을 차례로 해 봅니다.
주의
- 세 식 모두 같은 세 수(4, 3, 12)를 씁니다. 곱(12)은 나눗셈식의 맨 앞에 옵니다(M4).
- 다음 차시에는 이 관계로 곱셈구구를 이용해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연습(곱셈식을 나눗셈식으로)]
목적: 도움을 받으며 곱셈식 하나를 나눗셈식 2개로 바꿉니다.
시간: 약 3분
이렇게 말해 보세요
- “①은 5 × 4 = 20이야. 오른쪽 점 배열을 보며 나눗셈식 2개를 만들어 볼래?”
- “②, ③도 곱(전체)을 맨 앞에 쓰고 만들어 봐.”
정답
- ① 20 ÷ 5 = 4, 20 ÷ 4 = 5
- ② 18 ÷ 6 = 3, 18 ÷ 3 = 6
- ③ 14 ÷ 7 = 2, 14 ÷ 2 = 7
막히면
- ①의 점 배열에서 ‘5개씩 묶으면 몇 묶음?’, ‘4줄로 나누면 한 줄에 몇 개?’를 차례로 묻습니다.
- ②, ③은 바둑돌로 배열을 만들어 봅니다.
주의
- 두 나눗셈식의 순서는 바뀌어도 됩니다. 4 ÷ 20처럼 곱이 뒤로 가면 S09로 돌아갑니다(M4).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나눗셈 상황을 식으로 쓰고 몫을 구하며, 곱셈식을 나눗셈식으로 바꾸는지 확인합니다.
시간: 약 4분
이렇게 말해 보세요
- “이번에는 혼자 해 볼래? 바둑돌을 써도 돼. 식을 쓰고, 어떻게 알았는지 말해 줘.”
정답
- ① 20 ÷ 4 = 5, 한 명에 5개
- ② 18 ÷ 6 = 3, 3번
- ③ 24 ÷ 3 = 8, 24 ÷ 8 = 3(순서는 바뀌어도 됨)
막히면
- 바로 알려 주지 말고 “처음에 모두 몇 개야? 똑같이 나누는 거야, 몇 개씩 덜어 내는 거야?”라고만 묻습니다.
- 도움을 받아 해결했다면 기록표에 ‘도움’으로 표시합니다.
주의
- ①, ②는 바둑돌로 구해도 됩니다. 식과 몫이 맞고 몫이 무엇을 뜻하는지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20 ÷ 4 = 5 ② 18 ÷ 6 = 3 ③ 24 ÷ 3 = 8, 24 ÷ 8 = 3
막히면
- 순서를 바꾸어 썼으면 S04로, 곱셈식을 바꾸지 못했으면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확인(나눗셈식에 맞는 그림)]
목적: 처음 보는 그림에서 나눗셈의 두 가지 뜻을 찾아 설명하는지 확인합니다.
시간: 약 2분
이렇게 말해 보세요
- “15 ÷ 3 = 5를 나타낸 그림을 모두 골라 볼래? 어떻게 나누었는지 말해 줘.”
정답
- 가와 나. 가는 15개를 3묶음으로 똑같이 나누어 한 묶음에 5개, 나는 15개를 3개씩 묶어 5묶음입니다.
- 다는 모두 12개라 15 ÷ 3이 아닙니다(12 ÷ 3 = 4).
막히면
- 먼저 그림마다 모두 몇 개인지 세게 한 뒤, 묶음의 수와 한 묶음의 수를 차례로 묻습니다.
주의
- 가만 고르면 “3개씩 묶어 덜어 내는 것도 15 ÷ 3이었지?”라고 묻습니다. 두 그림 모두 고르고 까닭을 말하면 목표 A를 이룬 것입니다.
- 가와 나는 곱셈식으로도 5 × 3 = 15, 3 × 5 = 15입니다.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12 ÷ 3 = 4는 어떤 두 가지 뜻이 있었지? 곱셈식으로 어떻게 바꿔?”
예상 답
- “3명에게 똑같이 나누면 4개씩, 3개씩 묶으면 4묶음이에요.” “3 × 4 = 12요.”
정답
- ① 2 ② 24 ÷ 4 = 6, 24 ÷ 6 = 4 ③ 2번(14 ÷ 7 = 2)
막히면
- S06과 S09를 다시 보여 주며 두 가지 뜻과 곱셈과의 관계를 함께 말합니다.
주의
- 다음 차시(곱셈구구로 몫 구하기)는 오늘 배운 곱셈과 나눗셈의 관계로 바둑돌 없이 몫을 구합니다.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보충(묶어 세기와 곱셈)]
목적: S02에서 곱셈이나 같은 수 여러 번 빼기가 흔들리면, 같은 수씩 묶어 세기와 곱셈식을 다시 익힙니다.
시간: 약 5분
이렇게 말해 보세요
- “점을 3개씩 묶었어. 묶음은 몇 개야? 3씩 뛰어 세어 볼까? 3, 6, 9, 12.”
- “3씩 4묶음은 3 × 4 = 12야. 거꾸로 12에서 3씩 4번 덜어 내면 0이 되지?”
정답
- 3씩 4묶음, 3 × 4 = 12
막히면
- 바둑돌을 컵 4개에 3개씩 담고 컵을 하나씩 가리키며 “3, 6, 9, 12”를 셉니다. 컵을 하나씩 치우며 “12, 9, 6, 3, 0”으로 거꾸로도 셉니다.
주의
- 보충으로도 어려우면 초2 6차시 ‘곱셈의 뜻’(KR22-G02-MAT-MULT-L01)과 초2 11차시 ‘1과 0의 곱, 곱셈표’(KR22-G02-MAT-TIMES10-L01)를 먼저 합니다. 뺄셈이 흔들리면 초3 2차시 ‘세 자리 수의 뺄셈’(KR22-G03-MAT-SUB3D-L01)의 보충 장도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나누어 보게 하세요.</a:t>
            </a:r>
            <a:endParaRPr lang="ko-KR" sz="30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 ÷ 4 = 5</a:t>
            </a:r>
            <a:endParaRPr lang="ko-KR" sz="30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5개</a:t>
            </a:r>
            <a:endParaRPr lang="ko-KR" sz="24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÷ 6 = 3</a:t>
            </a:r>
            <a:endParaRPr lang="ko-KR" sz="30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</a:t>
            </a:r>
            <a:endParaRPr lang="ko-KR" sz="24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 ÷ 3 = 8</a:t>
            </a:r>
            <a:endParaRPr lang="ko-KR" sz="30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8 = 3</a:t>
            </a:r>
            <a:endParaRPr lang="ko-KR" sz="2400" dirty="0"/>
          </a:p>
        </p:txBody>
      </p:sp>
      <p:sp>
        <p:nvSpPr>
          <p:cNvPr id="12" name="S12-chip2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2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÷ 20 = 5</a:t>
            </a:r>
            <a:endParaRPr lang="ko-KR" sz="3000" dirty="0"/>
          </a:p>
        </p:txBody>
      </p:sp>
      <p:sp>
        <p:nvSpPr>
          <p:cNvPr id="14" name="S12-text2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4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÷ 3 = 24</a:t>
            </a:r>
            <a:endParaRPr lang="ko-KR" sz="30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뒤에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3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3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304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05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06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07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08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09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10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11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12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13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14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15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16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17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18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19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20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21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22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2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24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25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26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27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28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29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30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31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32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33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34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35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36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37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38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39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40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41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42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43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44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4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46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47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48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49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50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51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52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53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54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55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56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57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58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59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60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61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6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6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6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6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6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6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7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7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74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75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76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77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78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79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80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81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82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83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84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85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86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87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88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89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90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9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9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9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9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2026-10-26T07:30:07Z</dcterms:created>
  <dcterms:modified xsi:type="dcterms:W3CDTF">2026-10-26T07:30:07Z</dcterms:modified>
</cp:coreProperties>
</file>