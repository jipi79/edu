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db91a82-06fe-6067-f429-ed3776547d64}">
          <p14:sldIdLst>
            <p14:sldId id="256"/>
            <p14:sldId id="257"/>
          </p14:sldIdLst>
        </p14:section>
        <p14:section name="개념" id="{17471792-f411-bf11-6e0d-4132fecfcd71}">
          <p14:sldIdLst>
            <p14:sldId id="258"/>
            <p14:sldId id="259"/>
            <p14:sldId id="260"/>
            <p14:sldId id="262"/>
          </p14:sldIdLst>
        </p14:section>
        <p14:section name="연습" id="{3dfd113f-b33a-2f13-7e15-fb17906fc785}">
          <p14:sldIdLst>
            <p14:sldId id="261"/>
            <p14:sldId id="263"/>
            <p14:sldId id="264"/>
          </p14:sldIdLst>
        </p14:section>
        <p14:section name="개념" id="{0e184855-b03f-07f8-a494-101a850b63da}">
          <p14:sldIdLst/>
        </p14:section>
        <p14:section name="연습" id="{8ac67e28-e52f-f085-194c-8ba2426bb2cd}">
          <p14:sldIdLst/>
        </p14:section>
        <p14:section name="확인" id="{b56e4d58-4d8f-2443-907b-2ecc2699f8cf}">
          <p14:sldIdLst>
            <p14:sldId id="265"/>
            <p14:sldId id="266"/>
          </p14:sldIdLst>
        </p14:section>
        <p14:section name="정리" id="{64692509-0406-6efa-2909-577c68db7306}">
          <p14:sldIdLst>
            <p14:sldId id="267"/>
          </p14:sldIdLst>
        </p14:section>
        <p14:section name="보충" id="{4afc7e90-cb48-af74-cff2-6853c5e882ad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자연수계산 · 11차시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몫에 0이 있는 나눗셈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몫에 0이 있는 나눗셈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몫에 0이 있는 나눗셈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몫에 0이 있는 나눗셈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나눌 수 없는 자리는 몫에 무엇을 쓸까?</a:t>
            </a:r>
            <a:endParaRPr lang="ko-KR" sz="30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01000" y="1217295"/>
          <a:ext cx="32918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822960"/>
                <a:gridCol w="82296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4)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나눌 수 없는 자리는 몫에 0을 쓰고 나누어요.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몫의 자리 수와 곱셈으로 0을 빠뜨렸는지 확인해요.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536 ÷ 4 = □</a:t>
            </a:r>
            <a:endParaRPr lang="ko-KR" sz="34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eq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263 ÷ 6 = □ … □</a:t>
            </a:r>
            <a:endParaRPr lang="ko-KR" sz="34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206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824를 4명이 나누어요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→ 십 → 일 차례로 똑같이 나누어요.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824 ÷ 4 = 206</a:t>
            </a:r>
            <a:endParaRPr lang="ko-KR" sz="3000" dirty="0"/>
          </a:p>
        </p:txBody>
      </p:sp>
      <p:sp>
        <p:nvSpPr>
          <p:cNvPr id="6" name="S03-flat13"/>
          <p:cNvSpPr/>
          <p:nvPr/>
        </p:nvSpPr>
        <p:spPr>
          <a:xfrm>
            <a:off x="7436446" y="2458851"/>
            <a:ext cx="1729986" cy="172998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line14"/>
          <p:cNvSpPr/>
          <p:nvPr/>
        </p:nvSpPr>
        <p:spPr>
          <a:xfrm>
            <a:off x="7609445" y="2458851"/>
            <a:ext cx="0" cy="17299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3-line15"/>
          <p:cNvSpPr/>
          <p:nvPr/>
        </p:nvSpPr>
        <p:spPr>
          <a:xfrm>
            <a:off x="7436446" y="2631850"/>
            <a:ext cx="172998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line16"/>
          <p:cNvSpPr/>
          <p:nvPr/>
        </p:nvSpPr>
        <p:spPr>
          <a:xfrm>
            <a:off x="7782444" y="2458851"/>
            <a:ext cx="0" cy="17299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3-line17"/>
          <p:cNvSpPr/>
          <p:nvPr/>
        </p:nvSpPr>
        <p:spPr>
          <a:xfrm>
            <a:off x="7436446" y="2804848"/>
            <a:ext cx="172998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18"/>
          <p:cNvSpPr/>
          <p:nvPr/>
        </p:nvSpPr>
        <p:spPr>
          <a:xfrm>
            <a:off x="7955442" y="2458851"/>
            <a:ext cx="0" cy="17299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3-line19"/>
          <p:cNvSpPr/>
          <p:nvPr/>
        </p:nvSpPr>
        <p:spPr>
          <a:xfrm>
            <a:off x="7436446" y="2977847"/>
            <a:ext cx="172998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3-line20"/>
          <p:cNvSpPr/>
          <p:nvPr/>
        </p:nvSpPr>
        <p:spPr>
          <a:xfrm>
            <a:off x="8128441" y="2458851"/>
            <a:ext cx="0" cy="17299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21"/>
          <p:cNvSpPr/>
          <p:nvPr/>
        </p:nvSpPr>
        <p:spPr>
          <a:xfrm>
            <a:off x="7436446" y="3150845"/>
            <a:ext cx="172998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line22"/>
          <p:cNvSpPr/>
          <p:nvPr/>
        </p:nvSpPr>
        <p:spPr>
          <a:xfrm>
            <a:off x="8301439" y="2458851"/>
            <a:ext cx="0" cy="17299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3-line23"/>
          <p:cNvSpPr/>
          <p:nvPr/>
        </p:nvSpPr>
        <p:spPr>
          <a:xfrm>
            <a:off x="7436446" y="3323844"/>
            <a:ext cx="172998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3-line24"/>
          <p:cNvSpPr/>
          <p:nvPr/>
        </p:nvSpPr>
        <p:spPr>
          <a:xfrm>
            <a:off x="8474438" y="2458851"/>
            <a:ext cx="0" cy="17299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3-line25"/>
          <p:cNvSpPr/>
          <p:nvPr/>
        </p:nvSpPr>
        <p:spPr>
          <a:xfrm>
            <a:off x="7436446" y="3496843"/>
            <a:ext cx="172998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26"/>
          <p:cNvSpPr/>
          <p:nvPr/>
        </p:nvSpPr>
        <p:spPr>
          <a:xfrm>
            <a:off x="8647437" y="2458851"/>
            <a:ext cx="0" cy="17299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line27"/>
          <p:cNvSpPr/>
          <p:nvPr/>
        </p:nvSpPr>
        <p:spPr>
          <a:xfrm>
            <a:off x="7436446" y="3669841"/>
            <a:ext cx="172998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28"/>
          <p:cNvSpPr/>
          <p:nvPr/>
        </p:nvSpPr>
        <p:spPr>
          <a:xfrm>
            <a:off x="8820435" y="2458851"/>
            <a:ext cx="0" cy="17299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line29"/>
          <p:cNvSpPr/>
          <p:nvPr/>
        </p:nvSpPr>
        <p:spPr>
          <a:xfrm>
            <a:off x="7436446" y="3842840"/>
            <a:ext cx="172998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line30"/>
          <p:cNvSpPr/>
          <p:nvPr/>
        </p:nvSpPr>
        <p:spPr>
          <a:xfrm>
            <a:off x="8993434" y="2458851"/>
            <a:ext cx="0" cy="17299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31"/>
          <p:cNvSpPr/>
          <p:nvPr/>
        </p:nvSpPr>
        <p:spPr>
          <a:xfrm>
            <a:off x="7436446" y="4015838"/>
            <a:ext cx="172998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flat32"/>
          <p:cNvSpPr/>
          <p:nvPr/>
        </p:nvSpPr>
        <p:spPr>
          <a:xfrm>
            <a:off x="9270231" y="2458851"/>
            <a:ext cx="1729986" cy="172998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3-line33"/>
          <p:cNvSpPr/>
          <p:nvPr/>
        </p:nvSpPr>
        <p:spPr>
          <a:xfrm>
            <a:off x="9443230" y="2458851"/>
            <a:ext cx="0" cy="17299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3-line34"/>
          <p:cNvSpPr/>
          <p:nvPr/>
        </p:nvSpPr>
        <p:spPr>
          <a:xfrm>
            <a:off x="9270231" y="2631850"/>
            <a:ext cx="172998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3-line35"/>
          <p:cNvSpPr/>
          <p:nvPr/>
        </p:nvSpPr>
        <p:spPr>
          <a:xfrm>
            <a:off x="9616229" y="2458851"/>
            <a:ext cx="0" cy="17299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line36"/>
          <p:cNvSpPr/>
          <p:nvPr/>
        </p:nvSpPr>
        <p:spPr>
          <a:xfrm>
            <a:off x="9270231" y="2804848"/>
            <a:ext cx="172998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line37"/>
          <p:cNvSpPr/>
          <p:nvPr/>
        </p:nvSpPr>
        <p:spPr>
          <a:xfrm>
            <a:off x="9789227" y="2458851"/>
            <a:ext cx="0" cy="17299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line38"/>
          <p:cNvSpPr/>
          <p:nvPr/>
        </p:nvSpPr>
        <p:spPr>
          <a:xfrm>
            <a:off x="9270231" y="2977847"/>
            <a:ext cx="172998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3-line39"/>
          <p:cNvSpPr/>
          <p:nvPr/>
        </p:nvSpPr>
        <p:spPr>
          <a:xfrm>
            <a:off x="9962226" y="2458851"/>
            <a:ext cx="0" cy="17299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3-line40"/>
          <p:cNvSpPr/>
          <p:nvPr/>
        </p:nvSpPr>
        <p:spPr>
          <a:xfrm>
            <a:off x="9270231" y="3150845"/>
            <a:ext cx="172998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41"/>
          <p:cNvSpPr/>
          <p:nvPr/>
        </p:nvSpPr>
        <p:spPr>
          <a:xfrm>
            <a:off x="10135224" y="2458851"/>
            <a:ext cx="0" cy="17299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line42"/>
          <p:cNvSpPr/>
          <p:nvPr/>
        </p:nvSpPr>
        <p:spPr>
          <a:xfrm>
            <a:off x="9270231" y="3323844"/>
            <a:ext cx="172998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3-line43"/>
          <p:cNvSpPr/>
          <p:nvPr/>
        </p:nvSpPr>
        <p:spPr>
          <a:xfrm>
            <a:off x="10308223" y="2458851"/>
            <a:ext cx="0" cy="17299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3-line44"/>
          <p:cNvSpPr/>
          <p:nvPr/>
        </p:nvSpPr>
        <p:spPr>
          <a:xfrm>
            <a:off x="9270231" y="3496843"/>
            <a:ext cx="172998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3-line45"/>
          <p:cNvSpPr/>
          <p:nvPr/>
        </p:nvSpPr>
        <p:spPr>
          <a:xfrm>
            <a:off x="10481222" y="2458851"/>
            <a:ext cx="0" cy="17299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3-line46"/>
          <p:cNvSpPr/>
          <p:nvPr/>
        </p:nvSpPr>
        <p:spPr>
          <a:xfrm>
            <a:off x="9270231" y="3669841"/>
            <a:ext cx="172998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3-line47"/>
          <p:cNvSpPr/>
          <p:nvPr/>
        </p:nvSpPr>
        <p:spPr>
          <a:xfrm>
            <a:off x="10654220" y="2458851"/>
            <a:ext cx="0" cy="17299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3-line48"/>
          <p:cNvSpPr/>
          <p:nvPr/>
        </p:nvSpPr>
        <p:spPr>
          <a:xfrm>
            <a:off x="9270231" y="3842840"/>
            <a:ext cx="172998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3-line49"/>
          <p:cNvSpPr/>
          <p:nvPr/>
        </p:nvSpPr>
        <p:spPr>
          <a:xfrm>
            <a:off x="10827219" y="2458851"/>
            <a:ext cx="0" cy="17299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3-line50"/>
          <p:cNvSpPr/>
          <p:nvPr/>
        </p:nvSpPr>
        <p:spPr>
          <a:xfrm>
            <a:off x="9270231" y="4015838"/>
            <a:ext cx="1729986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3-unit51"/>
          <p:cNvSpPr/>
          <p:nvPr/>
        </p:nvSpPr>
        <p:spPr>
          <a:xfrm>
            <a:off x="11104016" y="3972589"/>
            <a:ext cx="172999" cy="17299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3-unit52"/>
          <p:cNvSpPr/>
          <p:nvPr/>
        </p:nvSpPr>
        <p:spPr>
          <a:xfrm>
            <a:off x="11104016" y="3756340"/>
            <a:ext cx="172999" cy="17299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3-unit53"/>
          <p:cNvSpPr/>
          <p:nvPr/>
        </p:nvSpPr>
        <p:spPr>
          <a:xfrm>
            <a:off x="11104016" y="3540092"/>
            <a:ext cx="172999" cy="17299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3-unit54"/>
          <p:cNvSpPr/>
          <p:nvPr/>
        </p:nvSpPr>
        <p:spPr>
          <a:xfrm>
            <a:off x="11104016" y="3323844"/>
            <a:ext cx="172999" cy="17299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3-unit55"/>
          <p:cNvSpPr/>
          <p:nvPr/>
        </p:nvSpPr>
        <p:spPr>
          <a:xfrm>
            <a:off x="11104016" y="3107596"/>
            <a:ext cx="172999" cy="17299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3-unit56"/>
          <p:cNvSpPr/>
          <p:nvPr/>
        </p:nvSpPr>
        <p:spPr>
          <a:xfrm>
            <a:off x="11328915" y="3972589"/>
            <a:ext cx="172999" cy="172999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3-figure57" descr="한 명의 몫: 백 모형 2개, 십 모형 0개, 일 모형 6개(206)"/>
          <p:cNvSpPr/>
          <p:nvPr/>
        </p:nvSpPr>
        <p:spPr>
          <a:xfrm>
            <a:off x="7349947" y="2458851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03-label58"/>
          <p:cNvSpPr txBox="1"/>
          <p:nvPr/>
        </p:nvSpPr>
        <p:spPr>
          <a:xfrm>
            <a:off x="7349947" y="4709160"/>
            <a:ext cx="42903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명의 몫 206</a:t>
            </a:r>
            <a:endParaRPr lang="ko-KR" sz="2400" dirty="0"/>
          </a:p>
        </p:txBody>
      </p:sp>
      <p:sp>
        <p:nvSpPr>
          <p:cNvPr id="52" name="S03-stepno59"/>
          <p:cNvSpPr txBox="1"/>
          <p:nvPr/>
        </p:nvSpPr>
        <p:spPr>
          <a:xfrm>
            <a:off x="548640" y="2197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3" name="S03-text60"/>
          <p:cNvSpPr txBox="1"/>
          <p:nvPr/>
        </p:nvSpPr>
        <p:spPr>
          <a:xfrm>
            <a:off x="1325880" y="2197608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8개: 2개씩 주어요.</a:t>
            </a:r>
            <a:endParaRPr lang="ko-KR" sz="3000" dirty="0"/>
          </a:p>
        </p:txBody>
      </p:sp>
      <p:sp>
        <p:nvSpPr>
          <p:cNvPr id="54" name="S03-stepno61"/>
          <p:cNvSpPr txBox="1"/>
          <p:nvPr/>
        </p:nvSpPr>
        <p:spPr>
          <a:xfrm>
            <a:off x="548640" y="29565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55" name="S03-text62"/>
          <p:cNvSpPr txBox="1"/>
          <p:nvPr/>
        </p:nvSpPr>
        <p:spPr>
          <a:xfrm>
            <a:off x="1325880" y="2910840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2개: 4명에게 줄 수 없어요.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명의 십은 0개</a:t>
            </a:r>
            <a:endParaRPr lang="ko-KR" sz="3000" dirty="0"/>
          </a:p>
        </p:txBody>
      </p:sp>
      <p:sp>
        <p:nvSpPr>
          <p:cNvPr id="56" name="S03-stepno63"/>
          <p:cNvSpPr txBox="1"/>
          <p:nvPr/>
        </p:nvSpPr>
        <p:spPr>
          <a:xfrm>
            <a:off x="548640" y="40507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57" name="S03-text64"/>
          <p:cNvSpPr txBox="1"/>
          <p:nvPr/>
        </p:nvSpPr>
        <p:spPr>
          <a:xfrm>
            <a:off x="1325880" y="4005072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2개 → 일 20개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24개: 6개씩 주어요.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몫의 십의 자리에 0</a:t>
            </a:r>
            <a:endParaRPr lang="ko-KR" sz="4000" dirty="0"/>
          </a:p>
        </p:txBody>
      </p:sp>
      <p:sp>
        <p:nvSpPr>
          <p:cNvPr id="3" name="S04-card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나눌 수 없으면 몫에 0을 쓰고 하나 더 내려요.</a:t>
            </a:r>
            <a:endParaRPr lang="ko-KR" sz="3000" dirty="0"/>
          </a:p>
        </p:txBody>
      </p:sp>
      <p:graphicFrame>
        <p:nvGraphicFramePr>
          <p:cNvPr id="5" name="S04-table6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74890" y="1431925"/>
          <a:ext cx="38404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04-stepno68"/>
          <p:cNvSpPr txBox="1"/>
          <p:nvPr/>
        </p:nvSpPr>
        <p:spPr>
          <a:xfrm>
            <a:off x="548640" y="1498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4-text69"/>
          <p:cNvSpPr txBox="1"/>
          <p:nvPr/>
        </p:nvSpPr>
        <p:spPr>
          <a:xfrm>
            <a:off x="1325880" y="149809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8 ÷ 4 = 2</a:t>
            </a:r>
            <a:endParaRPr lang="ko-KR" sz="3000" dirty="0"/>
          </a:p>
        </p:txBody>
      </p:sp>
      <p:sp>
        <p:nvSpPr>
          <p:cNvPr id="8" name="S04-stepno70"/>
          <p:cNvSpPr txBox="1"/>
          <p:nvPr/>
        </p:nvSpPr>
        <p:spPr>
          <a:xfrm>
            <a:off x="548640" y="2257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4-text71"/>
          <p:cNvSpPr txBox="1"/>
          <p:nvPr/>
        </p:nvSpPr>
        <p:spPr>
          <a:xfrm>
            <a:off x="1325880" y="2211324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2는 4보다 작아요.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몫의 십의 자리에 0</a:t>
            </a:r>
            <a:endParaRPr lang="ko-KR" sz="3000" dirty="0"/>
          </a:p>
        </p:txBody>
      </p:sp>
      <p:sp>
        <p:nvSpPr>
          <p:cNvPr id="10" name="S04-stepno72"/>
          <p:cNvSpPr txBox="1"/>
          <p:nvPr/>
        </p:nvSpPr>
        <p:spPr>
          <a:xfrm>
            <a:off x="548640" y="3351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4-text73"/>
          <p:cNvSpPr txBox="1"/>
          <p:nvPr/>
        </p:nvSpPr>
        <p:spPr>
          <a:xfrm>
            <a:off x="1325880" y="3305556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4까지 내려 24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÷ 4 = 6</a:t>
            </a:r>
            <a:endParaRPr lang="ko-KR" sz="3000" dirty="0"/>
          </a:p>
        </p:txBody>
      </p:sp>
      <p:sp>
        <p:nvSpPr>
          <p:cNvPr id="12" name="S04-stepno74"/>
          <p:cNvSpPr txBox="1"/>
          <p:nvPr/>
        </p:nvSpPr>
        <p:spPr>
          <a:xfrm>
            <a:off x="548640" y="4399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4-text75"/>
          <p:cNvSpPr txBox="1"/>
          <p:nvPr/>
        </p:nvSpPr>
        <p:spPr>
          <a:xfrm>
            <a:off x="1325880" y="4399788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 4 × 206 = 824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몫의 일의 자리에 0</a:t>
            </a:r>
            <a:endParaRPr lang="ko-KR" sz="4000" dirty="0"/>
          </a:p>
        </p:txBody>
      </p:sp>
      <p:sp>
        <p:nvSpPr>
          <p:cNvPr id="3" name="S05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 ÷ 4를 세로로 해요.</a:t>
            </a:r>
            <a:endParaRPr lang="ko-KR" sz="3000" dirty="0"/>
          </a:p>
        </p:txBody>
      </p:sp>
      <p:sp>
        <p:nvSpPr>
          <p:cNvPr id="4" name="S05-card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 ÷ 4 = 20 … 1</a:t>
            </a:r>
            <a:endParaRPr lang="ko-KR" sz="3000" dirty="0"/>
          </a:p>
        </p:txBody>
      </p:sp>
      <p:graphicFrame>
        <p:nvGraphicFramePr>
          <p:cNvPr id="6" name="S05-table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55168" y="2188210"/>
          <a:ext cx="3108960" cy="914400"/>
        </p:xfrm>
        <a:graphic>
          <a:graphicData uri="http://schemas.openxmlformats.org/drawingml/2006/table">
            <a:tbl>
              <a:tblPr/>
              <a:tblGrid>
                <a:gridCol w="1036320"/>
                <a:gridCol w="1036320"/>
                <a:gridCol w="10363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4)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5-stepno80"/>
          <p:cNvSpPr txBox="1"/>
          <p:nvPr/>
        </p:nvSpPr>
        <p:spPr>
          <a:xfrm>
            <a:off x="548640" y="20314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5-text81"/>
          <p:cNvSpPr txBox="1"/>
          <p:nvPr/>
        </p:nvSpPr>
        <p:spPr>
          <a:xfrm>
            <a:off x="1325880" y="2031492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8 ÷ 4 = 2</a:t>
            </a:r>
            <a:endParaRPr lang="ko-KR" sz="3000" dirty="0"/>
          </a:p>
        </p:txBody>
      </p:sp>
      <p:sp>
        <p:nvSpPr>
          <p:cNvPr id="9" name="S05-stepno82"/>
          <p:cNvSpPr txBox="1"/>
          <p:nvPr/>
        </p:nvSpPr>
        <p:spPr>
          <a:xfrm>
            <a:off x="548640" y="27904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5-text83"/>
          <p:cNvSpPr txBox="1"/>
          <p:nvPr/>
        </p:nvSpPr>
        <p:spPr>
          <a:xfrm>
            <a:off x="1325880" y="2744724"/>
            <a:ext cx="6087344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1은 4보다 작아요.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몫의 일의 자리에 0</a:t>
            </a:r>
            <a:endParaRPr lang="ko-KR" sz="3000" dirty="0"/>
          </a:p>
        </p:txBody>
      </p:sp>
      <p:sp>
        <p:nvSpPr>
          <p:cNvPr id="11" name="S05-stepno84"/>
          <p:cNvSpPr txBox="1"/>
          <p:nvPr/>
        </p:nvSpPr>
        <p:spPr>
          <a:xfrm>
            <a:off x="548640" y="38389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5-text85"/>
          <p:cNvSpPr txBox="1"/>
          <p:nvPr/>
        </p:nvSpPr>
        <p:spPr>
          <a:xfrm>
            <a:off x="1325880" y="3838956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1이 나머지</a:t>
            </a:r>
            <a:endParaRPr lang="ko-KR" sz="3000" dirty="0"/>
          </a:p>
        </p:txBody>
      </p:sp>
      <p:sp>
        <p:nvSpPr>
          <p:cNvPr id="13" name="S05-stepno86"/>
          <p:cNvSpPr txBox="1"/>
          <p:nvPr/>
        </p:nvSpPr>
        <p:spPr>
          <a:xfrm>
            <a:off x="548640" y="45521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5-text87"/>
          <p:cNvSpPr txBox="1"/>
          <p:nvPr/>
        </p:nvSpPr>
        <p:spPr>
          <a:xfrm>
            <a:off x="1325880" y="4552188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 4 × 20 + 1 = 81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나누어 보기</a:t>
            </a:r>
            <a:endParaRPr lang="ko-KR" sz="4000" dirty="0"/>
          </a:p>
        </p:txBody>
      </p:sp>
      <p:sp>
        <p:nvSpPr>
          <p:cNvPr id="3" name="S06-card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나눌 수 없으면 몫에 0을 쓰고 하나 더 내려요.</a:t>
            </a:r>
            <a:endParaRPr lang="ko-KR" sz="3000" dirty="0"/>
          </a:p>
        </p:txBody>
      </p:sp>
      <p:sp>
        <p:nvSpPr>
          <p:cNvPr id="5" name="S06-card90"/>
          <p:cNvSpPr/>
          <p:nvPr/>
        </p:nvSpPr>
        <p:spPr>
          <a:xfrm>
            <a:off x="6277356" y="1325880"/>
            <a:ext cx="5362956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91"/>
          <p:cNvSpPr txBox="1"/>
          <p:nvPr/>
        </p:nvSpPr>
        <p:spPr>
          <a:xfrm>
            <a:off x="6551676" y="1463040"/>
            <a:ext cx="481431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③을 세로로 해요</a:t>
            </a:r>
            <a:endParaRPr lang="ko-KR" sz="3000" dirty="0"/>
          </a:p>
        </p:txBody>
      </p:sp>
      <p:graphicFrame>
        <p:nvGraphicFramePr>
          <p:cNvPr id="7" name="S06-table9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0034" y="2096770"/>
          <a:ext cx="3657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914400"/>
                <a:gridCol w="914400"/>
              </a:tblGrid>
              <a:tr h="3937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4)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06-chip93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9" name="S06-eqtext94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612 ÷ 3 = □</a:t>
            </a:r>
            <a:endParaRPr lang="ko-KR" sz="3400" dirty="0"/>
          </a:p>
        </p:txBody>
      </p:sp>
      <p:sp>
        <p:nvSpPr>
          <p:cNvPr id="10" name="S06-chip95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6-eqtext96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480 ÷ 4 = □</a:t>
            </a:r>
            <a:endParaRPr lang="ko-KR" sz="3400" dirty="0"/>
          </a:p>
        </p:txBody>
      </p:sp>
      <p:sp>
        <p:nvSpPr>
          <p:cNvPr id="12" name="S06-chip97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06-eqtext98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815 ÷ 4 = □ …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몫은 몇 자리 수일까요</a:t>
            </a:r>
            <a:endParaRPr lang="ko-KR" sz="4000" dirty="0"/>
          </a:p>
        </p:txBody>
      </p:sp>
      <p:sp>
        <p:nvSpPr>
          <p:cNvPr id="3" name="S07-text9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몫의 자리 수를 먼저 알면 0을 빠뜨리지 않아요.</a:t>
            </a:r>
            <a:endParaRPr lang="ko-KR" sz="3000" dirty="0"/>
          </a:p>
        </p:txBody>
      </p:sp>
      <p:sp>
        <p:nvSpPr>
          <p:cNvPr id="4" name="S07-card10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0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0도 몫의 한 자리예요. 빠뜨리면 자리 수가 모자라요.</a:t>
            </a:r>
            <a:endParaRPr lang="ko-KR" sz="3000" dirty="0"/>
          </a:p>
        </p:txBody>
      </p:sp>
      <p:graphicFrame>
        <p:nvGraphicFramePr>
          <p:cNvPr id="8" name="S07-table1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542540"/>
          <a:ext cx="1005840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2514600"/>
                <a:gridCol w="2514600"/>
                <a:gridCol w="251460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나눗셈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몫의 자리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바른 몫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0을 빠뜨리면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824 ÷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 자리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612 ÷ 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 자리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81 ÷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자리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 … 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… 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8-card10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0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918 ÷ 3을 세로로 계산했어요.</a:t>
            </a:r>
            <a:endParaRPr lang="ko-KR" sz="3000" dirty="0"/>
          </a:p>
        </p:txBody>
      </p:sp>
      <p:sp>
        <p:nvSpPr>
          <p:cNvPr id="5" name="S08-card10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0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곱셈으로 확인하고, 누가 맞았는지 말해요.</a:t>
            </a:r>
            <a:endParaRPr lang="ko-KR" sz="3000" dirty="0"/>
          </a:p>
        </p:txBody>
      </p:sp>
      <p:sp>
        <p:nvSpPr>
          <p:cNvPr id="7" name="S08-chip10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36</a:t>
            </a:r>
            <a:endParaRPr lang="ko-KR" sz="2400" dirty="0"/>
          </a:p>
        </p:txBody>
      </p:sp>
      <p:sp>
        <p:nvSpPr>
          <p:cNvPr id="8" name="S08-text10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1은 3으로 나눌 수 없어서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그냥 건너뛰었어요.</a:t>
            </a:r>
            <a:endParaRPr lang="ko-KR" sz="3000" dirty="0"/>
          </a:p>
        </p:txBody>
      </p:sp>
      <p:sp>
        <p:nvSpPr>
          <p:cNvPr id="9" name="S08-chip10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306</a:t>
            </a:r>
            <a:endParaRPr lang="ko-KR" sz="2400" dirty="0"/>
          </a:p>
        </p:txBody>
      </p:sp>
      <p:sp>
        <p:nvSpPr>
          <p:cNvPr id="10" name="S08-text11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1은 3보다 작아서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몫의 십의 자리에 0을 썼어요.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 수 말하고 확인하기</a:t>
            </a:r>
            <a:endParaRPr lang="ko-KR" sz="4000" dirty="0"/>
          </a:p>
        </p:txBody>
      </p:sp>
      <p:sp>
        <p:nvSpPr>
          <p:cNvPr id="3" name="S09-text1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몫이 몇 자리 수인지 말하고 계산해요.</a:t>
            </a:r>
            <a:endParaRPr lang="ko-KR" sz="3000" dirty="0"/>
          </a:p>
        </p:txBody>
      </p:sp>
      <p:sp>
        <p:nvSpPr>
          <p:cNvPr id="4" name="S09-card1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1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수 × 몫 + 나머지 = 나누어지는 수</a:t>
            </a:r>
            <a:endParaRPr lang="ko-KR" sz="3000" dirty="0"/>
          </a:p>
        </p:txBody>
      </p:sp>
      <p:sp>
        <p:nvSpPr>
          <p:cNvPr id="6" name="S09-chip11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eqtext11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721 ÷ 7 = □</a:t>
            </a:r>
            <a:endParaRPr lang="ko-KR" sz="3400" dirty="0"/>
          </a:p>
        </p:txBody>
      </p:sp>
      <p:sp>
        <p:nvSpPr>
          <p:cNvPr id="8" name="S09-chip11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eqtext11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 ÷ 3 = □ … □</a:t>
            </a:r>
            <a:endParaRPr lang="ko-KR" sz="3400" dirty="0"/>
          </a:p>
        </p:txBody>
      </p:sp>
      <p:sp>
        <p:nvSpPr>
          <p:cNvPr id="10" name="S09-chip11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text11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540 ÷ 5 = 18이 맞나요?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1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풀고, ④는 곱셈으로 확인해요.</a:t>
            </a:r>
            <a:endParaRPr lang="ko-KR" sz="3000" dirty="0"/>
          </a:p>
        </p:txBody>
      </p:sp>
      <p:sp>
        <p:nvSpPr>
          <p:cNvPr id="4" name="S10-chip12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eqtext122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636 ÷ 6 = □</a:t>
            </a:r>
            <a:endParaRPr lang="ko-KR" sz="3400" dirty="0"/>
          </a:p>
        </p:txBody>
      </p:sp>
      <p:sp>
        <p:nvSpPr>
          <p:cNvPr id="6" name="S10-chip12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0-eqtext124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 ÷ 4 = □ … □</a:t>
            </a:r>
            <a:endParaRPr lang="ko-KR" sz="3400" dirty="0"/>
          </a:p>
        </p:txBody>
      </p:sp>
      <p:sp>
        <p:nvSpPr>
          <p:cNvPr id="8" name="S10-chip125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0-eqtext126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750 ÷ 5 = □</a:t>
            </a:r>
            <a:endParaRPr lang="ko-KR" sz="3400" dirty="0"/>
          </a:p>
        </p:txBody>
      </p:sp>
      <p:sp>
        <p:nvSpPr>
          <p:cNvPr id="10" name="S10-chip127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0-text128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927 ÷ 9 = 13이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나눈 것은?</a:t>
            </a:r>
            <a:endParaRPr lang="ko-KR" sz="4000" dirty="0"/>
          </a:p>
        </p:txBody>
      </p:sp>
      <p:sp>
        <p:nvSpPr>
          <p:cNvPr id="3" name="S12-text12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618 ÷ 6을 계산했어요.</a:t>
            </a:r>
            <a:endParaRPr lang="ko-KR" sz="3000" dirty="0"/>
          </a:p>
        </p:txBody>
      </p:sp>
      <p:sp>
        <p:nvSpPr>
          <p:cNvPr id="4" name="S12-card1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곱셈으로 확인해 바른 몫을 고르고, 까닭을 말해요.</a:t>
            </a:r>
            <a:endParaRPr lang="ko-KR" sz="3000" dirty="0"/>
          </a:p>
        </p:txBody>
      </p:sp>
      <p:sp>
        <p:nvSpPr>
          <p:cNvPr id="6" name="S12-chip132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2-bigtext133"/>
          <p:cNvSpPr txBox="1"/>
          <p:nvPr/>
        </p:nvSpPr>
        <p:spPr>
          <a:xfrm>
            <a:off x="548640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ko-KR" sz="4800" dirty="0"/>
          </a:p>
        </p:txBody>
      </p:sp>
      <p:sp>
        <p:nvSpPr>
          <p:cNvPr id="8" name="S12-chip134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2-bigtext135"/>
          <p:cNvSpPr txBox="1"/>
          <p:nvPr/>
        </p:nvSpPr>
        <p:spPr>
          <a:xfrm>
            <a:off x="4367784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103</a:t>
            </a:r>
            <a:endParaRPr lang="ko-KR" sz="4800" dirty="0"/>
          </a:p>
        </p:txBody>
      </p:sp>
      <p:sp>
        <p:nvSpPr>
          <p:cNvPr id="10" name="S12-chip13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1" name="S12-bigtext137"/>
          <p:cNvSpPr txBox="1"/>
          <p:nvPr/>
        </p:nvSpPr>
        <p:spPr>
          <a:xfrm>
            <a:off x="8186928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</a:t>
            </a:r>
            <a:endParaRPr lang="ko-KR" sz="4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3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3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나눌 수 없는 자리에는 몫에 0을 써요.</a:t>
            </a:r>
            <a:endParaRPr lang="ko-KR" sz="3000" dirty="0"/>
          </a:p>
        </p:txBody>
      </p:sp>
      <p:sp>
        <p:nvSpPr>
          <p:cNvPr id="5" name="S13-chip140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몫의 자리 수 세고 곱셈으로 확인</a:t>
            </a:r>
            <a:endParaRPr lang="ko-KR" sz="2400" dirty="0"/>
          </a:p>
        </p:txBody>
      </p:sp>
      <p:sp>
        <p:nvSpPr>
          <p:cNvPr id="6" name="S13-chip141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몫의 0 빠뜨리기</a:t>
            </a:r>
            <a:endParaRPr lang="ko-KR" sz="2400" dirty="0"/>
          </a:p>
        </p:txBody>
      </p:sp>
      <p:sp>
        <p:nvSpPr>
          <p:cNvPr id="7" name="S13-text142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eqtext143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945 ÷ 9 = □</a:t>
            </a:r>
            <a:endParaRPr lang="ko-KR" sz="2800" dirty="0"/>
          </a:p>
        </p:txBody>
      </p:sp>
      <p:sp>
        <p:nvSpPr>
          <p:cNvPr id="9" name="S13-eqtext144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62 ÷ 3 = □ … □</a:t>
            </a:r>
            <a:endParaRPr lang="ko-KR" sz="2800" dirty="0"/>
          </a:p>
        </p:txBody>
      </p:sp>
      <p:sp>
        <p:nvSpPr>
          <p:cNvPr id="10" name="S13-eqtext145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832 ÷ 4 = □</a:t>
            </a:r>
            <a:endParaRPr lang="ko-KR" sz="2800" dirty="0"/>
          </a:p>
        </p:txBody>
      </p:sp>
      <p:sp>
        <p:nvSpPr>
          <p:cNvPr id="11" name="S13-text14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분수의 뜻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536 ÷ 4</a:t>
            </a:r>
            <a:endParaRPr lang="ko-KR" sz="4000" dirty="0"/>
          </a:p>
        </p:txBody>
      </p:sp>
      <p:graphicFrame>
        <p:nvGraphicFramePr>
          <p:cNvPr id="14" name="S14-table1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74890" y="1645920"/>
          <a:ext cx="38404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14-stepno148"/>
          <p:cNvSpPr txBox="1"/>
          <p:nvPr/>
        </p:nvSpPr>
        <p:spPr>
          <a:xfrm>
            <a:off x="548640" y="2046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" name="S14-text149"/>
          <p:cNvSpPr txBox="1"/>
          <p:nvPr/>
        </p:nvSpPr>
        <p:spPr>
          <a:xfrm>
            <a:off x="1325880" y="204673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5 ÷ 4 = 1 … 1</a:t>
            </a:r>
            <a:endParaRPr lang="ko-KR" sz="3000" dirty="0"/>
          </a:p>
        </p:txBody>
      </p:sp>
      <p:sp>
        <p:nvSpPr>
          <p:cNvPr id="6" name="S14-stepno150"/>
          <p:cNvSpPr txBox="1"/>
          <p:nvPr/>
        </p:nvSpPr>
        <p:spPr>
          <a:xfrm>
            <a:off x="548640" y="28056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" name="S14-text151"/>
          <p:cNvSpPr txBox="1"/>
          <p:nvPr/>
        </p:nvSpPr>
        <p:spPr>
          <a:xfrm>
            <a:off x="1325880" y="2759964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3을 내려 13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÷ 4 = 3 … 1</a:t>
            </a:r>
            <a:endParaRPr lang="ko-KR" sz="3000" dirty="0"/>
          </a:p>
        </p:txBody>
      </p:sp>
      <p:sp>
        <p:nvSpPr>
          <p:cNvPr id="8" name="S14-stepno152"/>
          <p:cNvSpPr txBox="1"/>
          <p:nvPr/>
        </p:nvSpPr>
        <p:spPr>
          <a:xfrm>
            <a:off x="548640" y="38999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9" name="S14-text153"/>
          <p:cNvSpPr txBox="1"/>
          <p:nvPr/>
        </p:nvSpPr>
        <p:spPr>
          <a:xfrm>
            <a:off x="1325880" y="3854196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6을 내려 16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 ÷ 4 = 4</a:t>
            </a:r>
            <a:endParaRPr lang="ko-KR" sz="3000" dirty="0"/>
          </a:p>
        </p:txBody>
      </p:sp>
      <p:sp>
        <p:nvSpPr>
          <p:cNvPr id="10" name="S14-stepno154"/>
          <p:cNvSpPr txBox="1"/>
          <p:nvPr/>
        </p:nvSpPr>
        <p:spPr>
          <a:xfrm>
            <a:off x="548640" y="4948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1" name="S14-text155"/>
          <p:cNvSpPr txBox="1"/>
          <p:nvPr/>
        </p:nvSpPr>
        <p:spPr>
          <a:xfrm>
            <a:off x="1325880" y="4948428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 4 × 134 = 536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몫에 0이 있는 나눗셈</dc:title>
  <dc:subject>KR22-G03-MAT-DIVZERO-L01</dc:subject>
  <dc:creator>education-ppt</dc:creator>
  <cp:lastModifiedBy>education-ppt</cp:lastModifiedBy>
  <cp:revision>1</cp:revision>
  <dcterms:created xsi:type="dcterms:W3CDTF">2026-10-26T08:24:23Z</dcterms:created>
  <dcterms:modified xsi:type="dcterms:W3CDTF">2026-10-26T08:24:23Z</dcterms:modified>
</cp:coreProperties>
</file>