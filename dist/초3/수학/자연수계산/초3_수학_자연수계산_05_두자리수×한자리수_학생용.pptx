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49a1f21-6d3f-ac35-80b6-3f18a1115f43}">
          <p14:sldIdLst>
            <p14:sldId id="256"/>
            <p14:sldId id="257"/>
          </p14:sldIdLst>
        </p14:section>
        <p14:section name="개념" id="{dd4a9b0d-a021-3002-10dd-ca7124875298}">
          <p14:sldIdLst>
            <p14:sldId id="258"/>
            <p14:sldId id="259"/>
            <p14:sldId id="260"/>
            <p14:sldId id="261"/>
            <p14:sldId id="263"/>
            <p14:sldId id="264"/>
          </p14:sldIdLst>
        </p14:section>
        <p14:section name="연습" id="{a9230a8d-d4f9-d1ce-fa3a-b4e77713c60b}">
          <p14:sldIdLst>
            <p14:sldId id="262"/>
            <p14:sldId id="265"/>
          </p14:sldIdLst>
        </p14:section>
        <p14:section name="개념" id="{144952fe-a817-8445-950e-090b5bd3c014}">
          <p14:sldIdLst/>
        </p14:section>
        <p14:section name="연습" id="{0e19595d-01a3-55f1-504e-84206f7e6a2a}">
          <p14:sldIdLst/>
        </p14:section>
        <p14:section name="확인" id="{a6f2683f-e3e0-2c56-4009-72116da43814}">
          <p14:sldIdLst>
            <p14:sldId id="266"/>
            <p14:sldId id="267"/>
          </p14:sldIdLst>
        </p14:section>
        <p14:section name="정리" id="{f7a7a7a8-50bb-0e0c-9797-91dbae63262f}">
          <p14:sldIdLst>
            <p14:sldId id="268"/>
          </p14:sldIdLst>
        </p14:section>
        <p14:section name="보충" id="{8fe36082-4efe-1fa8-6184-087017baa30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(두 자리 수)×(한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(두 자리 수)×(한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(두 자리 수)×(한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(몇십몇)×(몇)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× 3은 어떻게 계산할까?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92202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자리별로 나누어 곱하고 더해요.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올림이 있는 곱셈을 세로셈으로 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4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+ 18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몇십 곱하기 몇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3은 십 모형 2개씩 3묶음이에요.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3 = 60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3 = 6이니까 십 모형이 6개예요.</a:t>
            </a:r>
            <a:endParaRPr lang="ko-KR" sz="3000" dirty="0"/>
          </a:p>
        </p:txBody>
      </p:sp>
      <p:sp>
        <p:nvSpPr>
          <p:cNvPr id="6" name="S03-rod13"/>
          <p:cNvSpPr/>
          <p:nvPr/>
        </p:nvSpPr>
        <p:spPr>
          <a:xfrm>
            <a:off x="1944272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line14"/>
          <p:cNvSpPr/>
          <p:nvPr/>
        </p:nvSpPr>
        <p:spPr>
          <a:xfrm>
            <a:off x="1944272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15"/>
          <p:cNvSpPr/>
          <p:nvPr/>
        </p:nvSpPr>
        <p:spPr>
          <a:xfrm>
            <a:off x="1944272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16"/>
          <p:cNvSpPr/>
          <p:nvPr/>
        </p:nvSpPr>
        <p:spPr>
          <a:xfrm>
            <a:off x="1944272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17"/>
          <p:cNvSpPr/>
          <p:nvPr/>
        </p:nvSpPr>
        <p:spPr>
          <a:xfrm>
            <a:off x="1944272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>
            <a:off x="1944272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>
            <a:off x="1944272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1944272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1944272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1944272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rod23"/>
          <p:cNvSpPr/>
          <p:nvPr/>
        </p:nvSpPr>
        <p:spPr>
          <a:xfrm>
            <a:off x="2290572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2290572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2290572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2290572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2290572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2290572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2290572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2290572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2290572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32"/>
          <p:cNvSpPr/>
          <p:nvPr/>
        </p:nvSpPr>
        <p:spPr>
          <a:xfrm>
            <a:off x="2290572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figure33" descr="십 모형 2개"/>
          <p:cNvSpPr/>
          <p:nvPr/>
        </p:nvSpPr>
        <p:spPr>
          <a:xfrm>
            <a:off x="548640" y="205496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3-label34"/>
          <p:cNvSpPr txBox="1"/>
          <p:nvPr/>
        </p:nvSpPr>
        <p:spPr>
          <a:xfrm>
            <a:off x="548640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8" name="S03-rod35"/>
          <p:cNvSpPr/>
          <p:nvPr/>
        </p:nvSpPr>
        <p:spPr>
          <a:xfrm>
            <a:off x="574817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line36"/>
          <p:cNvSpPr/>
          <p:nvPr/>
        </p:nvSpPr>
        <p:spPr>
          <a:xfrm>
            <a:off x="574817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574817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38"/>
          <p:cNvSpPr/>
          <p:nvPr/>
        </p:nvSpPr>
        <p:spPr>
          <a:xfrm>
            <a:off x="574817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39"/>
          <p:cNvSpPr/>
          <p:nvPr/>
        </p:nvSpPr>
        <p:spPr>
          <a:xfrm>
            <a:off x="574817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40"/>
          <p:cNvSpPr/>
          <p:nvPr/>
        </p:nvSpPr>
        <p:spPr>
          <a:xfrm>
            <a:off x="574817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574817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42"/>
          <p:cNvSpPr/>
          <p:nvPr/>
        </p:nvSpPr>
        <p:spPr>
          <a:xfrm>
            <a:off x="574817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43"/>
          <p:cNvSpPr/>
          <p:nvPr/>
        </p:nvSpPr>
        <p:spPr>
          <a:xfrm>
            <a:off x="574817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44"/>
          <p:cNvSpPr/>
          <p:nvPr/>
        </p:nvSpPr>
        <p:spPr>
          <a:xfrm>
            <a:off x="574817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rod45"/>
          <p:cNvSpPr/>
          <p:nvPr/>
        </p:nvSpPr>
        <p:spPr>
          <a:xfrm>
            <a:off x="609447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line46"/>
          <p:cNvSpPr/>
          <p:nvPr/>
        </p:nvSpPr>
        <p:spPr>
          <a:xfrm>
            <a:off x="609447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47"/>
          <p:cNvSpPr/>
          <p:nvPr/>
        </p:nvSpPr>
        <p:spPr>
          <a:xfrm>
            <a:off x="609447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609447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609447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609447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609447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52"/>
          <p:cNvSpPr/>
          <p:nvPr/>
        </p:nvSpPr>
        <p:spPr>
          <a:xfrm>
            <a:off x="609447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53"/>
          <p:cNvSpPr/>
          <p:nvPr/>
        </p:nvSpPr>
        <p:spPr>
          <a:xfrm>
            <a:off x="609447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54"/>
          <p:cNvSpPr/>
          <p:nvPr/>
        </p:nvSpPr>
        <p:spPr>
          <a:xfrm>
            <a:off x="609447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figure55" descr="십 모형 2개"/>
          <p:cNvSpPr/>
          <p:nvPr/>
        </p:nvSpPr>
        <p:spPr>
          <a:xfrm>
            <a:off x="4352544" y="205496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03-label56"/>
          <p:cNvSpPr txBox="1"/>
          <p:nvPr/>
        </p:nvSpPr>
        <p:spPr>
          <a:xfrm>
            <a:off x="4352544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50" name="S03-rod57"/>
          <p:cNvSpPr/>
          <p:nvPr/>
        </p:nvSpPr>
        <p:spPr>
          <a:xfrm>
            <a:off x="955208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3-line58"/>
          <p:cNvSpPr/>
          <p:nvPr/>
        </p:nvSpPr>
        <p:spPr>
          <a:xfrm>
            <a:off x="955208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59"/>
          <p:cNvSpPr/>
          <p:nvPr/>
        </p:nvSpPr>
        <p:spPr>
          <a:xfrm>
            <a:off x="955208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955208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61"/>
          <p:cNvSpPr/>
          <p:nvPr/>
        </p:nvSpPr>
        <p:spPr>
          <a:xfrm>
            <a:off x="955208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62"/>
          <p:cNvSpPr/>
          <p:nvPr/>
        </p:nvSpPr>
        <p:spPr>
          <a:xfrm>
            <a:off x="955208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63"/>
          <p:cNvSpPr/>
          <p:nvPr/>
        </p:nvSpPr>
        <p:spPr>
          <a:xfrm>
            <a:off x="955208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64"/>
          <p:cNvSpPr/>
          <p:nvPr/>
        </p:nvSpPr>
        <p:spPr>
          <a:xfrm>
            <a:off x="955208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65"/>
          <p:cNvSpPr/>
          <p:nvPr/>
        </p:nvSpPr>
        <p:spPr>
          <a:xfrm>
            <a:off x="955208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66"/>
          <p:cNvSpPr/>
          <p:nvPr/>
        </p:nvSpPr>
        <p:spPr>
          <a:xfrm>
            <a:off x="955208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rod67"/>
          <p:cNvSpPr/>
          <p:nvPr/>
        </p:nvSpPr>
        <p:spPr>
          <a:xfrm>
            <a:off x="989838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line68"/>
          <p:cNvSpPr/>
          <p:nvPr/>
        </p:nvSpPr>
        <p:spPr>
          <a:xfrm>
            <a:off x="989838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69"/>
          <p:cNvSpPr/>
          <p:nvPr/>
        </p:nvSpPr>
        <p:spPr>
          <a:xfrm>
            <a:off x="989838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70"/>
          <p:cNvSpPr/>
          <p:nvPr/>
        </p:nvSpPr>
        <p:spPr>
          <a:xfrm>
            <a:off x="989838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71"/>
          <p:cNvSpPr/>
          <p:nvPr/>
        </p:nvSpPr>
        <p:spPr>
          <a:xfrm>
            <a:off x="989838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72"/>
          <p:cNvSpPr/>
          <p:nvPr/>
        </p:nvSpPr>
        <p:spPr>
          <a:xfrm>
            <a:off x="989838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ine73"/>
          <p:cNvSpPr/>
          <p:nvPr/>
        </p:nvSpPr>
        <p:spPr>
          <a:xfrm>
            <a:off x="989838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line74"/>
          <p:cNvSpPr/>
          <p:nvPr/>
        </p:nvSpPr>
        <p:spPr>
          <a:xfrm>
            <a:off x="989838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3-line75"/>
          <p:cNvSpPr/>
          <p:nvPr/>
        </p:nvSpPr>
        <p:spPr>
          <a:xfrm>
            <a:off x="989838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3-line76"/>
          <p:cNvSpPr/>
          <p:nvPr/>
        </p:nvSpPr>
        <p:spPr>
          <a:xfrm>
            <a:off x="989838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3-figure77" descr="십 모형 2개"/>
          <p:cNvSpPr/>
          <p:nvPr/>
        </p:nvSpPr>
        <p:spPr>
          <a:xfrm>
            <a:off x="8156448" y="205496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03-label78"/>
          <p:cNvSpPr txBox="1"/>
          <p:nvPr/>
        </p:nvSpPr>
        <p:spPr>
          <a:xfrm>
            <a:off x="8156448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26씩 3묶음</a:t>
            </a:r>
            <a:endParaRPr lang="ko-KR" sz="4000" dirty="0"/>
          </a:p>
        </p:txBody>
      </p:sp>
      <p:sp>
        <p:nvSpPr>
          <p:cNvPr id="3" name="S04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× 3은 26이 3묶음이에요.</a:t>
            </a:r>
            <a:endParaRPr lang="ko-KR" sz="3000" dirty="0"/>
          </a:p>
        </p:txBody>
      </p:sp>
      <p:sp>
        <p:nvSpPr>
          <p:cNvPr id="4" name="S04-card80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1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6개, 일 18개 → 78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모형 10개를 십 모형 1개로 바꾸어요.</a:t>
            </a:r>
            <a:endParaRPr lang="ko-KR" sz="3000" dirty="0"/>
          </a:p>
        </p:txBody>
      </p:sp>
      <p:sp>
        <p:nvSpPr>
          <p:cNvPr id="6" name="S04-rod82"/>
          <p:cNvSpPr/>
          <p:nvPr/>
        </p:nvSpPr>
        <p:spPr>
          <a:xfrm>
            <a:off x="1707185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line83"/>
          <p:cNvSpPr/>
          <p:nvPr/>
        </p:nvSpPr>
        <p:spPr>
          <a:xfrm>
            <a:off x="1707185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84"/>
          <p:cNvSpPr/>
          <p:nvPr/>
        </p:nvSpPr>
        <p:spPr>
          <a:xfrm>
            <a:off x="1707185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85"/>
          <p:cNvSpPr/>
          <p:nvPr/>
        </p:nvSpPr>
        <p:spPr>
          <a:xfrm>
            <a:off x="1707185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86"/>
          <p:cNvSpPr/>
          <p:nvPr/>
        </p:nvSpPr>
        <p:spPr>
          <a:xfrm>
            <a:off x="1707185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87"/>
          <p:cNvSpPr/>
          <p:nvPr/>
        </p:nvSpPr>
        <p:spPr>
          <a:xfrm>
            <a:off x="1707185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88"/>
          <p:cNvSpPr/>
          <p:nvPr/>
        </p:nvSpPr>
        <p:spPr>
          <a:xfrm>
            <a:off x="1707185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89"/>
          <p:cNvSpPr/>
          <p:nvPr/>
        </p:nvSpPr>
        <p:spPr>
          <a:xfrm>
            <a:off x="1707185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90"/>
          <p:cNvSpPr/>
          <p:nvPr/>
        </p:nvSpPr>
        <p:spPr>
          <a:xfrm>
            <a:off x="1707185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91"/>
          <p:cNvSpPr/>
          <p:nvPr/>
        </p:nvSpPr>
        <p:spPr>
          <a:xfrm>
            <a:off x="1707185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rod92"/>
          <p:cNvSpPr/>
          <p:nvPr/>
        </p:nvSpPr>
        <p:spPr>
          <a:xfrm>
            <a:off x="2029054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line93"/>
          <p:cNvSpPr/>
          <p:nvPr/>
        </p:nvSpPr>
        <p:spPr>
          <a:xfrm>
            <a:off x="2029054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94"/>
          <p:cNvSpPr/>
          <p:nvPr/>
        </p:nvSpPr>
        <p:spPr>
          <a:xfrm>
            <a:off x="2029054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95"/>
          <p:cNvSpPr/>
          <p:nvPr/>
        </p:nvSpPr>
        <p:spPr>
          <a:xfrm>
            <a:off x="2029054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96"/>
          <p:cNvSpPr/>
          <p:nvPr/>
        </p:nvSpPr>
        <p:spPr>
          <a:xfrm>
            <a:off x="2029054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97"/>
          <p:cNvSpPr/>
          <p:nvPr/>
        </p:nvSpPr>
        <p:spPr>
          <a:xfrm>
            <a:off x="2029054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98"/>
          <p:cNvSpPr/>
          <p:nvPr/>
        </p:nvSpPr>
        <p:spPr>
          <a:xfrm>
            <a:off x="2029054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99"/>
          <p:cNvSpPr/>
          <p:nvPr/>
        </p:nvSpPr>
        <p:spPr>
          <a:xfrm>
            <a:off x="2029054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00"/>
          <p:cNvSpPr/>
          <p:nvPr/>
        </p:nvSpPr>
        <p:spPr>
          <a:xfrm>
            <a:off x="2029054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101"/>
          <p:cNvSpPr/>
          <p:nvPr/>
        </p:nvSpPr>
        <p:spPr>
          <a:xfrm>
            <a:off x="2029054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unit102"/>
          <p:cNvSpPr/>
          <p:nvPr/>
        </p:nvSpPr>
        <p:spPr>
          <a:xfrm>
            <a:off x="2350922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unit103"/>
          <p:cNvSpPr/>
          <p:nvPr/>
        </p:nvSpPr>
        <p:spPr>
          <a:xfrm>
            <a:off x="2350922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unit104"/>
          <p:cNvSpPr/>
          <p:nvPr/>
        </p:nvSpPr>
        <p:spPr>
          <a:xfrm>
            <a:off x="2350922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unit105"/>
          <p:cNvSpPr/>
          <p:nvPr/>
        </p:nvSpPr>
        <p:spPr>
          <a:xfrm>
            <a:off x="2350922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4-unit106"/>
          <p:cNvSpPr/>
          <p:nvPr/>
        </p:nvSpPr>
        <p:spPr>
          <a:xfrm>
            <a:off x="2350922" y="288569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unit107"/>
          <p:cNvSpPr/>
          <p:nvPr/>
        </p:nvSpPr>
        <p:spPr>
          <a:xfrm>
            <a:off x="2612441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4-figure108" descr="십 모형 2개와 일 모형 6개"/>
          <p:cNvSpPr/>
          <p:nvPr/>
        </p:nvSpPr>
        <p:spPr>
          <a:xfrm>
            <a:off x="548640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4-label109"/>
          <p:cNvSpPr txBox="1"/>
          <p:nvPr/>
        </p:nvSpPr>
        <p:spPr>
          <a:xfrm>
            <a:off x="548640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2400" dirty="0"/>
          </a:p>
        </p:txBody>
      </p:sp>
      <p:sp>
        <p:nvSpPr>
          <p:cNvPr id="34" name="S04-rod110"/>
          <p:cNvSpPr/>
          <p:nvPr/>
        </p:nvSpPr>
        <p:spPr>
          <a:xfrm>
            <a:off x="5511089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4-line111"/>
          <p:cNvSpPr/>
          <p:nvPr/>
        </p:nvSpPr>
        <p:spPr>
          <a:xfrm>
            <a:off x="5511089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112"/>
          <p:cNvSpPr/>
          <p:nvPr/>
        </p:nvSpPr>
        <p:spPr>
          <a:xfrm>
            <a:off x="5511089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13"/>
          <p:cNvSpPr/>
          <p:nvPr/>
        </p:nvSpPr>
        <p:spPr>
          <a:xfrm>
            <a:off x="5511089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14"/>
          <p:cNvSpPr/>
          <p:nvPr/>
        </p:nvSpPr>
        <p:spPr>
          <a:xfrm>
            <a:off x="5511089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15"/>
          <p:cNvSpPr/>
          <p:nvPr/>
        </p:nvSpPr>
        <p:spPr>
          <a:xfrm>
            <a:off x="5511089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116"/>
          <p:cNvSpPr/>
          <p:nvPr/>
        </p:nvSpPr>
        <p:spPr>
          <a:xfrm>
            <a:off x="5511089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117"/>
          <p:cNvSpPr/>
          <p:nvPr/>
        </p:nvSpPr>
        <p:spPr>
          <a:xfrm>
            <a:off x="5511089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118"/>
          <p:cNvSpPr/>
          <p:nvPr/>
        </p:nvSpPr>
        <p:spPr>
          <a:xfrm>
            <a:off x="5511089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119"/>
          <p:cNvSpPr/>
          <p:nvPr/>
        </p:nvSpPr>
        <p:spPr>
          <a:xfrm>
            <a:off x="5511089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rod120"/>
          <p:cNvSpPr/>
          <p:nvPr/>
        </p:nvSpPr>
        <p:spPr>
          <a:xfrm>
            <a:off x="5832958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4-line121"/>
          <p:cNvSpPr/>
          <p:nvPr/>
        </p:nvSpPr>
        <p:spPr>
          <a:xfrm>
            <a:off x="5832958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line122"/>
          <p:cNvSpPr/>
          <p:nvPr/>
        </p:nvSpPr>
        <p:spPr>
          <a:xfrm>
            <a:off x="5832958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123"/>
          <p:cNvSpPr/>
          <p:nvPr/>
        </p:nvSpPr>
        <p:spPr>
          <a:xfrm>
            <a:off x="5832958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124"/>
          <p:cNvSpPr/>
          <p:nvPr/>
        </p:nvSpPr>
        <p:spPr>
          <a:xfrm>
            <a:off x="5832958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125"/>
          <p:cNvSpPr/>
          <p:nvPr/>
        </p:nvSpPr>
        <p:spPr>
          <a:xfrm>
            <a:off x="5832958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126"/>
          <p:cNvSpPr/>
          <p:nvPr/>
        </p:nvSpPr>
        <p:spPr>
          <a:xfrm>
            <a:off x="5832958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127"/>
          <p:cNvSpPr/>
          <p:nvPr/>
        </p:nvSpPr>
        <p:spPr>
          <a:xfrm>
            <a:off x="5832958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128"/>
          <p:cNvSpPr/>
          <p:nvPr/>
        </p:nvSpPr>
        <p:spPr>
          <a:xfrm>
            <a:off x="5832958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129"/>
          <p:cNvSpPr/>
          <p:nvPr/>
        </p:nvSpPr>
        <p:spPr>
          <a:xfrm>
            <a:off x="5832958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unit130"/>
          <p:cNvSpPr/>
          <p:nvPr/>
        </p:nvSpPr>
        <p:spPr>
          <a:xfrm>
            <a:off x="6154826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4-unit131"/>
          <p:cNvSpPr/>
          <p:nvPr/>
        </p:nvSpPr>
        <p:spPr>
          <a:xfrm>
            <a:off x="6154826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4-unit132"/>
          <p:cNvSpPr/>
          <p:nvPr/>
        </p:nvSpPr>
        <p:spPr>
          <a:xfrm>
            <a:off x="6154826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4-unit133"/>
          <p:cNvSpPr/>
          <p:nvPr/>
        </p:nvSpPr>
        <p:spPr>
          <a:xfrm>
            <a:off x="6154826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4-unit134"/>
          <p:cNvSpPr/>
          <p:nvPr/>
        </p:nvSpPr>
        <p:spPr>
          <a:xfrm>
            <a:off x="6154826" y="288569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4-unit135"/>
          <p:cNvSpPr/>
          <p:nvPr/>
        </p:nvSpPr>
        <p:spPr>
          <a:xfrm>
            <a:off x="6416345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4-figure136" descr="십 모형 2개와 일 모형 6개"/>
          <p:cNvSpPr/>
          <p:nvPr/>
        </p:nvSpPr>
        <p:spPr>
          <a:xfrm>
            <a:off x="4352544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04-label137"/>
          <p:cNvSpPr txBox="1"/>
          <p:nvPr/>
        </p:nvSpPr>
        <p:spPr>
          <a:xfrm>
            <a:off x="4352544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2400" dirty="0"/>
          </a:p>
        </p:txBody>
      </p:sp>
      <p:sp>
        <p:nvSpPr>
          <p:cNvPr id="62" name="S04-rod138"/>
          <p:cNvSpPr/>
          <p:nvPr/>
        </p:nvSpPr>
        <p:spPr>
          <a:xfrm>
            <a:off x="9314993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4-line139"/>
          <p:cNvSpPr/>
          <p:nvPr/>
        </p:nvSpPr>
        <p:spPr>
          <a:xfrm>
            <a:off x="9314993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140"/>
          <p:cNvSpPr/>
          <p:nvPr/>
        </p:nvSpPr>
        <p:spPr>
          <a:xfrm>
            <a:off x="9314993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ine141"/>
          <p:cNvSpPr/>
          <p:nvPr/>
        </p:nvSpPr>
        <p:spPr>
          <a:xfrm>
            <a:off x="9314993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line142"/>
          <p:cNvSpPr/>
          <p:nvPr/>
        </p:nvSpPr>
        <p:spPr>
          <a:xfrm>
            <a:off x="9314993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4-line143"/>
          <p:cNvSpPr/>
          <p:nvPr/>
        </p:nvSpPr>
        <p:spPr>
          <a:xfrm>
            <a:off x="9314993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4-line144"/>
          <p:cNvSpPr/>
          <p:nvPr/>
        </p:nvSpPr>
        <p:spPr>
          <a:xfrm>
            <a:off x="9314993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4-line145"/>
          <p:cNvSpPr/>
          <p:nvPr/>
        </p:nvSpPr>
        <p:spPr>
          <a:xfrm>
            <a:off x="9314993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line146"/>
          <p:cNvSpPr/>
          <p:nvPr/>
        </p:nvSpPr>
        <p:spPr>
          <a:xfrm>
            <a:off x="9314993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4-line147"/>
          <p:cNvSpPr/>
          <p:nvPr/>
        </p:nvSpPr>
        <p:spPr>
          <a:xfrm>
            <a:off x="9314993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rod148"/>
          <p:cNvSpPr/>
          <p:nvPr/>
        </p:nvSpPr>
        <p:spPr>
          <a:xfrm>
            <a:off x="9636862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4-line149"/>
          <p:cNvSpPr/>
          <p:nvPr/>
        </p:nvSpPr>
        <p:spPr>
          <a:xfrm>
            <a:off x="9636862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line150"/>
          <p:cNvSpPr/>
          <p:nvPr/>
        </p:nvSpPr>
        <p:spPr>
          <a:xfrm>
            <a:off x="9636862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line151"/>
          <p:cNvSpPr/>
          <p:nvPr/>
        </p:nvSpPr>
        <p:spPr>
          <a:xfrm>
            <a:off x="9636862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4-line152"/>
          <p:cNvSpPr/>
          <p:nvPr/>
        </p:nvSpPr>
        <p:spPr>
          <a:xfrm>
            <a:off x="9636862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4-line153"/>
          <p:cNvSpPr/>
          <p:nvPr/>
        </p:nvSpPr>
        <p:spPr>
          <a:xfrm>
            <a:off x="9636862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4-line154"/>
          <p:cNvSpPr/>
          <p:nvPr/>
        </p:nvSpPr>
        <p:spPr>
          <a:xfrm>
            <a:off x="9636862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4-line155"/>
          <p:cNvSpPr/>
          <p:nvPr/>
        </p:nvSpPr>
        <p:spPr>
          <a:xfrm>
            <a:off x="9636862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4-line156"/>
          <p:cNvSpPr/>
          <p:nvPr/>
        </p:nvSpPr>
        <p:spPr>
          <a:xfrm>
            <a:off x="9636862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4-line157"/>
          <p:cNvSpPr/>
          <p:nvPr/>
        </p:nvSpPr>
        <p:spPr>
          <a:xfrm>
            <a:off x="9636862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4-unit158"/>
          <p:cNvSpPr/>
          <p:nvPr/>
        </p:nvSpPr>
        <p:spPr>
          <a:xfrm>
            <a:off x="9958730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4-unit159"/>
          <p:cNvSpPr/>
          <p:nvPr/>
        </p:nvSpPr>
        <p:spPr>
          <a:xfrm>
            <a:off x="9958730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4-unit160"/>
          <p:cNvSpPr/>
          <p:nvPr/>
        </p:nvSpPr>
        <p:spPr>
          <a:xfrm>
            <a:off x="9958730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4-unit161"/>
          <p:cNvSpPr/>
          <p:nvPr/>
        </p:nvSpPr>
        <p:spPr>
          <a:xfrm>
            <a:off x="9958730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4-unit162"/>
          <p:cNvSpPr/>
          <p:nvPr/>
        </p:nvSpPr>
        <p:spPr>
          <a:xfrm>
            <a:off x="9958730" y="288569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4-unit163"/>
          <p:cNvSpPr/>
          <p:nvPr/>
        </p:nvSpPr>
        <p:spPr>
          <a:xfrm>
            <a:off x="10220249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4-figure164" descr="십 모형 2개와 일 모형 6개"/>
          <p:cNvSpPr/>
          <p:nvPr/>
        </p:nvSpPr>
        <p:spPr>
          <a:xfrm>
            <a:off x="8156448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S04-label165"/>
          <p:cNvSpPr txBox="1"/>
          <p:nvPr/>
        </p:nvSpPr>
        <p:spPr>
          <a:xfrm>
            <a:off x="8156448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자리별로 곱해요</a:t>
            </a:r>
            <a:endParaRPr lang="ko-KR" sz="4000" dirty="0"/>
          </a:p>
        </p:txBody>
      </p:sp>
      <p:sp>
        <p:nvSpPr>
          <p:cNvPr id="3" name="S05-text1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× 3을 자리별로 곱해요.</a:t>
            </a:r>
            <a:endParaRPr lang="ko-KR" sz="3000" dirty="0"/>
          </a:p>
        </p:txBody>
      </p:sp>
      <p:sp>
        <p:nvSpPr>
          <p:cNvPr id="4" name="S05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2는 20을 나타내요.</a:t>
            </a:r>
            <a:endParaRPr lang="ko-KR" sz="3000" dirty="0"/>
          </a:p>
        </p:txBody>
      </p:sp>
      <p:graphicFrame>
        <p:nvGraphicFramePr>
          <p:cNvPr id="6" name="S05-table1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3629" y="2030730"/>
          <a:ext cx="3017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170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171"/>
          <p:cNvSpPr txBox="1"/>
          <p:nvPr/>
        </p:nvSpPr>
        <p:spPr>
          <a:xfrm>
            <a:off x="1325880" y="25786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6 × 3 = 18</a:t>
            </a:r>
            <a:endParaRPr lang="ko-KR" sz="3000" dirty="0"/>
          </a:p>
        </p:txBody>
      </p:sp>
      <p:sp>
        <p:nvSpPr>
          <p:cNvPr id="9" name="S05-stepno172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173"/>
          <p:cNvSpPr txBox="1"/>
          <p:nvPr/>
        </p:nvSpPr>
        <p:spPr>
          <a:xfrm>
            <a:off x="1325880" y="329184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20 × 3 = 60</a:t>
            </a:r>
            <a:endParaRPr lang="ko-KR" sz="3000" dirty="0"/>
          </a:p>
        </p:txBody>
      </p:sp>
      <p:sp>
        <p:nvSpPr>
          <p:cNvPr id="11" name="S05-stepno174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175"/>
          <p:cNvSpPr txBox="1"/>
          <p:nvPr/>
        </p:nvSpPr>
        <p:spPr>
          <a:xfrm>
            <a:off x="1325880" y="40050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더하기: 18 + 60 = 78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짧게 쓰는 세로셈</a:t>
            </a:r>
            <a:endParaRPr lang="ko-KR" sz="4000" dirty="0"/>
          </a:p>
        </p:txBody>
      </p:sp>
      <p:sp>
        <p:nvSpPr>
          <p:cNvPr id="3" name="S06-text1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× 3을 짧게 써요.</a:t>
            </a:r>
            <a:endParaRPr lang="ko-KR" sz="3000" dirty="0"/>
          </a:p>
        </p:txBody>
      </p:sp>
      <p:sp>
        <p:nvSpPr>
          <p:cNvPr id="4" name="S06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1은 십 모형 1개예요.</a:t>
            </a:r>
            <a:endParaRPr lang="ko-KR" sz="3000" dirty="0"/>
          </a:p>
        </p:txBody>
      </p:sp>
      <p:graphicFrame>
        <p:nvGraphicFramePr>
          <p:cNvPr id="7" name="S06-table1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63728" y="2089785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stepno180"/>
          <p:cNvSpPr txBox="1"/>
          <p:nvPr/>
        </p:nvSpPr>
        <p:spPr>
          <a:xfrm>
            <a:off x="548640" y="24338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181"/>
          <p:cNvSpPr txBox="1"/>
          <p:nvPr/>
        </p:nvSpPr>
        <p:spPr>
          <a:xfrm>
            <a:off x="1325880" y="2388108"/>
            <a:ext cx="608734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6 × 3 = 18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8을 쓰고 1을 올려요.</a:t>
            </a:r>
            <a:endParaRPr lang="ko-KR" sz="3000" dirty="0"/>
          </a:p>
        </p:txBody>
      </p:sp>
      <p:sp>
        <p:nvSpPr>
          <p:cNvPr id="9" name="S06-stepno182"/>
          <p:cNvSpPr txBox="1"/>
          <p:nvPr/>
        </p:nvSpPr>
        <p:spPr>
          <a:xfrm>
            <a:off x="548640" y="3482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183"/>
          <p:cNvSpPr txBox="1"/>
          <p:nvPr/>
        </p:nvSpPr>
        <p:spPr>
          <a:xfrm>
            <a:off x="1325880" y="348234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 × 3 = 6</a:t>
            </a:r>
            <a:endParaRPr lang="ko-KR" sz="3000" dirty="0"/>
          </a:p>
        </p:txBody>
      </p:sp>
      <p:sp>
        <p:nvSpPr>
          <p:cNvPr id="11" name="S06-stepno184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185"/>
          <p:cNvSpPr txBox="1"/>
          <p:nvPr/>
        </p:nvSpPr>
        <p:spPr>
          <a:xfrm>
            <a:off x="1325880" y="419557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+ 1 = 7, 곱은 78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7-card1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곱의 십을 십의 자리 위에 올려요.</a:t>
            </a:r>
            <a:endParaRPr lang="ko-KR" sz="3000" dirty="0"/>
          </a:p>
        </p:txBody>
      </p:sp>
      <p:sp>
        <p:nvSpPr>
          <p:cNvPr id="5" name="S07-card188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89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세로셈으로 해요</a:t>
            </a:r>
            <a:endParaRPr lang="ko-KR" sz="3000" dirty="0"/>
          </a:p>
        </p:txBody>
      </p:sp>
      <p:graphicFrame>
        <p:nvGraphicFramePr>
          <p:cNvPr id="8" name="S07-table1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2914" y="209677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7-chip191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7-eqtext192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× 4 = □</a:t>
            </a:r>
            <a:endParaRPr lang="ko-KR" sz="3400" dirty="0"/>
          </a:p>
        </p:txBody>
      </p:sp>
      <p:sp>
        <p:nvSpPr>
          <p:cNvPr id="10" name="S07-chip193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7-eqtext194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× 2 = □</a:t>
            </a:r>
            <a:endParaRPr lang="ko-KR" sz="3400" dirty="0"/>
          </a:p>
        </p:txBody>
      </p:sp>
      <p:sp>
        <p:nvSpPr>
          <p:cNvPr id="12" name="S07-chip195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7-eqtext196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× 3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세 자리 수</a:t>
            </a:r>
            <a:endParaRPr lang="ko-KR" sz="4000" dirty="0"/>
          </a:p>
        </p:txBody>
      </p:sp>
      <p:sp>
        <p:nvSpPr>
          <p:cNvPr id="3" name="S08-text1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× 4를 세로셈으로 해요.</a:t>
            </a:r>
            <a:endParaRPr lang="ko-KR" sz="3000" dirty="0"/>
          </a:p>
        </p:txBody>
      </p:sp>
      <p:sp>
        <p:nvSpPr>
          <p:cNvPr id="4" name="S08-card1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곱이 10을 넘으면 백의 자리에 써요.</a:t>
            </a:r>
            <a:endParaRPr lang="ko-KR" sz="3000" dirty="0"/>
          </a:p>
        </p:txBody>
      </p:sp>
      <p:graphicFrame>
        <p:nvGraphicFramePr>
          <p:cNvPr id="9" name="S08-table2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3850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201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202"/>
          <p:cNvSpPr txBox="1"/>
          <p:nvPr/>
        </p:nvSpPr>
        <p:spPr>
          <a:xfrm>
            <a:off x="1325880" y="25786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 × 4 = 8</a:t>
            </a:r>
            <a:endParaRPr lang="ko-KR" sz="3000" dirty="0"/>
          </a:p>
        </p:txBody>
      </p:sp>
      <p:sp>
        <p:nvSpPr>
          <p:cNvPr id="9" name="S08-stepno203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204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5 × 4 = 20</a:t>
            </a:r>
            <a:endParaRPr lang="ko-KR" sz="3000" dirty="0"/>
          </a:p>
        </p:txBody>
      </p:sp>
      <p:sp>
        <p:nvSpPr>
          <p:cNvPr id="11" name="S08-stepno205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206"/>
          <p:cNvSpPr txBox="1"/>
          <p:nvPr/>
        </p:nvSpPr>
        <p:spPr>
          <a:xfrm>
            <a:off x="1325880" y="4005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20개는 백 2개: 208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올림이 있고 곱이 커요</a:t>
            </a:r>
            <a:endParaRPr lang="ko-KR" sz="4000" dirty="0"/>
          </a:p>
        </p:txBody>
      </p:sp>
      <p:sp>
        <p:nvSpPr>
          <p:cNvPr id="3" name="S09-text2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× 6을 세로셈으로 해요.</a:t>
            </a:r>
            <a:endParaRPr lang="ko-KR" sz="3000" dirty="0"/>
          </a:p>
        </p:txBody>
      </p:sp>
      <p:sp>
        <p:nvSpPr>
          <p:cNvPr id="4" name="S09-card2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2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수는 곱한 다음에 더해요.</a:t>
            </a:r>
            <a:endParaRPr lang="ko-KR" sz="3000" dirty="0"/>
          </a:p>
        </p:txBody>
      </p:sp>
      <p:graphicFrame>
        <p:nvGraphicFramePr>
          <p:cNvPr id="10" name="S09-table2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89785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stepno211"/>
          <p:cNvSpPr txBox="1"/>
          <p:nvPr/>
        </p:nvSpPr>
        <p:spPr>
          <a:xfrm>
            <a:off x="548640" y="24338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212"/>
          <p:cNvSpPr txBox="1"/>
          <p:nvPr/>
        </p:nvSpPr>
        <p:spPr>
          <a:xfrm>
            <a:off x="1325880" y="23881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7 × 6 = 42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2를 쓰고 4를 올려요.</a:t>
            </a:r>
            <a:endParaRPr lang="ko-KR" sz="3000" dirty="0"/>
          </a:p>
        </p:txBody>
      </p:sp>
      <p:sp>
        <p:nvSpPr>
          <p:cNvPr id="9" name="S09-stepno213"/>
          <p:cNvSpPr txBox="1"/>
          <p:nvPr/>
        </p:nvSpPr>
        <p:spPr>
          <a:xfrm>
            <a:off x="548640" y="3482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214"/>
          <p:cNvSpPr txBox="1"/>
          <p:nvPr/>
        </p:nvSpPr>
        <p:spPr>
          <a:xfrm>
            <a:off x="1325880" y="34823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4 × 6 = 24</a:t>
            </a:r>
            <a:endParaRPr lang="ko-KR" sz="3000" dirty="0"/>
          </a:p>
        </p:txBody>
      </p:sp>
      <p:sp>
        <p:nvSpPr>
          <p:cNvPr id="11" name="S09-stepno215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216"/>
          <p:cNvSpPr txBox="1"/>
          <p:nvPr/>
        </p:nvSpPr>
        <p:spPr>
          <a:xfrm>
            <a:off x="1325880" y="41955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+ 4 = 28, 곱은 282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10-card21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1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× 4를 세로셈으로 했어요.</a:t>
            </a:r>
            <a:endParaRPr lang="ko-KR" sz="3000" dirty="0"/>
          </a:p>
        </p:txBody>
      </p:sp>
      <p:sp>
        <p:nvSpPr>
          <p:cNvPr id="5" name="S10-card2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자리별로 곱해 확인하고, 누가 맞았는지 말해요.</a:t>
            </a:r>
            <a:endParaRPr lang="ko-KR" sz="3000" dirty="0"/>
          </a:p>
        </p:txBody>
      </p:sp>
      <p:sp>
        <p:nvSpPr>
          <p:cNvPr id="7" name="S10-chip22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242</a:t>
            </a:r>
            <a:endParaRPr lang="ko-KR" sz="2400" dirty="0"/>
          </a:p>
        </p:txBody>
      </p:sp>
      <p:sp>
        <p:nvSpPr>
          <p:cNvPr id="8" name="S10-text22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3을 먼저 더해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 + 3) × 4 = 24를 썼어요.</a:t>
            </a:r>
            <a:endParaRPr lang="ko-KR" sz="3000" dirty="0"/>
          </a:p>
        </p:txBody>
      </p:sp>
      <p:sp>
        <p:nvSpPr>
          <p:cNvPr id="9" name="S10-chip22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152</a:t>
            </a:r>
            <a:endParaRPr lang="ko-KR" sz="2400" dirty="0"/>
          </a:p>
        </p:txBody>
      </p:sp>
      <p:sp>
        <p:nvSpPr>
          <p:cNvPr id="10" name="S10-text22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12에 올린 3을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 15를 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올림을 말해요.</a:t>
            </a:r>
            <a:endParaRPr lang="ko-KR" sz="3000" dirty="0"/>
          </a:p>
        </p:txBody>
      </p:sp>
      <p:sp>
        <p:nvSpPr>
          <p:cNvPr id="4" name="S11-chip22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eqtext22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4 = □</a:t>
            </a:r>
            <a:endParaRPr lang="ko-KR" sz="3400" dirty="0"/>
          </a:p>
        </p:txBody>
      </p:sp>
      <p:sp>
        <p:nvSpPr>
          <p:cNvPr id="6" name="S11-chip22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eqtext22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× 2 = □</a:t>
            </a:r>
            <a:endParaRPr lang="ko-KR" sz="3400" dirty="0"/>
          </a:p>
        </p:txBody>
      </p:sp>
      <p:sp>
        <p:nvSpPr>
          <p:cNvPr id="8" name="S11-chip23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eqtext23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 × 5 = □</a:t>
            </a:r>
            <a:endParaRPr lang="ko-KR" sz="3400" dirty="0"/>
          </a:p>
        </p:txBody>
      </p:sp>
      <p:sp>
        <p:nvSpPr>
          <p:cNvPr id="10" name="S11-chip23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eqtext23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× 7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나눈 것은?</a:t>
            </a:r>
            <a:endParaRPr lang="ko-KR" sz="4000" dirty="0"/>
          </a:p>
        </p:txBody>
      </p:sp>
      <p:sp>
        <p:nvSpPr>
          <p:cNvPr id="3" name="S13-text2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× 5를 자리별로 나누어 계산하려고 해요.</a:t>
            </a:r>
            <a:endParaRPr lang="ko-KR" sz="3000" dirty="0"/>
          </a:p>
        </p:txBody>
      </p:sp>
      <p:sp>
        <p:nvSpPr>
          <p:cNvPr id="4" name="S13-card2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방법을 고르고, 34 × 5를 구해요.</a:t>
            </a:r>
            <a:endParaRPr lang="ko-KR" sz="3000" dirty="0"/>
          </a:p>
        </p:txBody>
      </p:sp>
      <p:sp>
        <p:nvSpPr>
          <p:cNvPr id="6" name="S13-chip23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bigtext238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5 + 4 × 5</a:t>
            </a:r>
            <a:endParaRPr lang="ko-KR" sz="3000" dirty="0"/>
          </a:p>
        </p:txBody>
      </p:sp>
      <p:sp>
        <p:nvSpPr>
          <p:cNvPr id="8" name="S13-chip23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bigtext240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5 + 4</a:t>
            </a:r>
            <a:endParaRPr lang="ko-KR" sz="3000" dirty="0"/>
          </a:p>
        </p:txBody>
      </p:sp>
      <p:sp>
        <p:nvSpPr>
          <p:cNvPr id="10" name="S13-chip24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3-bigtext242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5 + 4 × 5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자리부터 곱하고, 올린 수는 곱한 다음 더해요.</a:t>
            </a:r>
            <a:endParaRPr lang="ko-KR" sz="3000" dirty="0"/>
          </a:p>
        </p:txBody>
      </p:sp>
      <p:sp>
        <p:nvSpPr>
          <p:cNvPr id="5" name="S14-chip24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자리별로 나누어 곱하기</a:t>
            </a:r>
            <a:endParaRPr lang="ko-KR" sz="2400" dirty="0"/>
          </a:p>
        </p:txBody>
      </p:sp>
      <p:sp>
        <p:nvSpPr>
          <p:cNvPr id="6" name="S14-chip24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올린 수에도 곱하기</a:t>
            </a:r>
            <a:endParaRPr lang="ko-KR" sz="2400" dirty="0"/>
          </a:p>
        </p:txBody>
      </p:sp>
      <p:sp>
        <p:nvSpPr>
          <p:cNvPr id="7" name="S14-text24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24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45 × 2 = □</a:t>
            </a:r>
            <a:endParaRPr lang="ko-KR" sz="2800" dirty="0"/>
          </a:p>
        </p:txBody>
      </p:sp>
      <p:sp>
        <p:nvSpPr>
          <p:cNvPr id="9" name="S14-eqtext24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36 × 4 = □</a:t>
            </a:r>
            <a:endParaRPr lang="ko-KR" sz="2800" dirty="0"/>
          </a:p>
        </p:txBody>
      </p:sp>
      <p:sp>
        <p:nvSpPr>
          <p:cNvPr id="10" name="S14-eqtext25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73 × 6 = □</a:t>
            </a:r>
            <a:endParaRPr lang="ko-KR" sz="2800" dirty="0"/>
          </a:p>
        </p:txBody>
      </p:sp>
      <p:sp>
        <p:nvSpPr>
          <p:cNvPr id="11" name="S14-text25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(세 자리 수)×(한 자리 수)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아는 곱에서</a:t>
            </a:r>
            <a:endParaRPr lang="ko-KR" sz="4000" dirty="0"/>
          </a:p>
        </p:txBody>
      </p:sp>
      <p:sp>
        <p:nvSpPr>
          <p:cNvPr id="3" name="S15-text2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5를 알면 6 × 7도 구해요.</a:t>
            </a:r>
            <a:endParaRPr lang="ko-KR" sz="3000" dirty="0"/>
          </a:p>
        </p:txBody>
      </p:sp>
      <p:sp>
        <p:nvSpPr>
          <p:cNvPr id="4" name="S15-card253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254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5 = 30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곱에서 출발해요.</a:t>
            </a:r>
            <a:endParaRPr lang="ko-KR" sz="3000" dirty="0"/>
          </a:p>
        </p:txBody>
      </p:sp>
      <p:sp>
        <p:nvSpPr>
          <p:cNvPr id="6" name="S15-card255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256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+ 6 + 6 = 42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더 뛰면 6 × 7</a:t>
            </a:r>
            <a:endParaRPr lang="ko-KR" sz="3000" dirty="0"/>
          </a:p>
        </p:txBody>
      </p:sp>
      <p:sp>
        <p:nvSpPr>
          <p:cNvPr id="8" name="S15-line257"/>
          <p:cNvSpPr/>
          <p:nvPr/>
        </p:nvSpPr>
        <p:spPr>
          <a:xfrm>
            <a:off x="685800" y="370774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5-line258"/>
          <p:cNvSpPr/>
          <p:nvPr/>
        </p:nvSpPr>
        <p:spPr>
          <a:xfrm>
            <a:off x="960120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259"/>
          <p:cNvSpPr txBox="1"/>
          <p:nvPr/>
        </p:nvSpPr>
        <p:spPr>
          <a:xfrm>
            <a:off x="502920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15-line260"/>
          <p:cNvSpPr/>
          <p:nvPr/>
        </p:nvSpPr>
        <p:spPr>
          <a:xfrm>
            <a:off x="2101088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261"/>
          <p:cNvSpPr txBox="1"/>
          <p:nvPr/>
        </p:nvSpPr>
        <p:spPr>
          <a:xfrm>
            <a:off x="1643888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3" name="S15-line262"/>
          <p:cNvSpPr/>
          <p:nvPr/>
        </p:nvSpPr>
        <p:spPr>
          <a:xfrm>
            <a:off x="3242056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263"/>
          <p:cNvSpPr txBox="1"/>
          <p:nvPr/>
        </p:nvSpPr>
        <p:spPr>
          <a:xfrm>
            <a:off x="2784856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15" name="S15-line264"/>
          <p:cNvSpPr/>
          <p:nvPr/>
        </p:nvSpPr>
        <p:spPr>
          <a:xfrm>
            <a:off x="4383024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265"/>
          <p:cNvSpPr txBox="1"/>
          <p:nvPr/>
        </p:nvSpPr>
        <p:spPr>
          <a:xfrm>
            <a:off x="3925824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400" dirty="0"/>
          </a:p>
        </p:txBody>
      </p:sp>
      <p:sp>
        <p:nvSpPr>
          <p:cNvPr id="17" name="S15-line266"/>
          <p:cNvSpPr/>
          <p:nvPr/>
        </p:nvSpPr>
        <p:spPr>
          <a:xfrm>
            <a:off x="5523992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267"/>
          <p:cNvSpPr txBox="1"/>
          <p:nvPr/>
        </p:nvSpPr>
        <p:spPr>
          <a:xfrm>
            <a:off x="5066792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400" dirty="0"/>
          </a:p>
        </p:txBody>
      </p:sp>
      <p:sp>
        <p:nvSpPr>
          <p:cNvPr id="19" name="S15-line268"/>
          <p:cNvSpPr/>
          <p:nvPr/>
        </p:nvSpPr>
        <p:spPr>
          <a:xfrm>
            <a:off x="6664960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269"/>
          <p:cNvSpPr txBox="1"/>
          <p:nvPr/>
        </p:nvSpPr>
        <p:spPr>
          <a:xfrm>
            <a:off x="6207760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21" name="S15-line270"/>
          <p:cNvSpPr/>
          <p:nvPr/>
        </p:nvSpPr>
        <p:spPr>
          <a:xfrm>
            <a:off x="7805928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271"/>
          <p:cNvSpPr txBox="1"/>
          <p:nvPr/>
        </p:nvSpPr>
        <p:spPr>
          <a:xfrm>
            <a:off x="7348728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2400" dirty="0"/>
          </a:p>
        </p:txBody>
      </p:sp>
      <p:sp>
        <p:nvSpPr>
          <p:cNvPr id="23" name="S15-line272"/>
          <p:cNvSpPr/>
          <p:nvPr/>
        </p:nvSpPr>
        <p:spPr>
          <a:xfrm>
            <a:off x="8946896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273"/>
          <p:cNvSpPr txBox="1"/>
          <p:nvPr/>
        </p:nvSpPr>
        <p:spPr>
          <a:xfrm>
            <a:off x="8489696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2400" dirty="0"/>
          </a:p>
        </p:txBody>
      </p:sp>
      <p:sp>
        <p:nvSpPr>
          <p:cNvPr id="25" name="S15-line274"/>
          <p:cNvSpPr/>
          <p:nvPr/>
        </p:nvSpPr>
        <p:spPr>
          <a:xfrm>
            <a:off x="10087864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275"/>
          <p:cNvSpPr txBox="1"/>
          <p:nvPr/>
        </p:nvSpPr>
        <p:spPr>
          <a:xfrm>
            <a:off x="9630664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2400" dirty="0"/>
          </a:p>
        </p:txBody>
      </p:sp>
      <p:sp>
        <p:nvSpPr>
          <p:cNvPr id="27" name="S15-line276"/>
          <p:cNvSpPr/>
          <p:nvPr/>
        </p:nvSpPr>
        <p:spPr>
          <a:xfrm>
            <a:off x="11228832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5-label277"/>
          <p:cNvSpPr txBox="1"/>
          <p:nvPr/>
        </p:nvSpPr>
        <p:spPr>
          <a:xfrm>
            <a:off x="10771632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2400" dirty="0"/>
          </a:p>
        </p:txBody>
      </p:sp>
      <p:sp>
        <p:nvSpPr>
          <p:cNvPr id="29" name="S15-mark278"/>
          <p:cNvSpPr/>
          <p:nvPr/>
        </p:nvSpPr>
        <p:spPr>
          <a:xfrm>
            <a:off x="6573520" y="36163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15-mark279"/>
          <p:cNvSpPr/>
          <p:nvPr/>
        </p:nvSpPr>
        <p:spPr>
          <a:xfrm>
            <a:off x="8855456" y="36163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15-line280"/>
          <p:cNvSpPr/>
          <p:nvPr/>
        </p:nvSpPr>
        <p:spPr>
          <a:xfrm flipV="1">
            <a:off x="6664960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15-line281"/>
          <p:cNvSpPr/>
          <p:nvPr/>
        </p:nvSpPr>
        <p:spPr>
          <a:xfrm>
            <a:off x="6664960" y="3323692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15-label282"/>
          <p:cNvSpPr txBox="1"/>
          <p:nvPr/>
        </p:nvSpPr>
        <p:spPr>
          <a:xfrm>
            <a:off x="6664960" y="2909164"/>
            <a:ext cx="114096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+6</a:t>
            </a:r>
            <a:endParaRPr lang="ko-KR" sz="2400" dirty="0"/>
          </a:p>
        </p:txBody>
      </p:sp>
      <p:sp>
        <p:nvSpPr>
          <p:cNvPr id="34" name="S15-line283"/>
          <p:cNvSpPr/>
          <p:nvPr/>
        </p:nvSpPr>
        <p:spPr>
          <a:xfrm flipV="1">
            <a:off x="7805928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15-line284"/>
          <p:cNvSpPr/>
          <p:nvPr/>
        </p:nvSpPr>
        <p:spPr>
          <a:xfrm>
            <a:off x="7805928" y="3323692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15-label285"/>
          <p:cNvSpPr txBox="1"/>
          <p:nvPr/>
        </p:nvSpPr>
        <p:spPr>
          <a:xfrm>
            <a:off x="7805928" y="2909164"/>
            <a:ext cx="114096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+6</a:t>
            </a:r>
            <a:endParaRPr lang="ko-KR" sz="2400" dirty="0"/>
          </a:p>
        </p:txBody>
      </p:sp>
      <p:sp>
        <p:nvSpPr>
          <p:cNvPr id="37" name="S15-figure286" descr="0부터 54까지 6씩 눈금 수직선에서 30에서 6씩 두 번 뛰어 42에 닿는 화살표"/>
          <p:cNvSpPr/>
          <p:nvPr/>
        </p:nvSpPr>
        <p:spPr>
          <a:xfrm>
            <a:off x="685800" y="352486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(두 자리 수)×(한 자리 수)</dc:title>
  <dc:subject>KR22-G03-MAT-MUL2X1-L01</dc:subject>
  <dc:creator>education-ppt</dc:creator>
  <cp:lastModifiedBy>education-ppt</cp:lastModifiedBy>
  <cp:revision>1</cp:revision>
  <dcterms:created xsi:type="dcterms:W3CDTF">2026-10-26T07:47:50Z</dcterms:created>
  <dcterms:modified xsi:type="dcterms:W3CDTF">2026-10-26T07:47:50Z</dcterms:modified>
</cp:coreProperties>
</file>