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1f86f69-9d51-86b6-6f0b-854a260d7cd4}">
          <p14:sldIdLst>
            <p14:sldId id="256"/>
            <p14:sldId id="257"/>
          </p14:sldIdLst>
        </p14:section>
        <p14:section name="개념" id="{bfd74579-03bb-05a6-5a78-85c361191f70}">
          <p14:sldIdLst>
            <p14:sldId id="258"/>
            <p14:sldId id="259"/>
            <p14:sldId id="261"/>
            <p14:sldId id="262"/>
          </p14:sldIdLst>
        </p14:section>
        <p14:section name="연습" id="{a4fc2503-6f42-f769-1920-660734b1127f}">
          <p14:sldIdLst>
            <p14:sldId id="260"/>
            <p14:sldId id="263"/>
            <p14:sldId id="264"/>
          </p14:sldIdLst>
        </p14:section>
        <p14:section name="개념" id="{5ccc295a-99a0-2c1d-3d83-be868fb757c9}">
          <p14:sldIdLst/>
        </p14:section>
        <p14:section name="연습" id="{59c47c56-2ac9-c89c-ec54-5be8b809a505}">
          <p14:sldIdLst/>
        </p14:section>
        <p14:section name="확인" id="{d0f8d4dd-c749-7a45-99e2-675ed4e50be4}">
          <p14:sldIdLst>
            <p14:sldId id="265"/>
            <p14:sldId id="266"/>
            <p14:sldId id="267"/>
          </p14:sldIdLst>
        </p14:section>
        <p14:section name="정리" id="{21993ba0-bbd3-e6fe-3091-1119c65bbb4d}">
          <p14:sldIdLst>
            <p14:sldId id="268"/>
          </p14:sldIdLst>
        </p14:section>
        <p14:section name="보충" id="{5c12d6e0-21df-50ee-960b-8e20abe896f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두 자리 수 나눗셈을 세 자리 수로 넓힌다는 것을 압니다.
시간: 약 2분
이렇게 말해 보세요
- “지난 시간에 57 ÷ 4를 십의 자리부터 나누었지? 오늘은 536 ÷ 4처럼 세 자리 수를 나눠 볼 거야. 어느 자리부터 나눌까?”
예상 답
- “백의 자리부터요.” 또는 “일의 자리부터요.”
막히면
- 답을 확인하지 않고 넘어갑니다. S03에서 수 모형으로 함께 나눕니다.
주의
- 나눗셈은 덧셈·뺄셈·곱셈과 달리 높은 자리부터 계산합니다. 남은 것을 아랫자리로 내려야 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확인(두 자리 수 나눗셈, 곱셈)]
목적: (두 자리 수)÷(한 자리 수)의 세로 나눗셈과 (세 자리 수)×(한 자리 수)가 되는지 확인합니다. 오늘 계산과 확인에 그대로 씁니다.
시간: 약 3분
이렇게 말해 보세요
- “①, ②를 세로로 풀어 볼래? 십의 자리에서 남은 것은 어떻게 했는지 말해 줘.”
- “③은 곱셈이야. 오늘 나눗셈을 확인할 때 이런 곱셈을 써.”
정답
- ① 14 … 1
- ② 23 (9 ÷ 4 = 2 … 1, 12 ÷ 4 = 3)
- ③ 375
막히면
- ①이 어려우면 “십의 자리 5를 4로 나누면 몇이 남아? 남은 1은 몇이야?”라고 묻습니다.
- 두 문제 이상 틀리면 S14(보충)를 먼저 합니다. 보충으로도 어려우면 초3 8차시 ‘나머지가 있는 나눗셈’(KR22-G03-MAT-DIV2X1-L01)을 먼저 다시 합니다.
주의
- ③만 틀리면 곱셈 실수입니다. 오늘 확인 과정에서 계산기를 쓰지 말고 천천히 곱하게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세 자리 수를 수 모형으로 똑같이 나누기]
목적: 536을 수 모형으로 4명에게 똑같이 나누며, 높은 자리부터 나누고 남은 것은 아랫자리 모형으로 바꾸어 이어 나눈다는 것을 봅니다.
시간: 약 3분
이렇게 말해 보세요
- “536은 백 5개, 십 3개, 일 6개야. 백 모형을 4명에게 1개씩 주면 몇 개 남아?”
- “남은 백 1개를 십 10개로 바꾸면 십이 모두 13개야. 4명에게 몇 개씩 줄 수 있어? 남은 십 1개는 일 10개로 바꾸면 일이 몇 개야?”
예상 답
- “백 1개가 남아요.” “십 3개씩, 1개 남아요.” “일 16개, 4개씩이에요.” “한 명이 134예요.”
막히면
- 종이 수 모형과 접시 4개로 실제로 나누어 봅니다. 바꾸는 장면(백 1개 ↔ 십 10개)을 꼭 손으로 해 봅니다.
주의
- 오른쪽 그림은 한 사람이 받은 몫입니다. 4명 모두 같은 양을 받고 남는 것이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세로 나눗셈 시범(몫 세 자리)]
목적: S03에서 수 모형으로 한 일을 세로 나눗셈으로 쓰는 방법을 시범으로 보여 줍니다.
시간: 약 4분
이렇게 말해 보세요
- “5 ÷ 4는 1 … 1이야. 몫 1을 백의 자리 위에 쓰고, 4를 5 아래에 써서 빼면 1이 남아.”
- “남은 1 옆에 3을 내리면 13이야. 13 ÷ 4 = 3 … 1, 몫 3은 십의 자리 위에. 다시 남은 1 옆에 6을 내려 16 ÷ 4 = 4야.”
- “몫은 134. 4 × 134를 계산하면 536이 되는지 확인해 볼까?”
예상 답
- “134예요. 4 × 134 = 536이라서 맞아요.”
막히면
- S03의 단계와 나란히 짚어 줍니다. ‘13 = 남은 백 1개를 바꾼 십 10개 + 십 3개’입니다.
- 칸 공책에 함께 따라 씁니다. ‘곱해서 쓰고 → 빼고 → 내리기’를 소리 내어 말합니다.
주의
- 표의 맨 윗줄이 몫입니다. 몫의 숫자는 지금 나눈 자리의 바로 위에 씁니다.
- 4 × 134는 4 × 100 = 400, 4 × 30 = 120, 4 × 4 = 16을 더해도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연습(몫 세 자리)]
목적: 도움을 받으며 몫이 세 자리 수인 나눗셈을 세로로 계산하고 곱셈으로 확인합니다.
시간: 약 4분
이렇게 말해 보세요
- “①부터 해 볼까? 백의 자리 8을 2로 나누면? 남은 것이 있어?”
- “③은 마지막에 남은 수가 나머지야. 나머지가 4보다 작은지도 봐.”
정답
- ① 423 (확인 2 × 423 = 846)
- ② 245 (7 ÷ 3 = 2 … 1, 13 ÷ 3 = 4 … 1, 15 ÷ 3 = 5 / 확인 3 × 245 = 735)
- ③ 229 … 1 (9 ÷ 4 = 2 … 1, 11 ÷ 4 = 2 … 3, 37 ÷ 4 = 9 … 1 / 확인 4 × 229 + 1 = 917)
막히면
- S04를 다시 보며 ‘곱해서 쓰고 → 빼고 → 내리기’를 함께 말합니다.
- ①에서 8 ÷ 2처럼 남는 것이 없으면 다음 숫자 4만 내려 4 ÷ 2를 합니다.
주의
- ②를 211처럼 쓰면 남은 수를 내리지 않고 자리마다 따로 나눈 것입니다(M2). 3 × 211 = 633이라 확인에서 걸러집니다.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백의 자리 숫자가 나누는 수보다 작을 때(몫 두 자리)]
목적: 백의 자리 숫자가 나누는 수보다 작으면 앞의 두 자리를 함께 나누고, 몫이 두 자리 수가 된다는 것을 시범으로 보여 줍니다.
시간: 약 3분
이렇게 말해 보세요
- “156 ÷ 4야. 백 모형 1개를 4명에게 똑같이 나누어 줄 수 있을까?”
- “못 나누니까 백 1개를 십 10개로 바꿔서 십 15개로 생각해. 15 ÷ 4 = 3 … 3, 몫 3은 십의 자리 위에 써.”
예상 답
- “못 나눠요. 그래서 15를 나눠요.” “몫은 39예요.”
막히면
- 수 모형으로 백 1개를 십 10개로 바꾸어 십 15개, 일 6개를 놓고 나누어 봅니다.
주의
- 몫의 백의 자리에 0을 쓰지 않고 비워 둡니다. 몫 3을 백의 자리 위에 쓰면 390이 되어 틀립니다(M1, S09).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몫의 자리 수 미리 알기]
목적: 계산하기 전에 몫이 몇 자리 수인지 판단하는 방법을 압니다. 몫을 쓸 자리를 정하고, 답을 어림하는 데 씁니다.
시간: 약 3분
이렇게 말해 보세요
- “536 ÷ 4는 백의 자리 5를 4로 나눌 수 있지? 그러면 몫의 백의 자리에 숫자가 생겨. 몇 자리 수야?”
- “156 ÷ 4는 1을 4로 나눌 수 없어. 그러면 몫은 몇 자리 수일까?”
예상 답
- “536 ÷ 4와 472 ÷ 4는 세 자리 수, 156 ÷ 4는 두 자리 수예요.”
정답
- 536 ÷ 4 = 134, 472 ÷ 4 = 118, 156 ÷ 4 = 39
막히면
- “4 × 100은 400이야. 156은 400보다 작지? 그러면 몫이 100보다 클 수 있을까?”라고 곱셈으로 생각하게 합니다.
주의
- 백의 자리 숫자와 나누는 수가 같으면(472 ÷ 4) 백의 자리 몫은 1이므로 몫은 세 자리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연습(몫 두 자리)]
목적: 도움을 받으며 몫이 두 자리 수인 나눗셈을 계산하고, 몫의 첫 숫자를 십의 자리 위에 씁니다.
시간: 약 4분
이렇게 말해 보세요
- “①은 2를 4로 나눌 수 있어? 그러면 몫은 몇 자리 수야? 28을 먼저 4로 나눠 봐.”
- “③은 나머지까지 구하고, 곱셈으로 확인해 줘.”
정답
- ① 71 (28 ÷ 4 = 7, 4 ÷ 4 = 1)
- ② 75 (37 ÷ 5 = 7 … 2, 25 ÷ 5 = 5)
- ③ 43 … 5 (26 ÷ 6 = 4 … 2, 23 ÷ 6 = 3 … 5 / 확인 6 × 43 + 5 = 263)
막히면
- 몫의 자리 수를 먼저 말하지 못하면 S07 표를 다시 봅니다.
- 곱셈구구에서 막히면 “5단에서 37을 넘지 않는 가장 큰 곱은?”처럼 묻습니다.
주의
- ①에서 28 ÷ 4 = 7로 나머지가 0이면 다음 숫자 4만 내려 4 ÷ 4 = 1을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비교(몫을 쓰는 자리)]
목적: 몫을 엉뚱한 자리에 쓰는 실수를 찾고, 곱셈으로 확인하는 습관을 들입니다(M1).
시간: 약 3분
이렇게 말해 보세요
- “토끼와 곰의 몫이 달라. 4 × 390과 4 × 39를 계산해 볼까? 어느 것이 156이 돼?”
예상 답
- “곰이요. 4 × 39가 156이에요.”
정답
- 곰이 맞습니다. 156 ÷ 4 = 39입니다.
- 4 × 39 = 156이지만 4 × 390 = 1560입니다. 15(십)를 나누었으므로 몫 3은 십의 자리 위에 써야 합니다.
막히면
- S07 표를 보며 “1은 4보다 작으니까 몫은 몇 자리 수야?”라고 먼저 묻습니다.
주의
- 몫의 자리 수를 먼저 판단하면 이런 실수를 미리 막을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(세 자리 수)÷(한 자리 수)를 계산하고, 몫의 자리 수를 판단하며, 곱셈으로 확인하는지 봅니다.
시간: 약 5분
이렇게 말해 보세요
- “이번에는 혼자 공책에 풀어 볼래? ③은 몫이 몇 자리 수인지 먼저 말해 줘. ④는 ②가 맞는지 곱셈식을 써서 확인해.”
정답
- ① 216
- ② 131 … 3
- ③ 35 (두 자리 수)
- ④ 4 × 131 + 3 = 527, 나머지 3은 4보다 작음
막히면
- 바로 알려 주지 말고 “남은 수를 내렸어?” 또는 “백의 자리 숫자를 나눌 수 있어?”라고만 묻습니다.
- 도움을 받아 해결했다면 기록표에 ‘도움’으로 표시합니다.
주의
- ②는 12 ÷ 4 = 3으로 나머지가 0이 된 뒤 7만 내립니다. 7 ÷ 4 = 1 … 3입니다.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곱셈으로 확인해서 어디가 틀렸는지 같이 찾아보자.”
정답
- ① 216 ② 131 … 3 ③ 35 ④ 4 × 131 + 3 = 527
막히면
- 몫의 자리를 잘못 썼으면 S07·S09로, 남은 수를 내리지 않았으면 S03·S04로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확인(몫의 자리 수 판단)]
목적: 처음 보는 나눗셈에서 백의 자리 숫자와 나누는 수를 비교해 몫의 자리 수를 판단하는지 확인합니다.
시간: 약 2분
이렇게 말해 보세요
- “계산하지 말고, 몫이 두 자리 수인 나눗셈을 찾아볼래? 어떻게 알았어?”
정답
- 나(345 ÷ 5 = 69). 백의 자리 3이 나누는 수 5보다 작기 때문입니다.
- 가(468 ÷ 3 = 156)와 다(912 ÷ 8 = 114)는 몫이 세 자리 수입니다.
막히면
- 세 나눗셈의 백의 자리 숫자와 나누는 수를 하나씩 짚어 비교하게 합니다.
주의
- 계산해서 맞혀도 됩니다. 다만 비교로 판단하는 방법을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“세 자리 수를 나눌 때 어느 자리부터 나눴지? 몫이 두 자리 수가 되는 건 언제야?”
예상 답
- “백의 자리부터요.” “백의 자리 숫자가 나누는 수보다 작을 때요.”
정답
- ① 213 ② 28 ③ 143 … 2
막히면
- S04와 S06을 나란히 보여 주며 몫이 시작하는 자리를 비교합니다.
주의
- 이것으로 자연수의 곱셈·나눗셈 차시가 끝나고, 다음 차시부터 분수를 배웁니다.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보충((두 자리 수)÷(한 자리 수))]
목적: S02에서 두 자리 수 나눗셈이 흔들리면, 남은 십을 내려 이어 나누는 방법을 다시 익힙니다.
시간: 약 5분
이렇게 말해 보세요
- “68은 십 6개, 일 8개야. 십 6개를 4명에게 1개씩 주면 몇 개 남아? 남은 십 2개는 일 몇 개야?”
- “일 28개를 4명에게 똑같이 나누면 한 명에게 몇 개야? 그래서 한 명의 몫은?”
정답
- 68 ÷ 4 = 17 (확인 4 × 17 = 68)
막히면
- 종이 수 모형으로 십 6개, 일 8개를 놓고 접시 4개에 나누어 봅니다. 남은 십 2개를 일 20개로 바꾸어 줍니다.
- 같은 방법으로 72 ÷ 3(24), 85 ÷ 5(17)도 해 봅니다.
주의
- 보충으로도 어려우면 초3 8차시 ‘나머지가 있는 나눗셈’(KR22-G03-MAT-DIV2X1-L01)을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수)÷(한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(세 자리 수)÷(한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(세 자리 수)÷(한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 나누기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 ÷ 4는 어디부터 나눌까?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217295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백의 자리부터 나누고, 곱셈으로 확인해요.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몫이 몇 자리 수인지 먼저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÷ 4 = □ …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 ÷ 4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125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536을 4명이 나누어요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 똑같이 나누어요.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 ÷ 4 = 134</a:t>
            </a:r>
            <a:endParaRPr lang="ko-KR" sz="3000" dirty="0"/>
          </a:p>
        </p:txBody>
      </p:sp>
      <p:sp>
        <p:nvSpPr>
          <p:cNvPr id="6" name="S03-flat13"/>
          <p:cNvSpPr/>
          <p:nvPr/>
        </p:nvSpPr>
        <p:spPr>
          <a:xfrm>
            <a:off x="7968082" y="2409444"/>
            <a:ext cx="182880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815096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7968082" y="259232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833384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7968082" y="277520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851672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7968082" y="295808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869960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7968082" y="314096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888248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7968082" y="332384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906536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7968082" y="350672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924824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7968082" y="368960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943112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7968082" y="387248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9614002" y="2409444"/>
            <a:ext cx="0" cy="18288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7968082" y="4055364"/>
            <a:ext cx="182880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rod32"/>
          <p:cNvSpPr/>
          <p:nvPr/>
        </p:nvSpPr>
        <p:spPr>
          <a:xfrm>
            <a:off x="9906610" y="2409444"/>
            <a:ext cx="18288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9906610" y="25923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9906610" y="27752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9906610" y="29580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9906610" y="31409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9906610" y="332384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9906610" y="35067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9906610" y="36896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9906610" y="38724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9906610" y="40553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rod42"/>
          <p:cNvSpPr/>
          <p:nvPr/>
        </p:nvSpPr>
        <p:spPr>
          <a:xfrm>
            <a:off x="10199218" y="2409444"/>
            <a:ext cx="18288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10199218" y="25923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10199218" y="27752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10199218" y="29580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10199218" y="31409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10199218" y="332384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10199218" y="35067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10199218" y="36896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10199218" y="38724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10199218" y="40553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rod52"/>
          <p:cNvSpPr/>
          <p:nvPr/>
        </p:nvSpPr>
        <p:spPr>
          <a:xfrm>
            <a:off x="10491826" y="2409444"/>
            <a:ext cx="182880" cy="1828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10491826" y="25923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10491826" y="27752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10491826" y="29580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10491826" y="31409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10491826" y="332384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10491826" y="350672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10491826" y="368960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10491826" y="387248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10491826" y="4055364"/>
            <a:ext cx="1828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unit62"/>
          <p:cNvSpPr/>
          <p:nvPr/>
        </p:nvSpPr>
        <p:spPr>
          <a:xfrm>
            <a:off x="10784434" y="40096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unit63"/>
          <p:cNvSpPr/>
          <p:nvPr/>
        </p:nvSpPr>
        <p:spPr>
          <a:xfrm>
            <a:off x="10784434" y="37810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unit64"/>
          <p:cNvSpPr/>
          <p:nvPr/>
        </p:nvSpPr>
        <p:spPr>
          <a:xfrm>
            <a:off x="10784434" y="35524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3-unit65"/>
          <p:cNvSpPr/>
          <p:nvPr/>
        </p:nvSpPr>
        <p:spPr>
          <a:xfrm>
            <a:off x="10784434" y="3323844"/>
            <a:ext cx="182880" cy="1828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3-figure66" descr="한 명의 몫: 백 모형 1개, 십 모형 3개, 일 모형 4개(134)"/>
          <p:cNvSpPr/>
          <p:nvPr/>
        </p:nvSpPr>
        <p:spPr>
          <a:xfrm>
            <a:off x="7349947" y="240944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03-label67"/>
          <p:cNvSpPr txBox="1"/>
          <p:nvPr/>
        </p:nvSpPr>
        <p:spPr>
          <a:xfrm>
            <a:off x="7349947" y="4709160"/>
            <a:ext cx="42903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명의 몫 134</a:t>
            </a:r>
            <a:endParaRPr lang="ko-KR" sz="2400" dirty="0"/>
          </a:p>
        </p:txBody>
      </p:sp>
      <p:sp>
        <p:nvSpPr>
          <p:cNvPr id="61" name="S03-stepno68"/>
          <p:cNvSpPr txBox="1"/>
          <p:nvPr/>
        </p:nvSpPr>
        <p:spPr>
          <a:xfrm>
            <a:off x="548640" y="2197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2" name="S03-text69"/>
          <p:cNvSpPr txBox="1"/>
          <p:nvPr/>
        </p:nvSpPr>
        <p:spPr>
          <a:xfrm>
            <a:off x="1325880" y="2197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5개: 1개씩 주고 1개 남아요.</a:t>
            </a:r>
            <a:endParaRPr lang="ko-KR" sz="3000" dirty="0"/>
          </a:p>
        </p:txBody>
      </p:sp>
      <p:sp>
        <p:nvSpPr>
          <p:cNvPr id="63" name="S03-stepno70"/>
          <p:cNvSpPr txBox="1"/>
          <p:nvPr/>
        </p:nvSpPr>
        <p:spPr>
          <a:xfrm>
            <a:off x="548640" y="295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4" name="S03-text71"/>
          <p:cNvSpPr txBox="1"/>
          <p:nvPr/>
        </p:nvSpPr>
        <p:spPr>
          <a:xfrm>
            <a:off x="1325880" y="2910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백 1개 → 십 10개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13개: 3개씩, 1개 남아요.</a:t>
            </a:r>
            <a:endParaRPr lang="ko-KR" sz="3000" dirty="0"/>
          </a:p>
        </p:txBody>
      </p:sp>
      <p:sp>
        <p:nvSpPr>
          <p:cNvPr id="65" name="S03-stepno72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6" name="S03-text73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십 1개 → 일 10개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16개: 4개씩 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자리부터 나누어요</a:t>
            </a:r>
            <a:endParaRPr lang="ko-KR" sz="4000" dirty="0"/>
          </a:p>
        </p:txBody>
      </p:sp>
      <p:graphicFrame>
        <p:nvGraphicFramePr>
          <p:cNvPr id="5" name="S04-tabl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468755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04-stepno75"/>
          <p:cNvSpPr txBox="1"/>
          <p:nvPr/>
        </p:nvSpPr>
        <p:spPr>
          <a:xfrm>
            <a:off x="548640" y="1690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4-text76"/>
          <p:cNvSpPr txBox="1"/>
          <p:nvPr/>
        </p:nvSpPr>
        <p:spPr>
          <a:xfrm>
            <a:off x="1325880" y="169011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5 ÷ 4 = 1 … 1</a:t>
            </a:r>
            <a:endParaRPr lang="ko-KR" sz="3000" dirty="0"/>
          </a:p>
        </p:txBody>
      </p:sp>
      <p:sp>
        <p:nvSpPr>
          <p:cNvPr id="6" name="S04-stepno77"/>
          <p:cNvSpPr txBox="1"/>
          <p:nvPr/>
        </p:nvSpPr>
        <p:spPr>
          <a:xfrm>
            <a:off x="548640" y="244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4-text78"/>
          <p:cNvSpPr txBox="1"/>
          <p:nvPr/>
        </p:nvSpPr>
        <p:spPr>
          <a:xfrm>
            <a:off x="1325880" y="240334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3을 내려 13(십)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÷ 4 = 3 … 1</a:t>
            </a:r>
            <a:endParaRPr lang="ko-KR" sz="3000" dirty="0"/>
          </a:p>
        </p:txBody>
      </p:sp>
      <p:sp>
        <p:nvSpPr>
          <p:cNvPr id="8" name="S04-stepno79"/>
          <p:cNvSpPr txBox="1"/>
          <p:nvPr/>
        </p:nvSpPr>
        <p:spPr>
          <a:xfrm>
            <a:off x="548640" y="3543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4-text80"/>
          <p:cNvSpPr txBox="1"/>
          <p:nvPr/>
        </p:nvSpPr>
        <p:spPr>
          <a:xfrm>
            <a:off x="1325880" y="349758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6을 내려 16(일)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÷ 4 = 4</a:t>
            </a:r>
            <a:endParaRPr lang="ko-KR" sz="3000" dirty="0"/>
          </a:p>
        </p:txBody>
      </p:sp>
      <p:sp>
        <p:nvSpPr>
          <p:cNvPr id="10" name="S04-stepno81"/>
          <p:cNvSpPr txBox="1"/>
          <p:nvPr/>
        </p:nvSpPr>
        <p:spPr>
          <a:xfrm>
            <a:off x="548640" y="4591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4-text82"/>
          <p:cNvSpPr txBox="1"/>
          <p:nvPr/>
        </p:nvSpPr>
        <p:spPr>
          <a:xfrm>
            <a:off x="1325880" y="459181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134, 나머지 0</a:t>
            </a:r>
            <a:endParaRPr lang="ko-KR" sz="3000" dirty="0"/>
          </a:p>
        </p:txBody>
      </p:sp>
      <p:sp>
        <p:nvSpPr>
          <p:cNvPr id="12" name="S04-stepno83"/>
          <p:cNvSpPr txBox="1"/>
          <p:nvPr/>
        </p:nvSpPr>
        <p:spPr>
          <a:xfrm>
            <a:off x="548640" y="5305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3" name="S04-text84"/>
          <p:cNvSpPr txBox="1"/>
          <p:nvPr/>
        </p:nvSpPr>
        <p:spPr>
          <a:xfrm>
            <a:off x="1325880" y="5305044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134 = 536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 보기</a:t>
            </a:r>
            <a:endParaRPr lang="ko-KR" sz="4000" dirty="0"/>
          </a:p>
        </p:txBody>
      </p:sp>
      <p:sp>
        <p:nvSpPr>
          <p:cNvPr id="3" name="S05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계산하고, 곱셈으로 확인해요.</a:t>
            </a:r>
            <a:endParaRPr lang="ko-KR" sz="3000" dirty="0"/>
          </a:p>
        </p:txBody>
      </p:sp>
      <p:sp>
        <p:nvSpPr>
          <p:cNvPr id="4" name="S05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일, 차례로 나누고 내려요.</a:t>
            </a:r>
            <a:endParaRPr lang="ko-KR" sz="3000" dirty="0"/>
          </a:p>
        </p:txBody>
      </p:sp>
      <p:sp>
        <p:nvSpPr>
          <p:cNvPr id="6" name="S05-chip8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8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846 ÷ 2 = □</a:t>
            </a:r>
            <a:endParaRPr lang="ko-KR" sz="3400" dirty="0"/>
          </a:p>
        </p:txBody>
      </p:sp>
      <p:sp>
        <p:nvSpPr>
          <p:cNvPr id="8" name="S05-chip9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9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735 ÷ 3 = □</a:t>
            </a:r>
            <a:endParaRPr lang="ko-KR" sz="3400" dirty="0"/>
          </a:p>
        </p:txBody>
      </p:sp>
      <p:sp>
        <p:nvSpPr>
          <p:cNvPr id="10" name="S05-chip9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9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917 ÷ 4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백을 나눌 수 없으면</a:t>
            </a:r>
            <a:endParaRPr lang="ko-KR" sz="4000" dirty="0"/>
          </a:p>
        </p:txBody>
      </p:sp>
      <p:sp>
        <p:nvSpPr>
          <p:cNvPr id="3" name="S06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39 = 156</a:t>
            </a:r>
            <a:endParaRPr lang="ko-KR" sz="3000" dirty="0"/>
          </a:p>
        </p:txBody>
      </p:sp>
      <p:graphicFrame>
        <p:nvGraphicFramePr>
          <p:cNvPr id="7" name="S06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56972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6-stepno97"/>
          <p:cNvSpPr txBox="1"/>
          <p:nvPr/>
        </p:nvSpPr>
        <p:spPr>
          <a:xfrm>
            <a:off x="548640" y="1543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98"/>
          <p:cNvSpPr txBox="1"/>
          <p:nvPr/>
        </p:nvSpPr>
        <p:spPr>
          <a:xfrm>
            <a:off x="1325880" y="149809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1은 4보다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위는 비워요.</a:t>
            </a:r>
            <a:endParaRPr lang="ko-KR" sz="3000" dirty="0"/>
          </a:p>
        </p:txBody>
      </p:sp>
      <p:sp>
        <p:nvSpPr>
          <p:cNvPr id="8" name="S06-stepno9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100"/>
          <p:cNvSpPr txBox="1"/>
          <p:nvPr/>
        </p:nvSpPr>
        <p:spPr>
          <a:xfrm>
            <a:off x="1325880" y="2592324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15(십) ÷ 4 = 3 … 3</a:t>
            </a:r>
            <a:endParaRPr lang="ko-KR" sz="3000" dirty="0"/>
          </a:p>
        </p:txBody>
      </p:sp>
      <p:sp>
        <p:nvSpPr>
          <p:cNvPr id="10" name="S06-stepno101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102"/>
          <p:cNvSpPr txBox="1"/>
          <p:nvPr/>
        </p:nvSpPr>
        <p:spPr>
          <a:xfrm>
            <a:off x="1325880" y="330555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6을 내려 36(일)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÷ 4 = 9</a:t>
            </a:r>
            <a:endParaRPr lang="ko-KR" sz="3000" dirty="0"/>
          </a:p>
        </p:txBody>
      </p:sp>
      <p:sp>
        <p:nvSpPr>
          <p:cNvPr id="12" name="S06-stepno103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104"/>
          <p:cNvSpPr txBox="1"/>
          <p:nvPr/>
        </p:nvSpPr>
        <p:spPr>
          <a:xfrm>
            <a:off x="1325880" y="43997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두 자리 수 39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몇 자리 수일까요</a:t>
            </a:r>
            <a:endParaRPr lang="ko-KR" sz="4000" dirty="0"/>
          </a:p>
        </p:txBody>
      </p:sp>
      <p:sp>
        <p:nvSpPr>
          <p:cNvPr id="3" name="S07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숫자와 나누는 수를 비교해요.</a:t>
            </a:r>
            <a:endParaRPr lang="ko-KR" sz="3000" dirty="0"/>
          </a:p>
        </p:txBody>
      </p:sp>
      <p:sp>
        <p:nvSpPr>
          <p:cNvPr id="4" name="S07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숫자가 나누는 수보다 작으면 몫은 두 자리 수예요.</a:t>
            </a:r>
            <a:endParaRPr lang="ko-KR" sz="3000" dirty="0"/>
          </a:p>
        </p:txBody>
      </p:sp>
      <p:graphicFrame>
        <p:nvGraphicFramePr>
          <p:cNvPr id="8" name="S07-table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42540"/>
          <a:ext cx="9601200" cy="914400"/>
        </p:xfrm>
        <a:graphic>
          <a:graphicData uri="http://schemas.openxmlformats.org/drawingml/2006/table">
            <a:tbl>
              <a:tblPr/>
              <a:tblGrid>
                <a:gridCol w="2592324"/>
                <a:gridCol w="4128516"/>
                <a:gridCol w="288036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나눗셈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백의 자리 숫자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536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5는 4보다 커요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472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4와 4는 같아요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156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1은 4보다 작아요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두 자리 수인 나눗셈</a:t>
            </a:r>
            <a:endParaRPr lang="ko-KR" sz="4000" dirty="0"/>
          </a:p>
        </p:txBody>
      </p:sp>
      <p:sp>
        <p:nvSpPr>
          <p:cNvPr id="3" name="S08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몇 자리 수인지 먼저 말하고 계산해요.</a:t>
            </a:r>
            <a:endParaRPr lang="ko-KR" sz="3000" dirty="0"/>
          </a:p>
        </p:txBody>
      </p:sp>
      <p:sp>
        <p:nvSpPr>
          <p:cNvPr id="4" name="S08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백의 자리 숫자가 작으면 앞의 두 자리를 함께 나누어요.</a:t>
            </a:r>
            <a:endParaRPr lang="ko-KR" sz="3000" dirty="0"/>
          </a:p>
        </p:txBody>
      </p:sp>
      <p:sp>
        <p:nvSpPr>
          <p:cNvPr id="6" name="S08-chip11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eqtext11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284 ÷ 4 = □</a:t>
            </a:r>
            <a:endParaRPr lang="ko-KR" sz="3400" dirty="0"/>
          </a:p>
        </p:txBody>
      </p:sp>
      <p:sp>
        <p:nvSpPr>
          <p:cNvPr id="8" name="S08-chip1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eqtext11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375 ÷ 5 = □</a:t>
            </a:r>
            <a:endParaRPr lang="ko-KR" sz="3400" dirty="0"/>
          </a:p>
        </p:txBody>
      </p:sp>
      <p:sp>
        <p:nvSpPr>
          <p:cNvPr id="10" name="S08-chip11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eqtext11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263 ÷ 6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1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 ÷ 4를 세로로 계산했어요.</a:t>
            </a:r>
            <a:endParaRPr lang="ko-KR" sz="3000" dirty="0"/>
          </a:p>
        </p:txBody>
      </p:sp>
      <p:sp>
        <p:nvSpPr>
          <p:cNvPr id="5" name="S09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곱셈으로 확인해 봐요.</a:t>
            </a:r>
            <a:endParaRPr lang="ko-KR" sz="3000" dirty="0"/>
          </a:p>
        </p:txBody>
      </p:sp>
      <p:sp>
        <p:nvSpPr>
          <p:cNvPr id="7" name="S09-chip1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390</a:t>
            </a:r>
            <a:endParaRPr lang="ko-KR" sz="2400" dirty="0"/>
          </a:p>
        </p:txBody>
      </p:sp>
      <p:sp>
        <p:nvSpPr>
          <p:cNvPr id="8" name="S09-text12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3을 백의 자리 위에,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9를 십의 자리 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썼어요.</a:t>
            </a:r>
            <a:endParaRPr lang="ko-KR" sz="3000" dirty="0"/>
          </a:p>
        </p:txBody>
      </p:sp>
      <p:sp>
        <p:nvSpPr>
          <p:cNvPr id="9" name="S09-chip12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39</a:t>
            </a:r>
            <a:endParaRPr lang="ko-KR" sz="2400" dirty="0"/>
          </a:p>
        </p:txBody>
      </p:sp>
      <p:sp>
        <p:nvSpPr>
          <p:cNvPr id="10" name="S09-text12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3을 십의 자리 위에,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9를 일의 자리 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계산해요.</a:t>
            </a:r>
            <a:endParaRPr lang="ko-KR" sz="3000" dirty="0"/>
          </a:p>
        </p:txBody>
      </p:sp>
      <p:sp>
        <p:nvSpPr>
          <p:cNvPr id="4" name="S10-chip12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12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648 ÷ 3 = □</a:t>
            </a:r>
            <a:endParaRPr lang="ko-KR" sz="3400" dirty="0"/>
          </a:p>
        </p:txBody>
      </p:sp>
      <p:sp>
        <p:nvSpPr>
          <p:cNvPr id="6" name="S10-chip12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13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527 ÷ 4 = □ … □</a:t>
            </a:r>
            <a:endParaRPr lang="ko-KR" sz="3400" dirty="0"/>
          </a:p>
        </p:txBody>
      </p:sp>
      <p:sp>
        <p:nvSpPr>
          <p:cNvPr id="8" name="S10-chip13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13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 ÷ 7 = □</a:t>
            </a:r>
            <a:endParaRPr lang="ko-KR" sz="3400" dirty="0"/>
          </a:p>
        </p:txBody>
      </p:sp>
      <p:sp>
        <p:nvSpPr>
          <p:cNvPr id="10" name="S10-chip13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13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곱셈으로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3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350은 7 × 350 = 2450이라서 곱셈 확인으로 찾을 수 있어요.</a:t>
            </a:r>
            <a:endParaRPr lang="ko-KR" sz="3000" dirty="0"/>
          </a:p>
        </p:txBody>
      </p:sp>
      <p:sp>
        <p:nvSpPr>
          <p:cNvPr id="5" name="S11-chip13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138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216</a:t>
            </a:r>
            <a:endParaRPr lang="ko-KR" sz="3000" dirty="0"/>
          </a:p>
        </p:txBody>
      </p:sp>
      <p:sp>
        <p:nvSpPr>
          <p:cNvPr id="7" name="S11-text139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216 = 648</a:t>
            </a:r>
            <a:endParaRPr lang="ko-KR" sz="2400" dirty="0"/>
          </a:p>
        </p:txBody>
      </p:sp>
      <p:sp>
        <p:nvSpPr>
          <p:cNvPr id="8" name="S11-text140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131 … 3</a:t>
            </a:r>
            <a:endParaRPr lang="ko-KR" sz="3000" dirty="0"/>
          </a:p>
        </p:txBody>
      </p:sp>
      <p:sp>
        <p:nvSpPr>
          <p:cNvPr id="9" name="S11-text141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131 + 3</a:t>
            </a:r>
            <a:endParaRPr lang="ko-KR" sz="2400" dirty="0"/>
          </a:p>
        </p:txBody>
      </p:sp>
      <p:sp>
        <p:nvSpPr>
          <p:cNvPr id="10" name="S11-text142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35</a:t>
            </a:r>
            <a:endParaRPr lang="ko-KR" sz="3000" dirty="0"/>
          </a:p>
        </p:txBody>
      </p:sp>
      <p:sp>
        <p:nvSpPr>
          <p:cNvPr id="11" name="S11-text143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&lt; 7: 두 자리</a:t>
            </a:r>
            <a:endParaRPr lang="ko-KR" sz="2400" dirty="0"/>
          </a:p>
        </p:txBody>
      </p:sp>
      <p:sp>
        <p:nvSpPr>
          <p:cNvPr id="12" name="S11-text144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527</a:t>
            </a:r>
            <a:endParaRPr lang="ko-KR" sz="3000" dirty="0"/>
          </a:p>
        </p:txBody>
      </p:sp>
      <p:sp>
        <p:nvSpPr>
          <p:cNvPr id="13" name="S11-text145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수와 같음</a:t>
            </a:r>
            <a:endParaRPr lang="ko-KR" sz="2400" dirty="0"/>
          </a:p>
        </p:txBody>
      </p:sp>
      <p:sp>
        <p:nvSpPr>
          <p:cNvPr id="14" name="S11-chip14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14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350</a:t>
            </a:r>
            <a:endParaRPr lang="ko-KR" sz="3000" dirty="0"/>
          </a:p>
        </p:txBody>
      </p:sp>
      <p:sp>
        <p:nvSpPr>
          <p:cNvPr id="16" name="S11-text14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자리 틀림</a:t>
            </a:r>
            <a:endParaRPr lang="ko-KR" sz="2400" dirty="0"/>
          </a:p>
        </p:txBody>
      </p:sp>
      <p:sp>
        <p:nvSpPr>
          <p:cNvPr id="17" name="S11-text14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131</a:t>
            </a:r>
            <a:endParaRPr lang="ko-KR" sz="3000" dirty="0"/>
          </a:p>
        </p:txBody>
      </p:sp>
      <p:sp>
        <p:nvSpPr>
          <p:cNvPr id="18" name="S11-text15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나머지를 빠뜨림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두 자리 수인 것은?</a:t>
            </a:r>
            <a:endParaRPr lang="ko-KR" sz="4000" dirty="0"/>
          </a:p>
        </p:txBody>
      </p:sp>
      <p:sp>
        <p:nvSpPr>
          <p:cNvPr id="3" name="S12-text1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계산하지 않고 찾아봐요.</a:t>
            </a:r>
            <a:endParaRPr lang="ko-KR" sz="3000" dirty="0"/>
          </a:p>
        </p:txBody>
      </p:sp>
      <p:sp>
        <p:nvSpPr>
          <p:cNvPr id="4" name="S12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어떻게 알았는지 말해요.</a:t>
            </a:r>
            <a:endParaRPr lang="ko-KR" sz="3000" dirty="0"/>
          </a:p>
        </p:txBody>
      </p:sp>
      <p:sp>
        <p:nvSpPr>
          <p:cNvPr id="6" name="S12-chip15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15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5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468 ÷ 3</a:t>
            </a:r>
            <a:endParaRPr lang="ko-KR" sz="3000" dirty="0"/>
          </a:p>
        </p:txBody>
      </p:sp>
      <p:sp>
        <p:nvSpPr>
          <p:cNvPr id="9" name="S12-chip15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15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5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 ÷ 5</a:t>
            </a:r>
            <a:endParaRPr lang="ko-KR" sz="3000" dirty="0"/>
          </a:p>
        </p:txBody>
      </p:sp>
      <p:sp>
        <p:nvSpPr>
          <p:cNvPr id="12" name="S12-chip16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16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6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912 ÷ 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나누고, 곱셈으로 확인해요.</a:t>
            </a:r>
            <a:endParaRPr lang="ko-KR" sz="3000" dirty="0"/>
          </a:p>
        </p:txBody>
      </p:sp>
      <p:sp>
        <p:nvSpPr>
          <p:cNvPr id="5" name="S13-chip16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백의 자리와 나누는 수 비교</a:t>
            </a:r>
            <a:endParaRPr lang="ko-KR" sz="2400" dirty="0"/>
          </a:p>
        </p:txBody>
      </p:sp>
      <p:sp>
        <p:nvSpPr>
          <p:cNvPr id="6" name="S13-chip16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몫을 엉뚱한 자리에 쓰기</a:t>
            </a:r>
            <a:endParaRPr lang="ko-KR" sz="2400" dirty="0"/>
          </a:p>
        </p:txBody>
      </p:sp>
      <p:sp>
        <p:nvSpPr>
          <p:cNvPr id="7" name="S13-text16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6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852 ÷ 4 = □</a:t>
            </a:r>
            <a:endParaRPr lang="ko-KR" sz="2800" dirty="0"/>
          </a:p>
        </p:txBody>
      </p:sp>
      <p:sp>
        <p:nvSpPr>
          <p:cNvPr id="9" name="S13-eqtext16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196 ÷ 7 = □</a:t>
            </a:r>
            <a:endParaRPr lang="ko-KR" sz="2800" dirty="0"/>
          </a:p>
        </p:txBody>
      </p:sp>
      <p:sp>
        <p:nvSpPr>
          <p:cNvPr id="10" name="S13-eqtext17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431 ÷ 3 = □ … □</a:t>
            </a:r>
            <a:endParaRPr lang="ko-KR" sz="2800" dirty="0"/>
          </a:p>
        </p:txBody>
      </p:sp>
      <p:sp>
        <p:nvSpPr>
          <p:cNvPr id="11" name="S13-text17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68 ÷ 4</a:t>
            </a:r>
            <a:endParaRPr lang="ko-KR" sz="4000" dirty="0"/>
          </a:p>
        </p:txBody>
      </p:sp>
      <p:sp>
        <p:nvSpPr>
          <p:cNvPr id="3" name="S14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17 = 68</a:t>
            </a:r>
            <a:endParaRPr lang="ko-KR" sz="3000" dirty="0"/>
          </a:p>
        </p:txBody>
      </p:sp>
      <p:graphicFrame>
        <p:nvGraphicFramePr>
          <p:cNvPr id="15" name="S14-table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5168" y="1569720"/>
          <a:ext cx="3108960" cy="91440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4-stepno175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4-text176"/>
          <p:cNvSpPr txBox="1"/>
          <p:nvPr/>
        </p:nvSpPr>
        <p:spPr>
          <a:xfrm>
            <a:off x="1325880" y="18790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6 ÷ 4 = 1 … 2</a:t>
            </a:r>
            <a:endParaRPr lang="ko-KR" sz="3000" dirty="0"/>
          </a:p>
        </p:txBody>
      </p:sp>
      <p:sp>
        <p:nvSpPr>
          <p:cNvPr id="8" name="S14-stepno177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4-text178"/>
          <p:cNvSpPr txBox="1"/>
          <p:nvPr/>
        </p:nvSpPr>
        <p:spPr>
          <a:xfrm>
            <a:off x="1325880" y="2592324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2(십)과 8을 합해 28</a:t>
            </a:r>
            <a:endParaRPr lang="ko-KR" sz="3000" dirty="0"/>
          </a:p>
        </p:txBody>
      </p:sp>
      <p:sp>
        <p:nvSpPr>
          <p:cNvPr id="10" name="S14-stepno179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4-text180"/>
          <p:cNvSpPr txBox="1"/>
          <p:nvPr/>
        </p:nvSpPr>
        <p:spPr>
          <a:xfrm>
            <a:off x="1325880" y="3305556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28 ÷ 4 = 7</a:t>
            </a:r>
            <a:endParaRPr lang="ko-KR" sz="3000" dirty="0"/>
          </a:p>
        </p:txBody>
      </p:sp>
      <p:sp>
        <p:nvSpPr>
          <p:cNvPr id="12" name="S14-stepno181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4-text182"/>
          <p:cNvSpPr txBox="1"/>
          <p:nvPr/>
        </p:nvSpPr>
        <p:spPr>
          <a:xfrm>
            <a:off x="1325880" y="40187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17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(세 자리 수)÷(한 자리 수)</dc:title>
  <dc:subject>KR22-G03-MAT-DIV3X1-L01</dc:subject>
  <dc:creator>education-ppt</dc:creator>
  <cp:lastModifiedBy>education-ppt</cp:lastModifiedBy>
  <cp:revision>1</cp:revision>
  <dcterms:created xsi:type="dcterms:W3CDTF">2026-10-26T07:47:43Z</dcterms:created>
  <dcterms:modified xsi:type="dcterms:W3CDTF">2026-10-26T07:47:43Z</dcterms:modified>
</cp:coreProperties>
</file>