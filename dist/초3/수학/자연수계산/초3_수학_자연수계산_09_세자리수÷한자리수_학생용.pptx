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0b9acec-f52a-28ff-107b-46ac236c0e16}">
          <p14:sldIdLst>
            <p14:sldId id="256"/>
            <p14:sldId id="257"/>
          </p14:sldIdLst>
        </p14:section>
        <p14:section name="개념" id="{98ab3e9d-0c91-3286-e563-810f5669a946}">
          <p14:sldIdLst>
            <p14:sldId id="258"/>
            <p14:sldId id="259"/>
            <p14:sldId id="261"/>
            <p14:sldId id="262"/>
          </p14:sldIdLst>
        </p14:section>
        <p14:section name="연습" id="{7af0e7f9-b9a3-367f-0a14-e064cb6e28a9}">
          <p14:sldIdLst>
            <p14:sldId id="260"/>
            <p14:sldId id="263"/>
            <p14:sldId id="264"/>
          </p14:sldIdLst>
        </p14:section>
        <p14:section name="개념" id="{912aa3b3-b3bd-1baf-d932-25a57a31c33f}">
          <p14:sldIdLst/>
        </p14:section>
        <p14:section name="연습" id="{f05a1a55-f8d3-ad8b-784a-cf39fb5ffb67}">
          <p14:sldIdLst/>
        </p14:section>
        <p14:section name="확인" id="{f06f09df-8fa9-e9f4-abcd-6c5c7d982ab3}">
          <p14:sldIdLst>
            <p14:sldId id="265"/>
            <p14:sldId id="266"/>
          </p14:sldIdLst>
        </p14:section>
        <p14:section name="정리" id="{126a022a-0df9-4c7c-ece0-f84dcfe71afc}">
          <p14:sldIdLst>
            <p14:sldId id="267"/>
          </p14:sldIdLst>
        </p14:section>
        <p14:section name="보충" id="{97234a11-289a-ea45-d7ef-2a67ee578881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자연수계산 · 9차시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(세 자리 수)÷(한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(세 자리 수)÷(한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(세 자리 수)÷(한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자리 수 나누기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536 ÷ 4는 어디부터 나눌까?</a:t>
            </a:r>
            <a:endParaRPr lang="ko-KR" sz="30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01000" y="1217295"/>
          <a:ext cx="32918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822960"/>
                <a:gridCol w="82296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4)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백의 자리부터 나누고, 곱셈으로 확인해요.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몫이 몇 자리 수인지 먼저 알아봐요.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 ÷ 4 = □ … □</a:t>
            </a:r>
            <a:endParaRPr lang="ko-KR" sz="34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eq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 ÷ 4 = □</a:t>
            </a:r>
            <a:endParaRPr lang="ko-KR" sz="34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125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536을 4명이 나누어요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→ 십 → 일 차례로 똑같이 나누어요.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536 ÷ 4 = 134</a:t>
            </a:r>
            <a:endParaRPr lang="ko-KR" sz="3000" dirty="0"/>
          </a:p>
        </p:txBody>
      </p:sp>
      <p:sp>
        <p:nvSpPr>
          <p:cNvPr id="6" name="S03-flat13"/>
          <p:cNvSpPr/>
          <p:nvPr/>
        </p:nvSpPr>
        <p:spPr>
          <a:xfrm>
            <a:off x="7968082" y="2409444"/>
            <a:ext cx="1828800" cy="1828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line14"/>
          <p:cNvSpPr/>
          <p:nvPr/>
        </p:nvSpPr>
        <p:spPr>
          <a:xfrm>
            <a:off x="8150962" y="2409444"/>
            <a:ext cx="0" cy="18288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3-line15"/>
          <p:cNvSpPr/>
          <p:nvPr/>
        </p:nvSpPr>
        <p:spPr>
          <a:xfrm>
            <a:off x="7968082" y="2592324"/>
            <a:ext cx="182880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line16"/>
          <p:cNvSpPr/>
          <p:nvPr/>
        </p:nvSpPr>
        <p:spPr>
          <a:xfrm>
            <a:off x="8333842" y="2409444"/>
            <a:ext cx="0" cy="18288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3-line17"/>
          <p:cNvSpPr/>
          <p:nvPr/>
        </p:nvSpPr>
        <p:spPr>
          <a:xfrm>
            <a:off x="7968082" y="2775204"/>
            <a:ext cx="182880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18"/>
          <p:cNvSpPr/>
          <p:nvPr/>
        </p:nvSpPr>
        <p:spPr>
          <a:xfrm>
            <a:off x="8516722" y="2409444"/>
            <a:ext cx="0" cy="18288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3-line19"/>
          <p:cNvSpPr/>
          <p:nvPr/>
        </p:nvSpPr>
        <p:spPr>
          <a:xfrm>
            <a:off x="7968082" y="2958084"/>
            <a:ext cx="182880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3-line20"/>
          <p:cNvSpPr/>
          <p:nvPr/>
        </p:nvSpPr>
        <p:spPr>
          <a:xfrm>
            <a:off x="8699602" y="2409444"/>
            <a:ext cx="0" cy="18288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21"/>
          <p:cNvSpPr/>
          <p:nvPr/>
        </p:nvSpPr>
        <p:spPr>
          <a:xfrm>
            <a:off x="7968082" y="3140964"/>
            <a:ext cx="182880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line22"/>
          <p:cNvSpPr/>
          <p:nvPr/>
        </p:nvSpPr>
        <p:spPr>
          <a:xfrm>
            <a:off x="8882482" y="2409444"/>
            <a:ext cx="0" cy="18288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3-line23"/>
          <p:cNvSpPr/>
          <p:nvPr/>
        </p:nvSpPr>
        <p:spPr>
          <a:xfrm>
            <a:off x="7968082" y="3323844"/>
            <a:ext cx="182880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3-line24"/>
          <p:cNvSpPr/>
          <p:nvPr/>
        </p:nvSpPr>
        <p:spPr>
          <a:xfrm>
            <a:off x="9065362" y="2409444"/>
            <a:ext cx="0" cy="18288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3-line25"/>
          <p:cNvSpPr/>
          <p:nvPr/>
        </p:nvSpPr>
        <p:spPr>
          <a:xfrm>
            <a:off x="7968082" y="3506724"/>
            <a:ext cx="182880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26"/>
          <p:cNvSpPr/>
          <p:nvPr/>
        </p:nvSpPr>
        <p:spPr>
          <a:xfrm>
            <a:off x="9248242" y="2409444"/>
            <a:ext cx="0" cy="18288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line27"/>
          <p:cNvSpPr/>
          <p:nvPr/>
        </p:nvSpPr>
        <p:spPr>
          <a:xfrm>
            <a:off x="7968082" y="3689604"/>
            <a:ext cx="182880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28"/>
          <p:cNvSpPr/>
          <p:nvPr/>
        </p:nvSpPr>
        <p:spPr>
          <a:xfrm>
            <a:off x="9431122" y="2409444"/>
            <a:ext cx="0" cy="18288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line29"/>
          <p:cNvSpPr/>
          <p:nvPr/>
        </p:nvSpPr>
        <p:spPr>
          <a:xfrm>
            <a:off x="7968082" y="3872484"/>
            <a:ext cx="182880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line30"/>
          <p:cNvSpPr/>
          <p:nvPr/>
        </p:nvSpPr>
        <p:spPr>
          <a:xfrm>
            <a:off x="9614002" y="2409444"/>
            <a:ext cx="0" cy="18288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31"/>
          <p:cNvSpPr/>
          <p:nvPr/>
        </p:nvSpPr>
        <p:spPr>
          <a:xfrm>
            <a:off x="7968082" y="4055364"/>
            <a:ext cx="182880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rod32"/>
          <p:cNvSpPr/>
          <p:nvPr/>
        </p:nvSpPr>
        <p:spPr>
          <a:xfrm>
            <a:off x="9906610" y="2409444"/>
            <a:ext cx="182880" cy="1828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3-line33"/>
          <p:cNvSpPr/>
          <p:nvPr/>
        </p:nvSpPr>
        <p:spPr>
          <a:xfrm>
            <a:off x="9906610" y="259232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3-line34"/>
          <p:cNvSpPr/>
          <p:nvPr/>
        </p:nvSpPr>
        <p:spPr>
          <a:xfrm>
            <a:off x="9906610" y="277520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3-line35"/>
          <p:cNvSpPr/>
          <p:nvPr/>
        </p:nvSpPr>
        <p:spPr>
          <a:xfrm>
            <a:off x="9906610" y="295808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line36"/>
          <p:cNvSpPr/>
          <p:nvPr/>
        </p:nvSpPr>
        <p:spPr>
          <a:xfrm>
            <a:off x="9906610" y="314096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line37"/>
          <p:cNvSpPr/>
          <p:nvPr/>
        </p:nvSpPr>
        <p:spPr>
          <a:xfrm>
            <a:off x="9906610" y="332384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line38"/>
          <p:cNvSpPr/>
          <p:nvPr/>
        </p:nvSpPr>
        <p:spPr>
          <a:xfrm>
            <a:off x="9906610" y="350672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3-line39"/>
          <p:cNvSpPr/>
          <p:nvPr/>
        </p:nvSpPr>
        <p:spPr>
          <a:xfrm>
            <a:off x="9906610" y="368960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3-line40"/>
          <p:cNvSpPr/>
          <p:nvPr/>
        </p:nvSpPr>
        <p:spPr>
          <a:xfrm>
            <a:off x="9906610" y="387248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41"/>
          <p:cNvSpPr/>
          <p:nvPr/>
        </p:nvSpPr>
        <p:spPr>
          <a:xfrm>
            <a:off x="9906610" y="405536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rod42"/>
          <p:cNvSpPr/>
          <p:nvPr/>
        </p:nvSpPr>
        <p:spPr>
          <a:xfrm>
            <a:off x="10199218" y="2409444"/>
            <a:ext cx="182880" cy="1828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line43"/>
          <p:cNvSpPr/>
          <p:nvPr/>
        </p:nvSpPr>
        <p:spPr>
          <a:xfrm>
            <a:off x="10199218" y="259232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3-line44"/>
          <p:cNvSpPr/>
          <p:nvPr/>
        </p:nvSpPr>
        <p:spPr>
          <a:xfrm>
            <a:off x="10199218" y="277520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3-line45"/>
          <p:cNvSpPr/>
          <p:nvPr/>
        </p:nvSpPr>
        <p:spPr>
          <a:xfrm>
            <a:off x="10199218" y="295808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3-line46"/>
          <p:cNvSpPr/>
          <p:nvPr/>
        </p:nvSpPr>
        <p:spPr>
          <a:xfrm>
            <a:off x="10199218" y="314096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3-line47"/>
          <p:cNvSpPr/>
          <p:nvPr/>
        </p:nvSpPr>
        <p:spPr>
          <a:xfrm>
            <a:off x="10199218" y="332384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3-line48"/>
          <p:cNvSpPr/>
          <p:nvPr/>
        </p:nvSpPr>
        <p:spPr>
          <a:xfrm>
            <a:off x="10199218" y="350672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3-line49"/>
          <p:cNvSpPr/>
          <p:nvPr/>
        </p:nvSpPr>
        <p:spPr>
          <a:xfrm>
            <a:off x="10199218" y="368960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3-line50"/>
          <p:cNvSpPr/>
          <p:nvPr/>
        </p:nvSpPr>
        <p:spPr>
          <a:xfrm>
            <a:off x="10199218" y="387248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3-line51"/>
          <p:cNvSpPr/>
          <p:nvPr/>
        </p:nvSpPr>
        <p:spPr>
          <a:xfrm>
            <a:off x="10199218" y="405536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3-rod52"/>
          <p:cNvSpPr/>
          <p:nvPr/>
        </p:nvSpPr>
        <p:spPr>
          <a:xfrm>
            <a:off x="10491826" y="2409444"/>
            <a:ext cx="182880" cy="1828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3-line53"/>
          <p:cNvSpPr/>
          <p:nvPr/>
        </p:nvSpPr>
        <p:spPr>
          <a:xfrm>
            <a:off x="10491826" y="259232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3-line54"/>
          <p:cNvSpPr/>
          <p:nvPr/>
        </p:nvSpPr>
        <p:spPr>
          <a:xfrm>
            <a:off x="10491826" y="277520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3-line55"/>
          <p:cNvSpPr/>
          <p:nvPr/>
        </p:nvSpPr>
        <p:spPr>
          <a:xfrm>
            <a:off x="10491826" y="295808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3-line56"/>
          <p:cNvSpPr/>
          <p:nvPr/>
        </p:nvSpPr>
        <p:spPr>
          <a:xfrm>
            <a:off x="10491826" y="314096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3-line57"/>
          <p:cNvSpPr/>
          <p:nvPr/>
        </p:nvSpPr>
        <p:spPr>
          <a:xfrm>
            <a:off x="10491826" y="332384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3-line58"/>
          <p:cNvSpPr/>
          <p:nvPr/>
        </p:nvSpPr>
        <p:spPr>
          <a:xfrm>
            <a:off x="10491826" y="350672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3-line59"/>
          <p:cNvSpPr/>
          <p:nvPr/>
        </p:nvSpPr>
        <p:spPr>
          <a:xfrm>
            <a:off x="10491826" y="368960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3-line60"/>
          <p:cNvSpPr/>
          <p:nvPr/>
        </p:nvSpPr>
        <p:spPr>
          <a:xfrm>
            <a:off x="10491826" y="387248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3-line61"/>
          <p:cNvSpPr/>
          <p:nvPr/>
        </p:nvSpPr>
        <p:spPr>
          <a:xfrm>
            <a:off x="10491826" y="4055364"/>
            <a:ext cx="1828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3-unit62"/>
          <p:cNvSpPr/>
          <p:nvPr/>
        </p:nvSpPr>
        <p:spPr>
          <a:xfrm>
            <a:off x="10784434" y="4009644"/>
            <a:ext cx="182880" cy="1828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3-unit63"/>
          <p:cNvSpPr/>
          <p:nvPr/>
        </p:nvSpPr>
        <p:spPr>
          <a:xfrm>
            <a:off x="10784434" y="3781044"/>
            <a:ext cx="182880" cy="1828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3-unit64"/>
          <p:cNvSpPr/>
          <p:nvPr/>
        </p:nvSpPr>
        <p:spPr>
          <a:xfrm>
            <a:off x="10784434" y="3552444"/>
            <a:ext cx="182880" cy="1828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03-unit65"/>
          <p:cNvSpPr/>
          <p:nvPr/>
        </p:nvSpPr>
        <p:spPr>
          <a:xfrm>
            <a:off x="10784434" y="3323844"/>
            <a:ext cx="182880" cy="1828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3-figure66" descr="한 명의 몫: 백 모형 1개, 십 모형 3개, 일 모형 4개(134)"/>
          <p:cNvSpPr/>
          <p:nvPr/>
        </p:nvSpPr>
        <p:spPr>
          <a:xfrm>
            <a:off x="7349947" y="240944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S03-label67"/>
          <p:cNvSpPr txBox="1"/>
          <p:nvPr/>
        </p:nvSpPr>
        <p:spPr>
          <a:xfrm>
            <a:off x="7349947" y="4709160"/>
            <a:ext cx="42903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명의 몫 134</a:t>
            </a:r>
            <a:endParaRPr lang="ko-KR" sz="2400" dirty="0"/>
          </a:p>
        </p:txBody>
      </p:sp>
      <p:sp>
        <p:nvSpPr>
          <p:cNvPr id="61" name="S03-stepno68"/>
          <p:cNvSpPr txBox="1"/>
          <p:nvPr/>
        </p:nvSpPr>
        <p:spPr>
          <a:xfrm>
            <a:off x="548640" y="2197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2" name="S03-text69"/>
          <p:cNvSpPr txBox="1"/>
          <p:nvPr/>
        </p:nvSpPr>
        <p:spPr>
          <a:xfrm>
            <a:off x="1325880" y="2197608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5개: 1개씩 주고 1개 남아요.</a:t>
            </a:r>
            <a:endParaRPr lang="ko-KR" sz="3000" dirty="0"/>
          </a:p>
        </p:txBody>
      </p:sp>
      <p:sp>
        <p:nvSpPr>
          <p:cNvPr id="63" name="S03-stepno70"/>
          <p:cNvSpPr txBox="1"/>
          <p:nvPr/>
        </p:nvSpPr>
        <p:spPr>
          <a:xfrm>
            <a:off x="548640" y="29565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4" name="S03-text71"/>
          <p:cNvSpPr txBox="1"/>
          <p:nvPr/>
        </p:nvSpPr>
        <p:spPr>
          <a:xfrm>
            <a:off x="1325880" y="2910840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백 1개 → 십 10개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13개: 3개씩, 1개 남아요.</a:t>
            </a:r>
            <a:endParaRPr lang="ko-KR" sz="3000" dirty="0"/>
          </a:p>
        </p:txBody>
      </p:sp>
      <p:sp>
        <p:nvSpPr>
          <p:cNvPr id="65" name="S03-stepno72"/>
          <p:cNvSpPr txBox="1"/>
          <p:nvPr/>
        </p:nvSpPr>
        <p:spPr>
          <a:xfrm>
            <a:off x="548640" y="40507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66" name="S03-text73"/>
          <p:cNvSpPr txBox="1"/>
          <p:nvPr/>
        </p:nvSpPr>
        <p:spPr>
          <a:xfrm>
            <a:off x="1325880" y="4005072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십 1개 → 일 10개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16개: 4개씩 주어요.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자리부터 나누어요</a:t>
            </a:r>
            <a:endParaRPr lang="ko-KR" sz="4000" dirty="0"/>
          </a:p>
        </p:txBody>
      </p:sp>
      <p:graphicFrame>
        <p:nvGraphicFramePr>
          <p:cNvPr id="5" name="S04-table7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74890" y="1468755"/>
          <a:ext cx="38404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04-stepno75"/>
          <p:cNvSpPr txBox="1"/>
          <p:nvPr/>
        </p:nvSpPr>
        <p:spPr>
          <a:xfrm>
            <a:off x="548640" y="16901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" name="S04-text76"/>
          <p:cNvSpPr txBox="1"/>
          <p:nvPr/>
        </p:nvSpPr>
        <p:spPr>
          <a:xfrm>
            <a:off x="1325880" y="1690116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5 ÷ 4 = 1 … 1</a:t>
            </a:r>
            <a:endParaRPr lang="ko-KR" sz="3000" dirty="0"/>
          </a:p>
        </p:txBody>
      </p:sp>
      <p:sp>
        <p:nvSpPr>
          <p:cNvPr id="6" name="S04-stepno77"/>
          <p:cNvSpPr txBox="1"/>
          <p:nvPr/>
        </p:nvSpPr>
        <p:spPr>
          <a:xfrm>
            <a:off x="548640" y="24490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" name="S04-text78"/>
          <p:cNvSpPr txBox="1"/>
          <p:nvPr/>
        </p:nvSpPr>
        <p:spPr>
          <a:xfrm>
            <a:off x="1325880" y="2403348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3을 내려 13(십)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÷ 4 = 3 … 1</a:t>
            </a:r>
            <a:endParaRPr lang="ko-KR" sz="3000" dirty="0"/>
          </a:p>
        </p:txBody>
      </p:sp>
      <p:sp>
        <p:nvSpPr>
          <p:cNvPr id="8" name="S04-stepno79"/>
          <p:cNvSpPr txBox="1"/>
          <p:nvPr/>
        </p:nvSpPr>
        <p:spPr>
          <a:xfrm>
            <a:off x="548640" y="35433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9" name="S04-text80"/>
          <p:cNvSpPr txBox="1"/>
          <p:nvPr/>
        </p:nvSpPr>
        <p:spPr>
          <a:xfrm>
            <a:off x="1325880" y="3497580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6을 내려 16(일)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 ÷ 4 = 4</a:t>
            </a:r>
            <a:endParaRPr lang="ko-KR" sz="3000" dirty="0"/>
          </a:p>
        </p:txBody>
      </p:sp>
      <p:sp>
        <p:nvSpPr>
          <p:cNvPr id="10" name="S04-stepno81"/>
          <p:cNvSpPr txBox="1"/>
          <p:nvPr/>
        </p:nvSpPr>
        <p:spPr>
          <a:xfrm>
            <a:off x="548640" y="4591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1" name="S04-text82"/>
          <p:cNvSpPr txBox="1"/>
          <p:nvPr/>
        </p:nvSpPr>
        <p:spPr>
          <a:xfrm>
            <a:off x="1325880" y="459181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 134, 나머지 0</a:t>
            </a:r>
            <a:endParaRPr lang="ko-KR" sz="3000" dirty="0"/>
          </a:p>
        </p:txBody>
      </p:sp>
      <p:sp>
        <p:nvSpPr>
          <p:cNvPr id="12" name="S04-stepno83"/>
          <p:cNvSpPr txBox="1"/>
          <p:nvPr/>
        </p:nvSpPr>
        <p:spPr>
          <a:xfrm>
            <a:off x="548640" y="5305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13" name="S04-text84"/>
          <p:cNvSpPr txBox="1"/>
          <p:nvPr/>
        </p:nvSpPr>
        <p:spPr>
          <a:xfrm>
            <a:off x="1325880" y="5305044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 4 × 134 = 536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나누어 보기</a:t>
            </a:r>
            <a:endParaRPr lang="ko-KR" sz="4000" dirty="0"/>
          </a:p>
        </p:txBody>
      </p:sp>
      <p:sp>
        <p:nvSpPr>
          <p:cNvPr id="3" name="S05-text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계산하고, 곱셈으로 확인해요.</a:t>
            </a:r>
            <a:endParaRPr lang="ko-KR" sz="3000" dirty="0"/>
          </a:p>
        </p:txBody>
      </p:sp>
      <p:sp>
        <p:nvSpPr>
          <p:cNvPr id="4" name="S05-card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→ 십 → 일, 차례로 나누고 내려요.</a:t>
            </a:r>
            <a:endParaRPr lang="ko-KR" sz="3000" dirty="0"/>
          </a:p>
        </p:txBody>
      </p:sp>
      <p:sp>
        <p:nvSpPr>
          <p:cNvPr id="6" name="S05-chip8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eqtext89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846 ÷ 2 = □</a:t>
            </a:r>
            <a:endParaRPr lang="ko-KR" sz="3400" dirty="0"/>
          </a:p>
        </p:txBody>
      </p:sp>
      <p:sp>
        <p:nvSpPr>
          <p:cNvPr id="8" name="S05-chip9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5-eqtext91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735 ÷ 3 = □</a:t>
            </a:r>
            <a:endParaRPr lang="ko-KR" sz="3400" dirty="0"/>
          </a:p>
        </p:txBody>
      </p:sp>
      <p:sp>
        <p:nvSpPr>
          <p:cNvPr id="10" name="S05-chip9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5-eqtext93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917 ÷ 4 = □ …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백을 나눌 수 없으면</a:t>
            </a:r>
            <a:endParaRPr lang="ko-KR" sz="4000" dirty="0"/>
          </a:p>
        </p:txBody>
      </p:sp>
      <p:sp>
        <p:nvSpPr>
          <p:cNvPr id="3" name="S06-card9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9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 4 × 39 = 156</a:t>
            </a:r>
            <a:endParaRPr lang="ko-KR" sz="3000" dirty="0"/>
          </a:p>
        </p:txBody>
      </p:sp>
      <p:graphicFrame>
        <p:nvGraphicFramePr>
          <p:cNvPr id="7" name="S06-table9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74890" y="1569720"/>
          <a:ext cx="38404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06-stepno97"/>
          <p:cNvSpPr txBox="1"/>
          <p:nvPr/>
        </p:nvSpPr>
        <p:spPr>
          <a:xfrm>
            <a:off x="548640" y="1543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6-text98"/>
          <p:cNvSpPr txBox="1"/>
          <p:nvPr/>
        </p:nvSpPr>
        <p:spPr>
          <a:xfrm>
            <a:off x="1325880" y="1498092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1은 4보다 작아요.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 위는 비워요.</a:t>
            </a:r>
            <a:endParaRPr lang="ko-KR" sz="3000" dirty="0"/>
          </a:p>
        </p:txBody>
      </p:sp>
      <p:sp>
        <p:nvSpPr>
          <p:cNvPr id="8" name="S06-stepno99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6-text100"/>
          <p:cNvSpPr txBox="1"/>
          <p:nvPr/>
        </p:nvSpPr>
        <p:spPr>
          <a:xfrm>
            <a:off x="1325880" y="2592324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15(십) ÷ 4 = 3 … 3</a:t>
            </a:r>
            <a:endParaRPr lang="ko-KR" sz="3000" dirty="0"/>
          </a:p>
        </p:txBody>
      </p:sp>
      <p:sp>
        <p:nvSpPr>
          <p:cNvPr id="10" name="S06-stepno101"/>
          <p:cNvSpPr txBox="1"/>
          <p:nvPr/>
        </p:nvSpPr>
        <p:spPr>
          <a:xfrm>
            <a:off x="548640" y="3351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6-text102"/>
          <p:cNvSpPr txBox="1"/>
          <p:nvPr/>
        </p:nvSpPr>
        <p:spPr>
          <a:xfrm>
            <a:off x="1325880" y="3305556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6을 내려 36(일)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 ÷ 4 = 9</a:t>
            </a:r>
            <a:endParaRPr lang="ko-KR" sz="3000" dirty="0"/>
          </a:p>
        </p:txBody>
      </p:sp>
      <p:sp>
        <p:nvSpPr>
          <p:cNvPr id="12" name="S06-stepno103"/>
          <p:cNvSpPr txBox="1"/>
          <p:nvPr/>
        </p:nvSpPr>
        <p:spPr>
          <a:xfrm>
            <a:off x="548640" y="4399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6-text104"/>
          <p:cNvSpPr txBox="1"/>
          <p:nvPr/>
        </p:nvSpPr>
        <p:spPr>
          <a:xfrm>
            <a:off x="1325880" y="4399788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몫은 두 자리 수 39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몫은 몇 자리 수일까요</a:t>
            </a:r>
            <a:endParaRPr lang="ko-KR" sz="4000" dirty="0"/>
          </a:p>
        </p:txBody>
      </p:sp>
      <p:sp>
        <p:nvSpPr>
          <p:cNvPr id="3" name="S07-text10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 숫자와 나누는 수를 비교해요.</a:t>
            </a:r>
            <a:endParaRPr lang="ko-KR" sz="3000" dirty="0"/>
          </a:p>
        </p:txBody>
      </p:sp>
      <p:sp>
        <p:nvSpPr>
          <p:cNvPr id="4" name="S07-card10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0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 숫자가 나누는 수보다 작으면 몫은 두 자리 수예요.</a:t>
            </a:r>
            <a:endParaRPr lang="ko-KR" sz="3000" dirty="0"/>
          </a:p>
        </p:txBody>
      </p:sp>
      <p:graphicFrame>
        <p:nvGraphicFramePr>
          <p:cNvPr id="8" name="S07-table10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2542540"/>
          <a:ext cx="9601200" cy="914400"/>
        </p:xfrm>
        <a:graphic>
          <a:graphicData uri="http://schemas.openxmlformats.org/drawingml/2006/table">
            <a:tbl>
              <a:tblPr/>
              <a:tblGrid>
                <a:gridCol w="2592324"/>
                <a:gridCol w="4128516"/>
                <a:gridCol w="288036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나눗셈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백의 자리 숫자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몫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536 ÷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5는 4보다 커요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 자리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472 ÷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4와 4는 같아요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 자리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156 ÷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1은 4보다 작아요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자리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몫이 두 자리 수인 나눗셈</a:t>
            </a:r>
            <a:endParaRPr lang="ko-KR" sz="4000" dirty="0"/>
          </a:p>
        </p:txBody>
      </p:sp>
      <p:sp>
        <p:nvSpPr>
          <p:cNvPr id="3" name="S08-text10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몫이 몇 자리 수인지 먼저 말하고 계산해요.</a:t>
            </a:r>
            <a:endParaRPr lang="ko-KR" sz="3000" dirty="0"/>
          </a:p>
        </p:txBody>
      </p:sp>
      <p:sp>
        <p:nvSpPr>
          <p:cNvPr id="4" name="S08-card1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1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백의 자리 숫자가 작으면 앞의 두 자리를 함께 나누어요.</a:t>
            </a:r>
            <a:endParaRPr lang="ko-KR" sz="3000" dirty="0"/>
          </a:p>
        </p:txBody>
      </p:sp>
      <p:sp>
        <p:nvSpPr>
          <p:cNvPr id="6" name="S08-chip11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8-eqtext113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284 ÷ 4 = □</a:t>
            </a:r>
            <a:endParaRPr lang="ko-KR" sz="3400" dirty="0"/>
          </a:p>
        </p:txBody>
      </p:sp>
      <p:sp>
        <p:nvSpPr>
          <p:cNvPr id="8" name="S08-chip11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8-eqtext115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375 ÷ 5 = □</a:t>
            </a:r>
            <a:endParaRPr lang="ko-KR" sz="3400" dirty="0"/>
          </a:p>
        </p:txBody>
      </p:sp>
      <p:sp>
        <p:nvSpPr>
          <p:cNvPr id="10" name="S08-chip11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8-eqtext117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263 ÷ 6 = □ …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9-card11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1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156 ÷ 4를 세로로 계산했어요.</a:t>
            </a:r>
            <a:endParaRPr lang="ko-KR" sz="3000" dirty="0"/>
          </a:p>
        </p:txBody>
      </p:sp>
      <p:sp>
        <p:nvSpPr>
          <p:cNvPr id="5" name="S09-card1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곱셈으로 확인해 봐요.</a:t>
            </a:r>
            <a:endParaRPr lang="ko-KR" sz="3000" dirty="0"/>
          </a:p>
        </p:txBody>
      </p:sp>
      <p:sp>
        <p:nvSpPr>
          <p:cNvPr id="7" name="S09-chip12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390</a:t>
            </a:r>
            <a:endParaRPr lang="ko-KR" sz="2400" dirty="0"/>
          </a:p>
        </p:txBody>
      </p:sp>
      <p:sp>
        <p:nvSpPr>
          <p:cNvPr id="8" name="S09-text123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 3을 백의 자리 위에,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9를 십의 자리 위에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썼어요.</a:t>
            </a:r>
            <a:endParaRPr lang="ko-KR" sz="3000" dirty="0"/>
          </a:p>
        </p:txBody>
      </p:sp>
      <p:sp>
        <p:nvSpPr>
          <p:cNvPr id="9" name="S09-chip12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39</a:t>
            </a:r>
            <a:endParaRPr lang="ko-KR" sz="2400" dirty="0"/>
          </a:p>
        </p:txBody>
      </p:sp>
      <p:sp>
        <p:nvSpPr>
          <p:cNvPr id="10" name="S09-text125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 3을 십의 자리 위에,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9를 일의 자리 위에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썼어요.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1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계산해요.</a:t>
            </a:r>
            <a:endParaRPr lang="ko-KR" sz="3000" dirty="0"/>
          </a:p>
        </p:txBody>
      </p:sp>
      <p:sp>
        <p:nvSpPr>
          <p:cNvPr id="4" name="S10-chip12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eqtext128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648 ÷ 3 = □</a:t>
            </a:r>
            <a:endParaRPr lang="ko-KR" sz="3400" dirty="0"/>
          </a:p>
        </p:txBody>
      </p:sp>
      <p:sp>
        <p:nvSpPr>
          <p:cNvPr id="6" name="S10-chip129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0-eqtext130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527 ÷ 4 = □ … □</a:t>
            </a:r>
            <a:endParaRPr lang="ko-KR" sz="3400" dirty="0"/>
          </a:p>
        </p:txBody>
      </p:sp>
      <p:sp>
        <p:nvSpPr>
          <p:cNvPr id="8" name="S10-chip131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0-eqtext132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245 ÷ 7 = □</a:t>
            </a:r>
            <a:endParaRPr lang="ko-KR" sz="3400" dirty="0"/>
          </a:p>
        </p:txBody>
      </p:sp>
      <p:sp>
        <p:nvSpPr>
          <p:cNvPr id="10" name="S10-chip133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0-text134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②를 곱셈으로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몫이 두 자리 수인 것은?</a:t>
            </a:r>
            <a:endParaRPr lang="ko-KR" sz="4000" dirty="0"/>
          </a:p>
        </p:txBody>
      </p:sp>
      <p:sp>
        <p:nvSpPr>
          <p:cNvPr id="3" name="S12-text1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계산하지 않고 찾아봐요.</a:t>
            </a:r>
            <a:endParaRPr lang="ko-KR" sz="3000" dirty="0"/>
          </a:p>
        </p:txBody>
      </p:sp>
      <p:sp>
        <p:nvSpPr>
          <p:cNvPr id="4" name="S12-card1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어떻게 알았는지 말해요.</a:t>
            </a:r>
            <a:endParaRPr lang="ko-KR" sz="3000" dirty="0"/>
          </a:p>
        </p:txBody>
      </p:sp>
      <p:sp>
        <p:nvSpPr>
          <p:cNvPr id="6" name="S12-chip138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2-card139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140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468 ÷ 3</a:t>
            </a:r>
            <a:endParaRPr lang="ko-KR" sz="3000" dirty="0"/>
          </a:p>
        </p:txBody>
      </p:sp>
      <p:sp>
        <p:nvSpPr>
          <p:cNvPr id="9" name="S12-chip14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2-card142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143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345 ÷ 5</a:t>
            </a:r>
            <a:endParaRPr lang="ko-KR" sz="3000" dirty="0"/>
          </a:p>
        </p:txBody>
      </p:sp>
      <p:sp>
        <p:nvSpPr>
          <p:cNvPr id="12" name="S12-chip14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2-card145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146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912 ÷ 8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4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4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자리부터 나누고, 곱셈으로 확인해요.</a:t>
            </a:r>
            <a:endParaRPr lang="ko-KR" sz="3000" dirty="0"/>
          </a:p>
        </p:txBody>
      </p:sp>
      <p:sp>
        <p:nvSpPr>
          <p:cNvPr id="5" name="S13-chip149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백의 자리와 나누는 수 비교</a:t>
            </a:r>
            <a:endParaRPr lang="ko-KR" sz="2400" dirty="0"/>
          </a:p>
        </p:txBody>
      </p:sp>
      <p:sp>
        <p:nvSpPr>
          <p:cNvPr id="6" name="S13-chip150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몫을 엉뚱한 자리에 쓰기</a:t>
            </a:r>
            <a:endParaRPr lang="ko-KR" sz="2400" dirty="0"/>
          </a:p>
        </p:txBody>
      </p:sp>
      <p:sp>
        <p:nvSpPr>
          <p:cNvPr id="7" name="S13-text151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eqtext152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852 ÷ 4 = □</a:t>
            </a:r>
            <a:endParaRPr lang="ko-KR" sz="2800" dirty="0"/>
          </a:p>
        </p:txBody>
      </p:sp>
      <p:sp>
        <p:nvSpPr>
          <p:cNvPr id="9" name="S13-eqtext153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196 ÷ 7 = □</a:t>
            </a:r>
            <a:endParaRPr lang="ko-KR" sz="2800" dirty="0"/>
          </a:p>
        </p:txBody>
      </p:sp>
      <p:sp>
        <p:nvSpPr>
          <p:cNvPr id="10" name="S13-eqtext154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431 ÷ 3 = □ … □</a:t>
            </a:r>
            <a:endParaRPr lang="ko-KR" sz="2800" dirty="0"/>
          </a:p>
        </p:txBody>
      </p:sp>
      <p:sp>
        <p:nvSpPr>
          <p:cNvPr id="11" name="S13-text15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0이 있는 수의 뺄셈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68 ÷ 4</a:t>
            </a:r>
            <a:endParaRPr lang="ko-KR" sz="4000" dirty="0"/>
          </a:p>
        </p:txBody>
      </p:sp>
      <p:sp>
        <p:nvSpPr>
          <p:cNvPr id="3" name="S14-card1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 4 × 17 = 68</a:t>
            </a:r>
            <a:endParaRPr lang="ko-KR" sz="3000" dirty="0"/>
          </a:p>
        </p:txBody>
      </p:sp>
      <p:graphicFrame>
        <p:nvGraphicFramePr>
          <p:cNvPr id="14" name="S14-table15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55168" y="1569720"/>
          <a:ext cx="3108960" cy="914400"/>
        </p:xfrm>
        <a:graphic>
          <a:graphicData uri="http://schemas.openxmlformats.org/drawingml/2006/table">
            <a:tbl>
              <a:tblPr/>
              <a:tblGrid>
                <a:gridCol w="1036320"/>
                <a:gridCol w="1036320"/>
                <a:gridCol w="103632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14-stepno159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4-text160"/>
          <p:cNvSpPr txBox="1"/>
          <p:nvPr/>
        </p:nvSpPr>
        <p:spPr>
          <a:xfrm>
            <a:off x="1325880" y="1879092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6 ÷ 4 = 1 … 2</a:t>
            </a:r>
            <a:endParaRPr lang="ko-KR" sz="3000" dirty="0"/>
          </a:p>
        </p:txBody>
      </p:sp>
      <p:sp>
        <p:nvSpPr>
          <p:cNvPr id="8" name="S14-stepno161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4-text162"/>
          <p:cNvSpPr txBox="1"/>
          <p:nvPr/>
        </p:nvSpPr>
        <p:spPr>
          <a:xfrm>
            <a:off x="1325880" y="2592324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2(십)과 8을 합해 28</a:t>
            </a:r>
            <a:endParaRPr lang="ko-KR" sz="3000" dirty="0"/>
          </a:p>
        </p:txBody>
      </p:sp>
      <p:sp>
        <p:nvSpPr>
          <p:cNvPr id="10" name="S14-stepno163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4-text164"/>
          <p:cNvSpPr txBox="1"/>
          <p:nvPr/>
        </p:nvSpPr>
        <p:spPr>
          <a:xfrm>
            <a:off x="1325880" y="3305556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28 ÷ 4 = 7</a:t>
            </a:r>
            <a:endParaRPr lang="ko-KR" sz="3000" dirty="0"/>
          </a:p>
        </p:txBody>
      </p:sp>
      <p:sp>
        <p:nvSpPr>
          <p:cNvPr id="12" name="S14-stepno165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14-text166"/>
          <p:cNvSpPr txBox="1"/>
          <p:nvPr/>
        </p:nvSpPr>
        <p:spPr>
          <a:xfrm>
            <a:off x="1325880" y="4018788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 17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(세 자리 수)÷(한 자리 수)</dc:title>
  <dc:subject>KR22-G03-MAT-DIV3X1-L01</dc:subject>
  <dc:creator>education-ppt</dc:creator>
  <cp:lastModifiedBy>education-ppt</cp:lastModifiedBy>
  <cp:revision>1</cp:revision>
  <dcterms:created xsi:type="dcterms:W3CDTF">2026-10-26T08:24:18Z</dcterms:created>
  <dcterms:modified xsi:type="dcterms:W3CDTF">2026-10-26T08:24:18Z</dcterms:modified>
</cp:coreProperties>
</file>