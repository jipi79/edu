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b540bf-82ad-c455-5277-1a586847e38a}">
          <p14:sldIdLst>
            <p14:sldId id="256"/>
            <p14:sldId id="257"/>
          </p14:sldIdLst>
        </p14:section>
        <p14:section name="개념" id="{00f41cfa-a075-2b60-fee9-3b91565dbf75}">
          <p14:sldIdLst>
            <p14:sldId id="258"/>
            <p14:sldId id="259"/>
            <p14:sldId id="261"/>
            <p14:sldId id="262"/>
          </p14:sldIdLst>
        </p14:section>
        <p14:section name="연습" id="{922e9a19-be38-ef5c-0ac7-24b2656977da}">
          <p14:sldIdLst>
            <p14:sldId id="260"/>
            <p14:sldId id="263"/>
            <p14:sldId id="264"/>
          </p14:sldIdLst>
        </p14:section>
        <p14:section name="개념" id="{9a818182-c876-f4b0-e908-ea27bbd19a34}">
          <p14:sldIdLst/>
        </p14:section>
        <p14:section name="연습" id="{c17e9e6c-d90d-59ff-0c9f-912203a5bd53}">
          <p14:sldIdLst/>
        </p14:section>
        <p14:section name="확인" id="{2050e7c3-f528-93bc-d251-33a10fa88db7}">
          <p14:sldIdLst>
            <p14:sldId id="265"/>
            <p14:sldId id="266"/>
          </p14:sldIdLst>
        </p14:section>
        <p14:section name="정리" id="{f1cf090c-1e6f-89a6-edf6-9164cc6ec739}">
          <p14:sldIdLst>
            <p14:sldId id="267"/>
          </p14:sldIdLst>
        </p14:section>
        <p14:section name="보충" id="{a8e29632-2232-9cfd-6390-494ff8f5019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 나누기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4는 어디부터 나눌까?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18872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백의 자리부터 나누고, 곱셈으로 확인해요.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몫이 몇 자리 수인지 먼저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□ …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÷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125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536을 4명이 나누어요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똑같이 나누어요.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 = 134</a:t>
            </a:r>
            <a:endParaRPr lang="ko-KR" sz="3000" dirty="0"/>
          </a:p>
        </p:txBody>
      </p:sp>
      <p:sp>
        <p:nvSpPr>
          <p:cNvPr id="6" name="S03-flat13"/>
          <p:cNvSpPr/>
          <p:nvPr/>
        </p:nvSpPr>
        <p:spPr>
          <a:xfrm>
            <a:off x="7968082" y="2409444"/>
            <a:ext cx="182880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81509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7968082" y="25923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83338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968082" y="27752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85167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7968082" y="29580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86996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7968082" y="31409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888248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7968082" y="332384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90653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7968082" y="35067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92482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7968082" y="36896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94311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7968082" y="38724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96140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7968082" y="40553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32"/>
          <p:cNvSpPr/>
          <p:nvPr/>
        </p:nvSpPr>
        <p:spPr>
          <a:xfrm>
            <a:off x="9906610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9906610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9906610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9906610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9906610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9906610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906610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9906610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9906610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9906610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rod42"/>
          <p:cNvSpPr/>
          <p:nvPr/>
        </p:nvSpPr>
        <p:spPr>
          <a:xfrm>
            <a:off x="10199218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0199218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10199218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0199218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10199218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0199218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10199218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0199218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10199218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10199218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rod52"/>
          <p:cNvSpPr/>
          <p:nvPr/>
        </p:nvSpPr>
        <p:spPr>
          <a:xfrm>
            <a:off x="10491826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10491826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10491826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10491826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10491826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10491826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10491826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10491826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10491826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10491826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unit62"/>
          <p:cNvSpPr/>
          <p:nvPr/>
        </p:nvSpPr>
        <p:spPr>
          <a:xfrm>
            <a:off x="10784434" y="40096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unit63"/>
          <p:cNvSpPr/>
          <p:nvPr/>
        </p:nvSpPr>
        <p:spPr>
          <a:xfrm>
            <a:off x="10784434" y="37810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unit64"/>
          <p:cNvSpPr/>
          <p:nvPr/>
        </p:nvSpPr>
        <p:spPr>
          <a:xfrm>
            <a:off x="10784434" y="35524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unit65"/>
          <p:cNvSpPr/>
          <p:nvPr/>
        </p:nvSpPr>
        <p:spPr>
          <a:xfrm>
            <a:off x="10784434" y="33238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figure66" descr="한 명의 몫: 백 모형 1개, 십 모형 3개, 일 모형 4개(134)"/>
          <p:cNvSpPr/>
          <p:nvPr/>
        </p:nvSpPr>
        <p:spPr>
          <a:xfrm>
            <a:off x="7349947" y="240944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03-label67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몫 134</a:t>
            </a:r>
            <a:endParaRPr lang="ko-KR" sz="2400" dirty="0"/>
          </a:p>
        </p:txBody>
      </p:sp>
      <p:sp>
        <p:nvSpPr>
          <p:cNvPr id="61" name="S03-stepno68"/>
          <p:cNvSpPr txBox="1"/>
          <p:nvPr/>
        </p:nvSpPr>
        <p:spPr>
          <a:xfrm>
            <a:off x="548640" y="2197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2" name="S03-text69"/>
          <p:cNvSpPr txBox="1"/>
          <p:nvPr/>
        </p:nvSpPr>
        <p:spPr>
          <a:xfrm>
            <a:off x="1325880" y="2197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5개: 1개씩 주고 1개 남아요.</a:t>
            </a:r>
            <a:endParaRPr lang="ko-KR" sz="3000" dirty="0"/>
          </a:p>
        </p:txBody>
      </p:sp>
      <p:sp>
        <p:nvSpPr>
          <p:cNvPr id="63" name="S03-stepno70"/>
          <p:cNvSpPr txBox="1"/>
          <p:nvPr/>
        </p:nvSpPr>
        <p:spPr>
          <a:xfrm>
            <a:off x="548640" y="295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4" name="S03-text71"/>
          <p:cNvSpPr txBox="1"/>
          <p:nvPr/>
        </p:nvSpPr>
        <p:spPr>
          <a:xfrm>
            <a:off x="1325880" y="2910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백 1개 → 십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13개: 3개씩, 1개 남아요.</a:t>
            </a:r>
            <a:endParaRPr lang="ko-KR" sz="3000" dirty="0"/>
          </a:p>
        </p:txBody>
      </p:sp>
      <p:sp>
        <p:nvSpPr>
          <p:cNvPr id="65" name="S03-stepno72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6" name="S03-text73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십 1개 → 일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16개: 4개씩 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나누어요</a:t>
            </a:r>
            <a:endParaRPr lang="ko-KR" sz="4000" dirty="0"/>
          </a:p>
        </p:txBody>
      </p:sp>
      <p:graphicFrame>
        <p:nvGraphicFramePr>
          <p:cNvPr id="5" name="S04-table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3944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04-stepno75"/>
          <p:cNvSpPr txBox="1"/>
          <p:nvPr/>
        </p:nvSpPr>
        <p:spPr>
          <a:xfrm>
            <a:off x="548640" y="169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76"/>
          <p:cNvSpPr txBox="1"/>
          <p:nvPr/>
        </p:nvSpPr>
        <p:spPr>
          <a:xfrm>
            <a:off x="1325880" y="169011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5 ÷ 4 = 1 … 1</a:t>
            </a:r>
            <a:endParaRPr lang="ko-KR" sz="3000" dirty="0"/>
          </a:p>
        </p:txBody>
      </p:sp>
      <p:sp>
        <p:nvSpPr>
          <p:cNvPr id="6" name="S04-stepno77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78"/>
          <p:cNvSpPr txBox="1"/>
          <p:nvPr/>
        </p:nvSpPr>
        <p:spPr>
          <a:xfrm>
            <a:off x="1325880" y="240334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3을 내려 13(십)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÷ 4 = 3 … 1</a:t>
            </a:r>
            <a:endParaRPr lang="ko-KR" sz="3000" dirty="0"/>
          </a:p>
        </p:txBody>
      </p:sp>
      <p:sp>
        <p:nvSpPr>
          <p:cNvPr id="8" name="S04-stepno79"/>
          <p:cNvSpPr txBox="1"/>
          <p:nvPr/>
        </p:nvSpPr>
        <p:spPr>
          <a:xfrm>
            <a:off x="548640" y="3543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80"/>
          <p:cNvSpPr txBox="1"/>
          <p:nvPr/>
        </p:nvSpPr>
        <p:spPr>
          <a:xfrm>
            <a:off x="1325880" y="349758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6을 내려 16(일)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</a:t>
            </a:r>
            <a:endParaRPr lang="ko-KR" sz="3000" dirty="0"/>
          </a:p>
        </p:txBody>
      </p:sp>
      <p:sp>
        <p:nvSpPr>
          <p:cNvPr id="10" name="S04-stepno81"/>
          <p:cNvSpPr txBox="1"/>
          <p:nvPr/>
        </p:nvSpPr>
        <p:spPr>
          <a:xfrm>
            <a:off x="548640" y="459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4-text82"/>
          <p:cNvSpPr txBox="1"/>
          <p:nvPr/>
        </p:nvSpPr>
        <p:spPr>
          <a:xfrm>
            <a:off x="1325880" y="459181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134, 나머지 0</a:t>
            </a:r>
            <a:endParaRPr lang="ko-KR" sz="3000" dirty="0"/>
          </a:p>
        </p:txBody>
      </p:sp>
      <p:sp>
        <p:nvSpPr>
          <p:cNvPr id="12" name="S04-stepno83"/>
          <p:cNvSpPr txBox="1"/>
          <p:nvPr/>
        </p:nvSpPr>
        <p:spPr>
          <a:xfrm>
            <a:off x="548640" y="530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3" name="S04-text84"/>
          <p:cNvSpPr txBox="1"/>
          <p:nvPr/>
        </p:nvSpPr>
        <p:spPr>
          <a:xfrm>
            <a:off x="1325880" y="530504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134 = 536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5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계산하고, 곱셈으로 확인해요.</a:t>
            </a:r>
            <a:endParaRPr lang="ko-KR" sz="3000" dirty="0"/>
          </a:p>
        </p:txBody>
      </p:sp>
      <p:sp>
        <p:nvSpPr>
          <p:cNvPr id="4" name="S05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일, 차례로 나누고 내려요.</a:t>
            </a:r>
            <a:endParaRPr lang="ko-KR" sz="3000" dirty="0"/>
          </a:p>
        </p:txBody>
      </p:sp>
      <p:sp>
        <p:nvSpPr>
          <p:cNvPr id="6" name="S05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8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846 ÷ 2 = □</a:t>
            </a:r>
            <a:endParaRPr lang="ko-KR" sz="3400" dirty="0"/>
          </a:p>
        </p:txBody>
      </p:sp>
      <p:sp>
        <p:nvSpPr>
          <p:cNvPr id="8" name="S05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9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735 ÷ 3 = □</a:t>
            </a:r>
            <a:endParaRPr lang="ko-KR" sz="3400" dirty="0"/>
          </a:p>
        </p:txBody>
      </p:sp>
      <p:sp>
        <p:nvSpPr>
          <p:cNvPr id="10" name="S05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9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917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나눌 수 없으면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39 = 156</a:t>
            </a:r>
            <a:endParaRPr lang="ko-KR" sz="3000" dirty="0"/>
          </a:p>
        </p:txBody>
      </p:sp>
      <p:graphicFrame>
        <p:nvGraphicFramePr>
          <p:cNvPr id="7" name="S06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51638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6-stepno97"/>
          <p:cNvSpPr txBox="1"/>
          <p:nvPr/>
        </p:nvSpPr>
        <p:spPr>
          <a:xfrm>
            <a:off x="548640" y="1543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98"/>
          <p:cNvSpPr txBox="1"/>
          <p:nvPr/>
        </p:nvSpPr>
        <p:spPr>
          <a:xfrm>
            <a:off x="1325880" y="149809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1은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위는 비워요.</a:t>
            </a:r>
            <a:endParaRPr lang="ko-KR" sz="3000" dirty="0"/>
          </a:p>
        </p:txBody>
      </p:sp>
      <p:sp>
        <p:nvSpPr>
          <p:cNvPr id="8" name="S06-stepno9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00"/>
          <p:cNvSpPr txBox="1"/>
          <p:nvPr/>
        </p:nvSpPr>
        <p:spPr>
          <a:xfrm>
            <a:off x="1325880" y="259232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15(십) ÷ 4 = 3 … 3</a:t>
            </a:r>
            <a:endParaRPr lang="ko-KR" sz="3000" dirty="0"/>
          </a:p>
        </p:txBody>
      </p:sp>
      <p:sp>
        <p:nvSpPr>
          <p:cNvPr id="10" name="S06-stepno101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02"/>
          <p:cNvSpPr txBox="1"/>
          <p:nvPr/>
        </p:nvSpPr>
        <p:spPr>
          <a:xfrm>
            <a:off x="1325880" y="330555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6을 내려 36(일)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4 = 9</a:t>
            </a:r>
            <a:endParaRPr lang="ko-KR" sz="3000" dirty="0"/>
          </a:p>
        </p:txBody>
      </p:sp>
      <p:sp>
        <p:nvSpPr>
          <p:cNvPr id="12" name="S06-stepno103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04"/>
          <p:cNvSpPr txBox="1"/>
          <p:nvPr/>
        </p:nvSpPr>
        <p:spPr>
          <a:xfrm>
            <a:off x="1325880" y="43997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두 자리 수 39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몇 자리 수일까요</a:t>
            </a:r>
            <a:endParaRPr lang="ko-KR" sz="4000" dirty="0"/>
          </a:p>
        </p:txBody>
      </p:sp>
      <p:sp>
        <p:nvSpPr>
          <p:cNvPr id="3" name="S07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숫자와 나누는 수를 비교해요.</a:t>
            </a:r>
            <a:endParaRPr lang="ko-KR" sz="3000" dirty="0"/>
          </a:p>
        </p:txBody>
      </p:sp>
      <p:sp>
        <p:nvSpPr>
          <p:cNvPr id="4" name="S07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나누는 수보다 작으면 몫은 두 자리 수예요.</a:t>
            </a:r>
            <a:endParaRPr lang="ko-KR" sz="3000" dirty="0"/>
          </a:p>
        </p:txBody>
      </p:sp>
      <p:graphicFrame>
        <p:nvGraphicFramePr>
          <p:cNvPr id="8" name="S07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09520"/>
          <a:ext cx="9601200" cy="914400"/>
        </p:xfrm>
        <a:graphic>
          <a:graphicData uri="http://schemas.openxmlformats.org/drawingml/2006/table">
            <a:tbl>
              <a:tblPr/>
              <a:tblGrid>
                <a:gridCol w="2592324"/>
                <a:gridCol w="4128516"/>
                <a:gridCol w="288036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나눗셈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 숫자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5는 4보다 커요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472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4와 4는 같아요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1은 4보다 작아요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나눗셈</a:t>
            </a:r>
            <a:endParaRPr lang="ko-KR" sz="4000" dirty="0"/>
          </a:p>
        </p:txBody>
      </p:sp>
      <p:sp>
        <p:nvSpPr>
          <p:cNvPr id="3" name="S08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몇 자리 수인지 먼저 말하고 계산해요.</a:t>
            </a:r>
            <a:endParaRPr lang="ko-KR" sz="3000" dirty="0"/>
          </a:p>
        </p:txBody>
      </p:sp>
      <p:sp>
        <p:nvSpPr>
          <p:cNvPr id="4" name="S08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작으면 앞의 두 자리를 함께 나누어요.</a:t>
            </a:r>
            <a:endParaRPr lang="ko-KR" sz="3000" dirty="0"/>
          </a:p>
        </p:txBody>
      </p:sp>
      <p:sp>
        <p:nvSpPr>
          <p:cNvPr id="6" name="S08-chip1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eqtext11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284 ÷ 4 = □</a:t>
            </a:r>
            <a:endParaRPr lang="ko-KR" sz="3400" dirty="0"/>
          </a:p>
        </p:txBody>
      </p:sp>
      <p:sp>
        <p:nvSpPr>
          <p:cNvPr id="8" name="S08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eqtext11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375 ÷ 5 = □</a:t>
            </a:r>
            <a:endParaRPr lang="ko-KR" sz="3400" dirty="0"/>
          </a:p>
        </p:txBody>
      </p:sp>
      <p:sp>
        <p:nvSpPr>
          <p:cNvPr id="10" name="S08-chip1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eqtext11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263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 ÷ 4를 세로로 계산했어요.</a:t>
            </a:r>
            <a:endParaRPr lang="ko-KR" sz="3000" dirty="0"/>
          </a:p>
        </p:txBody>
      </p:sp>
      <p:sp>
        <p:nvSpPr>
          <p:cNvPr id="5" name="S09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곱셈으로 확인해 봐요.</a:t>
            </a:r>
            <a:endParaRPr lang="ko-KR" sz="3000" dirty="0"/>
          </a:p>
        </p:txBody>
      </p:sp>
      <p:sp>
        <p:nvSpPr>
          <p:cNvPr id="7" name="S09-chip1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390</a:t>
            </a:r>
            <a:endParaRPr lang="ko-KR" sz="2400" dirty="0"/>
          </a:p>
        </p:txBody>
      </p:sp>
      <p:sp>
        <p:nvSpPr>
          <p:cNvPr id="8" name="S09-text12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백의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십의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9" name="S09-chip12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39</a:t>
            </a:r>
            <a:endParaRPr lang="ko-KR" sz="2400" dirty="0"/>
          </a:p>
        </p:txBody>
      </p:sp>
      <p:sp>
        <p:nvSpPr>
          <p:cNvPr id="10" name="S09-text12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십의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일의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계산해요.</a:t>
            </a:r>
            <a:endParaRPr lang="ko-KR" sz="3000" dirty="0"/>
          </a:p>
        </p:txBody>
      </p:sp>
      <p:sp>
        <p:nvSpPr>
          <p:cNvPr id="4" name="S10-chip1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648 ÷ 3 = □</a:t>
            </a:r>
            <a:endParaRPr lang="ko-KR" sz="3400" dirty="0"/>
          </a:p>
        </p:txBody>
      </p:sp>
      <p:sp>
        <p:nvSpPr>
          <p:cNvPr id="6" name="S10-chip1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 ÷ 4 = □ … □</a:t>
            </a:r>
            <a:endParaRPr lang="ko-KR" sz="3400" dirty="0"/>
          </a:p>
        </p:txBody>
      </p:sp>
      <p:sp>
        <p:nvSpPr>
          <p:cNvPr id="8" name="S10-chip13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3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÷ 7 = □</a:t>
            </a:r>
            <a:endParaRPr lang="ko-KR" sz="3400" dirty="0"/>
          </a:p>
        </p:txBody>
      </p:sp>
      <p:sp>
        <p:nvSpPr>
          <p:cNvPr id="10" name="S10-chip13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13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것은?</a:t>
            </a:r>
            <a:endParaRPr lang="ko-KR" sz="4000" dirty="0"/>
          </a:p>
        </p:txBody>
      </p:sp>
      <p:sp>
        <p:nvSpPr>
          <p:cNvPr id="3" name="S12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않고 찾아봐요.</a:t>
            </a:r>
            <a:endParaRPr lang="ko-KR" sz="3000" dirty="0"/>
          </a:p>
        </p:txBody>
      </p:sp>
      <p:sp>
        <p:nvSpPr>
          <p:cNvPr id="4" name="S12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어떻게 알았는지 말해요.</a:t>
            </a:r>
            <a:endParaRPr lang="ko-KR" sz="3000" dirty="0"/>
          </a:p>
        </p:txBody>
      </p:sp>
      <p:sp>
        <p:nvSpPr>
          <p:cNvPr id="6" name="S12-chip13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13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4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468 ÷ 3</a:t>
            </a:r>
            <a:endParaRPr lang="ko-KR" sz="3000" dirty="0"/>
          </a:p>
        </p:txBody>
      </p:sp>
      <p:sp>
        <p:nvSpPr>
          <p:cNvPr id="9" name="S12-chip1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14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4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 ÷ 5</a:t>
            </a:r>
            <a:endParaRPr lang="ko-KR" sz="3000" dirty="0"/>
          </a:p>
        </p:txBody>
      </p:sp>
      <p:sp>
        <p:nvSpPr>
          <p:cNvPr id="12" name="S12-chip14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14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4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912 ÷ 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나누고, 곱셈으로 확인해요.</a:t>
            </a:r>
            <a:endParaRPr lang="ko-KR" sz="3000" dirty="0"/>
          </a:p>
        </p:txBody>
      </p:sp>
      <p:sp>
        <p:nvSpPr>
          <p:cNvPr id="5" name="S13-chip14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백의 자리와 나누는 수 비교</a:t>
            </a:r>
            <a:endParaRPr lang="ko-KR" sz="2400" dirty="0"/>
          </a:p>
        </p:txBody>
      </p:sp>
      <p:sp>
        <p:nvSpPr>
          <p:cNvPr id="6" name="S13-chip15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몫을 엉뚱한 자리에 쓰기</a:t>
            </a:r>
            <a:endParaRPr lang="ko-KR" sz="2400" dirty="0"/>
          </a:p>
        </p:txBody>
      </p:sp>
      <p:sp>
        <p:nvSpPr>
          <p:cNvPr id="7" name="S13-text15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5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852 ÷ 4 = □</a:t>
            </a:r>
            <a:endParaRPr lang="ko-KR" sz="2800" dirty="0"/>
          </a:p>
        </p:txBody>
      </p:sp>
      <p:sp>
        <p:nvSpPr>
          <p:cNvPr id="9" name="S13-eqtext15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196 ÷ 7 = □</a:t>
            </a:r>
            <a:endParaRPr lang="ko-KR" sz="2800" dirty="0"/>
          </a:p>
        </p:txBody>
      </p:sp>
      <p:sp>
        <p:nvSpPr>
          <p:cNvPr id="10" name="S13-eqtext15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431 ÷ 3 = □ … □</a:t>
            </a:r>
            <a:endParaRPr lang="ko-KR" sz="2800" dirty="0"/>
          </a:p>
        </p:txBody>
      </p:sp>
      <p:sp>
        <p:nvSpPr>
          <p:cNvPr id="11" name="S13-text15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68 ÷ 4</a:t>
            </a:r>
            <a:endParaRPr lang="ko-KR" sz="4000" dirty="0"/>
          </a:p>
        </p:txBody>
      </p:sp>
      <p:sp>
        <p:nvSpPr>
          <p:cNvPr id="3" name="S14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17 = 68</a:t>
            </a:r>
            <a:endParaRPr lang="ko-KR" sz="3000" dirty="0"/>
          </a:p>
        </p:txBody>
      </p:sp>
      <p:graphicFrame>
        <p:nvGraphicFramePr>
          <p:cNvPr id="14" name="S14-table1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55168" y="1516380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4-stepno15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4-text160"/>
          <p:cNvSpPr txBox="1"/>
          <p:nvPr/>
        </p:nvSpPr>
        <p:spPr>
          <a:xfrm>
            <a:off x="1325880" y="18790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6 ÷ 4 = 1 … 2</a:t>
            </a:r>
            <a:endParaRPr lang="ko-KR" sz="3000" dirty="0"/>
          </a:p>
        </p:txBody>
      </p:sp>
      <p:sp>
        <p:nvSpPr>
          <p:cNvPr id="8" name="S14-stepno16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4-text162"/>
          <p:cNvSpPr txBox="1"/>
          <p:nvPr/>
        </p:nvSpPr>
        <p:spPr>
          <a:xfrm>
            <a:off x="1325880" y="2592324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2(십)과 8을 합해 28</a:t>
            </a:r>
            <a:endParaRPr lang="ko-KR" sz="3000" dirty="0"/>
          </a:p>
        </p:txBody>
      </p:sp>
      <p:sp>
        <p:nvSpPr>
          <p:cNvPr id="10" name="S14-stepno16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4-text164"/>
          <p:cNvSpPr txBox="1"/>
          <p:nvPr/>
        </p:nvSpPr>
        <p:spPr>
          <a:xfrm>
            <a:off x="1325880" y="330555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28 ÷ 4 = 7</a:t>
            </a:r>
            <a:endParaRPr lang="ko-KR" sz="3000" dirty="0"/>
          </a:p>
        </p:txBody>
      </p:sp>
      <p:sp>
        <p:nvSpPr>
          <p:cNvPr id="12" name="S14-stepno16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4-text166"/>
          <p:cNvSpPr txBox="1"/>
          <p:nvPr/>
        </p:nvSpPr>
        <p:spPr>
          <a:xfrm>
            <a:off x="1325880" y="4018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(세 자리 수)÷(한 자리 수)</dc:title>
  <dc:subject>KR22-G03-MAT-DIV3X1-L01</dc:subject>
  <dc:creator>education-ppt</dc:creator>
  <cp:lastModifiedBy>education-ppt</cp:lastModifiedBy>
  <cp:revision>1</cp:revision>
  <dcterms:created xsi:type="dcterms:W3CDTF">2026-10-26T07:29:15Z</dcterms:created>
  <dcterms:modified xsi:type="dcterms:W3CDTF">2026-10-26T07:29:15Z</dcterms:modified>
</cp:coreProperties>
</file>