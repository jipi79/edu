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6a05f4-9bd3-ae3a-6e5b-e177167bf563}">
          <p14:sldIdLst>
            <p14:sldId id="256"/>
            <p14:sldId id="257"/>
          </p14:sldIdLst>
        </p14:section>
        <p14:section name="개념" id="{edf57c3f-d2a7-4870-d6d2-60534fbf1aa6}">
          <p14:sldIdLst>
            <p14:sldId id="258"/>
            <p14:sldId id="259"/>
            <p14:sldId id="261"/>
            <p14:sldId id="262"/>
          </p14:sldIdLst>
        </p14:section>
        <p14:section name="연습" id="{f730e87e-cc43-98d4-2bd5-09c088bb7811}">
          <p14:sldIdLst>
            <p14:sldId id="260"/>
            <p14:sldId id="263"/>
            <p14:sldId id="264"/>
          </p14:sldIdLst>
        </p14:section>
        <p14:section name="개념" id="{c64f40f3-2583-78ee-e07a-b51ddc6fcae9}">
          <p14:sldIdLst/>
        </p14:section>
        <p14:section name="연습" id="{84a8aebc-0b2c-0a51-535c-961ead2e899f}">
          <p14:sldIdLst/>
        </p14:section>
        <p14:section name="확인" id="{fa31493f-3582-a4a3-1d38-4ae1b96f43c8}">
          <p14:sldIdLst>
            <p14:sldId id="265"/>
            <p14:sldId id="266"/>
          </p14:sldIdLst>
        </p14:section>
        <p14:section name="정리" id="{7f2dca78-dd01-b726-bd07-e6f30ddd08e3}">
          <p14:sldIdLst>
            <p14:sldId id="267"/>
          </p14:sldIdLst>
        </p14:section>
        <p14:section name="보충" id="{86a8269f-7ca5-70e6-6375-a567dccbdd3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수)÷(한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수)÷(한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(세 자리 수)÷(한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 나누기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 ÷ 4는 어디부터 나눌까?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17295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백의 자리부터 나누고, 곱셈으로 확인해요.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몫이 몇 자리 수인지 먼저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÷ 4 = □ …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 ÷ 4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125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536을 4명이 나누어요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 똑같이 나누어요.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 ÷ 4 = 134</a:t>
            </a:r>
            <a:endParaRPr lang="ko-KR" sz="3000" dirty="0"/>
          </a:p>
        </p:txBody>
      </p:sp>
      <p:sp>
        <p:nvSpPr>
          <p:cNvPr id="6" name="S03-flat13"/>
          <p:cNvSpPr/>
          <p:nvPr/>
        </p:nvSpPr>
        <p:spPr>
          <a:xfrm>
            <a:off x="7968082" y="2409444"/>
            <a:ext cx="182880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815096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7968082" y="259232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833384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7968082" y="277520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851672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7968082" y="295808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869960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7968082" y="314096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888248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7968082" y="332384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906536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7968082" y="350672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924824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7968082" y="368960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943112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7968082" y="387248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961400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7968082" y="405536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rod32"/>
          <p:cNvSpPr/>
          <p:nvPr/>
        </p:nvSpPr>
        <p:spPr>
          <a:xfrm>
            <a:off x="9906610" y="2409444"/>
            <a:ext cx="18288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9906610" y="25923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9906610" y="27752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9906610" y="29580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9906610" y="31409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9906610" y="332384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9906610" y="35067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9906610" y="36896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9906610" y="38724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9906610" y="40553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rod42"/>
          <p:cNvSpPr/>
          <p:nvPr/>
        </p:nvSpPr>
        <p:spPr>
          <a:xfrm>
            <a:off x="10199218" y="2409444"/>
            <a:ext cx="18288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10199218" y="25923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10199218" y="27752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10199218" y="29580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10199218" y="31409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10199218" y="332384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10199218" y="35067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10199218" y="36896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10199218" y="38724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10199218" y="40553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rod52"/>
          <p:cNvSpPr/>
          <p:nvPr/>
        </p:nvSpPr>
        <p:spPr>
          <a:xfrm>
            <a:off x="10491826" y="2409444"/>
            <a:ext cx="18288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10491826" y="25923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10491826" y="27752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10491826" y="29580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10491826" y="31409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10491826" y="332384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10491826" y="35067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10491826" y="36896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10491826" y="38724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10491826" y="40553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unit62"/>
          <p:cNvSpPr/>
          <p:nvPr/>
        </p:nvSpPr>
        <p:spPr>
          <a:xfrm>
            <a:off x="10784434" y="40096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unit63"/>
          <p:cNvSpPr/>
          <p:nvPr/>
        </p:nvSpPr>
        <p:spPr>
          <a:xfrm>
            <a:off x="10784434" y="37810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unit64"/>
          <p:cNvSpPr/>
          <p:nvPr/>
        </p:nvSpPr>
        <p:spPr>
          <a:xfrm>
            <a:off x="10784434" y="35524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unit65"/>
          <p:cNvSpPr/>
          <p:nvPr/>
        </p:nvSpPr>
        <p:spPr>
          <a:xfrm>
            <a:off x="10784434" y="33238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figure66" descr="한 명의 몫: 백 모형 1개, 십 모형 3개, 일 모형 4개(134)"/>
          <p:cNvSpPr/>
          <p:nvPr/>
        </p:nvSpPr>
        <p:spPr>
          <a:xfrm>
            <a:off x="7349947" y="240944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03-label67"/>
          <p:cNvSpPr txBox="1"/>
          <p:nvPr/>
        </p:nvSpPr>
        <p:spPr>
          <a:xfrm>
            <a:off x="7349947" y="4709160"/>
            <a:ext cx="42903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몫 134</a:t>
            </a:r>
            <a:endParaRPr lang="ko-KR" sz="2400" dirty="0"/>
          </a:p>
        </p:txBody>
      </p:sp>
      <p:sp>
        <p:nvSpPr>
          <p:cNvPr id="61" name="S03-stepno68"/>
          <p:cNvSpPr txBox="1"/>
          <p:nvPr/>
        </p:nvSpPr>
        <p:spPr>
          <a:xfrm>
            <a:off x="548640" y="2197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2" name="S03-text69"/>
          <p:cNvSpPr txBox="1"/>
          <p:nvPr/>
        </p:nvSpPr>
        <p:spPr>
          <a:xfrm>
            <a:off x="1325880" y="2197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5개: 1개씩 주고 1개 남아요.</a:t>
            </a:r>
            <a:endParaRPr lang="ko-KR" sz="3000" dirty="0"/>
          </a:p>
        </p:txBody>
      </p:sp>
      <p:sp>
        <p:nvSpPr>
          <p:cNvPr id="63" name="S03-stepno70"/>
          <p:cNvSpPr txBox="1"/>
          <p:nvPr/>
        </p:nvSpPr>
        <p:spPr>
          <a:xfrm>
            <a:off x="548640" y="295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4" name="S03-text71"/>
          <p:cNvSpPr txBox="1"/>
          <p:nvPr/>
        </p:nvSpPr>
        <p:spPr>
          <a:xfrm>
            <a:off x="1325880" y="2910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백 1개 → 십 10개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13개: 3개씩, 1개 남아요.</a:t>
            </a:r>
            <a:endParaRPr lang="ko-KR" sz="3000" dirty="0"/>
          </a:p>
        </p:txBody>
      </p:sp>
      <p:sp>
        <p:nvSpPr>
          <p:cNvPr id="65" name="S03-stepno72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6" name="S03-text73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십 1개 → 일 10개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16개: 4개씩 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자리부터 나누어요</a:t>
            </a:r>
            <a:endParaRPr lang="ko-KR" sz="4000" dirty="0"/>
          </a:p>
        </p:txBody>
      </p:sp>
      <p:graphicFrame>
        <p:nvGraphicFramePr>
          <p:cNvPr id="5" name="S04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468755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04-stepno75"/>
          <p:cNvSpPr txBox="1"/>
          <p:nvPr/>
        </p:nvSpPr>
        <p:spPr>
          <a:xfrm>
            <a:off x="548640" y="1690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4-text76"/>
          <p:cNvSpPr txBox="1"/>
          <p:nvPr/>
        </p:nvSpPr>
        <p:spPr>
          <a:xfrm>
            <a:off x="1325880" y="169011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5 ÷ 4 = 1 … 1</a:t>
            </a:r>
            <a:endParaRPr lang="ko-KR" sz="3000" dirty="0"/>
          </a:p>
        </p:txBody>
      </p:sp>
      <p:sp>
        <p:nvSpPr>
          <p:cNvPr id="6" name="S04-stepno77"/>
          <p:cNvSpPr txBox="1"/>
          <p:nvPr/>
        </p:nvSpPr>
        <p:spPr>
          <a:xfrm>
            <a:off x="548640" y="244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4-text78"/>
          <p:cNvSpPr txBox="1"/>
          <p:nvPr/>
        </p:nvSpPr>
        <p:spPr>
          <a:xfrm>
            <a:off x="1325880" y="240334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3을 내려 13(십)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÷ 4 = 3 … 1</a:t>
            </a:r>
            <a:endParaRPr lang="ko-KR" sz="3000" dirty="0"/>
          </a:p>
        </p:txBody>
      </p:sp>
      <p:sp>
        <p:nvSpPr>
          <p:cNvPr id="8" name="S04-stepno79"/>
          <p:cNvSpPr txBox="1"/>
          <p:nvPr/>
        </p:nvSpPr>
        <p:spPr>
          <a:xfrm>
            <a:off x="548640" y="3543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4-text80"/>
          <p:cNvSpPr txBox="1"/>
          <p:nvPr/>
        </p:nvSpPr>
        <p:spPr>
          <a:xfrm>
            <a:off x="1325880" y="349758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6을 내려 16(일)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÷ 4 = 4</a:t>
            </a:r>
            <a:endParaRPr lang="ko-KR" sz="3000" dirty="0"/>
          </a:p>
        </p:txBody>
      </p:sp>
      <p:sp>
        <p:nvSpPr>
          <p:cNvPr id="10" name="S04-stepno81"/>
          <p:cNvSpPr txBox="1"/>
          <p:nvPr/>
        </p:nvSpPr>
        <p:spPr>
          <a:xfrm>
            <a:off x="548640" y="4591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4-text82"/>
          <p:cNvSpPr txBox="1"/>
          <p:nvPr/>
        </p:nvSpPr>
        <p:spPr>
          <a:xfrm>
            <a:off x="1325880" y="459181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134, 나머지 0</a:t>
            </a:r>
            <a:endParaRPr lang="ko-KR" sz="3000" dirty="0"/>
          </a:p>
        </p:txBody>
      </p:sp>
      <p:sp>
        <p:nvSpPr>
          <p:cNvPr id="12" name="S04-stepno83"/>
          <p:cNvSpPr txBox="1"/>
          <p:nvPr/>
        </p:nvSpPr>
        <p:spPr>
          <a:xfrm>
            <a:off x="548640" y="5305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3" name="S04-text84"/>
          <p:cNvSpPr txBox="1"/>
          <p:nvPr/>
        </p:nvSpPr>
        <p:spPr>
          <a:xfrm>
            <a:off x="1325880" y="5305044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134 = 536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 보기</a:t>
            </a:r>
            <a:endParaRPr lang="ko-KR" sz="4000" dirty="0"/>
          </a:p>
        </p:txBody>
      </p:sp>
      <p:sp>
        <p:nvSpPr>
          <p:cNvPr id="3" name="S05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계산하고, 곱셈으로 확인해요.</a:t>
            </a:r>
            <a:endParaRPr lang="ko-KR" sz="3000" dirty="0"/>
          </a:p>
        </p:txBody>
      </p:sp>
      <p:sp>
        <p:nvSpPr>
          <p:cNvPr id="4" name="S05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일, 차례로 나누고 내려요.</a:t>
            </a:r>
            <a:endParaRPr lang="ko-KR" sz="3000" dirty="0"/>
          </a:p>
        </p:txBody>
      </p:sp>
      <p:sp>
        <p:nvSpPr>
          <p:cNvPr id="6" name="S05-chip8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8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846 ÷ 2 = □</a:t>
            </a:r>
            <a:endParaRPr lang="ko-KR" sz="3400" dirty="0"/>
          </a:p>
        </p:txBody>
      </p:sp>
      <p:sp>
        <p:nvSpPr>
          <p:cNvPr id="8" name="S05-chip9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9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735 ÷ 3 = □</a:t>
            </a:r>
            <a:endParaRPr lang="ko-KR" sz="3400" dirty="0"/>
          </a:p>
        </p:txBody>
      </p:sp>
      <p:sp>
        <p:nvSpPr>
          <p:cNvPr id="10" name="S05-chip9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9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917 ÷ 4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백을 나눌 수 없으면</a:t>
            </a:r>
            <a:endParaRPr lang="ko-KR" sz="4000" dirty="0"/>
          </a:p>
        </p:txBody>
      </p:sp>
      <p:sp>
        <p:nvSpPr>
          <p:cNvPr id="3" name="S06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39 = 156</a:t>
            </a:r>
            <a:endParaRPr lang="ko-KR" sz="3000" dirty="0"/>
          </a:p>
        </p:txBody>
      </p:sp>
      <p:graphicFrame>
        <p:nvGraphicFramePr>
          <p:cNvPr id="7" name="S06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56972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6-stepno97"/>
          <p:cNvSpPr txBox="1"/>
          <p:nvPr/>
        </p:nvSpPr>
        <p:spPr>
          <a:xfrm>
            <a:off x="548640" y="1543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98"/>
          <p:cNvSpPr txBox="1"/>
          <p:nvPr/>
        </p:nvSpPr>
        <p:spPr>
          <a:xfrm>
            <a:off x="1325880" y="149809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1은 4보다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위는 비워요.</a:t>
            </a:r>
            <a:endParaRPr lang="ko-KR" sz="3000" dirty="0"/>
          </a:p>
        </p:txBody>
      </p:sp>
      <p:sp>
        <p:nvSpPr>
          <p:cNvPr id="8" name="S06-stepno9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100"/>
          <p:cNvSpPr txBox="1"/>
          <p:nvPr/>
        </p:nvSpPr>
        <p:spPr>
          <a:xfrm>
            <a:off x="1325880" y="2592324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15(십) ÷ 4 = 3 … 3</a:t>
            </a:r>
            <a:endParaRPr lang="ko-KR" sz="3000" dirty="0"/>
          </a:p>
        </p:txBody>
      </p:sp>
      <p:sp>
        <p:nvSpPr>
          <p:cNvPr id="10" name="S06-stepno101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102"/>
          <p:cNvSpPr txBox="1"/>
          <p:nvPr/>
        </p:nvSpPr>
        <p:spPr>
          <a:xfrm>
            <a:off x="1325880" y="330555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6을 내려 36(일)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÷ 4 = 9</a:t>
            </a:r>
            <a:endParaRPr lang="ko-KR" sz="3000" dirty="0"/>
          </a:p>
        </p:txBody>
      </p:sp>
      <p:sp>
        <p:nvSpPr>
          <p:cNvPr id="12" name="S06-stepno103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104"/>
          <p:cNvSpPr txBox="1"/>
          <p:nvPr/>
        </p:nvSpPr>
        <p:spPr>
          <a:xfrm>
            <a:off x="1325880" y="43997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두 자리 수 39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몇 자리 수일까요</a:t>
            </a:r>
            <a:endParaRPr lang="ko-KR" sz="4000" dirty="0"/>
          </a:p>
        </p:txBody>
      </p:sp>
      <p:sp>
        <p:nvSpPr>
          <p:cNvPr id="3" name="S07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숫자와 나누는 수를 비교해요.</a:t>
            </a:r>
            <a:endParaRPr lang="ko-KR" sz="3000" dirty="0"/>
          </a:p>
        </p:txBody>
      </p:sp>
      <p:sp>
        <p:nvSpPr>
          <p:cNvPr id="4" name="S07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숫자가 나누는 수보다 작으면 몫은 두 자리 수예요.</a:t>
            </a:r>
            <a:endParaRPr lang="ko-KR" sz="3000" dirty="0"/>
          </a:p>
        </p:txBody>
      </p:sp>
      <p:graphicFrame>
        <p:nvGraphicFramePr>
          <p:cNvPr id="8" name="S07-table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42540"/>
          <a:ext cx="9601200" cy="914400"/>
        </p:xfrm>
        <a:graphic>
          <a:graphicData uri="http://schemas.openxmlformats.org/drawingml/2006/table">
            <a:tbl>
              <a:tblPr/>
              <a:tblGrid>
                <a:gridCol w="2592324"/>
                <a:gridCol w="4128516"/>
                <a:gridCol w="288036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나눗셈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 숫자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536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5는 4보다 커요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472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4와 4는 같아요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156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1은 4보다 작아요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두 자리 수인 나눗셈</a:t>
            </a:r>
            <a:endParaRPr lang="ko-KR" sz="4000" dirty="0"/>
          </a:p>
        </p:txBody>
      </p:sp>
      <p:sp>
        <p:nvSpPr>
          <p:cNvPr id="3" name="S08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몇 자리 수인지 먼저 말하고 계산해요.</a:t>
            </a:r>
            <a:endParaRPr lang="ko-KR" sz="3000" dirty="0"/>
          </a:p>
        </p:txBody>
      </p:sp>
      <p:sp>
        <p:nvSpPr>
          <p:cNvPr id="4" name="S08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숫자가 작으면 앞의 두 자리를 함께 나누어요.</a:t>
            </a:r>
            <a:endParaRPr lang="ko-KR" sz="3000" dirty="0"/>
          </a:p>
        </p:txBody>
      </p:sp>
      <p:sp>
        <p:nvSpPr>
          <p:cNvPr id="6" name="S08-chip1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eqtext11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284 ÷ 4 = □</a:t>
            </a:r>
            <a:endParaRPr lang="ko-KR" sz="3400" dirty="0"/>
          </a:p>
        </p:txBody>
      </p:sp>
      <p:sp>
        <p:nvSpPr>
          <p:cNvPr id="8" name="S08-chip1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eqtext11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375 ÷ 5 = □</a:t>
            </a:r>
            <a:endParaRPr lang="ko-KR" sz="3400" dirty="0"/>
          </a:p>
        </p:txBody>
      </p:sp>
      <p:sp>
        <p:nvSpPr>
          <p:cNvPr id="10" name="S08-chip1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eqtext11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263 ÷ 6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1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 ÷ 4를 세로로 계산했어요.</a:t>
            </a:r>
            <a:endParaRPr lang="ko-KR" sz="3000" dirty="0"/>
          </a:p>
        </p:txBody>
      </p:sp>
      <p:sp>
        <p:nvSpPr>
          <p:cNvPr id="5" name="S09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곱셈으로 확인해 봐요.</a:t>
            </a:r>
            <a:endParaRPr lang="ko-KR" sz="3000" dirty="0"/>
          </a:p>
        </p:txBody>
      </p:sp>
      <p:sp>
        <p:nvSpPr>
          <p:cNvPr id="7" name="S09-chip1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390</a:t>
            </a:r>
            <a:endParaRPr lang="ko-KR" sz="2400" dirty="0"/>
          </a:p>
        </p:txBody>
      </p:sp>
      <p:sp>
        <p:nvSpPr>
          <p:cNvPr id="8" name="S09-text12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3을 백의 자리 위에,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9를 십의 자리 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썼어요.</a:t>
            </a:r>
            <a:endParaRPr lang="ko-KR" sz="3000" dirty="0"/>
          </a:p>
        </p:txBody>
      </p:sp>
      <p:sp>
        <p:nvSpPr>
          <p:cNvPr id="9" name="S09-chip12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39</a:t>
            </a:r>
            <a:endParaRPr lang="ko-KR" sz="2400" dirty="0"/>
          </a:p>
        </p:txBody>
      </p:sp>
      <p:sp>
        <p:nvSpPr>
          <p:cNvPr id="10" name="S09-text12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3을 십의 자리 위에,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9를 일의 자리 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계산해요.</a:t>
            </a:r>
            <a:endParaRPr lang="ko-KR" sz="3000" dirty="0"/>
          </a:p>
        </p:txBody>
      </p:sp>
      <p:sp>
        <p:nvSpPr>
          <p:cNvPr id="4" name="S10-chip1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12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648 ÷ 3 = □</a:t>
            </a:r>
            <a:endParaRPr lang="ko-KR" sz="3400" dirty="0"/>
          </a:p>
        </p:txBody>
      </p:sp>
      <p:sp>
        <p:nvSpPr>
          <p:cNvPr id="6" name="S10-chip12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13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 ÷ 4 = □ … □</a:t>
            </a:r>
            <a:endParaRPr lang="ko-KR" sz="3400" dirty="0"/>
          </a:p>
        </p:txBody>
      </p:sp>
      <p:sp>
        <p:nvSpPr>
          <p:cNvPr id="8" name="S10-chip13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13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 ÷ 7 = □</a:t>
            </a:r>
            <a:endParaRPr lang="ko-KR" sz="3400" dirty="0"/>
          </a:p>
        </p:txBody>
      </p:sp>
      <p:sp>
        <p:nvSpPr>
          <p:cNvPr id="10" name="S10-chip13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13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곱셈으로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두 자리 수인 것은?</a:t>
            </a:r>
            <a:endParaRPr lang="ko-KR" sz="4000" dirty="0"/>
          </a:p>
        </p:txBody>
      </p:sp>
      <p:sp>
        <p:nvSpPr>
          <p:cNvPr id="3" name="S12-text1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계산하지 않고 찾아봐요.</a:t>
            </a:r>
            <a:endParaRPr lang="ko-KR" sz="3000" dirty="0"/>
          </a:p>
        </p:txBody>
      </p:sp>
      <p:sp>
        <p:nvSpPr>
          <p:cNvPr id="4" name="S12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어떻게 알았는지 말해요.</a:t>
            </a:r>
            <a:endParaRPr lang="ko-KR" sz="3000" dirty="0"/>
          </a:p>
        </p:txBody>
      </p:sp>
      <p:sp>
        <p:nvSpPr>
          <p:cNvPr id="6" name="S12-chip13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13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4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468 ÷ 3</a:t>
            </a:r>
            <a:endParaRPr lang="ko-KR" sz="3000" dirty="0"/>
          </a:p>
        </p:txBody>
      </p:sp>
      <p:sp>
        <p:nvSpPr>
          <p:cNvPr id="9" name="S12-chip14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14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4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 ÷ 5</a:t>
            </a:r>
            <a:endParaRPr lang="ko-KR" sz="3000" dirty="0"/>
          </a:p>
        </p:txBody>
      </p:sp>
      <p:sp>
        <p:nvSpPr>
          <p:cNvPr id="12" name="S12-chip14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14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4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912 ÷ 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나누고, 곱셈으로 확인해요.</a:t>
            </a:r>
            <a:endParaRPr lang="ko-KR" sz="3000" dirty="0"/>
          </a:p>
        </p:txBody>
      </p:sp>
      <p:sp>
        <p:nvSpPr>
          <p:cNvPr id="5" name="S13-chip14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백의 자리와 나누는 수 비교</a:t>
            </a:r>
            <a:endParaRPr lang="ko-KR" sz="2400" dirty="0"/>
          </a:p>
        </p:txBody>
      </p:sp>
      <p:sp>
        <p:nvSpPr>
          <p:cNvPr id="6" name="S13-chip15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몫을 엉뚱한 자리에 쓰기</a:t>
            </a:r>
            <a:endParaRPr lang="ko-KR" sz="2400" dirty="0"/>
          </a:p>
        </p:txBody>
      </p:sp>
      <p:sp>
        <p:nvSpPr>
          <p:cNvPr id="7" name="S13-text15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5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852 ÷ 4 = □</a:t>
            </a:r>
            <a:endParaRPr lang="ko-KR" sz="2800" dirty="0"/>
          </a:p>
        </p:txBody>
      </p:sp>
      <p:sp>
        <p:nvSpPr>
          <p:cNvPr id="9" name="S13-eqtext15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196 ÷ 7 = □</a:t>
            </a:r>
            <a:endParaRPr lang="ko-KR" sz="2800" dirty="0"/>
          </a:p>
        </p:txBody>
      </p:sp>
      <p:sp>
        <p:nvSpPr>
          <p:cNvPr id="10" name="S13-eqtext15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431 ÷ 3 = □ … □</a:t>
            </a:r>
            <a:endParaRPr lang="ko-KR" sz="2800" dirty="0"/>
          </a:p>
        </p:txBody>
      </p:sp>
      <p:sp>
        <p:nvSpPr>
          <p:cNvPr id="11" name="S13-text1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68 ÷ 4</a:t>
            </a:r>
            <a:endParaRPr lang="ko-KR" sz="4000" dirty="0"/>
          </a:p>
        </p:txBody>
      </p:sp>
      <p:sp>
        <p:nvSpPr>
          <p:cNvPr id="3" name="S14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17 = 68</a:t>
            </a:r>
            <a:endParaRPr lang="ko-KR" sz="3000" dirty="0"/>
          </a:p>
        </p:txBody>
      </p:sp>
      <p:graphicFrame>
        <p:nvGraphicFramePr>
          <p:cNvPr id="14" name="S14-table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5168" y="1569720"/>
          <a:ext cx="310896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4-stepno15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4-text160"/>
          <p:cNvSpPr txBox="1"/>
          <p:nvPr/>
        </p:nvSpPr>
        <p:spPr>
          <a:xfrm>
            <a:off x="1325880" y="18790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6 ÷ 4 = 1 … 2</a:t>
            </a:r>
            <a:endParaRPr lang="ko-KR" sz="3000" dirty="0"/>
          </a:p>
        </p:txBody>
      </p:sp>
      <p:sp>
        <p:nvSpPr>
          <p:cNvPr id="8" name="S14-stepno16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4-text162"/>
          <p:cNvSpPr txBox="1"/>
          <p:nvPr/>
        </p:nvSpPr>
        <p:spPr>
          <a:xfrm>
            <a:off x="1325880" y="2592324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2(십)과 8을 합해 28</a:t>
            </a:r>
            <a:endParaRPr lang="ko-KR" sz="3000" dirty="0"/>
          </a:p>
        </p:txBody>
      </p:sp>
      <p:sp>
        <p:nvSpPr>
          <p:cNvPr id="10" name="S14-stepno16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4-text164"/>
          <p:cNvSpPr txBox="1"/>
          <p:nvPr/>
        </p:nvSpPr>
        <p:spPr>
          <a:xfrm>
            <a:off x="1325880" y="3305556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28 ÷ 4 = 7</a:t>
            </a:r>
            <a:endParaRPr lang="ko-KR" sz="3000" dirty="0"/>
          </a:p>
        </p:txBody>
      </p:sp>
      <p:sp>
        <p:nvSpPr>
          <p:cNvPr id="12" name="S14-stepno16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4-text166"/>
          <p:cNvSpPr txBox="1"/>
          <p:nvPr/>
        </p:nvSpPr>
        <p:spPr>
          <a:xfrm>
            <a:off x="1325880" y="40187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17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(세 자리 수)÷(한 자리 수)</dc:title>
  <dc:subject>KR22-G03-MAT-DIV3X1-L01</dc:subject>
  <dc:creator>education-ppt</dc:creator>
  <cp:lastModifiedBy>education-ppt</cp:lastModifiedBy>
  <cp:revision>1</cp:revision>
  <dcterms:created xsi:type="dcterms:W3CDTF">2026-10-26T07:47:43Z</dcterms:created>
  <dcterms:modified xsi:type="dcterms:W3CDTF">2026-10-26T07:47:43Z</dcterms:modified>
</cp:coreProperties>
</file>