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dabab3e-96eb-cb3b-55a8-594a3ecca74b}">
          <p14:sldIdLst>
            <p14:sldId id="256"/>
            <p14:sldId id="257"/>
          </p14:sldIdLst>
        </p14:section>
        <p14:section name="개념" id="{860c1e39-848e-4a10-9879-0a50b9314b78}">
          <p14:sldIdLst>
            <p14:sldId id="258"/>
            <p14:sldId id="259"/>
            <p14:sldId id="260"/>
            <p14:sldId id="262"/>
          </p14:sldIdLst>
        </p14:section>
        <p14:section name="연습" id="{5337e2cc-6c74-e290-ee6a-1d7451020de7}">
          <p14:sldIdLst>
            <p14:sldId id="261"/>
            <p14:sldId id="263"/>
            <p14:sldId id="264"/>
          </p14:sldIdLst>
        </p14:section>
        <p14:section name="개념" id="{d2f906f8-8fe0-6bcc-da13-a6af39303665}">
          <p14:sldIdLst/>
        </p14:section>
        <p14:section name="연습" id="{f53a66fe-57de-c599-5212-49a9c0a6ff86}">
          <p14:sldIdLst/>
        </p14:section>
        <p14:section name="확인" id="{abff57af-a202-2839-9792-25bb07a5c908}">
          <p14:sldIdLst>
            <p14:sldId id="265"/>
            <p14:sldId id="266"/>
            <p14:sldId id="267"/>
          </p14:sldIdLst>
        </p14:section>
        <p14:section name="정리" id="{15db5c1b-522d-55b9-d179-d2a2a49f12b5}">
          <p14:sldIdLst>
            <p14:sldId id="268"/>
          </p14:sldIdLst>
        </p14:section>
        <p14:section name="보충" id="{21e71997-86b2-e7c1-1b99-46a21d1ab56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받아내림을 해야 하는데 바로 윗자리가 0이면 어떻게 할지 궁금하게 합니다.
시간: 약 2분
이렇게 말해 보세요
- “지난번에는 십에서 일로, 백에서 십으로 받아내림을 했지? 오늘은 403 − 156을 해 볼 거야.”
- “일의 자리 3에서 6을 뺄 수 없어. 그런데 십의 자리를 봐. 몇이야? 십에서 받아내릴 수 있을까?”
예상 답
- “십의 자리가 0이라서 못 받아요.” “백에서 받아요.” 또는 “0에서 1을 빼요.”
막히면
- 답을 확인하지 않고 넘어갑니다. S03에서 수 모형으로 함께 해 봅니다.
주의
- “0에서 빌려요”처럼 말해도 지금은 고치지 않습니다. 0에서는 바로 줄 수 없다는 것을 S03에서 수 모형으로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확인(받아내림이 두 번인 뺄셈, 자릿값, 덧셈)]
목적: 받아내림이 두 번 있는 세 자리 수 뺄셈, 403의 자릿값(십의 자리가 0), 뺄셈을 덧셈으로 확인하는 방법이 되는지 봅니다.
시간: 약 3분
이렇게 말해 보세요
- “①은 532 − 178이야. 받아내림을 몇 번 했는지도 말해 줘.”
- “②는 403을 수 모형으로 놓으면 백 모형, 십 모형, 일 모형이 몇 개씩일까? ③은 354 + 178이야. ①과 무슨 관계일까?”
정답
- ① 354(받아내림 두 번: 12 − 8 = 4, 12 − 7 = 5, 4 − 1 = 3)
- ② 백 모형 4개, 십 모형 0개(없음), 일 모형 3개
- ③ 532(①의 답에 빼는 수를 더하면 처음 수가 됩니다)
막히면
- ①은 S14(보충)의 세로셈을 함께 보며 풉니다.
- ①을 틀리거나 두 문제 이상 틀리면 S14(보충)를 먼저 합니다. 보충으로도 어려우면 초3 2차시 ‘세 자리 수의 뺄셈’(KR22-G03-MAT-SUB3D-L01)을 먼저 다시 합니다.
주의
- ②에서 “십 모형이 없어요”라고 말하면 오늘 수업의 핵심을 이미 본 것입니다.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0을 거치는 받아내림을 수 모형의 개수로]
목적: 일 모형이 모자라는데 십 모형이 없으면, 백 모형 1개를 십 모형 10개로 바꾸고 그중 1개를 다시 일 모형 10개로 바꾼다는 것을 수 모형의 개수로 봅니다.
시간: 약 4분
이렇게 말해 보세요
- “403은 백 모형 4개, 십 모형 0개, 일 모형 3개야. 일 모형 3개에서 6개를 덜어 낼 수 있어? 십 모형을 바꾸고 싶은데 십 모형이 있어?”
- “그러면 백 모형 1개를 십 모형 10개로 바꾸자. 이제 십 모형이 10개야. 그중 1개를 일 모형 10개로 바꾸면 십 모형은 몇 개가 남아? 일 모형은 몇 개가 돼?”
- “이제 156만큼 덜어 내 볼까? 무엇이 남아?”
예상 답
- “십 모형이 없어요.” “백 모형을 바꿔요.”
- “십 모형 9개, 일 모형 13개요.” “백 2개, 십 4개, 일 7개. 247이에요.”
막히면
- 종이 수 모형으로 403을 놓고 실제로 백 판 하나를 십 막대 10개와 바꾸고, 다시 십 막대 하나를 일 모형 10개와 바꿉니다. 바꿀 때마다 표의 한 줄을 손가락으로 짚습니다.
주의
- 두 번 바꾸어도 수는 여전히 403입니다(300 + 90 + 13 = 403). “모양만 바꿨지 양은 그대로”라고 꼭 말해 줍니다.
- 십 모형이 10개에서 9개가 되는 것이 오늘의 핵심입니다. 일 모형으로 1개를 보냈기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세로셈 시범(백 → 십 → 일 차례로 받아내림)]
목적: S03에서 수 모형으로 한 일을 세로셈의 받아내림 표시로 쓰는 방법을 시범으로 보여 줍니다.
시간: 약 4분
이렇게 말해 보세요
- “일의 자리 3에서 6을 뺄 수 없어. 십의 자리는 0이라 줄 수 없지? 그래서 백부터 해. 4에 빗금을 긋고 3, 십의 자리 위에 10을 써.”
- “이제 십의 자리는 10이야. 여기서 1을 일로 보내. 10에 빗금을 긋고 그 위에 9, 일의 자리 위에 10을 써.”
- “일은 13 − 6 = 7, 십은 9 − 5 = 4, 백은 3 − 1 = 2. 그래서 247이야.”
예상 답
- “247이에요.”
막히면
- S03의 표와 나란히 보며 ‘3 = 남은 백 모형 3개’, ‘10 = 바꾼 십 모형 10개’, ‘9 = 일로 하나 보내고 남은 십 모형 9개’라고 짚어 줍니다.
주의
- 표의 위 두 줄이 받아내림 표시입니다. 아래 줄(3과 10)을 먼저 쓰고, 위 줄(9와 10)을 나중에 씁니다. 공책에서는 0에 빗금을 긋고 10, 다시 10에 빗금을 긋고 9를 씁니다.
- 십의 자리는 맨 위의 9에서 뺍니다. 10과 9를 더하지 않습니다. 지난 시간(423 − 156)에는 십의 자리에 남은 1과 받은 10을 합쳐 11이었지만, 오늘은 받은 10에서 1을 보내 9가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세로셈 시범(십과 일이 모두 0)]
목적: 일의 자리와 십의 자리가 모두 0인 수에서도 같은 차례(백 → 십 → 일)로 받아내림한다는 것을 압니다.
시간: 약 3분
이렇게 말해 보세요
- “500 − 236이야. 일의 자리 0에서 6을 뺄 수 있어? 십의 자리도 0이네. 어디서부터 받아야 할까?”
- “백에서 십으로: 5를 4로, 십 위에 10. 십에서 일로: 10을 9로, 일 위에 10. 이제 빼 볼래?”
예상 답
- “백에서부터요.” “10 − 6 = 4, 9 − 3 = 6, 4 − 2 = 2. 264예요.”
막히면
- 수 모형으로 500을 놓고(백 모형 5개) 백 모형 1개 → 십 모형 10개, 십 모형 1개 → 일 모형 10개로 차례로 바꿉니다. 백 4개, 십 9개, 일 10개가 됩니다.
주의
- 일의 자리는 0과 받은 10을 합쳐 10입니다. 그래서 10 − 6 = 4입니다.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연습(0을 거치는 받아내림, 받아내림이 한 번인 경우 구별)]
목적: 도움을 받으며 십의 자리가 0인 수의 뺄셈을 세로셈으로 계산하고, 받아내림이 몇 번 필요한지 판단합니다.
시간: 약 4분
이렇게 말해 보세요
- “풀기 전에 일의 자리를 먼저 봐. 일의 자리끼리 뺄 수 있어? 그러면 받아내림이 몇 번 필요할까?”
- “③은 오른쪽 세로셈 칸에 받아내림 표시부터 써 보자.”
정답
- ① 155(받아내림 두 번: 12 − 7 = 5, 9 − 4 = 5, 2 − 1 = 1)
- ② 263(받아내림 한 번: 6 − 3 = 3, 10 − 4 = 6, 4 − 2 = 2)
- ③ 376(받아내림 두 번: 10 − 4 = 6, 9 − 2 = 7, 6 − 3 = 3). 아래 줄 □는 6과 10, 위 줄 □는 9와 10
막히면
- S04를 다시 보며 ‘백 → 십 → 일’을 소리 내어 말하고 표시를 씁니다.
- 수 모형으로 같은 뺄셈을 해 보고, 바꾼 모형을 작은 숫자로 씁니다.
주의
- ②는 일의 자리 6에서 3을 뺄 수 있으므로 십의 자리만 백에서 받습니다. 십의 자리는 0과 받은 10을 합쳐 10 − 4 = 6이고, 9로 고치지 않습니다. 0이 있다고 언제나 두 번 받아내리는 것은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덧셈으로 확인하고 틀린 자리 찾기]
목적: 뺄셈의 답에 빼는 수를 더해 처음 수가 되는지 확인하고, 다르면 어느 자리가 다른지 보아 다시 계산할 곳을 찾는 방법을 압니다.
시간: 약 3분
이렇게 말해 보세요
- “403 − 156 = 247이 맞는지 덧셈으로 확인해 볼까? 남은 247에 뺀 156을 더하면 얼마가 돼야 해?”
- “세로셈으로 247 + 156을 해 보자. 403이 나오면 맞게 뺀 거야. 만약 413이 나왔다면 어느 자리가 달라?”
예상 답
- “403이 돼요. 맞아요.”
- “십의 자리가 달라요. 십의 자리를 다시 봐야 해요.”
막히면
- 종이에 403을 247과 156으로 가르는 가르기 그림을 그립니다. 처음 수가 전체, 답과 빼는 수가 부분입니다.
주의
- 덧셈 결과와 처음 수를 자리마다 비교하면 틀린 자리를 찾기 쉽습니다. 오늘 가장 흔한 실수는 십의 자리를 9가 아니라 10에서 빼는 것이고, 이때 덧셈 결과의 십의 자리가 1 커집니다(S08).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비교(십의 자리를 10으로 계산)]
목적: 0을 거쳐 받아내린 뒤 십의 자리를 9가 아니라 10으로 계산하는 실수를 찾고, 덧셈으로 확인해 까닭을 설명합니다(M1).
시간: 약 3분
이렇게 말해 보세요
- “토끼와 곰의 답이 달라. 누가 맞았는지 덧셈으로 확인해 볼까?”
- “십의 자리에서 일로 1을 보냈지? 그러면 십의 자리에는 몇이 남아야 해?”
예상 답
- “곰이요. 십에서 일로 하나를 보냈으니까 9가 남아요.”
정답
- 곰이 맞습니다. 403 − 156 = 247이고 247 + 156 = 403입니다.
- 토끼는 십의 자리를 10 − 5 = 5로 계산했습니다. 257 + 156 = 413이라 403이 나오지 않고, 십의 자리가 1 큽니다.
막히면
- 수 모형으로 십 모형 10개 중 1개를 일 모형 10개로 바꾸어 보여 주고, 십 모형을 다시 세게 합니다(9개).
주의
- “10에 빗금을 긋고 9를 썼는지” 공책에서 확인하는 습관을 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연습(계산하고 덧셈으로 확인, 틀린 계산 찾기)]
목적: 도움을 받으며 0이 있는 수의 뺄셈을 하고, 답에 빼는 수를 더해 확인합니다. 틀린 계산은 덧셈 결과에서 다른 자리를 찾아 고칩니다.
시간: 약 3분
이렇게 말해 보세요
- “①과 ②는 세로셈으로 계산하고 덧셈으로 확인해 줘.”
- “③은 누가 계산한 답이야. 276에 436을 더하면 702가 나올까? 안 나오면 어느 자리가 달라?”
정답
- ① 436(436 + 365 = 801)
- ② 142(142 + 158 = 300)
- ③ 틀렸습니다. 276 + 436 = 712라 702가 아니고 십의 자리가 1 큽니다. 십의 자리를 10 − 3으로 계산한 실수이고, 바른 답은 266입니다.
막히면
- 덧셈 확인이 어려우면 세로셈으로 함께 씁니다. ②는 일과 십이 모두 0이라 S05와 같은 차례입니다.
주의
- ③처럼 덧셈 결과가 처음 수보다 10 크면 십의 자리를 9가 아니라 10에서 뺀 것입니다(M1).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0이 있는 수의 뺄셈을 계산하고, 덧셈으로 틀린 계산을 찾는지 봅니다.
시간: 약 5분
이렇게 말해 보세요
- “이번에는 혼자 공책에 세로셈으로 풀어 볼래? 받아내림 표시도 꼭 써 줘.”
- “④는 덧셈으로 확인해서 맞는지 말하고, 틀렸으면 바르게 고쳐 줘.”
정답
- ① 235
- ② 463
- ③ 256(받아내림 한 번)
- ④ 틀렸습니다(286 + 125 = 411). 바른 답 276
막히면
- 바로 알려 주지 말고 “일의 자리를 뺄 수 있어? 십의 자리는 몇이야?”라고만 묻습니다.
- 도움을 받아 해결했다면 기록표에 ‘도움’으로 표시합니다.
주의
- ①~③을 맞히고 ④에서 덧셈으로 틀린 것을 찾아 바르게 고치면 두 목표를 모두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덧셈으로 확인해서 어느 자리가 다른지 같이 찾아보자.”
정답
- ① 235 ② 463 ③ 256 ④ 틀림, 바른 답 276
막히면
- 십의 자리를 10으로 계산했으면 S08로, 백의 자리를 줄이지 않았으면 S04로, ③에서 받아내림을 두 번 했으면 S06 ②로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확인(덧셈으로 맞는 계산 찾기)]
목적: 처음 보는 문제에서 덧셈으로 확인해 맞는 답을 고르고, 틀린 답의 까닭을 말하는지 확인합니다.
시간: 약 2분
이렇게 말해 보세요
- “세 사람이 604 − 258을 계산했어. 덧셈으로 확인해서 맞는 것을 골라 볼래? 틀린 것은 어디서 틀렸을까?”
정답
- 나(346). 346 + 258 = 604입니다.
- 가(356)는 십의 자리를 10 − 5로 계산했습니다(356 + 258 = 614). 다(446)는 백의 자리 6을 5로 고치지 않았습니다(446 + 258 = 704).
막히면
- 세 답에 각각 258을 더해 보게 합니다. 604가 나오는 것이 맞는 답입니다.
주의
- 고른 뒤 “가는 왜 틀렸을까?”까지 말하면 목표 A와 B를 함께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“십의 자리가 0인데 일의 자리에서 뺄 수 없으면 어떻게 했지? 십의 자리에는 결국 몇이 남았어?”
예상 답
- “백에서 십으로, 십에서 일로 차례로 받아내려요.” “십의 자리는 9가 돼요.”
정답
- ① 457 ② 329 ③ 223(받아내림 한 번)
막히면
- S03의 수 모형 표와 S04의 세로셈을 나란히 보여 줍니다.
주의
- 다음 차시(몫에 0이 있는 나눗셈)도 ‘0’을 빠뜨리지 않는 연습입니다.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보충(받아내림이 두 번인 뺄셈)]
목적: S02에서 받아내림이 두 번인 뺄셈이 흔들리면, 오늘 내용 전에 지난 시간의 방법을 다시 익힙니다.
시간: 약 5분
이렇게 말해 보세요
- “532 − 178이야. 일의 자리 2에서 8을 뺄 수 없지? 십의 자리 3을 2로 고치고 일 위에 10. 12 − 8 = 4.”
- “십의 자리는 이제 2야. 2에서 7을 뺄 수 없으니 백에서 받아. 5를 4로, 십 위에 10. 남은 2와 10을 합쳐 12 − 7 = 5. 백은 4 − 1 = 3. 354야.”
정답
- 532 − 178 = 354
막히면
- 종이 수 모형으로 532를 놓고 바꿀 때마다 표시를 하나씩 씁니다. 423 − 156(267), 641 − 275(366)로도 해 봅니다.
주의
- 보충으로도 어려우면 초3 2차시 ‘세 자리 수의 뺄셈’(KR22-G03-MAT-SUB3D-L01)을 먼저 다시 합니다. 받아내림 한 번도 어려우면 초2 4차시 ‘받아내림이 있는 두 자리 수 뺄셈’(KR22-G02-MAT-SUB2D-L01)부터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10차시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0이 있는 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0이 있는 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0이 있는 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있는 수의 뺄셈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자리가 0이면 어디서 받을까?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00076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0이 있는 수에서 차례로 받아내려 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덧셈으로 확인해서 틀린 곳을 찾아요.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532 − 178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403은 백, 십, 일 모형이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몇 개?</a:t>
            </a:r>
            <a:endParaRPr lang="ko-KR" sz="30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354 + 178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모형이 하나도 없어요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403 − 156을 수 모형의 개수로 나타냈어요.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모형이 없으면 백 모형부터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1개 → 십 10개, 그중 십 1개 → 일 10개</a:t>
            </a:r>
            <a:endParaRPr lang="ko-KR" sz="30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31036" y="2099945"/>
          <a:ext cx="9326880" cy="914400"/>
        </p:xfrm>
        <a:graphic>
          <a:graphicData uri="http://schemas.openxmlformats.org/drawingml/2006/table">
            <a:tbl>
              <a:tblPr/>
              <a:tblGrid>
                <a:gridCol w="3171139"/>
                <a:gridCol w="2051914"/>
                <a:gridCol w="2051914"/>
                <a:gridCol w="2051914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 1개를 바꾸면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 1개를 바꾸면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156을 빼면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→ 십 → 일 차례로</a:t>
            </a:r>
            <a:endParaRPr lang="ko-KR" sz="40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403 − 156을 세로셈으로 해요.</a:t>
            </a:r>
            <a:endParaRPr lang="ko-KR" sz="3000" dirty="0"/>
          </a:p>
        </p:txBody>
      </p:sp>
      <p:graphicFrame>
        <p:nvGraphicFramePr>
          <p:cNvPr id="5" name="S04-table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34315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4-stepno16"/>
          <p:cNvSpPr txBox="1"/>
          <p:nvPr/>
        </p:nvSpPr>
        <p:spPr>
          <a:xfrm>
            <a:off x="548640" y="21991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17"/>
          <p:cNvSpPr txBox="1"/>
          <p:nvPr/>
        </p:nvSpPr>
        <p:spPr>
          <a:xfrm>
            <a:off x="1325880" y="219913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3에서 6을 뺄 수 없어요.</a:t>
            </a:r>
            <a:endParaRPr lang="ko-KR" sz="3000" dirty="0"/>
          </a:p>
        </p:txBody>
      </p:sp>
      <p:sp>
        <p:nvSpPr>
          <p:cNvPr id="7" name="S04-stepno18"/>
          <p:cNvSpPr txBox="1"/>
          <p:nvPr/>
        </p:nvSpPr>
        <p:spPr>
          <a:xfrm>
            <a:off x="548640" y="29580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19"/>
          <p:cNvSpPr txBox="1"/>
          <p:nvPr/>
        </p:nvSpPr>
        <p:spPr>
          <a:xfrm>
            <a:off x="1325880" y="2912364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→ 십: 4를 3으로,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위에 10</a:t>
            </a:r>
            <a:endParaRPr lang="ko-KR" sz="3000" dirty="0"/>
          </a:p>
        </p:txBody>
      </p:sp>
      <p:sp>
        <p:nvSpPr>
          <p:cNvPr id="9" name="S04-stepno20"/>
          <p:cNvSpPr txBox="1"/>
          <p:nvPr/>
        </p:nvSpPr>
        <p:spPr>
          <a:xfrm>
            <a:off x="548640" y="40523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21"/>
          <p:cNvSpPr txBox="1"/>
          <p:nvPr/>
        </p:nvSpPr>
        <p:spPr>
          <a:xfrm>
            <a:off x="1325880" y="4006596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→ 일: 10을 9로,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위에 10</a:t>
            </a:r>
            <a:endParaRPr lang="ko-KR" sz="3000" dirty="0"/>
          </a:p>
        </p:txBody>
      </p:sp>
      <p:sp>
        <p:nvSpPr>
          <p:cNvPr id="11" name="S04-stepno22"/>
          <p:cNvSpPr txBox="1"/>
          <p:nvPr/>
        </p:nvSpPr>
        <p:spPr>
          <a:xfrm>
            <a:off x="548640" y="51465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4-text23"/>
          <p:cNvSpPr txBox="1"/>
          <p:nvPr/>
        </p:nvSpPr>
        <p:spPr>
          <a:xfrm>
            <a:off x="1325880" y="510082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13 − 6 = 7, 9 − 5 = 4,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3 − 1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두 개 있어도 차례로</a:t>
            </a:r>
            <a:endParaRPr lang="ko-KR" sz="40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500 − 236을 세로셈으로 해요.</a:t>
            </a:r>
            <a:endParaRPr lang="ko-KR" sz="3000" dirty="0"/>
          </a:p>
        </p:txBody>
      </p:sp>
      <p:graphicFrame>
        <p:nvGraphicFramePr>
          <p:cNvPr id="6" name="S05-table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34315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5-stepno26"/>
          <p:cNvSpPr txBox="1"/>
          <p:nvPr/>
        </p:nvSpPr>
        <p:spPr>
          <a:xfrm>
            <a:off x="548640" y="21991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5-text27"/>
          <p:cNvSpPr txBox="1"/>
          <p:nvPr/>
        </p:nvSpPr>
        <p:spPr>
          <a:xfrm>
            <a:off x="1325880" y="219913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0에서 6을 뺄 수 없어요.</a:t>
            </a:r>
            <a:endParaRPr lang="ko-KR" sz="3000" dirty="0"/>
          </a:p>
        </p:txBody>
      </p:sp>
      <p:sp>
        <p:nvSpPr>
          <p:cNvPr id="7" name="S05-stepno28"/>
          <p:cNvSpPr txBox="1"/>
          <p:nvPr/>
        </p:nvSpPr>
        <p:spPr>
          <a:xfrm>
            <a:off x="548640" y="29580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5-text29"/>
          <p:cNvSpPr txBox="1"/>
          <p:nvPr/>
        </p:nvSpPr>
        <p:spPr>
          <a:xfrm>
            <a:off x="1325880" y="2912364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→ 십: 5를 4로,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위에 10</a:t>
            </a:r>
            <a:endParaRPr lang="ko-KR" sz="3000" dirty="0"/>
          </a:p>
        </p:txBody>
      </p:sp>
      <p:sp>
        <p:nvSpPr>
          <p:cNvPr id="9" name="S05-stepno30"/>
          <p:cNvSpPr txBox="1"/>
          <p:nvPr/>
        </p:nvSpPr>
        <p:spPr>
          <a:xfrm>
            <a:off x="548640" y="40523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5-text31"/>
          <p:cNvSpPr txBox="1"/>
          <p:nvPr/>
        </p:nvSpPr>
        <p:spPr>
          <a:xfrm>
            <a:off x="1325880" y="4006596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→ 일: 10을 9로,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위에 10</a:t>
            </a:r>
            <a:endParaRPr lang="ko-KR" sz="3000" dirty="0"/>
          </a:p>
        </p:txBody>
      </p:sp>
      <p:sp>
        <p:nvSpPr>
          <p:cNvPr id="11" name="S05-stepno32"/>
          <p:cNvSpPr txBox="1"/>
          <p:nvPr/>
        </p:nvSpPr>
        <p:spPr>
          <a:xfrm>
            <a:off x="548640" y="51465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5-text33"/>
          <p:cNvSpPr txBox="1"/>
          <p:nvPr/>
        </p:nvSpPr>
        <p:spPr>
          <a:xfrm>
            <a:off x="1325880" y="510082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10 − 6 = 4, 9 − 3 = 6,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4 − 2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000" dirty="0"/>
          </a:p>
        </p:txBody>
      </p:sp>
      <p:sp>
        <p:nvSpPr>
          <p:cNvPr id="3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자리부터 보고, 십이 0이면 백부터 받아요.</a:t>
            </a:r>
            <a:endParaRPr lang="ko-KR" sz="3000" dirty="0"/>
          </a:p>
        </p:txBody>
      </p:sp>
      <p:sp>
        <p:nvSpPr>
          <p:cNvPr id="5" name="S06-card36"/>
          <p:cNvSpPr/>
          <p:nvPr/>
        </p:nvSpPr>
        <p:spPr>
          <a:xfrm>
            <a:off x="6277356" y="1325880"/>
            <a:ext cx="5362956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7"/>
          <p:cNvSpPr txBox="1"/>
          <p:nvPr/>
        </p:nvSpPr>
        <p:spPr>
          <a:xfrm>
            <a:off x="6551676" y="1463040"/>
            <a:ext cx="48143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세로셈으로 해요</a:t>
            </a:r>
            <a:endParaRPr lang="ko-KR" sz="3000" dirty="0"/>
          </a:p>
        </p:txBody>
      </p:sp>
      <p:graphicFrame>
        <p:nvGraphicFramePr>
          <p:cNvPr id="7" name="S06-table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205740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6-chip39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6-eqtext40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302 − 147 = □</a:t>
            </a:r>
            <a:endParaRPr lang="ko-KR" sz="3400" dirty="0"/>
          </a:p>
        </p:txBody>
      </p:sp>
      <p:sp>
        <p:nvSpPr>
          <p:cNvPr id="10" name="S06-chip41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6-eqtext42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506 − 243 = □</a:t>
            </a:r>
            <a:endParaRPr lang="ko-KR" sz="3400" dirty="0"/>
          </a:p>
        </p:txBody>
      </p:sp>
      <p:sp>
        <p:nvSpPr>
          <p:cNvPr id="12" name="S06-chip43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6-eqtext44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700 − 324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덧셈으로 확인해요</a:t>
            </a:r>
            <a:endParaRPr lang="ko-KR" sz="4000" dirty="0"/>
          </a:p>
        </p:txBody>
      </p:sp>
      <p:sp>
        <p:nvSpPr>
          <p:cNvPr id="3" name="S07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403 − 156 = 247이 맞을까요?</a:t>
            </a:r>
            <a:endParaRPr lang="ko-KR" sz="3000" dirty="0"/>
          </a:p>
        </p:txBody>
      </p:sp>
      <p:sp>
        <p:nvSpPr>
          <p:cNvPr id="4" name="S07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+ 빼는 수 = 처음 수</a:t>
            </a:r>
            <a:endParaRPr lang="ko-KR" sz="3000" dirty="0"/>
          </a:p>
        </p:txBody>
      </p:sp>
      <p:graphicFrame>
        <p:nvGraphicFramePr>
          <p:cNvPr id="8" name="S07-table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7-stepno49"/>
          <p:cNvSpPr txBox="1"/>
          <p:nvPr/>
        </p:nvSpPr>
        <p:spPr>
          <a:xfrm>
            <a:off x="548640" y="2243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50"/>
          <p:cNvSpPr txBox="1"/>
          <p:nvPr/>
        </p:nvSpPr>
        <p:spPr>
          <a:xfrm>
            <a:off x="1325880" y="219760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247에 빼는 수 156을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더해요.</a:t>
            </a:r>
            <a:endParaRPr lang="ko-KR" sz="3000" dirty="0"/>
          </a:p>
        </p:txBody>
      </p:sp>
      <p:sp>
        <p:nvSpPr>
          <p:cNvPr id="9" name="S07-stepno51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52"/>
          <p:cNvSpPr txBox="1"/>
          <p:nvPr/>
        </p:nvSpPr>
        <p:spPr>
          <a:xfrm>
            <a:off x="1325880" y="32918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 + 156 = 403</a:t>
            </a:r>
            <a:endParaRPr lang="ko-KR" sz="3000" dirty="0"/>
          </a:p>
        </p:txBody>
      </p:sp>
      <p:sp>
        <p:nvSpPr>
          <p:cNvPr id="11" name="S07-stepno53"/>
          <p:cNvSpPr txBox="1"/>
          <p:nvPr/>
        </p:nvSpPr>
        <p:spPr>
          <a:xfrm>
            <a:off x="548640" y="4050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54"/>
          <p:cNvSpPr txBox="1"/>
          <p:nvPr/>
        </p:nvSpPr>
        <p:spPr>
          <a:xfrm>
            <a:off x="1325880" y="4005072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수가 나오면 맞아요.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다르면 다른 자리를 다시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403 − 156을 계산했어요.</a:t>
            </a:r>
            <a:endParaRPr lang="ko-KR" sz="3000" dirty="0"/>
          </a:p>
        </p:txBody>
      </p:sp>
      <p:sp>
        <p:nvSpPr>
          <p:cNvPr id="5" name="S08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덧셈으로 확인하고, 누가 맞았는지 말해요.</a:t>
            </a:r>
            <a:endParaRPr lang="ko-KR" sz="3000" dirty="0"/>
          </a:p>
        </p:txBody>
      </p:sp>
      <p:sp>
        <p:nvSpPr>
          <p:cNvPr id="7" name="S08-chip5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257</a:t>
            </a:r>
            <a:endParaRPr lang="ko-KR" sz="2400" dirty="0"/>
          </a:p>
        </p:txBody>
      </p:sp>
      <p:sp>
        <p:nvSpPr>
          <p:cNvPr id="8" name="S08-text6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10 − 5 = 5로 했어요.</a:t>
            </a:r>
            <a:endParaRPr lang="ko-KR" sz="3000" dirty="0"/>
          </a:p>
        </p:txBody>
      </p:sp>
      <p:sp>
        <p:nvSpPr>
          <p:cNvPr id="9" name="S08-chip6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247</a:t>
            </a:r>
            <a:endParaRPr lang="ko-KR" sz="2400" dirty="0"/>
          </a:p>
        </p:txBody>
      </p:sp>
      <p:sp>
        <p:nvSpPr>
          <p:cNvPr id="10" name="S08-text6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9 − 5 = 4로 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 확인하기</a:t>
            </a:r>
            <a:endParaRPr lang="ko-KR" sz="4000" dirty="0"/>
          </a:p>
        </p:txBody>
      </p:sp>
      <p:sp>
        <p:nvSpPr>
          <p:cNvPr id="3" name="S09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계산하고, 덧셈으로 확인해요.</a:t>
            </a:r>
            <a:endParaRPr lang="ko-KR" sz="3000" dirty="0"/>
          </a:p>
        </p:txBody>
      </p:sp>
      <p:sp>
        <p:nvSpPr>
          <p:cNvPr id="4" name="S09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+ 빼는 수 = 처음 수</a:t>
            </a:r>
            <a:endParaRPr lang="ko-KR" sz="3000" dirty="0"/>
          </a:p>
        </p:txBody>
      </p:sp>
      <p:sp>
        <p:nvSpPr>
          <p:cNvPr id="6" name="S09-chip6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eqtext6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801 − 365 = □</a:t>
            </a:r>
            <a:endParaRPr lang="ko-KR" sz="3400" dirty="0"/>
          </a:p>
        </p:txBody>
      </p:sp>
      <p:sp>
        <p:nvSpPr>
          <p:cNvPr id="8" name="S09-chip6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eqtext6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300 − 158 = □</a:t>
            </a:r>
            <a:endParaRPr lang="ko-KR" sz="3400" dirty="0"/>
          </a:p>
        </p:txBody>
      </p:sp>
      <p:sp>
        <p:nvSpPr>
          <p:cNvPr id="10" name="S09-chip7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7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702 − 436 = 276이 맞나요?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④는 덧셈으로 확인해요.</a:t>
            </a:r>
            <a:endParaRPr lang="ko-KR" sz="3000" dirty="0"/>
          </a:p>
        </p:txBody>
      </p:sp>
      <p:sp>
        <p:nvSpPr>
          <p:cNvPr id="4" name="S10-chip7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eqtext7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503 − 268 = □</a:t>
            </a:r>
            <a:endParaRPr lang="ko-KR" sz="3400" dirty="0"/>
          </a:p>
        </p:txBody>
      </p:sp>
      <p:sp>
        <p:nvSpPr>
          <p:cNvPr id="6" name="S10-chip7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eqtext7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900 − 437 = □</a:t>
            </a:r>
            <a:endParaRPr lang="ko-KR" sz="3400" dirty="0"/>
          </a:p>
        </p:txBody>
      </p:sp>
      <p:sp>
        <p:nvSpPr>
          <p:cNvPr id="8" name="S10-chip7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78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608 − 352 = □</a:t>
            </a:r>
            <a:endParaRPr lang="ko-KR" sz="3400" dirty="0"/>
          </a:p>
        </p:txBody>
      </p:sp>
      <p:sp>
        <p:nvSpPr>
          <p:cNvPr id="10" name="S10-chip79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text80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401 − 125 = 286이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덧셈으로 확인하고 다시 풀게 하세요.</a:t>
            </a:r>
            <a:endParaRPr lang="ko-KR" sz="3000" dirty="0"/>
          </a:p>
        </p:txBody>
      </p:sp>
      <p:sp>
        <p:nvSpPr>
          <p:cNvPr id="5" name="S11-chip8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84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235</a:t>
            </a:r>
            <a:endParaRPr lang="ko-KR" sz="3000" dirty="0"/>
          </a:p>
        </p:txBody>
      </p:sp>
      <p:sp>
        <p:nvSpPr>
          <p:cNvPr id="7" name="S11-text85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9 − 6 = 3</a:t>
            </a:r>
            <a:endParaRPr lang="ko-KR" sz="2400" dirty="0"/>
          </a:p>
        </p:txBody>
      </p:sp>
      <p:sp>
        <p:nvSpPr>
          <p:cNvPr id="8" name="S11-text86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463</a:t>
            </a:r>
            <a:endParaRPr lang="ko-KR" sz="3000" dirty="0"/>
          </a:p>
        </p:txBody>
      </p:sp>
      <p:sp>
        <p:nvSpPr>
          <p:cNvPr id="9" name="S11-text87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10 − 7 = 3</a:t>
            </a:r>
            <a:endParaRPr lang="ko-KR" sz="2400" dirty="0"/>
          </a:p>
        </p:txBody>
      </p:sp>
      <p:sp>
        <p:nvSpPr>
          <p:cNvPr id="10" name="S11-text88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256</a:t>
            </a:r>
            <a:endParaRPr lang="ko-KR" sz="3000" dirty="0"/>
          </a:p>
        </p:txBody>
      </p:sp>
      <p:sp>
        <p:nvSpPr>
          <p:cNvPr id="11" name="S11-text89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 한 번</a:t>
            </a:r>
            <a:endParaRPr lang="ko-KR" sz="2400" dirty="0"/>
          </a:p>
        </p:txBody>
      </p:sp>
      <p:sp>
        <p:nvSpPr>
          <p:cNvPr id="12" name="S11-text90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틀림, 276</a:t>
            </a:r>
            <a:endParaRPr lang="ko-KR" sz="3000" dirty="0"/>
          </a:p>
        </p:txBody>
      </p:sp>
      <p:sp>
        <p:nvSpPr>
          <p:cNvPr id="13" name="S11-text91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286 + 125 = 411</a:t>
            </a:r>
            <a:endParaRPr lang="ko-KR" sz="2400" dirty="0"/>
          </a:p>
        </p:txBody>
      </p:sp>
      <p:sp>
        <p:nvSpPr>
          <p:cNvPr id="14" name="S11-chip9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1-text9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245</a:t>
            </a:r>
            <a:endParaRPr lang="ko-KR" sz="3000" dirty="0"/>
          </a:p>
        </p:txBody>
      </p:sp>
      <p:sp>
        <p:nvSpPr>
          <p:cNvPr id="16" name="S11-text9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십을 10으로 계산</a:t>
            </a:r>
            <a:endParaRPr lang="ko-KR" sz="2400" dirty="0"/>
          </a:p>
        </p:txBody>
      </p:sp>
      <p:sp>
        <p:nvSpPr>
          <p:cNvPr id="17" name="S11-text9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563</a:t>
            </a:r>
            <a:endParaRPr lang="ko-KR" sz="3000" dirty="0"/>
          </a:p>
        </p:txBody>
      </p:sp>
      <p:sp>
        <p:nvSpPr>
          <p:cNvPr id="18" name="S11-text9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백을 안 줄임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맞게 계산한 것은?</a:t>
            </a:r>
            <a:endParaRPr lang="ko-KR" sz="4000" dirty="0"/>
          </a:p>
        </p:txBody>
      </p:sp>
      <p:sp>
        <p:nvSpPr>
          <p:cNvPr id="3" name="S12-text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604 − 258을 계산했어요.</a:t>
            </a:r>
            <a:endParaRPr lang="ko-KR" sz="3000" dirty="0"/>
          </a:p>
        </p:txBody>
      </p:sp>
      <p:sp>
        <p:nvSpPr>
          <p:cNvPr id="4" name="S12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덧셈으로 확인해 맞는 답을 고르고, 까닭을 말해요.</a:t>
            </a:r>
            <a:endParaRPr lang="ko-KR" sz="3000" dirty="0"/>
          </a:p>
        </p:txBody>
      </p:sp>
      <p:sp>
        <p:nvSpPr>
          <p:cNvPr id="6" name="S12-chip10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bigtext101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356</a:t>
            </a:r>
            <a:endParaRPr lang="ko-KR" sz="4800" dirty="0"/>
          </a:p>
        </p:txBody>
      </p:sp>
      <p:sp>
        <p:nvSpPr>
          <p:cNvPr id="8" name="S12-chip10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2-bigtext103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346</a:t>
            </a:r>
            <a:endParaRPr lang="ko-KR" sz="4800" dirty="0"/>
          </a:p>
        </p:txBody>
      </p:sp>
      <p:sp>
        <p:nvSpPr>
          <p:cNvPr id="10" name="S12-chip10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2-bigtext105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446</a:t>
            </a:r>
            <a:endParaRPr lang="ko-KR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십이 0이면 백 → 십 → 일 차례로 받아내려요.</a:t>
            </a:r>
            <a:endParaRPr lang="ko-KR" sz="3000" dirty="0"/>
          </a:p>
        </p:txBody>
      </p:sp>
      <p:sp>
        <p:nvSpPr>
          <p:cNvPr id="5" name="S13-chip10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십의 자리: 0 → 10 → 9</a:t>
            </a:r>
            <a:endParaRPr lang="ko-KR" sz="2400" dirty="0"/>
          </a:p>
        </p:txBody>
      </p:sp>
      <p:sp>
        <p:nvSpPr>
          <p:cNvPr id="6" name="S13-chip10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십의 자리를 10으로 빼기</a:t>
            </a:r>
            <a:endParaRPr lang="ko-KR" sz="2400" dirty="0"/>
          </a:p>
        </p:txBody>
      </p:sp>
      <p:sp>
        <p:nvSpPr>
          <p:cNvPr id="7" name="S13-text11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eqtext11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802 − 345 = □</a:t>
            </a:r>
            <a:endParaRPr lang="ko-KR" sz="2800" dirty="0"/>
          </a:p>
        </p:txBody>
      </p:sp>
      <p:sp>
        <p:nvSpPr>
          <p:cNvPr id="9" name="S13-eqtext11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600 − 271 = □</a:t>
            </a:r>
            <a:endParaRPr lang="ko-KR" sz="2800" dirty="0"/>
          </a:p>
        </p:txBody>
      </p:sp>
      <p:sp>
        <p:nvSpPr>
          <p:cNvPr id="10" name="S13-eqtext11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405 − 182 = □</a:t>
            </a:r>
            <a:endParaRPr lang="ko-KR" sz="2800" dirty="0"/>
          </a:p>
        </p:txBody>
      </p:sp>
      <p:sp>
        <p:nvSpPr>
          <p:cNvPr id="11" name="S13-text11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몫에 0이 있는 나눗셈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받아내림 두 번</a:t>
            </a:r>
            <a:endParaRPr lang="ko-KR" sz="4000" dirty="0"/>
          </a:p>
        </p:txBody>
      </p:sp>
      <p:sp>
        <p:nvSpPr>
          <p:cNvPr id="3" name="S14-text1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532 − 178을 세로셈으로 다시 해요.</a:t>
            </a:r>
            <a:endParaRPr lang="ko-KR" sz="3000" dirty="0"/>
          </a:p>
        </p:txBody>
      </p:sp>
      <p:sp>
        <p:nvSpPr>
          <p:cNvPr id="4" name="S14-card1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없으면 윗자리에서 받아요.</a:t>
            </a:r>
            <a:endParaRPr lang="ko-KR" sz="3000" dirty="0"/>
          </a:p>
        </p:txBody>
      </p:sp>
      <p:graphicFrame>
        <p:nvGraphicFramePr>
          <p:cNvPr id="15" name="S14-table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3073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4-stepno119"/>
          <p:cNvSpPr txBox="1"/>
          <p:nvPr/>
        </p:nvSpPr>
        <p:spPr>
          <a:xfrm>
            <a:off x="548640" y="2243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4-text120"/>
          <p:cNvSpPr txBox="1"/>
          <p:nvPr/>
        </p:nvSpPr>
        <p:spPr>
          <a:xfrm>
            <a:off x="1325880" y="219760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십에서 받아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12 − 8 = 4</a:t>
            </a:r>
            <a:endParaRPr lang="ko-KR" sz="3000" dirty="0"/>
          </a:p>
        </p:txBody>
      </p:sp>
      <p:sp>
        <p:nvSpPr>
          <p:cNvPr id="9" name="S14-stepno121"/>
          <p:cNvSpPr txBox="1"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4-text122"/>
          <p:cNvSpPr txBox="1"/>
          <p:nvPr/>
        </p:nvSpPr>
        <p:spPr>
          <a:xfrm>
            <a:off x="1325880" y="3291840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2에서 7을 뺄 수 없어요.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백에서 받아 12 − 7 = 5</a:t>
            </a:r>
            <a:endParaRPr lang="ko-KR" sz="3000" dirty="0"/>
          </a:p>
        </p:txBody>
      </p:sp>
      <p:sp>
        <p:nvSpPr>
          <p:cNvPr id="11" name="S14-stepno123"/>
          <p:cNvSpPr txBox="1"/>
          <p:nvPr/>
        </p:nvSpPr>
        <p:spPr>
          <a:xfrm>
            <a:off x="548640" y="4386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4-text124"/>
          <p:cNvSpPr txBox="1"/>
          <p:nvPr/>
        </p:nvSpPr>
        <p:spPr>
          <a:xfrm>
            <a:off x="1325880" y="43860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4 − 1 = 3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0이 있는 수의 뺄셈</dc:title>
  <dc:subject>KR22-G03-MAT-SUB3D0-L01</dc:subject>
  <dc:creator>education-ppt</dc:creator>
  <cp:lastModifiedBy>education-ppt</cp:lastModifiedBy>
  <cp:revision>1</cp:revision>
  <dcterms:created xsi:type="dcterms:W3CDTF">2026-10-26T07:55:31Z</dcterms:created>
  <dcterms:modified xsi:type="dcterms:W3CDTF">2026-10-26T07:55:31Z</dcterms:modified>
</cp:coreProperties>
</file>