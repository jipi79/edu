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826b5b6-7cfe-2f4c-6bd3-3187dc0d9389}">
          <p14:sldIdLst>
            <p14:sldId id="256"/>
            <p14:sldId id="257"/>
          </p14:sldIdLst>
        </p14:section>
        <p14:section name="개념" id="{a74d05ea-c33b-b49a-27ba-850d23227cba}">
          <p14:sldIdLst>
            <p14:sldId id="258"/>
            <p14:sldId id="259"/>
            <p14:sldId id="261"/>
            <p14:sldId id="262"/>
          </p14:sldIdLst>
        </p14:section>
        <p14:section name="연습" id="{53ac7b61-ca09-afdb-9f73-7dc3599237bd}">
          <p14:sldIdLst>
            <p14:sldId id="260"/>
            <p14:sldId id="263"/>
            <p14:sldId id="264"/>
          </p14:sldIdLst>
        </p14:section>
        <p14:section name="개념" id="{94501785-c2c0-56ab-8f73-42d0cbcb6603}">
          <p14:sldIdLst/>
        </p14:section>
        <p14:section name="연습" id="{cb8f4f51-fc69-9fd3-555e-8a15f4ab8616}">
          <p14:sldIdLst/>
        </p14:section>
        <p14:section name="확인" id="{ee620418-5ae4-87f0-3281-3e0e584bc0ec}">
          <p14:sldIdLst>
            <p14:sldId id="265"/>
            <p14:sldId id="266"/>
          </p14:sldIdLst>
        </p14:section>
        <p14:section name="정리" id="{8065e173-9893-cc04-eedc-aff5d54a992d}">
          <p14:sldIdLst>
            <p14:sldId id="267"/>
          </p14:sldIdLst>
        </p14:section>
        <p14:section name="보충" id="{5be1f1b5-0883-e3ce-81cf-84da46def4f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수끼리 곱하기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몇십끼리 곱하고, 0을 왜 붙이는지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자리 수끼리 세로셈으로 곱해요.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3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40은 얼마일까요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4에서 시작해요.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 = 1200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0을 2개 붙여요.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41550"/>
          <a:ext cx="82296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2139696"/>
                <a:gridCol w="3456432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얼마일까요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몇십을 곱하면 몇을 곱한 값의 10배예요.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57770" y="23469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 = 69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23 × 3의 10배예요.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69에 0을 1개 붙여 690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몇 개 붙일까요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빼고 곱한 다음, 뺀 0의 수만큼 붙여요.</a:t>
            </a:r>
            <a:endParaRPr lang="ko-KR" sz="30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40 = □</a:t>
            </a:r>
            <a:endParaRPr lang="ko-KR" sz="34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× 60 = □</a:t>
            </a:r>
            <a:endParaRPr lang="ko-KR" sz="34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□</a:t>
            </a:r>
            <a:endParaRPr lang="ko-KR" sz="34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× 50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12를 나누어 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14칸씩 12줄을 10줄과 2줄로 나누어요.</a:t>
            </a:r>
            <a:endParaRPr lang="ko-KR" sz="3000" dirty="0"/>
          </a:p>
        </p:txBody>
      </p:sp>
      <p:sp>
        <p:nvSpPr>
          <p:cNvPr id="4" name="S06-cell36"/>
          <p:cNvSpPr/>
          <p:nvPr/>
        </p:nvSpPr>
        <p:spPr>
          <a:xfrm>
            <a:off x="7764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37"/>
          <p:cNvSpPr/>
          <p:nvPr/>
        </p:nvSpPr>
        <p:spPr>
          <a:xfrm>
            <a:off x="11269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38"/>
          <p:cNvSpPr/>
          <p:nvPr/>
        </p:nvSpPr>
        <p:spPr>
          <a:xfrm>
            <a:off x="14775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39"/>
          <p:cNvSpPr/>
          <p:nvPr/>
        </p:nvSpPr>
        <p:spPr>
          <a:xfrm>
            <a:off x="18280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40"/>
          <p:cNvSpPr/>
          <p:nvPr/>
        </p:nvSpPr>
        <p:spPr>
          <a:xfrm>
            <a:off x="21785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41"/>
          <p:cNvSpPr/>
          <p:nvPr/>
        </p:nvSpPr>
        <p:spPr>
          <a:xfrm>
            <a:off x="25290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42"/>
          <p:cNvSpPr/>
          <p:nvPr/>
        </p:nvSpPr>
        <p:spPr>
          <a:xfrm>
            <a:off x="28795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43"/>
          <p:cNvSpPr/>
          <p:nvPr/>
        </p:nvSpPr>
        <p:spPr>
          <a:xfrm>
            <a:off x="32301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44"/>
          <p:cNvSpPr/>
          <p:nvPr/>
        </p:nvSpPr>
        <p:spPr>
          <a:xfrm>
            <a:off x="35806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45"/>
          <p:cNvSpPr/>
          <p:nvPr/>
        </p:nvSpPr>
        <p:spPr>
          <a:xfrm>
            <a:off x="39311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46"/>
          <p:cNvSpPr/>
          <p:nvPr/>
        </p:nvSpPr>
        <p:spPr>
          <a:xfrm>
            <a:off x="42816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47"/>
          <p:cNvSpPr/>
          <p:nvPr/>
        </p:nvSpPr>
        <p:spPr>
          <a:xfrm>
            <a:off x="46321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48"/>
          <p:cNvSpPr/>
          <p:nvPr/>
        </p:nvSpPr>
        <p:spPr>
          <a:xfrm>
            <a:off x="49827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49"/>
          <p:cNvSpPr/>
          <p:nvPr/>
        </p:nvSpPr>
        <p:spPr>
          <a:xfrm>
            <a:off x="53332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50"/>
          <p:cNvSpPr/>
          <p:nvPr/>
        </p:nvSpPr>
        <p:spPr>
          <a:xfrm>
            <a:off x="7764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51"/>
          <p:cNvSpPr/>
          <p:nvPr/>
        </p:nvSpPr>
        <p:spPr>
          <a:xfrm>
            <a:off x="11269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52"/>
          <p:cNvSpPr/>
          <p:nvPr/>
        </p:nvSpPr>
        <p:spPr>
          <a:xfrm>
            <a:off x="14775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53"/>
          <p:cNvSpPr/>
          <p:nvPr/>
        </p:nvSpPr>
        <p:spPr>
          <a:xfrm>
            <a:off x="18280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54"/>
          <p:cNvSpPr/>
          <p:nvPr/>
        </p:nvSpPr>
        <p:spPr>
          <a:xfrm>
            <a:off x="21785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55"/>
          <p:cNvSpPr/>
          <p:nvPr/>
        </p:nvSpPr>
        <p:spPr>
          <a:xfrm>
            <a:off x="25290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56"/>
          <p:cNvSpPr/>
          <p:nvPr/>
        </p:nvSpPr>
        <p:spPr>
          <a:xfrm>
            <a:off x="28795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57"/>
          <p:cNvSpPr/>
          <p:nvPr/>
        </p:nvSpPr>
        <p:spPr>
          <a:xfrm>
            <a:off x="32301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58"/>
          <p:cNvSpPr/>
          <p:nvPr/>
        </p:nvSpPr>
        <p:spPr>
          <a:xfrm>
            <a:off x="35806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59"/>
          <p:cNvSpPr/>
          <p:nvPr/>
        </p:nvSpPr>
        <p:spPr>
          <a:xfrm>
            <a:off x="39311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60"/>
          <p:cNvSpPr/>
          <p:nvPr/>
        </p:nvSpPr>
        <p:spPr>
          <a:xfrm>
            <a:off x="42816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61"/>
          <p:cNvSpPr/>
          <p:nvPr/>
        </p:nvSpPr>
        <p:spPr>
          <a:xfrm>
            <a:off x="46321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62"/>
          <p:cNvSpPr/>
          <p:nvPr/>
        </p:nvSpPr>
        <p:spPr>
          <a:xfrm>
            <a:off x="49827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63"/>
          <p:cNvSpPr/>
          <p:nvPr/>
        </p:nvSpPr>
        <p:spPr>
          <a:xfrm>
            <a:off x="53332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64"/>
          <p:cNvSpPr/>
          <p:nvPr/>
        </p:nvSpPr>
        <p:spPr>
          <a:xfrm>
            <a:off x="7764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65"/>
          <p:cNvSpPr/>
          <p:nvPr/>
        </p:nvSpPr>
        <p:spPr>
          <a:xfrm>
            <a:off x="11269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66"/>
          <p:cNvSpPr/>
          <p:nvPr/>
        </p:nvSpPr>
        <p:spPr>
          <a:xfrm>
            <a:off x="14775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67"/>
          <p:cNvSpPr/>
          <p:nvPr/>
        </p:nvSpPr>
        <p:spPr>
          <a:xfrm>
            <a:off x="18280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68"/>
          <p:cNvSpPr/>
          <p:nvPr/>
        </p:nvSpPr>
        <p:spPr>
          <a:xfrm>
            <a:off x="21785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69"/>
          <p:cNvSpPr/>
          <p:nvPr/>
        </p:nvSpPr>
        <p:spPr>
          <a:xfrm>
            <a:off x="25290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70"/>
          <p:cNvSpPr/>
          <p:nvPr/>
        </p:nvSpPr>
        <p:spPr>
          <a:xfrm>
            <a:off x="28795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71"/>
          <p:cNvSpPr/>
          <p:nvPr/>
        </p:nvSpPr>
        <p:spPr>
          <a:xfrm>
            <a:off x="32301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72"/>
          <p:cNvSpPr/>
          <p:nvPr/>
        </p:nvSpPr>
        <p:spPr>
          <a:xfrm>
            <a:off x="35806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73"/>
          <p:cNvSpPr/>
          <p:nvPr/>
        </p:nvSpPr>
        <p:spPr>
          <a:xfrm>
            <a:off x="39311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74"/>
          <p:cNvSpPr/>
          <p:nvPr/>
        </p:nvSpPr>
        <p:spPr>
          <a:xfrm>
            <a:off x="42816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75"/>
          <p:cNvSpPr/>
          <p:nvPr/>
        </p:nvSpPr>
        <p:spPr>
          <a:xfrm>
            <a:off x="46321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76"/>
          <p:cNvSpPr/>
          <p:nvPr/>
        </p:nvSpPr>
        <p:spPr>
          <a:xfrm>
            <a:off x="49827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77"/>
          <p:cNvSpPr/>
          <p:nvPr/>
        </p:nvSpPr>
        <p:spPr>
          <a:xfrm>
            <a:off x="53332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78"/>
          <p:cNvSpPr/>
          <p:nvPr/>
        </p:nvSpPr>
        <p:spPr>
          <a:xfrm>
            <a:off x="7764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79"/>
          <p:cNvSpPr/>
          <p:nvPr/>
        </p:nvSpPr>
        <p:spPr>
          <a:xfrm>
            <a:off x="11269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80"/>
          <p:cNvSpPr/>
          <p:nvPr/>
        </p:nvSpPr>
        <p:spPr>
          <a:xfrm>
            <a:off x="14775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81"/>
          <p:cNvSpPr/>
          <p:nvPr/>
        </p:nvSpPr>
        <p:spPr>
          <a:xfrm>
            <a:off x="18280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82"/>
          <p:cNvSpPr/>
          <p:nvPr/>
        </p:nvSpPr>
        <p:spPr>
          <a:xfrm>
            <a:off x="21785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83"/>
          <p:cNvSpPr/>
          <p:nvPr/>
        </p:nvSpPr>
        <p:spPr>
          <a:xfrm>
            <a:off x="25290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84"/>
          <p:cNvSpPr/>
          <p:nvPr/>
        </p:nvSpPr>
        <p:spPr>
          <a:xfrm>
            <a:off x="28795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85"/>
          <p:cNvSpPr/>
          <p:nvPr/>
        </p:nvSpPr>
        <p:spPr>
          <a:xfrm>
            <a:off x="32301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86"/>
          <p:cNvSpPr/>
          <p:nvPr/>
        </p:nvSpPr>
        <p:spPr>
          <a:xfrm>
            <a:off x="35806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87"/>
          <p:cNvSpPr/>
          <p:nvPr/>
        </p:nvSpPr>
        <p:spPr>
          <a:xfrm>
            <a:off x="39311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88"/>
          <p:cNvSpPr/>
          <p:nvPr/>
        </p:nvSpPr>
        <p:spPr>
          <a:xfrm>
            <a:off x="42816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89"/>
          <p:cNvSpPr/>
          <p:nvPr/>
        </p:nvSpPr>
        <p:spPr>
          <a:xfrm>
            <a:off x="46321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90"/>
          <p:cNvSpPr/>
          <p:nvPr/>
        </p:nvSpPr>
        <p:spPr>
          <a:xfrm>
            <a:off x="49827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91"/>
          <p:cNvSpPr/>
          <p:nvPr/>
        </p:nvSpPr>
        <p:spPr>
          <a:xfrm>
            <a:off x="53332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92"/>
          <p:cNvSpPr/>
          <p:nvPr/>
        </p:nvSpPr>
        <p:spPr>
          <a:xfrm>
            <a:off x="7764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93"/>
          <p:cNvSpPr/>
          <p:nvPr/>
        </p:nvSpPr>
        <p:spPr>
          <a:xfrm>
            <a:off x="11269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94"/>
          <p:cNvSpPr/>
          <p:nvPr/>
        </p:nvSpPr>
        <p:spPr>
          <a:xfrm>
            <a:off x="14775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95"/>
          <p:cNvSpPr/>
          <p:nvPr/>
        </p:nvSpPr>
        <p:spPr>
          <a:xfrm>
            <a:off x="18280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96"/>
          <p:cNvSpPr/>
          <p:nvPr/>
        </p:nvSpPr>
        <p:spPr>
          <a:xfrm>
            <a:off x="21785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97"/>
          <p:cNvSpPr/>
          <p:nvPr/>
        </p:nvSpPr>
        <p:spPr>
          <a:xfrm>
            <a:off x="25290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98"/>
          <p:cNvSpPr/>
          <p:nvPr/>
        </p:nvSpPr>
        <p:spPr>
          <a:xfrm>
            <a:off x="28795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99"/>
          <p:cNvSpPr/>
          <p:nvPr/>
        </p:nvSpPr>
        <p:spPr>
          <a:xfrm>
            <a:off x="32301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cell100"/>
          <p:cNvSpPr/>
          <p:nvPr/>
        </p:nvSpPr>
        <p:spPr>
          <a:xfrm>
            <a:off x="35806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cell101"/>
          <p:cNvSpPr/>
          <p:nvPr/>
        </p:nvSpPr>
        <p:spPr>
          <a:xfrm>
            <a:off x="39311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6-cell102"/>
          <p:cNvSpPr/>
          <p:nvPr/>
        </p:nvSpPr>
        <p:spPr>
          <a:xfrm>
            <a:off x="42816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6-cell103"/>
          <p:cNvSpPr/>
          <p:nvPr/>
        </p:nvSpPr>
        <p:spPr>
          <a:xfrm>
            <a:off x="46321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cell104"/>
          <p:cNvSpPr/>
          <p:nvPr/>
        </p:nvSpPr>
        <p:spPr>
          <a:xfrm>
            <a:off x="49827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6-cell105"/>
          <p:cNvSpPr/>
          <p:nvPr/>
        </p:nvSpPr>
        <p:spPr>
          <a:xfrm>
            <a:off x="53332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6-cell106"/>
          <p:cNvSpPr/>
          <p:nvPr/>
        </p:nvSpPr>
        <p:spPr>
          <a:xfrm>
            <a:off x="7764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6-cell107"/>
          <p:cNvSpPr/>
          <p:nvPr/>
        </p:nvSpPr>
        <p:spPr>
          <a:xfrm>
            <a:off x="11269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6-cell108"/>
          <p:cNvSpPr/>
          <p:nvPr/>
        </p:nvSpPr>
        <p:spPr>
          <a:xfrm>
            <a:off x="14775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6-cell109"/>
          <p:cNvSpPr/>
          <p:nvPr/>
        </p:nvSpPr>
        <p:spPr>
          <a:xfrm>
            <a:off x="18280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6-cell110"/>
          <p:cNvSpPr/>
          <p:nvPr/>
        </p:nvSpPr>
        <p:spPr>
          <a:xfrm>
            <a:off x="21785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6-cell111"/>
          <p:cNvSpPr/>
          <p:nvPr/>
        </p:nvSpPr>
        <p:spPr>
          <a:xfrm>
            <a:off x="25290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6-cell112"/>
          <p:cNvSpPr/>
          <p:nvPr/>
        </p:nvSpPr>
        <p:spPr>
          <a:xfrm>
            <a:off x="28795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6-cell113"/>
          <p:cNvSpPr/>
          <p:nvPr/>
        </p:nvSpPr>
        <p:spPr>
          <a:xfrm>
            <a:off x="32301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cell114"/>
          <p:cNvSpPr/>
          <p:nvPr/>
        </p:nvSpPr>
        <p:spPr>
          <a:xfrm>
            <a:off x="35806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6-cell115"/>
          <p:cNvSpPr/>
          <p:nvPr/>
        </p:nvSpPr>
        <p:spPr>
          <a:xfrm>
            <a:off x="39311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6-cell116"/>
          <p:cNvSpPr/>
          <p:nvPr/>
        </p:nvSpPr>
        <p:spPr>
          <a:xfrm>
            <a:off x="42816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6-cell117"/>
          <p:cNvSpPr/>
          <p:nvPr/>
        </p:nvSpPr>
        <p:spPr>
          <a:xfrm>
            <a:off x="46321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6-cell118"/>
          <p:cNvSpPr/>
          <p:nvPr/>
        </p:nvSpPr>
        <p:spPr>
          <a:xfrm>
            <a:off x="49827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6-cell119"/>
          <p:cNvSpPr/>
          <p:nvPr/>
        </p:nvSpPr>
        <p:spPr>
          <a:xfrm>
            <a:off x="53332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6-cell120"/>
          <p:cNvSpPr/>
          <p:nvPr/>
        </p:nvSpPr>
        <p:spPr>
          <a:xfrm>
            <a:off x="7764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6-cell121"/>
          <p:cNvSpPr/>
          <p:nvPr/>
        </p:nvSpPr>
        <p:spPr>
          <a:xfrm>
            <a:off x="11269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6-cell122"/>
          <p:cNvSpPr/>
          <p:nvPr/>
        </p:nvSpPr>
        <p:spPr>
          <a:xfrm>
            <a:off x="14775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6-cell123"/>
          <p:cNvSpPr/>
          <p:nvPr/>
        </p:nvSpPr>
        <p:spPr>
          <a:xfrm>
            <a:off x="18280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cell124"/>
          <p:cNvSpPr/>
          <p:nvPr/>
        </p:nvSpPr>
        <p:spPr>
          <a:xfrm>
            <a:off x="21785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6-cell125"/>
          <p:cNvSpPr/>
          <p:nvPr/>
        </p:nvSpPr>
        <p:spPr>
          <a:xfrm>
            <a:off x="25290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6-cell126"/>
          <p:cNvSpPr/>
          <p:nvPr/>
        </p:nvSpPr>
        <p:spPr>
          <a:xfrm>
            <a:off x="28795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6-cell127"/>
          <p:cNvSpPr/>
          <p:nvPr/>
        </p:nvSpPr>
        <p:spPr>
          <a:xfrm>
            <a:off x="32301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6-cell128"/>
          <p:cNvSpPr/>
          <p:nvPr/>
        </p:nvSpPr>
        <p:spPr>
          <a:xfrm>
            <a:off x="35806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6-cell129"/>
          <p:cNvSpPr/>
          <p:nvPr/>
        </p:nvSpPr>
        <p:spPr>
          <a:xfrm>
            <a:off x="39311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6-cell130"/>
          <p:cNvSpPr/>
          <p:nvPr/>
        </p:nvSpPr>
        <p:spPr>
          <a:xfrm>
            <a:off x="42816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6-cell131"/>
          <p:cNvSpPr/>
          <p:nvPr/>
        </p:nvSpPr>
        <p:spPr>
          <a:xfrm>
            <a:off x="46321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6-cell132"/>
          <p:cNvSpPr/>
          <p:nvPr/>
        </p:nvSpPr>
        <p:spPr>
          <a:xfrm>
            <a:off x="49827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6-cell133"/>
          <p:cNvSpPr/>
          <p:nvPr/>
        </p:nvSpPr>
        <p:spPr>
          <a:xfrm>
            <a:off x="53332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cell134"/>
          <p:cNvSpPr/>
          <p:nvPr/>
        </p:nvSpPr>
        <p:spPr>
          <a:xfrm>
            <a:off x="7764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6-cell135"/>
          <p:cNvSpPr/>
          <p:nvPr/>
        </p:nvSpPr>
        <p:spPr>
          <a:xfrm>
            <a:off x="11269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6-cell136"/>
          <p:cNvSpPr/>
          <p:nvPr/>
        </p:nvSpPr>
        <p:spPr>
          <a:xfrm>
            <a:off x="14775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6-cell137"/>
          <p:cNvSpPr/>
          <p:nvPr/>
        </p:nvSpPr>
        <p:spPr>
          <a:xfrm>
            <a:off x="18280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6-cell138"/>
          <p:cNvSpPr/>
          <p:nvPr/>
        </p:nvSpPr>
        <p:spPr>
          <a:xfrm>
            <a:off x="21785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6-cell139"/>
          <p:cNvSpPr/>
          <p:nvPr/>
        </p:nvSpPr>
        <p:spPr>
          <a:xfrm>
            <a:off x="25290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6-cell140"/>
          <p:cNvSpPr/>
          <p:nvPr/>
        </p:nvSpPr>
        <p:spPr>
          <a:xfrm>
            <a:off x="28795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06-cell141"/>
          <p:cNvSpPr/>
          <p:nvPr/>
        </p:nvSpPr>
        <p:spPr>
          <a:xfrm>
            <a:off x="32301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0" name="S06-cell142"/>
          <p:cNvSpPr/>
          <p:nvPr/>
        </p:nvSpPr>
        <p:spPr>
          <a:xfrm>
            <a:off x="35806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6-cell143"/>
          <p:cNvSpPr/>
          <p:nvPr/>
        </p:nvSpPr>
        <p:spPr>
          <a:xfrm>
            <a:off x="39311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cell144"/>
          <p:cNvSpPr/>
          <p:nvPr/>
        </p:nvSpPr>
        <p:spPr>
          <a:xfrm>
            <a:off x="42816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6-cell145"/>
          <p:cNvSpPr/>
          <p:nvPr/>
        </p:nvSpPr>
        <p:spPr>
          <a:xfrm>
            <a:off x="46321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6-cell146"/>
          <p:cNvSpPr/>
          <p:nvPr/>
        </p:nvSpPr>
        <p:spPr>
          <a:xfrm>
            <a:off x="49827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6-cell147"/>
          <p:cNvSpPr/>
          <p:nvPr/>
        </p:nvSpPr>
        <p:spPr>
          <a:xfrm>
            <a:off x="53332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6-cell148"/>
          <p:cNvSpPr/>
          <p:nvPr/>
        </p:nvSpPr>
        <p:spPr>
          <a:xfrm>
            <a:off x="7764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6-cell149"/>
          <p:cNvSpPr/>
          <p:nvPr/>
        </p:nvSpPr>
        <p:spPr>
          <a:xfrm>
            <a:off x="11269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6-cell150"/>
          <p:cNvSpPr/>
          <p:nvPr/>
        </p:nvSpPr>
        <p:spPr>
          <a:xfrm>
            <a:off x="14775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6-cell151"/>
          <p:cNvSpPr/>
          <p:nvPr/>
        </p:nvSpPr>
        <p:spPr>
          <a:xfrm>
            <a:off x="18280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6-cell152"/>
          <p:cNvSpPr/>
          <p:nvPr/>
        </p:nvSpPr>
        <p:spPr>
          <a:xfrm>
            <a:off x="21785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6-cell153"/>
          <p:cNvSpPr/>
          <p:nvPr/>
        </p:nvSpPr>
        <p:spPr>
          <a:xfrm>
            <a:off x="25290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cell154"/>
          <p:cNvSpPr/>
          <p:nvPr/>
        </p:nvSpPr>
        <p:spPr>
          <a:xfrm>
            <a:off x="28795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cell155"/>
          <p:cNvSpPr/>
          <p:nvPr/>
        </p:nvSpPr>
        <p:spPr>
          <a:xfrm>
            <a:off x="32301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cell156"/>
          <p:cNvSpPr/>
          <p:nvPr/>
        </p:nvSpPr>
        <p:spPr>
          <a:xfrm>
            <a:off x="35806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cell157"/>
          <p:cNvSpPr/>
          <p:nvPr/>
        </p:nvSpPr>
        <p:spPr>
          <a:xfrm>
            <a:off x="39311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cell158"/>
          <p:cNvSpPr/>
          <p:nvPr/>
        </p:nvSpPr>
        <p:spPr>
          <a:xfrm>
            <a:off x="42816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cell159"/>
          <p:cNvSpPr/>
          <p:nvPr/>
        </p:nvSpPr>
        <p:spPr>
          <a:xfrm>
            <a:off x="46321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cell160"/>
          <p:cNvSpPr/>
          <p:nvPr/>
        </p:nvSpPr>
        <p:spPr>
          <a:xfrm>
            <a:off x="49827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cell161"/>
          <p:cNvSpPr/>
          <p:nvPr/>
        </p:nvSpPr>
        <p:spPr>
          <a:xfrm>
            <a:off x="53332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6-cell162"/>
          <p:cNvSpPr/>
          <p:nvPr/>
        </p:nvSpPr>
        <p:spPr>
          <a:xfrm>
            <a:off x="7764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6-cell163"/>
          <p:cNvSpPr/>
          <p:nvPr/>
        </p:nvSpPr>
        <p:spPr>
          <a:xfrm>
            <a:off x="11269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6-cell164"/>
          <p:cNvSpPr/>
          <p:nvPr/>
        </p:nvSpPr>
        <p:spPr>
          <a:xfrm>
            <a:off x="14775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6-cell165"/>
          <p:cNvSpPr/>
          <p:nvPr/>
        </p:nvSpPr>
        <p:spPr>
          <a:xfrm>
            <a:off x="18280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6-cell166"/>
          <p:cNvSpPr/>
          <p:nvPr/>
        </p:nvSpPr>
        <p:spPr>
          <a:xfrm>
            <a:off x="21785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6-cell167"/>
          <p:cNvSpPr/>
          <p:nvPr/>
        </p:nvSpPr>
        <p:spPr>
          <a:xfrm>
            <a:off x="25290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6-cell168"/>
          <p:cNvSpPr/>
          <p:nvPr/>
        </p:nvSpPr>
        <p:spPr>
          <a:xfrm>
            <a:off x="28795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6-cell169"/>
          <p:cNvSpPr/>
          <p:nvPr/>
        </p:nvSpPr>
        <p:spPr>
          <a:xfrm>
            <a:off x="32301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6-cell170"/>
          <p:cNvSpPr/>
          <p:nvPr/>
        </p:nvSpPr>
        <p:spPr>
          <a:xfrm>
            <a:off x="35806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6-cell171"/>
          <p:cNvSpPr/>
          <p:nvPr/>
        </p:nvSpPr>
        <p:spPr>
          <a:xfrm>
            <a:off x="39311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6-cell172"/>
          <p:cNvSpPr/>
          <p:nvPr/>
        </p:nvSpPr>
        <p:spPr>
          <a:xfrm>
            <a:off x="42816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6-cell173"/>
          <p:cNvSpPr/>
          <p:nvPr/>
        </p:nvSpPr>
        <p:spPr>
          <a:xfrm>
            <a:off x="46321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6-cell174"/>
          <p:cNvSpPr/>
          <p:nvPr/>
        </p:nvSpPr>
        <p:spPr>
          <a:xfrm>
            <a:off x="49827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6-cell175"/>
          <p:cNvSpPr/>
          <p:nvPr/>
        </p:nvSpPr>
        <p:spPr>
          <a:xfrm>
            <a:off x="53332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6-cell176"/>
          <p:cNvSpPr/>
          <p:nvPr/>
        </p:nvSpPr>
        <p:spPr>
          <a:xfrm>
            <a:off x="7764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6-cell177"/>
          <p:cNvSpPr/>
          <p:nvPr/>
        </p:nvSpPr>
        <p:spPr>
          <a:xfrm>
            <a:off x="11269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6-cell178"/>
          <p:cNvSpPr/>
          <p:nvPr/>
        </p:nvSpPr>
        <p:spPr>
          <a:xfrm>
            <a:off x="14775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6-cell179"/>
          <p:cNvSpPr/>
          <p:nvPr/>
        </p:nvSpPr>
        <p:spPr>
          <a:xfrm>
            <a:off x="18280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6-cell180"/>
          <p:cNvSpPr/>
          <p:nvPr/>
        </p:nvSpPr>
        <p:spPr>
          <a:xfrm>
            <a:off x="21785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6-cell181"/>
          <p:cNvSpPr/>
          <p:nvPr/>
        </p:nvSpPr>
        <p:spPr>
          <a:xfrm>
            <a:off x="25290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6-cell182"/>
          <p:cNvSpPr/>
          <p:nvPr/>
        </p:nvSpPr>
        <p:spPr>
          <a:xfrm>
            <a:off x="28795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6-cell183"/>
          <p:cNvSpPr/>
          <p:nvPr/>
        </p:nvSpPr>
        <p:spPr>
          <a:xfrm>
            <a:off x="32301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6-cell184"/>
          <p:cNvSpPr/>
          <p:nvPr/>
        </p:nvSpPr>
        <p:spPr>
          <a:xfrm>
            <a:off x="35806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6-cell185"/>
          <p:cNvSpPr/>
          <p:nvPr/>
        </p:nvSpPr>
        <p:spPr>
          <a:xfrm>
            <a:off x="39311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6-cell186"/>
          <p:cNvSpPr/>
          <p:nvPr/>
        </p:nvSpPr>
        <p:spPr>
          <a:xfrm>
            <a:off x="42816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6-cell187"/>
          <p:cNvSpPr/>
          <p:nvPr/>
        </p:nvSpPr>
        <p:spPr>
          <a:xfrm>
            <a:off x="46321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6-cell188"/>
          <p:cNvSpPr/>
          <p:nvPr/>
        </p:nvSpPr>
        <p:spPr>
          <a:xfrm>
            <a:off x="49827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6-cell189"/>
          <p:cNvSpPr/>
          <p:nvPr/>
        </p:nvSpPr>
        <p:spPr>
          <a:xfrm>
            <a:off x="53332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6-cell190"/>
          <p:cNvSpPr/>
          <p:nvPr/>
        </p:nvSpPr>
        <p:spPr>
          <a:xfrm>
            <a:off x="7764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6-cell191"/>
          <p:cNvSpPr/>
          <p:nvPr/>
        </p:nvSpPr>
        <p:spPr>
          <a:xfrm>
            <a:off x="11269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6-cell192"/>
          <p:cNvSpPr/>
          <p:nvPr/>
        </p:nvSpPr>
        <p:spPr>
          <a:xfrm>
            <a:off x="14775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6-cell193"/>
          <p:cNvSpPr/>
          <p:nvPr/>
        </p:nvSpPr>
        <p:spPr>
          <a:xfrm>
            <a:off x="18280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6-cell194"/>
          <p:cNvSpPr/>
          <p:nvPr/>
        </p:nvSpPr>
        <p:spPr>
          <a:xfrm>
            <a:off x="21785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6-cell195"/>
          <p:cNvSpPr/>
          <p:nvPr/>
        </p:nvSpPr>
        <p:spPr>
          <a:xfrm>
            <a:off x="25290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6-cell196"/>
          <p:cNvSpPr/>
          <p:nvPr/>
        </p:nvSpPr>
        <p:spPr>
          <a:xfrm>
            <a:off x="28795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6-cell197"/>
          <p:cNvSpPr/>
          <p:nvPr/>
        </p:nvSpPr>
        <p:spPr>
          <a:xfrm>
            <a:off x="32301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6-cell198"/>
          <p:cNvSpPr/>
          <p:nvPr/>
        </p:nvSpPr>
        <p:spPr>
          <a:xfrm>
            <a:off x="35806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6-cell199"/>
          <p:cNvSpPr/>
          <p:nvPr/>
        </p:nvSpPr>
        <p:spPr>
          <a:xfrm>
            <a:off x="39311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6-cell200"/>
          <p:cNvSpPr/>
          <p:nvPr/>
        </p:nvSpPr>
        <p:spPr>
          <a:xfrm>
            <a:off x="42816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6-cell201"/>
          <p:cNvSpPr/>
          <p:nvPr/>
        </p:nvSpPr>
        <p:spPr>
          <a:xfrm>
            <a:off x="46321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6-cell202"/>
          <p:cNvSpPr/>
          <p:nvPr/>
        </p:nvSpPr>
        <p:spPr>
          <a:xfrm>
            <a:off x="49827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6-cell203"/>
          <p:cNvSpPr/>
          <p:nvPr/>
        </p:nvSpPr>
        <p:spPr>
          <a:xfrm>
            <a:off x="53332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6-figure204" descr="가로 14칸, 세로 12줄 격자. 위 10줄(140칸)은 색칠, 아래 2줄(28칸)은 흰색"/>
          <p:cNvSpPr/>
          <p:nvPr/>
        </p:nvSpPr>
        <p:spPr>
          <a:xfrm>
            <a:off x="776478" y="2011680"/>
            <a:ext cx="49072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3" name="S06-card205"/>
          <p:cNvSpPr/>
          <p:nvPr/>
        </p:nvSpPr>
        <p:spPr>
          <a:xfrm>
            <a:off x="6277356" y="20231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4" name="S06-cardtext206"/>
          <p:cNvSpPr txBox="1"/>
          <p:nvPr/>
        </p:nvSpPr>
        <p:spPr>
          <a:xfrm>
            <a:off x="6551676" y="21602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칸 2줄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3000" dirty="0"/>
          </a:p>
        </p:txBody>
      </p:sp>
      <p:sp>
        <p:nvSpPr>
          <p:cNvPr id="175" name="S06-card207"/>
          <p:cNvSpPr/>
          <p:nvPr/>
        </p:nvSpPr>
        <p:spPr>
          <a:xfrm>
            <a:off x="6277356" y="34937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6" name="S06-cardtext208"/>
          <p:cNvSpPr txBox="1"/>
          <p:nvPr/>
        </p:nvSpPr>
        <p:spPr>
          <a:xfrm>
            <a:off x="6551676" y="36309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10줄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10 = 140</a:t>
            </a:r>
            <a:endParaRPr lang="ko-KR" sz="3000" dirty="0"/>
          </a:p>
        </p:txBody>
      </p:sp>
      <p:sp>
        <p:nvSpPr>
          <p:cNvPr id="177" name="S06-card209"/>
          <p:cNvSpPr/>
          <p:nvPr/>
        </p:nvSpPr>
        <p:spPr>
          <a:xfrm>
            <a:off x="6277356" y="49644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8" name="S06-cardtext210"/>
          <p:cNvSpPr txBox="1"/>
          <p:nvPr/>
        </p:nvSpPr>
        <p:spPr>
          <a:xfrm>
            <a:off x="6551676" y="51015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+ 140 = 168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7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13을 세로셈으로 해요.</a:t>
            </a:r>
            <a:endParaRPr lang="ko-KR" sz="3000" dirty="0"/>
          </a:p>
        </p:txBody>
      </p:sp>
      <p:sp>
        <p:nvSpPr>
          <p:cNvPr id="4" name="S07-card2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곱해요.</a:t>
            </a:r>
            <a:endParaRPr lang="ko-KR" sz="3000" dirty="0"/>
          </a:p>
        </p:txBody>
      </p:sp>
      <p:graphicFrame>
        <p:nvGraphicFramePr>
          <p:cNvPr id="8" name="S07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1031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215"/>
          <p:cNvSpPr txBox="1"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216"/>
          <p:cNvSpPr txBox="1"/>
          <p:nvPr/>
        </p:nvSpPr>
        <p:spPr>
          <a:xfrm>
            <a:off x="1325880" y="228600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3을 곱해요: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2400" dirty="0"/>
          </a:p>
        </p:txBody>
      </p:sp>
      <p:sp>
        <p:nvSpPr>
          <p:cNvPr id="9" name="S07-stepno217"/>
          <p:cNvSpPr txBox="1"/>
          <p:nvPr/>
        </p:nvSpPr>
        <p:spPr>
          <a:xfrm>
            <a:off x="548640" y="32400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218"/>
          <p:cNvSpPr txBox="1"/>
          <p:nvPr/>
        </p:nvSpPr>
        <p:spPr>
          <a:xfrm>
            <a:off x="1325880" y="3194304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1은 10이에요: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10 = 240</a:t>
            </a:r>
            <a:endParaRPr lang="ko-KR" sz="2400" dirty="0"/>
          </a:p>
        </p:txBody>
      </p:sp>
      <p:sp>
        <p:nvSpPr>
          <p:cNvPr id="11" name="S07-stepno219"/>
          <p:cNvSpPr txBox="1"/>
          <p:nvPr/>
        </p:nvSpPr>
        <p:spPr>
          <a:xfrm>
            <a:off x="548640" y="4148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220"/>
          <p:cNvSpPr txBox="1"/>
          <p:nvPr/>
        </p:nvSpPr>
        <p:spPr>
          <a:xfrm>
            <a:off x="1325880" y="4102608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곱을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+ 240 = 312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8-text2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000" dirty="0"/>
          </a:p>
        </p:txBody>
      </p:sp>
      <p:sp>
        <p:nvSpPr>
          <p:cNvPr id="4" name="S08-card2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줄은 몇십을 곱해서 0까지 써요.</a:t>
            </a:r>
            <a:endParaRPr lang="ko-KR" sz="3000" dirty="0"/>
          </a:p>
        </p:txBody>
      </p:sp>
      <p:graphicFrame>
        <p:nvGraphicFramePr>
          <p:cNvPr id="9" name="S08-table2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104644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label225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8-chip2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8-eqtext22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× 12 = □</a:t>
            </a:r>
            <a:endParaRPr lang="ko-KR" sz="3400" dirty="0"/>
          </a:p>
        </p:txBody>
      </p:sp>
      <p:sp>
        <p:nvSpPr>
          <p:cNvPr id="10" name="S08-chip2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8-eqtext22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× 34 = □</a:t>
            </a:r>
            <a:endParaRPr lang="ko-KR" sz="3400" dirty="0"/>
          </a:p>
        </p:txBody>
      </p:sp>
      <p:sp>
        <p:nvSpPr>
          <p:cNvPr id="12" name="S08-chip2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8-eqtext23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15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23을 세로셈으로 했어요.</a:t>
            </a:r>
            <a:endParaRPr lang="ko-KR" sz="3000" dirty="0"/>
          </a:p>
        </p:txBody>
      </p:sp>
      <p:sp>
        <p:nvSpPr>
          <p:cNvPr id="5" name="S09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30 × 20으로 어림해 봐요.</a:t>
            </a:r>
            <a:endParaRPr lang="ko-KR" sz="3000" dirty="0"/>
          </a:p>
        </p:txBody>
      </p:sp>
      <p:sp>
        <p:nvSpPr>
          <p:cNvPr id="7" name="S09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160</a:t>
            </a:r>
            <a:endParaRPr lang="ko-KR" sz="2400" dirty="0"/>
          </a:p>
        </p:txBody>
      </p:sp>
      <p:sp>
        <p:nvSpPr>
          <p:cNvPr id="8" name="S09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 = 64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 = 160</a:t>
            </a:r>
            <a:endParaRPr lang="ko-KR" sz="3000" dirty="0"/>
          </a:p>
        </p:txBody>
      </p:sp>
      <p:sp>
        <p:nvSpPr>
          <p:cNvPr id="9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736</a:t>
            </a:r>
            <a:endParaRPr lang="ko-KR" sz="2400" dirty="0"/>
          </a:p>
        </p:txBody>
      </p:sp>
      <p:sp>
        <p:nvSpPr>
          <p:cNvPr id="10" name="S09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640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+ 640 = 736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십의 자리를 어떻게 곱했는지 말해요.</a:t>
            </a:r>
            <a:endParaRPr lang="ko-KR" sz="3000" dirty="0"/>
          </a:p>
        </p:txBody>
      </p:sp>
      <p:sp>
        <p:nvSpPr>
          <p:cNvPr id="4" name="S10-chip2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2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70 = □</a:t>
            </a:r>
            <a:endParaRPr lang="ko-KR" sz="3400" dirty="0"/>
          </a:p>
        </p:txBody>
      </p:sp>
      <p:sp>
        <p:nvSpPr>
          <p:cNvPr id="6" name="S10-chip2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2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20 = □</a:t>
            </a:r>
            <a:endParaRPr lang="ko-KR" sz="3400" dirty="0"/>
          </a:p>
        </p:txBody>
      </p:sp>
      <p:sp>
        <p:nvSpPr>
          <p:cNvPr id="8" name="S10-chip24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24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14 = □</a:t>
            </a:r>
            <a:endParaRPr lang="ko-KR" sz="3400" dirty="0"/>
          </a:p>
        </p:txBody>
      </p:sp>
      <p:sp>
        <p:nvSpPr>
          <p:cNvPr id="10" name="S10-chip24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24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× 32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2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14를 계산한 식이에요.</a:t>
            </a:r>
            <a:endParaRPr lang="ko-KR" sz="3000" dirty="0"/>
          </a:p>
        </p:txBody>
      </p:sp>
      <p:sp>
        <p:nvSpPr>
          <p:cNvPr id="4" name="S12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270이 어디서 나왔는지 말해요.</a:t>
            </a:r>
            <a:endParaRPr lang="ko-KR" sz="3000" dirty="0"/>
          </a:p>
        </p:txBody>
      </p:sp>
      <p:sp>
        <p:nvSpPr>
          <p:cNvPr id="6" name="S12-chip2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25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5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135</a:t>
            </a:r>
            <a:endParaRPr lang="ko-KR" sz="3000" dirty="0"/>
          </a:p>
        </p:txBody>
      </p:sp>
      <p:sp>
        <p:nvSpPr>
          <p:cNvPr id="9" name="S12-chip2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25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5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378</a:t>
            </a:r>
            <a:endParaRPr lang="ko-KR" sz="3000" dirty="0"/>
          </a:p>
        </p:txBody>
      </p:sp>
      <p:sp>
        <p:nvSpPr>
          <p:cNvPr id="12" name="S12-chip25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25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6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298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곱해서 더해요.</a:t>
            </a:r>
            <a:endParaRPr lang="ko-KR" sz="3000" dirty="0"/>
          </a:p>
        </p:txBody>
      </p:sp>
      <p:sp>
        <p:nvSpPr>
          <p:cNvPr id="5" name="S13-chip2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몇십을 곱해 0까지 쓰기</a:t>
            </a:r>
            <a:endParaRPr lang="ko-KR" sz="2400" dirty="0"/>
          </a:p>
        </p:txBody>
      </p:sp>
      <p:sp>
        <p:nvSpPr>
          <p:cNvPr id="6" name="S13-chip2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몇으로 곱하기</a:t>
            </a:r>
            <a:endParaRPr lang="ko-KR" sz="2400" dirty="0"/>
          </a:p>
        </p:txBody>
      </p:sp>
      <p:sp>
        <p:nvSpPr>
          <p:cNvPr id="7" name="S13-text2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2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 × 30 = □</a:t>
            </a:r>
            <a:endParaRPr lang="ko-KR" sz="2800" dirty="0"/>
          </a:p>
        </p:txBody>
      </p:sp>
      <p:sp>
        <p:nvSpPr>
          <p:cNvPr id="9" name="S13-eqtext2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× 40 = □</a:t>
            </a:r>
            <a:endParaRPr lang="ko-KR" sz="2800" dirty="0"/>
          </a:p>
        </p:txBody>
      </p:sp>
      <p:sp>
        <p:nvSpPr>
          <p:cNvPr id="10" name="S13-eqtext2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 × 24 = □</a:t>
            </a:r>
            <a:endParaRPr lang="ko-KR" sz="2800" dirty="0"/>
          </a:p>
        </p:txBody>
      </p:sp>
      <p:sp>
        <p:nvSpPr>
          <p:cNvPr id="11" name="S13-text2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나머지가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24 × 3</a:t>
            </a:r>
            <a:endParaRPr lang="ko-KR" sz="4000" dirty="0"/>
          </a:p>
        </p:txBody>
      </p:sp>
      <p:sp>
        <p:nvSpPr>
          <p:cNvPr id="3" name="S14-text2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3번 놓고 수 모형을 모아요.</a:t>
            </a:r>
            <a:endParaRPr lang="ko-KR" sz="3000" dirty="0"/>
          </a:p>
        </p:txBody>
      </p:sp>
      <p:sp>
        <p:nvSpPr>
          <p:cNvPr id="4" name="S14-card27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7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60, 4 × 3 = 12, 60 + 12 = 72</a:t>
            </a:r>
            <a:endParaRPr lang="ko-KR" sz="3000" dirty="0"/>
          </a:p>
        </p:txBody>
      </p:sp>
      <p:sp>
        <p:nvSpPr>
          <p:cNvPr id="6" name="S14-rod273"/>
          <p:cNvSpPr/>
          <p:nvPr/>
        </p:nvSpPr>
        <p:spPr>
          <a:xfrm>
            <a:off x="17805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line274"/>
          <p:cNvSpPr/>
          <p:nvPr/>
        </p:nvSpPr>
        <p:spPr>
          <a:xfrm>
            <a:off x="17805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75"/>
          <p:cNvSpPr/>
          <p:nvPr/>
        </p:nvSpPr>
        <p:spPr>
          <a:xfrm>
            <a:off x="17805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76"/>
          <p:cNvSpPr/>
          <p:nvPr/>
        </p:nvSpPr>
        <p:spPr>
          <a:xfrm>
            <a:off x="17805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77"/>
          <p:cNvSpPr/>
          <p:nvPr/>
        </p:nvSpPr>
        <p:spPr>
          <a:xfrm>
            <a:off x="17805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78"/>
          <p:cNvSpPr/>
          <p:nvPr/>
        </p:nvSpPr>
        <p:spPr>
          <a:xfrm>
            <a:off x="17805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79"/>
          <p:cNvSpPr/>
          <p:nvPr/>
        </p:nvSpPr>
        <p:spPr>
          <a:xfrm>
            <a:off x="17805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80"/>
          <p:cNvSpPr/>
          <p:nvPr/>
        </p:nvSpPr>
        <p:spPr>
          <a:xfrm>
            <a:off x="17805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81"/>
          <p:cNvSpPr/>
          <p:nvPr/>
        </p:nvSpPr>
        <p:spPr>
          <a:xfrm>
            <a:off x="17805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282"/>
          <p:cNvSpPr/>
          <p:nvPr/>
        </p:nvSpPr>
        <p:spPr>
          <a:xfrm>
            <a:off x="17805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rod283"/>
          <p:cNvSpPr/>
          <p:nvPr/>
        </p:nvSpPr>
        <p:spPr>
          <a:xfrm>
            <a:off x="21268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line284"/>
          <p:cNvSpPr/>
          <p:nvPr/>
        </p:nvSpPr>
        <p:spPr>
          <a:xfrm>
            <a:off x="21268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85"/>
          <p:cNvSpPr/>
          <p:nvPr/>
        </p:nvSpPr>
        <p:spPr>
          <a:xfrm>
            <a:off x="21268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86"/>
          <p:cNvSpPr/>
          <p:nvPr/>
        </p:nvSpPr>
        <p:spPr>
          <a:xfrm>
            <a:off x="21268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87"/>
          <p:cNvSpPr/>
          <p:nvPr/>
        </p:nvSpPr>
        <p:spPr>
          <a:xfrm>
            <a:off x="21268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88"/>
          <p:cNvSpPr/>
          <p:nvPr/>
        </p:nvSpPr>
        <p:spPr>
          <a:xfrm>
            <a:off x="21268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89"/>
          <p:cNvSpPr/>
          <p:nvPr/>
        </p:nvSpPr>
        <p:spPr>
          <a:xfrm>
            <a:off x="21268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90"/>
          <p:cNvSpPr/>
          <p:nvPr/>
        </p:nvSpPr>
        <p:spPr>
          <a:xfrm>
            <a:off x="21268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91"/>
          <p:cNvSpPr/>
          <p:nvPr/>
        </p:nvSpPr>
        <p:spPr>
          <a:xfrm>
            <a:off x="21268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292"/>
          <p:cNvSpPr/>
          <p:nvPr/>
        </p:nvSpPr>
        <p:spPr>
          <a:xfrm>
            <a:off x="21268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rod293"/>
          <p:cNvSpPr/>
          <p:nvPr/>
        </p:nvSpPr>
        <p:spPr>
          <a:xfrm>
            <a:off x="24731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line294"/>
          <p:cNvSpPr/>
          <p:nvPr/>
        </p:nvSpPr>
        <p:spPr>
          <a:xfrm>
            <a:off x="24731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95"/>
          <p:cNvSpPr/>
          <p:nvPr/>
        </p:nvSpPr>
        <p:spPr>
          <a:xfrm>
            <a:off x="24731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96"/>
          <p:cNvSpPr/>
          <p:nvPr/>
        </p:nvSpPr>
        <p:spPr>
          <a:xfrm>
            <a:off x="24731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97"/>
          <p:cNvSpPr/>
          <p:nvPr/>
        </p:nvSpPr>
        <p:spPr>
          <a:xfrm>
            <a:off x="24731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98"/>
          <p:cNvSpPr/>
          <p:nvPr/>
        </p:nvSpPr>
        <p:spPr>
          <a:xfrm>
            <a:off x="24731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99"/>
          <p:cNvSpPr/>
          <p:nvPr/>
        </p:nvSpPr>
        <p:spPr>
          <a:xfrm>
            <a:off x="24731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300"/>
          <p:cNvSpPr/>
          <p:nvPr/>
        </p:nvSpPr>
        <p:spPr>
          <a:xfrm>
            <a:off x="24731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301"/>
          <p:cNvSpPr/>
          <p:nvPr/>
        </p:nvSpPr>
        <p:spPr>
          <a:xfrm>
            <a:off x="24731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302"/>
          <p:cNvSpPr/>
          <p:nvPr/>
        </p:nvSpPr>
        <p:spPr>
          <a:xfrm>
            <a:off x="24731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rod303"/>
          <p:cNvSpPr/>
          <p:nvPr/>
        </p:nvSpPr>
        <p:spPr>
          <a:xfrm>
            <a:off x="28194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line304"/>
          <p:cNvSpPr/>
          <p:nvPr/>
        </p:nvSpPr>
        <p:spPr>
          <a:xfrm>
            <a:off x="28194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305"/>
          <p:cNvSpPr/>
          <p:nvPr/>
        </p:nvSpPr>
        <p:spPr>
          <a:xfrm>
            <a:off x="28194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306"/>
          <p:cNvSpPr/>
          <p:nvPr/>
        </p:nvSpPr>
        <p:spPr>
          <a:xfrm>
            <a:off x="28194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307"/>
          <p:cNvSpPr/>
          <p:nvPr/>
        </p:nvSpPr>
        <p:spPr>
          <a:xfrm>
            <a:off x="28194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308"/>
          <p:cNvSpPr/>
          <p:nvPr/>
        </p:nvSpPr>
        <p:spPr>
          <a:xfrm>
            <a:off x="28194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309"/>
          <p:cNvSpPr/>
          <p:nvPr/>
        </p:nvSpPr>
        <p:spPr>
          <a:xfrm>
            <a:off x="28194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310"/>
          <p:cNvSpPr/>
          <p:nvPr/>
        </p:nvSpPr>
        <p:spPr>
          <a:xfrm>
            <a:off x="28194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311"/>
          <p:cNvSpPr/>
          <p:nvPr/>
        </p:nvSpPr>
        <p:spPr>
          <a:xfrm>
            <a:off x="28194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312"/>
          <p:cNvSpPr/>
          <p:nvPr/>
        </p:nvSpPr>
        <p:spPr>
          <a:xfrm>
            <a:off x="28194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rod313"/>
          <p:cNvSpPr/>
          <p:nvPr/>
        </p:nvSpPr>
        <p:spPr>
          <a:xfrm>
            <a:off x="31657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4-line314"/>
          <p:cNvSpPr/>
          <p:nvPr/>
        </p:nvSpPr>
        <p:spPr>
          <a:xfrm>
            <a:off x="31657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315"/>
          <p:cNvSpPr/>
          <p:nvPr/>
        </p:nvSpPr>
        <p:spPr>
          <a:xfrm>
            <a:off x="31657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316"/>
          <p:cNvSpPr/>
          <p:nvPr/>
        </p:nvSpPr>
        <p:spPr>
          <a:xfrm>
            <a:off x="31657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317"/>
          <p:cNvSpPr/>
          <p:nvPr/>
        </p:nvSpPr>
        <p:spPr>
          <a:xfrm>
            <a:off x="31657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318"/>
          <p:cNvSpPr/>
          <p:nvPr/>
        </p:nvSpPr>
        <p:spPr>
          <a:xfrm>
            <a:off x="31657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319"/>
          <p:cNvSpPr/>
          <p:nvPr/>
        </p:nvSpPr>
        <p:spPr>
          <a:xfrm>
            <a:off x="31657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320"/>
          <p:cNvSpPr/>
          <p:nvPr/>
        </p:nvSpPr>
        <p:spPr>
          <a:xfrm>
            <a:off x="31657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321"/>
          <p:cNvSpPr/>
          <p:nvPr/>
        </p:nvSpPr>
        <p:spPr>
          <a:xfrm>
            <a:off x="31657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22"/>
          <p:cNvSpPr/>
          <p:nvPr/>
        </p:nvSpPr>
        <p:spPr>
          <a:xfrm>
            <a:off x="31657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rod323"/>
          <p:cNvSpPr/>
          <p:nvPr/>
        </p:nvSpPr>
        <p:spPr>
          <a:xfrm>
            <a:off x="35120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line324"/>
          <p:cNvSpPr/>
          <p:nvPr/>
        </p:nvSpPr>
        <p:spPr>
          <a:xfrm>
            <a:off x="35120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25"/>
          <p:cNvSpPr/>
          <p:nvPr/>
        </p:nvSpPr>
        <p:spPr>
          <a:xfrm>
            <a:off x="35120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26"/>
          <p:cNvSpPr/>
          <p:nvPr/>
        </p:nvSpPr>
        <p:spPr>
          <a:xfrm>
            <a:off x="35120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27"/>
          <p:cNvSpPr/>
          <p:nvPr/>
        </p:nvSpPr>
        <p:spPr>
          <a:xfrm>
            <a:off x="35120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328"/>
          <p:cNvSpPr/>
          <p:nvPr/>
        </p:nvSpPr>
        <p:spPr>
          <a:xfrm>
            <a:off x="35120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329"/>
          <p:cNvSpPr/>
          <p:nvPr/>
        </p:nvSpPr>
        <p:spPr>
          <a:xfrm>
            <a:off x="35120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30"/>
          <p:cNvSpPr/>
          <p:nvPr/>
        </p:nvSpPr>
        <p:spPr>
          <a:xfrm>
            <a:off x="35120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31"/>
          <p:cNvSpPr/>
          <p:nvPr/>
        </p:nvSpPr>
        <p:spPr>
          <a:xfrm>
            <a:off x="35120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32"/>
          <p:cNvSpPr/>
          <p:nvPr/>
        </p:nvSpPr>
        <p:spPr>
          <a:xfrm>
            <a:off x="35120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unit333"/>
          <p:cNvSpPr/>
          <p:nvPr/>
        </p:nvSpPr>
        <p:spPr>
          <a:xfrm>
            <a:off x="3858394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4-unit334"/>
          <p:cNvSpPr/>
          <p:nvPr/>
        </p:nvSpPr>
        <p:spPr>
          <a:xfrm>
            <a:off x="3858394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unit335"/>
          <p:cNvSpPr/>
          <p:nvPr/>
        </p:nvSpPr>
        <p:spPr>
          <a:xfrm>
            <a:off x="3858394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4-unit336"/>
          <p:cNvSpPr/>
          <p:nvPr/>
        </p:nvSpPr>
        <p:spPr>
          <a:xfrm>
            <a:off x="3858394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unit337"/>
          <p:cNvSpPr/>
          <p:nvPr/>
        </p:nvSpPr>
        <p:spPr>
          <a:xfrm>
            <a:off x="3858394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4-unit338"/>
          <p:cNvSpPr/>
          <p:nvPr/>
        </p:nvSpPr>
        <p:spPr>
          <a:xfrm>
            <a:off x="4139763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39"/>
          <p:cNvSpPr/>
          <p:nvPr/>
        </p:nvSpPr>
        <p:spPr>
          <a:xfrm>
            <a:off x="4139763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40"/>
          <p:cNvSpPr/>
          <p:nvPr/>
        </p:nvSpPr>
        <p:spPr>
          <a:xfrm>
            <a:off x="4139763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41"/>
          <p:cNvSpPr/>
          <p:nvPr/>
        </p:nvSpPr>
        <p:spPr>
          <a:xfrm>
            <a:off x="4139763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42"/>
          <p:cNvSpPr/>
          <p:nvPr/>
        </p:nvSpPr>
        <p:spPr>
          <a:xfrm>
            <a:off x="4139763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unit343"/>
          <p:cNvSpPr/>
          <p:nvPr/>
        </p:nvSpPr>
        <p:spPr>
          <a:xfrm>
            <a:off x="4421131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unit344"/>
          <p:cNvSpPr/>
          <p:nvPr/>
        </p:nvSpPr>
        <p:spPr>
          <a:xfrm>
            <a:off x="4421131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345" descr="십 모형 6개와 일 모형 1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4-label346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12개</a:t>
            </a:r>
            <a:endParaRPr lang="ko-KR" sz="2400" dirty="0"/>
          </a:p>
        </p:txBody>
      </p:sp>
      <p:sp>
        <p:nvSpPr>
          <p:cNvPr id="80" name="S14-rod347"/>
          <p:cNvSpPr/>
          <p:nvPr/>
        </p:nvSpPr>
        <p:spPr>
          <a:xfrm>
            <a:off x="75946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4-line348"/>
          <p:cNvSpPr/>
          <p:nvPr/>
        </p:nvSpPr>
        <p:spPr>
          <a:xfrm>
            <a:off x="75946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49"/>
          <p:cNvSpPr/>
          <p:nvPr/>
        </p:nvSpPr>
        <p:spPr>
          <a:xfrm>
            <a:off x="75946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50"/>
          <p:cNvSpPr/>
          <p:nvPr/>
        </p:nvSpPr>
        <p:spPr>
          <a:xfrm>
            <a:off x="75946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51"/>
          <p:cNvSpPr/>
          <p:nvPr/>
        </p:nvSpPr>
        <p:spPr>
          <a:xfrm>
            <a:off x="75946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52"/>
          <p:cNvSpPr/>
          <p:nvPr/>
        </p:nvSpPr>
        <p:spPr>
          <a:xfrm>
            <a:off x="75946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53"/>
          <p:cNvSpPr/>
          <p:nvPr/>
        </p:nvSpPr>
        <p:spPr>
          <a:xfrm>
            <a:off x="75946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54"/>
          <p:cNvSpPr/>
          <p:nvPr/>
        </p:nvSpPr>
        <p:spPr>
          <a:xfrm>
            <a:off x="75946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355"/>
          <p:cNvSpPr/>
          <p:nvPr/>
        </p:nvSpPr>
        <p:spPr>
          <a:xfrm>
            <a:off x="75946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356"/>
          <p:cNvSpPr/>
          <p:nvPr/>
        </p:nvSpPr>
        <p:spPr>
          <a:xfrm>
            <a:off x="75946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rod357"/>
          <p:cNvSpPr/>
          <p:nvPr/>
        </p:nvSpPr>
        <p:spPr>
          <a:xfrm>
            <a:off x="79409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4-line358"/>
          <p:cNvSpPr/>
          <p:nvPr/>
        </p:nvSpPr>
        <p:spPr>
          <a:xfrm>
            <a:off x="79409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59"/>
          <p:cNvSpPr/>
          <p:nvPr/>
        </p:nvSpPr>
        <p:spPr>
          <a:xfrm>
            <a:off x="79409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60"/>
          <p:cNvSpPr/>
          <p:nvPr/>
        </p:nvSpPr>
        <p:spPr>
          <a:xfrm>
            <a:off x="79409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61"/>
          <p:cNvSpPr/>
          <p:nvPr/>
        </p:nvSpPr>
        <p:spPr>
          <a:xfrm>
            <a:off x="79409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62"/>
          <p:cNvSpPr/>
          <p:nvPr/>
        </p:nvSpPr>
        <p:spPr>
          <a:xfrm>
            <a:off x="79409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63"/>
          <p:cNvSpPr/>
          <p:nvPr/>
        </p:nvSpPr>
        <p:spPr>
          <a:xfrm>
            <a:off x="79409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64"/>
          <p:cNvSpPr/>
          <p:nvPr/>
        </p:nvSpPr>
        <p:spPr>
          <a:xfrm>
            <a:off x="79409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365"/>
          <p:cNvSpPr/>
          <p:nvPr/>
        </p:nvSpPr>
        <p:spPr>
          <a:xfrm>
            <a:off x="79409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366"/>
          <p:cNvSpPr/>
          <p:nvPr/>
        </p:nvSpPr>
        <p:spPr>
          <a:xfrm>
            <a:off x="79409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rod367"/>
          <p:cNvSpPr/>
          <p:nvPr/>
        </p:nvSpPr>
        <p:spPr>
          <a:xfrm>
            <a:off x="82872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4-line368"/>
          <p:cNvSpPr/>
          <p:nvPr/>
        </p:nvSpPr>
        <p:spPr>
          <a:xfrm>
            <a:off x="82872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69"/>
          <p:cNvSpPr/>
          <p:nvPr/>
        </p:nvSpPr>
        <p:spPr>
          <a:xfrm>
            <a:off x="82872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70"/>
          <p:cNvSpPr/>
          <p:nvPr/>
        </p:nvSpPr>
        <p:spPr>
          <a:xfrm>
            <a:off x="82872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71"/>
          <p:cNvSpPr/>
          <p:nvPr/>
        </p:nvSpPr>
        <p:spPr>
          <a:xfrm>
            <a:off x="82872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72"/>
          <p:cNvSpPr/>
          <p:nvPr/>
        </p:nvSpPr>
        <p:spPr>
          <a:xfrm>
            <a:off x="82872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73"/>
          <p:cNvSpPr/>
          <p:nvPr/>
        </p:nvSpPr>
        <p:spPr>
          <a:xfrm>
            <a:off x="82872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74"/>
          <p:cNvSpPr/>
          <p:nvPr/>
        </p:nvSpPr>
        <p:spPr>
          <a:xfrm>
            <a:off x="82872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375"/>
          <p:cNvSpPr/>
          <p:nvPr/>
        </p:nvSpPr>
        <p:spPr>
          <a:xfrm>
            <a:off x="82872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376"/>
          <p:cNvSpPr/>
          <p:nvPr/>
        </p:nvSpPr>
        <p:spPr>
          <a:xfrm>
            <a:off x="82872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rod377"/>
          <p:cNvSpPr/>
          <p:nvPr/>
        </p:nvSpPr>
        <p:spPr>
          <a:xfrm>
            <a:off x="86335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4-line378"/>
          <p:cNvSpPr/>
          <p:nvPr/>
        </p:nvSpPr>
        <p:spPr>
          <a:xfrm>
            <a:off x="86335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79"/>
          <p:cNvSpPr/>
          <p:nvPr/>
        </p:nvSpPr>
        <p:spPr>
          <a:xfrm>
            <a:off x="86335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80"/>
          <p:cNvSpPr/>
          <p:nvPr/>
        </p:nvSpPr>
        <p:spPr>
          <a:xfrm>
            <a:off x="86335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81"/>
          <p:cNvSpPr/>
          <p:nvPr/>
        </p:nvSpPr>
        <p:spPr>
          <a:xfrm>
            <a:off x="86335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82"/>
          <p:cNvSpPr/>
          <p:nvPr/>
        </p:nvSpPr>
        <p:spPr>
          <a:xfrm>
            <a:off x="86335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83"/>
          <p:cNvSpPr/>
          <p:nvPr/>
        </p:nvSpPr>
        <p:spPr>
          <a:xfrm>
            <a:off x="86335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84"/>
          <p:cNvSpPr/>
          <p:nvPr/>
        </p:nvSpPr>
        <p:spPr>
          <a:xfrm>
            <a:off x="86335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385"/>
          <p:cNvSpPr/>
          <p:nvPr/>
        </p:nvSpPr>
        <p:spPr>
          <a:xfrm>
            <a:off x="86335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386"/>
          <p:cNvSpPr/>
          <p:nvPr/>
        </p:nvSpPr>
        <p:spPr>
          <a:xfrm>
            <a:off x="86335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rod387"/>
          <p:cNvSpPr/>
          <p:nvPr/>
        </p:nvSpPr>
        <p:spPr>
          <a:xfrm>
            <a:off x="89798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line388"/>
          <p:cNvSpPr/>
          <p:nvPr/>
        </p:nvSpPr>
        <p:spPr>
          <a:xfrm>
            <a:off x="89798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389"/>
          <p:cNvSpPr/>
          <p:nvPr/>
        </p:nvSpPr>
        <p:spPr>
          <a:xfrm>
            <a:off x="89798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390"/>
          <p:cNvSpPr/>
          <p:nvPr/>
        </p:nvSpPr>
        <p:spPr>
          <a:xfrm>
            <a:off x="89798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391"/>
          <p:cNvSpPr/>
          <p:nvPr/>
        </p:nvSpPr>
        <p:spPr>
          <a:xfrm>
            <a:off x="89798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392"/>
          <p:cNvSpPr/>
          <p:nvPr/>
        </p:nvSpPr>
        <p:spPr>
          <a:xfrm>
            <a:off x="89798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393"/>
          <p:cNvSpPr/>
          <p:nvPr/>
        </p:nvSpPr>
        <p:spPr>
          <a:xfrm>
            <a:off x="89798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394"/>
          <p:cNvSpPr/>
          <p:nvPr/>
        </p:nvSpPr>
        <p:spPr>
          <a:xfrm>
            <a:off x="89798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395"/>
          <p:cNvSpPr/>
          <p:nvPr/>
        </p:nvSpPr>
        <p:spPr>
          <a:xfrm>
            <a:off x="89798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396"/>
          <p:cNvSpPr/>
          <p:nvPr/>
        </p:nvSpPr>
        <p:spPr>
          <a:xfrm>
            <a:off x="89798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rod397"/>
          <p:cNvSpPr/>
          <p:nvPr/>
        </p:nvSpPr>
        <p:spPr>
          <a:xfrm>
            <a:off x="93261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4-line398"/>
          <p:cNvSpPr/>
          <p:nvPr/>
        </p:nvSpPr>
        <p:spPr>
          <a:xfrm>
            <a:off x="93261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399"/>
          <p:cNvSpPr/>
          <p:nvPr/>
        </p:nvSpPr>
        <p:spPr>
          <a:xfrm>
            <a:off x="93261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400"/>
          <p:cNvSpPr/>
          <p:nvPr/>
        </p:nvSpPr>
        <p:spPr>
          <a:xfrm>
            <a:off x="93261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401"/>
          <p:cNvSpPr/>
          <p:nvPr/>
        </p:nvSpPr>
        <p:spPr>
          <a:xfrm>
            <a:off x="93261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402"/>
          <p:cNvSpPr/>
          <p:nvPr/>
        </p:nvSpPr>
        <p:spPr>
          <a:xfrm>
            <a:off x="93261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403"/>
          <p:cNvSpPr/>
          <p:nvPr/>
        </p:nvSpPr>
        <p:spPr>
          <a:xfrm>
            <a:off x="93261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404"/>
          <p:cNvSpPr/>
          <p:nvPr/>
        </p:nvSpPr>
        <p:spPr>
          <a:xfrm>
            <a:off x="93261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405"/>
          <p:cNvSpPr/>
          <p:nvPr/>
        </p:nvSpPr>
        <p:spPr>
          <a:xfrm>
            <a:off x="93261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406"/>
          <p:cNvSpPr/>
          <p:nvPr/>
        </p:nvSpPr>
        <p:spPr>
          <a:xfrm>
            <a:off x="93261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rod407"/>
          <p:cNvSpPr/>
          <p:nvPr/>
        </p:nvSpPr>
        <p:spPr>
          <a:xfrm>
            <a:off x="96724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4-line408"/>
          <p:cNvSpPr/>
          <p:nvPr/>
        </p:nvSpPr>
        <p:spPr>
          <a:xfrm>
            <a:off x="96724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409"/>
          <p:cNvSpPr/>
          <p:nvPr/>
        </p:nvSpPr>
        <p:spPr>
          <a:xfrm>
            <a:off x="96724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410"/>
          <p:cNvSpPr/>
          <p:nvPr/>
        </p:nvSpPr>
        <p:spPr>
          <a:xfrm>
            <a:off x="96724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411"/>
          <p:cNvSpPr/>
          <p:nvPr/>
        </p:nvSpPr>
        <p:spPr>
          <a:xfrm>
            <a:off x="96724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ine412"/>
          <p:cNvSpPr/>
          <p:nvPr/>
        </p:nvSpPr>
        <p:spPr>
          <a:xfrm>
            <a:off x="96724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4-line413"/>
          <p:cNvSpPr/>
          <p:nvPr/>
        </p:nvSpPr>
        <p:spPr>
          <a:xfrm>
            <a:off x="96724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4-line414"/>
          <p:cNvSpPr/>
          <p:nvPr/>
        </p:nvSpPr>
        <p:spPr>
          <a:xfrm>
            <a:off x="96724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4-line415"/>
          <p:cNvSpPr/>
          <p:nvPr/>
        </p:nvSpPr>
        <p:spPr>
          <a:xfrm>
            <a:off x="96724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4-line416"/>
          <p:cNvSpPr/>
          <p:nvPr/>
        </p:nvSpPr>
        <p:spPr>
          <a:xfrm>
            <a:off x="96724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4-unit417"/>
          <p:cNvSpPr/>
          <p:nvPr/>
        </p:nvSpPr>
        <p:spPr>
          <a:xfrm>
            <a:off x="10018769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14-unit418"/>
          <p:cNvSpPr/>
          <p:nvPr/>
        </p:nvSpPr>
        <p:spPr>
          <a:xfrm>
            <a:off x="10018769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14-figure419" descr="십 모형 7개와 일 모형 2개"/>
          <p:cNvSpPr/>
          <p:nvPr/>
        </p:nvSpPr>
        <p:spPr>
          <a:xfrm>
            <a:off x="6254496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14-label420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72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수)×(두 자리 수)</dc:title>
  <dc:subject>KR22-G03-MAT-MUL2X2-L01</dc:subject>
  <dc:creator>education-ppt</dc:creator>
  <cp:lastModifiedBy>education-ppt</cp:lastModifiedBy>
  <cp:revision>1</cp:revision>
  <dcterms:created xsi:type="dcterms:W3CDTF">2026-10-26T07:22:30Z</dcterms:created>
  <dcterms:modified xsi:type="dcterms:W3CDTF">2026-10-26T07:22:30Z</dcterms:modified>
</cp:coreProperties>
</file>