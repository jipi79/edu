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723642a-4c41-a8df-2944-793a91fc3bd0}">
          <p14:sldIdLst>
            <p14:sldId id="256"/>
            <p14:sldId id="257"/>
          </p14:sldIdLst>
        </p14:section>
        <p14:section name="개념" id="{e35f1697-fd53-bf8e-3f6a-d2a8da7b8096}">
          <p14:sldIdLst>
            <p14:sldId id="258"/>
            <p14:sldId id="259"/>
            <p14:sldId id="261"/>
            <p14:sldId id="262"/>
          </p14:sldIdLst>
        </p14:section>
        <p14:section name="연습" id="{f92b8a44-402e-b02a-9b07-30288488e2bf}">
          <p14:sldIdLst>
            <p14:sldId id="260"/>
            <p14:sldId id="263"/>
            <p14:sldId id="264"/>
          </p14:sldIdLst>
        </p14:section>
        <p14:section name="개념" id="{34280aa6-81ef-88e2-cb01-a447b0f24f56}">
          <p14:sldIdLst/>
        </p14:section>
        <p14:section name="연습" id="{eb71dbde-6e11-397b-acb4-74d361dade2f}">
          <p14:sldIdLst/>
        </p14:section>
        <p14:section name="확인" id="{89f7c0c6-7ff7-6a57-a54a-e0c32039b948}">
          <p14:sldIdLst>
            <p14:sldId id="265"/>
            <p14:sldId id="266"/>
          </p14:sldIdLst>
        </p14:section>
        <p14:section name="정리" id="{44556bc3-71b0-b5eb-7c6d-1eec8b16ea18}">
          <p14:sldIdLst>
            <p14:sldId id="267"/>
          </p14:sldIdLst>
        </p14:section>
        <p14:section name="보충" id="{863cc80d-330d-31b1-3c09-b0b43ff492c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(두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(두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(두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수끼리 곱하기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13은 어떻게 계산할까?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883920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몇십끼리 곱하고, 0을 왜 붙이는지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자리 수끼리 세로셈으로 곱해요.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8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3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× 4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40은 얼마일까요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4에서 시작해요.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40 = 1200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12에 0을 2개 붙여요.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241550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2139696"/>
                <a:gridCol w="3456432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곱셈식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생각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× 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12의 10배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× 40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120의 10배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30은 얼마일까요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30을 세로셈으로 해요.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몇십을 곱하면 몇을 곱한 값의 10배예요.</a:t>
            </a:r>
            <a:endParaRPr lang="ko-KR" sz="30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57770" y="2346960"/>
          <a:ext cx="34747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18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19"/>
          <p:cNvSpPr txBox="1"/>
          <p:nvPr/>
        </p:nvSpPr>
        <p:spPr>
          <a:xfrm>
            <a:off x="1325880" y="2578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3 = 69</a:t>
            </a:r>
            <a:endParaRPr lang="ko-KR" sz="3000" dirty="0"/>
          </a:p>
        </p:txBody>
      </p:sp>
      <p:sp>
        <p:nvSpPr>
          <p:cNvPr id="9" name="S04-stepno20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1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30은 23 × 3의 10배예요.</a:t>
            </a:r>
            <a:endParaRPr lang="ko-KR" sz="3000" dirty="0"/>
          </a:p>
        </p:txBody>
      </p:sp>
      <p:sp>
        <p:nvSpPr>
          <p:cNvPr id="11" name="S04-stepno22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3"/>
          <p:cNvSpPr txBox="1"/>
          <p:nvPr/>
        </p:nvSpPr>
        <p:spPr>
          <a:xfrm>
            <a:off x="1325880" y="4005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69에 0을 1개 붙여 690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몇 개 붙일까요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구했는지 말해요.</a:t>
            </a:r>
            <a:endParaRPr lang="ko-KR" sz="30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빼고 곱한 다음, 뺀 0의 수만큼 붙여요.</a:t>
            </a:r>
            <a:endParaRPr lang="ko-KR" sz="3000" dirty="0"/>
          </a:p>
        </p:txBody>
      </p:sp>
      <p:sp>
        <p:nvSpPr>
          <p:cNvPr id="6" name="S05-chip2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2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40 = □</a:t>
            </a:r>
            <a:endParaRPr lang="ko-KR" sz="3400" dirty="0"/>
          </a:p>
        </p:txBody>
      </p:sp>
      <p:sp>
        <p:nvSpPr>
          <p:cNvPr id="8" name="S05-chip2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3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× 60 = □</a:t>
            </a:r>
            <a:endParaRPr lang="ko-KR" sz="3400" dirty="0"/>
          </a:p>
        </p:txBody>
      </p:sp>
      <p:sp>
        <p:nvSpPr>
          <p:cNvPr id="10" name="S05-chip3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32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20 = □</a:t>
            </a:r>
            <a:endParaRPr lang="ko-KR" sz="3400" dirty="0"/>
          </a:p>
        </p:txBody>
      </p:sp>
      <p:sp>
        <p:nvSpPr>
          <p:cNvPr id="12" name="S05-chip3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eqtext34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× 50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× 12를 나누어 세요</a:t>
            </a:r>
            <a:endParaRPr lang="ko-KR" sz="40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14칸씩 12줄을 10줄과 2줄로 나누어요.</a:t>
            </a:r>
            <a:endParaRPr lang="ko-KR" sz="3000" dirty="0"/>
          </a:p>
        </p:txBody>
      </p:sp>
      <p:sp>
        <p:nvSpPr>
          <p:cNvPr id="4" name="S06-cell36"/>
          <p:cNvSpPr/>
          <p:nvPr/>
        </p:nvSpPr>
        <p:spPr>
          <a:xfrm>
            <a:off x="77647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6-cell37"/>
          <p:cNvSpPr/>
          <p:nvPr/>
        </p:nvSpPr>
        <p:spPr>
          <a:xfrm>
            <a:off x="112699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cell38"/>
          <p:cNvSpPr/>
          <p:nvPr/>
        </p:nvSpPr>
        <p:spPr>
          <a:xfrm>
            <a:off x="147751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cell39"/>
          <p:cNvSpPr/>
          <p:nvPr/>
        </p:nvSpPr>
        <p:spPr>
          <a:xfrm>
            <a:off x="182803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cell40"/>
          <p:cNvSpPr/>
          <p:nvPr/>
        </p:nvSpPr>
        <p:spPr>
          <a:xfrm>
            <a:off x="217855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cell41"/>
          <p:cNvSpPr/>
          <p:nvPr/>
        </p:nvSpPr>
        <p:spPr>
          <a:xfrm>
            <a:off x="252907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42"/>
          <p:cNvSpPr/>
          <p:nvPr/>
        </p:nvSpPr>
        <p:spPr>
          <a:xfrm>
            <a:off x="287959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43"/>
          <p:cNvSpPr/>
          <p:nvPr/>
        </p:nvSpPr>
        <p:spPr>
          <a:xfrm>
            <a:off x="323011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44"/>
          <p:cNvSpPr/>
          <p:nvPr/>
        </p:nvSpPr>
        <p:spPr>
          <a:xfrm>
            <a:off x="358063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45"/>
          <p:cNvSpPr/>
          <p:nvPr/>
        </p:nvSpPr>
        <p:spPr>
          <a:xfrm>
            <a:off x="393115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46"/>
          <p:cNvSpPr/>
          <p:nvPr/>
        </p:nvSpPr>
        <p:spPr>
          <a:xfrm>
            <a:off x="428167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47"/>
          <p:cNvSpPr/>
          <p:nvPr/>
        </p:nvSpPr>
        <p:spPr>
          <a:xfrm>
            <a:off x="463219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48"/>
          <p:cNvSpPr/>
          <p:nvPr/>
        </p:nvSpPr>
        <p:spPr>
          <a:xfrm>
            <a:off x="498271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49"/>
          <p:cNvSpPr/>
          <p:nvPr/>
        </p:nvSpPr>
        <p:spPr>
          <a:xfrm>
            <a:off x="5333238" y="20116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50"/>
          <p:cNvSpPr/>
          <p:nvPr/>
        </p:nvSpPr>
        <p:spPr>
          <a:xfrm>
            <a:off x="77647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51"/>
          <p:cNvSpPr/>
          <p:nvPr/>
        </p:nvSpPr>
        <p:spPr>
          <a:xfrm>
            <a:off x="112699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52"/>
          <p:cNvSpPr/>
          <p:nvPr/>
        </p:nvSpPr>
        <p:spPr>
          <a:xfrm>
            <a:off x="147751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53"/>
          <p:cNvSpPr/>
          <p:nvPr/>
        </p:nvSpPr>
        <p:spPr>
          <a:xfrm>
            <a:off x="182803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54"/>
          <p:cNvSpPr/>
          <p:nvPr/>
        </p:nvSpPr>
        <p:spPr>
          <a:xfrm>
            <a:off x="217855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55"/>
          <p:cNvSpPr/>
          <p:nvPr/>
        </p:nvSpPr>
        <p:spPr>
          <a:xfrm>
            <a:off x="252907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56"/>
          <p:cNvSpPr/>
          <p:nvPr/>
        </p:nvSpPr>
        <p:spPr>
          <a:xfrm>
            <a:off x="287959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57"/>
          <p:cNvSpPr/>
          <p:nvPr/>
        </p:nvSpPr>
        <p:spPr>
          <a:xfrm>
            <a:off x="323011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cell58"/>
          <p:cNvSpPr/>
          <p:nvPr/>
        </p:nvSpPr>
        <p:spPr>
          <a:xfrm>
            <a:off x="358063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cell59"/>
          <p:cNvSpPr/>
          <p:nvPr/>
        </p:nvSpPr>
        <p:spPr>
          <a:xfrm>
            <a:off x="393115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cell60"/>
          <p:cNvSpPr/>
          <p:nvPr/>
        </p:nvSpPr>
        <p:spPr>
          <a:xfrm>
            <a:off x="428167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cell61"/>
          <p:cNvSpPr/>
          <p:nvPr/>
        </p:nvSpPr>
        <p:spPr>
          <a:xfrm>
            <a:off x="463219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6-cell62"/>
          <p:cNvSpPr/>
          <p:nvPr/>
        </p:nvSpPr>
        <p:spPr>
          <a:xfrm>
            <a:off x="498271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cell63"/>
          <p:cNvSpPr/>
          <p:nvPr/>
        </p:nvSpPr>
        <p:spPr>
          <a:xfrm>
            <a:off x="5333238" y="23622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6-cell64"/>
          <p:cNvSpPr/>
          <p:nvPr/>
        </p:nvSpPr>
        <p:spPr>
          <a:xfrm>
            <a:off x="77647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6-cell65"/>
          <p:cNvSpPr/>
          <p:nvPr/>
        </p:nvSpPr>
        <p:spPr>
          <a:xfrm>
            <a:off x="112699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6-cell66"/>
          <p:cNvSpPr/>
          <p:nvPr/>
        </p:nvSpPr>
        <p:spPr>
          <a:xfrm>
            <a:off x="147751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cell67"/>
          <p:cNvSpPr/>
          <p:nvPr/>
        </p:nvSpPr>
        <p:spPr>
          <a:xfrm>
            <a:off x="182803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6-cell68"/>
          <p:cNvSpPr/>
          <p:nvPr/>
        </p:nvSpPr>
        <p:spPr>
          <a:xfrm>
            <a:off x="217855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6-cell69"/>
          <p:cNvSpPr/>
          <p:nvPr/>
        </p:nvSpPr>
        <p:spPr>
          <a:xfrm>
            <a:off x="252907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6-cell70"/>
          <p:cNvSpPr/>
          <p:nvPr/>
        </p:nvSpPr>
        <p:spPr>
          <a:xfrm>
            <a:off x="287959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cell71"/>
          <p:cNvSpPr/>
          <p:nvPr/>
        </p:nvSpPr>
        <p:spPr>
          <a:xfrm>
            <a:off x="323011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6-cell72"/>
          <p:cNvSpPr/>
          <p:nvPr/>
        </p:nvSpPr>
        <p:spPr>
          <a:xfrm>
            <a:off x="358063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6-cell73"/>
          <p:cNvSpPr/>
          <p:nvPr/>
        </p:nvSpPr>
        <p:spPr>
          <a:xfrm>
            <a:off x="393115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6-cell74"/>
          <p:cNvSpPr/>
          <p:nvPr/>
        </p:nvSpPr>
        <p:spPr>
          <a:xfrm>
            <a:off x="428167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6-cell75"/>
          <p:cNvSpPr/>
          <p:nvPr/>
        </p:nvSpPr>
        <p:spPr>
          <a:xfrm>
            <a:off x="463219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6-cell76"/>
          <p:cNvSpPr/>
          <p:nvPr/>
        </p:nvSpPr>
        <p:spPr>
          <a:xfrm>
            <a:off x="498271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6-cell77"/>
          <p:cNvSpPr/>
          <p:nvPr/>
        </p:nvSpPr>
        <p:spPr>
          <a:xfrm>
            <a:off x="5333238" y="27127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6-cell78"/>
          <p:cNvSpPr/>
          <p:nvPr/>
        </p:nvSpPr>
        <p:spPr>
          <a:xfrm>
            <a:off x="77647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6-cell79"/>
          <p:cNvSpPr/>
          <p:nvPr/>
        </p:nvSpPr>
        <p:spPr>
          <a:xfrm>
            <a:off x="112699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6-cell80"/>
          <p:cNvSpPr/>
          <p:nvPr/>
        </p:nvSpPr>
        <p:spPr>
          <a:xfrm>
            <a:off x="147751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6-cell81"/>
          <p:cNvSpPr/>
          <p:nvPr/>
        </p:nvSpPr>
        <p:spPr>
          <a:xfrm>
            <a:off x="182803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6-cell82"/>
          <p:cNvSpPr/>
          <p:nvPr/>
        </p:nvSpPr>
        <p:spPr>
          <a:xfrm>
            <a:off x="217855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6-cell83"/>
          <p:cNvSpPr/>
          <p:nvPr/>
        </p:nvSpPr>
        <p:spPr>
          <a:xfrm>
            <a:off x="252907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6-cell84"/>
          <p:cNvSpPr/>
          <p:nvPr/>
        </p:nvSpPr>
        <p:spPr>
          <a:xfrm>
            <a:off x="287959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6-cell85"/>
          <p:cNvSpPr/>
          <p:nvPr/>
        </p:nvSpPr>
        <p:spPr>
          <a:xfrm>
            <a:off x="323011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6-cell86"/>
          <p:cNvSpPr/>
          <p:nvPr/>
        </p:nvSpPr>
        <p:spPr>
          <a:xfrm>
            <a:off x="358063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6-cell87"/>
          <p:cNvSpPr/>
          <p:nvPr/>
        </p:nvSpPr>
        <p:spPr>
          <a:xfrm>
            <a:off x="393115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6-cell88"/>
          <p:cNvSpPr/>
          <p:nvPr/>
        </p:nvSpPr>
        <p:spPr>
          <a:xfrm>
            <a:off x="428167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6-cell89"/>
          <p:cNvSpPr/>
          <p:nvPr/>
        </p:nvSpPr>
        <p:spPr>
          <a:xfrm>
            <a:off x="463219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6-cell90"/>
          <p:cNvSpPr/>
          <p:nvPr/>
        </p:nvSpPr>
        <p:spPr>
          <a:xfrm>
            <a:off x="498271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6-cell91"/>
          <p:cNvSpPr/>
          <p:nvPr/>
        </p:nvSpPr>
        <p:spPr>
          <a:xfrm>
            <a:off x="5333238" y="30632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6-cell92"/>
          <p:cNvSpPr/>
          <p:nvPr/>
        </p:nvSpPr>
        <p:spPr>
          <a:xfrm>
            <a:off x="77647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6-cell93"/>
          <p:cNvSpPr/>
          <p:nvPr/>
        </p:nvSpPr>
        <p:spPr>
          <a:xfrm>
            <a:off x="112699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6-cell94"/>
          <p:cNvSpPr/>
          <p:nvPr/>
        </p:nvSpPr>
        <p:spPr>
          <a:xfrm>
            <a:off x="147751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6-cell95"/>
          <p:cNvSpPr/>
          <p:nvPr/>
        </p:nvSpPr>
        <p:spPr>
          <a:xfrm>
            <a:off x="182803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6-cell96"/>
          <p:cNvSpPr/>
          <p:nvPr/>
        </p:nvSpPr>
        <p:spPr>
          <a:xfrm>
            <a:off x="217855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6-cell97"/>
          <p:cNvSpPr/>
          <p:nvPr/>
        </p:nvSpPr>
        <p:spPr>
          <a:xfrm>
            <a:off x="252907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6-cell98"/>
          <p:cNvSpPr/>
          <p:nvPr/>
        </p:nvSpPr>
        <p:spPr>
          <a:xfrm>
            <a:off x="287959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6-cell99"/>
          <p:cNvSpPr/>
          <p:nvPr/>
        </p:nvSpPr>
        <p:spPr>
          <a:xfrm>
            <a:off x="323011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6-cell100"/>
          <p:cNvSpPr/>
          <p:nvPr/>
        </p:nvSpPr>
        <p:spPr>
          <a:xfrm>
            <a:off x="358063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6-cell101"/>
          <p:cNvSpPr/>
          <p:nvPr/>
        </p:nvSpPr>
        <p:spPr>
          <a:xfrm>
            <a:off x="393115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6-cell102"/>
          <p:cNvSpPr/>
          <p:nvPr/>
        </p:nvSpPr>
        <p:spPr>
          <a:xfrm>
            <a:off x="428167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6-cell103"/>
          <p:cNvSpPr/>
          <p:nvPr/>
        </p:nvSpPr>
        <p:spPr>
          <a:xfrm>
            <a:off x="463219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6-cell104"/>
          <p:cNvSpPr/>
          <p:nvPr/>
        </p:nvSpPr>
        <p:spPr>
          <a:xfrm>
            <a:off x="498271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6-cell105"/>
          <p:cNvSpPr/>
          <p:nvPr/>
        </p:nvSpPr>
        <p:spPr>
          <a:xfrm>
            <a:off x="5333238" y="34137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6-cell106"/>
          <p:cNvSpPr/>
          <p:nvPr/>
        </p:nvSpPr>
        <p:spPr>
          <a:xfrm>
            <a:off x="77647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6-cell107"/>
          <p:cNvSpPr/>
          <p:nvPr/>
        </p:nvSpPr>
        <p:spPr>
          <a:xfrm>
            <a:off x="112699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6-cell108"/>
          <p:cNvSpPr/>
          <p:nvPr/>
        </p:nvSpPr>
        <p:spPr>
          <a:xfrm>
            <a:off x="147751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6-cell109"/>
          <p:cNvSpPr/>
          <p:nvPr/>
        </p:nvSpPr>
        <p:spPr>
          <a:xfrm>
            <a:off x="182803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6-cell110"/>
          <p:cNvSpPr/>
          <p:nvPr/>
        </p:nvSpPr>
        <p:spPr>
          <a:xfrm>
            <a:off x="217855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6-cell111"/>
          <p:cNvSpPr/>
          <p:nvPr/>
        </p:nvSpPr>
        <p:spPr>
          <a:xfrm>
            <a:off x="252907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6-cell112"/>
          <p:cNvSpPr/>
          <p:nvPr/>
        </p:nvSpPr>
        <p:spPr>
          <a:xfrm>
            <a:off x="287959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6-cell113"/>
          <p:cNvSpPr/>
          <p:nvPr/>
        </p:nvSpPr>
        <p:spPr>
          <a:xfrm>
            <a:off x="323011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6-cell114"/>
          <p:cNvSpPr/>
          <p:nvPr/>
        </p:nvSpPr>
        <p:spPr>
          <a:xfrm>
            <a:off x="358063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6-cell115"/>
          <p:cNvSpPr/>
          <p:nvPr/>
        </p:nvSpPr>
        <p:spPr>
          <a:xfrm>
            <a:off x="393115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6-cell116"/>
          <p:cNvSpPr/>
          <p:nvPr/>
        </p:nvSpPr>
        <p:spPr>
          <a:xfrm>
            <a:off x="428167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6-cell117"/>
          <p:cNvSpPr/>
          <p:nvPr/>
        </p:nvSpPr>
        <p:spPr>
          <a:xfrm>
            <a:off x="463219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6-cell118"/>
          <p:cNvSpPr/>
          <p:nvPr/>
        </p:nvSpPr>
        <p:spPr>
          <a:xfrm>
            <a:off x="498271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6-cell119"/>
          <p:cNvSpPr/>
          <p:nvPr/>
        </p:nvSpPr>
        <p:spPr>
          <a:xfrm>
            <a:off x="5333238" y="376428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6-cell120"/>
          <p:cNvSpPr/>
          <p:nvPr/>
        </p:nvSpPr>
        <p:spPr>
          <a:xfrm>
            <a:off x="77647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6-cell121"/>
          <p:cNvSpPr/>
          <p:nvPr/>
        </p:nvSpPr>
        <p:spPr>
          <a:xfrm>
            <a:off x="112699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6-cell122"/>
          <p:cNvSpPr/>
          <p:nvPr/>
        </p:nvSpPr>
        <p:spPr>
          <a:xfrm>
            <a:off x="147751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6-cell123"/>
          <p:cNvSpPr/>
          <p:nvPr/>
        </p:nvSpPr>
        <p:spPr>
          <a:xfrm>
            <a:off x="182803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6-cell124"/>
          <p:cNvSpPr/>
          <p:nvPr/>
        </p:nvSpPr>
        <p:spPr>
          <a:xfrm>
            <a:off x="217855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6-cell125"/>
          <p:cNvSpPr/>
          <p:nvPr/>
        </p:nvSpPr>
        <p:spPr>
          <a:xfrm>
            <a:off x="252907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6-cell126"/>
          <p:cNvSpPr/>
          <p:nvPr/>
        </p:nvSpPr>
        <p:spPr>
          <a:xfrm>
            <a:off x="287959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6-cell127"/>
          <p:cNvSpPr/>
          <p:nvPr/>
        </p:nvSpPr>
        <p:spPr>
          <a:xfrm>
            <a:off x="323011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6-cell128"/>
          <p:cNvSpPr/>
          <p:nvPr/>
        </p:nvSpPr>
        <p:spPr>
          <a:xfrm>
            <a:off x="358063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6-cell129"/>
          <p:cNvSpPr/>
          <p:nvPr/>
        </p:nvSpPr>
        <p:spPr>
          <a:xfrm>
            <a:off x="393115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6-cell130"/>
          <p:cNvSpPr/>
          <p:nvPr/>
        </p:nvSpPr>
        <p:spPr>
          <a:xfrm>
            <a:off x="428167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6-cell131"/>
          <p:cNvSpPr/>
          <p:nvPr/>
        </p:nvSpPr>
        <p:spPr>
          <a:xfrm>
            <a:off x="463219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6-cell132"/>
          <p:cNvSpPr/>
          <p:nvPr/>
        </p:nvSpPr>
        <p:spPr>
          <a:xfrm>
            <a:off x="498271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6-cell133"/>
          <p:cNvSpPr/>
          <p:nvPr/>
        </p:nvSpPr>
        <p:spPr>
          <a:xfrm>
            <a:off x="5333238" y="411480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6-cell134"/>
          <p:cNvSpPr/>
          <p:nvPr/>
        </p:nvSpPr>
        <p:spPr>
          <a:xfrm>
            <a:off x="77647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6-cell135"/>
          <p:cNvSpPr/>
          <p:nvPr/>
        </p:nvSpPr>
        <p:spPr>
          <a:xfrm>
            <a:off x="112699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6-cell136"/>
          <p:cNvSpPr/>
          <p:nvPr/>
        </p:nvSpPr>
        <p:spPr>
          <a:xfrm>
            <a:off x="147751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5" name="S06-cell137"/>
          <p:cNvSpPr/>
          <p:nvPr/>
        </p:nvSpPr>
        <p:spPr>
          <a:xfrm>
            <a:off x="182803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6" name="S06-cell138"/>
          <p:cNvSpPr/>
          <p:nvPr/>
        </p:nvSpPr>
        <p:spPr>
          <a:xfrm>
            <a:off x="217855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7" name="S06-cell139"/>
          <p:cNvSpPr/>
          <p:nvPr/>
        </p:nvSpPr>
        <p:spPr>
          <a:xfrm>
            <a:off x="252907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8" name="S06-cell140"/>
          <p:cNvSpPr/>
          <p:nvPr/>
        </p:nvSpPr>
        <p:spPr>
          <a:xfrm>
            <a:off x="287959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9" name="S06-cell141"/>
          <p:cNvSpPr/>
          <p:nvPr/>
        </p:nvSpPr>
        <p:spPr>
          <a:xfrm>
            <a:off x="323011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0" name="S06-cell142"/>
          <p:cNvSpPr/>
          <p:nvPr/>
        </p:nvSpPr>
        <p:spPr>
          <a:xfrm>
            <a:off x="358063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06-cell143"/>
          <p:cNvSpPr/>
          <p:nvPr/>
        </p:nvSpPr>
        <p:spPr>
          <a:xfrm>
            <a:off x="393115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6-cell144"/>
          <p:cNvSpPr/>
          <p:nvPr/>
        </p:nvSpPr>
        <p:spPr>
          <a:xfrm>
            <a:off x="428167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3" name="S06-cell145"/>
          <p:cNvSpPr/>
          <p:nvPr/>
        </p:nvSpPr>
        <p:spPr>
          <a:xfrm>
            <a:off x="463219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4" name="S06-cell146"/>
          <p:cNvSpPr/>
          <p:nvPr/>
        </p:nvSpPr>
        <p:spPr>
          <a:xfrm>
            <a:off x="498271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5" name="S06-cell147"/>
          <p:cNvSpPr/>
          <p:nvPr/>
        </p:nvSpPr>
        <p:spPr>
          <a:xfrm>
            <a:off x="5333238" y="446532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6" name="S06-cell148"/>
          <p:cNvSpPr/>
          <p:nvPr/>
        </p:nvSpPr>
        <p:spPr>
          <a:xfrm>
            <a:off x="77647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7" name="S06-cell149"/>
          <p:cNvSpPr/>
          <p:nvPr/>
        </p:nvSpPr>
        <p:spPr>
          <a:xfrm>
            <a:off x="112699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8" name="S06-cell150"/>
          <p:cNvSpPr/>
          <p:nvPr/>
        </p:nvSpPr>
        <p:spPr>
          <a:xfrm>
            <a:off x="147751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06-cell151"/>
          <p:cNvSpPr/>
          <p:nvPr/>
        </p:nvSpPr>
        <p:spPr>
          <a:xfrm>
            <a:off x="182803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0" name="S06-cell152"/>
          <p:cNvSpPr/>
          <p:nvPr/>
        </p:nvSpPr>
        <p:spPr>
          <a:xfrm>
            <a:off x="217855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06-cell153"/>
          <p:cNvSpPr/>
          <p:nvPr/>
        </p:nvSpPr>
        <p:spPr>
          <a:xfrm>
            <a:off x="252907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06-cell154"/>
          <p:cNvSpPr/>
          <p:nvPr/>
        </p:nvSpPr>
        <p:spPr>
          <a:xfrm>
            <a:off x="287959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06-cell155"/>
          <p:cNvSpPr/>
          <p:nvPr/>
        </p:nvSpPr>
        <p:spPr>
          <a:xfrm>
            <a:off x="323011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6-cell156"/>
          <p:cNvSpPr/>
          <p:nvPr/>
        </p:nvSpPr>
        <p:spPr>
          <a:xfrm>
            <a:off x="358063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5" name="S06-cell157"/>
          <p:cNvSpPr/>
          <p:nvPr/>
        </p:nvSpPr>
        <p:spPr>
          <a:xfrm>
            <a:off x="393115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6" name="S06-cell158"/>
          <p:cNvSpPr/>
          <p:nvPr/>
        </p:nvSpPr>
        <p:spPr>
          <a:xfrm>
            <a:off x="428167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7" name="S06-cell159"/>
          <p:cNvSpPr/>
          <p:nvPr/>
        </p:nvSpPr>
        <p:spPr>
          <a:xfrm>
            <a:off x="463219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8" name="S06-cell160"/>
          <p:cNvSpPr/>
          <p:nvPr/>
        </p:nvSpPr>
        <p:spPr>
          <a:xfrm>
            <a:off x="498271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9" name="S06-cell161"/>
          <p:cNvSpPr/>
          <p:nvPr/>
        </p:nvSpPr>
        <p:spPr>
          <a:xfrm>
            <a:off x="5333238" y="481584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0" name="S06-cell162"/>
          <p:cNvSpPr/>
          <p:nvPr/>
        </p:nvSpPr>
        <p:spPr>
          <a:xfrm>
            <a:off x="77647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06-cell163"/>
          <p:cNvSpPr/>
          <p:nvPr/>
        </p:nvSpPr>
        <p:spPr>
          <a:xfrm>
            <a:off x="112699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2" name="S06-cell164"/>
          <p:cNvSpPr/>
          <p:nvPr/>
        </p:nvSpPr>
        <p:spPr>
          <a:xfrm>
            <a:off x="147751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06-cell165"/>
          <p:cNvSpPr/>
          <p:nvPr/>
        </p:nvSpPr>
        <p:spPr>
          <a:xfrm>
            <a:off x="182803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4" name="S06-cell166"/>
          <p:cNvSpPr/>
          <p:nvPr/>
        </p:nvSpPr>
        <p:spPr>
          <a:xfrm>
            <a:off x="217855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5" name="S06-cell167"/>
          <p:cNvSpPr/>
          <p:nvPr/>
        </p:nvSpPr>
        <p:spPr>
          <a:xfrm>
            <a:off x="252907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6" name="S06-cell168"/>
          <p:cNvSpPr/>
          <p:nvPr/>
        </p:nvSpPr>
        <p:spPr>
          <a:xfrm>
            <a:off x="287959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7" name="S06-cell169"/>
          <p:cNvSpPr/>
          <p:nvPr/>
        </p:nvSpPr>
        <p:spPr>
          <a:xfrm>
            <a:off x="323011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8" name="S06-cell170"/>
          <p:cNvSpPr/>
          <p:nvPr/>
        </p:nvSpPr>
        <p:spPr>
          <a:xfrm>
            <a:off x="358063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9" name="S06-cell171"/>
          <p:cNvSpPr/>
          <p:nvPr/>
        </p:nvSpPr>
        <p:spPr>
          <a:xfrm>
            <a:off x="393115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0" name="S06-cell172"/>
          <p:cNvSpPr/>
          <p:nvPr/>
        </p:nvSpPr>
        <p:spPr>
          <a:xfrm>
            <a:off x="428167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06-cell173"/>
          <p:cNvSpPr/>
          <p:nvPr/>
        </p:nvSpPr>
        <p:spPr>
          <a:xfrm>
            <a:off x="463219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2" name="S06-cell174"/>
          <p:cNvSpPr/>
          <p:nvPr/>
        </p:nvSpPr>
        <p:spPr>
          <a:xfrm>
            <a:off x="498271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06-cell175"/>
          <p:cNvSpPr/>
          <p:nvPr/>
        </p:nvSpPr>
        <p:spPr>
          <a:xfrm>
            <a:off x="5333238" y="5166360"/>
            <a:ext cx="350520" cy="350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4" name="S06-cell176"/>
          <p:cNvSpPr/>
          <p:nvPr/>
        </p:nvSpPr>
        <p:spPr>
          <a:xfrm>
            <a:off x="77647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5" name="S06-cell177"/>
          <p:cNvSpPr/>
          <p:nvPr/>
        </p:nvSpPr>
        <p:spPr>
          <a:xfrm>
            <a:off x="112699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6" name="S06-cell178"/>
          <p:cNvSpPr/>
          <p:nvPr/>
        </p:nvSpPr>
        <p:spPr>
          <a:xfrm>
            <a:off x="147751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7" name="S06-cell179"/>
          <p:cNvSpPr/>
          <p:nvPr/>
        </p:nvSpPr>
        <p:spPr>
          <a:xfrm>
            <a:off x="182803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8" name="S06-cell180"/>
          <p:cNvSpPr/>
          <p:nvPr/>
        </p:nvSpPr>
        <p:spPr>
          <a:xfrm>
            <a:off x="217855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9" name="S06-cell181"/>
          <p:cNvSpPr/>
          <p:nvPr/>
        </p:nvSpPr>
        <p:spPr>
          <a:xfrm>
            <a:off x="252907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0" name="S06-cell182"/>
          <p:cNvSpPr/>
          <p:nvPr/>
        </p:nvSpPr>
        <p:spPr>
          <a:xfrm>
            <a:off x="287959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06-cell183"/>
          <p:cNvSpPr/>
          <p:nvPr/>
        </p:nvSpPr>
        <p:spPr>
          <a:xfrm>
            <a:off x="323011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06-cell184"/>
          <p:cNvSpPr/>
          <p:nvPr/>
        </p:nvSpPr>
        <p:spPr>
          <a:xfrm>
            <a:off x="358063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3" name="S06-cell185"/>
          <p:cNvSpPr/>
          <p:nvPr/>
        </p:nvSpPr>
        <p:spPr>
          <a:xfrm>
            <a:off x="393115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4" name="S06-cell186"/>
          <p:cNvSpPr/>
          <p:nvPr/>
        </p:nvSpPr>
        <p:spPr>
          <a:xfrm>
            <a:off x="428167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5" name="S06-cell187"/>
          <p:cNvSpPr/>
          <p:nvPr/>
        </p:nvSpPr>
        <p:spPr>
          <a:xfrm>
            <a:off x="463219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6" name="S06-cell188"/>
          <p:cNvSpPr/>
          <p:nvPr/>
        </p:nvSpPr>
        <p:spPr>
          <a:xfrm>
            <a:off x="498271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7" name="S06-cell189"/>
          <p:cNvSpPr/>
          <p:nvPr/>
        </p:nvSpPr>
        <p:spPr>
          <a:xfrm>
            <a:off x="5333238" y="551688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8" name="S06-cell190"/>
          <p:cNvSpPr/>
          <p:nvPr/>
        </p:nvSpPr>
        <p:spPr>
          <a:xfrm>
            <a:off x="77647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9" name="S06-cell191"/>
          <p:cNvSpPr/>
          <p:nvPr/>
        </p:nvSpPr>
        <p:spPr>
          <a:xfrm>
            <a:off x="112699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0" name="S06-cell192"/>
          <p:cNvSpPr/>
          <p:nvPr/>
        </p:nvSpPr>
        <p:spPr>
          <a:xfrm>
            <a:off x="147751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1" name="S06-cell193"/>
          <p:cNvSpPr/>
          <p:nvPr/>
        </p:nvSpPr>
        <p:spPr>
          <a:xfrm>
            <a:off x="182803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2" name="S06-cell194"/>
          <p:cNvSpPr/>
          <p:nvPr/>
        </p:nvSpPr>
        <p:spPr>
          <a:xfrm>
            <a:off x="217855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3" name="S06-cell195"/>
          <p:cNvSpPr/>
          <p:nvPr/>
        </p:nvSpPr>
        <p:spPr>
          <a:xfrm>
            <a:off x="252907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4" name="S06-cell196"/>
          <p:cNvSpPr/>
          <p:nvPr/>
        </p:nvSpPr>
        <p:spPr>
          <a:xfrm>
            <a:off x="287959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5" name="S06-cell197"/>
          <p:cNvSpPr/>
          <p:nvPr/>
        </p:nvSpPr>
        <p:spPr>
          <a:xfrm>
            <a:off x="323011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6" name="S06-cell198"/>
          <p:cNvSpPr/>
          <p:nvPr/>
        </p:nvSpPr>
        <p:spPr>
          <a:xfrm>
            <a:off x="358063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7" name="S06-cell199"/>
          <p:cNvSpPr/>
          <p:nvPr/>
        </p:nvSpPr>
        <p:spPr>
          <a:xfrm>
            <a:off x="393115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8" name="S06-cell200"/>
          <p:cNvSpPr/>
          <p:nvPr/>
        </p:nvSpPr>
        <p:spPr>
          <a:xfrm>
            <a:off x="428167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9" name="S06-cell201"/>
          <p:cNvSpPr/>
          <p:nvPr/>
        </p:nvSpPr>
        <p:spPr>
          <a:xfrm>
            <a:off x="463219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0" name="S06-cell202"/>
          <p:cNvSpPr/>
          <p:nvPr/>
        </p:nvSpPr>
        <p:spPr>
          <a:xfrm>
            <a:off x="498271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1" name="S06-cell203"/>
          <p:cNvSpPr/>
          <p:nvPr/>
        </p:nvSpPr>
        <p:spPr>
          <a:xfrm>
            <a:off x="5333238" y="5867400"/>
            <a:ext cx="350520" cy="35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2" name="S06-figure204" descr="가로 14칸, 세로 12줄 격자. 위 10줄(140칸)은 색칠, 아래 2줄(28칸)은 흰색"/>
          <p:cNvSpPr/>
          <p:nvPr/>
        </p:nvSpPr>
        <p:spPr>
          <a:xfrm>
            <a:off x="776478" y="2011680"/>
            <a:ext cx="4907280" cy="4206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3" name="S06-card205"/>
          <p:cNvSpPr/>
          <p:nvPr/>
        </p:nvSpPr>
        <p:spPr>
          <a:xfrm>
            <a:off x="6277356" y="202311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4" name="S06-cardtext206"/>
          <p:cNvSpPr txBox="1"/>
          <p:nvPr/>
        </p:nvSpPr>
        <p:spPr>
          <a:xfrm>
            <a:off x="6551676" y="216027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칸 2줄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× 2 = 28</a:t>
            </a:r>
            <a:endParaRPr lang="ko-KR" sz="3000" dirty="0"/>
          </a:p>
        </p:txBody>
      </p:sp>
      <p:sp>
        <p:nvSpPr>
          <p:cNvPr id="175" name="S06-card207"/>
          <p:cNvSpPr/>
          <p:nvPr/>
        </p:nvSpPr>
        <p:spPr>
          <a:xfrm>
            <a:off x="6277356" y="349377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6" name="S06-cardtext208"/>
          <p:cNvSpPr txBox="1"/>
          <p:nvPr/>
        </p:nvSpPr>
        <p:spPr>
          <a:xfrm>
            <a:off x="6551676" y="363093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10줄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× 10 = 140</a:t>
            </a:r>
            <a:endParaRPr lang="ko-KR" sz="3000" dirty="0"/>
          </a:p>
        </p:txBody>
      </p:sp>
      <p:sp>
        <p:nvSpPr>
          <p:cNvPr id="177" name="S06-card209"/>
          <p:cNvSpPr/>
          <p:nvPr/>
        </p:nvSpPr>
        <p:spPr>
          <a:xfrm>
            <a:off x="6277356" y="496443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8" name="S06-cardtext210"/>
          <p:cNvSpPr txBox="1"/>
          <p:nvPr/>
        </p:nvSpPr>
        <p:spPr>
          <a:xfrm>
            <a:off x="6551676" y="510159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+ 140 = 168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곱해요</a:t>
            </a:r>
            <a:endParaRPr lang="ko-KR" sz="4000" dirty="0"/>
          </a:p>
        </p:txBody>
      </p:sp>
      <p:sp>
        <p:nvSpPr>
          <p:cNvPr id="3" name="S07-text2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13을 세로셈으로 해요.</a:t>
            </a:r>
            <a:endParaRPr lang="ko-KR" sz="3000" dirty="0"/>
          </a:p>
        </p:txBody>
      </p:sp>
      <p:sp>
        <p:nvSpPr>
          <p:cNvPr id="4" name="S07-card2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숫자는 몇십을 곱해요.</a:t>
            </a:r>
            <a:endParaRPr lang="ko-KR" sz="3000" dirty="0"/>
          </a:p>
        </p:txBody>
      </p:sp>
      <p:graphicFrame>
        <p:nvGraphicFramePr>
          <p:cNvPr id="8" name="S07-table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6190" y="21031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stepno215"/>
          <p:cNvSpPr txBox="1"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216"/>
          <p:cNvSpPr txBox="1"/>
          <p:nvPr/>
        </p:nvSpPr>
        <p:spPr>
          <a:xfrm>
            <a:off x="1325880" y="2286000"/>
            <a:ext cx="5443789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3을 곱해요: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3 = 72</a:t>
            </a:r>
            <a:endParaRPr lang="ko-KR" sz="2400" dirty="0"/>
          </a:p>
        </p:txBody>
      </p:sp>
      <p:sp>
        <p:nvSpPr>
          <p:cNvPr id="9" name="S07-stepno217"/>
          <p:cNvSpPr txBox="1"/>
          <p:nvPr/>
        </p:nvSpPr>
        <p:spPr>
          <a:xfrm>
            <a:off x="548640" y="32400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218"/>
          <p:cNvSpPr txBox="1"/>
          <p:nvPr/>
        </p:nvSpPr>
        <p:spPr>
          <a:xfrm>
            <a:off x="1325880" y="3194304"/>
            <a:ext cx="5443789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1은 10이에요: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10 = 240</a:t>
            </a:r>
            <a:endParaRPr lang="ko-KR" sz="2400" dirty="0"/>
          </a:p>
        </p:txBody>
      </p:sp>
      <p:sp>
        <p:nvSpPr>
          <p:cNvPr id="11" name="S07-stepno219"/>
          <p:cNvSpPr txBox="1"/>
          <p:nvPr/>
        </p:nvSpPr>
        <p:spPr>
          <a:xfrm>
            <a:off x="548640" y="4148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220"/>
          <p:cNvSpPr txBox="1"/>
          <p:nvPr/>
        </p:nvSpPr>
        <p:spPr>
          <a:xfrm>
            <a:off x="1325880" y="4102608"/>
            <a:ext cx="5443789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곱을 더해요: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+ 240 = 312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8-text2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공책에 세로셈으로 계산해요.</a:t>
            </a:r>
            <a:endParaRPr lang="ko-KR" sz="3000" dirty="0"/>
          </a:p>
        </p:txBody>
      </p:sp>
      <p:sp>
        <p:nvSpPr>
          <p:cNvPr id="4" name="S08-card2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2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줄은 몇십을 곱해서 0까지 써요.</a:t>
            </a:r>
            <a:endParaRPr lang="ko-KR" sz="3000" dirty="0"/>
          </a:p>
        </p:txBody>
      </p:sp>
      <p:graphicFrame>
        <p:nvGraphicFramePr>
          <p:cNvPr id="9" name="S08-table2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2104644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label225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세로셈으로</a:t>
            </a:r>
            <a:endParaRPr lang="ko-KR" sz="2400" dirty="0"/>
          </a:p>
        </p:txBody>
      </p:sp>
      <p:sp>
        <p:nvSpPr>
          <p:cNvPr id="8" name="S08-chip22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8-eqtext227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× 12 = □</a:t>
            </a:r>
            <a:endParaRPr lang="ko-KR" sz="3400" dirty="0"/>
          </a:p>
        </p:txBody>
      </p:sp>
      <p:sp>
        <p:nvSpPr>
          <p:cNvPr id="10" name="S08-chip2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8-eqtext229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× 34 = □</a:t>
            </a:r>
            <a:endParaRPr lang="ko-KR" sz="3400" dirty="0"/>
          </a:p>
        </p:txBody>
      </p:sp>
      <p:sp>
        <p:nvSpPr>
          <p:cNvPr id="12" name="S08-chip23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8-eqtext231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15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23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3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23을 세로셈으로 했어요.</a:t>
            </a:r>
            <a:endParaRPr lang="ko-KR" sz="3000" dirty="0"/>
          </a:p>
        </p:txBody>
      </p:sp>
      <p:sp>
        <p:nvSpPr>
          <p:cNvPr id="5" name="S09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30 × 20으로 어림해 봐요.</a:t>
            </a:r>
            <a:endParaRPr lang="ko-KR" sz="3000" dirty="0"/>
          </a:p>
        </p:txBody>
      </p:sp>
      <p:sp>
        <p:nvSpPr>
          <p:cNvPr id="7" name="S09-chip23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160</a:t>
            </a:r>
            <a:endParaRPr lang="ko-KR" sz="2400" dirty="0"/>
          </a:p>
        </p:txBody>
      </p:sp>
      <p:sp>
        <p:nvSpPr>
          <p:cNvPr id="8" name="S09-text23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3 = 96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2 = 64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 + 64 = 160</a:t>
            </a:r>
            <a:endParaRPr lang="ko-KR" sz="3000" dirty="0"/>
          </a:p>
        </p:txBody>
      </p:sp>
      <p:sp>
        <p:nvSpPr>
          <p:cNvPr id="9" name="S09-chip2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736</a:t>
            </a:r>
            <a:endParaRPr lang="ko-KR" sz="2400" dirty="0"/>
          </a:p>
        </p:txBody>
      </p:sp>
      <p:sp>
        <p:nvSpPr>
          <p:cNvPr id="10" name="S09-text23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3 = 96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× 20 = 640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 + 640 = 736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2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십의 자리를 어떻게 곱했는지 말해요.</a:t>
            </a:r>
            <a:endParaRPr lang="ko-KR" sz="3000" dirty="0"/>
          </a:p>
        </p:txBody>
      </p:sp>
      <p:sp>
        <p:nvSpPr>
          <p:cNvPr id="4" name="S10-chip24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24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70 = □</a:t>
            </a:r>
            <a:endParaRPr lang="ko-KR" sz="3400" dirty="0"/>
          </a:p>
        </p:txBody>
      </p:sp>
      <p:sp>
        <p:nvSpPr>
          <p:cNvPr id="6" name="S10-chip24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24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× 20 = □</a:t>
            </a:r>
            <a:endParaRPr lang="ko-KR" sz="3400" dirty="0"/>
          </a:p>
        </p:txBody>
      </p:sp>
      <p:sp>
        <p:nvSpPr>
          <p:cNvPr id="8" name="S10-chip24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24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14 = □</a:t>
            </a:r>
            <a:endParaRPr lang="ko-KR" sz="3400" dirty="0"/>
          </a:p>
        </p:txBody>
      </p:sp>
      <p:sp>
        <p:nvSpPr>
          <p:cNvPr id="10" name="S10-chip24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24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× 32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계산한 것은?</a:t>
            </a:r>
            <a:endParaRPr lang="ko-KR" sz="4000" dirty="0"/>
          </a:p>
        </p:txBody>
      </p:sp>
      <p:sp>
        <p:nvSpPr>
          <p:cNvPr id="3" name="S12-text2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× 14를 계산한 식이에요.</a:t>
            </a:r>
            <a:endParaRPr lang="ko-KR" sz="3000" dirty="0"/>
          </a:p>
        </p:txBody>
      </p:sp>
      <p:sp>
        <p:nvSpPr>
          <p:cNvPr id="4" name="S12-card2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2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것을 고르고, 270이 어디서 나왔는지 말해요.</a:t>
            </a:r>
            <a:endParaRPr lang="ko-KR" sz="3000" dirty="0"/>
          </a:p>
        </p:txBody>
      </p:sp>
      <p:sp>
        <p:nvSpPr>
          <p:cNvPr id="6" name="S12-chip25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25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25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 + 27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135</a:t>
            </a:r>
            <a:endParaRPr lang="ko-KR" sz="3000" dirty="0"/>
          </a:p>
        </p:txBody>
      </p:sp>
      <p:sp>
        <p:nvSpPr>
          <p:cNvPr id="9" name="S12-chip25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25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25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 + 270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378</a:t>
            </a:r>
            <a:endParaRPr lang="ko-KR" sz="3000" dirty="0"/>
          </a:p>
        </p:txBody>
      </p:sp>
      <p:sp>
        <p:nvSpPr>
          <p:cNvPr id="12" name="S12-chip25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25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26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+ 270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298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26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6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숫자는 몇십을 곱해서 더해요.</a:t>
            </a:r>
            <a:endParaRPr lang="ko-KR" sz="3000" dirty="0"/>
          </a:p>
        </p:txBody>
      </p:sp>
      <p:sp>
        <p:nvSpPr>
          <p:cNvPr id="5" name="S13-chip263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몇십을 곱해 0까지 쓰기</a:t>
            </a:r>
            <a:endParaRPr lang="ko-KR" sz="2400" dirty="0"/>
          </a:p>
        </p:txBody>
      </p:sp>
      <p:sp>
        <p:nvSpPr>
          <p:cNvPr id="6" name="S13-chip264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십의 자리를 몇으로 곱하기</a:t>
            </a:r>
            <a:endParaRPr lang="ko-KR" sz="2400" dirty="0"/>
          </a:p>
        </p:txBody>
      </p:sp>
      <p:sp>
        <p:nvSpPr>
          <p:cNvPr id="7" name="S13-text265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266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60 × 30 = □</a:t>
            </a:r>
            <a:endParaRPr lang="ko-KR" sz="2800" dirty="0"/>
          </a:p>
        </p:txBody>
      </p:sp>
      <p:sp>
        <p:nvSpPr>
          <p:cNvPr id="9" name="S13-eqtext267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18 × 40 = □</a:t>
            </a:r>
            <a:endParaRPr lang="ko-KR" sz="2800" dirty="0"/>
          </a:p>
        </p:txBody>
      </p:sp>
      <p:sp>
        <p:nvSpPr>
          <p:cNvPr id="10" name="S13-eqtext268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36 × 24 = □</a:t>
            </a:r>
            <a:endParaRPr lang="ko-KR" sz="2800" dirty="0"/>
          </a:p>
        </p:txBody>
      </p:sp>
      <p:sp>
        <p:nvSpPr>
          <p:cNvPr id="11" name="S13-text26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나머지가 있는 나눗셈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24 × 3</a:t>
            </a:r>
            <a:endParaRPr lang="ko-KR" sz="4000" dirty="0"/>
          </a:p>
        </p:txBody>
      </p:sp>
      <p:sp>
        <p:nvSpPr>
          <p:cNvPr id="3" name="S14-text2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24를 3번 놓고 수 모형을 모아요.</a:t>
            </a:r>
            <a:endParaRPr lang="ko-KR" sz="3000" dirty="0"/>
          </a:p>
        </p:txBody>
      </p:sp>
      <p:sp>
        <p:nvSpPr>
          <p:cNvPr id="4" name="S14-card27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27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3 = 72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3 = 60, 4 × 3 = 12, 60 + 12 = 72</a:t>
            </a:r>
            <a:endParaRPr lang="ko-KR" sz="3000" dirty="0"/>
          </a:p>
        </p:txBody>
      </p:sp>
      <p:sp>
        <p:nvSpPr>
          <p:cNvPr id="6" name="S14-rod273"/>
          <p:cNvSpPr/>
          <p:nvPr/>
        </p:nvSpPr>
        <p:spPr>
          <a:xfrm>
            <a:off x="1780596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4-line274"/>
          <p:cNvSpPr/>
          <p:nvPr/>
        </p:nvSpPr>
        <p:spPr>
          <a:xfrm>
            <a:off x="1780596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4-line275"/>
          <p:cNvSpPr/>
          <p:nvPr/>
        </p:nvSpPr>
        <p:spPr>
          <a:xfrm>
            <a:off x="1780596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4-line276"/>
          <p:cNvSpPr/>
          <p:nvPr/>
        </p:nvSpPr>
        <p:spPr>
          <a:xfrm>
            <a:off x="1780596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4-line277"/>
          <p:cNvSpPr/>
          <p:nvPr/>
        </p:nvSpPr>
        <p:spPr>
          <a:xfrm>
            <a:off x="1780596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4-line278"/>
          <p:cNvSpPr/>
          <p:nvPr/>
        </p:nvSpPr>
        <p:spPr>
          <a:xfrm>
            <a:off x="1780596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line279"/>
          <p:cNvSpPr/>
          <p:nvPr/>
        </p:nvSpPr>
        <p:spPr>
          <a:xfrm>
            <a:off x="1780596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4-line280"/>
          <p:cNvSpPr/>
          <p:nvPr/>
        </p:nvSpPr>
        <p:spPr>
          <a:xfrm>
            <a:off x="1780596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4-line281"/>
          <p:cNvSpPr/>
          <p:nvPr/>
        </p:nvSpPr>
        <p:spPr>
          <a:xfrm>
            <a:off x="1780596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4-line282"/>
          <p:cNvSpPr/>
          <p:nvPr/>
        </p:nvSpPr>
        <p:spPr>
          <a:xfrm>
            <a:off x="1780596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4-rod283"/>
          <p:cNvSpPr/>
          <p:nvPr/>
        </p:nvSpPr>
        <p:spPr>
          <a:xfrm>
            <a:off x="2126896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line284"/>
          <p:cNvSpPr/>
          <p:nvPr/>
        </p:nvSpPr>
        <p:spPr>
          <a:xfrm>
            <a:off x="2126896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4-line285"/>
          <p:cNvSpPr/>
          <p:nvPr/>
        </p:nvSpPr>
        <p:spPr>
          <a:xfrm>
            <a:off x="2126896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4-line286"/>
          <p:cNvSpPr/>
          <p:nvPr/>
        </p:nvSpPr>
        <p:spPr>
          <a:xfrm>
            <a:off x="2126896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4-line287"/>
          <p:cNvSpPr/>
          <p:nvPr/>
        </p:nvSpPr>
        <p:spPr>
          <a:xfrm>
            <a:off x="2126896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4-line288"/>
          <p:cNvSpPr/>
          <p:nvPr/>
        </p:nvSpPr>
        <p:spPr>
          <a:xfrm>
            <a:off x="2126896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line289"/>
          <p:cNvSpPr/>
          <p:nvPr/>
        </p:nvSpPr>
        <p:spPr>
          <a:xfrm>
            <a:off x="2126896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4-line290"/>
          <p:cNvSpPr/>
          <p:nvPr/>
        </p:nvSpPr>
        <p:spPr>
          <a:xfrm>
            <a:off x="2126896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4-line291"/>
          <p:cNvSpPr/>
          <p:nvPr/>
        </p:nvSpPr>
        <p:spPr>
          <a:xfrm>
            <a:off x="2126896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4-line292"/>
          <p:cNvSpPr/>
          <p:nvPr/>
        </p:nvSpPr>
        <p:spPr>
          <a:xfrm>
            <a:off x="2126896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4-rod293"/>
          <p:cNvSpPr/>
          <p:nvPr/>
        </p:nvSpPr>
        <p:spPr>
          <a:xfrm>
            <a:off x="2473196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4-line294"/>
          <p:cNvSpPr/>
          <p:nvPr/>
        </p:nvSpPr>
        <p:spPr>
          <a:xfrm>
            <a:off x="2473196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4-line295"/>
          <p:cNvSpPr/>
          <p:nvPr/>
        </p:nvSpPr>
        <p:spPr>
          <a:xfrm>
            <a:off x="2473196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4-line296"/>
          <p:cNvSpPr/>
          <p:nvPr/>
        </p:nvSpPr>
        <p:spPr>
          <a:xfrm>
            <a:off x="2473196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4-line297"/>
          <p:cNvSpPr/>
          <p:nvPr/>
        </p:nvSpPr>
        <p:spPr>
          <a:xfrm>
            <a:off x="2473196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4-line298"/>
          <p:cNvSpPr/>
          <p:nvPr/>
        </p:nvSpPr>
        <p:spPr>
          <a:xfrm>
            <a:off x="2473196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line299"/>
          <p:cNvSpPr/>
          <p:nvPr/>
        </p:nvSpPr>
        <p:spPr>
          <a:xfrm>
            <a:off x="2473196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4-line300"/>
          <p:cNvSpPr/>
          <p:nvPr/>
        </p:nvSpPr>
        <p:spPr>
          <a:xfrm>
            <a:off x="2473196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4-line301"/>
          <p:cNvSpPr/>
          <p:nvPr/>
        </p:nvSpPr>
        <p:spPr>
          <a:xfrm>
            <a:off x="2473196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4-line302"/>
          <p:cNvSpPr/>
          <p:nvPr/>
        </p:nvSpPr>
        <p:spPr>
          <a:xfrm>
            <a:off x="2473196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4-rod303"/>
          <p:cNvSpPr/>
          <p:nvPr/>
        </p:nvSpPr>
        <p:spPr>
          <a:xfrm>
            <a:off x="2819495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4-line304"/>
          <p:cNvSpPr/>
          <p:nvPr/>
        </p:nvSpPr>
        <p:spPr>
          <a:xfrm>
            <a:off x="2819495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4-line305"/>
          <p:cNvSpPr/>
          <p:nvPr/>
        </p:nvSpPr>
        <p:spPr>
          <a:xfrm>
            <a:off x="2819495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4-line306"/>
          <p:cNvSpPr/>
          <p:nvPr/>
        </p:nvSpPr>
        <p:spPr>
          <a:xfrm>
            <a:off x="2819495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4-line307"/>
          <p:cNvSpPr/>
          <p:nvPr/>
        </p:nvSpPr>
        <p:spPr>
          <a:xfrm>
            <a:off x="2819495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4-line308"/>
          <p:cNvSpPr/>
          <p:nvPr/>
        </p:nvSpPr>
        <p:spPr>
          <a:xfrm>
            <a:off x="2819495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4-line309"/>
          <p:cNvSpPr/>
          <p:nvPr/>
        </p:nvSpPr>
        <p:spPr>
          <a:xfrm>
            <a:off x="2819495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4-line310"/>
          <p:cNvSpPr/>
          <p:nvPr/>
        </p:nvSpPr>
        <p:spPr>
          <a:xfrm>
            <a:off x="2819495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4-line311"/>
          <p:cNvSpPr/>
          <p:nvPr/>
        </p:nvSpPr>
        <p:spPr>
          <a:xfrm>
            <a:off x="2819495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4-line312"/>
          <p:cNvSpPr/>
          <p:nvPr/>
        </p:nvSpPr>
        <p:spPr>
          <a:xfrm>
            <a:off x="2819495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4-rod313"/>
          <p:cNvSpPr/>
          <p:nvPr/>
        </p:nvSpPr>
        <p:spPr>
          <a:xfrm>
            <a:off x="3165795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4-line314"/>
          <p:cNvSpPr/>
          <p:nvPr/>
        </p:nvSpPr>
        <p:spPr>
          <a:xfrm>
            <a:off x="3165795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4-line315"/>
          <p:cNvSpPr/>
          <p:nvPr/>
        </p:nvSpPr>
        <p:spPr>
          <a:xfrm>
            <a:off x="3165795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4-line316"/>
          <p:cNvSpPr/>
          <p:nvPr/>
        </p:nvSpPr>
        <p:spPr>
          <a:xfrm>
            <a:off x="3165795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4-line317"/>
          <p:cNvSpPr/>
          <p:nvPr/>
        </p:nvSpPr>
        <p:spPr>
          <a:xfrm>
            <a:off x="3165795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4-line318"/>
          <p:cNvSpPr/>
          <p:nvPr/>
        </p:nvSpPr>
        <p:spPr>
          <a:xfrm>
            <a:off x="3165795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4-line319"/>
          <p:cNvSpPr/>
          <p:nvPr/>
        </p:nvSpPr>
        <p:spPr>
          <a:xfrm>
            <a:off x="3165795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4-line320"/>
          <p:cNvSpPr/>
          <p:nvPr/>
        </p:nvSpPr>
        <p:spPr>
          <a:xfrm>
            <a:off x="3165795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4-line321"/>
          <p:cNvSpPr/>
          <p:nvPr/>
        </p:nvSpPr>
        <p:spPr>
          <a:xfrm>
            <a:off x="3165795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4-line322"/>
          <p:cNvSpPr/>
          <p:nvPr/>
        </p:nvSpPr>
        <p:spPr>
          <a:xfrm>
            <a:off x="3165795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4-rod323"/>
          <p:cNvSpPr/>
          <p:nvPr/>
        </p:nvSpPr>
        <p:spPr>
          <a:xfrm>
            <a:off x="3512095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14-line324"/>
          <p:cNvSpPr/>
          <p:nvPr/>
        </p:nvSpPr>
        <p:spPr>
          <a:xfrm>
            <a:off x="3512095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4-line325"/>
          <p:cNvSpPr/>
          <p:nvPr/>
        </p:nvSpPr>
        <p:spPr>
          <a:xfrm>
            <a:off x="3512095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4-line326"/>
          <p:cNvSpPr/>
          <p:nvPr/>
        </p:nvSpPr>
        <p:spPr>
          <a:xfrm>
            <a:off x="3512095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4-line327"/>
          <p:cNvSpPr/>
          <p:nvPr/>
        </p:nvSpPr>
        <p:spPr>
          <a:xfrm>
            <a:off x="3512095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4-line328"/>
          <p:cNvSpPr/>
          <p:nvPr/>
        </p:nvSpPr>
        <p:spPr>
          <a:xfrm>
            <a:off x="3512095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4-line329"/>
          <p:cNvSpPr/>
          <p:nvPr/>
        </p:nvSpPr>
        <p:spPr>
          <a:xfrm>
            <a:off x="3512095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4-line330"/>
          <p:cNvSpPr/>
          <p:nvPr/>
        </p:nvSpPr>
        <p:spPr>
          <a:xfrm>
            <a:off x="3512095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4-line331"/>
          <p:cNvSpPr/>
          <p:nvPr/>
        </p:nvSpPr>
        <p:spPr>
          <a:xfrm>
            <a:off x="3512095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4-line332"/>
          <p:cNvSpPr/>
          <p:nvPr/>
        </p:nvSpPr>
        <p:spPr>
          <a:xfrm>
            <a:off x="3512095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4-unit333"/>
          <p:cNvSpPr/>
          <p:nvPr/>
        </p:nvSpPr>
        <p:spPr>
          <a:xfrm>
            <a:off x="3858394" y="394879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14-unit334"/>
          <p:cNvSpPr/>
          <p:nvPr/>
        </p:nvSpPr>
        <p:spPr>
          <a:xfrm>
            <a:off x="3858394" y="367824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4-unit335"/>
          <p:cNvSpPr/>
          <p:nvPr/>
        </p:nvSpPr>
        <p:spPr>
          <a:xfrm>
            <a:off x="3858394" y="3407701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14-unit336"/>
          <p:cNvSpPr/>
          <p:nvPr/>
        </p:nvSpPr>
        <p:spPr>
          <a:xfrm>
            <a:off x="3858394" y="313715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14-unit337"/>
          <p:cNvSpPr/>
          <p:nvPr/>
        </p:nvSpPr>
        <p:spPr>
          <a:xfrm>
            <a:off x="3858394" y="286660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14-unit338"/>
          <p:cNvSpPr/>
          <p:nvPr/>
        </p:nvSpPr>
        <p:spPr>
          <a:xfrm>
            <a:off x="4139763" y="394879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14-unit339"/>
          <p:cNvSpPr/>
          <p:nvPr/>
        </p:nvSpPr>
        <p:spPr>
          <a:xfrm>
            <a:off x="4139763" y="367824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14-unit340"/>
          <p:cNvSpPr/>
          <p:nvPr/>
        </p:nvSpPr>
        <p:spPr>
          <a:xfrm>
            <a:off x="4139763" y="3407701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14-unit341"/>
          <p:cNvSpPr/>
          <p:nvPr/>
        </p:nvSpPr>
        <p:spPr>
          <a:xfrm>
            <a:off x="4139763" y="313715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14-unit342"/>
          <p:cNvSpPr/>
          <p:nvPr/>
        </p:nvSpPr>
        <p:spPr>
          <a:xfrm>
            <a:off x="4139763" y="286660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14-unit343"/>
          <p:cNvSpPr/>
          <p:nvPr/>
        </p:nvSpPr>
        <p:spPr>
          <a:xfrm>
            <a:off x="4421131" y="394879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14-unit344"/>
          <p:cNvSpPr/>
          <p:nvPr/>
        </p:nvSpPr>
        <p:spPr>
          <a:xfrm>
            <a:off x="4421131" y="367824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14-figure345" descr="십 모형 6개와 일 모형 12개"/>
          <p:cNvSpPr/>
          <p:nvPr/>
        </p:nvSpPr>
        <p:spPr>
          <a:xfrm>
            <a:off x="548640" y="205496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14-label346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6개, 일 12개</a:t>
            </a:r>
            <a:endParaRPr lang="ko-KR" sz="2400" dirty="0"/>
          </a:p>
        </p:txBody>
      </p:sp>
      <p:sp>
        <p:nvSpPr>
          <p:cNvPr id="80" name="S14-rod347"/>
          <p:cNvSpPr/>
          <p:nvPr/>
        </p:nvSpPr>
        <p:spPr>
          <a:xfrm>
            <a:off x="7594671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14-line348"/>
          <p:cNvSpPr/>
          <p:nvPr/>
        </p:nvSpPr>
        <p:spPr>
          <a:xfrm>
            <a:off x="7594671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4-line349"/>
          <p:cNvSpPr/>
          <p:nvPr/>
        </p:nvSpPr>
        <p:spPr>
          <a:xfrm>
            <a:off x="7594671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4-line350"/>
          <p:cNvSpPr/>
          <p:nvPr/>
        </p:nvSpPr>
        <p:spPr>
          <a:xfrm>
            <a:off x="7594671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4-line351"/>
          <p:cNvSpPr/>
          <p:nvPr/>
        </p:nvSpPr>
        <p:spPr>
          <a:xfrm>
            <a:off x="7594671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4-line352"/>
          <p:cNvSpPr/>
          <p:nvPr/>
        </p:nvSpPr>
        <p:spPr>
          <a:xfrm>
            <a:off x="7594671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4-line353"/>
          <p:cNvSpPr/>
          <p:nvPr/>
        </p:nvSpPr>
        <p:spPr>
          <a:xfrm>
            <a:off x="7594671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4-line354"/>
          <p:cNvSpPr/>
          <p:nvPr/>
        </p:nvSpPr>
        <p:spPr>
          <a:xfrm>
            <a:off x="7594671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4-line355"/>
          <p:cNvSpPr/>
          <p:nvPr/>
        </p:nvSpPr>
        <p:spPr>
          <a:xfrm>
            <a:off x="7594671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4-line356"/>
          <p:cNvSpPr/>
          <p:nvPr/>
        </p:nvSpPr>
        <p:spPr>
          <a:xfrm>
            <a:off x="7594671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4-rod357"/>
          <p:cNvSpPr/>
          <p:nvPr/>
        </p:nvSpPr>
        <p:spPr>
          <a:xfrm>
            <a:off x="7940971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14-line358"/>
          <p:cNvSpPr/>
          <p:nvPr/>
        </p:nvSpPr>
        <p:spPr>
          <a:xfrm>
            <a:off x="7940971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4-line359"/>
          <p:cNvSpPr/>
          <p:nvPr/>
        </p:nvSpPr>
        <p:spPr>
          <a:xfrm>
            <a:off x="7940971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4-line360"/>
          <p:cNvSpPr/>
          <p:nvPr/>
        </p:nvSpPr>
        <p:spPr>
          <a:xfrm>
            <a:off x="7940971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4-line361"/>
          <p:cNvSpPr/>
          <p:nvPr/>
        </p:nvSpPr>
        <p:spPr>
          <a:xfrm>
            <a:off x="7940971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4-line362"/>
          <p:cNvSpPr/>
          <p:nvPr/>
        </p:nvSpPr>
        <p:spPr>
          <a:xfrm>
            <a:off x="7940971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4-line363"/>
          <p:cNvSpPr/>
          <p:nvPr/>
        </p:nvSpPr>
        <p:spPr>
          <a:xfrm>
            <a:off x="7940971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4-line364"/>
          <p:cNvSpPr/>
          <p:nvPr/>
        </p:nvSpPr>
        <p:spPr>
          <a:xfrm>
            <a:off x="7940971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4-line365"/>
          <p:cNvSpPr/>
          <p:nvPr/>
        </p:nvSpPr>
        <p:spPr>
          <a:xfrm>
            <a:off x="7940971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4-line366"/>
          <p:cNvSpPr/>
          <p:nvPr/>
        </p:nvSpPr>
        <p:spPr>
          <a:xfrm>
            <a:off x="7940971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4-rod367"/>
          <p:cNvSpPr/>
          <p:nvPr/>
        </p:nvSpPr>
        <p:spPr>
          <a:xfrm>
            <a:off x="8287270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14-line368"/>
          <p:cNvSpPr/>
          <p:nvPr/>
        </p:nvSpPr>
        <p:spPr>
          <a:xfrm>
            <a:off x="8287270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4-line369"/>
          <p:cNvSpPr/>
          <p:nvPr/>
        </p:nvSpPr>
        <p:spPr>
          <a:xfrm>
            <a:off x="8287270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4-line370"/>
          <p:cNvSpPr/>
          <p:nvPr/>
        </p:nvSpPr>
        <p:spPr>
          <a:xfrm>
            <a:off x="8287270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4-line371"/>
          <p:cNvSpPr/>
          <p:nvPr/>
        </p:nvSpPr>
        <p:spPr>
          <a:xfrm>
            <a:off x="8287270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4-line372"/>
          <p:cNvSpPr/>
          <p:nvPr/>
        </p:nvSpPr>
        <p:spPr>
          <a:xfrm>
            <a:off x="8287270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4-line373"/>
          <p:cNvSpPr/>
          <p:nvPr/>
        </p:nvSpPr>
        <p:spPr>
          <a:xfrm>
            <a:off x="8287270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4-line374"/>
          <p:cNvSpPr/>
          <p:nvPr/>
        </p:nvSpPr>
        <p:spPr>
          <a:xfrm>
            <a:off x="8287270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4-line375"/>
          <p:cNvSpPr/>
          <p:nvPr/>
        </p:nvSpPr>
        <p:spPr>
          <a:xfrm>
            <a:off x="8287270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4-line376"/>
          <p:cNvSpPr/>
          <p:nvPr/>
        </p:nvSpPr>
        <p:spPr>
          <a:xfrm>
            <a:off x="8287270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4-rod377"/>
          <p:cNvSpPr/>
          <p:nvPr/>
        </p:nvSpPr>
        <p:spPr>
          <a:xfrm>
            <a:off x="8633570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14-line378"/>
          <p:cNvSpPr/>
          <p:nvPr/>
        </p:nvSpPr>
        <p:spPr>
          <a:xfrm>
            <a:off x="8633570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4-line379"/>
          <p:cNvSpPr/>
          <p:nvPr/>
        </p:nvSpPr>
        <p:spPr>
          <a:xfrm>
            <a:off x="8633570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4-line380"/>
          <p:cNvSpPr/>
          <p:nvPr/>
        </p:nvSpPr>
        <p:spPr>
          <a:xfrm>
            <a:off x="8633570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4-line381"/>
          <p:cNvSpPr/>
          <p:nvPr/>
        </p:nvSpPr>
        <p:spPr>
          <a:xfrm>
            <a:off x="8633570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4-line382"/>
          <p:cNvSpPr/>
          <p:nvPr/>
        </p:nvSpPr>
        <p:spPr>
          <a:xfrm>
            <a:off x="8633570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4-line383"/>
          <p:cNvSpPr/>
          <p:nvPr/>
        </p:nvSpPr>
        <p:spPr>
          <a:xfrm>
            <a:off x="8633570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4-line384"/>
          <p:cNvSpPr/>
          <p:nvPr/>
        </p:nvSpPr>
        <p:spPr>
          <a:xfrm>
            <a:off x="8633570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4-line385"/>
          <p:cNvSpPr/>
          <p:nvPr/>
        </p:nvSpPr>
        <p:spPr>
          <a:xfrm>
            <a:off x="8633570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4-line386"/>
          <p:cNvSpPr/>
          <p:nvPr/>
        </p:nvSpPr>
        <p:spPr>
          <a:xfrm>
            <a:off x="8633570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4-rod387"/>
          <p:cNvSpPr/>
          <p:nvPr/>
        </p:nvSpPr>
        <p:spPr>
          <a:xfrm>
            <a:off x="8979870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14-line388"/>
          <p:cNvSpPr/>
          <p:nvPr/>
        </p:nvSpPr>
        <p:spPr>
          <a:xfrm>
            <a:off x="8979870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4-line389"/>
          <p:cNvSpPr/>
          <p:nvPr/>
        </p:nvSpPr>
        <p:spPr>
          <a:xfrm>
            <a:off x="8979870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4-line390"/>
          <p:cNvSpPr/>
          <p:nvPr/>
        </p:nvSpPr>
        <p:spPr>
          <a:xfrm>
            <a:off x="8979870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4-line391"/>
          <p:cNvSpPr/>
          <p:nvPr/>
        </p:nvSpPr>
        <p:spPr>
          <a:xfrm>
            <a:off x="8979870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4-line392"/>
          <p:cNvSpPr/>
          <p:nvPr/>
        </p:nvSpPr>
        <p:spPr>
          <a:xfrm>
            <a:off x="8979870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4-line393"/>
          <p:cNvSpPr/>
          <p:nvPr/>
        </p:nvSpPr>
        <p:spPr>
          <a:xfrm>
            <a:off x="8979870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4-line394"/>
          <p:cNvSpPr/>
          <p:nvPr/>
        </p:nvSpPr>
        <p:spPr>
          <a:xfrm>
            <a:off x="8979870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4-line395"/>
          <p:cNvSpPr/>
          <p:nvPr/>
        </p:nvSpPr>
        <p:spPr>
          <a:xfrm>
            <a:off x="8979870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4-line396"/>
          <p:cNvSpPr/>
          <p:nvPr/>
        </p:nvSpPr>
        <p:spPr>
          <a:xfrm>
            <a:off x="8979870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4-rod397"/>
          <p:cNvSpPr/>
          <p:nvPr/>
        </p:nvSpPr>
        <p:spPr>
          <a:xfrm>
            <a:off x="9326169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14-line398"/>
          <p:cNvSpPr/>
          <p:nvPr/>
        </p:nvSpPr>
        <p:spPr>
          <a:xfrm>
            <a:off x="9326169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4-line399"/>
          <p:cNvSpPr/>
          <p:nvPr/>
        </p:nvSpPr>
        <p:spPr>
          <a:xfrm>
            <a:off x="9326169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4-line400"/>
          <p:cNvSpPr/>
          <p:nvPr/>
        </p:nvSpPr>
        <p:spPr>
          <a:xfrm>
            <a:off x="9326169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4-line401"/>
          <p:cNvSpPr/>
          <p:nvPr/>
        </p:nvSpPr>
        <p:spPr>
          <a:xfrm>
            <a:off x="9326169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4-line402"/>
          <p:cNvSpPr/>
          <p:nvPr/>
        </p:nvSpPr>
        <p:spPr>
          <a:xfrm>
            <a:off x="9326169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4-line403"/>
          <p:cNvSpPr/>
          <p:nvPr/>
        </p:nvSpPr>
        <p:spPr>
          <a:xfrm>
            <a:off x="9326169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4-line404"/>
          <p:cNvSpPr/>
          <p:nvPr/>
        </p:nvSpPr>
        <p:spPr>
          <a:xfrm>
            <a:off x="9326169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4-line405"/>
          <p:cNvSpPr/>
          <p:nvPr/>
        </p:nvSpPr>
        <p:spPr>
          <a:xfrm>
            <a:off x="9326169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4-line406"/>
          <p:cNvSpPr/>
          <p:nvPr/>
        </p:nvSpPr>
        <p:spPr>
          <a:xfrm>
            <a:off x="9326169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4-rod407"/>
          <p:cNvSpPr/>
          <p:nvPr/>
        </p:nvSpPr>
        <p:spPr>
          <a:xfrm>
            <a:off x="9672469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14-line408"/>
          <p:cNvSpPr/>
          <p:nvPr/>
        </p:nvSpPr>
        <p:spPr>
          <a:xfrm>
            <a:off x="9672469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4-line409"/>
          <p:cNvSpPr/>
          <p:nvPr/>
        </p:nvSpPr>
        <p:spPr>
          <a:xfrm>
            <a:off x="9672469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4-line410"/>
          <p:cNvSpPr/>
          <p:nvPr/>
        </p:nvSpPr>
        <p:spPr>
          <a:xfrm>
            <a:off x="9672469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4-line411"/>
          <p:cNvSpPr/>
          <p:nvPr/>
        </p:nvSpPr>
        <p:spPr>
          <a:xfrm>
            <a:off x="9672469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4-line412"/>
          <p:cNvSpPr/>
          <p:nvPr/>
        </p:nvSpPr>
        <p:spPr>
          <a:xfrm>
            <a:off x="9672469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14-line413"/>
          <p:cNvSpPr/>
          <p:nvPr/>
        </p:nvSpPr>
        <p:spPr>
          <a:xfrm>
            <a:off x="9672469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14-line414"/>
          <p:cNvSpPr/>
          <p:nvPr/>
        </p:nvSpPr>
        <p:spPr>
          <a:xfrm>
            <a:off x="9672469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14-line415"/>
          <p:cNvSpPr/>
          <p:nvPr/>
        </p:nvSpPr>
        <p:spPr>
          <a:xfrm>
            <a:off x="9672469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14-line416"/>
          <p:cNvSpPr/>
          <p:nvPr/>
        </p:nvSpPr>
        <p:spPr>
          <a:xfrm>
            <a:off x="9672469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14-unit417"/>
          <p:cNvSpPr/>
          <p:nvPr/>
        </p:nvSpPr>
        <p:spPr>
          <a:xfrm>
            <a:off x="10018769" y="3948794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14-unit418"/>
          <p:cNvSpPr/>
          <p:nvPr/>
        </p:nvSpPr>
        <p:spPr>
          <a:xfrm>
            <a:off x="10018769" y="3678247"/>
            <a:ext cx="216437" cy="2164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14-figure419" descr="십 모형 7개와 일 모형 2개"/>
          <p:cNvSpPr/>
          <p:nvPr/>
        </p:nvSpPr>
        <p:spPr>
          <a:xfrm>
            <a:off x="6254496" y="205496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14-label420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바꾸면 72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(두 자리 수)×(두 자리 수)</dc:title>
  <dc:subject>KR22-G03-MAT-MUL2X2-L01</dc:subject>
  <dc:creator>education-ppt</dc:creator>
  <cp:lastModifiedBy>education-ppt</cp:lastModifiedBy>
  <cp:revision>1</cp:revision>
  <dcterms:created xsi:type="dcterms:W3CDTF">2026-10-26T07:38:43Z</dcterms:created>
  <dcterms:modified xsi:type="dcterms:W3CDTF">2026-10-26T07:38:43Z</dcterms:modified>
</cp:coreProperties>
</file>