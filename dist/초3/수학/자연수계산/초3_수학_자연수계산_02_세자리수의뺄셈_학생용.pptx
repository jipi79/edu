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9f3ddf01-2550-8122-4c18-7ee1b5c36b1f}">
          <p14:sldIdLst>
            <p14:sldId id="256"/>
            <p14:sldId id="257"/>
          </p14:sldIdLst>
        </p14:section>
        <p14:section name="개념" id="{8443c41a-08c4-69fc-c23c-7a2beea0897a}">
          <p14:sldIdLst>
            <p14:sldId id="258"/>
            <p14:sldId id="259"/>
            <p14:sldId id="260"/>
            <p14:sldId id="261"/>
            <p14:sldId id="263"/>
          </p14:sldIdLst>
        </p14:section>
        <p14:section name="연습" id="{9baaf4fc-98e2-3027-8731-cc6166d401c5}">
          <p14:sldIdLst>
            <p14:sldId id="262"/>
            <p14:sldId id="264"/>
            <p14:sldId id="265"/>
          </p14:sldIdLst>
        </p14:section>
        <p14:section name="개념" id="{f50c269e-2c0c-9615-efe0-547de0510bdc}">
          <p14:sldIdLst/>
        </p14:section>
        <p14:section name="연습" id="{828b2d30-958e-d979-0208-7fd74e079c82}">
          <p14:sldIdLst/>
        </p14:section>
        <p14:section name="확인" id="{5323c7ee-cc9f-19d7-2bae-954107636156}">
          <p14:sldIdLst>
            <p14:sldId id="266"/>
            <p14:sldId id="267"/>
          </p14:sldIdLst>
        </p14:section>
        <p14:section name="정리" id="{d8a163cc-ebd9-5c35-c0ad-d31f9a80f5cb}">
          <p14:sldIdLst>
            <p14:sldId id="268"/>
          </p14:sldIdLst>
        </p14:section>
        <p14:section name="보충" id="{59b37d2a-9ea7-91d1-e287-c132f514f250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자연수계산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세 자리 수의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세 자리 수의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수학 · 세 자리 수의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자리 수의 뺄셈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자리에서 뺄 수 없으면?</a:t>
            </a:r>
            <a:endParaRPr lang="ko-KR" sz="3000" dirty="0"/>
          </a:p>
        </p:txBody>
      </p:sp>
      <p:graphicFrame>
        <p:nvGraphicFramePr>
          <p:cNvPr id="2" name="S01-table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26680" y="965200"/>
          <a:ext cx="384048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</a:tblGrid>
              <a:tr h="56896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1-card2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받아내림이 있는 뺄셈을 세로셈으로 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덧셈으로 답이 맞는지 확인해요.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chip4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eqtext5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52 − 27 = □</a:t>
            </a:r>
            <a:endParaRPr lang="ko-KR" sz="3400" dirty="0"/>
          </a:p>
        </p:txBody>
      </p:sp>
      <p:sp>
        <p:nvSpPr>
          <p:cNvPr id="5" name="S02-chip6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text7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 모형 1개는 십 모형 몇 개?</a:t>
            </a:r>
            <a:endParaRPr lang="ko-KR" sz="3000" dirty="0"/>
          </a:p>
        </p:txBody>
      </p:sp>
      <p:sp>
        <p:nvSpPr>
          <p:cNvPr id="7" name="S02-chip8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eqtext9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 + 27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 모형 1개를 일 모형 10개로</a:t>
            </a:r>
            <a:endParaRPr lang="ko-KR" sz="4000" dirty="0"/>
          </a:p>
        </p:txBody>
      </p:sp>
      <p:sp>
        <p:nvSpPr>
          <p:cNvPr id="3" name="S03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352 − 127을 수 모형의 개수로 나타냈어요.</a:t>
            </a:r>
            <a:endParaRPr lang="ko-KR" sz="3000" dirty="0"/>
          </a:p>
        </p:txBody>
      </p:sp>
      <p:sp>
        <p:nvSpPr>
          <p:cNvPr id="4" name="S03-card11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2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352 − 127 = 225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 모형 1개를 일 모형 10개로 바꾸어 빼요.</a:t>
            </a:r>
            <a:endParaRPr lang="ko-KR" sz="3000" dirty="0"/>
          </a:p>
        </p:txBody>
      </p:sp>
      <p:graphicFrame>
        <p:nvGraphicFramePr>
          <p:cNvPr id="4" name="S03-table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162556" y="2322830"/>
          <a:ext cx="7863840" cy="914400"/>
        </p:xfrm>
        <a:graphic>
          <a:graphicData uri="http://schemas.openxmlformats.org/drawingml/2006/table">
            <a:tbl>
              <a:tblPr/>
              <a:tblGrid>
                <a:gridCol w="2437790"/>
                <a:gridCol w="1808683"/>
                <a:gridCol w="1808683"/>
                <a:gridCol w="1808683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 모형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 모형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 모형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바꾸면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127을 빼면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일의 자리로 받아내림</a:t>
            </a:r>
            <a:endParaRPr lang="ko-KR" sz="4000" dirty="0"/>
          </a:p>
        </p:txBody>
      </p:sp>
      <p:sp>
        <p:nvSpPr>
          <p:cNvPr id="3" name="S04-text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352 − 127을 세로셈으로 해요.</a:t>
            </a:r>
            <a:endParaRPr lang="ko-KR" sz="3000" dirty="0"/>
          </a:p>
        </p:txBody>
      </p:sp>
      <p:sp>
        <p:nvSpPr>
          <p:cNvPr id="4" name="S04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고친 숫자로 빼요.</a:t>
            </a:r>
            <a:endParaRPr lang="ko-KR" sz="3000" dirty="0"/>
          </a:p>
        </p:txBody>
      </p:sp>
      <p:graphicFrame>
        <p:nvGraphicFramePr>
          <p:cNvPr id="5" name="S04-table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83450" y="2042160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  <a:gridCol w="1005840"/>
              </a:tblGrid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4-stepno18"/>
          <p:cNvSpPr txBox="1"/>
          <p:nvPr/>
        </p:nvSpPr>
        <p:spPr>
          <a:xfrm>
            <a:off x="548640" y="20269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4-text19"/>
          <p:cNvSpPr txBox="1"/>
          <p:nvPr/>
        </p:nvSpPr>
        <p:spPr>
          <a:xfrm>
            <a:off x="1325880" y="2026920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일: 2에서 7을 뺄 수 없어요.</a:t>
            </a:r>
            <a:endParaRPr lang="ko-KR" sz="2400" dirty="0"/>
          </a:p>
        </p:txBody>
      </p:sp>
      <p:sp>
        <p:nvSpPr>
          <p:cNvPr id="9" name="S04-stepno20"/>
          <p:cNvSpPr txBox="1"/>
          <p:nvPr/>
        </p:nvSpPr>
        <p:spPr>
          <a:xfrm>
            <a:off x="548640" y="27858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4-text21"/>
          <p:cNvSpPr txBox="1"/>
          <p:nvPr/>
        </p:nvSpPr>
        <p:spPr>
          <a:xfrm>
            <a:off x="1325880" y="2740152"/>
            <a:ext cx="565830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5를 4로 고치고,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 위에 10을 써요.</a:t>
            </a:r>
            <a:endParaRPr lang="ko-KR" sz="2400" dirty="0"/>
          </a:p>
        </p:txBody>
      </p:sp>
      <p:sp>
        <p:nvSpPr>
          <p:cNvPr id="11" name="S04-stepno22"/>
          <p:cNvSpPr txBox="1"/>
          <p:nvPr/>
        </p:nvSpPr>
        <p:spPr>
          <a:xfrm>
            <a:off x="548640" y="36941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4-text23"/>
          <p:cNvSpPr txBox="1"/>
          <p:nvPr/>
        </p:nvSpPr>
        <p:spPr>
          <a:xfrm>
            <a:off x="1325880" y="3648456"/>
            <a:ext cx="565830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일: 12 − 7 = 5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십: 4 − 2 = 2</a:t>
            </a:r>
            <a:endParaRPr lang="ko-KR" sz="2400" dirty="0"/>
          </a:p>
        </p:txBody>
      </p:sp>
      <p:sp>
        <p:nvSpPr>
          <p:cNvPr id="13" name="S04-stepno24"/>
          <p:cNvSpPr txBox="1"/>
          <p:nvPr/>
        </p:nvSpPr>
        <p:spPr>
          <a:xfrm>
            <a:off x="548640" y="45567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04-text25"/>
          <p:cNvSpPr txBox="1"/>
          <p:nvPr/>
        </p:nvSpPr>
        <p:spPr>
          <a:xfrm>
            <a:off x="1325880" y="4556760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백: 3 − 1 = 2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십의 자리로 받아내림</a:t>
            </a:r>
            <a:endParaRPr lang="ko-KR" sz="4000" dirty="0"/>
          </a:p>
        </p:txBody>
      </p:sp>
      <p:sp>
        <p:nvSpPr>
          <p:cNvPr id="3" name="S05-text2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528 − 263을 세로셈으로 해요.</a:t>
            </a:r>
            <a:endParaRPr lang="ko-KR" sz="3000" dirty="0"/>
          </a:p>
        </p:txBody>
      </p:sp>
      <p:sp>
        <p:nvSpPr>
          <p:cNvPr id="4" name="S05-card2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2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 모형 1개는 십 모형 10개예요.</a:t>
            </a:r>
            <a:endParaRPr lang="ko-KR" sz="3000" dirty="0"/>
          </a:p>
        </p:txBody>
      </p:sp>
      <p:graphicFrame>
        <p:nvGraphicFramePr>
          <p:cNvPr id="6" name="S05-table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83450" y="2042160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  <a:gridCol w="1005840"/>
              </a:tblGrid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5-stepno30"/>
          <p:cNvSpPr txBox="1"/>
          <p:nvPr/>
        </p:nvSpPr>
        <p:spPr>
          <a:xfrm>
            <a:off x="548640" y="20314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5-text31"/>
          <p:cNvSpPr txBox="1"/>
          <p:nvPr/>
        </p:nvSpPr>
        <p:spPr>
          <a:xfrm>
            <a:off x="1325880" y="2031492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일: 8 − 3 = 5</a:t>
            </a:r>
            <a:endParaRPr lang="ko-KR" sz="3000" dirty="0"/>
          </a:p>
        </p:txBody>
      </p:sp>
      <p:sp>
        <p:nvSpPr>
          <p:cNvPr id="9" name="S05-stepno32"/>
          <p:cNvSpPr txBox="1"/>
          <p:nvPr/>
        </p:nvSpPr>
        <p:spPr>
          <a:xfrm>
            <a:off x="548640" y="27904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5-text33"/>
          <p:cNvSpPr txBox="1"/>
          <p:nvPr/>
        </p:nvSpPr>
        <p:spPr>
          <a:xfrm>
            <a:off x="1325880" y="2744724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십: 2에서 6을 뺄 수 없어요.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 1개를 십 10개로 바꿔요.</a:t>
            </a:r>
            <a:endParaRPr lang="ko-KR" sz="3000" dirty="0"/>
          </a:p>
        </p:txBody>
      </p:sp>
      <p:sp>
        <p:nvSpPr>
          <p:cNvPr id="11" name="S05-stepno34"/>
          <p:cNvSpPr txBox="1"/>
          <p:nvPr/>
        </p:nvSpPr>
        <p:spPr>
          <a:xfrm>
            <a:off x="548640" y="38389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5-text35"/>
          <p:cNvSpPr txBox="1"/>
          <p:nvPr/>
        </p:nvSpPr>
        <p:spPr>
          <a:xfrm>
            <a:off x="1325880" y="3838956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십: 12 − 6 = 6</a:t>
            </a:r>
            <a:endParaRPr lang="ko-KR" sz="3000" dirty="0"/>
          </a:p>
        </p:txBody>
      </p:sp>
      <p:sp>
        <p:nvSpPr>
          <p:cNvPr id="13" name="S05-stepno36"/>
          <p:cNvSpPr txBox="1"/>
          <p:nvPr/>
        </p:nvSpPr>
        <p:spPr>
          <a:xfrm>
            <a:off x="548640" y="45521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05-text37"/>
          <p:cNvSpPr txBox="1"/>
          <p:nvPr/>
        </p:nvSpPr>
        <p:spPr>
          <a:xfrm>
            <a:off x="1325880" y="4552188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백: 4 − 2 = 2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받아내림이 두 번</a:t>
            </a:r>
            <a:endParaRPr lang="ko-KR" sz="4000" dirty="0"/>
          </a:p>
        </p:txBody>
      </p:sp>
      <p:sp>
        <p:nvSpPr>
          <p:cNvPr id="3" name="S06-text3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423 − 156을 세로셈으로 해요.</a:t>
            </a:r>
            <a:endParaRPr lang="ko-KR" sz="3000" dirty="0"/>
          </a:p>
        </p:txBody>
      </p:sp>
      <p:sp>
        <p:nvSpPr>
          <p:cNvPr id="4" name="S06-card3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4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뺄 수 없으면 바로 윗자리에서 받아내려요.</a:t>
            </a:r>
            <a:endParaRPr lang="ko-KR" sz="3000" dirty="0"/>
          </a:p>
        </p:txBody>
      </p:sp>
      <p:graphicFrame>
        <p:nvGraphicFramePr>
          <p:cNvPr id="7" name="S06-table4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83450" y="2103120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  <a:gridCol w="1005840"/>
              </a:tblGrid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6-stepno42"/>
          <p:cNvSpPr txBox="1"/>
          <p:nvPr/>
        </p:nvSpPr>
        <p:spPr>
          <a:xfrm>
            <a:off x="548640" y="22433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6-text43"/>
          <p:cNvSpPr txBox="1"/>
          <p:nvPr/>
        </p:nvSpPr>
        <p:spPr>
          <a:xfrm>
            <a:off x="1325880" y="2197608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일: 십에서 받아내려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13 − 6 = 7</a:t>
            </a:r>
            <a:endParaRPr lang="ko-KR" sz="3000" dirty="0"/>
          </a:p>
        </p:txBody>
      </p:sp>
      <p:sp>
        <p:nvSpPr>
          <p:cNvPr id="9" name="S06-stepno44"/>
          <p:cNvSpPr txBox="1"/>
          <p:nvPr/>
        </p:nvSpPr>
        <p:spPr>
          <a:xfrm>
            <a:off x="548640" y="33375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6-text45"/>
          <p:cNvSpPr txBox="1"/>
          <p:nvPr/>
        </p:nvSpPr>
        <p:spPr>
          <a:xfrm>
            <a:off x="1325880" y="3291840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십: 1에서 5를 뺄 수 없어요.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백에서 받아내려 11 − 5 = 6</a:t>
            </a:r>
            <a:endParaRPr lang="ko-KR" sz="3000" dirty="0"/>
          </a:p>
        </p:txBody>
      </p:sp>
      <p:sp>
        <p:nvSpPr>
          <p:cNvPr id="11" name="S06-stepno46"/>
          <p:cNvSpPr txBox="1"/>
          <p:nvPr/>
        </p:nvSpPr>
        <p:spPr>
          <a:xfrm>
            <a:off x="548640" y="43860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6-text47"/>
          <p:cNvSpPr txBox="1"/>
          <p:nvPr/>
        </p:nvSpPr>
        <p:spPr>
          <a:xfrm>
            <a:off x="1325880" y="4386072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백: 3 − 1 = 2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세로셈 해 보기</a:t>
            </a:r>
            <a:endParaRPr lang="ko-KR" sz="4000" dirty="0"/>
          </a:p>
        </p:txBody>
      </p:sp>
      <p:sp>
        <p:nvSpPr>
          <p:cNvPr id="3" name="S07-card4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7-cardtext4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뺄 수 없으면 윗자리 숫자를 1 작게 고쳐요.</a:t>
            </a:r>
            <a:endParaRPr lang="ko-KR" sz="3000" dirty="0"/>
          </a:p>
        </p:txBody>
      </p:sp>
      <p:sp>
        <p:nvSpPr>
          <p:cNvPr id="5" name="S07-card50"/>
          <p:cNvSpPr/>
          <p:nvPr/>
        </p:nvSpPr>
        <p:spPr>
          <a:xfrm>
            <a:off x="6277356" y="1325880"/>
            <a:ext cx="5362956" cy="3794760"/>
          </a:xfrm>
          <a:prstGeom prst="roundRect">
            <a:avLst>
              <a:gd name="adj" fmla="val 289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51"/>
          <p:cNvSpPr txBox="1"/>
          <p:nvPr/>
        </p:nvSpPr>
        <p:spPr>
          <a:xfrm>
            <a:off x="6551676" y="1463040"/>
            <a:ext cx="481431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③을 세로셈으로 해요</a:t>
            </a:r>
            <a:endParaRPr lang="ko-KR" sz="3000" dirty="0"/>
          </a:p>
        </p:txBody>
      </p:sp>
      <p:graphicFrame>
        <p:nvGraphicFramePr>
          <p:cNvPr id="8" name="S07-table5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7154" y="2103120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  <a:gridCol w="1005840"/>
              </a:tblGrid>
              <a:tr h="4572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07-chip53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9" name="S07-eqtext54"/>
          <p:cNvSpPr txBox="1"/>
          <p:nvPr/>
        </p:nvSpPr>
        <p:spPr>
          <a:xfrm>
            <a:off x="1344168" y="132588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463 − 128 = □</a:t>
            </a:r>
            <a:endParaRPr lang="ko-KR" sz="3400" dirty="0"/>
          </a:p>
        </p:txBody>
      </p:sp>
      <p:sp>
        <p:nvSpPr>
          <p:cNvPr id="10" name="S07-chip55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1" name="S07-eqtext56"/>
          <p:cNvSpPr txBox="1"/>
          <p:nvPr/>
        </p:nvSpPr>
        <p:spPr>
          <a:xfrm>
            <a:off x="1344168" y="265176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617 − 254 = □</a:t>
            </a:r>
            <a:endParaRPr lang="ko-KR" sz="3400" dirty="0"/>
          </a:p>
        </p:txBody>
      </p:sp>
      <p:sp>
        <p:nvSpPr>
          <p:cNvPr id="12" name="S07-chip57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3" name="S07-eqtext58"/>
          <p:cNvSpPr txBox="1"/>
          <p:nvPr/>
        </p:nvSpPr>
        <p:spPr>
          <a:xfrm>
            <a:off x="1344168" y="397764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732 − 458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덧셈으로 확인해요</a:t>
            </a:r>
            <a:endParaRPr lang="ko-KR" sz="4000" dirty="0"/>
          </a:p>
        </p:txBody>
      </p:sp>
      <p:sp>
        <p:nvSpPr>
          <p:cNvPr id="3" name="S08-text5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423 − 156 = 267이 맞을까요?</a:t>
            </a:r>
            <a:endParaRPr lang="ko-KR" sz="3000" dirty="0"/>
          </a:p>
        </p:txBody>
      </p:sp>
      <p:sp>
        <p:nvSpPr>
          <p:cNvPr id="4" name="S08-card6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6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 + 빼는 수 = 처음 수</a:t>
            </a:r>
            <a:endParaRPr lang="ko-KR" sz="3000" dirty="0"/>
          </a:p>
        </p:txBody>
      </p:sp>
      <p:graphicFrame>
        <p:nvGraphicFramePr>
          <p:cNvPr id="9" name="S08-table6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83450" y="2042160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  <a:gridCol w="1005840"/>
              </a:tblGrid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8-stepno63"/>
          <p:cNvSpPr txBox="1"/>
          <p:nvPr/>
        </p:nvSpPr>
        <p:spPr>
          <a:xfrm>
            <a:off x="548640" y="22433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8-text64"/>
          <p:cNvSpPr txBox="1"/>
          <p:nvPr/>
        </p:nvSpPr>
        <p:spPr>
          <a:xfrm>
            <a:off x="1325880" y="2197608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 267에 빼는 수 156을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더해 보아요.</a:t>
            </a:r>
            <a:endParaRPr lang="ko-KR" sz="3000" dirty="0"/>
          </a:p>
        </p:txBody>
      </p:sp>
      <p:sp>
        <p:nvSpPr>
          <p:cNvPr id="9" name="S08-stepno65"/>
          <p:cNvSpPr txBox="1"/>
          <p:nvPr/>
        </p:nvSpPr>
        <p:spPr>
          <a:xfrm>
            <a:off x="548640" y="32918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8-text66"/>
          <p:cNvSpPr txBox="1"/>
          <p:nvPr/>
        </p:nvSpPr>
        <p:spPr>
          <a:xfrm>
            <a:off x="1325880" y="3291840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267 + 156 = 423</a:t>
            </a:r>
            <a:endParaRPr lang="ko-KR" sz="3000" dirty="0"/>
          </a:p>
        </p:txBody>
      </p:sp>
      <p:sp>
        <p:nvSpPr>
          <p:cNvPr id="11" name="S08-stepno67"/>
          <p:cNvSpPr txBox="1"/>
          <p:nvPr/>
        </p:nvSpPr>
        <p:spPr>
          <a:xfrm>
            <a:off x="548640" y="40507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8-text68"/>
          <p:cNvSpPr txBox="1"/>
          <p:nvPr/>
        </p:nvSpPr>
        <p:spPr>
          <a:xfrm>
            <a:off x="1325880" y="4005072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수 423이 나오면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맞게 계산한 거예요.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9-card6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7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531 − 264를 계산했어요.</a:t>
            </a:r>
            <a:endParaRPr lang="ko-KR" sz="3000" dirty="0"/>
          </a:p>
        </p:txBody>
      </p:sp>
      <p:sp>
        <p:nvSpPr>
          <p:cNvPr id="5" name="S09-card7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7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덧셈으로 확인하고, 누가 맞았는지 말해요.</a:t>
            </a:r>
            <a:endParaRPr lang="ko-KR" sz="3000" dirty="0"/>
          </a:p>
        </p:txBody>
      </p:sp>
      <p:sp>
        <p:nvSpPr>
          <p:cNvPr id="7" name="S09-chip7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333</a:t>
            </a:r>
            <a:endParaRPr lang="ko-KR" sz="2400" dirty="0"/>
          </a:p>
        </p:txBody>
      </p:sp>
      <p:sp>
        <p:nvSpPr>
          <p:cNvPr id="8" name="S09-text74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4 − 1, 6 − 3, 5 − 2처럼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수에서 작은 수를 뺐어요.</a:t>
            </a:r>
            <a:endParaRPr lang="ko-KR" sz="3000" dirty="0"/>
          </a:p>
        </p:txBody>
      </p:sp>
      <p:sp>
        <p:nvSpPr>
          <p:cNvPr id="9" name="S09-chip7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267</a:t>
            </a:r>
            <a:endParaRPr lang="ko-KR" sz="2400" dirty="0"/>
          </a:p>
        </p:txBody>
      </p:sp>
      <p:sp>
        <p:nvSpPr>
          <p:cNvPr id="10" name="S09-text76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받아내림을 두 번 해서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11 − 4, 12 − 6, 4 − 2를 했어요.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계산하고 확인하기</a:t>
            </a:r>
            <a:endParaRPr lang="ko-KR" sz="4000" dirty="0"/>
          </a:p>
        </p:txBody>
      </p:sp>
      <p:sp>
        <p:nvSpPr>
          <p:cNvPr id="3" name="S10-text7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계산하고, 덧셈으로 확인해요.</a:t>
            </a:r>
            <a:endParaRPr lang="ko-KR" sz="3000" dirty="0"/>
          </a:p>
        </p:txBody>
      </p:sp>
      <p:sp>
        <p:nvSpPr>
          <p:cNvPr id="4" name="S10-card7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7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 + 빼는 수 = 처음 수</a:t>
            </a:r>
            <a:endParaRPr lang="ko-KR" sz="3000" dirty="0"/>
          </a:p>
        </p:txBody>
      </p:sp>
      <p:sp>
        <p:nvSpPr>
          <p:cNvPr id="6" name="S10-chip80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0-eqtext81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645 − 318 = □</a:t>
            </a:r>
            <a:endParaRPr lang="ko-KR" sz="3400" dirty="0"/>
          </a:p>
        </p:txBody>
      </p:sp>
      <p:sp>
        <p:nvSpPr>
          <p:cNvPr id="8" name="S10-chip82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0-eqtext83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826 − 571 = □</a:t>
            </a:r>
            <a:endParaRPr lang="ko-KR" sz="3400" dirty="0"/>
          </a:p>
        </p:txBody>
      </p:sp>
      <p:sp>
        <p:nvSpPr>
          <p:cNvPr id="10" name="S10-chip84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10-text85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374 − 185 = 199가 맞나요?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8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세로셈으로 풀고, ④는 덧셈으로 확인해요.</a:t>
            </a:r>
            <a:endParaRPr lang="ko-KR" sz="3000" dirty="0"/>
          </a:p>
        </p:txBody>
      </p:sp>
      <p:sp>
        <p:nvSpPr>
          <p:cNvPr id="4" name="S11-chip87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1-eqtext88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581 − 247 = □</a:t>
            </a:r>
            <a:endParaRPr lang="ko-KR" sz="3400" dirty="0"/>
          </a:p>
        </p:txBody>
      </p:sp>
      <p:sp>
        <p:nvSpPr>
          <p:cNvPr id="6" name="S11-chip89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1-eqtext90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736 − 482 = □</a:t>
            </a:r>
            <a:endParaRPr lang="ko-KR" sz="3400" dirty="0"/>
          </a:p>
        </p:txBody>
      </p:sp>
      <p:sp>
        <p:nvSpPr>
          <p:cNvPr id="8" name="S11-chip91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1-eqtext92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813 − 568 = □</a:t>
            </a:r>
            <a:endParaRPr lang="ko-KR" sz="3400" dirty="0"/>
          </a:p>
        </p:txBody>
      </p:sp>
      <p:sp>
        <p:nvSpPr>
          <p:cNvPr id="10" name="S11-chip93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11-text94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652 − 375 = 277이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맞나요?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맞게 계산한 것은?</a:t>
            </a:r>
            <a:endParaRPr lang="ko-KR" sz="4000" dirty="0"/>
          </a:p>
        </p:txBody>
      </p:sp>
      <p:sp>
        <p:nvSpPr>
          <p:cNvPr id="3" name="S13-text9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524 − 286을 계산했어요.</a:t>
            </a:r>
            <a:endParaRPr lang="ko-KR" sz="3000" dirty="0"/>
          </a:p>
        </p:txBody>
      </p:sp>
      <p:sp>
        <p:nvSpPr>
          <p:cNvPr id="4" name="S13-card9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9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덧셈으로 확인해 맞는 답을 고르고, 까닭을 말해요.</a:t>
            </a:r>
            <a:endParaRPr lang="ko-KR" sz="3000" dirty="0"/>
          </a:p>
        </p:txBody>
      </p:sp>
      <p:sp>
        <p:nvSpPr>
          <p:cNvPr id="6" name="S13-chip98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3-bigtext99"/>
          <p:cNvSpPr txBox="1"/>
          <p:nvPr/>
        </p:nvSpPr>
        <p:spPr>
          <a:xfrm>
            <a:off x="548640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238</a:t>
            </a:r>
            <a:endParaRPr lang="ko-KR" sz="4800" dirty="0"/>
          </a:p>
        </p:txBody>
      </p:sp>
      <p:sp>
        <p:nvSpPr>
          <p:cNvPr id="8" name="S13-chip100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9" name="S13-bigtext101"/>
          <p:cNvSpPr txBox="1"/>
          <p:nvPr/>
        </p:nvSpPr>
        <p:spPr>
          <a:xfrm>
            <a:off x="4367784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362</a:t>
            </a:r>
            <a:endParaRPr lang="ko-KR" sz="4800" dirty="0"/>
          </a:p>
        </p:txBody>
      </p:sp>
      <p:sp>
        <p:nvSpPr>
          <p:cNvPr id="10" name="S13-chip102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1" name="S13-bigtext103"/>
          <p:cNvSpPr txBox="1"/>
          <p:nvPr/>
        </p:nvSpPr>
        <p:spPr>
          <a:xfrm>
            <a:off x="8186928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348</a:t>
            </a:r>
            <a:endParaRPr lang="ko-KR" sz="4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10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0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뺄 수 없으면 윗자리에서 10을 받아내려요.</a:t>
            </a:r>
            <a:endParaRPr lang="ko-KR" sz="3000" dirty="0"/>
          </a:p>
        </p:txBody>
      </p:sp>
      <p:sp>
        <p:nvSpPr>
          <p:cNvPr id="5" name="S14-chip106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덧셈으로 답 확인하기</a:t>
            </a:r>
            <a:endParaRPr lang="ko-KR" sz="2400" dirty="0"/>
          </a:p>
        </p:txBody>
      </p:sp>
      <p:sp>
        <p:nvSpPr>
          <p:cNvPr id="6" name="S14-chip107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자리마다 큰 수에서 작은 수 빼기</a:t>
            </a:r>
            <a:endParaRPr lang="ko-KR" sz="2400" dirty="0"/>
          </a:p>
        </p:txBody>
      </p:sp>
      <p:sp>
        <p:nvSpPr>
          <p:cNvPr id="7" name="S14-text108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eqtext109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562 − 237 = □</a:t>
            </a:r>
            <a:endParaRPr lang="ko-KR" sz="2800" dirty="0"/>
          </a:p>
        </p:txBody>
      </p:sp>
      <p:sp>
        <p:nvSpPr>
          <p:cNvPr id="9" name="S14-eqtext110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718 − 453 = □</a:t>
            </a:r>
            <a:endParaRPr lang="ko-KR" sz="2800" dirty="0"/>
          </a:p>
        </p:txBody>
      </p:sp>
      <p:sp>
        <p:nvSpPr>
          <p:cNvPr id="10" name="S14-eqtext111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641 − 275 = □</a:t>
            </a:r>
            <a:endParaRPr lang="ko-KR" sz="2800" dirty="0"/>
          </a:p>
        </p:txBody>
      </p:sp>
      <p:sp>
        <p:nvSpPr>
          <p:cNvPr id="11" name="S14-text11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나눗셈의 뜻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두 자리 수 뺄셈</a:t>
            </a:r>
            <a:endParaRPr lang="ko-KR" sz="4000" dirty="0"/>
          </a:p>
        </p:txBody>
      </p:sp>
      <p:sp>
        <p:nvSpPr>
          <p:cNvPr id="3" name="S15-text11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52 − 27을 세로셈으로 다시 해요.</a:t>
            </a:r>
            <a:endParaRPr lang="ko-KR" sz="3000" dirty="0"/>
          </a:p>
        </p:txBody>
      </p:sp>
      <p:sp>
        <p:nvSpPr>
          <p:cNvPr id="4" name="S15-card1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11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 1개를 일 10개로 바꿔요.</a:t>
            </a:r>
            <a:endParaRPr lang="ko-KR" sz="3000" dirty="0"/>
          </a:p>
        </p:txBody>
      </p:sp>
      <p:graphicFrame>
        <p:nvGraphicFramePr>
          <p:cNvPr id="15" name="S15-table1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63728" y="2042160"/>
          <a:ext cx="32918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</a:tblGrid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15-stepno117"/>
          <p:cNvSpPr txBox="1"/>
          <p:nvPr/>
        </p:nvSpPr>
        <p:spPr>
          <a:xfrm>
            <a:off x="548640" y="23881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15-text118"/>
          <p:cNvSpPr txBox="1"/>
          <p:nvPr/>
        </p:nvSpPr>
        <p:spPr>
          <a:xfrm>
            <a:off x="1325880" y="2388108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일: 2에서 7을 뺄 수 없어요.</a:t>
            </a:r>
            <a:endParaRPr lang="ko-KR" sz="3000" dirty="0"/>
          </a:p>
        </p:txBody>
      </p:sp>
      <p:sp>
        <p:nvSpPr>
          <p:cNvPr id="9" name="S15-stepno119"/>
          <p:cNvSpPr txBox="1"/>
          <p:nvPr/>
        </p:nvSpPr>
        <p:spPr>
          <a:xfrm>
            <a:off x="548640" y="31470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15-text120"/>
          <p:cNvSpPr txBox="1"/>
          <p:nvPr/>
        </p:nvSpPr>
        <p:spPr>
          <a:xfrm>
            <a:off x="1325880" y="3101340"/>
            <a:ext cx="6087344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5를 4로 고치고,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 위에 10을 써요.</a:t>
            </a:r>
            <a:endParaRPr lang="ko-KR" sz="3000" dirty="0"/>
          </a:p>
        </p:txBody>
      </p:sp>
      <p:sp>
        <p:nvSpPr>
          <p:cNvPr id="11" name="S15-stepno121"/>
          <p:cNvSpPr txBox="1"/>
          <p:nvPr/>
        </p:nvSpPr>
        <p:spPr>
          <a:xfrm>
            <a:off x="548640" y="41955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15-text122"/>
          <p:cNvSpPr txBox="1"/>
          <p:nvPr/>
        </p:nvSpPr>
        <p:spPr>
          <a:xfrm>
            <a:off x="1325880" y="4195572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12 − 7 = 5, 4 − 2 = 2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수학 세 자리 수의 뺄셈</dc:title>
  <dc:subject>KR22-G03-MAT-SUB3D-L01</dc:subject>
  <dc:creator>education-ppt</dc:creator>
  <cp:lastModifiedBy>education-ppt</cp:lastModifiedBy>
  <cp:revision>1</cp:revision>
  <dcterms:created xsi:type="dcterms:W3CDTF">2026-10-26T07:22:30Z</dcterms:created>
  <dcterms:modified xsi:type="dcterms:W3CDTF">2026-10-26T07:22:30Z</dcterms:modified>
</cp:coreProperties>
</file>