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509add1-e090-2fb7-54c2-55ff62e03b93}">
          <p14:sldIdLst>
            <p14:sldId id="256"/>
            <p14:sldId id="257"/>
          </p14:sldIdLst>
        </p14:section>
        <p14:section name="개념" id="{4a16c9bd-156c-420a-fc13-4c28d73fe7f7}">
          <p14:sldIdLst>
            <p14:sldId id="258"/>
            <p14:sldId id="259"/>
            <p14:sldId id="262"/>
          </p14:sldIdLst>
        </p14:section>
        <p14:section name="연습" id="{46921c06-b32e-d66a-ceb3-3295314e2e52}">
          <p14:sldIdLst>
            <p14:sldId id="260"/>
            <p14:sldId id="261"/>
            <p14:sldId id="263"/>
          </p14:sldIdLst>
        </p14:section>
        <p14:section name="개념" id="{2b8c5adc-d824-b76a-c58e-e58f43e3b6c9}">
          <p14:sldIdLst/>
        </p14:section>
        <p14:section name="연습" id="{be831c59-cc40-1292-0956-f4b8f1d0d729}">
          <p14:sldIdLst/>
        </p14:section>
        <p14:section name="확인" id="{d432dee0-a1c2-a15e-c5df-be5dd526c541}">
          <p14:sldIdLst>
            <p14:sldId id="264"/>
            <p14:sldId id="265"/>
            <p14:sldId id="266"/>
          </p14:sldIdLst>
        </p14:section>
        <p14:section name="정리" id="{06a0de4f-e8f7-2597-aedd-4bab4f05308c}">
          <p14:sldIdLst>
            <p14:sldId id="267"/>
          </p14:sldIdLst>
        </p14:section>
        <p14:section name="보충" id="{08cdea85-5d1e-a21a-fe45-ca42db6d2ab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바둑돌 없이 몫을 구하는 방법이 있을지 궁금하게 합니다.
시간: 약 2분
이렇게 말해 보세요
- “지난 시간에는 바둑돌을 나누어 몫을 구했지? 24 ÷ 6처럼 수가 커지면 바둑돌로 하기 힘들어.”
- “곱셈과 나눗셈의 관계를 쓰면 더 빨리 구할 수 있을까?”
예상 답
- “곱셈식으로 바꿔요.” 또는 “잘 모르겠어요.”
막히면
- 답을 확인하지 않고 넘어갑니다. S03에서 함께 구합니다.
주의
- 오늘 다루는 나눗셈은 모두 몫이 곱셈구구 안에 있는(한 자리 수인) 나눗셈입니다.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확인(곱셈구구, 곱셈식을 나눗셈식으로)]
목적: 곱셈구구와, 지난 시간에 배운 곱셈식을 나눗셈식으로 바꾸기가 되는지 확인합니다.
시간: 약 3분
이렇게 말해 보세요
- “①, ②는 곱셈구구야. 바로 떠오르지 않으면 아는 곱에서 이어 가도 돼.”
- “③은 3 × 5 = 15를 나눗셈식 2개로 바꾸어 볼래?”
정답
- ① 24
- ② 56
- ③ 15 ÷ 3 = 5, 15 ÷ 5 = 3
막히면
- ②는 7 × 7 = 49에서 7을 더해 56처럼 아는 곱에서 이어 가게 합니다.
- 두 문제 이상 틀리면 S13(보충)을 먼저 합니다. 보충으로도 어려우면 초3 3차시 ‘나눗셈의 뜻’(KR22-G03-MAT-DIVIDE-L01)를 다시 하고, 곱셈구구가 흔들리면 초2 7~10차시 곱셈구구(KR22-G02-MAT-TIMES25-L01 ~ KR22-G02-MAT-TIMES79-L01)의 해당 단을 먼저 복습합니다.
주의
- 곱셈구구를 아직 다 외우지 못했다면 오늘은 곱셈표를 옆에 두고 해도 됩니다. 곱셈표 보기도 S04에서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나눗셈을 곱셈식으로 바꾸어 몫 구하기(시범)]
목적: 나눗셈식을 ‘나누는 수 × □ = 나누어지는 수’로 바꾸고, 나누는 수의 단에서 몫을 찾는 방법을 시범으로 보여 줍니다.
시간: 약 4분
이렇게 말해 보세요
- “24 ÷ 6은 24를 6개씩 묶으면 몇 묶음인지 묻는 거야. 6에 몇을 곱하면 24가 될까? 6 × □ = 24로 바꾸어 보자.”
- “6단을 외워 볼까? 6, 12, 18, 24. 6 × 4 = 24니까 □는 4, 몫은 4야.”
예상 답
- “6 × 4 = 24니까 4예요.”
막히면
- 오른쪽 점 배열에서 6개씩 묶음을 하나씩 짚으며 6, 12, 18, 24로 뛰어 셉니다.
- 6단을 손가락으로 하나씩 펴며 외우고, 24가 나왔을 때 편 손가락 수가 몫이라고 알려 줍니다.
주의
- 나누는 수(6)의 단에서 나누어지는 수(24)를 찾습니다. 몫은 곱셈식의 □ 자리에 있는 수입니다(M1).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곱셈표에서 몫 찾기]
목적: 곱셈표에서 나누는 수의 줄을 따라가 나누어지는 수를 찾고, 그 칸의 맨 위 수가 몫임을 압니다.
시간: 약 4분
이렇게 말해 보세요
- “35 ÷ 7을 구해 보자. 왼쪽에서 7의 줄을 찾아 오른쪽으로 가면서 35를 찾아볼래?”
- “35가 있는 칸에서 맨 위로 올라가면 무슨 수가 있어? 7 × 5 = 35니까 35 ÷ 7 = 5야.”
- “이번에는 48 ÷ 6을 찾아볼까?”
예상 답
- “5요.” “6의 줄에서 48을 찾으면 위에 8이 있어요. 48 ÷ 6 = 8이에요.”
막히면
- 손가락으로 7의 줄을 짚고 한 칸씩 옮기며 “7, 14, 21, 28, 35”를 소리 내어 읽습니다.
주의
- 곱셈표는 외우지 못한 단을 확인할 때 씁니다. 익숙해지면 곱셈구구를 떠올려 바로 구하게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연습(곱셈식으로 바꾸어 몫 구하기)]
목적: 도움을 받으며 나눗셈식을 곱셈식으로 바꾸어 몫을 구합니다.
시간: 약 4분
이렇게 말해 보세요
- “①은 3 × □ = 18로 바꿀 수 있어. 3단에서 18을 찾아볼래?”
- “②, ③도 곱셈식으로 먼저 바꾸어 말해 줘.”
정답
- ① 6(3 × 6 = 18)
- ② 8(5 × 8 = 40)
- ③ 5(9 × 5 = 45)
막히면
- S04의 곱셈표를 다시 보여 주고, 나누는 수의 줄을 손가락으로 따라가게 합니다.
주의
- 답을 말한 뒤 꼭 곱셈식으로 말하게 합니다. “3 × 6 = 18이니까 6이에요.”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비교(곱셈식에서 몫이 아닌 수 고르기)]
목적: 곱셈식은 바르게 찾았지만 몫이 아닌 수(나누는 수)를 답으로 쓰는 실수를 바로잡습니다(M1).
시간: 약 3분
이렇게 말해 보세요
- “토끼와 곰 모두 7 × 6 = 42를 찾았어. 그런데 몫이 달라. 누가 맞았을까?”
- “42 ÷ 7은 42를 7개씩 묶으면 몇 묶음이냐는 뜻이야. 몇 묶음이지?”
예상 답
- “곰이요. 7개씩 6묶음이니까요.”
정답
- 곰이 맞습니다. 42 ÷ 7 = 6입니다.
- 7 × □ = 42에서 □가 몫입니다. 7은 나누는 수라서 몫이 아닙니다. 확인하면 7 × 6 = 42입니다.
막히면
- 바둑돌 42개 대신 그림을 그려 7개씩 묶음을 6개 만들어 봅니다.
주의
- 몫을 구한 뒤 ‘나누는 수 × 몫 = 나누어지는 수’가 맞는지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문장을 나눗셈식으로 쓰고 몫 구하기(시범)]
목적: 문장으로 된 나눗셈 상황을 식으로 쓰고, 곱셈구구로 몫을 구한 뒤 곱셈으로 확인하는 순서를 시범으로 보여 줍니다.
시간: 약 4분
이렇게 말해 보세요
- “귤 32개를 4명이 똑같이 나누어. 모두 몇 개야? 몇 명에게 나누어? 그러면 나눗셈식은 32 ÷ 4야.”
- “4 × □ = 32. 4단에서 32를 찾으면 4 × 8 = 32. 한 명에 8개야. 마지막으로 4 × 8 = 32가 맞는지 확인해.”
예상 답
- “32 ÷ 4 = 8, 한 명에 8개예요.”
막히면
- 문장에서 ‘모두’의 수와 ‘몇 명’의 수에 밑줄을 긋게 합니다. 모두의 수를 식의 맨 앞에 씁니다.
주의
- 답에는 단위(개)를 붙입니다. 4 ÷ 32처럼 순서를 바꾸면 지난 차시에서 배운 ‘나누어지는 수(모두의 수)를 맨 앞에 쓴다’를 다시 짚어 줍니다(M3).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연습(문장을 나눗셈식으로)]
목적: 도움을 받으며 똑같이 나누기·묶어 덜기 문장을 나눗셈식으로 쓰고, 곱셈구구로 몫을 구해 확인합니다.
시간: 약 4분
이렇게 말해 보세요
- “①은 모두 몇 개야? 몇 명에게 나누어? 식을 쓰고 몫을 구해 볼래?”
- “②는 6권씩 묶는 거야. 몇 묶음이 되는지 식을 써 봐. 다 구하면 곱셈으로 확인해 줘.”
정답
- ① 27 ÷ 3 = 9, 9개(3 × 9 = 27)
- ② 30 ÷ 6 = 5, 5묶음(6 × 5 = 30)
- ③ 56 ÷ 8 = 7, 7자루(8 × 7 = 56)
막히면
- S07의 순서(나눗셈식 → 곱셈식 → 곱셈구구 → 답)를 손가락으로 짚으며 따라 하게 합니다.
주의
- ②는 묶어 덜기 상황입니다. 몫 5는 한 묶음의 권수가 아니라 묶음의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해결]
목적: 도움 없이 곱셈구구로 몫을 구하고, 문장을 나눗셈식으로 써서 곱셈으로 확인하는지 봅니다.
시간: 약 5분
이렇게 말해 보세요
- “이번에는 혼자 해 볼래? 몫을 구하면 어떤 곱셈식을 썼는지 말해 줘.”
정답
- ① 9(4 × 9 = 36)
- ② 8(7 × 8 = 56)
- ③ 54 ÷ 9 = 6, 6장(9 × 6 = 54)
막히면
- 바로 알려 주지 말고 “몇 단에서 찾으면 될까?”라고만 묻습니다.
- 도움을 받아 해결했다면 기록표에 ‘도움’으로 표시합니다.
주의
- ②를 9라고 하면 곱셈구구를 잘못 떠올린 것입니다(7 × 9 = 63). 곱해서 확인하게 합니다(M2).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함께 확인하고 흔한 실수를 바로잡습니다. 수업용에만 있는 장입니다.
시간: 약 2분
이렇게 말해 보세요
- “네 답과 같은지 볼까? 다르면 곱해서 확인해 보자.”
정답
- ① 9 ② 8 ③ 54 ÷ 9 = 6, 6장
막히면
- 나누는 수를 몫으로 썼으면 S06으로, 곱셈구구가 틀렸으면 S04의 곱셈표로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확인(몫이 같은 나눗셈 찾기)]
목적: 처음 보는 나눗셈의 몫을 곱셈구구로 구해 비교하는지 확인합니다.
시간: 약 2분
이렇게 말해 보세요
- “몫이 6인 나눗셈을 모두 골라 볼래? 어떤 곱셈식으로 알았는지도 말해 줘.”
정답
- 가(42 ÷ 7 = 6, 7 × 6 = 42)와 라(48 ÷ 8 = 6, 8 × 6 = 48).
- 나는 36 ÷ 9 = 4, 다는 24 ÷ 3 = 8입니다.
막히면
- 보기 하나씩 ‘나누는 수 × □ = 나누어지는 수’로 바꾸어 말하게 합니다.
주의
- 하나만 고르면 “다른 것도 몫이 6일 수 있어. 모두 확인해 볼까?”라고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정리와 다음 수업 복습]
목적: 핵심을 정리하고 다음 수업 첫 5분에 풀 복습 문제를 알려 줍니다.
시간: 약 2분
이렇게 말해 보세요
- “오늘 배운 것을 말해 볼래? 24 ÷ 6의 몫을 어떻게 구했지? 몫이 맞는지 어떻게 확인해?”
예상 답
- “6 × □ = 24로 바꾸어 6단에서 찾아요. 6 × 4 = 24라서 4예요.” “곱해서 확인해요.”
정답
- ① 7 ② 8 ③ 30 ÷ 5 = 6, 6봉지
막히면
- S03과 S07을 다시 보여 주며 순서를 함께 말합니다.
주의
- 다음 차시((두 자리 수)×(한 자리 수))에서는 다시 곱셈으로 돌아가 큰 수의 곱셈을 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보충(곱셈식과 나눗셈식의 관계)]
목적: S02에서 곱셈식을 나눗셈식으로 바꾸기가 흔들리면, 점 배열 하나로 세 식을 다시 만들어 봅니다.
시간: 약 5분
이렇게 말해 보세요
- “점이 5개씩 3줄이야. 곱셈식은? 5 × 3 = 15.”
- “15개를 5개씩 묶으면 몇 묶음이야? 15개를 3줄로 나누면 한 줄에 몇 개야?”
정답
- 5 × 3 = 15, 15 ÷ 5 = 3, 15 ÷ 3 = 5
막히면
- 바둑돌을 5개씩 3줄로 놓고 직접 묶거나 나누어 봅니다. 4 × 2 = 8, 6 × 3 = 18로도 해 봅니다.
주의
- 보충으로도 어려우면 초3 3차시 ‘나눗셈의 뜻’(KR22-G03-MAT-DIVIDE-L01)를 다시 합니다. 곱셈구구가 흔들리면 초2 7~10차시 곱셈구구(KR22-G02-MAT-TIMES25-L01 ~ KR22-G02-MAT-TIMES79-L01)의 해당 단을 먼저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곱셈구구로 몫 구하기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곱셈구구로 몫 구하기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없이 몫을 구하려면?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 = □</a:t>
            </a:r>
            <a:endParaRPr lang="ko-KR" sz="54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곱셈구구로 나눗셈의 몫을 구해요.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문장을 나눗셈식으로 쓰고 곱셈으로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15를 나눗셈식 2개로 써요.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바꾸어요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6의 몫을 구해요.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단에서 나누어지는 수를 찾아요.</a:t>
            </a:r>
            <a:endParaRPr lang="ko-KR" sz="3000" dirty="0"/>
          </a:p>
        </p:txBody>
      </p:sp>
      <p:sp>
        <p:nvSpPr>
          <p:cNvPr id="6" name="S03-dot13"/>
          <p:cNvSpPr/>
          <p:nvPr/>
        </p:nvSpPr>
        <p:spPr>
          <a:xfrm>
            <a:off x="808192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14"/>
          <p:cNvSpPr/>
          <p:nvPr/>
        </p:nvSpPr>
        <p:spPr>
          <a:xfrm>
            <a:off x="858484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15"/>
          <p:cNvSpPr/>
          <p:nvPr/>
        </p:nvSpPr>
        <p:spPr>
          <a:xfrm>
            <a:off x="908776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16"/>
          <p:cNvSpPr/>
          <p:nvPr/>
        </p:nvSpPr>
        <p:spPr>
          <a:xfrm>
            <a:off x="959068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dot17"/>
          <p:cNvSpPr/>
          <p:nvPr/>
        </p:nvSpPr>
        <p:spPr>
          <a:xfrm>
            <a:off x="1009360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18"/>
          <p:cNvSpPr/>
          <p:nvPr/>
        </p:nvSpPr>
        <p:spPr>
          <a:xfrm>
            <a:off x="10596524" y="241355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19"/>
          <p:cNvSpPr/>
          <p:nvPr/>
        </p:nvSpPr>
        <p:spPr>
          <a:xfrm>
            <a:off x="808192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20"/>
          <p:cNvSpPr/>
          <p:nvPr/>
        </p:nvSpPr>
        <p:spPr>
          <a:xfrm>
            <a:off x="858484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21"/>
          <p:cNvSpPr/>
          <p:nvPr/>
        </p:nvSpPr>
        <p:spPr>
          <a:xfrm>
            <a:off x="908776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22"/>
          <p:cNvSpPr/>
          <p:nvPr/>
        </p:nvSpPr>
        <p:spPr>
          <a:xfrm>
            <a:off x="959068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23"/>
          <p:cNvSpPr/>
          <p:nvPr/>
        </p:nvSpPr>
        <p:spPr>
          <a:xfrm>
            <a:off x="1009360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24"/>
          <p:cNvSpPr/>
          <p:nvPr/>
        </p:nvSpPr>
        <p:spPr>
          <a:xfrm>
            <a:off x="10596524" y="291647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25"/>
          <p:cNvSpPr/>
          <p:nvPr/>
        </p:nvSpPr>
        <p:spPr>
          <a:xfrm>
            <a:off x="808192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26"/>
          <p:cNvSpPr/>
          <p:nvPr/>
        </p:nvSpPr>
        <p:spPr>
          <a:xfrm>
            <a:off x="858484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27"/>
          <p:cNvSpPr/>
          <p:nvPr/>
        </p:nvSpPr>
        <p:spPr>
          <a:xfrm>
            <a:off x="908776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dot28"/>
          <p:cNvSpPr/>
          <p:nvPr/>
        </p:nvSpPr>
        <p:spPr>
          <a:xfrm>
            <a:off x="959068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dot29"/>
          <p:cNvSpPr/>
          <p:nvPr/>
        </p:nvSpPr>
        <p:spPr>
          <a:xfrm>
            <a:off x="1009360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30"/>
          <p:cNvSpPr/>
          <p:nvPr/>
        </p:nvSpPr>
        <p:spPr>
          <a:xfrm>
            <a:off x="10596524" y="341939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31"/>
          <p:cNvSpPr/>
          <p:nvPr/>
        </p:nvSpPr>
        <p:spPr>
          <a:xfrm>
            <a:off x="808192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32"/>
          <p:cNvSpPr/>
          <p:nvPr/>
        </p:nvSpPr>
        <p:spPr>
          <a:xfrm>
            <a:off x="858484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33"/>
          <p:cNvSpPr/>
          <p:nvPr/>
        </p:nvSpPr>
        <p:spPr>
          <a:xfrm>
            <a:off x="908776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34"/>
          <p:cNvSpPr/>
          <p:nvPr/>
        </p:nvSpPr>
        <p:spPr>
          <a:xfrm>
            <a:off x="959068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35"/>
          <p:cNvSpPr/>
          <p:nvPr/>
        </p:nvSpPr>
        <p:spPr>
          <a:xfrm>
            <a:off x="1009360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36"/>
          <p:cNvSpPr/>
          <p:nvPr/>
        </p:nvSpPr>
        <p:spPr>
          <a:xfrm>
            <a:off x="10596524" y="3922319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group37"/>
          <p:cNvSpPr/>
          <p:nvPr/>
        </p:nvSpPr>
        <p:spPr>
          <a:xfrm>
            <a:off x="8013802" y="235458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3-group38"/>
          <p:cNvSpPr/>
          <p:nvPr/>
        </p:nvSpPr>
        <p:spPr>
          <a:xfrm>
            <a:off x="8013802" y="285750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3-group39"/>
          <p:cNvSpPr/>
          <p:nvPr/>
        </p:nvSpPr>
        <p:spPr>
          <a:xfrm>
            <a:off x="8013802" y="336042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3-group40"/>
          <p:cNvSpPr/>
          <p:nvPr/>
        </p:nvSpPr>
        <p:spPr>
          <a:xfrm>
            <a:off x="8013802" y="3863340"/>
            <a:ext cx="296265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3-figure41" descr="점 24개를 6개씩 4묶음으로 묶은 배열"/>
          <p:cNvSpPr/>
          <p:nvPr/>
        </p:nvSpPr>
        <p:spPr>
          <a:xfrm>
            <a:off x="7986370" y="231800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-label42"/>
          <p:cNvSpPr txBox="1"/>
          <p:nvPr/>
        </p:nvSpPr>
        <p:spPr>
          <a:xfrm>
            <a:off x="7349947" y="4709160"/>
            <a:ext cx="429036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6개씩 4묶음</a:t>
            </a:r>
            <a:endParaRPr lang="ko-KR" sz="2400" dirty="0"/>
          </a:p>
        </p:txBody>
      </p:sp>
      <p:sp>
        <p:nvSpPr>
          <p:cNvPr id="36" name="S03-stepno43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3-text44"/>
          <p:cNvSpPr txBox="1"/>
          <p:nvPr/>
        </p:nvSpPr>
        <p:spPr>
          <a:xfrm>
            <a:off x="1325880" y="2578608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3000" dirty="0"/>
          </a:p>
        </p:txBody>
      </p:sp>
      <p:sp>
        <p:nvSpPr>
          <p:cNvPr id="38" name="S03-eqtext45"/>
          <p:cNvSpPr txBox="1"/>
          <p:nvPr/>
        </p:nvSpPr>
        <p:spPr>
          <a:xfrm>
            <a:off x="4281257" y="2578608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□ = 24</a:t>
            </a:r>
            <a:endParaRPr lang="ko-KR" sz="3000" dirty="0"/>
          </a:p>
        </p:txBody>
      </p:sp>
      <p:sp>
        <p:nvSpPr>
          <p:cNvPr id="39" name="S03-stepno46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0" name="S03-text47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6단: 6, 12, 18, 24</a:t>
            </a:r>
            <a:endParaRPr lang="ko-KR" sz="3000" dirty="0"/>
          </a:p>
        </p:txBody>
      </p:sp>
      <p:sp>
        <p:nvSpPr>
          <p:cNvPr id="41" name="S03-stepno48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2" name="S03-text49"/>
          <p:cNvSpPr txBox="1"/>
          <p:nvPr/>
        </p:nvSpPr>
        <p:spPr>
          <a:xfrm>
            <a:off x="1325880" y="4005072"/>
            <a:ext cx="295537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몫은 4</a:t>
            </a:r>
            <a:endParaRPr lang="ko-KR" sz="3000" dirty="0"/>
          </a:p>
        </p:txBody>
      </p:sp>
      <p:sp>
        <p:nvSpPr>
          <p:cNvPr id="43" name="S03-eqtext50"/>
          <p:cNvSpPr txBox="1"/>
          <p:nvPr/>
        </p:nvSpPr>
        <p:spPr>
          <a:xfrm>
            <a:off x="4281257" y="4005072"/>
            <a:ext cx="2702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6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곱셈표에서 몫 찾기</a:t>
            </a:r>
            <a:endParaRPr lang="ko-KR" sz="4000" dirty="0"/>
          </a:p>
        </p:txBody>
      </p:sp>
      <p:sp>
        <p:nvSpPr>
          <p:cNvPr id="3" name="S04-text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÷ 7의 몫을 곱셈표에서 찾아요.</a:t>
            </a:r>
            <a:endParaRPr lang="ko-KR" sz="3000" dirty="0"/>
          </a:p>
        </p:txBody>
      </p:sp>
      <p:sp>
        <p:nvSpPr>
          <p:cNvPr id="4" name="S04-card52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3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÷ 7 = 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7의 줄에서 35를 찾고, 맨 위의 수를 읽어요.</a:t>
            </a:r>
            <a:endParaRPr lang="ko-KR" sz="3000" dirty="0"/>
          </a:p>
        </p:txBody>
      </p:sp>
      <p:graphicFrame>
        <p:nvGraphicFramePr>
          <p:cNvPr id="5" name="S04-table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" y="2404110"/>
          <a:ext cx="10241280" cy="914400"/>
        </p:xfrm>
        <a:graphic>
          <a:graphicData uri="http://schemas.openxmlformats.org/drawingml/2006/table">
            <a:tbl>
              <a:tblPr/>
              <a:tblGrid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  <a:gridCol w="1024128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구해요</a:t>
            </a:r>
            <a:endParaRPr lang="ko-KR" sz="4000" dirty="0"/>
          </a:p>
        </p:txBody>
      </p:sp>
      <p:sp>
        <p:nvSpPr>
          <p:cNvPr id="3" name="S05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바꾸어 몫을 구해요.</a:t>
            </a:r>
            <a:endParaRPr lang="ko-KR" sz="3000" dirty="0"/>
          </a:p>
        </p:txBody>
      </p:sp>
      <p:sp>
        <p:nvSpPr>
          <p:cNvPr id="4" name="S05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3은 3 × □ = 18로 바꾸어요.</a:t>
            </a:r>
            <a:endParaRPr lang="ko-KR" sz="3000" dirty="0"/>
          </a:p>
        </p:txBody>
      </p:sp>
      <p:sp>
        <p:nvSpPr>
          <p:cNvPr id="6" name="S05-chip5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eqtext5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 = □</a:t>
            </a:r>
            <a:endParaRPr lang="ko-KR" sz="3400" dirty="0"/>
          </a:p>
        </p:txBody>
      </p:sp>
      <p:sp>
        <p:nvSpPr>
          <p:cNvPr id="8" name="S05-chip6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eqtext6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÷ 5 = □</a:t>
            </a:r>
            <a:endParaRPr lang="ko-KR" sz="3400" dirty="0"/>
          </a:p>
        </p:txBody>
      </p:sp>
      <p:sp>
        <p:nvSpPr>
          <p:cNvPr id="10" name="S05-chip6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eqtext6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÷ 9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÷ 7의 몫을 구했어요.</a:t>
            </a:r>
            <a:endParaRPr lang="ko-KR" sz="3000" dirty="0"/>
          </a:p>
        </p:txBody>
      </p:sp>
      <p:sp>
        <p:nvSpPr>
          <p:cNvPr id="5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6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</a:t>
            </a:r>
            <a:endParaRPr lang="ko-KR" sz="2400" dirty="0"/>
          </a:p>
        </p:txBody>
      </p:sp>
      <p:sp>
        <p:nvSpPr>
          <p:cNvPr id="8" name="S06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42니까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7이에요.</a:t>
            </a:r>
            <a:endParaRPr lang="ko-KR" sz="3000" dirty="0"/>
          </a:p>
        </p:txBody>
      </p:sp>
      <p:sp>
        <p:nvSpPr>
          <p:cNvPr id="9" name="S06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</a:t>
            </a:r>
            <a:endParaRPr lang="ko-KR" sz="2400" dirty="0"/>
          </a:p>
        </p:txBody>
      </p:sp>
      <p:sp>
        <p:nvSpPr>
          <p:cNvPr id="10" name="S06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6 = 42니까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6이에요.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식으로</a:t>
            </a:r>
            <a:endParaRPr lang="ko-KR" sz="4000" dirty="0"/>
          </a:p>
        </p:txBody>
      </p:sp>
      <p:sp>
        <p:nvSpPr>
          <p:cNvPr id="3" name="S07-text72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32개를 4명이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4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구하면 곱셈으로 확인해요.</a:t>
            </a:r>
            <a:endParaRPr lang="ko-KR" sz="3000" dirty="0"/>
          </a:p>
        </p:txBody>
      </p:sp>
      <p:sp>
        <p:nvSpPr>
          <p:cNvPr id="6" name="S07-dot75"/>
          <p:cNvSpPr/>
          <p:nvPr/>
        </p:nvSpPr>
        <p:spPr>
          <a:xfrm>
            <a:off x="8139166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76"/>
          <p:cNvSpPr/>
          <p:nvPr/>
        </p:nvSpPr>
        <p:spPr>
          <a:xfrm>
            <a:off x="8523214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77"/>
          <p:cNvSpPr/>
          <p:nvPr/>
        </p:nvSpPr>
        <p:spPr>
          <a:xfrm>
            <a:off x="8907262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78"/>
          <p:cNvSpPr/>
          <p:nvPr/>
        </p:nvSpPr>
        <p:spPr>
          <a:xfrm>
            <a:off x="9291310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79"/>
          <p:cNvSpPr/>
          <p:nvPr/>
        </p:nvSpPr>
        <p:spPr>
          <a:xfrm>
            <a:off x="9675358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80"/>
          <p:cNvSpPr/>
          <p:nvPr/>
        </p:nvSpPr>
        <p:spPr>
          <a:xfrm>
            <a:off x="10059406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81"/>
          <p:cNvSpPr/>
          <p:nvPr/>
        </p:nvSpPr>
        <p:spPr>
          <a:xfrm>
            <a:off x="10443454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82"/>
          <p:cNvSpPr/>
          <p:nvPr/>
        </p:nvSpPr>
        <p:spPr>
          <a:xfrm>
            <a:off x="10827502" y="284207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83"/>
          <p:cNvSpPr/>
          <p:nvPr/>
        </p:nvSpPr>
        <p:spPr>
          <a:xfrm>
            <a:off x="8139166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dot84"/>
          <p:cNvSpPr/>
          <p:nvPr/>
        </p:nvSpPr>
        <p:spPr>
          <a:xfrm>
            <a:off x="8523214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7-dot85"/>
          <p:cNvSpPr/>
          <p:nvPr/>
        </p:nvSpPr>
        <p:spPr>
          <a:xfrm>
            <a:off x="8907262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7-dot86"/>
          <p:cNvSpPr/>
          <p:nvPr/>
        </p:nvSpPr>
        <p:spPr>
          <a:xfrm>
            <a:off x="9291310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87"/>
          <p:cNvSpPr/>
          <p:nvPr/>
        </p:nvSpPr>
        <p:spPr>
          <a:xfrm>
            <a:off x="9675358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88"/>
          <p:cNvSpPr/>
          <p:nvPr/>
        </p:nvSpPr>
        <p:spPr>
          <a:xfrm>
            <a:off x="10059406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89"/>
          <p:cNvSpPr/>
          <p:nvPr/>
        </p:nvSpPr>
        <p:spPr>
          <a:xfrm>
            <a:off x="10443454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dot90"/>
          <p:cNvSpPr/>
          <p:nvPr/>
        </p:nvSpPr>
        <p:spPr>
          <a:xfrm>
            <a:off x="10827502" y="322612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dot91"/>
          <p:cNvSpPr/>
          <p:nvPr/>
        </p:nvSpPr>
        <p:spPr>
          <a:xfrm>
            <a:off x="8139166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dot92"/>
          <p:cNvSpPr/>
          <p:nvPr/>
        </p:nvSpPr>
        <p:spPr>
          <a:xfrm>
            <a:off x="8523214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93"/>
          <p:cNvSpPr/>
          <p:nvPr/>
        </p:nvSpPr>
        <p:spPr>
          <a:xfrm>
            <a:off x="8907262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94"/>
          <p:cNvSpPr/>
          <p:nvPr/>
        </p:nvSpPr>
        <p:spPr>
          <a:xfrm>
            <a:off x="9291310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95"/>
          <p:cNvSpPr/>
          <p:nvPr/>
        </p:nvSpPr>
        <p:spPr>
          <a:xfrm>
            <a:off x="9675358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dot96"/>
          <p:cNvSpPr/>
          <p:nvPr/>
        </p:nvSpPr>
        <p:spPr>
          <a:xfrm>
            <a:off x="10059406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7-dot97"/>
          <p:cNvSpPr/>
          <p:nvPr/>
        </p:nvSpPr>
        <p:spPr>
          <a:xfrm>
            <a:off x="10443454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7-dot98"/>
          <p:cNvSpPr/>
          <p:nvPr/>
        </p:nvSpPr>
        <p:spPr>
          <a:xfrm>
            <a:off x="10827502" y="361017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7-dot99"/>
          <p:cNvSpPr/>
          <p:nvPr/>
        </p:nvSpPr>
        <p:spPr>
          <a:xfrm>
            <a:off x="8139166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7-dot100"/>
          <p:cNvSpPr/>
          <p:nvPr/>
        </p:nvSpPr>
        <p:spPr>
          <a:xfrm>
            <a:off x="8523214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7-dot101"/>
          <p:cNvSpPr/>
          <p:nvPr/>
        </p:nvSpPr>
        <p:spPr>
          <a:xfrm>
            <a:off x="8907262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7-dot102"/>
          <p:cNvSpPr/>
          <p:nvPr/>
        </p:nvSpPr>
        <p:spPr>
          <a:xfrm>
            <a:off x="9291310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7-dot103"/>
          <p:cNvSpPr/>
          <p:nvPr/>
        </p:nvSpPr>
        <p:spPr>
          <a:xfrm>
            <a:off x="9675358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7-dot104"/>
          <p:cNvSpPr/>
          <p:nvPr/>
        </p:nvSpPr>
        <p:spPr>
          <a:xfrm>
            <a:off x="10059406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7-dot105"/>
          <p:cNvSpPr/>
          <p:nvPr/>
        </p:nvSpPr>
        <p:spPr>
          <a:xfrm>
            <a:off x="10443454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7-dot106"/>
          <p:cNvSpPr/>
          <p:nvPr/>
        </p:nvSpPr>
        <p:spPr>
          <a:xfrm>
            <a:off x="10827502" y="3994221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7-group107"/>
          <p:cNvSpPr/>
          <p:nvPr/>
        </p:nvSpPr>
        <p:spPr>
          <a:xfrm>
            <a:off x="8093629" y="2805684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7-group108"/>
          <p:cNvSpPr/>
          <p:nvPr/>
        </p:nvSpPr>
        <p:spPr>
          <a:xfrm>
            <a:off x="8093629" y="3189732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7-group109"/>
          <p:cNvSpPr/>
          <p:nvPr/>
        </p:nvSpPr>
        <p:spPr>
          <a:xfrm>
            <a:off x="8093629" y="3573780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7-group110"/>
          <p:cNvSpPr/>
          <p:nvPr/>
        </p:nvSpPr>
        <p:spPr>
          <a:xfrm>
            <a:off x="8093629" y="3957828"/>
            <a:ext cx="3017520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7-figure111" descr="점 32개를 8개씩 4줄로 나눈 배열(4명에게 8개씩)"/>
          <p:cNvSpPr/>
          <p:nvPr/>
        </p:nvSpPr>
        <p:spPr>
          <a:xfrm>
            <a:off x="8066197" y="2769108"/>
            <a:ext cx="3072384" cy="1536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7-label112"/>
          <p:cNvSpPr txBox="1"/>
          <p:nvPr/>
        </p:nvSpPr>
        <p:spPr>
          <a:xfrm>
            <a:off x="7564465" y="4709160"/>
            <a:ext cx="40758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4명에게 8개씩</a:t>
            </a:r>
            <a:endParaRPr lang="ko-KR" sz="2400" dirty="0"/>
          </a:p>
        </p:txBody>
      </p:sp>
      <p:sp>
        <p:nvSpPr>
          <p:cNvPr id="44" name="S07-stepno113"/>
          <p:cNvSpPr txBox="1"/>
          <p:nvPr/>
        </p:nvSpPr>
        <p:spPr>
          <a:xfrm>
            <a:off x="548640" y="24384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5" name="S07-text114"/>
          <p:cNvSpPr txBox="1"/>
          <p:nvPr/>
        </p:nvSpPr>
        <p:spPr>
          <a:xfrm>
            <a:off x="1325880" y="2438400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</a:t>
            </a:r>
            <a:endParaRPr lang="ko-KR" sz="2400" dirty="0"/>
          </a:p>
        </p:txBody>
      </p:sp>
      <p:sp>
        <p:nvSpPr>
          <p:cNvPr id="46" name="S07-eqtext115"/>
          <p:cNvSpPr txBox="1"/>
          <p:nvPr/>
        </p:nvSpPr>
        <p:spPr>
          <a:xfrm>
            <a:off x="4405678" y="2438400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÷ 4 = □</a:t>
            </a:r>
            <a:endParaRPr lang="ko-KR" sz="2400" dirty="0"/>
          </a:p>
        </p:txBody>
      </p:sp>
      <p:sp>
        <p:nvSpPr>
          <p:cNvPr id="47" name="S07-stepno116"/>
          <p:cNvSpPr txBox="1"/>
          <p:nvPr/>
        </p:nvSpPr>
        <p:spPr>
          <a:xfrm>
            <a:off x="548640" y="3151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48" name="S07-text117"/>
          <p:cNvSpPr txBox="1"/>
          <p:nvPr/>
        </p:nvSpPr>
        <p:spPr>
          <a:xfrm>
            <a:off x="1325880" y="3151632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</a:t>
            </a:r>
            <a:endParaRPr lang="ko-KR" sz="2400" dirty="0"/>
          </a:p>
        </p:txBody>
      </p:sp>
      <p:sp>
        <p:nvSpPr>
          <p:cNvPr id="49" name="S07-eqtext118"/>
          <p:cNvSpPr txBox="1"/>
          <p:nvPr/>
        </p:nvSpPr>
        <p:spPr>
          <a:xfrm>
            <a:off x="4405678" y="3151632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□ = 32</a:t>
            </a:r>
            <a:endParaRPr lang="ko-KR" sz="2400" dirty="0"/>
          </a:p>
        </p:txBody>
      </p:sp>
      <p:sp>
        <p:nvSpPr>
          <p:cNvPr id="50" name="S07-stepno119"/>
          <p:cNvSpPr txBox="1"/>
          <p:nvPr/>
        </p:nvSpPr>
        <p:spPr>
          <a:xfrm>
            <a:off x="548640" y="3864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51" name="S07-text120"/>
          <p:cNvSpPr txBox="1"/>
          <p:nvPr/>
        </p:nvSpPr>
        <p:spPr>
          <a:xfrm>
            <a:off x="1325880" y="3864864"/>
            <a:ext cx="30797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4단에서</a:t>
            </a:r>
            <a:endParaRPr lang="ko-KR" sz="2400" dirty="0"/>
          </a:p>
        </p:txBody>
      </p:sp>
      <p:sp>
        <p:nvSpPr>
          <p:cNvPr id="52" name="S07-eqtext121"/>
          <p:cNvSpPr txBox="1"/>
          <p:nvPr/>
        </p:nvSpPr>
        <p:spPr>
          <a:xfrm>
            <a:off x="4405678" y="3864864"/>
            <a:ext cx="27930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8 = 32</a:t>
            </a:r>
            <a:endParaRPr lang="ko-KR" sz="2400" dirty="0"/>
          </a:p>
        </p:txBody>
      </p:sp>
      <p:sp>
        <p:nvSpPr>
          <p:cNvPr id="53" name="S07-stepno122"/>
          <p:cNvSpPr txBox="1"/>
          <p:nvPr/>
        </p:nvSpPr>
        <p:spPr>
          <a:xfrm>
            <a:off x="548640" y="4578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4" name="S07-text123"/>
          <p:cNvSpPr txBox="1"/>
          <p:nvPr/>
        </p:nvSpPr>
        <p:spPr>
          <a:xfrm>
            <a:off x="1325880" y="457809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답: 한 명에 8개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 몫 구하기</a:t>
            </a:r>
            <a:endParaRPr lang="ko-KR" sz="4000" dirty="0"/>
          </a:p>
        </p:txBody>
      </p:sp>
      <p:sp>
        <p:nvSpPr>
          <p:cNvPr id="3" name="S08-text1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쓰고, 몫을 구해요.</a:t>
            </a:r>
            <a:endParaRPr lang="ko-KR" sz="3000" dirty="0"/>
          </a:p>
        </p:txBody>
      </p:sp>
      <p:sp>
        <p:nvSpPr>
          <p:cNvPr id="4" name="S08-card1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1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 → 곱셈식 → 곱셈구구 → 답</a:t>
            </a:r>
            <a:endParaRPr lang="ko-KR" sz="3000" dirty="0"/>
          </a:p>
        </p:txBody>
      </p:sp>
      <p:sp>
        <p:nvSpPr>
          <p:cNvPr id="6" name="S08-chip12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12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27개를 3명이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개일까요?</a:t>
            </a:r>
            <a:endParaRPr lang="ko-KR" sz="3000" dirty="0"/>
          </a:p>
        </p:txBody>
      </p:sp>
      <p:sp>
        <p:nvSpPr>
          <p:cNvPr id="8" name="S08-chip12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13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30권을 6권씩 묶으면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묶음이 될까요?</a:t>
            </a:r>
            <a:endParaRPr lang="ko-KR" sz="3000" dirty="0"/>
          </a:p>
        </p:txBody>
      </p:sp>
      <p:sp>
        <p:nvSpPr>
          <p:cNvPr id="10" name="S08-chip13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13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 56자루를 8명이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자루일까요?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구하고, 곱셈으로 확인해요.</a:t>
            </a:r>
            <a:endParaRPr lang="ko-KR" sz="3000" dirty="0"/>
          </a:p>
        </p:txBody>
      </p:sp>
      <p:sp>
        <p:nvSpPr>
          <p:cNvPr id="4" name="S09-chip13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eqtext13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4 = □</a:t>
            </a:r>
            <a:endParaRPr lang="ko-KR" sz="3400" dirty="0"/>
          </a:p>
        </p:txBody>
      </p:sp>
      <p:sp>
        <p:nvSpPr>
          <p:cNvPr id="6" name="S09-chip13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eqtext13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÷ 7 = □</a:t>
            </a:r>
            <a:endParaRPr lang="ko-KR" sz="3400" dirty="0"/>
          </a:p>
        </p:txBody>
      </p:sp>
      <p:sp>
        <p:nvSpPr>
          <p:cNvPr id="8" name="S09-chip13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13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색종이 54장을 9명이 똑같이 나누면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명에 몇 장일까요?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0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곱셈으로 확인하게 하세요.</a:t>
            </a:r>
            <a:endParaRPr lang="ko-KR" sz="3000" dirty="0"/>
          </a:p>
        </p:txBody>
      </p:sp>
      <p:sp>
        <p:nvSpPr>
          <p:cNvPr id="5" name="S10-chip142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143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</a:t>
            </a:r>
            <a:endParaRPr lang="ko-KR" sz="3000" dirty="0"/>
          </a:p>
        </p:txBody>
      </p:sp>
      <p:sp>
        <p:nvSpPr>
          <p:cNvPr id="7" name="S10-text144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9 = 36</a:t>
            </a:r>
            <a:endParaRPr lang="ko-KR" sz="2400" dirty="0"/>
          </a:p>
        </p:txBody>
      </p:sp>
      <p:sp>
        <p:nvSpPr>
          <p:cNvPr id="8" name="S10-text145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</a:t>
            </a:r>
            <a:endParaRPr lang="ko-KR" sz="3000" dirty="0"/>
          </a:p>
        </p:txBody>
      </p:sp>
      <p:sp>
        <p:nvSpPr>
          <p:cNvPr id="9" name="S10-text146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8 = 56</a:t>
            </a:r>
            <a:endParaRPr lang="ko-KR" sz="2400" dirty="0"/>
          </a:p>
        </p:txBody>
      </p:sp>
      <p:sp>
        <p:nvSpPr>
          <p:cNvPr id="10" name="S10-text147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6장</a:t>
            </a:r>
            <a:endParaRPr lang="ko-KR" sz="3000" dirty="0"/>
          </a:p>
        </p:txBody>
      </p:sp>
      <p:sp>
        <p:nvSpPr>
          <p:cNvPr id="11" name="S10-text148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÷ 9 = 6</a:t>
            </a:r>
            <a:endParaRPr lang="ko-KR" sz="2400" dirty="0"/>
          </a:p>
        </p:txBody>
      </p:sp>
      <p:sp>
        <p:nvSpPr>
          <p:cNvPr id="12" name="S10-chip14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0-text15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9</a:t>
            </a:r>
            <a:endParaRPr lang="ko-KR" sz="3000" dirty="0"/>
          </a:p>
        </p:txBody>
      </p:sp>
      <p:sp>
        <p:nvSpPr>
          <p:cNvPr id="14" name="S10-text15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× 9는 63</a:t>
            </a:r>
            <a:endParaRPr lang="ko-KR" sz="2400" dirty="0"/>
          </a:p>
        </p:txBody>
      </p:sp>
      <p:sp>
        <p:nvSpPr>
          <p:cNvPr id="15" name="S10-text15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</a:t>
            </a:r>
            <a:endParaRPr lang="ko-KR" sz="3000" dirty="0"/>
          </a:p>
        </p:txBody>
      </p:sp>
      <p:sp>
        <p:nvSpPr>
          <p:cNvPr id="16" name="S10-text15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수를 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6인 것은?</a:t>
            </a:r>
            <a:endParaRPr lang="ko-KR" sz="4000" dirty="0"/>
          </a:p>
        </p:txBody>
      </p:sp>
      <p:sp>
        <p:nvSpPr>
          <p:cNvPr id="3" name="S11-card1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몫이 6인 것을 모두 고르고, 곱셈식으로 말해요.</a:t>
            </a:r>
            <a:endParaRPr lang="ko-KR" sz="3000" dirty="0"/>
          </a:p>
        </p:txBody>
      </p:sp>
      <p:sp>
        <p:nvSpPr>
          <p:cNvPr id="5" name="S11-chip156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bigtext157"/>
          <p:cNvSpPr txBox="1"/>
          <p:nvPr/>
        </p:nvSpPr>
        <p:spPr>
          <a:xfrm>
            <a:off x="1344168" y="132588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÷ 7</a:t>
            </a:r>
            <a:endParaRPr lang="ko-KR" sz="4400" dirty="0"/>
          </a:p>
        </p:txBody>
      </p:sp>
      <p:sp>
        <p:nvSpPr>
          <p:cNvPr id="7" name="S11-chip15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1-bigtext159"/>
          <p:cNvSpPr txBox="1"/>
          <p:nvPr/>
        </p:nvSpPr>
        <p:spPr>
          <a:xfrm>
            <a:off x="7072884" y="132588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÷ 9</a:t>
            </a:r>
            <a:endParaRPr lang="ko-KR" sz="4400" dirty="0"/>
          </a:p>
        </p:txBody>
      </p:sp>
      <p:sp>
        <p:nvSpPr>
          <p:cNvPr id="9" name="S11-chip160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1-bigtext161"/>
          <p:cNvSpPr txBox="1"/>
          <p:nvPr/>
        </p:nvSpPr>
        <p:spPr>
          <a:xfrm>
            <a:off x="1344168" y="336042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÷ 3</a:t>
            </a:r>
            <a:endParaRPr lang="ko-KR" sz="4400" dirty="0"/>
          </a:p>
        </p:txBody>
      </p:sp>
      <p:sp>
        <p:nvSpPr>
          <p:cNvPr id="11" name="S11-chip162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1-bigtext163"/>
          <p:cNvSpPr txBox="1"/>
          <p:nvPr/>
        </p:nvSpPr>
        <p:spPr>
          <a:xfrm>
            <a:off x="7072884" y="3360420"/>
            <a:ext cx="456742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÷ 8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나누는 수의 단에서 몫을 찾아요.</a:t>
            </a:r>
            <a:endParaRPr lang="ko-KR" sz="3000" dirty="0"/>
          </a:p>
        </p:txBody>
      </p:sp>
      <p:sp>
        <p:nvSpPr>
          <p:cNvPr id="5" name="S12-chip16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곱셈으로 몫 확인하기</a:t>
            </a:r>
            <a:endParaRPr lang="ko-KR" sz="2400" dirty="0"/>
          </a:p>
        </p:txBody>
      </p:sp>
      <p:sp>
        <p:nvSpPr>
          <p:cNvPr id="6" name="S12-chip16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수를 몫으로 쓰기</a:t>
            </a:r>
            <a:endParaRPr lang="ko-KR" sz="2400" dirty="0"/>
          </a:p>
        </p:txBody>
      </p:sp>
      <p:sp>
        <p:nvSpPr>
          <p:cNvPr id="7" name="S12-text16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eqtext16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28 ÷ 4 = □</a:t>
            </a:r>
            <a:endParaRPr lang="ko-KR" sz="2800" dirty="0"/>
          </a:p>
        </p:txBody>
      </p:sp>
      <p:sp>
        <p:nvSpPr>
          <p:cNvPr id="9" name="S12-eqtext17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72 ÷ 9 = □</a:t>
            </a:r>
            <a:endParaRPr lang="ko-KR" sz="2800" dirty="0"/>
          </a:p>
        </p:txBody>
      </p:sp>
      <p:sp>
        <p:nvSpPr>
          <p:cNvPr id="10" name="S12-text17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사과 30개를 5개씩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담으면 몇 봉지?</a:t>
            </a:r>
            <a:endParaRPr lang="ko-KR" sz="2400" dirty="0"/>
          </a:p>
        </p:txBody>
      </p:sp>
      <p:sp>
        <p:nvSpPr>
          <p:cNvPr id="11" name="S12-text17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(두 자리 수)×(한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곱셈식과 나눗셈식</a:t>
            </a:r>
            <a:endParaRPr lang="ko-KR" sz="4000" dirty="0"/>
          </a:p>
        </p:txBody>
      </p:sp>
      <p:sp>
        <p:nvSpPr>
          <p:cNvPr id="3" name="S13-text1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15개로 식 3개를 만들어요.</a:t>
            </a:r>
            <a:endParaRPr lang="ko-KR" sz="3000" dirty="0"/>
          </a:p>
        </p:txBody>
      </p:sp>
      <p:sp>
        <p:nvSpPr>
          <p:cNvPr id="4" name="S13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세 수로 곱셈식과 나눗셈식을 만들어요.</a:t>
            </a:r>
            <a:endParaRPr lang="ko-KR" sz="3000" dirty="0"/>
          </a:p>
        </p:txBody>
      </p:sp>
      <p:sp>
        <p:nvSpPr>
          <p:cNvPr id="6" name="S13-dot176"/>
          <p:cNvSpPr/>
          <p:nvPr/>
        </p:nvSpPr>
        <p:spPr>
          <a:xfrm>
            <a:off x="175153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177"/>
          <p:cNvSpPr/>
          <p:nvPr/>
        </p:nvSpPr>
        <p:spPr>
          <a:xfrm>
            <a:off x="239161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178"/>
          <p:cNvSpPr/>
          <p:nvPr/>
        </p:nvSpPr>
        <p:spPr>
          <a:xfrm>
            <a:off x="303169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179"/>
          <p:cNvSpPr/>
          <p:nvPr/>
        </p:nvSpPr>
        <p:spPr>
          <a:xfrm>
            <a:off x="367177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180"/>
          <p:cNvSpPr/>
          <p:nvPr/>
        </p:nvSpPr>
        <p:spPr>
          <a:xfrm>
            <a:off x="4311853" y="27276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181"/>
          <p:cNvSpPr/>
          <p:nvPr/>
        </p:nvSpPr>
        <p:spPr>
          <a:xfrm>
            <a:off x="175153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182"/>
          <p:cNvSpPr/>
          <p:nvPr/>
        </p:nvSpPr>
        <p:spPr>
          <a:xfrm>
            <a:off x="239161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183"/>
          <p:cNvSpPr/>
          <p:nvPr/>
        </p:nvSpPr>
        <p:spPr>
          <a:xfrm>
            <a:off x="303169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184"/>
          <p:cNvSpPr/>
          <p:nvPr/>
        </p:nvSpPr>
        <p:spPr>
          <a:xfrm>
            <a:off x="367177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185"/>
          <p:cNvSpPr/>
          <p:nvPr/>
        </p:nvSpPr>
        <p:spPr>
          <a:xfrm>
            <a:off x="4311853" y="336773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186"/>
          <p:cNvSpPr/>
          <p:nvPr/>
        </p:nvSpPr>
        <p:spPr>
          <a:xfrm>
            <a:off x="175153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187"/>
          <p:cNvSpPr/>
          <p:nvPr/>
        </p:nvSpPr>
        <p:spPr>
          <a:xfrm>
            <a:off x="239161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dot188"/>
          <p:cNvSpPr/>
          <p:nvPr/>
        </p:nvSpPr>
        <p:spPr>
          <a:xfrm>
            <a:off x="303169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3-dot189"/>
          <p:cNvSpPr/>
          <p:nvPr/>
        </p:nvSpPr>
        <p:spPr>
          <a:xfrm>
            <a:off x="367177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dot190"/>
          <p:cNvSpPr/>
          <p:nvPr/>
        </p:nvSpPr>
        <p:spPr>
          <a:xfrm>
            <a:off x="4311853" y="400781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group191"/>
          <p:cNvSpPr/>
          <p:nvPr/>
        </p:nvSpPr>
        <p:spPr>
          <a:xfrm>
            <a:off x="1657350" y="264261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13-group192"/>
          <p:cNvSpPr/>
          <p:nvPr/>
        </p:nvSpPr>
        <p:spPr>
          <a:xfrm>
            <a:off x="1657350" y="328269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13-group193"/>
          <p:cNvSpPr/>
          <p:nvPr/>
        </p:nvSpPr>
        <p:spPr>
          <a:xfrm>
            <a:off x="1657350" y="3922776"/>
            <a:ext cx="314553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13-figure194" descr="점 15개를 5개씩 3줄로 놓은 배열, 줄마다 묶음 표시"/>
          <p:cNvSpPr/>
          <p:nvPr/>
        </p:nvSpPr>
        <p:spPr>
          <a:xfrm>
            <a:off x="1629918" y="2606040"/>
            <a:ext cx="32004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13-card195"/>
          <p:cNvSpPr/>
          <p:nvPr/>
        </p:nvSpPr>
        <p:spPr>
          <a:xfrm>
            <a:off x="6277356" y="20345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13-cardtext196"/>
          <p:cNvSpPr txBox="1"/>
          <p:nvPr/>
        </p:nvSpPr>
        <p:spPr>
          <a:xfrm>
            <a:off x="6551676" y="21717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</a:t>
            </a:r>
            <a:endParaRPr lang="ko-KR" sz="3000" dirty="0"/>
          </a:p>
        </p:txBody>
      </p:sp>
      <p:sp>
        <p:nvSpPr>
          <p:cNvPr id="27" name="S13-card197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13-cardtext198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5 = 3</a:t>
            </a:r>
            <a:endParaRPr lang="ko-KR" sz="3000" dirty="0"/>
          </a:p>
        </p:txBody>
      </p:sp>
      <p:sp>
        <p:nvSpPr>
          <p:cNvPr id="29" name="S13-card199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13-cardtext200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÷ 3 = 5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곱셈구구로 몫 구하기</dc:title>
  <dc:subject>KR22-G03-MAT-DIVFACT-L01</dc:subject>
  <dc:creator>education-ppt</dc:creator>
  <cp:lastModifiedBy>education-ppt</cp:lastModifiedBy>
  <cp:revision>1</cp:revision>
  <dcterms:created xsi:type="dcterms:W3CDTF">2026-10-26T07:30:36Z</dcterms:created>
  <dcterms:modified xsi:type="dcterms:W3CDTF">2026-10-26T07:30:36Z</dcterms:modified>
</cp:coreProperties>
</file>