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da01703-f144-8d16-7e0f-492b094a4972}">
          <p14:sldIdLst>
            <p14:sldId id="256"/>
            <p14:sldId id="257"/>
          </p14:sldIdLst>
        </p14:section>
        <p14:section name="개념" id="{ae1a4f5b-a2d0-b560-58dd-9fe4d5b1458a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12658982-a22a-e050-12f5-f9f4f1b7e3c6}">
          <p14:sldIdLst>
            <p14:sldId id="262"/>
            <p14:sldId id="263"/>
            <p14:sldId id="265"/>
          </p14:sldIdLst>
        </p14:section>
        <p14:section name="개념" id="{ec2494dd-55d9-8043-449f-a050fa67e833}">
          <p14:sldIdLst/>
        </p14:section>
        <p14:section name="연습" id="{b8c7e9d2-1ad6-0a47-459f-97ec7083c977}">
          <p14:sldIdLst/>
        </p14:section>
        <p14:section name="확인" id="{f460e2f7-4154-b75d-6fe0-ebd1edd5ac07}">
          <p14:sldIdLst>
            <p14:sldId id="266"/>
            <p14:sldId id="267"/>
          </p14:sldIdLst>
        </p14:section>
        <p14:section name="정리" id="{90a4edc8-58be-a085-2071-0ed50456eb32}">
          <p14:sldIdLst>
            <p14:sldId id="268"/>
          </p14:sldIdLst>
        </p14:section>
        <p14:section name="보충" id="{9ffc0f57-995b-dad3-88c3-9b16ddcdbb3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자연수계산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세 자리 수의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자리 수의 덧셈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자리에서 10이 넘으면?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000760"/>
          <a:ext cx="38404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960120"/>
                <a:gridCol w="960120"/>
                <a:gridCol w="960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받아올림이 있는 덧셈을 세로셈으로 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어림해서 답이 알맞은지 확인해요.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 = □</a:t>
            </a:r>
            <a:endParaRPr lang="ko-KR" sz="34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13개이면 얼마일까요?</a:t>
            </a:r>
            <a:endParaRPr lang="ko-KR" sz="30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+ 200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10개는 십 모형 1개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+ 137을 수 모형의 개수로 나타냈어요.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 = 395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바꿔요.</a:t>
            </a:r>
            <a:endParaRPr lang="ko-KR" sz="30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099945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 모형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모으면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바꾸면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자리에서 받아올림</a:t>
            </a:r>
            <a:endParaRPr lang="ko-KR" sz="4000" dirty="0"/>
          </a:p>
        </p:txBody>
      </p:sp>
      <p:sp>
        <p:nvSpPr>
          <p:cNvPr id="3" name="S04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258 + 137을 세로셈으로 해요.</a:t>
            </a:r>
            <a:endParaRPr lang="ko-KR" sz="3000" dirty="0"/>
          </a:p>
        </p:txBody>
      </p:sp>
      <p:sp>
        <p:nvSpPr>
          <p:cNvPr id="4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받아올린 1은 십 모형 1개예요.</a:t>
            </a:r>
            <a:endParaRPr lang="ko-KR" sz="3000" dirty="0"/>
          </a:p>
        </p:txBody>
      </p:sp>
      <p:graphicFrame>
        <p:nvGraphicFramePr>
          <p:cNvPr id="5" name="S04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18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19"/>
          <p:cNvSpPr txBox="1"/>
          <p:nvPr/>
        </p:nvSpPr>
        <p:spPr>
          <a:xfrm>
            <a:off x="1325880" y="2388108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8 + 7 = 15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쓰고 1을 올려요.</a:t>
            </a:r>
            <a:endParaRPr lang="ko-KR" sz="3000" dirty="0"/>
          </a:p>
        </p:txBody>
      </p:sp>
      <p:sp>
        <p:nvSpPr>
          <p:cNvPr id="9" name="S04-stepno20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21"/>
          <p:cNvSpPr txBox="1"/>
          <p:nvPr/>
        </p:nvSpPr>
        <p:spPr>
          <a:xfrm>
            <a:off x="1325880" y="34823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+ 5 + 3 = 9</a:t>
            </a:r>
            <a:endParaRPr lang="ko-KR" sz="3000" dirty="0"/>
          </a:p>
        </p:txBody>
      </p:sp>
      <p:sp>
        <p:nvSpPr>
          <p:cNvPr id="11" name="S04-stepno2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23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2 + 1 = 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자리에서 받아올림</a:t>
            </a:r>
            <a:endParaRPr lang="ko-KR" sz="4000" dirty="0"/>
          </a:p>
        </p:txBody>
      </p:sp>
      <p:sp>
        <p:nvSpPr>
          <p:cNvPr id="3" name="S05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352 + 471을 세로셈으로 해요.</a:t>
            </a:r>
            <a:endParaRPr lang="ko-KR" sz="3000" dirty="0"/>
          </a:p>
        </p:txBody>
      </p:sp>
      <p:sp>
        <p:nvSpPr>
          <p:cNvPr id="4" name="S05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모형 10개는 백 모형 1개예요.</a:t>
            </a:r>
            <a:endParaRPr lang="ko-KR" sz="30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28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9"/>
          <p:cNvSpPr txBox="1"/>
          <p:nvPr/>
        </p:nvSpPr>
        <p:spPr>
          <a:xfrm>
            <a:off x="1325880" y="23881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2 + 1 = 3</a:t>
            </a:r>
            <a:endParaRPr lang="ko-KR" sz="3000" dirty="0"/>
          </a:p>
        </p:txBody>
      </p:sp>
      <p:sp>
        <p:nvSpPr>
          <p:cNvPr id="9" name="S05-stepno30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31"/>
          <p:cNvSpPr txBox="1"/>
          <p:nvPr/>
        </p:nvSpPr>
        <p:spPr>
          <a:xfrm>
            <a:off x="1325880" y="3101340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5 + 7 = 12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2를 쓰고 1을 올려요.</a:t>
            </a:r>
            <a:endParaRPr lang="ko-KR" sz="3000" dirty="0"/>
          </a:p>
        </p:txBody>
      </p:sp>
      <p:sp>
        <p:nvSpPr>
          <p:cNvPr id="11" name="S05-stepno32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33"/>
          <p:cNvSpPr txBox="1"/>
          <p:nvPr/>
        </p:nvSpPr>
        <p:spPr>
          <a:xfrm>
            <a:off x="1325880" y="41955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+ 3 + 4 = 8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두 번</a:t>
            </a:r>
            <a:endParaRPr lang="ko-KR" sz="4000" dirty="0"/>
          </a:p>
        </p:txBody>
      </p:sp>
      <p:sp>
        <p:nvSpPr>
          <p:cNvPr id="3" name="S06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 + 247을 세로셈으로 해요.</a:t>
            </a:r>
            <a:endParaRPr lang="ko-KR" sz="3000" dirty="0"/>
          </a:p>
        </p:txBody>
      </p:sp>
      <p:sp>
        <p:nvSpPr>
          <p:cNvPr id="4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올린 1은 바로 윗자리에서 더해요.</a:t>
            </a:r>
            <a:endParaRPr lang="ko-KR" sz="3000" dirty="0"/>
          </a:p>
        </p:txBody>
      </p:sp>
      <p:graphicFrame>
        <p:nvGraphicFramePr>
          <p:cNvPr id="7" name="S06-table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stepno38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6-text39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+ 7 = 13, 1을 올려요.</a:t>
            </a:r>
            <a:endParaRPr lang="ko-KR" sz="3000" dirty="0"/>
          </a:p>
        </p:txBody>
      </p:sp>
      <p:sp>
        <p:nvSpPr>
          <p:cNvPr id="9" name="S06-stepno40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6-text41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+ 8 + 4 = 13, 1을 올려요.</a:t>
            </a:r>
            <a:endParaRPr lang="ko-KR" sz="3000" dirty="0"/>
          </a:p>
        </p:txBody>
      </p:sp>
      <p:sp>
        <p:nvSpPr>
          <p:cNvPr id="11" name="S06-stepno42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6-text43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+ 3 + 2 = 6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000" dirty="0"/>
          </a:p>
        </p:txBody>
      </p:sp>
      <p:sp>
        <p:nvSpPr>
          <p:cNvPr id="3" name="S07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000" dirty="0"/>
          </a:p>
        </p:txBody>
      </p:sp>
      <p:sp>
        <p:nvSpPr>
          <p:cNvPr id="4" name="S07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바로 윗자리로 올려요.</a:t>
            </a:r>
            <a:endParaRPr lang="ko-KR" sz="3000" dirty="0"/>
          </a:p>
        </p:txBody>
      </p:sp>
      <p:graphicFrame>
        <p:nvGraphicFramePr>
          <p:cNvPr id="8" name="S07-table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2044319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label48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③을 세로셈으로</a:t>
            </a:r>
            <a:endParaRPr lang="ko-KR" sz="2400" dirty="0"/>
          </a:p>
        </p:txBody>
      </p:sp>
      <p:sp>
        <p:nvSpPr>
          <p:cNvPr id="8" name="S07-chip4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7-eqtext5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145 + 238 = □</a:t>
            </a:r>
            <a:endParaRPr lang="ko-KR" sz="3400" dirty="0"/>
          </a:p>
        </p:txBody>
      </p:sp>
      <p:sp>
        <p:nvSpPr>
          <p:cNvPr id="10" name="S07-chip5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7-eqtext52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274 + 563 = □</a:t>
            </a:r>
            <a:endParaRPr lang="ko-KR" sz="3400" dirty="0"/>
          </a:p>
        </p:txBody>
      </p:sp>
      <p:sp>
        <p:nvSpPr>
          <p:cNvPr id="12" name="S07-chip5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7-eqtext54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457 + 368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5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475 + 268을 세로셈으로 했어요.</a:t>
            </a:r>
            <a:endParaRPr lang="ko-KR" sz="3000" dirty="0"/>
          </a:p>
        </p:txBody>
      </p:sp>
      <p:sp>
        <p:nvSpPr>
          <p:cNvPr id="5" name="S08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5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643</a:t>
            </a:r>
            <a:endParaRPr lang="ko-KR" sz="2400" dirty="0"/>
          </a:p>
        </p:txBody>
      </p:sp>
      <p:sp>
        <p:nvSpPr>
          <p:cNvPr id="8" name="S08-text6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+ 7 + 6 = 14, 4를 써요.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4 + 2 = 6을 썼어요.</a:t>
            </a:r>
            <a:endParaRPr lang="ko-KR" sz="3000" dirty="0"/>
          </a:p>
        </p:txBody>
      </p:sp>
      <p:sp>
        <p:nvSpPr>
          <p:cNvPr id="9" name="S08-chip6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743</a:t>
            </a:r>
            <a:endParaRPr lang="ko-KR" sz="2400" dirty="0"/>
          </a:p>
        </p:txBody>
      </p:sp>
      <p:sp>
        <p:nvSpPr>
          <p:cNvPr id="10" name="S08-text6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4를 쓰고 1을 올려요.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백: 1 + 4 + 2 = 7을 썼어요.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어림해서 확인해요</a:t>
            </a:r>
            <a:endParaRPr lang="ko-KR" sz="4000" dirty="0"/>
          </a:p>
        </p:txBody>
      </p:sp>
      <p:sp>
        <p:nvSpPr>
          <p:cNvPr id="3" name="S09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 + 247은 약 얼마일까요?</a:t>
            </a:r>
            <a:endParaRPr lang="ko-KR" sz="3000" dirty="0"/>
          </a:p>
        </p:txBody>
      </p:sp>
      <p:sp>
        <p:nvSpPr>
          <p:cNvPr id="4" name="S09-card6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6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400 + 약 200 → 약 600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633은 600에 가까우니 알맞은 답이에요.</a:t>
            </a:r>
            <a:endParaRPr lang="ko-KR" sz="3000" dirty="0"/>
          </a:p>
        </p:txBody>
      </p:sp>
      <p:sp>
        <p:nvSpPr>
          <p:cNvPr id="6" name="S09-line66"/>
          <p:cNvSpPr/>
          <p:nvPr/>
        </p:nvSpPr>
        <p:spPr>
          <a:xfrm>
            <a:off x="685800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09-line67"/>
          <p:cNvSpPr/>
          <p:nvPr/>
        </p:nvSpPr>
        <p:spPr>
          <a:xfrm>
            <a:off x="96012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9-label68"/>
          <p:cNvSpPr txBox="1"/>
          <p:nvPr/>
        </p:nvSpPr>
        <p:spPr>
          <a:xfrm>
            <a:off x="502920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2000" dirty="0"/>
          </a:p>
        </p:txBody>
      </p:sp>
      <p:sp>
        <p:nvSpPr>
          <p:cNvPr id="9" name="S09-line69"/>
          <p:cNvSpPr/>
          <p:nvPr/>
        </p:nvSpPr>
        <p:spPr>
          <a:xfrm>
            <a:off x="141640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ine70"/>
          <p:cNvSpPr/>
          <p:nvPr/>
        </p:nvSpPr>
        <p:spPr>
          <a:xfrm>
            <a:off x="1872691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1" name="S09-line71"/>
          <p:cNvSpPr/>
          <p:nvPr/>
        </p:nvSpPr>
        <p:spPr>
          <a:xfrm>
            <a:off x="2328977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ine72"/>
          <p:cNvSpPr/>
          <p:nvPr/>
        </p:nvSpPr>
        <p:spPr>
          <a:xfrm>
            <a:off x="278526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9-line73"/>
          <p:cNvSpPr/>
          <p:nvPr/>
        </p:nvSpPr>
        <p:spPr>
          <a:xfrm>
            <a:off x="324154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74"/>
          <p:cNvSpPr/>
          <p:nvPr/>
        </p:nvSpPr>
        <p:spPr>
          <a:xfrm>
            <a:off x="369783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75"/>
          <p:cNvSpPr/>
          <p:nvPr/>
        </p:nvSpPr>
        <p:spPr>
          <a:xfrm>
            <a:off x="4154119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76"/>
          <p:cNvSpPr/>
          <p:nvPr/>
        </p:nvSpPr>
        <p:spPr>
          <a:xfrm>
            <a:off x="4610405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77"/>
          <p:cNvSpPr/>
          <p:nvPr/>
        </p:nvSpPr>
        <p:spPr>
          <a:xfrm>
            <a:off x="5066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78"/>
          <p:cNvSpPr/>
          <p:nvPr/>
        </p:nvSpPr>
        <p:spPr>
          <a:xfrm>
            <a:off x="5522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abel79"/>
          <p:cNvSpPr txBox="1"/>
          <p:nvPr/>
        </p:nvSpPr>
        <p:spPr>
          <a:xfrm>
            <a:off x="5065776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</a:t>
            </a:r>
            <a:endParaRPr lang="ko-KR" sz="2000" dirty="0"/>
          </a:p>
        </p:txBody>
      </p:sp>
      <p:sp>
        <p:nvSpPr>
          <p:cNvPr id="20" name="S09-mark80"/>
          <p:cNvSpPr/>
          <p:nvPr/>
        </p:nvSpPr>
        <p:spPr>
          <a:xfrm>
            <a:off x="4792736" y="33158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1" name="S09-label81"/>
          <p:cNvSpPr txBox="1"/>
          <p:nvPr/>
        </p:nvSpPr>
        <p:spPr>
          <a:xfrm>
            <a:off x="4335536" y="2848468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</a:t>
            </a:r>
            <a:endParaRPr lang="ko-KR" sz="2000" dirty="0"/>
          </a:p>
        </p:txBody>
      </p:sp>
      <p:sp>
        <p:nvSpPr>
          <p:cNvPr id="22" name="S09-figure82" descr="300부터 400까지 10씩 눈금 수직선에 386 표시, 400 쪽에 가까움"/>
          <p:cNvSpPr/>
          <p:nvPr/>
        </p:nvSpPr>
        <p:spPr>
          <a:xfrm>
            <a:off x="685800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09-label83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386은 400에 가까워요</a:t>
            </a:r>
            <a:endParaRPr lang="ko-KR" sz="2400" dirty="0"/>
          </a:p>
        </p:txBody>
      </p:sp>
      <p:sp>
        <p:nvSpPr>
          <p:cNvPr id="24" name="S09-line84"/>
          <p:cNvSpPr/>
          <p:nvPr/>
        </p:nvSpPr>
        <p:spPr>
          <a:xfrm>
            <a:off x="6391656" y="3407268"/>
            <a:ext cx="511149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5" name="S09-line85"/>
          <p:cNvSpPr/>
          <p:nvPr/>
        </p:nvSpPr>
        <p:spPr>
          <a:xfrm>
            <a:off x="666597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abel86"/>
          <p:cNvSpPr txBox="1"/>
          <p:nvPr/>
        </p:nvSpPr>
        <p:spPr>
          <a:xfrm>
            <a:off x="6208776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</a:t>
            </a:r>
            <a:endParaRPr lang="ko-KR" sz="2000" dirty="0"/>
          </a:p>
        </p:txBody>
      </p:sp>
      <p:sp>
        <p:nvSpPr>
          <p:cNvPr id="27" name="S09-line87"/>
          <p:cNvSpPr/>
          <p:nvPr/>
        </p:nvSpPr>
        <p:spPr>
          <a:xfrm>
            <a:off x="712226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88"/>
          <p:cNvSpPr/>
          <p:nvPr/>
        </p:nvSpPr>
        <p:spPr>
          <a:xfrm>
            <a:off x="7578547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89"/>
          <p:cNvSpPr/>
          <p:nvPr/>
        </p:nvSpPr>
        <p:spPr>
          <a:xfrm>
            <a:off x="8034833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90"/>
          <p:cNvSpPr/>
          <p:nvPr/>
        </p:nvSpPr>
        <p:spPr>
          <a:xfrm>
            <a:off x="8491118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91"/>
          <p:cNvSpPr/>
          <p:nvPr/>
        </p:nvSpPr>
        <p:spPr>
          <a:xfrm>
            <a:off x="8947404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ine92"/>
          <p:cNvSpPr/>
          <p:nvPr/>
        </p:nvSpPr>
        <p:spPr>
          <a:xfrm>
            <a:off x="9403690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9-line93"/>
          <p:cNvSpPr/>
          <p:nvPr/>
        </p:nvSpPr>
        <p:spPr>
          <a:xfrm>
            <a:off x="9859975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ine94"/>
          <p:cNvSpPr/>
          <p:nvPr/>
        </p:nvSpPr>
        <p:spPr>
          <a:xfrm>
            <a:off x="10316261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line95"/>
          <p:cNvSpPr/>
          <p:nvPr/>
        </p:nvSpPr>
        <p:spPr>
          <a:xfrm>
            <a:off x="10772546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9-line96"/>
          <p:cNvSpPr/>
          <p:nvPr/>
        </p:nvSpPr>
        <p:spPr>
          <a:xfrm>
            <a:off x="11228832" y="326096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label97"/>
          <p:cNvSpPr txBox="1"/>
          <p:nvPr/>
        </p:nvSpPr>
        <p:spPr>
          <a:xfrm>
            <a:off x="10771632" y="3590148"/>
            <a:ext cx="91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</a:t>
            </a:r>
            <a:endParaRPr lang="ko-KR" sz="2000" dirty="0"/>
          </a:p>
        </p:txBody>
      </p:sp>
      <p:sp>
        <p:nvSpPr>
          <p:cNvPr id="38" name="S09-mark98"/>
          <p:cNvSpPr/>
          <p:nvPr/>
        </p:nvSpPr>
        <p:spPr>
          <a:xfrm>
            <a:off x="8719078" y="331582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9" name="S09-label99"/>
          <p:cNvSpPr txBox="1"/>
          <p:nvPr/>
        </p:nvSpPr>
        <p:spPr>
          <a:xfrm>
            <a:off x="8261878" y="2848468"/>
            <a:ext cx="10972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E976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</a:t>
            </a:r>
            <a:endParaRPr lang="ko-KR" sz="2000" dirty="0"/>
          </a:p>
        </p:txBody>
      </p:sp>
      <p:sp>
        <p:nvSpPr>
          <p:cNvPr id="40" name="S09-figure100" descr="200부터 300까지 10씩 눈금 수직선에 247 표시, 200 쪽에 가까움"/>
          <p:cNvSpPr/>
          <p:nvPr/>
        </p:nvSpPr>
        <p:spPr>
          <a:xfrm>
            <a:off x="6391656" y="3224388"/>
            <a:ext cx="511149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09-label101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247은 200에 가까워요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어림으로 확인하기</a:t>
            </a:r>
            <a:endParaRPr lang="ko-KR" sz="4000" dirty="0"/>
          </a:p>
        </p:txBody>
      </p:sp>
      <p:sp>
        <p:nvSpPr>
          <p:cNvPr id="3" name="S10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어림해 보고, 답이 알맞은지 말해요.</a:t>
            </a:r>
            <a:endParaRPr lang="ko-KR" sz="3000" dirty="0"/>
          </a:p>
        </p:txBody>
      </p:sp>
      <p:sp>
        <p:nvSpPr>
          <p:cNvPr id="4" name="S10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몇백으로 바꾸어 더해 보아요.</a:t>
            </a:r>
            <a:endParaRPr lang="ko-KR" sz="3000" dirty="0"/>
          </a:p>
        </p:txBody>
      </p:sp>
      <p:sp>
        <p:nvSpPr>
          <p:cNvPr id="6" name="S10-chip10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106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498 + 315 = 813</a:t>
            </a:r>
            <a:endParaRPr lang="ko-KR" sz="3000" dirty="0"/>
          </a:p>
        </p:txBody>
      </p:sp>
      <p:sp>
        <p:nvSpPr>
          <p:cNvPr id="8" name="S10-chip10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108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 + 418 = 593</a:t>
            </a:r>
            <a:endParaRPr lang="ko-KR" sz="3000" dirty="0"/>
          </a:p>
        </p:txBody>
      </p:sp>
      <p:sp>
        <p:nvSpPr>
          <p:cNvPr id="10" name="S10-chip10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110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612 + 289 = 901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④는 어림해요.</a:t>
            </a:r>
            <a:endParaRPr lang="ko-KR" sz="3000" dirty="0"/>
          </a:p>
        </p:txBody>
      </p:sp>
      <p:sp>
        <p:nvSpPr>
          <p:cNvPr id="4" name="S11-chip11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eqtext11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427 + 165 = □</a:t>
            </a:r>
            <a:endParaRPr lang="ko-KR" sz="3400" dirty="0"/>
          </a:p>
        </p:txBody>
      </p:sp>
      <p:sp>
        <p:nvSpPr>
          <p:cNvPr id="6" name="S11-chip11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eqtext11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563 + 284 = □</a:t>
            </a:r>
            <a:endParaRPr lang="ko-KR" sz="3400" dirty="0"/>
          </a:p>
        </p:txBody>
      </p:sp>
      <p:sp>
        <p:nvSpPr>
          <p:cNvPr id="8" name="S11-chip11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eqtext11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579 + 248 = □</a:t>
            </a:r>
            <a:endParaRPr lang="ko-KR" sz="3400" dirty="0"/>
          </a:p>
        </p:txBody>
      </p:sp>
      <p:sp>
        <p:nvSpPr>
          <p:cNvPr id="10" name="S11-chip11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11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694 + 189는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얼마일까요?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답은 어느 것?</a:t>
            </a:r>
            <a:endParaRPr lang="ko-KR" sz="4000" dirty="0"/>
          </a:p>
        </p:txBody>
      </p:sp>
      <p:sp>
        <p:nvSpPr>
          <p:cNvPr id="3" name="S13-text12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467 + 285를 계산했어요.</a:t>
            </a:r>
            <a:endParaRPr lang="ko-KR" sz="3000" dirty="0"/>
          </a:p>
        </p:txBody>
      </p:sp>
      <p:sp>
        <p:nvSpPr>
          <p:cNvPr id="4" name="S13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답을 고르고, 까닭을 말해요.</a:t>
            </a:r>
            <a:endParaRPr lang="ko-KR" sz="3000" dirty="0"/>
          </a:p>
        </p:txBody>
      </p:sp>
      <p:sp>
        <p:nvSpPr>
          <p:cNvPr id="6" name="S13-chip12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3-bigtext124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652</a:t>
            </a:r>
            <a:endParaRPr lang="ko-KR" sz="4800" dirty="0"/>
          </a:p>
        </p:txBody>
      </p:sp>
      <p:sp>
        <p:nvSpPr>
          <p:cNvPr id="8" name="S13-chip12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3-bigtext126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742</a:t>
            </a:r>
            <a:endParaRPr lang="ko-KR" sz="4800" dirty="0"/>
          </a:p>
        </p:txBody>
      </p:sp>
      <p:sp>
        <p:nvSpPr>
          <p:cNvPr id="10" name="S13-chip12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3-bigtext128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752</a:t>
            </a:r>
            <a:endParaRPr lang="ko-KR" sz="4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2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3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바로 윗자리로 올려요.</a:t>
            </a:r>
            <a:endParaRPr lang="ko-KR" sz="3000" dirty="0"/>
          </a:p>
        </p:txBody>
      </p:sp>
      <p:sp>
        <p:nvSpPr>
          <p:cNvPr id="5" name="S14-chip13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어림해서 답 확인하기</a:t>
            </a:r>
            <a:endParaRPr lang="ko-KR" sz="2400" dirty="0"/>
          </a:p>
        </p:txBody>
      </p:sp>
      <p:sp>
        <p:nvSpPr>
          <p:cNvPr id="6" name="S14-chip13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받아올린 1 빠뜨리기</a:t>
            </a:r>
            <a:endParaRPr lang="ko-KR" sz="2400" dirty="0"/>
          </a:p>
        </p:txBody>
      </p:sp>
      <p:sp>
        <p:nvSpPr>
          <p:cNvPr id="7" name="S14-text13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eqtext13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348 + 275 = □</a:t>
            </a:r>
            <a:endParaRPr lang="ko-KR" sz="2800" dirty="0"/>
          </a:p>
        </p:txBody>
      </p:sp>
      <p:sp>
        <p:nvSpPr>
          <p:cNvPr id="9" name="S14-eqtext13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156 + 427 = □</a:t>
            </a:r>
            <a:endParaRPr lang="ko-KR" sz="2800" dirty="0"/>
          </a:p>
        </p:txBody>
      </p:sp>
      <p:sp>
        <p:nvSpPr>
          <p:cNvPr id="10" name="S14-text13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596 + 207은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얼마?</a:t>
            </a:r>
            <a:endParaRPr lang="ko-KR" sz="2400" dirty="0"/>
          </a:p>
        </p:txBody>
      </p:sp>
      <p:sp>
        <p:nvSpPr>
          <p:cNvPr id="11" name="S14-text13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 자리 수의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두 자리 수 덧셈</a:t>
            </a:r>
            <a:endParaRPr lang="ko-KR" sz="4000" dirty="0"/>
          </a:p>
        </p:txBody>
      </p:sp>
      <p:sp>
        <p:nvSpPr>
          <p:cNvPr id="3" name="S15-text1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+ 27을 세로셈으로 다시 해요.</a:t>
            </a:r>
            <a:endParaRPr lang="ko-KR" sz="3000" dirty="0"/>
          </a:p>
        </p:txBody>
      </p:sp>
      <p:sp>
        <p:nvSpPr>
          <p:cNvPr id="4" name="S15-card1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10개는 십 1개로 올려요.</a:t>
            </a:r>
            <a:endParaRPr lang="ko-KR" sz="3000" dirty="0"/>
          </a:p>
        </p:txBody>
      </p:sp>
      <p:graphicFrame>
        <p:nvGraphicFramePr>
          <p:cNvPr id="15" name="S15-table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3728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5-stepno142"/>
          <p:cNvSpPr txBox="1"/>
          <p:nvPr/>
        </p:nvSpPr>
        <p:spPr>
          <a:xfrm>
            <a:off x="548640" y="24338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5-text143"/>
          <p:cNvSpPr txBox="1"/>
          <p:nvPr/>
        </p:nvSpPr>
        <p:spPr>
          <a:xfrm>
            <a:off x="1325880" y="2388108"/>
            <a:ext cx="6087344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6 + 7 =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올려요.</a:t>
            </a:r>
            <a:endParaRPr lang="ko-KR" sz="3000" dirty="0"/>
          </a:p>
        </p:txBody>
      </p:sp>
      <p:sp>
        <p:nvSpPr>
          <p:cNvPr id="9" name="S15-stepno144"/>
          <p:cNvSpPr txBox="1"/>
          <p:nvPr/>
        </p:nvSpPr>
        <p:spPr>
          <a:xfrm>
            <a:off x="548640" y="3482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5-text145"/>
          <p:cNvSpPr txBox="1"/>
          <p:nvPr/>
        </p:nvSpPr>
        <p:spPr>
          <a:xfrm>
            <a:off x="1325880" y="34823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+ 5 + 2 = 8</a:t>
            </a:r>
            <a:endParaRPr lang="ko-KR" sz="3000" dirty="0"/>
          </a:p>
        </p:txBody>
      </p:sp>
      <p:sp>
        <p:nvSpPr>
          <p:cNvPr id="11" name="S15-stepno146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5-text147"/>
          <p:cNvSpPr txBox="1"/>
          <p:nvPr/>
        </p:nvSpPr>
        <p:spPr>
          <a:xfrm>
            <a:off x="1325880" y="41955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+ 27 = 83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세 자리 수의 덧셈</dc:title>
  <dc:subject>KR22-G03-MAT-ADD3D-L01</dc:subject>
  <dc:creator>education-ppt</dc:creator>
  <cp:lastModifiedBy>education-ppt</cp:lastModifiedBy>
  <cp:revision>1</cp:revision>
  <dcterms:created xsi:type="dcterms:W3CDTF">2026-10-26T07:47:37Z</dcterms:created>
  <dcterms:modified xsi:type="dcterms:W3CDTF">2026-10-26T07:47:37Z</dcterms:modified>
</cp:coreProperties>
</file>