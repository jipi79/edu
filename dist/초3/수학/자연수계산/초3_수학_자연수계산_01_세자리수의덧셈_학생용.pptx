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1ddfdd1-c4c6-7693-90ce-feaa3a122561}">
          <p14:sldIdLst>
            <p14:sldId id="256"/>
            <p14:sldId id="257"/>
          </p14:sldIdLst>
        </p14:section>
        <p14:section name="개념" id="{8f43a6a4-1878-0fd4-db02-a7b5163bfbfe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e014d5dc-5fa5-e5ac-3dcc-0b333c0a71ce}">
          <p14:sldIdLst>
            <p14:sldId id="262"/>
            <p14:sldId id="263"/>
            <p14:sldId id="265"/>
          </p14:sldIdLst>
        </p14:section>
        <p14:section name="개념" id="{d8a1bdaa-33a0-db63-7347-a49d3f0c836c}">
          <p14:sldIdLst/>
        </p14:section>
        <p14:section name="연습" id="{c969daf8-25e6-351e-8547-a7782f79d0b4}">
          <p14:sldIdLst/>
        </p14:section>
        <p14:section name="확인" id="{3c4b73ef-97cc-4a79-b43e-b5472c32de65}">
          <p14:sldIdLst>
            <p14:sldId id="266"/>
            <p14:sldId id="267"/>
          </p14:sldIdLst>
        </p14:section>
        <p14:section name="정리" id="{75aacccf-8eeb-0d25-a6f9-5d5948942419}">
          <p14:sldIdLst>
            <p14:sldId id="268"/>
          </p14:sldIdLst>
        </p14:section>
        <p14:section name="보충" id="{a67be964-9f83-68b9-f80e-cb6963f8ebb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세 자리 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수의 덧셈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자리에서 10이 넘으면?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96520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받아올림이 있는 덧셈을 세로셈으로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어림해서 답이 알맞은지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+ 27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13개이면 얼마일까요?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 + 200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모형 10개는 십 모형 1개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258 + 137을 수 모형의 개수로 나타냈어요.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258 + 137 = 395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모형 10개를 십 모형 1개로 바꿔요.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53996" y="2058670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자리에서 받아올림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258 + 137을 세로셈으로 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받아올린 1은 십 모형 1개예요.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3881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8 + 7 = 15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쓰고 1을 올려요.</a:t>
            </a:r>
            <a:endParaRPr lang="ko-KR" sz="30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34823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 + 5 + 3 = 9</a:t>
            </a:r>
            <a:endParaRPr lang="ko-KR" sz="30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2 + 1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자리에서 받아올림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+ 471을 세로셈으로 해요.</a:t>
            </a:r>
            <a:endParaRPr lang="ko-KR" sz="30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10개는 백 모형 1개예요.</a:t>
            </a:r>
            <a:endParaRPr lang="ko-KR" sz="30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28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23881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 + 1 = 3</a:t>
            </a:r>
            <a:endParaRPr lang="ko-KR" sz="30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31013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5 + 7 = 12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쓰고 1을 올려요.</a:t>
            </a:r>
            <a:endParaRPr lang="ko-KR" sz="3000" dirty="0"/>
          </a:p>
        </p:txBody>
      </p:sp>
      <p:sp>
        <p:nvSpPr>
          <p:cNvPr id="11" name="S05-stepno32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3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 + 3 + 4 = 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받아올림이 두 번</a:t>
            </a:r>
            <a:endParaRPr lang="ko-KR" sz="4000" dirty="0"/>
          </a:p>
        </p:txBody>
      </p:sp>
      <p:sp>
        <p:nvSpPr>
          <p:cNvPr id="3" name="S06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386 + 247을 세로셈으로 해요.</a:t>
            </a:r>
            <a:endParaRPr lang="ko-KR" sz="3000" dirty="0"/>
          </a:p>
        </p:txBody>
      </p:sp>
      <p:sp>
        <p:nvSpPr>
          <p:cNvPr id="4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1은 바로 윗자리에서 더해요.</a:t>
            </a:r>
            <a:endParaRPr lang="ko-KR" sz="3000" dirty="0"/>
          </a:p>
        </p:txBody>
      </p:sp>
      <p:graphicFrame>
        <p:nvGraphicFramePr>
          <p:cNvPr id="7" name="S06-table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stepno38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39"/>
          <p:cNvSpPr txBox="1"/>
          <p:nvPr/>
        </p:nvSpPr>
        <p:spPr>
          <a:xfrm>
            <a:off x="1325880" y="2578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6 + 7 = 13, 1을 올려요.</a:t>
            </a:r>
            <a:endParaRPr lang="ko-KR" sz="3000" dirty="0"/>
          </a:p>
        </p:txBody>
      </p:sp>
      <p:sp>
        <p:nvSpPr>
          <p:cNvPr id="9" name="S06-stepno40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1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 + 8 + 4 = 13, 1을 올려요.</a:t>
            </a:r>
            <a:endParaRPr lang="ko-KR" sz="3000" dirty="0"/>
          </a:p>
        </p:txBody>
      </p:sp>
      <p:sp>
        <p:nvSpPr>
          <p:cNvPr id="11" name="S06-stepno42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3"/>
          <p:cNvSpPr txBox="1"/>
          <p:nvPr/>
        </p:nvSpPr>
        <p:spPr>
          <a:xfrm>
            <a:off x="1325880" y="4005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 + 3 + 2 = 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7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계산해요.</a:t>
            </a:r>
            <a:endParaRPr lang="ko-KR" sz="3000" dirty="0"/>
          </a:p>
        </p:txBody>
      </p:sp>
      <p:sp>
        <p:nvSpPr>
          <p:cNvPr id="4" name="S07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넘으면 1을 바로 윗자리로 올려요.</a:t>
            </a:r>
            <a:endParaRPr lang="ko-KR" sz="3000" dirty="0"/>
          </a:p>
        </p:txBody>
      </p:sp>
      <p:graphicFrame>
        <p:nvGraphicFramePr>
          <p:cNvPr id="8" name="S07-table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104644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label48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</a:t>
            </a:r>
            <a:endParaRPr lang="ko-KR" sz="2400" dirty="0"/>
          </a:p>
        </p:txBody>
      </p:sp>
      <p:sp>
        <p:nvSpPr>
          <p:cNvPr id="8" name="S07-chip4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7-eqtext5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 + 238 = □</a:t>
            </a:r>
            <a:endParaRPr lang="ko-KR" sz="3400" dirty="0"/>
          </a:p>
        </p:txBody>
      </p:sp>
      <p:sp>
        <p:nvSpPr>
          <p:cNvPr id="10" name="S07-chip5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7-eqtext52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 + 563 = □</a:t>
            </a:r>
            <a:endParaRPr lang="ko-KR" sz="3400" dirty="0"/>
          </a:p>
        </p:txBody>
      </p:sp>
      <p:sp>
        <p:nvSpPr>
          <p:cNvPr id="12" name="S07-chip5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7-eqtext5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457 + 368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475 + 268을 세로셈으로 했어요.</a:t>
            </a:r>
            <a:endParaRPr lang="ko-KR" sz="3000" dirty="0"/>
          </a:p>
        </p:txBody>
      </p:sp>
      <p:sp>
        <p:nvSpPr>
          <p:cNvPr id="5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643</a:t>
            </a:r>
            <a:endParaRPr lang="ko-KR" sz="2400" dirty="0"/>
          </a:p>
        </p:txBody>
      </p:sp>
      <p:sp>
        <p:nvSpPr>
          <p:cNvPr id="8" name="S08-text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 + 7 + 6 = 14, 4를 써요.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4 + 2 = 6을 썼어요.</a:t>
            </a:r>
            <a:endParaRPr lang="ko-KR" sz="3000" dirty="0"/>
          </a:p>
        </p:txBody>
      </p:sp>
      <p:sp>
        <p:nvSpPr>
          <p:cNvPr id="9" name="S08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743</a:t>
            </a:r>
            <a:endParaRPr lang="ko-KR" sz="2400" dirty="0"/>
          </a:p>
        </p:txBody>
      </p:sp>
      <p:sp>
        <p:nvSpPr>
          <p:cNvPr id="10" name="S08-text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4를 쓰고 1을 올려요.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 + 4 + 2 = 7을 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어림해서 확인해요</a:t>
            </a:r>
            <a:endParaRPr lang="ko-KR" sz="40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386 + 247은 약 얼마일까요?</a:t>
            </a:r>
            <a:endParaRPr lang="ko-KR" sz="3000" dirty="0"/>
          </a:p>
        </p:txBody>
      </p:sp>
      <p:sp>
        <p:nvSpPr>
          <p:cNvPr id="4" name="S09-card6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400 + 약 200 → 약 600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633은 600에 가까우니 알맞은 답이에요.</a:t>
            </a:r>
            <a:endParaRPr lang="ko-KR" sz="3000" dirty="0"/>
          </a:p>
        </p:txBody>
      </p:sp>
      <p:sp>
        <p:nvSpPr>
          <p:cNvPr id="6" name="S09-line66"/>
          <p:cNvSpPr/>
          <p:nvPr/>
        </p:nvSpPr>
        <p:spPr>
          <a:xfrm>
            <a:off x="685800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9-line67"/>
          <p:cNvSpPr/>
          <p:nvPr/>
        </p:nvSpPr>
        <p:spPr>
          <a:xfrm>
            <a:off x="96012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9-label68"/>
          <p:cNvSpPr txBox="1"/>
          <p:nvPr/>
        </p:nvSpPr>
        <p:spPr>
          <a:xfrm>
            <a:off x="502920" y="3590148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2000" dirty="0"/>
          </a:p>
        </p:txBody>
      </p:sp>
      <p:sp>
        <p:nvSpPr>
          <p:cNvPr id="9" name="S09-line69"/>
          <p:cNvSpPr/>
          <p:nvPr/>
        </p:nvSpPr>
        <p:spPr>
          <a:xfrm>
            <a:off x="141640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line70"/>
          <p:cNvSpPr/>
          <p:nvPr/>
        </p:nvSpPr>
        <p:spPr>
          <a:xfrm>
            <a:off x="1872691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9-line71"/>
          <p:cNvSpPr/>
          <p:nvPr/>
        </p:nvSpPr>
        <p:spPr>
          <a:xfrm>
            <a:off x="2328977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ine72"/>
          <p:cNvSpPr/>
          <p:nvPr/>
        </p:nvSpPr>
        <p:spPr>
          <a:xfrm>
            <a:off x="278526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9-line73"/>
          <p:cNvSpPr/>
          <p:nvPr/>
        </p:nvSpPr>
        <p:spPr>
          <a:xfrm>
            <a:off x="324154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ine74"/>
          <p:cNvSpPr/>
          <p:nvPr/>
        </p:nvSpPr>
        <p:spPr>
          <a:xfrm>
            <a:off x="369783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9-line75"/>
          <p:cNvSpPr/>
          <p:nvPr/>
        </p:nvSpPr>
        <p:spPr>
          <a:xfrm>
            <a:off x="4154119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ine76"/>
          <p:cNvSpPr/>
          <p:nvPr/>
        </p:nvSpPr>
        <p:spPr>
          <a:xfrm>
            <a:off x="4610405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9-line77"/>
          <p:cNvSpPr/>
          <p:nvPr/>
        </p:nvSpPr>
        <p:spPr>
          <a:xfrm>
            <a:off x="5066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ine78"/>
          <p:cNvSpPr/>
          <p:nvPr/>
        </p:nvSpPr>
        <p:spPr>
          <a:xfrm>
            <a:off x="5522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9-label79"/>
          <p:cNvSpPr txBox="1"/>
          <p:nvPr/>
        </p:nvSpPr>
        <p:spPr>
          <a:xfrm>
            <a:off x="5065776" y="3590148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ko-KR" sz="2000" dirty="0"/>
          </a:p>
        </p:txBody>
      </p:sp>
      <p:sp>
        <p:nvSpPr>
          <p:cNvPr id="20" name="S09-mark80"/>
          <p:cNvSpPr/>
          <p:nvPr/>
        </p:nvSpPr>
        <p:spPr>
          <a:xfrm>
            <a:off x="4792736" y="331582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1" name="S09-label81"/>
          <p:cNvSpPr txBox="1"/>
          <p:nvPr/>
        </p:nvSpPr>
        <p:spPr>
          <a:xfrm>
            <a:off x="4335536" y="2848468"/>
            <a:ext cx="10972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386</a:t>
            </a:r>
            <a:endParaRPr lang="ko-KR" sz="2000" dirty="0"/>
          </a:p>
        </p:txBody>
      </p:sp>
      <p:sp>
        <p:nvSpPr>
          <p:cNvPr id="22" name="S09-figure82" descr="300부터 400까지 10씩 눈금 수직선에 386 표시, 400 쪽에 가까움"/>
          <p:cNvSpPr/>
          <p:nvPr/>
        </p:nvSpPr>
        <p:spPr>
          <a:xfrm>
            <a:off x="685800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9-label83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386은 400에 가까워요</a:t>
            </a:r>
            <a:endParaRPr lang="ko-KR" sz="2400" dirty="0"/>
          </a:p>
        </p:txBody>
      </p:sp>
      <p:sp>
        <p:nvSpPr>
          <p:cNvPr id="24" name="S09-line84"/>
          <p:cNvSpPr/>
          <p:nvPr/>
        </p:nvSpPr>
        <p:spPr>
          <a:xfrm>
            <a:off x="6391656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25" name="S09-line85"/>
          <p:cNvSpPr/>
          <p:nvPr/>
        </p:nvSpPr>
        <p:spPr>
          <a:xfrm>
            <a:off x="6665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86"/>
          <p:cNvSpPr txBox="1"/>
          <p:nvPr/>
        </p:nvSpPr>
        <p:spPr>
          <a:xfrm>
            <a:off x="6208776" y="3590148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2000" dirty="0"/>
          </a:p>
        </p:txBody>
      </p:sp>
      <p:sp>
        <p:nvSpPr>
          <p:cNvPr id="27" name="S09-line87"/>
          <p:cNvSpPr/>
          <p:nvPr/>
        </p:nvSpPr>
        <p:spPr>
          <a:xfrm>
            <a:off x="712226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ine88"/>
          <p:cNvSpPr/>
          <p:nvPr/>
        </p:nvSpPr>
        <p:spPr>
          <a:xfrm>
            <a:off x="7578547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9-line89"/>
          <p:cNvSpPr/>
          <p:nvPr/>
        </p:nvSpPr>
        <p:spPr>
          <a:xfrm>
            <a:off x="8034833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line90"/>
          <p:cNvSpPr/>
          <p:nvPr/>
        </p:nvSpPr>
        <p:spPr>
          <a:xfrm>
            <a:off x="849111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9-line91"/>
          <p:cNvSpPr/>
          <p:nvPr/>
        </p:nvSpPr>
        <p:spPr>
          <a:xfrm>
            <a:off x="894740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9-line92"/>
          <p:cNvSpPr/>
          <p:nvPr/>
        </p:nvSpPr>
        <p:spPr>
          <a:xfrm>
            <a:off x="9403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9-line93"/>
          <p:cNvSpPr/>
          <p:nvPr/>
        </p:nvSpPr>
        <p:spPr>
          <a:xfrm>
            <a:off x="9859975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9-line94"/>
          <p:cNvSpPr/>
          <p:nvPr/>
        </p:nvSpPr>
        <p:spPr>
          <a:xfrm>
            <a:off x="10316261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9-line95"/>
          <p:cNvSpPr/>
          <p:nvPr/>
        </p:nvSpPr>
        <p:spPr>
          <a:xfrm>
            <a:off x="1077254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9-line96"/>
          <p:cNvSpPr/>
          <p:nvPr/>
        </p:nvSpPr>
        <p:spPr>
          <a:xfrm>
            <a:off x="1122883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9-label97"/>
          <p:cNvSpPr txBox="1"/>
          <p:nvPr/>
        </p:nvSpPr>
        <p:spPr>
          <a:xfrm>
            <a:off x="10771632" y="3590148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2000" dirty="0"/>
          </a:p>
        </p:txBody>
      </p:sp>
      <p:sp>
        <p:nvSpPr>
          <p:cNvPr id="38" name="S09-mark98"/>
          <p:cNvSpPr/>
          <p:nvPr/>
        </p:nvSpPr>
        <p:spPr>
          <a:xfrm>
            <a:off x="8719078" y="331582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9" name="S09-label99"/>
          <p:cNvSpPr txBox="1"/>
          <p:nvPr/>
        </p:nvSpPr>
        <p:spPr>
          <a:xfrm>
            <a:off x="8261878" y="2848468"/>
            <a:ext cx="10972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</a:t>
            </a:r>
            <a:endParaRPr lang="ko-KR" sz="2000" dirty="0"/>
          </a:p>
        </p:txBody>
      </p:sp>
      <p:sp>
        <p:nvSpPr>
          <p:cNvPr id="40" name="S09-figure100" descr="200부터 300까지 10씩 눈금 수직선에 247 표시, 200 쪽에 가까움"/>
          <p:cNvSpPr/>
          <p:nvPr/>
        </p:nvSpPr>
        <p:spPr>
          <a:xfrm>
            <a:off x="6391656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9-label101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247은 200에 가까워요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어림으로 확인하기</a:t>
            </a:r>
            <a:endParaRPr lang="ko-KR" sz="4000" dirty="0"/>
          </a:p>
        </p:txBody>
      </p:sp>
      <p:sp>
        <p:nvSpPr>
          <p:cNvPr id="3" name="S10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 보고, 답이 알맞은지 말해요.</a:t>
            </a:r>
            <a:endParaRPr lang="ko-KR" sz="3000" dirty="0"/>
          </a:p>
        </p:txBody>
      </p:sp>
      <p:sp>
        <p:nvSpPr>
          <p:cNvPr id="4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몇백으로 바꾸어 더해 보아요.</a:t>
            </a:r>
            <a:endParaRPr lang="ko-KR" sz="3000" dirty="0"/>
          </a:p>
        </p:txBody>
      </p:sp>
      <p:sp>
        <p:nvSpPr>
          <p:cNvPr id="6" name="S10-chip10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10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498 + 315 = 813</a:t>
            </a:r>
            <a:endParaRPr lang="ko-KR" sz="3000" dirty="0"/>
          </a:p>
        </p:txBody>
      </p:sp>
      <p:sp>
        <p:nvSpPr>
          <p:cNvPr id="8" name="S10-chip10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10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275 + 418 = 593</a:t>
            </a:r>
            <a:endParaRPr lang="ko-KR" sz="3000" dirty="0"/>
          </a:p>
        </p:txBody>
      </p:sp>
      <p:sp>
        <p:nvSpPr>
          <p:cNvPr id="10" name="S10-chip10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11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612 + 289 = 901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④는 어림해요.</a:t>
            </a:r>
            <a:endParaRPr lang="ko-KR" sz="3000" dirty="0"/>
          </a:p>
        </p:txBody>
      </p:sp>
      <p:sp>
        <p:nvSpPr>
          <p:cNvPr id="4" name="S11-chip11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11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427 + 165 = □</a:t>
            </a:r>
            <a:endParaRPr lang="ko-KR" sz="3400" dirty="0"/>
          </a:p>
        </p:txBody>
      </p:sp>
      <p:sp>
        <p:nvSpPr>
          <p:cNvPr id="6" name="S11-chip11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11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563 + 284 = □</a:t>
            </a:r>
            <a:endParaRPr lang="ko-KR" sz="3400" dirty="0"/>
          </a:p>
        </p:txBody>
      </p:sp>
      <p:sp>
        <p:nvSpPr>
          <p:cNvPr id="8" name="S11-chip11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11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579 + 248 = □</a:t>
            </a:r>
            <a:endParaRPr lang="ko-KR" sz="3400" dirty="0"/>
          </a:p>
        </p:txBody>
      </p:sp>
      <p:sp>
        <p:nvSpPr>
          <p:cNvPr id="10" name="S11-chip11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11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694 + 189는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얼마일까요?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답은 어느 것?</a:t>
            </a:r>
            <a:endParaRPr lang="ko-KR" sz="4000" dirty="0"/>
          </a:p>
        </p:txBody>
      </p:sp>
      <p:sp>
        <p:nvSpPr>
          <p:cNvPr id="3" name="S13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467 + 285를 계산했어요.</a:t>
            </a:r>
            <a:endParaRPr lang="ko-KR" sz="3000" dirty="0"/>
          </a:p>
        </p:txBody>
      </p:sp>
      <p:sp>
        <p:nvSpPr>
          <p:cNvPr id="4" name="S13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답을 고르고, 까닭을 말해요.</a:t>
            </a:r>
            <a:endParaRPr lang="ko-KR" sz="3000" dirty="0"/>
          </a:p>
        </p:txBody>
      </p:sp>
      <p:sp>
        <p:nvSpPr>
          <p:cNvPr id="6" name="S13-chip12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bigtext124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652</a:t>
            </a:r>
            <a:endParaRPr lang="ko-KR" sz="4800" dirty="0"/>
          </a:p>
        </p:txBody>
      </p:sp>
      <p:sp>
        <p:nvSpPr>
          <p:cNvPr id="8" name="S13-chip12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bigtext126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742</a:t>
            </a:r>
            <a:endParaRPr lang="ko-KR" sz="4800" dirty="0"/>
          </a:p>
        </p:txBody>
      </p:sp>
      <p:sp>
        <p:nvSpPr>
          <p:cNvPr id="10" name="S13-chip12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3-bigtext128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752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넘으면 1을 바로 윗자리로 올려요.</a:t>
            </a:r>
            <a:endParaRPr lang="ko-KR" sz="3000" dirty="0"/>
          </a:p>
        </p:txBody>
      </p:sp>
      <p:sp>
        <p:nvSpPr>
          <p:cNvPr id="5" name="S14-chip13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어림해서 답 확인하기</a:t>
            </a:r>
            <a:endParaRPr lang="ko-KR" sz="2400" dirty="0"/>
          </a:p>
        </p:txBody>
      </p:sp>
      <p:sp>
        <p:nvSpPr>
          <p:cNvPr id="6" name="S14-chip13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받아올린 1 빠뜨리기</a:t>
            </a:r>
            <a:endParaRPr lang="ko-KR" sz="2400" dirty="0"/>
          </a:p>
        </p:txBody>
      </p:sp>
      <p:sp>
        <p:nvSpPr>
          <p:cNvPr id="7" name="S14-text13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13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348 + 275 = □</a:t>
            </a:r>
            <a:endParaRPr lang="ko-KR" sz="2800" dirty="0"/>
          </a:p>
        </p:txBody>
      </p:sp>
      <p:sp>
        <p:nvSpPr>
          <p:cNvPr id="9" name="S14-eqtext13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156 + 427 = □</a:t>
            </a:r>
            <a:endParaRPr lang="ko-KR" sz="2800" dirty="0"/>
          </a:p>
        </p:txBody>
      </p:sp>
      <p:sp>
        <p:nvSpPr>
          <p:cNvPr id="10" name="S14-text13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596 + 207은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얼마?</a:t>
            </a:r>
            <a:endParaRPr lang="ko-KR" sz="2400" dirty="0"/>
          </a:p>
        </p:txBody>
      </p:sp>
      <p:sp>
        <p:nvSpPr>
          <p:cNvPr id="11" name="S14-text1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수의 뺄셈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자리 수 덧셈</a:t>
            </a:r>
            <a:endParaRPr lang="ko-KR" sz="4000" dirty="0"/>
          </a:p>
        </p:txBody>
      </p:sp>
      <p:sp>
        <p:nvSpPr>
          <p:cNvPr id="3" name="S15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+ 27을 세로셈으로 다시 해요.</a:t>
            </a:r>
            <a:endParaRPr lang="ko-KR" sz="3000" dirty="0"/>
          </a:p>
        </p:txBody>
      </p:sp>
      <p:sp>
        <p:nvSpPr>
          <p:cNvPr id="4" name="S15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10개는 십 1개로 올려요.</a:t>
            </a:r>
            <a:endParaRPr lang="ko-KR" sz="3000" dirty="0"/>
          </a:p>
        </p:txBody>
      </p:sp>
      <p:graphicFrame>
        <p:nvGraphicFramePr>
          <p:cNvPr id="15" name="S15-table1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63728" y="204216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5-stepno142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5-text143"/>
          <p:cNvSpPr txBox="1"/>
          <p:nvPr/>
        </p:nvSpPr>
        <p:spPr>
          <a:xfrm>
            <a:off x="1325880" y="2388108"/>
            <a:ext cx="608734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6 + 7 = 13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쓰고 1을 올려요.</a:t>
            </a:r>
            <a:endParaRPr lang="ko-KR" sz="3000" dirty="0"/>
          </a:p>
        </p:txBody>
      </p:sp>
      <p:sp>
        <p:nvSpPr>
          <p:cNvPr id="9" name="S15-stepno144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5-text145"/>
          <p:cNvSpPr txBox="1"/>
          <p:nvPr/>
        </p:nvSpPr>
        <p:spPr>
          <a:xfrm>
            <a:off x="1325880" y="348234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 + 5 + 2 = 8</a:t>
            </a:r>
            <a:endParaRPr lang="ko-KR" sz="3000" dirty="0"/>
          </a:p>
        </p:txBody>
      </p:sp>
      <p:sp>
        <p:nvSpPr>
          <p:cNvPr id="11" name="S15-stepno146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5-text147"/>
          <p:cNvSpPr txBox="1"/>
          <p:nvPr/>
        </p:nvSpPr>
        <p:spPr>
          <a:xfrm>
            <a:off x="1325880" y="419557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+ 27 = 83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세 자리 수의 덧셈</dc:title>
  <dc:subject>KR22-G03-MAT-ADD3D-L01</dc:subject>
  <dc:creator>education-ppt</dc:creator>
  <cp:lastModifiedBy>education-ppt</cp:lastModifiedBy>
  <cp:revision>1</cp:revision>
  <dcterms:created xsi:type="dcterms:W3CDTF">2026-10-26T07:17:51Z</dcterms:created>
  <dcterms:modified xsi:type="dcterms:W3CDTF">2026-10-26T07:17:51Z</dcterms:modified>
</cp:coreProperties>
</file>